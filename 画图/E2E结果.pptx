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87494B82.xml" ContentType="application/vnd.ms-powerpoint.comments+xml"/>
  <Override PartName="/ppt/notesSlides/notesSlide2.xml" ContentType="application/vnd.openxmlformats-officedocument.presentationml.notesSlide+xml"/>
  <Override PartName="/ppt/comments/modernComment_101_51427666.xml" ContentType="application/vnd.ms-powerpoint.comments+xml"/>
  <Override PartName="/ppt/notesSlides/notesSlide3.xml" ContentType="application/vnd.openxmlformats-officedocument.presentationml.notesSlide+xml"/>
  <Override PartName="/ppt/comments/modernComment_102_4D09F465.xml" ContentType="application/vnd.ms-powerpoint.comments+xml"/>
  <Override PartName="/ppt/notesSlides/notesSlide4.xml" ContentType="application/vnd.openxmlformats-officedocument.presentationml.notesSlide+xml"/>
  <Override PartName="/ppt/comments/modernComment_103_17DF99F7.xml" ContentType="application/vnd.ms-powerpoint.comments+xml"/>
  <Override PartName="/ppt/notesSlides/notesSlide5.xml" ContentType="application/vnd.openxmlformats-officedocument.presentationml.notesSlide+xml"/>
  <Override PartName="/ppt/comments/modernComment_104_DF4E4108.xml" ContentType="application/vnd.ms-powerpoint.comments+xml"/>
  <Override PartName="/ppt/notesSlides/notesSlide6.xml" ContentType="application/vnd.openxmlformats-officedocument.presentationml.notesSlide+xml"/>
  <Override PartName="/ppt/comments/modernComment_105_3AD9C65F.xml" ContentType="application/vnd.ms-powerpoint.comments+xml"/>
  <Override PartName="/ppt/notesSlides/notesSlide7.xml" ContentType="application/vnd.openxmlformats-officedocument.presentationml.notesSlide+xml"/>
  <Override PartName="/ppt/comments/modernComment_106_3B0C0DA.xml" ContentType="application/vnd.ms-powerpoint.comments+xml"/>
  <Override PartName="/ppt/notesSlides/notesSlide8.xml" ContentType="application/vnd.openxmlformats-officedocument.presentationml.notesSlide+xml"/>
  <Override PartName="/ppt/comments/modernComment_107_149DBDA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6591300" cy="864076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9174554-5D2B-4BC6-923D-F3C49893D6E3}" name="Figure Editor" initials="FE" userId="figure-editor" providerId="None"/>
  <p188:author id="{D3F71A66-0C34-DF1A-5236-FECDBC820DCB}" name="Hongen Peng" initials="HP" userId="965de47efeb7ffa5" providerId="Windows Live"/>
  <p188:author id="{1F059090-6A4A-4411-AA70-B33CFB392DF5}" name="Figure Editor" initials="FE" userId="figure-editor" providerId="None"/>
  <p188:author id="{DB922AD0-3B02-250F-2549-352D46745F7A}" name="Codex" initials="C" userId="Anonymous_Codex"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odex"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787" autoAdjust="0"/>
  </p:normalViewPr>
  <p:slideViewPr>
    <p:cSldViewPr snapToGrid="0">
      <p:cViewPr>
        <p:scale>
          <a:sx n="75" d="100"/>
          <a:sy n="75" d="100"/>
        </p:scale>
        <p:origin x="1704"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omments/modernComment_100_87494B82.xml><?xml version="1.0" encoding="utf-8"?>
<p188:cmLst xmlns:a="http://schemas.openxmlformats.org/drawingml/2006/main" xmlns:r="http://schemas.openxmlformats.org/officeDocument/2006/relationships" xmlns:p188="http://schemas.microsoft.com/office/powerpoint/2018/8/main">
  <p188:cm id="{8C419BFF-89CA-4249-882D-77C5F267CE1C}" authorId="{D3F71A66-0C34-DF1A-5236-FECDBC820DCB}" created="2026-10-03T10:08:27.885">
    <pc:sldMkLst xmlns:pc="http://schemas.microsoft.com/office/powerpoint/2013/main/command">
      <pc:docMk/>
      <pc:sldMk cId="2269727618" sldId="256"/>
    </pc:sldMkLst>
    <p188:pos x="101600" y="101600"/>
    <p188:txBody>
      <a:bodyPr/>
      <a:lstStyle/>
      <a:p>
        <a:r>
          <a:t>@@e2e-all-find-match-NO_LEVEL</a:t>
        </a:r>
      </a:p>
    </p188:txBody>
  </p188:cm>
  <p188:cm id="{DB7CD73B-D115-4006-97B5-F6902FD90029}" authorId="{D3F71A66-0C34-DF1A-5236-FECDBC820DCB}" created="2026-10-03T10:08:27.958">
    <pc:sldMkLst xmlns:pc="http://schemas.microsoft.com/office/powerpoint/2013/main/command">
      <pc:docMk/>
      <pc:sldMk cId="2269727618" sldId="256"/>
    </pc:sldMkLst>
    <p188:pos x="228600" y="228600"/>
    <p188:txBody>
      <a:bodyPr/>
      <a:lstStyle/>
      <a:p>
        <a:r>
          <a:rPr lang="zh-CN" altLang="en-US"/>
          <a:t>/storage/penghongen/Matcher/evaluation/final_smiles/strongest-1/frozen_test.json</a:t>
        </a:r>
      </a:p>
    </p188:txBody>
  </p188:cm>
  <p188:cm id="{B7ADC5C0-6385-4322-AC44-B00000BE58B7}" authorId="{D3F71A66-0C34-DF1A-5236-FECDBC820DCB}" created="2026-10-22T15:53:22.980Z">
    <pc:sldMkLst xmlns:pc="http://schemas.microsoft.com/office/powerpoint/2013/main/command">
      <pc:docMk/>
      <pc:sldMk cId="2269727618" sldId="256"/>
    </pc:sldMkLst>
    <p188:pos x="101600" y="101600"/>
    <p188:txBody>
      <a:bodyPr/>
      <a:lstStyle/>
      <a:p>
        <a:r>
          <a:t>PROVENANCE v1</a:t>
        </a:r>
      </a:p>
      <a:p>
        <a:r>
          <a:t>id: e2e-all-find-match-NO_LEVEL</a:t>
        </a:r>
      </a:p>
      <a:p>
        <a:r>
          <a:t>source: 画图/画图代码/e2e/calculate/图表追溯.md</a:t>
        </a:r>
      </a:p>
      <a:p>
        <a:r>
          <a:t/>
        </a:r>
      </a:p>
      <a:p>
        <a:r>
          <a:t>**条件：原无 level 结果保留页，已退出当前正文；科学输入与原数值保持。**</a:t>
        </a:r>
      </a:p>
      <a:p>
        <a:r>
          <a:t/>
        </a:r>
      </a:p>
      <a:p>
        <a:r>
          <a:t>## e2e-all-find-match-NO_LEVEL｜全配体 top-k success</a:t>
        </a:r>
      </a:p>
      <a:p>
        <a:r>
          <a:t/>
        </a:r>
      </a:p>
      <a:p>
        <a:r>
          <a:t>**共享关系与本图选择。** 本图与`@@e2e-accounting-rules-draft`、`@@e2e-small-pipeline-NO_LEVEL`关联的共享代码位于 `e2e/calculate/e2e-accounting/`。两张top-k图沿同一冻结计费轨迹与reaggregate.py统计来源追溯；计费规则图展示该计费定义。完整实例完成度另按不同实例去重，不能由top-k成功率替代。 本图与`@@e2e-accounting-rules-draft`、`@@e2e-small-pipeline-NO_LEVEL`关联的共享代码位于 `e2e/calculate/e2e-top-k-shared/`。两张top-k图共同读取冻结计数并复用panel等原生绘图函数；计费规则图只复用office_rgb、text_box和line等基础图形，不与曲线共同计算成功率。 本图只选择179-PDB全配体的Find／Find+Match整数曲线。</a:t>
        </a:r>
      </a:p>
      <a:p>
        <a:r>
          <a:t/>
        </a:r>
      </a:p>
      <a:p>
        <a:r>
          <a:t>**清空temp后的完整重建。** 从仓库根执行 `python -X utf8 -B 转换工具/ops/rebuild_figures.py --figure e2e-all-find-match-NO_LEVEL`。入口顺序运行必要的数据准备、绘图／原生渲染、场景运输和PPT装配，始终屏蔽所有旧temp读取；同一次运行产生的中间文件可以继续使用。冻结实验输入与作者原生素材只从长期目录读取，图稿、命令日志、现场读取记录、`receipt.json`和含本图的`rebuilt.pptx`统一位于新建的 `temp/figure_rebuild/&lt;运行号&gt;/&lt;图名&gt;/`。正式图形不被覆盖；作者双语备注与本条来源说明写入新候选。</a:t>
        </a:r>
      </a:p>
      <a:p>
        <a:r>
          <a:t/>
        </a:r>
      </a:p>
      <a:p>
        <a:r>
          <a:t/>
        </a:r>
      </a:p>
      <a:p>
        <a:r>
          <a:t>**载体与绘制。** 中英文补充材料引用 `画图/E2E结果.pptx` 同名页。直接原生制图函数为 `e2e/calculate/e2e-top-k-shared/build_nature_figures.py::panel`，从 `e2e/output/e2e-top-k/data.json` 读取 K=1…10 的整数成功 PDB 数，分母固定 179。`e2e-accounting/build_ppt.py::update_curve` 后来仅将横轴语义改为 `Charged attempts (K)` 并更新图注，核对新旧整数计数相等；现图集归并不重算曲线。</a:t>
        </a:r>
      </a:p>
      <a:p>
        <a:r>
          <a:t/>
        </a:r>
      </a:p>
      <a:p>
        <a:r>
          <a:t>**数据与原评价。** `data.json.full` 保存 CA2／GT 的 Find-only 与 Find+Match，以及 Emap2lig Find-only 五条整数数组，数组位置依次对应 K=1…10。原全身份评价来自 `/storage/penghongen/Matcher/evaluation/final_smiles/strongest-1/frozen_test.json`；其本地冻结副本为 `e2e/output/e2e-accounting/sources/full_matcher.json`。`reaggregate.py::main` 的 `plot_data.json` 与此图冻结计数保持一致。每个候选计费一次，Find 命中与精确 SMILES Match 正确沿原记录判断；一个 PDB 任一成功即判成功。</a:t>
        </a:r>
      </a:p>
      <a:p>
        <a:r>
          <a:t/>
        </a:r>
      </a:p>
      <a:p>
        <a:r>
          <a:t>**补充材料数字。** K=1 的 CA2 Find+Match 为 120／179=67.0%、Find 为134／179=74.9%；GT 为142／179=79.3%、148／179=82.7%；Emap2lig Find 为71／179=39.7%。K=10 的 CA2／GT Find+Match 为157／179=87.7%、165／179=92.2%，Emap2lig 为93／179=52.0%。所有点来自精确整数，不插值或平滑。</a:t>
        </a:r>
      </a:p>
      <a:p>
        <a:r>
          <a:t/>
        </a:r>
      </a:p>
      <a:p>
        <a:r>
          <a:t>该统计回答“至少完成一个实例的 PDB 比例”，不等价于全配体实例恢复比例。输入和旧图集的历史版本保留在输出来源目录；当前作者 PPT 不从旧副本覆盖恢复。</a:t>
        </a:r>
      </a:p>
      <a:p>
        <a:r>
          <a:t>**本图独立目录与运行。** `e2e/calculate/e2e-all-find-match/build.py` 为独立候选入口，调用共享 `e2e-top-k-shared/build_nature_figures.py::main(figure_id="e2e-all-find-match")`；曲线、面板、原始图注和计数仍由共享实现维护一份。共享main不传图名仍生成原两图。从仓库根运行 `python -X utf8 -B 画图/画图代码/e2e/calculate/e2e-all-find-match/build.py`，只在 `temp/e2e-all-find-match/` 写本图候选PPT、PNG和PDF，不更新正式图集。前次迁移先用mock核对单图选择及面板参数；2026-10-23已通过完整重建入口实际调用Office生成本图PPT、PNG和PDF，旧temp读取被屏蔽。整数曲线和科学判定继续使用同一冻结输入，候选来源批注与作者当前双语备注同步。</a:t>
        </a:r>
      </a:p>
    </p188:txBody>
  </p188:cm>
</p188:cmLst>
</file>

<file path=ppt/comments/modernComment_101_51427666.xml><?xml version="1.0" encoding="utf-8"?>
<p188:cmLst xmlns:a="http://schemas.openxmlformats.org/drawingml/2006/main" xmlns:r="http://schemas.openxmlformats.org/officeDocument/2006/relationships" xmlns:p188="http://schemas.microsoft.com/office/powerpoint/2018/8/main">
  <p188:cm id="{BDEF3EAF-A518-4B40-94F7-B70D62FBB388}" authorId="{D3F71A66-0C34-DF1A-5236-FECDBC820DCB}" created="2026-10-03T10:09:53.689">
    <pc:sldMkLst xmlns:pc="http://schemas.microsoft.com/office/powerpoint/2013/main/command">
      <pc:docMk/>
      <pc:sldMk cId="1363310182" sldId="256"/>
    </pc:sldMkLst>
    <p188:pos x="101600" y="101600"/>
    <p188:txBody>
      <a:bodyPr/>
      <a:lstStyle/>
      <a:p>
        <a:r>
          <a:t>@@e2e-small-pipeline-NO_LEVEL</a:t>
        </a:r>
      </a:p>
    </p188:txBody>
  </p188:cm>
  <p188:cm id="{EB7B5976-BDCD-4656-B2EB-E3724DF6E638}" authorId="{D3F71A66-0C34-DF1A-5236-FECDBC820DCB}" created="2026-10-03T10:09:53.763">
    <pc:sldMkLst xmlns:pc="http://schemas.microsoft.com/office/powerpoint/2013/main/command">
      <pc:docMk/>
      <pc:sldMk cId="1363310182" sldId="256"/>
    </pc:sldMkLst>
    <p188:pos x="228600" y="228600"/>
    <p188:txBody>
      <a:bodyPr/>
      <a:lstStyle/>
      <a:p>
        <a:r>
          <a:rPr lang="zh-CN" altLang="en-US"/>
          <a:t>/storage/penghongen/Matcher/evaluation/test_smallmolecule_v1/strongest-1/train_strongest1_revised_job378587_20260920T230727/evaluation.json；/storage/penghongen/PocketXMol/final_evaluation/end_to_end/GT、CA2/docking_results.jsonl</a:t>
        </a:r>
      </a:p>
    </p188:txBody>
  </p188:cm>
  <p188:cm id="{1CBD3092-F88C-4EA1-BEA5-C6013272FAEA}" authorId="{D3F71A66-0C34-DF1A-5236-FECDBC820DCB}" created="2026-10-22T15:53:22.980Z">
    <pc:sldMkLst xmlns:pc="http://schemas.microsoft.com/office/powerpoint/2013/main/command">
      <pc:docMk/>
      <pc:sldMk cId="1363310182" sldId="256"/>
    </pc:sldMkLst>
    <p188:pos x="101600" y="101600"/>
    <p188:txBody>
      <a:bodyPr/>
      <a:lstStyle/>
      <a:p>
        <a:r>
          <a:t>PROVENANCE v1</a:t>
        </a:r>
      </a:p>
      <a:p>
        <a:r>
          <a:t>id: e2e-small-pipeline-NO_LEVEL</a:t>
        </a:r>
      </a:p>
      <a:p>
        <a:r>
          <a:t>source: 画图/画图代码/e2e/calculate/图表追溯.md</a:t>
        </a:r>
      </a:p>
      <a:p>
        <a:r>
          <a:t/>
        </a:r>
      </a:p>
      <a:p>
        <a:r>
          <a:t>**条件：原无 level 结果保留页，已退出当前正文；科学输入与原数值保持。**</a:t>
        </a:r>
      </a:p>
      <a:p>
        <a:r>
          <a:t/>
        </a:r>
      </a:p>
      <a:p>
        <a:r>
          <a:t>## e2e-small-pipeline-NO_LEVEL｜小分子完整流水线 top-k success</a:t>
        </a:r>
      </a:p>
      <a:p>
        <a:r>
          <a:t/>
        </a:r>
      </a:p>
      <a:p>
        <a:r>
          <a:t>**共享关系与本图选择。** 本图与`@@e2e-accounting-rules-draft`、`@@e2e-all-find-match-NO_LEVEL`关联的共享代码位于 `e2e/calculate/e2e-accounting/`。两张top-k图沿同一冻结计费轨迹与reaggregate.py统计来源追溯；计费规则图展示该计费定义。完整实例完成度另按不同实例去重，不能由top-k成功率替代。 本图与`@@e2e-accounting-rules-draft`、`@@e2e-all-find-match-NO_LEVEL`关联的共享代码位于 `e2e/calculate/e2e-top-k-shared/`。两张top-k图共同读取冻结计数并复用panel等原生绘图函数；计费规则图只复用office_rgb、text_box和line等基础图形，不与曲线共同计算成功率。 本图选择77-PDB小分子的定位身份、GT构象、CA2构象三联页。</a:t>
        </a:r>
      </a:p>
      <a:p>
        <a:r>
          <a:t/>
        </a:r>
      </a:p>
      <a:p>
        <a:r>
          <a:t>**清空temp后的完整重建。** 从仓库根执行 `python -X utf8 -B 转换工具/ops/rebuild_figures.py --figure e2e-small-pipeline-NO_LEVEL`。入口顺序运行必要的数据准备、绘图／原生渲染、场景运输和PPT装配，始终屏蔽所有旧temp读取；同一次运行产生的中间文件可以继续使用。冻结实验输入与作者原生素材只从长期目录读取，图稿、命令日志、现场读取记录、`receipt.json`和含本图的`rebuilt.pptx`统一位于新建的 `temp/figure_rebuild/&lt;运行号&gt;/&lt;图名&gt;/`。正式图形不被覆盖；作者双语备注与本条来源说明写入新候选。</a:t>
        </a:r>
      </a:p>
      <a:p>
        <a:r>
          <a:t/>
        </a:r>
      </a:p>
      <a:p>
        <a:r>
          <a:t/>
        </a:r>
      </a:p>
      <a:p>
        <a:r>
          <a:t>**载体、面板和直接函数。** 中英文补充材料引用 `画图/E2E结果.pptx` 同名三联页；`e2e-top-k-shared/build_nature_figures.py::panel` 直接绘制。a 比较 Find-only 和 Find+Match，b／c 分别绘制 GT／CA2 的单次中心对接 top-1 与 best-of-50，在严格 `&lt;2`／`&lt;3 Å` 下的 top-k PDB 成功比例。固定分母 77 个 PDB，含 446 个完整小分子实例。</a:t>
        </a:r>
      </a:p>
      <a:p>
        <a:r>
          <a:t/>
        </a:r>
      </a:p>
      <a:p>
        <a:r>
          <a:t>**来源与计费。** `e2e/output/e2e-top-k/data.json.small_find`、`small_match`、`build[GT/CA2]["local_cov-C"]` 保存十个整数。构象曲线来自原 `/storage/penghongen/PocketXMol/final_evaluation/end_to_end/{GT,CA2}/`，按冻结 `attempt_index≤K` 汇总；本地 `e2e/output/e2e-accounting/{GT,CA2}/evaluation.json` 和 `docking_results.jsonl` 保留完整候选轨迹、原姿态排序、距离和严格阈值布尔值。实际 Match 与 Build 采用 `match-aware-stage3-v2` 的计费，定义同小分子完成度记录。</a:t>
        </a:r>
      </a:p>
      <a:p>
        <a:r>
          <a:t/>
        </a:r>
      </a:p>
      <a:p>
        <a:r>
          <a:t>Find-only 则是独立 `reaggregate.py::localization_diagnostic`：假定身份完全正确，背景计费，真实范围外前景免费，不读取实际 Match 答案。其 GT／CA2／Emap2lig 全轨迹和成功数在 `localization_diagnostics.json`；不能把图 a 的 Find-only 诊断号替代真实 Match 感知尝试号。</a:t>
        </a:r>
      </a:p>
      <a:p>
        <a:r>
          <a:t/>
        </a:r>
      </a:p>
      <a:p>
        <a:r>
          <a:t>**补充材料数字。** K=1、top-1 `&lt;2`：CA2 34／77=44.2%，GT44／77=57.1%；`&lt;3`：CA241／77=53.2%，GT50／77=64.9%。K=10、top-1 `&lt;2`：CA246／77=59.7%，GT51／77=66.2%；`&lt;3`：CA252／77=67.5%，GT55／77=71.4%。K=10 best-of-50 `&lt;2` 为52／77和58／77，`&lt;3` 为58／77和59／77。图 a 的 K=10 Find-only 为CA268、GT69、Emap2lig54个PDB；Find+Match为CA263、GT64。</a:t>
        </a:r>
      </a:p>
      <a:p>
        <a:r>
          <a:t/>
        </a:r>
      </a:p>
      <a:p>
        <a:r>
          <a:t>`C-C`、`C-C-E` 等历史多次对接字段仍可在冻结输入中找到，但本图只用 `local_cov-C`，不把迭代结果混入单次模型。整数计数与原评价 K=1、3、5、10 的冻结汇总已有交叉核对；原子坐标未在本轮重算。</a:t>
        </a:r>
      </a:p>
      <a:p>
        <a:r>
          <a:t>**本图独立目录与运行。** `e2e/calculate/e2e-small-pipeline/build.py` 为独立候选入口，调用共享 `e2e-top-k-shared/build_nature_figures.py::main(figure_id="e2e-small-pipeline")`；曲线、面板、原始图注和计数仍由共享实现维护一份。共享main不传图名仍生成原两图。从仓库根运行 `python -X utf8 -B 画图/画图代码/e2e/calculate/e2e-small-pipeline/build.py`，只在 `temp/e2e-small-pipeline/` 写本图候选PPT、PNG和PDF，不更新正式图集。前次迁移先用mock核对单图选择及面板参数；2026-10-23已通过完整重建入口实际调用Office生成本图PPT、PNG和PDF，旧temp读取被屏蔽。整数曲线和科学判定继续使用同一冻结输入，候选来源批注与作者当前双语备注同步。</a:t>
        </a:r>
      </a:p>
    </p188:txBody>
  </p188:cm>
</p188:cmLst>
</file>

<file path=ppt/comments/modernComment_102_4D09F465.xml><?xml version="1.0" encoding="utf-8"?>
<p188:cmLst xmlns:a="http://schemas.openxmlformats.org/drawingml/2006/main" xmlns:r="http://schemas.openxmlformats.org/officeDocument/2006/relationships" xmlns:p188="http://schemas.microsoft.com/office/powerpoint/2018/8/main">
  <p188:cm id="{182AC12E-96AD-4C5A-9895-3067881B8561}" authorId="{D3F71A66-0C34-DF1A-5236-FECDBC820DCB}" created="2026-10-16T07:02:37.389">
    <pc:sldMkLst xmlns:pc="http://schemas.microsoft.com/office/powerpoint/2013/main/command">
      <pc:docMk/>
      <pc:sldMk cId="1922608371" sldId="258"/>
    </pc:sldMkLst>
    <p188:pos x="0" y="0"/>
    <p188:txBody>
      <a:bodyPr/>
      <a:lstStyle/>
      <a:p>
        <a:r>
          <a:t>@@supp-find-correct-match-build-NO_LEVEL</a:t>
        </a:r>
      </a:p>
    </p188:txBody>
  </p188:cm>
  <p188:cm id="{FFE96477-C0B1-466F-B6B4-B49A40CCCC36}" authorId="{D3F71A66-0C34-DF1A-5236-FECDBC820DCB}" created="2026-10-22T15:53:22.980Z">
    <pc:sldMkLst xmlns:pc="http://schemas.microsoft.com/office/powerpoint/2013/main/command">
      <pc:docMk/>
      <pc:sldMk cId="1922608371" sldId="258"/>
    </pc:sldMkLst>
    <p188:pos x="0" y="0"/>
    <p188:txBody>
      <a:bodyPr/>
      <a:lstStyle/>
      <a:p>
        <a:r>
          <a:t>PROVENANCE v1</a:t>
        </a:r>
      </a:p>
      <a:p>
        <a:r>
          <a:t>id: supp-find-correct-match-build-NO_LEVEL</a:t>
        </a:r>
      </a:p>
      <a:p>
        <a:r>
          <a:t>source: 画图/画图代码/e2e/calculate/图表追溯.md</a:t>
        </a:r>
      </a:p>
      <a:p>
        <a:r>
          <a:t/>
        </a:r>
      </a:p>
      <a:p>
        <a:r>
          <a:t>**条件：原无 level 结果保留页，已退出当前正文；科学输入与原数值保持。**</a:t>
        </a:r>
      </a:p>
      <a:p>
        <a:r>
          <a:t/>
        </a:r>
      </a:p>
      <a:p>
        <a:r>
          <a:t>## supp-find-correct-match-build-NO_LEVEL｜给定正确身份的完整完成度曲线</a:t>
        </a:r>
      </a:p>
      <a:p>
        <a:r>
          <a:t/>
        </a:r>
      </a:p>
      <a:p>
        <a:r>
          <a:t>**共享关系与本图选择。** 本图与`@@e2e-find-build-direct-comparison-NO_LEVEL`、`@@find-only-instance-completion-NO_LEVEL`、`@@stage3-predicted-region-head-to-head-NO_LEVEL`关联的共享代码位于 `e2e/calculate/find-build-shared/`。Find完成度、预测区域配对和正确身份Find–Build曲线共用冻结data.json与部分图元；直接比较柱图只复用同源SVG运输。各图的面板布局与筛选沿各自plot.py保留，不能把共用运输误说成四图使用同一分母或计费协议。 本次完整入口按稳定图名 `supp-find-correct-match-build` 选择图或所在共享图组。</a:t>
        </a:r>
      </a:p>
      <a:p>
        <a:r>
          <a:t/>
        </a:r>
      </a:p>
      <a:p>
        <a:r>
          <a:t>**清空temp后的完整重建。** 从仓库根执行 `python -X utf8 -B 转换工具/ops/rebuild_figures.py --figure supp-find-correct-match-build-NO_LEVEL`。入口顺序运行必要的数据准备、绘图／原生渲染、场景运输和PPT装配，始终屏蔽所有旧temp读取；同一次运行产生的中间文件可以继续使用。冻结实验输入与作者原生素材只从长期目录读取，图稿、命令日志、现场读取记录、`receipt.json`和含本图的`rebuilt.pptx`统一位于新建的 `temp/figure_rebuild/&lt;运行号&gt;/&lt;图名&gt;/`。正式图形不被覆盖；作者双语备注与本条来源说明写入新候选。</a:t>
        </a:r>
      </a:p>
      <a:p>
        <a:r>
          <a:t/>
        </a:r>
      </a:p>
      <a:p>
        <a:r>
          <a:t/>
        </a:r>
      </a:p>
      <a:p>
        <a:r>
          <a:t>**载体与直接函数。** 中英文补充材料引用 `画图/E2E结果.pptx` 同名十二面板页。`e2e/calculate/supp-find-correct-match-build/plot.py::main` 的 `03_assume_matched` 分支选择十二个 `assume` 面板，调用 `completion_plot.py::draw_panel`；`svg_shapes.py → assemble.mjs` 装配原生PPT。它与正文柱状图读取同一 `data.json`，不引入第二套计数。</a:t>
        </a:r>
      </a:p>
      <a:p>
        <a:r>
          <a:t/>
        </a:r>
      </a:p>
      <a:p>
        <a:r>
          <a:t>每种方法四个面板，依次Emap2lig、LigandSeek-CA2、LigandSeek-GT；每组上行top-1、下行best-of-50，左列严格`&lt;2 Å`、右列`&lt;3 Å`。全部面板均为77PDB／446实例。完整`curve`保存精确Fraction事件及右连续阶梯，`distributions`保存固定预算下完整PDB分布；小提琴只描摹分布，散点保留每PDB值。背景与范围外前景的计费、正确SMILES、原始姿态排名及失败分母与柱状图记录一致。</a:t>
        </a:r>
      </a:p>
      <a:p>
        <a:r>
          <a:t/>
        </a:r>
      </a:p>
      <a:p>
        <a:r>
          <a:t>三域原始`completion.json`由AdaLigand既有`ligandseek_pipeline.completion.make_panel`生成；共享`assemble_data.py`直接继承这些原24个面板，再追加Find-only视图和配对RMSD，不重算本图事件。原始服务器目录、配置、散列及实际release沿补充归档同名`metadata/pipeline/`、`provenance/`、`reference_logs/`追溯。300%为展示截点，`all_candidates_final`保留全部候选用尽后的结局。正文100%／300%柱高与曲线对应预算的宏平均一致。</a:t>
        </a:r>
      </a:p>
    </p188:txBody>
  </p188:cm>
</p188:cmLst>
</file>

<file path=ppt/comments/modernComment_103_17DF99F7.xml><?xml version="1.0" encoding="utf-8"?>
<p188:cmLst xmlns:a="http://schemas.openxmlformats.org/drawingml/2006/main" xmlns:r="http://schemas.openxmlformats.org/officeDocument/2006/relationships" xmlns:p188="http://schemas.microsoft.com/office/powerpoint/2018/8/main">
  <p188:cm id="{10509A75-3ADD-FCD3-EC27-59BA95A3DFE9}" authorId="{DB922AD0-3B02-250F-2549-352D46745F7A}" created="2026-10-19T16:00:00">
    <pc:sldMkLst xmlns:pc="http://schemas.microsoft.com/office/powerpoint/2013/main/command">
      <pc:docMk/>
      <pc:sldMk cId="400529911" sldId="259"/>
    </pc:sldMkLst>
    <p188:pos x="0" y="0"/>
    <p188:txBody>
      <a:bodyPr/>
      <a:lstStyle/>
      <a:p>
        <a:r>
          <a:t>@@e2e-find-build-direct-comparison-NO_LEVEL</a:t>
        </a:r>
      </a:p>
    </p188:txBody>
  </p188:cm>
  <p188:cm id="{8C34236F-E2F1-45FE-9DC8-4088A638FF9E}" authorId="{DB922AD0-3B02-250F-2549-352D46745F7A}" created="2026-10-22T15:53:22.980Z">
    <pc:sldMkLst xmlns:pc="http://schemas.microsoft.com/office/powerpoint/2013/main/command">
      <pc:docMk/>
      <pc:sldMk cId="400529911" sldId="259"/>
    </pc:sldMkLst>
    <p188:pos x="0" y="0"/>
    <p188:txBody>
      <a:bodyPr/>
      <a:lstStyle/>
      <a:p>
        <a:r>
          <a:t>PROVENANCE v1</a:t>
        </a:r>
      </a:p>
      <a:p>
        <a:r>
          <a:t>id: e2e-find-build-direct-comparison-NO_LEVEL</a:t>
        </a:r>
      </a:p>
      <a:p>
        <a:r>
          <a:t>source: 画图/画图代码/e2e/calculate/图表追溯.md</a:t>
        </a:r>
      </a:p>
      <a:p>
        <a:r>
          <a:t/>
        </a:r>
      </a:p>
      <a:p>
        <a:r>
          <a:t>**条件：原无 level 结果保留页，已退出当前正文；科学输入与原数值保持。**</a:t>
        </a:r>
      </a:p>
      <a:p>
        <a:r>
          <a:t/>
        </a:r>
      </a:p>
      <a:p>
        <a:r>
          <a:t>## e2e-find-build-direct-comparison-NO_LEVEL｜给定正确身份的 Find–Build 柱状比较</a:t>
        </a:r>
      </a:p>
      <a:p>
        <a:r>
          <a:t/>
        </a:r>
      </a:p>
      <a:p>
        <a:r>
          <a:t>**共享关系与本图选择。** 本图与`@@find-only-instance-completion-NO_LEVEL`、`@@stage3-predicted-region-head-to-head-NO_LEVEL`、`@@supp-find-correct-match-build-NO_LEVEL`关联的共享代码位于 `e2e/calculate/find-build-shared/`。Find完成度、预测区域配对和正确身份Find–Build曲线共用冻结data.json与部分图元；直接比较柱图只复用同源SVG运输。各图的面板布局与筛选沿各自plot.py保留，不能把共用运输误说成四图使用同一分母或计费协议。 本次完整入口按稳定图名 `e2e-find-build-direct-comparison` 选择图或所在共享图组。</a:t>
        </a:r>
      </a:p>
      <a:p>
        <a:r>
          <a:t/>
        </a:r>
      </a:p>
      <a:p>
        <a:r>
          <a:t>**清空temp后的完整重建。** 从仓库根执行 `python -X utf8 -B 转换工具/ops/rebuild_figures.py --figure e2e-find-build-direct-comparison-NO_LEVEL`。入口顺序运行必要的数据准备、绘图／原生渲染、场景运输和PPT装配，始终屏蔽所有旧temp读取；同一次运行产生的中间文件可以继续使用。冻结实验输入与作者原生素材只从长期目录读取，图稿、命令日志、现场读取记录、`receipt.json`和含本图的`rebuilt.pptx`统一位于新建的 `temp/figure_rebuild/&lt;运行号&gt;/&lt;图名&gt;/`。正式图形不被覆盖；作者双语备注与本条来源说明写入新候选。</a:t>
        </a:r>
      </a:p>
      <a:p>
        <a:r>
          <a:t/>
        </a:r>
      </a:p>
      <a:p>
        <a:r>
          <a:t/>
        </a:r>
      </a:p>
      <a:p>
        <a:r>
          <a:t>原生PPT装配入口是 `e2e/calculate/e2e-find-build-direct-comparison/assemble.mjs`，读取 `plot_find_build_direct.py` 生成的 `temp/emap2lig_direct_20261020/scenes.json` 与 manifest。仓库根先运行 `python -B 画图/画图代码/e2e/calculate/e2e-find-build-direct-comparison/plot_find_build_direct.py`，再运行 `node 画图/画图代码/e2e/calculate/e2e-find-build-direct-comparison/assemble.mjs`；新候选写 `e2e/output/e2e-find-build-direct-comparison/regenerated/`，不替换作者正式PPT。</a:t>
        </a:r>
      </a:p>
      <a:p>
        <a:r>
          <a:t/>
        </a:r>
      </a:p>
      <a:p>
        <a:r>
          <a:t>**来源与科学定义。** 输入 `e2e/output/find-build-shared/data.json.panels` 由 `find-build-shared/assemble_data.py::main` 从服务器统一根 `/storage/penghongen/Adaligand_E2E/test/test_0/evaluation/` 的三域 `completion.json` 和逐 blob 原姿态记录组装。GT、CA2、Emap2lig 面板共用固定77个PDB、446实例。背景计费，真实范围外前景免费；所有命中合格小分子的候选均给定正确 SMILES，未检出及姿态失败保留完整分母。LigandSeek 用预测 blob 质心引导 PocketXMol-tuned 中心对接，Emap2lig 用原生 blob 引导。姿态排名和严格阈值继承冻结评价。</a:t>
        </a:r>
      </a:p>
      <a:p>
        <a:r>
          <a:t/>
        </a:r>
      </a:p>
      <a:p>
        <a:r>
          <a:t>面板依次为 top-1 `&lt;2`、top-1 `&lt;3`、best-of-50 `&lt;2`、best-of-50 `&lt;3`，每个面板展示100%和300%相对预算的三种方法。柱高为77个PDB等权均值；同一PDB轴有放回重采样10,000次，所有条件共用重采样索引，以2.5%／97.5%分位数作区间。重采样只估计该PDB集合宏平均的不确定性，不重新判胜。</a:t>
        </a:r>
      </a:p>
      <a:p>
        <a:r>
          <a:t/>
        </a:r>
      </a:p>
      <a:p>
        <a:r>
          <a:t>**逐柱和正文值。** 作图导出的 `source_data.csv` 有1,848个逐PDB观测，记录面板、姿态、阈值、预算、方法、PDB、完成比例；`summary.csv` 有24根柱的均值、区间和PDB数。严格 `&lt;3`、100%→300%：top-1 的 GT63.2%→64.2%、CA249.6%→55.0%、Emap2lig38.2%→43.3%；best-of-50 分别70.5%→71.5%、58.0%→66.3%、42.5%→50.0%。这些数字是完整分母下的PDB宏平均，不是只取共同命中实例的RMSD成功率。</a:t>
        </a:r>
      </a:p>
      <a:p>
        <a:r>
          <a:t/>
        </a:r>
      </a:p>
      <a:p>
        <a:r>
          <a:t>**实验版本与复核。** 补充归档 `metadata/pipeline/` 保存三域原记录，`provenance/source_manifest.json` 保存源路径及散列，`configs/` 保存已提交的配置副本，`reference_logs/AdaLigand/` 保存实际release／launch；当前外部仓库HEAD不能替代原实验版本。柱状图直接重用冻结分布，和下一条完整曲线是同一科学输入的两种展示。</a:t>
        </a:r>
      </a:p>
      <a:p>
        <a:r>
          <a:t/>
        </a:r>
      </a:p>
      <a:p>
        <a:r>
          <a:t>迁移后的Python入口已实际运行，导出24根柱、1,848个逐PDB观测和206个可编辑形状，图稿已目视核对；只向 `temp/emap2lig_direct_20261020/` 写辅助输出。</a:t>
        </a:r>
      </a:p>
    </p188:txBody>
  </p188:cm>
</p188:cmLst>
</file>

<file path=ppt/comments/modernComment_104_DF4E4108.xml><?xml version="1.0" encoding="utf-8"?>
<p188:cmLst xmlns:a="http://schemas.openxmlformats.org/drawingml/2006/main" xmlns:r="http://schemas.openxmlformats.org/officeDocument/2006/relationships" xmlns:p188="http://schemas.microsoft.com/office/powerpoint/2018/8/main">
  <p188:cm id="{7E9CDDFC-4A2E-44BB-8BB2-C0342D4888B0}" authorId="{1F059090-6A4A-4411-AA70-B33CFB392DF5}" created="2026-10-27T18:03:15.628+08:00">
    <pc:sldMkLst xmlns:pc="http://schemas.microsoft.com/office/powerpoint/2013/main/command">
      <pc:docMk/>
      <pc:sldMk cId="780278236" sldId="256"/>
    </pc:sldMkLst>
    <p188:pos x="0" y="0"/>
    <p188:txBody>
      <a:bodyPr/>
      <a:lstStyle/>
      <a:p>
        <a:r>
          <a:t>@@e2e-find-build-direct-comparison</a:t>
        </a:r>
      </a:p>
    </p188:txBody>
  </p188:cm>
  <p188:cm id="{2A36D3C5-F0A8-4969-B81F-888EC6BED157}" authorId="{1F059090-6A4A-4411-AA70-B33CFB392DF5}" created="2026-10-27T10:38:19.500Z">
    <pc:sldMkLst xmlns:pc="http://schemas.microsoft.com/office/powerpoint/2013/main/command">
      <pc:docMk/>
      <pc:sldMk cId="780278236" sldId="256"/>
    </pc:sldMkLst>
    <p188:pos x="0" y="0"/>
    <p188:txBody>
      <a:bodyPr/>
      <a:lstStyle/>
      <a:p>
        <a:r>
          <a:t>PROVENANCE v1</a:t>
        </a:r>
      </a:p>
      <a:p>
        <a:r>
          <a:t>id: e2e-find-build-direct-comparison</a:t>
        </a:r>
      </a:p>
      <a:p>
        <a:r>
          <a:t>source: 画图/画图代码/e2e/calculate/图表追溯.md</a:t>
        </a:r>
      </a:p>
      <a:p>
        <a:r>
          <a:t/>
        </a:r>
      </a:p>
      <a:p>
        <a:r>
          <a:t>## e2e-find-build-direct-comparison｜显式推荐 level 条件</a:t>
        </a:r>
      </a:p>
      <a:p>
        <a:r>
          <a:t/>
        </a:r>
      </a:p>
      <a:p>
        <a:r>
          <a:t>本图与`@@find-only-instance-completion-NO_LEVEL`、`@@stage3-predicted-region-head-to-head`、`@@supp-find-correct-match-build`沿用元信息所列共享目录和用途；本图具体面板选择见下文。</a:t>
        </a:r>
      </a:p>
      <a:p>
        <a:r>
          <a:t/>
        </a:r>
      </a:p>
      <a:p>
        <a:r>
          <a:t>给定双方正确SMILES的77 PDB／446合格小分子比较。所有未检出及筛选失败保留完整分母。背景计费，真实范围外前景免费；每个真实实例只累计首次成功。Emap姿态只绑定实际选定的覆盖几何均值最佳blob，达到该blob原Find排名后才记建模成功，不把其他同归属blob算作已生成。&lt;3 Å的Top-1 100%／300%完成度为39.87568348%／43.65992954%，best-of-50为45.34934402%／51.16822211%。GT/CA2原面板逐字段不变。</a:t>
        </a:r>
      </a:p>
      <a:p>
        <a:r>
          <a:t/>
        </a:r>
      </a:p>
      <a:p>
        <a:r>
          <a:t>`find-build-shared/assemble_data.py`按显式条件组装冻结事实；`completion_plot.py`和各图原`plot.py`／装配入口继续共享科学定义，top-k由原`build_nature_figures.py`读取独立整数曲线。data.json的panels保存完整PDB预算事件／分布，pairs保存GT/CA2共同实例及数值配对，selected_blob_events.json记录本次实际Build blob与预算位置；以(pdb_id,occurrence_id)连接而非把blob编号当实例编号。原GT/CA2面板不变，旧Emap四个建模完成度面板以同一逻辑重建后与冻结原件逐字段相同。</a:t>
        </a:r>
      </a:p>
      <a:p>
        <a:r>
          <a:t/>
        </a:r>
      </a:p>
      <a:p>
        <a:r>
          <a:t>实际模型源码为Emap2lig `37b0d9e7ad2a1b18fa096d91f154619085cee907`，新科学根`/storage/penghongen/Emap2lig/contour_level_20261026/`；推荐值L显式交给官方入口，其实际阈值L/2。模型、冻结测试身份、原姿态排序与评价协议保持；本轮仅统计和绘图。新科学输入在`补充数据/Emap2lig_双条件/explicit_emdb_level/`，旧原件没有覆盖。</a:t>
        </a:r>
      </a:p>
      <a:p>
        <a:r>
          <a:t/>
        </a:r>
      </a:p>
      <a:p>
        <a:r>
          <a:t>完整重建：`python -X utf8 -B 转换工具/ops/rebuild_figures.py --figure e2e-find-build-direct-comparison`。统一入口按本记录inputs显式绑定条件，屏蔽旧temp，科学输入位于上列长期目录；临时图稿、PPT和receipt写本次temp构建目录。当前作者PPT保存新页及最小双语备注，旧页使用`-NO_LEVEL`。</a:t>
        </a:r>
      </a:p>
    </p188:txBody>
  </p188:cm>
</p188:cmLst>
</file>

<file path=ppt/comments/modernComment_105_3AD9C65F.xml><?xml version="1.0" encoding="utf-8"?>
<p188:cmLst xmlns:a="http://schemas.openxmlformats.org/drawingml/2006/main" xmlns:r="http://schemas.openxmlformats.org/officeDocument/2006/relationships" xmlns:p188="http://schemas.microsoft.com/office/powerpoint/2018/8/main">
  <p188:cm id="{E01E5236-B585-416A-9B33-8FF80E4897F8}" authorId="{69174554-5D2B-4BC6-923D-F3C49893D6E3}" created="2026-10-27T18:03:17.963+08:00">
    <pc:sldMkLst xmlns:pc="http://schemas.microsoft.com/office/powerpoint/2013/main/command">
      <pc:docMk/>
      <pc:sldMk cId="812518474" sldId="256"/>
    </pc:sldMkLst>
    <p188:pos x="0" y="0"/>
    <p188:txBody>
      <a:bodyPr/>
      <a:lstStyle/>
      <a:p>
        <a:r>
          <a:t>@@supp-find-correct-match-build</a:t>
        </a:r>
      </a:p>
    </p188:txBody>
  </p188:cm>
  <p188:cm id="{E1FFDA7E-0F30-427C-8558-69B22C1A68E9}" authorId="{69174554-5D2B-4BC6-923D-F3C49893D6E3}" created="2026-10-27T10:38:19.500Z">
    <pc:sldMkLst xmlns:pc="http://schemas.microsoft.com/office/powerpoint/2013/main/command">
      <pc:docMk/>
      <pc:sldMk cId="812518474" sldId="256"/>
    </pc:sldMkLst>
    <p188:pos x="0" y="0"/>
    <p188:txBody>
      <a:bodyPr/>
      <a:lstStyle/>
      <a:p>
        <a:r>
          <a:t>PROVENANCE v1</a:t>
        </a:r>
      </a:p>
      <a:p>
        <a:r>
          <a:t>id: supp-find-correct-match-build</a:t>
        </a:r>
      </a:p>
      <a:p>
        <a:r>
          <a:t>source: 画图/画图代码/e2e/calculate/图表追溯.md</a:t>
        </a:r>
      </a:p>
      <a:p>
        <a:r>
          <a:t/>
        </a:r>
      </a:p>
      <a:p>
        <a:r>
          <a:t>## supp-find-correct-match-build｜显式推荐 level 条件</a:t>
        </a:r>
      </a:p>
      <a:p>
        <a:r>
          <a:t/>
        </a:r>
      </a:p>
      <a:p>
        <a:r>
          <a:t>本图与`@@e2e-find-build-direct-comparison`、`@@find-only-instance-completion-NO_LEVEL`、`@@stage3-predicted-region-head-to-head`沿用元信息所列共享目录和用途；本图具体面板选择见下文。</a:t>
        </a:r>
      </a:p>
      <a:p>
        <a:r>
          <a:t/>
        </a:r>
      </a:p>
      <a:p>
        <a:r>
          <a:t>完整十二面板曲线与正文Find–Build柱图读取同一data.json，三个方法各四面板，Top-1／best-of-50与严格&lt;2／&lt;3 Å。全部为77 PDB／446实例，背景、范围外前景、实际选中blob与失败处理同正文；精确Fraction事件和固定预算分布保留，300%只是展示上限，不是运行截断。</a:t>
        </a:r>
      </a:p>
      <a:p>
        <a:r>
          <a:t/>
        </a:r>
      </a:p>
      <a:p>
        <a:r>
          <a:t>`find-build-shared/assemble_data.py`按显式条件组装冻结事实；`completion_plot.py`和各图原`plot.py`／装配入口继续共享科学定义，top-k由原`build_nature_figures.py`读取独立整数曲线。data.json的panels保存完整PDB预算事件／分布，pairs保存GT/CA2共同实例及数值配对，selected_blob_events.json记录本次实际Build blob与预算位置；以(pdb_id,occurrence_id)连接而非把blob编号当实例编号。原GT/CA2面板不变，旧Emap四个建模完成度面板以同一逻辑重建后与冻结原件逐字段相同。</a:t>
        </a:r>
      </a:p>
      <a:p>
        <a:r>
          <a:t/>
        </a:r>
      </a:p>
      <a:p>
        <a:r>
          <a:t>实际模型源码为Emap2lig `37b0d9e7ad2a1b18fa096d91f154619085cee907`，新科学根`/storage/penghongen/Emap2lig/contour_level_20261026/`；推荐值L显式交给官方入口，其实际阈值L/2。模型、冻结测试身份、原姿态排序与评价协议保持；本轮仅统计和绘图。新科学输入在`补充数据/Emap2lig_双条件/explicit_emdb_level/`，旧原件没有覆盖。</a:t>
        </a:r>
      </a:p>
      <a:p>
        <a:r>
          <a:t/>
        </a:r>
      </a:p>
      <a:p>
        <a:r>
          <a:t>完整重建：`python -X utf8 -B 转换工具/ops/rebuild_figures.py --figure supp-find-correct-match-build`。统一入口按本记录inputs显式绑定条件，屏蔽旧temp，科学输入位于上列长期目录；临时图稿、PPT和receipt写本次temp构建目录。当前作者PPT保存新页及最小双语备注，旧页使用`-NO_LEVEL`。</a:t>
        </a:r>
      </a:p>
    </p188:txBody>
  </p188:cm>
</p188:cmLst>
</file>

<file path=ppt/comments/modernComment_106_3B0C0DA.xml><?xml version="1.0" encoding="utf-8"?>
<p188:cmLst xmlns:a="http://schemas.openxmlformats.org/drawingml/2006/main" xmlns:r="http://schemas.openxmlformats.org/officeDocument/2006/relationships" xmlns:p188="http://schemas.microsoft.com/office/powerpoint/2018/8/main">
  <p188:cm id="{759DC1AC-21F6-42CC-8070-07C6FC9E77D1}" authorId="{D3F71A66-0C34-DF1A-5236-FECDBC820DCB}" created="2026-10-27T10:03:42.897">
    <pc:sldMkLst xmlns:pc="http://schemas.microsoft.com/office/powerpoint/2013/main/command">
      <pc:docMk/>
      <pc:sldMk cId="2704726157" sldId="256"/>
    </pc:sldMkLst>
    <p188:pos x="101600" y="101600"/>
    <p188:txBody>
      <a:bodyPr/>
      <a:lstStyle/>
      <a:p>
        <a:r>
          <a:rPr lang="zh-CN" altLang="en-US"/>
          <a:t>@@e2e-all-find-match</a:t>
        </a:r>
      </a:p>
    </p188:txBody>
  </p188:cm>
  <p188:cm id="{F5F61D0D-9CC7-4183-940C-6278E9225E93}" authorId="{D3F71A66-0C34-DF1A-5236-FECDBC820DCB}" created="2026-10-27T10:03:42.928">
    <pc:sldMkLst xmlns:pc="http://schemas.microsoft.com/office/powerpoint/2013/main/command">
      <pc:docMk/>
      <pc:sldMk cId="2704726157" sldId="256"/>
    </pc:sldMkLst>
    <p188:pos x="228600" y="228600"/>
    <p188:txBody>
      <a:bodyPr/>
      <a:lstStyle/>
      <a:p>
        <a:r>
          <a:rPr lang="zh-CN" altLang="en-US"/>
          <a:t>/storage/penghongen/Matcher/evaluation/final_smiles/strongest-1/frozen_test.json</a:t>
        </a:r>
      </a:p>
    </p188:txBody>
  </p188:cm>
  <p188:cm id="{8F011BD0-B3BD-4460-991A-7BC7E98A527D}" authorId="{D3F71A66-0C34-DF1A-5236-FECDBC820DCB}" created="2026-10-27T10:38:19.501Z">
    <pc:sldMkLst xmlns:pc="http://schemas.microsoft.com/office/powerpoint/2013/main/command">
      <pc:docMk/>
      <pc:sldMk cId="2704726157" sldId="256"/>
    </pc:sldMkLst>
    <p188:pos x="101600" y="101600"/>
    <p188:txBody>
      <a:bodyPr/>
      <a:lstStyle/>
      <a:p>
        <a:r>
          <a:t>PROVENANCE v1</a:t>
        </a:r>
      </a:p>
      <a:p>
        <a:r>
          <a:t>id: e2e-all-find-match</a:t>
        </a:r>
      </a:p>
      <a:p>
        <a:r>
          <a:t>source: 画图/画图代码/e2e/calculate/图表追溯.md</a:t>
        </a:r>
      </a:p>
      <a:p>
        <a:r>
          <a:t/>
        </a:r>
      </a:p>
      <a:p>
        <a:r>
          <a:t>## e2e-all-find-match｜显式推荐 level 条件</a:t>
        </a:r>
      </a:p>
      <a:p>
        <a:r>
          <a:t/>
        </a:r>
      </a:p>
      <a:p>
        <a:r>
          <a:t>本图与`@@e2e-accounting-rules-draft`、`@@e2e-small-pipeline`、`@@e2e-accounting-rules-draft`、`@@e2e-small-pipeline`沿用元信息所列共享目录和用途；本图具体面板选择见下文。</a:t>
        </a:r>
      </a:p>
      <a:p>
        <a:r>
          <a:t/>
        </a:r>
      </a:p>
      <a:p>
        <a:r>
          <a:t>179 PDB／2502实例的top-k成功率；成功指预算内至少命中一个真实实例，不等于实例完成度。只更新Emap Find曲线，新前1／前10为76／104个PDB（42.5%／58.1%），GT/CA2的Find与Find+Match整数曲线保持原值；全配体全部候选计费。</a:t>
        </a:r>
      </a:p>
      <a:p>
        <a:r>
          <a:t/>
        </a:r>
      </a:p>
      <a:p>
        <a:r>
          <a:t>`find-build-shared/assemble_data.py`按显式条件组装冻结事实；`completion_plot.py`和各图原`plot.py`／装配入口继续共享科学定义，top-k由原`build_nature_figures.py`读取独立整数曲线。data.json的panels保存完整PDB预算事件／分布，pairs保存GT/CA2共同实例及数值配对，selected_blob_events.json记录本次实际Build blob与预算位置；以(pdb_id,occurrence_id)连接而非把blob编号当实例编号。原GT/CA2面板不变，旧Emap四个建模完成度面板以同一逻辑重建后与冻结原件逐字段相同。</a:t>
        </a:r>
      </a:p>
      <a:p>
        <a:r>
          <a:t/>
        </a:r>
      </a:p>
      <a:p>
        <a:r>
          <a:t>实际模型源码为Emap2lig `37b0d9e7ad2a1b18fa096d91f154619085cee907`，新科学根`/storage/penghongen/Emap2lig/contour_level_20261026/`；推荐值L显式交给官方入口，其实际阈值L/2。模型、冻结测试身份、原姿态排序与评价协议保持；本轮仅统计和绘图。新科学输入在`补充数据/Emap2lig_双条件/explicit_emdb_level/`，旧原件没有覆盖。</a:t>
        </a:r>
      </a:p>
      <a:p>
        <a:r>
          <a:t/>
        </a:r>
      </a:p>
      <a:p>
        <a:r>
          <a:t>完整重建：`python -X utf8 -B 转换工具/ops/rebuild_figures.py --figure e2e-all-find-match`。统一入口按本记录inputs显式绑定条件，屏蔽旧temp，科学输入位于上列长期目录；临时图稿、PPT和receipt写本次temp构建目录。当前作者PPT保存新页及最小双语备注，旧页使用`-NO_LEVEL`。</a:t>
        </a:r>
      </a:p>
    </p188:txBody>
  </p188:cm>
</p188:cmLst>
</file>

<file path=ppt/comments/modernComment_107_149DBDAD.xml><?xml version="1.0" encoding="utf-8"?>
<p188:cmLst xmlns:a="http://schemas.openxmlformats.org/drawingml/2006/main" xmlns:r="http://schemas.openxmlformats.org/officeDocument/2006/relationships" xmlns:p188="http://schemas.microsoft.com/office/powerpoint/2018/8/main">
  <p188:cm id="{573C81DA-B75F-401A-8535-E57C80223126}" authorId="{D3F71A66-0C34-DF1A-5236-FECDBC820DCB}" created="2026-10-27T10:04:10.404">
    <pc:sldMkLst xmlns:pc="http://schemas.microsoft.com/office/powerpoint/2013/main/command">
      <pc:docMk/>
      <pc:sldMk cId="841274311" sldId="256"/>
    </pc:sldMkLst>
    <p188:pos x="101600" y="101600"/>
    <p188:txBody>
      <a:bodyPr/>
      <a:lstStyle/>
      <a:p>
        <a:r>
          <a:rPr lang="zh-CN" altLang="en-US"/>
          <a:t>@@e2e-small-pipeline</a:t>
        </a:r>
      </a:p>
    </p188:txBody>
  </p188:cm>
  <p188:cm id="{13E03467-86BE-4634-B747-5D02174EA2C0}" authorId="{D3F71A66-0C34-DF1A-5236-FECDBC820DCB}" created="2026-10-27T10:04:10.420">
    <pc:sldMkLst xmlns:pc="http://schemas.microsoft.com/office/powerpoint/2013/main/command">
      <pc:docMk/>
      <pc:sldMk cId="841274311" sldId="256"/>
    </pc:sldMkLst>
    <p188:pos x="228600" y="228600"/>
    <p188:txBody>
      <a:bodyPr/>
      <a:lstStyle/>
      <a:p>
        <a:r>
          <a:rPr lang="zh-CN" altLang="en-US"/>
          <a:t>/storage/penghongen/Matcher/evaluation/test_smallmolecule_v1/strongest-1/train_strongest1_revised_job378587_20260920T230727/evaluation.json；/storage/penghongen/PocketXMol/final_evaluation/end_to_end/GT、CA2/docking_results.jsonl</a:t>
        </a:r>
      </a:p>
    </p188:txBody>
  </p188:cm>
  <p188:cm id="{6746BE15-B226-48F1-80A2-E2D042E01A2F}" authorId="{D3F71A66-0C34-DF1A-5236-FECDBC820DCB}" created="2026-10-27T10:38:19.501Z">
    <pc:sldMkLst xmlns:pc="http://schemas.microsoft.com/office/powerpoint/2013/main/command">
      <pc:docMk/>
      <pc:sldMk cId="841274311" sldId="256"/>
    </pc:sldMkLst>
    <p188:pos x="101600" y="101600"/>
    <p188:txBody>
      <a:bodyPr/>
      <a:lstStyle/>
      <a:p>
        <a:r>
          <a:t>PROVENANCE v1</a:t>
        </a:r>
      </a:p>
      <a:p>
        <a:r>
          <a:t>id: e2e-small-pipeline</a:t>
        </a:r>
      </a:p>
      <a:p>
        <a:r>
          <a:t>source: 画图/画图代码/e2e/calculate/图表追溯.md</a:t>
        </a:r>
      </a:p>
      <a:p>
        <a:r>
          <a:t/>
        </a:r>
      </a:p>
      <a:p>
        <a:r>
          <a:t>## e2e-small-pipeline｜显式推荐 level 条件</a:t>
        </a:r>
      </a:p>
      <a:p>
        <a:r>
          <a:t/>
        </a:r>
      </a:p>
      <a:p>
        <a:r>
          <a:t>本图与`@@e2e-accounting-rules-draft`、`@@e2e-all-find-match`、`@@e2e-accounting-rules-draft`、`@@e2e-all-find-match`沿用元信息所列共享目录和用途；本图具体面板选择见下文。</a:t>
        </a:r>
      </a:p>
      <a:p>
        <a:r>
          <a:t/>
        </a:r>
      </a:p>
      <a:p>
        <a:r>
          <a:t>77 PDB／446合格小分子的原三联top-k图，仅更新a中Emap的Find-only曲线，前1／前10为46／59个PDB，前10成功率76.6%。b/c中LigandSeek实际Match感知构象曲线保持原值。Find-only按正确身份诊断规则、背景计费和范围外真实前景免费，与实际Match感知尝试号分开，不互相替代。</a:t>
        </a:r>
      </a:p>
      <a:p>
        <a:r>
          <a:t/>
        </a:r>
      </a:p>
      <a:p>
        <a:r>
          <a:t>`find-build-shared/assemble_data.py`按显式条件组装冻结事实；`completion_plot.py`和各图原`plot.py`／装配入口继续共享科学定义，top-k由原`build_nature_figures.py`读取独立整数曲线。data.json的panels保存完整PDB预算事件／分布，pairs保存GT/CA2共同实例及数值配对，selected_blob_events.json记录本次实际Build blob与预算位置；以(pdb_id,occurrence_id)连接而非把blob编号当实例编号。原GT/CA2面板不变，旧Emap四个建模完成度面板以同一逻辑重建后与冻结原件逐字段相同。</a:t>
        </a:r>
      </a:p>
      <a:p>
        <a:r>
          <a:t/>
        </a:r>
      </a:p>
      <a:p>
        <a:r>
          <a:t>实际模型源码为Emap2lig `37b0d9e7ad2a1b18fa096d91f154619085cee907`，新科学根`/storage/penghongen/Emap2lig/contour_level_20261026/`；推荐值L显式交给官方入口，其实际阈值L/2。模型、冻结测试身份、原姿态排序与评价协议保持；本轮仅统计和绘图。新科学输入在`补充数据/Emap2lig_双条件/explicit_emdb_level/`，旧原件没有覆盖。</a:t>
        </a:r>
      </a:p>
      <a:p>
        <a:r>
          <a:t/>
        </a:r>
      </a:p>
      <a:p>
        <a:r>
          <a:t>完整重建：`python -X utf8 -B 转换工具/ops/rebuild_figures.py --figure e2e-small-pipeline`。统一入口按本记录inputs显式绑定条件，屏蔽旧temp，科学输入位于上列长期目录；临时图稿、PPT和receipt写本次temp构建目录。当前作者PPT保存新页及最小双语备注，旧页使用`-NO_LEVEL`。</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40E6D-81F6-4F1C-843E-41060F95F2BE}" type="datetimeFigureOut">
              <a:rPr lang="zh-CN" altLang="en-US" smtClean="0"/>
              <a:t>2026/10/20</a:t>
            </a:fld>
            <a:endParaRPr lang="zh-CN" altLang="en-US"/>
          </a:p>
        </p:txBody>
      </p:sp>
      <p:sp>
        <p:nvSpPr>
          <p:cNvPr id="4" name="幻灯片图像占位符 3"/>
          <p:cNvSpPr>
            <a:spLocks noGrp="1" noRot="1" noChangeAspect="1"/>
          </p:cNvSpPr>
          <p:nvPr>
            <p:ph type="sldImg" idx="2"/>
          </p:nvPr>
        </p:nvSpPr>
        <p:spPr>
          <a:xfrm>
            <a:off x="2252663" y="1143000"/>
            <a:ext cx="235267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2628D9-A810-41CF-BA34-6300DD38DA8D}" type="slidenum">
              <a:rPr lang="zh-CN" altLang="en-US" smtClean="0"/>
              <a:t>‹#›</a:t>
            </a:fld>
            <a:endParaRPr lang="zh-CN" altLang="en-US"/>
          </a:p>
        </p:txBody>
      </p:sp>
    </p:spTree>
    <p:extLst>
      <p:ext uri="{BB962C8B-B14F-4D97-AF65-F5344CB8AC3E}">
        <p14:creationId xmlns:p14="http://schemas.microsoft.com/office/powerpoint/2010/main" val="3345232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52663" y="1143000"/>
            <a:ext cx="2352675" cy="3086100"/>
          </a:xfrm>
        </p:spPr>
      </p:sp>
      <p:sp>
        <p:nvSpPr>
          <p:cNvPr id="3" name="备注占位符 2"/>
          <p:cNvSpPr>
            <a:spLocks noGrp="1"/>
          </p:cNvSpPr>
          <p:nvPr>
            <p:ph type="body" idx="1"/>
          </p:nvPr>
        </p:nvSpPr>
        <p:spPr/>
        <p:txBody>
          <a:bodyPr/>
          <a:lstStyle/>
          <a:p>
            <a:r>
              <a:rPr lang="zh-CN" dirty="0"/>
              <a:t>端到端配体区域检出与身份匹配。曲线展示在尝试预算 $K=1–10$ 内，179 个测试 PDB 中预测成功的比例。Find+Match 曲线要求端到端区域检出和配体身份匹配均正确，Find 和 Emap2lig-Find 曲线仅要求区域检出正确。Find 和 Match 分别指 LigandSeek-Find 和 LigandSeek-Match。GT 表示真实受体结构，CA2 表示 CryoAtom2 重建受体结构。</a:t>
            </a:r>
            <a:endParaRPr lang="en-US" altLang="zh-CN" dirty="0"/>
          </a:p>
          <a:p>
            <a:endParaRPr lang="zh-CN" dirty="0"/>
          </a:p>
          <a:p>
            <a:r>
              <a:rPr dirty="0"/>
              <a:t>ENGLISH:</a:t>
            </a:r>
          </a:p>
          <a:p>
            <a:r>
              <a:rPr lang="en-US" dirty="0"/>
              <a:t>End-to-end ligand-region detection and identity matching. The curves show the percentage of the 179 test PDB entries with successful predictions within an attempt budget of $K=1–10$.  </a:t>
            </a:r>
            <a:r>
              <a:rPr lang="en-US" dirty="0" err="1"/>
              <a:t>Find+Match</a:t>
            </a:r>
            <a:r>
              <a:rPr lang="en-US" dirty="0"/>
              <a:t> curves require end-to-end correct region detection and ligand identity matching, whereas Find and Emap2lig-Find curves require only correct region detection. Find and Match denote </a:t>
            </a:r>
            <a:r>
              <a:rPr lang="en-US" dirty="0" err="1"/>
              <a:t>LigandSeek</a:t>
            </a:r>
            <a:r>
              <a:rPr lang="en-US" dirty="0"/>
              <a:t>-Find and </a:t>
            </a:r>
            <a:r>
              <a:rPr lang="en-US" dirty="0" err="1"/>
              <a:t>LigandSeek</a:t>
            </a:r>
            <a:r>
              <a:rPr lang="en-US" dirty="0"/>
              <a:t>-Match, respectively. GT denotes deposited receptor structures, and CA2 denotes CryoAtom2-reconstructed receptor structures.</a:t>
            </a:r>
            <a:endParaRPr dirty="0"/>
          </a:p>
        </p:txBody>
      </p:sp>
      <p:sp>
        <p:nvSpPr>
          <p:cNvPr id="4" name="灯片编号占位符 3"/>
          <p:cNvSpPr>
            <a:spLocks noGrp="1"/>
          </p:cNvSpPr>
          <p:nvPr>
            <p:ph type="sldNum" sz="quarter" idx="5"/>
          </p:nvPr>
        </p:nvSpPr>
        <p:spPr/>
        <p:txBody>
          <a:bodyPr/>
          <a:lstStyle/>
          <a:p>
            <a:fld id="{662628D9-A810-41CF-BA34-6300DD38DA8D}" type="slidenum">
              <a:rPr lang="zh-CN" altLang="en-US" smtClean="0"/>
              <a:t>1</a:t>
            </a:fld>
            <a:endParaRPr lang="zh-CN" altLang="en-US"/>
          </a:p>
        </p:txBody>
      </p:sp>
    </p:spTree>
    <p:extLst>
      <p:ext uri="{BB962C8B-B14F-4D97-AF65-F5344CB8AC3E}">
        <p14:creationId xmlns:p14="http://schemas.microsoft.com/office/powerpoint/2010/main" val="3700509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52663" y="1143000"/>
            <a:ext cx="2352675" cy="3086100"/>
          </a:xfrm>
        </p:spPr>
      </p:sp>
      <p:sp>
        <p:nvSpPr>
          <p:cNvPr id="3" name="备注占位符 2"/>
          <p:cNvSpPr>
            <a:spLocks noGrp="1"/>
          </p:cNvSpPr>
          <p:nvPr>
            <p:ph type="body" idx="1"/>
          </p:nvPr>
        </p:nvSpPr>
        <p:spPr/>
        <p:txBody>
          <a:bodyPr/>
          <a:lstStyle/>
          <a:p>
            <a:r>
              <a:rPr lang="zh-CN" dirty="0"/>
              <a:t>小分子的端到端建模。合格小分子指单残基、相对于模板无缺失原子的有机小分子。曲线展示在尝试预算 $K = 1–10$ 内，77 个测试 PDB 中预测成功的比例。Find 和 Match 分别指 LigandSeek-Find 和 LigandSeek-Match。GT 和 CA2 分别表示真实受体结构和 CryoAtom2 重建受体结构。</a:t>
            </a:r>
          </a:p>
          <a:p>
            <a:r>
              <a:rPr lang="en-US" altLang="zh-CN" sz="1200" b="1" kern="1200" dirty="0">
                <a:solidFill>
                  <a:schemeClr val="tx1"/>
                </a:solidFill>
                <a:latin typeface="+mn-lt"/>
                <a:ea typeface="+mn-ea"/>
                <a:cs typeface="+mn-cs"/>
              </a:rPr>
              <a:t>a, </a:t>
            </a:r>
            <a:r>
              <a:rPr lang="zh-CN" dirty="0"/>
              <a:t>Find+Match 曲线要求端到端区域检出和配体身份匹配均正确，Find 和 Emap2lig-Find 曲线仅要求区域检出正确。</a:t>
            </a:r>
          </a:p>
          <a:p>
            <a:r>
              <a:rPr lang="en-US" altLang="zh-CN" sz="1200" b="1" kern="1200" dirty="0">
                <a:solidFill>
                  <a:schemeClr val="tx1"/>
                </a:solidFill>
                <a:latin typeface="+mn-lt"/>
                <a:ea typeface="+mn-ea"/>
                <a:cs typeface="+mn-cs"/>
              </a:rPr>
              <a:t>b, c, </a:t>
            </a:r>
            <a:r>
              <a:rPr lang="zh-CN" dirty="0"/>
              <a:t>使用 PocketXMol-tuned 进行端到端构象重建时，成功率随计费尝试次数 $K$ 的变化，分别展示真实受体（GT，b）和 CryoAtom2 重建受体（CA2，c）条件。成功要求 RMSD 低于 2 Å 或 3 Å。实线表示按模型评分选出的 top-1 构象，虚线表示 best-of-50 构象。</a:t>
            </a:r>
            <a:endParaRPr lang="en-US" altLang="zh-CN" dirty="0"/>
          </a:p>
          <a:p>
            <a:endParaRPr lang="zh-CN" dirty="0"/>
          </a:p>
          <a:p>
            <a:r>
              <a:rPr dirty="0"/>
              <a:t>ENGLISH:</a:t>
            </a:r>
          </a:p>
          <a:p>
            <a:r>
              <a:rPr lang="en-US" dirty="0"/>
              <a:t>End-to-end modelling of small molecules. Eligible small molecules are single-residue organic small molecules with no atoms missing relative to their templates. Curves show the percentage of the 77 test PDB entries with successful predictions within an attempt budget of $K = 1–10$. Find and Match denote </a:t>
            </a:r>
            <a:r>
              <a:rPr lang="en-US" dirty="0" err="1"/>
              <a:t>LigandSeek</a:t>
            </a:r>
            <a:r>
              <a:rPr lang="en-US" dirty="0"/>
              <a:t>-Find and </a:t>
            </a:r>
            <a:r>
              <a:rPr lang="en-US" dirty="0" err="1"/>
              <a:t>LigandSeek</a:t>
            </a:r>
            <a:r>
              <a:rPr lang="en-US" dirty="0"/>
              <a:t>-Match, respectively. GT and CA2 denote deposited and CryoAtom2-reconstructed receptor structures, respectively.</a:t>
            </a:r>
          </a:p>
          <a:p>
            <a:r>
              <a:rPr lang="en-US" sz="1200" b="1" kern="1200" dirty="0">
                <a:solidFill>
                  <a:schemeClr val="tx1"/>
                </a:solidFill>
                <a:latin typeface="+mn-lt"/>
                <a:ea typeface="+mn-ea"/>
                <a:cs typeface="+mn-cs"/>
              </a:rPr>
              <a:t>a, </a:t>
            </a:r>
            <a:r>
              <a:rPr lang="en-US" dirty="0" err="1"/>
              <a:t>Find+Match</a:t>
            </a:r>
            <a:r>
              <a:rPr lang="en-US" dirty="0"/>
              <a:t> curves require end-to-end correct region detection and ligand identity matching, whereas Find and Emap2lig-Find curves require only correct region detection.</a:t>
            </a:r>
          </a:p>
          <a:p>
            <a:r>
              <a:rPr lang="en-US" sz="1200" b="1" kern="1200" dirty="0">
                <a:solidFill>
                  <a:schemeClr val="tx1"/>
                </a:solidFill>
                <a:latin typeface="+mn-lt"/>
                <a:ea typeface="+mn-ea"/>
                <a:cs typeface="+mn-cs"/>
              </a:rPr>
              <a:t>b, c, </a:t>
            </a:r>
            <a:r>
              <a:rPr lang="en-US" dirty="0"/>
              <a:t>Success rates for end-to-end pose reconstruction with </a:t>
            </a:r>
            <a:r>
              <a:rPr lang="en-US" dirty="0" err="1"/>
              <a:t>PocketXMol</a:t>
            </a:r>
            <a:r>
              <a:rPr lang="en-US" dirty="0"/>
              <a:t>-tuned using deposited (GT, b) and CryoAtom2-reconstructed (CA2, c) receptor structures across charged attempts $K$. Success requires RMSD below 2 Å or 3 Å. Solid lines denote top-1 poses selected by model score; dashed lines denote best-of-50 poses.</a:t>
            </a:r>
            <a:endParaRPr dirty="0"/>
          </a:p>
        </p:txBody>
      </p:sp>
      <p:sp>
        <p:nvSpPr>
          <p:cNvPr id="4" name="灯片编号占位符 3"/>
          <p:cNvSpPr>
            <a:spLocks noGrp="1"/>
          </p:cNvSpPr>
          <p:nvPr>
            <p:ph type="sldNum" sz="quarter" idx="5"/>
          </p:nvPr>
        </p:nvSpPr>
        <p:spPr/>
        <p:txBody>
          <a:bodyPr/>
          <a:lstStyle/>
          <a:p>
            <a:fld id="{8DDC8409-929D-466A-A2CD-CAE0966F44C1}" type="slidenum">
              <a:rPr lang="zh-CN" altLang="en-US" smtClean="0"/>
              <a:t>2</a:t>
            </a:fld>
            <a:endParaRPr lang="zh-CN" altLang="en-US"/>
          </a:p>
        </p:txBody>
      </p:sp>
    </p:spTree>
    <p:extLst>
      <p:ext uri="{BB962C8B-B14F-4D97-AF65-F5344CB8AC3E}">
        <p14:creationId xmlns:p14="http://schemas.microsoft.com/office/powerpoint/2010/main" val="1270214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假定身份匹配正确时小分子的定位与建模完成度。合格小分子指单残基、相对于模板无缺失原子的有机小分子。各面板包含相同的</a:t>
            </a:r>
            <a:r>
              <a:rPr lang="en-US" altLang="zh-CN"/>
              <a:t>77</a:t>
            </a:r>
            <a:r>
              <a:rPr lang="zh-CN" altLang="en-US"/>
              <a:t>个</a:t>
            </a:r>
            <a:r>
              <a:rPr lang="en-US" altLang="zh-CN"/>
              <a:t>PDB</a:t>
            </a:r>
            <a:r>
              <a:rPr lang="zh-CN" altLang="en-US"/>
              <a:t>、</a:t>
            </a:r>
            <a:r>
              <a:rPr lang="en-US" altLang="zh-CN"/>
              <a:t>446</a:t>
            </a:r>
            <a:r>
              <a:rPr lang="zh-CN" altLang="en-US"/>
              <a:t>个实例。</a:t>
            </a:r>
            <a:r>
              <a:rPr lang="en-US" altLang="zh-CN"/>
              <a:t>a–d</a:t>
            </a:r>
            <a:r>
              <a:rPr lang="zh-CN" altLang="en-US"/>
              <a:t>，</a:t>
            </a:r>
            <a:r>
              <a:rPr lang="en-US" altLang="zh-CN"/>
              <a:t>Emap2lig</a:t>
            </a:r>
            <a:r>
              <a:rPr lang="zh-CN" altLang="en-US"/>
              <a:t>；</a:t>
            </a:r>
            <a:r>
              <a:rPr lang="en-US" altLang="zh-CN"/>
              <a:t>e–h</a:t>
            </a:r>
            <a:r>
              <a:rPr lang="zh-CN" altLang="en-US"/>
              <a:t>，</a:t>
            </a:r>
            <a:r>
              <a:rPr lang="en-US" altLang="zh-CN"/>
              <a:t>CryoAtom2</a:t>
            </a:r>
            <a:r>
              <a:rPr lang="zh-CN" altLang="en-US"/>
              <a:t>受体下的</a:t>
            </a:r>
            <a:r>
              <a:rPr lang="en-US" altLang="zh-CN"/>
              <a:t>LigandSeek</a:t>
            </a:r>
            <a:r>
              <a:rPr lang="zh-CN" altLang="en-US"/>
              <a:t>；</a:t>
            </a:r>
            <a:r>
              <a:rPr lang="en-US" altLang="zh-CN"/>
              <a:t>i–l</a:t>
            </a:r>
            <a:r>
              <a:rPr lang="zh-CN" altLang="en-US"/>
              <a:t>，沉积受体下的</a:t>
            </a:r>
            <a:r>
              <a:rPr lang="en-US" altLang="zh-CN"/>
              <a:t>LigandSeek</a:t>
            </a:r>
            <a:r>
              <a:rPr lang="zh-CN" altLang="en-US"/>
              <a:t>。每组上行为首选构象，下行为</a:t>
            </a:r>
            <a:r>
              <a:rPr lang="en-US" altLang="zh-CN"/>
              <a:t>best-of-50</a:t>
            </a:r>
            <a:r>
              <a:rPr lang="zh-CN" altLang="en-US"/>
              <a:t>；左、右列分别要求重原子</a:t>
            </a:r>
            <a:r>
              <a:rPr lang="en-US" altLang="zh-CN"/>
              <a:t>RMSD</a:t>
            </a:r>
            <a:r>
              <a:rPr lang="zh-CN" altLang="en-US"/>
              <a:t>严格</a:t>
            </a:r>
            <a:r>
              <a:rPr lang="en-US" altLang="zh-CN"/>
              <a:t>$&lt;2\,\mathrm{Å}$</a:t>
            </a:r>
            <a:r>
              <a:rPr lang="zh-CN" altLang="en-US"/>
              <a:t>和</a:t>
            </a:r>
            <a:r>
              <a:rPr lang="en-US" altLang="zh-CN"/>
              <a:t>$&lt;3\,\mathrm{Å}$</a:t>
            </a:r>
            <a:r>
              <a:rPr lang="zh-CN" altLang="en-US"/>
              <a:t>。所有已对应合格小分子的</a:t>
            </a:r>
            <a:r>
              <a:rPr lang="en-US" altLang="zh-CN"/>
              <a:t>blob</a:t>
            </a:r>
            <a:r>
              <a:rPr lang="zh-CN" altLang="en-US"/>
              <a:t>均给定正确</a:t>
            </a:r>
            <a:r>
              <a:rPr lang="en-US" altLang="zh-CN"/>
              <a:t>SMILES</a:t>
            </a:r>
            <a:r>
              <a:rPr lang="zh-CN" altLang="en-US"/>
              <a:t>；</a:t>
            </a:r>
            <a:r>
              <a:rPr lang="en-US" altLang="zh-CN"/>
              <a:t>LigandSeek</a:t>
            </a:r>
            <a:r>
              <a:rPr lang="zh-CN" altLang="en-US"/>
              <a:t>使用</a:t>
            </a:r>
            <a:r>
              <a:rPr lang="en-US" altLang="zh-CN"/>
              <a:t>PocketXMol-tuned</a:t>
            </a:r>
            <a:r>
              <a:rPr lang="zh-CN" altLang="en-US"/>
              <a:t>单次中心对接，</a:t>
            </a:r>
            <a:r>
              <a:rPr lang="en-US" altLang="zh-CN"/>
              <a:t>Emap2lig</a:t>
            </a:r>
            <a:r>
              <a:rPr lang="zh-CN" altLang="en-US"/>
              <a:t>使用原生</a:t>
            </a:r>
            <a:r>
              <a:rPr lang="en-US" altLang="zh-CN"/>
              <a:t>blob</a:t>
            </a:r>
            <a:r>
              <a:rPr lang="zh-CN" altLang="en-US"/>
              <a:t>引导。背景计费，真实范围外前景免费；未检出与失败实例保留分母。每个</a:t>
            </a:r>
            <a:r>
              <a:rPr lang="en-US" altLang="zh-CN"/>
              <a:t>PDB</a:t>
            </a:r>
            <a:r>
              <a:rPr lang="zh-CN" altLang="en-US"/>
              <a:t>包含</a:t>
            </a:r>
            <a:r>
              <a:rPr lang="en-US" altLang="zh-CN"/>
              <a:t>$N$</a:t>
            </a:r>
            <a:r>
              <a:rPr lang="zh-CN" altLang="en-US"/>
              <a:t>个目标实例，相对预算</a:t>
            </a:r>
            <a:r>
              <a:rPr lang="en-US" altLang="zh-CN"/>
              <a:t>$\rho$</a:t>
            </a:r>
            <a:r>
              <a:rPr lang="zh-CN" altLang="en-US"/>
              <a:t>允许</a:t>
            </a:r>
            <a:r>
              <a:rPr lang="en-US" altLang="zh-CN"/>
              <a:t>$\lfloor\rho N\rfloor$</a:t>
            </a:r>
            <a:r>
              <a:rPr lang="zh-CN" altLang="en-US"/>
              <a:t>次计费尝试，完成度为成功的不同实例数除以</a:t>
            </a:r>
            <a:r>
              <a:rPr lang="en-US" altLang="zh-CN"/>
              <a:t>$N$</a:t>
            </a:r>
            <a:r>
              <a:rPr lang="zh-CN" altLang="en-US"/>
              <a:t>。绿线与圆点、蓝线与菱形分别表示</a:t>
            </a:r>
            <a:r>
              <a:rPr lang="en-US" altLang="zh-CN"/>
              <a:t>PDB</a:t>
            </a:r>
            <a:r>
              <a:rPr lang="zh-CN" altLang="en-US"/>
              <a:t>等权均值和中位数；灰点和小提琴表示</a:t>
            </a:r>
            <a:r>
              <a:rPr lang="en-US" altLang="zh-CN"/>
              <a:t>$50\%$</a:t>
            </a:r>
            <a:r>
              <a:rPr lang="zh-CN" altLang="en-US"/>
              <a:t>、</a:t>
            </a:r>
            <a:r>
              <a:rPr lang="en-US" altLang="zh-CN"/>
              <a:t>$100\%$</a:t>
            </a:r>
            <a:r>
              <a:rPr lang="zh-CN" altLang="en-US"/>
              <a:t>、</a:t>
            </a:r>
            <a:r>
              <a:rPr lang="en-US" altLang="zh-CN"/>
              <a:t>$200\%$</a:t>
            </a:r>
            <a:r>
              <a:rPr lang="zh-CN" altLang="en-US"/>
              <a:t>及</a:t>
            </a:r>
            <a:r>
              <a:rPr lang="en-US" altLang="zh-CN"/>
              <a:t>$300\%$</a:t>
            </a:r>
            <a:r>
              <a:rPr lang="zh-CN" altLang="en-US"/>
              <a:t>预算下的</a:t>
            </a:r>
            <a:r>
              <a:rPr lang="en-US" altLang="zh-CN"/>
              <a:t>PDB</a:t>
            </a:r>
            <a:r>
              <a:rPr lang="zh-CN" altLang="en-US"/>
              <a:t>分布。
</a:t>
            </a:r>
            <a:r>
              <a:rPr lang="en-US" altLang="zh-CN"/>
              <a:t>ENGLISH:
Find–Build completion of small molecules, assuming correct ligand identities. Eligible small molecules are single-residue organic small molecules with no atoms missing relative to their templates. Every panel contains the same 77 PDBs and 446 instances. a–d, Emap2lig. e–h, LigandSeek with CryoAtom2 receptors. i–l, LigandSeek with deposited receptors. Within each group, top and bottom rows show top-1 and best-of-50 poses; left and right columns require heavy-atom RMSD strictly $&lt;2\,\mathrm{Å}$ and $&lt;3\,\mathrm{Å}$. Every blob corresponding to an eligible small molecule receives the correct SMILES. LigandSeek uses single-pass PocketXMol-tuned centre docking, whereas Emap2lig uses its native guiding blob. Background blobs are charged, and out-of-scope foreground blobs are skipped. Undetected and failed instances remain in the denominator. For $N$ target instances per PDB, relative budget $\rho$ allows $\lfloor\rho N\rfloor$ charged attempts. Completion is the number of distinct successful instances divided by $N$. Green lines and circles show the PDB-equal mean, and blue lines and diamonds show the median. Grey points and violins show PDB distributions at $50\%$, $100\%$, $200\%$ and $300\%$ budgets.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46726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给定正确配体身份时 LigandSeek 与 Emap2lig 的 Find–Build 完成度比较。评估包含 77 个 PDB、446 个合格小分子实例，即单残基、相对于模板无缺失原子的有机小分子。</a:t>
            </a:r>
            <a:r>
              <a:rPr dirty="0"/>
              <a:t/>
            </a:r>
            <a:r>
              <a:rPr dirty="0" err="1"/>
              <a:t/>
            </a:r>
            <a:r>
              <a:rPr dirty="0"/>
              <a:t/>
            </a:r>
            <a:r>
              <a:rPr dirty="0" err="1"/>
              <a:t>a,b，首选构象；c,d，最</a:t>
            </a:r>
            <a:r>
              <a:rPr lang="zh-CN" altLang="en-US" dirty="0"/>
              <a:t>优</a:t>
            </a:r>
            <a:r>
              <a:rPr dirty="0" err="1"/>
              <a:t>构象。左、右列分别要求重原子</a:t>
            </a:r>
            <a:r>
              <a:rPr dirty="0"/>
              <a:t> RMSD </a:t>
            </a:r>
            <a:r>
              <a:rPr dirty="0" err="1"/>
              <a:t>严格</a:t>
            </a:r>
            <a:r>
              <a:rPr dirty="0"/>
              <a:t> $&lt;2\,\</a:t>
            </a:r>
            <a:r>
              <a:rPr dirty="0" err="1"/>
              <a:t>mathrm</a:t>
            </a:r>
            <a:r>
              <a:rPr dirty="0"/>
              <a:t>{Å}$ 和 $&lt;3\,\</a:t>
            </a:r>
            <a:r>
              <a:rPr dirty="0" err="1"/>
              <a:t>mathrm</a:t>
            </a:r>
            <a:r>
              <a:rPr dirty="0"/>
              <a:t>{Å}$。</a:t>
            </a:r>
            <a:r>
              <a:rPr dirty="0" err="1"/>
              <a:t>每组柱从左到右为</a:t>
            </a:r>
            <a:r>
              <a:rPr dirty="0"/>
              <a:t> Emap2lig、使用 CryoAtom2 重建受体（CA2）的 </a:t>
            </a:r>
            <a:r>
              <a:rPr dirty="0" err="1"/>
              <a:t>LigandSeek，以及使用沉积受体（GT）的</a:t>
            </a:r>
            <a:r>
              <a:rPr dirty="0"/>
              <a:t> </a:t>
            </a:r>
            <a:r>
              <a:rPr dirty="0" err="1"/>
              <a:t>LigandSeek。柱高为逐</a:t>
            </a:r>
            <a:r>
              <a:rPr dirty="0"/>
              <a:t> PDB </a:t>
            </a:r>
            <a:r>
              <a:rPr dirty="0" err="1"/>
              <a:t>等权平均完成度，误差线为对</a:t>
            </a:r>
            <a:r>
              <a:rPr dirty="0"/>
              <a:t> 77 个 PDB </a:t>
            </a:r>
            <a:r>
              <a:rPr dirty="0" err="1"/>
              <a:t>进行</a:t>
            </a:r>
            <a:r>
              <a:rPr dirty="0"/>
              <a:t> 10,000 次 bootstrap </a:t>
            </a:r>
            <a:r>
              <a:rPr dirty="0" err="1"/>
              <a:t>重采样得到的百分位</a:t>
            </a:r>
            <a:r>
              <a:rPr dirty="0"/>
              <a:t> 95% </a:t>
            </a:r>
            <a:r>
              <a:rPr dirty="0" err="1"/>
              <a:t>区间。相对预算</a:t>
            </a:r>
            <a:r>
              <a:rPr dirty="0"/>
              <a:t> $\rho$ </a:t>
            </a:r>
            <a:r>
              <a:rPr dirty="0" err="1"/>
              <a:t>允许每个含</a:t>
            </a:r>
            <a:r>
              <a:rPr dirty="0"/>
              <a:t> $N$ </a:t>
            </a:r>
            <a:r>
              <a:rPr dirty="0" err="1"/>
              <a:t>个目标实例的</a:t>
            </a:r>
            <a:r>
              <a:rPr dirty="0"/>
              <a:t> PDB </a:t>
            </a:r>
            <a:r>
              <a:rPr dirty="0" err="1"/>
              <a:t>进行</a:t>
            </a:r>
            <a:r>
              <a:rPr dirty="0"/>
              <a:t> $\</a:t>
            </a:r>
            <a:r>
              <a:rPr dirty="0" err="1"/>
              <a:t>lfloor</a:t>
            </a:r>
            <a:r>
              <a:rPr dirty="0"/>
              <a:t>\rho N\</a:t>
            </a:r>
            <a:r>
              <a:rPr dirty="0" err="1"/>
              <a:t>rfloor</a:t>
            </a:r>
            <a:r>
              <a:rPr dirty="0"/>
              <a:t>$ </a:t>
            </a:r>
            <a:r>
              <a:rPr dirty="0" err="1"/>
              <a:t>次计费尝试；完成度为成功实例数除以</a:t>
            </a:r>
            <a:r>
              <a:rPr dirty="0"/>
              <a:t> $N$。</a:t>
            </a:r>
            <a:r>
              <a:rPr dirty="0" err="1"/>
              <a:t>背景候选计费，真实范围外前景跳过</a:t>
            </a:r>
            <a:r>
              <a:rPr dirty="0"/>
              <a:t>。</a:t>
            </a:r>
            <a:endParaRPr lang="en-US" dirty="0"/>
          </a:p>
          <a:p>
            <a:endParaRPr dirty="0"/>
          </a:p>
          <a:p>
            <a:r>
              <a:rPr dirty="0"/>
              <a:t>ENGLISH:</a:t>
            </a:r>
          </a:p>
          <a:p>
            <a:r>
              <a:rPr dirty="0"/>
              <a:t>Find–Build completion by LigandSeek and Emap2lig with correct ligand identities. Evaluation includes 446 eligible small-molecule instances across 77 PDB entries. Eligible small molecules are single-residue organic small molecules with no atoms missing relative to their templates.</a:t>
            </a:r>
            <a:r>
              <a:rPr dirty="0" err="1"/>
              <a:t/>
            </a:r>
            <a:r>
              <a:rPr dirty="0"/>
              <a:t> </a:t>
            </a:r>
            <a:r>
              <a:rPr b="1" dirty="0" err="1"/>
              <a:t>a,b</a:t>
            </a:r>
            <a:r>
              <a:rPr b="1" dirty="0"/>
              <a:t>,</a:t>
            </a:r>
            <a:r>
              <a:rPr dirty="0"/>
              <a:t> top-1 poses. </a:t>
            </a:r>
            <a:r>
              <a:rPr sz="1200" b="1" kern="1200" dirty="0" err="1">
                <a:solidFill>
                  <a:schemeClr val="tx1"/>
                </a:solidFill>
                <a:latin typeface="+mn-lt"/>
                <a:ea typeface="+mn-ea"/>
                <a:cs typeface="+mn-cs"/>
              </a:rPr>
              <a:t>c,d</a:t>
            </a:r>
            <a:r>
              <a:rPr sz="1200" b="1" kern="1200" dirty="0">
                <a:solidFill>
                  <a:schemeClr val="tx1"/>
                </a:solidFill>
                <a:latin typeface="+mn-lt"/>
                <a:ea typeface="+mn-ea"/>
                <a:cs typeface="+mn-cs"/>
              </a:rPr>
              <a:t>, </a:t>
            </a:r>
            <a:r>
              <a:rPr lang="en-US" altLang="zh-CN" sz="1200" kern="1200" dirty="0">
                <a:solidFill>
                  <a:schemeClr val="tx1"/>
                </a:solidFill>
                <a:latin typeface="+mn-lt"/>
                <a:ea typeface="+mn-ea"/>
                <a:cs typeface="+mn-cs"/>
              </a:rPr>
              <a:t>best poses</a:t>
            </a:r>
            <a:r>
              <a:rPr sz="1200" kern="1200" dirty="0">
                <a:solidFill>
                  <a:schemeClr val="tx1"/>
                </a:solidFill>
                <a:latin typeface="+mn-lt"/>
                <a:ea typeface="+mn-ea"/>
                <a:cs typeface="+mn-cs"/>
              </a:rPr>
              <a:t>. </a:t>
            </a:r>
            <a:r>
              <a:rPr dirty="0"/>
              <a:t>Left and right columns require heavy-atom RMSD strictly &lt;2</a:t>
            </a:r>
            <a:r>
              <a:rPr lang="en-US" dirty="0"/>
              <a:t> </a:t>
            </a:r>
            <a:r>
              <a:rPr dirty="0"/>
              <a:t>Å and &lt;</a:t>
            </a:r>
            <a:r>
              <a:rPr lang="en-US" dirty="0"/>
              <a:t>3 </a:t>
            </a:r>
            <a:r>
              <a:rPr dirty="0"/>
              <a:t>Å, respectively. Within each budget, bars show Emap2lig, </a:t>
            </a:r>
            <a:r>
              <a:rPr dirty="0" err="1"/>
              <a:t>LigandSeek</a:t>
            </a:r>
            <a:r>
              <a:rPr dirty="0"/>
              <a:t> with CryoAtom2-reconstructed receptors (CA2), and </a:t>
            </a:r>
            <a:r>
              <a:rPr dirty="0" err="1"/>
              <a:t>LigandSeek</a:t>
            </a:r>
            <a:r>
              <a:rPr dirty="0"/>
              <a:t> with deposited receptors (GT), from left to right. Bars show the PDB-equal mean completion; error bars show percentile 95% intervals from 10,000 bootstrap resamples of the 77 PDBs. </a:t>
            </a:r>
            <a:r>
              <a:rPr lang="en-US" dirty="0"/>
              <a:t>For a PDB containing $N$ target instances, relative budget $\rho$ allows $\</a:t>
            </a:r>
            <a:r>
              <a:rPr lang="en-US" dirty="0" err="1"/>
              <a:t>lfloor</a:t>
            </a:r>
            <a:r>
              <a:rPr lang="en-US" dirty="0"/>
              <a:t>\rho N\</a:t>
            </a:r>
            <a:r>
              <a:rPr lang="en-US" dirty="0" err="1"/>
              <a:t>rfloor</a:t>
            </a:r>
            <a:r>
              <a:rPr lang="en-US" dirty="0"/>
              <a:t>$ charged attempts. </a:t>
            </a:r>
            <a:r>
              <a:rPr dirty="0"/>
              <a:t>Completion is the number of successful instances divided by $N$. Background candidates are charged, and out-of-scope foreground candidates are skipped. </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9882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给定正确配体身份时 LigandSeek 与 Emap2lig 的 Find–Build 完成度比较。评估包含 77 个 PDB、446 个合格小分子实例，即单残基、相对于模板无缺失原子的有机小分子。a,b，首选构象；c,d，最优构象。左、右列分别要求重原子 RMSD 严格 $&lt;2\,\mathrm{Å}$ 和 $&lt;3\,\mathrm{Å}$。每组柱从左到右为 Emap2lig、使用 CryoAtom2 重建受体（CA2）的 LigandSeek，以及使用沉积受体（GT）的 LigandSeek。柱高为逐 PDB 等权平均完成度，误差线为对 77 个 PDB 进行 10,000 次 bootstrap 重采样得到的百分位 95% 区间。相对预算 $\rho$ 允许每个含 $N$ 个目标实例的 PDB 进行 $\lfloor\rho N\rfloor$ 次计费尝试；完成度为成功实例数除以 $N$。背景候选计费，真实范围外前景跳过。</a:t>
            </a:r>
          </a:p>
          <a:p>
            <a:r>
              <a:t xml:space="preserve"/>
            </a:r>
          </a:p>
          <a:p>
            <a:r>
              <a:t xml:space="preserve">ENGLISH:</a:t>
            </a:r>
          </a:p>
          <a:p>
            <a:r>
              <a:t xml:space="preserve">Find–Build completion by LigandSeek and Emap2lig with correct ligand identities. Evaluation includes 446 eligible small-molecule instances across 77 PDB entries. Eligible small molecules are single-residue organic small molecules with no atoms missing relative to their templates. a,b, top-1 poses. c,d, best poses. Left and right columns require heavy-atom RMSD strictly &lt;2 Å and &lt;3 Å, respectively. Within each budget, bars show Emap2lig, LigandSeek with CryoAtom2-reconstructed receptors (CA2), and LigandSeek with deposited receptors (GT), from left to right. Bars show the PDB-equal mean completion; error bars show percentile 95% intervals from 10,000 bootstrap resamples of the 77 PDBs. For a PDB containing $N$ target instances, relative budget $\rho$ allows $\lfloor\rho N\rfloor$ charged attempts. Completion is the number of successful instances divided by $N$. Background candidates are charged, and out-of-scope foreground candidates are skipped. </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96487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假定身份匹配正确时小分子的定位与建模完成度。合格小分子指单残基、相对于模板无缺失原子的有机小分子。各面板包含相同的77个PDB、446个实例。a–d，Emap2lig；e–h，CryoAtom2受体下的LigandSeek；i–l，沉积受体下的LigandSeek。每组上行为首选构象，下行为best-of-50；左、右列分别要求重原子RMSD严格$&lt;2\,\mathrm{Å}$和$&lt;3\,\mathrm{Å}$。所有已对应合格小分子的blob均给定正确SMILES；LigandSeek使用DG-PocketXmol单次中心对接，Emap2lig使用原生blob引导。背景计费，真实范围外前景免费；未检出与失败实例保留分母。每个PDB包含$N$个目标实例，相对预算$\rho$允许$\lfloor\rho N\rfloor$次计费尝试，完成度为成功的不同实例数除以$N$。绿线与圆点、蓝线与菱形分别表示PDB等权均值和中位数；灰点和小提琴表示$50\%$、$100\%$、$200\%$及$300\%$预算下的PDB分布。</a:t>
            </a:r>
          </a:p>
          <a:p>
            <a:r>
              <a:t xml:space="preserve">ENGLISH:</a:t>
            </a:r>
          </a:p>
          <a:p>
            <a:r>
              <a:t xml:space="preserve">Find–Build completion of small molecules, assuming correct ligand identities. Eligible small molecules are single-residue organic small molecules with no atoms missing relative to their templates. Every panel contains the same 77 PDBs and 446 instances. a–d, Emap2lig. e–h, LigandSeek with CryoAtom2 receptors. i–l, LigandSeek with deposited receptors. Within each group, top and bottom rows show top-1 and best-of-50 poses; left and right columns require heavy-atom RMSD strictly $&lt;2\,\mathrm{Å}$ and $&lt;3\,\mathrm{Å}$. Every blob corresponding to an eligible small molecule receives the correct SMILES. LigandSeek uses single-pass DG-PocketXmol centre docking, whereas Emap2lig uses its native guiding blob. Background blobs are charged, and out-of-scope foreground blobs are skipped. Undetected and failed instances remain in the denominator. For $N$ target instances per PDB, relative budget $\rho$ allows $\lfloor\rho N\rfloor$ charged attempts. Completion is the number of distinct successful instances divided by $N$. Green lines and circles show the PDB-equal mean, and blue lines and diamonds show the median. Grey points and violins show PDB distributions at $50\%$, $100\%$, $200\%$ and $300\%$ budgets.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01789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52663" y="1143000"/>
            <a:ext cx="2352675" cy="3086100"/>
          </a:xfrm>
        </p:spPr>
      </p:sp>
      <p:sp>
        <p:nvSpPr>
          <p:cNvPr id="3" name="备注占位符 2"/>
          <p:cNvSpPr>
            <a:spLocks noGrp="1"/>
          </p:cNvSpPr>
          <p:nvPr>
            <p:ph type="body" idx="1"/>
          </p:nvPr>
        </p:nvSpPr>
        <p:spPr/>
        <p:txBody>
          <a:bodyPr/>
          <a:lstStyle/>
          <a:p>
            <a:r>
              <a:t xml:space="preserve">端到端配体区域检出与身份匹配。曲线展示在尝试预算 $K=1–10$ 内，179 个测试 PDB 中预测成功的比例。Find+Match 曲线要求端到端区域检出和配体身份匹配均正确，Find 和 Emap2lig-Find 曲线仅要求区域检出正确。Find 和 Match 分别指 LigandSeek-Find 和 LigandSeek-Match。GT 表示真实受体结构，CA2 表示 CryoAtom2 重建受体结构。</a:t>
            </a:r>
          </a:p>
          <a:p>
            <a:r>
              <a:t xml:space="preserve"/>
            </a:r>
          </a:p>
          <a:p>
            <a:r>
              <a:t xml:space="preserve">ENGLISH:</a:t>
            </a:r>
          </a:p>
          <a:p>
            <a:r>
              <a:t xml:space="preserve">End-to-end ligand-region detection and identity matching. The curves show the percentage of the 179 test PDB entries with successful predictions within an attempt budget of $K=1–10$.  Find+Match curves require end-to-end correct region detection and ligand identity matching, whereas Find and Emap2lig-Find curves require only correct region detection. Find and Match denote LigandSeek-Find and LigandSeek-Match, respectively. GT denotes deposited receptor structures, and CA2 denotes CryoAtom2-reconstructed receptor structures.</a:t>
            </a:r>
          </a:p>
        </p:txBody>
      </p:sp>
      <p:sp>
        <p:nvSpPr>
          <p:cNvPr id="4" name="灯片编号占位符 3"/>
          <p:cNvSpPr>
            <a:spLocks noGrp="1"/>
          </p:cNvSpPr>
          <p:nvPr>
            <p:ph type="sldNum" sz="quarter" idx="5"/>
          </p:nvPr>
        </p:nvSpPr>
        <p:spPr/>
        <p:txBody>
          <a:bodyPr/>
          <a:lstStyle/>
          <a:p>
            <a:fld id="{F54D849F-105A-4103-B9D5-954EC43BFD9A}" type="slidenum">
              <a:rPr lang="zh-CN" altLang="en-US" smtClean="0"/>
              <a:t>7</a:t>
            </a:fld>
            <a:endParaRPr lang="zh-CN" altLang="en-US"/>
          </a:p>
        </p:txBody>
      </p:sp>
    </p:spTree>
    <p:extLst>
      <p:ext uri="{BB962C8B-B14F-4D97-AF65-F5344CB8AC3E}">
        <p14:creationId xmlns:p14="http://schemas.microsoft.com/office/powerpoint/2010/main" val="1648506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52663" y="1143000"/>
            <a:ext cx="2352675" cy="3086100"/>
          </a:xfrm>
        </p:spPr>
      </p:sp>
      <p:sp>
        <p:nvSpPr>
          <p:cNvPr id="3" name="备注占位符 2"/>
          <p:cNvSpPr>
            <a:spLocks noGrp="1"/>
          </p:cNvSpPr>
          <p:nvPr>
            <p:ph type="body" idx="1"/>
          </p:nvPr>
        </p:nvSpPr>
        <p:spPr/>
        <p:txBody>
          <a:bodyPr/>
          <a:lstStyle/>
          <a:p>
            <a:r>
              <a:t xml:space="preserve">小分子的端到端建模。合格小分子指单残基、相对于模板无缺失原子的有机小分子。曲线展示在尝试预算 $K = 1–10$ 内，77 个测试 PDB 中预测成功的比例。Find 和 Match 分别指 LigandSeek-Find 和 LigandSeek-Match。GT 和 CA2 分别表示真实受体结构和 CryoAtom2 重建受体结构。</a:t>
            </a:r>
          </a:p>
          <a:p>
            <a:r>
              <a:t xml:space="preserve">a, Find+Match 曲线要求端到端区域检出和配体身份匹配均正确，Find 和 Emap2lig-Find 曲线仅要求区域检出正确。</a:t>
            </a:r>
          </a:p>
          <a:p>
            <a:r>
              <a:t xml:space="preserve">b, c, 使用 DG-PocketXmol 进行端到端构象重建时，成功率随计费尝试次数 $K$ 的变化，分别展示真实受体（GT，b）和 CryoAtom2 重建受体（CA2，c）条件。成功要求 RMSD 低于 2 Å 或 3 Å。实线表示按模型评分选出的 top-1 构象，虚线表示 best-of-50 构象。</a:t>
            </a:r>
          </a:p>
          <a:p>
            <a:r>
              <a:t xml:space="preserve"/>
            </a:r>
          </a:p>
          <a:p>
            <a:r>
              <a:t xml:space="preserve">ENGLISH:</a:t>
            </a:r>
          </a:p>
          <a:p>
            <a:r>
              <a:t xml:space="preserve">End-to-end modelling of small molecules. Eligible small molecules are single-residue organic small molecules with no atoms missing relative to their templates. Curves show the percentage of the 77 test PDB entries with successful predictions within an attempt budget of $K = 1–10$. Find and Match denote LigandSeek-Find and LigandSeek-Match, respectively. GT and CA2 denote deposited and CryoAtom2-reconstructed receptor structures, respectively.</a:t>
            </a:r>
          </a:p>
          <a:p>
            <a:r>
              <a:t xml:space="preserve">a, Find+Match curves require end-to-end correct region detection and ligand identity matching, whereas Find and Emap2lig-Find curves require only correct region detection.</a:t>
            </a:r>
          </a:p>
          <a:p>
            <a:r>
              <a:t xml:space="preserve">b, c, Success rates for end-to-end pose reconstruction with DG-PocketXmol using deposited (GT, b) and CryoAtom2-reconstructed (CA2, c) receptor structures across charged attempts $K$. Success requires RMSD below 2 Å or 3 Å. Solid lines denote top-1 poses selected by model score; dashed lines denote best-of-50 poses.</a:t>
            </a:r>
          </a:p>
        </p:txBody>
      </p:sp>
      <p:sp>
        <p:nvSpPr>
          <p:cNvPr id="4" name="灯片编号占位符 3"/>
          <p:cNvSpPr>
            <a:spLocks noGrp="1"/>
          </p:cNvSpPr>
          <p:nvPr>
            <p:ph type="sldNum" sz="quarter" idx="5"/>
          </p:nvPr>
        </p:nvSpPr>
        <p:spPr/>
        <p:txBody>
          <a:bodyPr/>
          <a:lstStyle/>
          <a:p>
            <a:fld id="{8B901660-1E8E-4FD8-9B11-EE990EF8BE9A}" type="slidenum">
              <a:rPr lang="zh-CN" altLang="en-US" smtClean="0"/>
              <a:t>8</a:t>
            </a:fld>
            <a:endParaRPr lang="zh-CN" altLang="en-US"/>
          </a:p>
        </p:txBody>
      </p:sp>
    </p:spTree>
    <p:extLst>
      <p:ext uri="{BB962C8B-B14F-4D97-AF65-F5344CB8AC3E}">
        <p14:creationId xmlns:p14="http://schemas.microsoft.com/office/powerpoint/2010/main" val="3228145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3E6E02-E0B7-93F8-ADFD-B9BB1143E94D}"/>
              </a:ext>
            </a:extLst>
          </p:cNvPr>
          <p:cNvSpPr>
            <a:spLocks noGrp="1"/>
          </p:cNvSpPr>
          <p:nvPr>
            <p:ph type="ctrTitle"/>
          </p:nvPr>
        </p:nvSpPr>
        <p:spPr>
          <a:xfrm>
            <a:off x="823915" y="1414128"/>
            <a:ext cx="4943475" cy="3008265"/>
          </a:xfrm>
        </p:spPr>
        <p:txBody>
          <a:bodyPr anchor="b"/>
          <a:lstStyle>
            <a:lvl1pPr algn="ctr">
              <a:defRPr sz="1514"/>
            </a:lvl1pPr>
          </a:lstStyle>
          <a:p>
            <a:r>
              <a:rPr lang="zh-CN" altLang="en-US"/>
              <a:t>单击此处编辑母版标题样式</a:t>
            </a:r>
          </a:p>
        </p:txBody>
      </p:sp>
      <p:sp>
        <p:nvSpPr>
          <p:cNvPr id="3" name="副标题 2">
            <a:extLst>
              <a:ext uri="{FF2B5EF4-FFF2-40B4-BE49-F238E27FC236}">
                <a16:creationId xmlns:a16="http://schemas.microsoft.com/office/drawing/2014/main" id="{DE5D887B-F165-F6AE-1711-82518A011C13}"/>
              </a:ext>
            </a:extLst>
          </p:cNvPr>
          <p:cNvSpPr>
            <a:spLocks noGrp="1"/>
          </p:cNvSpPr>
          <p:nvPr>
            <p:ph type="subTitle" idx="1"/>
          </p:nvPr>
        </p:nvSpPr>
        <p:spPr>
          <a:xfrm>
            <a:off x="823915" y="4538402"/>
            <a:ext cx="4943475" cy="2086184"/>
          </a:xfrm>
        </p:spPr>
        <p:txBody>
          <a:bodyPr/>
          <a:lstStyle>
            <a:lvl1pPr marL="0" indent="0" algn="ctr">
              <a:buNone/>
              <a:defRPr sz="605"/>
            </a:lvl1pPr>
            <a:lvl2pPr marL="115351" indent="0" algn="ctr">
              <a:buNone/>
              <a:defRPr sz="505"/>
            </a:lvl2pPr>
            <a:lvl3pPr marL="230701" indent="0" algn="ctr">
              <a:buNone/>
              <a:defRPr sz="454"/>
            </a:lvl3pPr>
            <a:lvl4pPr marL="346052" indent="0" algn="ctr">
              <a:buNone/>
              <a:defRPr sz="404"/>
            </a:lvl4pPr>
            <a:lvl5pPr marL="461402" indent="0" algn="ctr">
              <a:buNone/>
              <a:defRPr sz="404"/>
            </a:lvl5pPr>
            <a:lvl6pPr marL="576753" indent="0" algn="ctr">
              <a:buNone/>
              <a:defRPr sz="404"/>
            </a:lvl6pPr>
            <a:lvl7pPr marL="692104" indent="0" algn="ctr">
              <a:buNone/>
              <a:defRPr sz="404"/>
            </a:lvl7pPr>
            <a:lvl8pPr marL="807454" indent="0" algn="ctr">
              <a:buNone/>
              <a:defRPr sz="404"/>
            </a:lvl8pPr>
            <a:lvl9pPr marL="922805" indent="0" algn="ctr">
              <a:buNone/>
              <a:defRPr sz="404"/>
            </a:lvl9pPr>
          </a:lstStyle>
          <a:p>
            <a:r>
              <a:rPr lang="zh-CN" altLang="en-US"/>
              <a:t>单击此处编辑母版副标题样式</a:t>
            </a:r>
          </a:p>
        </p:txBody>
      </p:sp>
      <p:sp>
        <p:nvSpPr>
          <p:cNvPr id="4" name="日期占位符 3">
            <a:extLst>
              <a:ext uri="{FF2B5EF4-FFF2-40B4-BE49-F238E27FC236}">
                <a16:creationId xmlns:a16="http://schemas.microsoft.com/office/drawing/2014/main" id="{38440A09-38F2-06EB-B22A-2C38310C0DAF}"/>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5" name="页脚占位符 4">
            <a:extLst>
              <a:ext uri="{FF2B5EF4-FFF2-40B4-BE49-F238E27FC236}">
                <a16:creationId xmlns:a16="http://schemas.microsoft.com/office/drawing/2014/main" id="{82FF0059-2279-4CD4-B287-CA26D91AF6E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043C57-2AE4-D7F8-AC79-190E85A92908}"/>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3791308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7EAA63-90BE-7CF1-19AF-80E8D486D87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7C957EA-33D2-1BA9-604D-91D46681FC2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B40CF1D-8EC2-86F9-1979-4EF60601575F}"/>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5" name="页脚占位符 4">
            <a:extLst>
              <a:ext uri="{FF2B5EF4-FFF2-40B4-BE49-F238E27FC236}">
                <a16:creationId xmlns:a16="http://schemas.microsoft.com/office/drawing/2014/main" id="{8A9A25ED-23DB-F9D7-16E8-3D46D07EFA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F24A41-1565-F07C-5A8C-E09E1160D587}"/>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2352450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619DA5-D2EB-35B9-2362-480C04CC5830}"/>
              </a:ext>
            </a:extLst>
          </p:cNvPr>
          <p:cNvSpPr>
            <a:spLocks noGrp="1"/>
          </p:cNvSpPr>
          <p:nvPr>
            <p:ph type="title"/>
          </p:nvPr>
        </p:nvSpPr>
        <p:spPr>
          <a:xfrm>
            <a:off x="449719" y="2154196"/>
            <a:ext cx="5684996" cy="3594316"/>
          </a:xfrm>
        </p:spPr>
        <p:txBody>
          <a:bodyPr anchor="b"/>
          <a:lstStyle>
            <a:lvl1pPr>
              <a:defRPr sz="1514"/>
            </a:lvl1pPr>
          </a:lstStyle>
          <a:p>
            <a:r>
              <a:rPr lang="zh-CN" altLang="en-US"/>
              <a:t>单击此处编辑母版标题样式</a:t>
            </a:r>
          </a:p>
        </p:txBody>
      </p:sp>
      <p:sp>
        <p:nvSpPr>
          <p:cNvPr id="3" name="文本占位符 2">
            <a:extLst>
              <a:ext uri="{FF2B5EF4-FFF2-40B4-BE49-F238E27FC236}">
                <a16:creationId xmlns:a16="http://schemas.microsoft.com/office/drawing/2014/main" id="{A590E0A3-1308-F989-2F60-46D25BFFBC45}"/>
              </a:ext>
            </a:extLst>
          </p:cNvPr>
          <p:cNvSpPr>
            <a:spLocks noGrp="1"/>
          </p:cNvSpPr>
          <p:nvPr>
            <p:ph type="body" idx="1"/>
          </p:nvPr>
        </p:nvSpPr>
        <p:spPr>
          <a:xfrm>
            <a:off x="449719" y="5782514"/>
            <a:ext cx="5684996" cy="1890166"/>
          </a:xfrm>
        </p:spPr>
        <p:txBody>
          <a:bodyPr/>
          <a:lstStyle>
            <a:lvl1pPr marL="0" indent="0">
              <a:buNone/>
              <a:defRPr sz="605">
                <a:solidFill>
                  <a:schemeClr val="tx1">
                    <a:tint val="75000"/>
                  </a:schemeClr>
                </a:solidFill>
              </a:defRPr>
            </a:lvl1pPr>
            <a:lvl2pPr marL="115351" indent="0">
              <a:buNone/>
              <a:defRPr sz="505">
                <a:solidFill>
                  <a:schemeClr val="tx1">
                    <a:tint val="75000"/>
                  </a:schemeClr>
                </a:solidFill>
              </a:defRPr>
            </a:lvl2pPr>
            <a:lvl3pPr marL="230701" indent="0">
              <a:buNone/>
              <a:defRPr sz="454">
                <a:solidFill>
                  <a:schemeClr val="tx1">
                    <a:tint val="75000"/>
                  </a:schemeClr>
                </a:solidFill>
              </a:defRPr>
            </a:lvl3pPr>
            <a:lvl4pPr marL="346052" indent="0">
              <a:buNone/>
              <a:defRPr sz="404">
                <a:solidFill>
                  <a:schemeClr val="tx1">
                    <a:tint val="75000"/>
                  </a:schemeClr>
                </a:solidFill>
              </a:defRPr>
            </a:lvl4pPr>
            <a:lvl5pPr marL="461402" indent="0">
              <a:buNone/>
              <a:defRPr sz="404">
                <a:solidFill>
                  <a:schemeClr val="tx1">
                    <a:tint val="75000"/>
                  </a:schemeClr>
                </a:solidFill>
              </a:defRPr>
            </a:lvl5pPr>
            <a:lvl6pPr marL="576753" indent="0">
              <a:buNone/>
              <a:defRPr sz="404">
                <a:solidFill>
                  <a:schemeClr val="tx1">
                    <a:tint val="75000"/>
                  </a:schemeClr>
                </a:solidFill>
              </a:defRPr>
            </a:lvl6pPr>
            <a:lvl7pPr marL="692104" indent="0">
              <a:buNone/>
              <a:defRPr sz="404">
                <a:solidFill>
                  <a:schemeClr val="tx1">
                    <a:tint val="75000"/>
                  </a:schemeClr>
                </a:solidFill>
              </a:defRPr>
            </a:lvl7pPr>
            <a:lvl8pPr marL="807454" indent="0">
              <a:buNone/>
              <a:defRPr sz="404">
                <a:solidFill>
                  <a:schemeClr val="tx1">
                    <a:tint val="75000"/>
                  </a:schemeClr>
                </a:solidFill>
              </a:defRPr>
            </a:lvl8pPr>
            <a:lvl9pPr marL="922805" indent="0">
              <a:buNone/>
              <a:defRPr sz="404">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FE764A5-7FCC-AFF8-1ED3-0E07E9B49703}"/>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5" name="页脚占位符 4">
            <a:extLst>
              <a:ext uri="{FF2B5EF4-FFF2-40B4-BE49-F238E27FC236}">
                <a16:creationId xmlns:a16="http://schemas.microsoft.com/office/drawing/2014/main" id="{758EB628-87B1-C072-299F-EE8C45B76E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58B0EB1-E94F-5B02-8E97-6376D3C60350}"/>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1525435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CDCC29-B93C-D9D2-7B39-0BC484FF4AB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D83692F-B4FA-00AA-841D-345F29ED9714}"/>
              </a:ext>
            </a:extLst>
          </p:cNvPr>
          <p:cNvSpPr>
            <a:spLocks noGrp="1"/>
          </p:cNvSpPr>
          <p:nvPr>
            <p:ph sz="half" idx="1"/>
          </p:nvPr>
        </p:nvSpPr>
        <p:spPr>
          <a:xfrm>
            <a:off x="453152" y="2300205"/>
            <a:ext cx="2801303" cy="54824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3F14419-822A-3010-EB82-89CBDD656F05}"/>
              </a:ext>
            </a:extLst>
          </p:cNvPr>
          <p:cNvSpPr>
            <a:spLocks noGrp="1"/>
          </p:cNvSpPr>
          <p:nvPr>
            <p:ph sz="half" idx="2"/>
          </p:nvPr>
        </p:nvSpPr>
        <p:spPr>
          <a:xfrm>
            <a:off x="3336847" y="2300205"/>
            <a:ext cx="2801303" cy="54824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276B1B0-0C14-2893-4F81-35068551CDF5}"/>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6" name="页脚占位符 5">
            <a:extLst>
              <a:ext uri="{FF2B5EF4-FFF2-40B4-BE49-F238E27FC236}">
                <a16:creationId xmlns:a16="http://schemas.microsoft.com/office/drawing/2014/main" id="{95C8A353-BE32-571C-E4AA-DFDC0E912C6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760796-5ED5-7F8D-EB09-658AEE262D3F}"/>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2405490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C82A0F-F3CD-C620-7586-B21A95793D89}"/>
              </a:ext>
            </a:extLst>
          </p:cNvPr>
          <p:cNvSpPr>
            <a:spLocks noGrp="1"/>
          </p:cNvSpPr>
          <p:nvPr>
            <p:ph type="title"/>
          </p:nvPr>
        </p:nvSpPr>
        <p:spPr>
          <a:xfrm>
            <a:off x="454011" y="460041"/>
            <a:ext cx="5684996" cy="167014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9D597BD-29DB-7602-0EFB-6CE71F2B9DEF}"/>
              </a:ext>
            </a:extLst>
          </p:cNvPr>
          <p:cNvSpPr>
            <a:spLocks noGrp="1"/>
          </p:cNvSpPr>
          <p:nvPr>
            <p:ph type="body" idx="1"/>
          </p:nvPr>
        </p:nvSpPr>
        <p:spPr>
          <a:xfrm>
            <a:off x="454012" y="2118189"/>
            <a:ext cx="2788429" cy="1038090"/>
          </a:xfrm>
        </p:spPr>
        <p:txBody>
          <a:bodyPr anchor="b"/>
          <a:lstStyle>
            <a:lvl1pPr marL="0" indent="0">
              <a:buNone/>
              <a:defRPr sz="605" b="1"/>
            </a:lvl1pPr>
            <a:lvl2pPr marL="115351" indent="0">
              <a:buNone/>
              <a:defRPr sz="505" b="1"/>
            </a:lvl2pPr>
            <a:lvl3pPr marL="230701" indent="0">
              <a:buNone/>
              <a:defRPr sz="454" b="1"/>
            </a:lvl3pPr>
            <a:lvl4pPr marL="346052" indent="0">
              <a:buNone/>
              <a:defRPr sz="404" b="1"/>
            </a:lvl4pPr>
            <a:lvl5pPr marL="461402" indent="0">
              <a:buNone/>
              <a:defRPr sz="404" b="1"/>
            </a:lvl5pPr>
            <a:lvl6pPr marL="576753" indent="0">
              <a:buNone/>
              <a:defRPr sz="404" b="1"/>
            </a:lvl6pPr>
            <a:lvl7pPr marL="692104" indent="0">
              <a:buNone/>
              <a:defRPr sz="404" b="1"/>
            </a:lvl7pPr>
            <a:lvl8pPr marL="807454" indent="0">
              <a:buNone/>
              <a:defRPr sz="404" b="1"/>
            </a:lvl8pPr>
            <a:lvl9pPr marL="922805" indent="0">
              <a:buNone/>
              <a:defRPr sz="404"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EDAB035-E45D-188D-00E8-B41C6D496017}"/>
              </a:ext>
            </a:extLst>
          </p:cNvPr>
          <p:cNvSpPr>
            <a:spLocks noGrp="1"/>
          </p:cNvSpPr>
          <p:nvPr>
            <p:ph sz="half" idx="2"/>
          </p:nvPr>
        </p:nvSpPr>
        <p:spPr>
          <a:xfrm>
            <a:off x="454012" y="3156279"/>
            <a:ext cx="2788429" cy="464240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78907AD-6061-50E7-95A6-ED0764328456}"/>
              </a:ext>
            </a:extLst>
          </p:cNvPr>
          <p:cNvSpPr>
            <a:spLocks noGrp="1"/>
          </p:cNvSpPr>
          <p:nvPr>
            <p:ph type="body" sz="quarter" idx="3"/>
          </p:nvPr>
        </p:nvSpPr>
        <p:spPr>
          <a:xfrm>
            <a:off x="3336848" y="2118189"/>
            <a:ext cx="2802161" cy="1038090"/>
          </a:xfrm>
        </p:spPr>
        <p:txBody>
          <a:bodyPr anchor="b"/>
          <a:lstStyle>
            <a:lvl1pPr marL="0" indent="0">
              <a:buNone/>
              <a:defRPr sz="605" b="1"/>
            </a:lvl1pPr>
            <a:lvl2pPr marL="115351" indent="0">
              <a:buNone/>
              <a:defRPr sz="505" b="1"/>
            </a:lvl2pPr>
            <a:lvl3pPr marL="230701" indent="0">
              <a:buNone/>
              <a:defRPr sz="454" b="1"/>
            </a:lvl3pPr>
            <a:lvl4pPr marL="346052" indent="0">
              <a:buNone/>
              <a:defRPr sz="404" b="1"/>
            </a:lvl4pPr>
            <a:lvl5pPr marL="461402" indent="0">
              <a:buNone/>
              <a:defRPr sz="404" b="1"/>
            </a:lvl5pPr>
            <a:lvl6pPr marL="576753" indent="0">
              <a:buNone/>
              <a:defRPr sz="404" b="1"/>
            </a:lvl6pPr>
            <a:lvl7pPr marL="692104" indent="0">
              <a:buNone/>
              <a:defRPr sz="404" b="1"/>
            </a:lvl7pPr>
            <a:lvl8pPr marL="807454" indent="0">
              <a:buNone/>
              <a:defRPr sz="404" b="1"/>
            </a:lvl8pPr>
            <a:lvl9pPr marL="922805" indent="0">
              <a:buNone/>
              <a:defRPr sz="404"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B22429-5DCA-8B70-D331-684861AF7DBF}"/>
              </a:ext>
            </a:extLst>
          </p:cNvPr>
          <p:cNvSpPr>
            <a:spLocks noGrp="1"/>
          </p:cNvSpPr>
          <p:nvPr>
            <p:ph sz="quarter" idx="4"/>
          </p:nvPr>
        </p:nvSpPr>
        <p:spPr>
          <a:xfrm>
            <a:off x="3336848" y="3156279"/>
            <a:ext cx="2802161" cy="464240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AAB7B9B-7915-96EE-EADC-16EFC64CF75C}"/>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8" name="页脚占位符 7">
            <a:extLst>
              <a:ext uri="{FF2B5EF4-FFF2-40B4-BE49-F238E27FC236}">
                <a16:creationId xmlns:a16="http://schemas.microsoft.com/office/drawing/2014/main" id="{D4C6D1C5-131B-53CC-F8E7-34895AF4A2D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875E638-8E67-6627-CF65-10EAED0F6FC2}"/>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3121118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38FE23-5664-149B-669A-3ED5277403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D354177-F610-0BE6-5414-33C6A17449DD}"/>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4" name="页脚占位符 3">
            <a:extLst>
              <a:ext uri="{FF2B5EF4-FFF2-40B4-BE49-F238E27FC236}">
                <a16:creationId xmlns:a16="http://schemas.microsoft.com/office/drawing/2014/main" id="{BB214AF9-A457-EB84-696C-3C54EDE27B9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016118D-8CFA-1588-03BD-D0721E0F9082}"/>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1292667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F5F5EF8-B157-D6D1-2A8F-63F710C322ED}"/>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3" name="页脚占位符 2">
            <a:extLst>
              <a:ext uri="{FF2B5EF4-FFF2-40B4-BE49-F238E27FC236}">
                <a16:creationId xmlns:a16="http://schemas.microsoft.com/office/drawing/2014/main" id="{C549B839-F7B4-9AF6-D53B-9048306D993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56E5F18-4C72-86B9-719C-D5B08F4EB235}"/>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166224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840FEC-1407-737F-2879-77F103E899F7}"/>
              </a:ext>
            </a:extLst>
          </p:cNvPr>
          <p:cNvSpPr>
            <a:spLocks noGrp="1"/>
          </p:cNvSpPr>
          <p:nvPr>
            <p:ph type="title"/>
          </p:nvPr>
        </p:nvSpPr>
        <p:spPr>
          <a:xfrm>
            <a:off x="454010" y="576051"/>
            <a:ext cx="2125866" cy="2016178"/>
          </a:xfrm>
        </p:spPr>
        <p:txBody>
          <a:bodyPr anchor="b"/>
          <a:lstStyle>
            <a:lvl1pPr>
              <a:defRPr sz="807"/>
            </a:lvl1pPr>
          </a:lstStyle>
          <a:p>
            <a:r>
              <a:rPr lang="zh-CN" altLang="en-US"/>
              <a:t>单击此处编辑母版标题样式</a:t>
            </a:r>
          </a:p>
        </p:txBody>
      </p:sp>
      <p:sp>
        <p:nvSpPr>
          <p:cNvPr id="3" name="内容占位符 2">
            <a:extLst>
              <a:ext uri="{FF2B5EF4-FFF2-40B4-BE49-F238E27FC236}">
                <a16:creationId xmlns:a16="http://schemas.microsoft.com/office/drawing/2014/main" id="{7B2A9285-96E5-5193-BC56-7E0706A17085}"/>
              </a:ext>
            </a:extLst>
          </p:cNvPr>
          <p:cNvSpPr>
            <a:spLocks noGrp="1"/>
          </p:cNvSpPr>
          <p:nvPr>
            <p:ph idx="1"/>
          </p:nvPr>
        </p:nvSpPr>
        <p:spPr>
          <a:xfrm>
            <a:off x="2802161" y="1244112"/>
            <a:ext cx="3336846" cy="6140541"/>
          </a:xfrm>
        </p:spPr>
        <p:txBody>
          <a:bodyPr/>
          <a:lstStyle>
            <a:lvl1pPr>
              <a:defRPr sz="807"/>
            </a:lvl1pPr>
            <a:lvl2pPr>
              <a:defRPr sz="707"/>
            </a:lvl2pPr>
            <a:lvl3pPr>
              <a:defRPr sz="605"/>
            </a:lvl3pPr>
            <a:lvl4pPr>
              <a:defRPr sz="505"/>
            </a:lvl4pPr>
            <a:lvl5pPr>
              <a:defRPr sz="505"/>
            </a:lvl5pPr>
            <a:lvl6pPr>
              <a:defRPr sz="505"/>
            </a:lvl6pPr>
            <a:lvl7pPr>
              <a:defRPr sz="505"/>
            </a:lvl7pPr>
            <a:lvl8pPr>
              <a:defRPr sz="505"/>
            </a:lvl8pPr>
            <a:lvl9pPr>
              <a:defRPr sz="505"/>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BF6815D-73E0-8107-7A4F-FB1E1513553D}"/>
              </a:ext>
            </a:extLst>
          </p:cNvPr>
          <p:cNvSpPr>
            <a:spLocks noGrp="1"/>
          </p:cNvSpPr>
          <p:nvPr>
            <p:ph type="body" sz="half" idx="2"/>
          </p:nvPr>
        </p:nvSpPr>
        <p:spPr>
          <a:xfrm>
            <a:off x="454010" y="2592230"/>
            <a:ext cx="2125866" cy="4802425"/>
          </a:xfrm>
        </p:spPr>
        <p:txBody>
          <a:bodyPr/>
          <a:lstStyle>
            <a:lvl1pPr marL="0" indent="0">
              <a:buNone/>
              <a:defRPr sz="404"/>
            </a:lvl1pPr>
            <a:lvl2pPr marL="115351" indent="0">
              <a:buNone/>
              <a:defRPr sz="353"/>
            </a:lvl2pPr>
            <a:lvl3pPr marL="230701" indent="0">
              <a:buNone/>
              <a:defRPr sz="303"/>
            </a:lvl3pPr>
            <a:lvl4pPr marL="346052" indent="0">
              <a:buNone/>
              <a:defRPr sz="252"/>
            </a:lvl4pPr>
            <a:lvl5pPr marL="461402" indent="0">
              <a:buNone/>
              <a:defRPr sz="252"/>
            </a:lvl5pPr>
            <a:lvl6pPr marL="576753" indent="0">
              <a:buNone/>
              <a:defRPr sz="252"/>
            </a:lvl6pPr>
            <a:lvl7pPr marL="692104" indent="0">
              <a:buNone/>
              <a:defRPr sz="252"/>
            </a:lvl7pPr>
            <a:lvl8pPr marL="807454" indent="0">
              <a:buNone/>
              <a:defRPr sz="252"/>
            </a:lvl8pPr>
            <a:lvl9pPr marL="922805" indent="0">
              <a:buNone/>
              <a:defRPr sz="252"/>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18C5996-C385-1389-5CE7-1ED6629C0A36}"/>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6" name="页脚占位符 5">
            <a:extLst>
              <a:ext uri="{FF2B5EF4-FFF2-40B4-BE49-F238E27FC236}">
                <a16:creationId xmlns:a16="http://schemas.microsoft.com/office/drawing/2014/main" id="{D566FC77-EF55-99EE-1B60-CC1DBF16702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34430C5-8E02-6C34-EFCB-5685D3E1330D}"/>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2578626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6D41EE-1906-1FA0-908E-FC731D860468}"/>
              </a:ext>
            </a:extLst>
          </p:cNvPr>
          <p:cNvSpPr>
            <a:spLocks noGrp="1"/>
          </p:cNvSpPr>
          <p:nvPr>
            <p:ph type="title"/>
          </p:nvPr>
        </p:nvSpPr>
        <p:spPr>
          <a:xfrm>
            <a:off x="454010" y="576051"/>
            <a:ext cx="2125866" cy="2016178"/>
          </a:xfrm>
        </p:spPr>
        <p:txBody>
          <a:bodyPr anchor="b"/>
          <a:lstStyle>
            <a:lvl1pPr>
              <a:defRPr sz="807"/>
            </a:lvl1pPr>
          </a:lstStyle>
          <a:p>
            <a:r>
              <a:rPr lang="zh-CN" altLang="en-US"/>
              <a:t>单击此处编辑母版标题样式</a:t>
            </a:r>
          </a:p>
        </p:txBody>
      </p:sp>
      <p:sp>
        <p:nvSpPr>
          <p:cNvPr id="3" name="图片占位符 2">
            <a:extLst>
              <a:ext uri="{FF2B5EF4-FFF2-40B4-BE49-F238E27FC236}">
                <a16:creationId xmlns:a16="http://schemas.microsoft.com/office/drawing/2014/main" id="{FA8166C9-4CCF-7DCA-7DF7-747B652DBA19}"/>
              </a:ext>
            </a:extLst>
          </p:cNvPr>
          <p:cNvSpPr>
            <a:spLocks noGrp="1" noChangeAspect="1"/>
          </p:cNvSpPr>
          <p:nvPr>
            <p:ph type="pic" idx="1"/>
          </p:nvPr>
        </p:nvSpPr>
        <p:spPr>
          <a:xfrm>
            <a:off x="2802161" y="1244112"/>
            <a:ext cx="3336846" cy="6140541"/>
          </a:xfrm>
        </p:spPr>
        <p:txBody>
          <a:bodyPr/>
          <a:lstStyle>
            <a:lvl1pPr marL="0" indent="0">
              <a:buNone/>
              <a:defRPr sz="807"/>
            </a:lvl1pPr>
            <a:lvl2pPr marL="115351" indent="0">
              <a:buNone/>
              <a:defRPr sz="707"/>
            </a:lvl2pPr>
            <a:lvl3pPr marL="230701" indent="0">
              <a:buNone/>
              <a:defRPr sz="605"/>
            </a:lvl3pPr>
            <a:lvl4pPr marL="346052" indent="0">
              <a:buNone/>
              <a:defRPr sz="505"/>
            </a:lvl4pPr>
            <a:lvl5pPr marL="461402" indent="0">
              <a:buNone/>
              <a:defRPr sz="505"/>
            </a:lvl5pPr>
            <a:lvl6pPr marL="576753" indent="0">
              <a:buNone/>
              <a:defRPr sz="505"/>
            </a:lvl6pPr>
            <a:lvl7pPr marL="692104" indent="0">
              <a:buNone/>
              <a:defRPr sz="505"/>
            </a:lvl7pPr>
            <a:lvl8pPr marL="807454" indent="0">
              <a:buNone/>
              <a:defRPr sz="505"/>
            </a:lvl8pPr>
            <a:lvl9pPr marL="922805" indent="0">
              <a:buNone/>
              <a:defRPr sz="505"/>
            </a:lvl9pPr>
          </a:lstStyle>
          <a:p>
            <a:endParaRPr lang="zh-CN" altLang="en-US"/>
          </a:p>
        </p:txBody>
      </p:sp>
      <p:sp>
        <p:nvSpPr>
          <p:cNvPr id="4" name="文本占位符 3">
            <a:extLst>
              <a:ext uri="{FF2B5EF4-FFF2-40B4-BE49-F238E27FC236}">
                <a16:creationId xmlns:a16="http://schemas.microsoft.com/office/drawing/2014/main" id="{D5495A99-5408-52C2-D9D4-FE92F5E1B8BE}"/>
              </a:ext>
            </a:extLst>
          </p:cNvPr>
          <p:cNvSpPr>
            <a:spLocks noGrp="1"/>
          </p:cNvSpPr>
          <p:nvPr>
            <p:ph type="body" sz="half" idx="2"/>
          </p:nvPr>
        </p:nvSpPr>
        <p:spPr>
          <a:xfrm>
            <a:off x="454010" y="2592230"/>
            <a:ext cx="2125866" cy="4802425"/>
          </a:xfrm>
        </p:spPr>
        <p:txBody>
          <a:bodyPr/>
          <a:lstStyle>
            <a:lvl1pPr marL="0" indent="0">
              <a:buNone/>
              <a:defRPr sz="404"/>
            </a:lvl1pPr>
            <a:lvl2pPr marL="115351" indent="0">
              <a:buNone/>
              <a:defRPr sz="353"/>
            </a:lvl2pPr>
            <a:lvl3pPr marL="230701" indent="0">
              <a:buNone/>
              <a:defRPr sz="303"/>
            </a:lvl3pPr>
            <a:lvl4pPr marL="346052" indent="0">
              <a:buNone/>
              <a:defRPr sz="252"/>
            </a:lvl4pPr>
            <a:lvl5pPr marL="461402" indent="0">
              <a:buNone/>
              <a:defRPr sz="252"/>
            </a:lvl5pPr>
            <a:lvl6pPr marL="576753" indent="0">
              <a:buNone/>
              <a:defRPr sz="252"/>
            </a:lvl6pPr>
            <a:lvl7pPr marL="692104" indent="0">
              <a:buNone/>
              <a:defRPr sz="252"/>
            </a:lvl7pPr>
            <a:lvl8pPr marL="807454" indent="0">
              <a:buNone/>
              <a:defRPr sz="252"/>
            </a:lvl8pPr>
            <a:lvl9pPr marL="922805" indent="0">
              <a:buNone/>
              <a:defRPr sz="252"/>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09097DF-A1C2-5D5A-EEA8-054C872B3BB9}"/>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6" name="页脚占位符 5">
            <a:extLst>
              <a:ext uri="{FF2B5EF4-FFF2-40B4-BE49-F238E27FC236}">
                <a16:creationId xmlns:a16="http://schemas.microsoft.com/office/drawing/2014/main" id="{02A6476B-D8BF-D6E8-4B07-0AD6722995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172DB46-E862-5B1D-5671-614044411C9E}"/>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3177566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64FC48-7F91-AA97-FA73-DCD116F6DEB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C1C0E51-CF7F-CB48-CA05-66A11F1E3FB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AE1E48-881A-010C-97E8-BD1AF8BCD778}"/>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5" name="页脚占位符 4">
            <a:extLst>
              <a:ext uri="{FF2B5EF4-FFF2-40B4-BE49-F238E27FC236}">
                <a16:creationId xmlns:a16="http://schemas.microsoft.com/office/drawing/2014/main" id="{C90394B8-E7D5-C652-7670-BE5037EB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F3425D-50A3-4B0F-6164-CAD0539F4C82}"/>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850140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F3DEB65-6B9A-6EB3-385D-3D5C6143FAB1}"/>
              </a:ext>
            </a:extLst>
          </p:cNvPr>
          <p:cNvSpPr>
            <a:spLocks noGrp="1"/>
          </p:cNvSpPr>
          <p:nvPr>
            <p:ph type="title" orient="vert"/>
          </p:nvPr>
        </p:nvSpPr>
        <p:spPr>
          <a:xfrm>
            <a:off x="4716901" y="460043"/>
            <a:ext cx="1421249" cy="7322647"/>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D5E71E3-6BFF-5A1A-B25F-4B9996644AA2}"/>
              </a:ext>
            </a:extLst>
          </p:cNvPr>
          <p:cNvSpPr>
            <a:spLocks noGrp="1"/>
          </p:cNvSpPr>
          <p:nvPr>
            <p:ph type="body" orient="vert" idx="1"/>
          </p:nvPr>
        </p:nvSpPr>
        <p:spPr>
          <a:xfrm>
            <a:off x="453152" y="460043"/>
            <a:ext cx="4181356" cy="732264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2B7F3E-7F38-8663-488F-4A26ED83A503}"/>
              </a:ext>
            </a:extLst>
          </p:cNvPr>
          <p:cNvSpPr>
            <a:spLocks noGrp="1"/>
          </p:cNvSpPr>
          <p:nvPr>
            <p:ph type="dt" sz="half" idx="10"/>
          </p:nvPr>
        </p:nvSpPr>
        <p:spPr/>
        <p:txBody>
          <a:bodyPr/>
          <a:lstStyle/>
          <a:p>
            <a:fld id="{BBD0DB63-4F77-4091-A4E7-5235D19CF263}" type="datetimeFigureOut">
              <a:rPr lang="zh-CN" altLang="en-US" smtClean="0"/>
              <a:t>2026/10/20</a:t>
            </a:fld>
            <a:endParaRPr lang="zh-CN" altLang="en-US"/>
          </a:p>
        </p:txBody>
      </p:sp>
      <p:sp>
        <p:nvSpPr>
          <p:cNvPr id="5" name="页脚占位符 4">
            <a:extLst>
              <a:ext uri="{FF2B5EF4-FFF2-40B4-BE49-F238E27FC236}">
                <a16:creationId xmlns:a16="http://schemas.microsoft.com/office/drawing/2014/main" id="{8638B1EA-6E8D-049E-547F-919E067161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59E19D4-17B5-8291-8ACC-0CCBC48463DA}"/>
              </a:ext>
            </a:extLst>
          </p:cNvPr>
          <p:cNvSpPr>
            <a:spLocks noGrp="1"/>
          </p:cNvSpPr>
          <p:nvPr>
            <p:ph type="sldNum" sz="quarter" idx="12"/>
          </p:nvPr>
        </p:nvSpPr>
        <p:spPr/>
        <p:txBody>
          <a:body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375403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7D7CC80-4E61-69D7-4FB5-7EC8DE72E5A6}"/>
              </a:ext>
            </a:extLst>
          </p:cNvPr>
          <p:cNvSpPr>
            <a:spLocks noGrp="1"/>
          </p:cNvSpPr>
          <p:nvPr>
            <p:ph type="title"/>
          </p:nvPr>
        </p:nvSpPr>
        <p:spPr>
          <a:xfrm>
            <a:off x="453152" y="460041"/>
            <a:ext cx="5684996" cy="1670148"/>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1916793-B82C-C5DA-E446-4CCCE5A81011}"/>
              </a:ext>
            </a:extLst>
          </p:cNvPr>
          <p:cNvSpPr>
            <a:spLocks noGrp="1"/>
          </p:cNvSpPr>
          <p:nvPr>
            <p:ph type="body" idx="1"/>
          </p:nvPr>
        </p:nvSpPr>
        <p:spPr>
          <a:xfrm>
            <a:off x="453152" y="2300205"/>
            <a:ext cx="5684996" cy="548248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D18DC4A-03BF-F738-26DC-4F33338502E7}"/>
              </a:ext>
            </a:extLst>
          </p:cNvPr>
          <p:cNvSpPr>
            <a:spLocks noGrp="1"/>
          </p:cNvSpPr>
          <p:nvPr>
            <p:ph type="dt" sz="half" idx="2"/>
          </p:nvPr>
        </p:nvSpPr>
        <p:spPr>
          <a:xfrm>
            <a:off x="453154" y="8008708"/>
            <a:ext cx="1483043" cy="460042"/>
          </a:xfrm>
          <a:prstGeom prst="rect">
            <a:avLst/>
          </a:prstGeom>
        </p:spPr>
        <p:txBody>
          <a:bodyPr vert="horz" lIns="91440" tIns="45720" rIns="91440" bIns="45720" rtlCol="0" anchor="ctr"/>
          <a:lstStyle>
            <a:lvl1pPr algn="l">
              <a:defRPr sz="303">
                <a:solidFill>
                  <a:schemeClr val="tx1">
                    <a:tint val="75000"/>
                  </a:schemeClr>
                </a:solidFill>
              </a:defRPr>
            </a:lvl1pPr>
          </a:lstStyle>
          <a:p>
            <a:fld id="{BBD0DB63-4F77-4091-A4E7-5235D19CF263}" type="datetimeFigureOut">
              <a:rPr lang="zh-CN" altLang="en-US" smtClean="0"/>
              <a:t>2026/10/20</a:t>
            </a:fld>
            <a:endParaRPr lang="zh-CN" altLang="en-US"/>
          </a:p>
        </p:txBody>
      </p:sp>
      <p:sp>
        <p:nvSpPr>
          <p:cNvPr id="5" name="页脚占位符 4">
            <a:extLst>
              <a:ext uri="{FF2B5EF4-FFF2-40B4-BE49-F238E27FC236}">
                <a16:creationId xmlns:a16="http://schemas.microsoft.com/office/drawing/2014/main" id="{D4EBF259-2BE2-9F39-7AC3-B03CB294C446}"/>
              </a:ext>
            </a:extLst>
          </p:cNvPr>
          <p:cNvSpPr>
            <a:spLocks noGrp="1"/>
          </p:cNvSpPr>
          <p:nvPr>
            <p:ph type="ftr" sz="quarter" idx="3"/>
          </p:nvPr>
        </p:nvSpPr>
        <p:spPr>
          <a:xfrm>
            <a:off x="2183368" y="8008708"/>
            <a:ext cx="2224564" cy="460042"/>
          </a:xfrm>
          <a:prstGeom prst="rect">
            <a:avLst/>
          </a:prstGeom>
        </p:spPr>
        <p:txBody>
          <a:bodyPr vert="horz" lIns="91440" tIns="45720" rIns="91440" bIns="45720" rtlCol="0" anchor="ctr"/>
          <a:lstStyle>
            <a:lvl1pPr algn="ctr">
              <a:defRPr sz="303">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1330D9F-4642-B905-5148-02FCAB1E8601}"/>
              </a:ext>
            </a:extLst>
          </p:cNvPr>
          <p:cNvSpPr>
            <a:spLocks noGrp="1"/>
          </p:cNvSpPr>
          <p:nvPr>
            <p:ph type="sldNum" sz="quarter" idx="4"/>
          </p:nvPr>
        </p:nvSpPr>
        <p:spPr>
          <a:xfrm>
            <a:off x="4655107" y="8008708"/>
            <a:ext cx="1483043" cy="460042"/>
          </a:xfrm>
          <a:prstGeom prst="rect">
            <a:avLst/>
          </a:prstGeom>
        </p:spPr>
        <p:txBody>
          <a:bodyPr vert="horz" lIns="91440" tIns="45720" rIns="91440" bIns="45720" rtlCol="0" anchor="ctr"/>
          <a:lstStyle>
            <a:lvl1pPr algn="r">
              <a:defRPr sz="303">
                <a:solidFill>
                  <a:schemeClr val="tx1">
                    <a:tint val="75000"/>
                  </a:schemeClr>
                </a:solidFill>
              </a:defRPr>
            </a:lvl1pPr>
          </a:lstStyle>
          <a:p>
            <a:fld id="{AC467FB9-5809-42A4-B328-F206CEA58F31}" type="slidenum">
              <a:rPr lang="zh-CN" altLang="en-US" smtClean="0"/>
              <a:t>‹#›</a:t>
            </a:fld>
            <a:endParaRPr lang="zh-CN" altLang="en-US"/>
          </a:p>
        </p:txBody>
      </p:sp>
    </p:spTree>
    <p:extLst>
      <p:ext uri="{BB962C8B-B14F-4D97-AF65-F5344CB8AC3E}">
        <p14:creationId xmlns:p14="http://schemas.microsoft.com/office/powerpoint/2010/main" val="318523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30701" rtl="0" eaLnBrk="1" latinLnBrk="0" hangingPunct="1">
        <a:lnSpc>
          <a:spcPct val="90000"/>
        </a:lnSpc>
        <a:spcBef>
          <a:spcPct val="0"/>
        </a:spcBef>
        <a:buNone/>
        <a:defRPr sz="1110" kern="1200">
          <a:solidFill>
            <a:schemeClr val="tx1"/>
          </a:solidFill>
          <a:latin typeface="+mj-lt"/>
          <a:ea typeface="+mj-ea"/>
          <a:cs typeface="+mj-cs"/>
        </a:defRPr>
      </a:lvl1pPr>
    </p:titleStyle>
    <p:bodyStyle>
      <a:lvl1pPr marL="57675" indent="-57675" algn="l" defTabSz="230701" rtl="0" eaLnBrk="1" latinLnBrk="0" hangingPunct="1">
        <a:lnSpc>
          <a:spcPct val="90000"/>
        </a:lnSpc>
        <a:spcBef>
          <a:spcPts val="252"/>
        </a:spcBef>
        <a:buFont typeface="Arial" panose="020B0604020202020204" pitchFamily="34" charset="0"/>
        <a:buChar char="•"/>
        <a:defRPr sz="707" kern="1200">
          <a:solidFill>
            <a:schemeClr val="tx1"/>
          </a:solidFill>
          <a:latin typeface="+mn-lt"/>
          <a:ea typeface="+mn-ea"/>
          <a:cs typeface="+mn-cs"/>
        </a:defRPr>
      </a:lvl1pPr>
      <a:lvl2pPr marL="173026" indent="-57675" algn="l" defTabSz="230701" rtl="0" eaLnBrk="1" latinLnBrk="0" hangingPunct="1">
        <a:lnSpc>
          <a:spcPct val="90000"/>
        </a:lnSpc>
        <a:spcBef>
          <a:spcPts val="126"/>
        </a:spcBef>
        <a:buFont typeface="Arial" panose="020B0604020202020204" pitchFamily="34" charset="0"/>
        <a:buChar char="•"/>
        <a:defRPr sz="605" kern="1200">
          <a:solidFill>
            <a:schemeClr val="tx1"/>
          </a:solidFill>
          <a:latin typeface="+mn-lt"/>
          <a:ea typeface="+mn-ea"/>
          <a:cs typeface="+mn-cs"/>
        </a:defRPr>
      </a:lvl2pPr>
      <a:lvl3pPr marL="288377" indent="-57675" algn="l" defTabSz="230701" rtl="0" eaLnBrk="1" latinLnBrk="0" hangingPunct="1">
        <a:lnSpc>
          <a:spcPct val="90000"/>
        </a:lnSpc>
        <a:spcBef>
          <a:spcPts val="126"/>
        </a:spcBef>
        <a:buFont typeface="Arial" panose="020B0604020202020204" pitchFamily="34" charset="0"/>
        <a:buChar char="•"/>
        <a:defRPr sz="505" kern="1200">
          <a:solidFill>
            <a:schemeClr val="tx1"/>
          </a:solidFill>
          <a:latin typeface="+mn-lt"/>
          <a:ea typeface="+mn-ea"/>
          <a:cs typeface="+mn-cs"/>
        </a:defRPr>
      </a:lvl3pPr>
      <a:lvl4pPr marL="403727" indent="-57675" algn="l" defTabSz="230701" rtl="0" eaLnBrk="1" latinLnBrk="0" hangingPunct="1">
        <a:lnSpc>
          <a:spcPct val="90000"/>
        </a:lnSpc>
        <a:spcBef>
          <a:spcPts val="126"/>
        </a:spcBef>
        <a:buFont typeface="Arial" panose="020B0604020202020204" pitchFamily="34" charset="0"/>
        <a:buChar char="•"/>
        <a:defRPr sz="454" kern="1200">
          <a:solidFill>
            <a:schemeClr val="tx1"/>
          </a:solidFill>
          <a:latin typeface="+mn-lt"/>
          <a:ea typeface="+mn-ea"/>
          <a:cs typeface="+mn-cs"/>
        </a:defRPr>
      </a:lvl4pPr>
      <a:lvl5pPr marL="519078" indent="-57675" algn="l" defTabSz="230701" rtl="0" eaLnBrk="1" latinLnBrk="0" hangingPunct="1">
        <a:lnSpc>
          <a:spcPct val="90000"/>
        </a:lnSpc>
        <a:spcBef>
          <a:spcPts val="126"/>
        </a:spcBef>
        <a:buFont typeface="Arial" panose="020B0604020202020204" pitchFamily="34" charset="0"/>
        <a:buChar char="•"/>
        <a:defRPr sz="454" kern="1200">
          <a:solidFill>
            <a:schemeClr val="tx1"/>
          </a:solidFill>
          <a:latin typeface="+mn-lt"/>
          <a:ea typeface="+mn-ea"/>
          <a:cs typeface="+mn-cs"/>
        </a:defRPr>
      </a:lvl5pPr>
      <a:lvl6pPr marL="634429" indent="-57675" algn="l" defTabSz="230701" rtl="0" eaLnBrk="1" latinLnBrk="0" hangingPunct="1">
        <a:lnSpc>
          <a:spcPct val="90000"/>
        </a:lnSpc>
        <a:spcBef>
          <a:spcPts val="126"/>
        </a:spcBef>
        <a:buFont typeface="Arial" panose="020B0604020202020204" pitchFamily="34" charset="0"/>
        <a:buChar char="•"/>
        <a:defRPr sz="454" kern="1200">
          <a:solidFill>
            <a:schemeClr val="tx1"/>
          </a:solidFill>
          <a:latin typeface="+mn-lt"/>
          <a:ea typeface="+mn-ea"/>
          <a:cs typeface="+mn-cs"/>
        </a:defRPr>
      </a:lvl6pPr>
      <a:lvl7pPr marL="749779" indent="-57675" algn="l" defTabSz="230701" rtl="0" eaLnBrk="1" latinLnBrk="0" hangingPunct="1">
        <a:lnSpc>
          <a:spcPct val="90000"/>
        </a:lnSpc>
        <a:spcBef>
          <a:spcPts val="126"/>
        </a:spcBef>
        <a:buFont typeface="Arial" panose="020B0604020202020204" pitchFamily="34" charset="0"/>
        <a:buChar char="•"/>
        <a:defRPr sz="454" kern="1200">
          <a:solidFill>
            <a:schemeClr val="tx1"/>
          </a:solidFill>
          <a:latin typeface="+mn-lt"/>
          <a:ea typeface="+mn-ea"/>
          <a:cs typeface="+mn-cs"/>
        </a:defRPr>
      </a:lvl7pPr>
      <a:lvl8pPr marL="865130" indent="-57675" algn="l" defTabSz="230701" rtl="0" eaLnBrk="1" latinLnBrk="0" hangingPunct="1">
        <a:lnSpc>
          <a:spcPct val="90000"/>
        </a:lnSpc>
        <a:spcBef>
          <a:spcPts val="126"/>
        </a:spcBef>
        <a:buFont typeface="Arial" panose="020B0604020202020204" pitchFamily="34" charset="0"/>
        <a:buChar char="•"/>
        <a:defRPr sz="454" kern="1200">
          <a:solidFill>
            <a:schemeClr val="tx1"/>
          </a:solidFill>
          <a:latin typeface="+mn-lt"/>
          <a:ea typeface="+mn-ea"/>
          <a:cs typeface="+mn-cs"/>
        </a:defRPr>
      </a:lvl8pPr>
      <a:lvl9pPr marL="980481" indent="-57675" algn="l" defTabSz="230701" rtl="0" eaLnBrk="1" latinLnBrk="0" hangingPunct="1">
        <a:lnSpc>
          <a:spcPct val="90000"/>
        </a:lnSpc>
        <a:spcBef>
          <a:spcPts val="126"/>
        </a:spcBef>
        <a:buFont typeface="Arial" panose="020B0604020202020204" pitchFamily="34" charset="0"/>
        <a:buChar char="•"/>
        <a:defRPr sz="454" kern="1200">
          <a:solidFill>
            <a:schemeClr val="tx1"/>
          </a:solidFill>
          <a:latin typeface="+mn-lt"/>
          <a:ea typeface="+mn-ea"/>
          <a:cs typeface="+mn-cs"/>
        </a:defRPr>
      </a:lvl9pPr>
    </p:bodyStyle>
    <p:otherStyle>
      <a:defPPr>
        <a:defRPr lang="zh-CN"/>
      </a:defPPr>
      <a:lvl1pPr marL="0" algn="l" defTabSz="230701" rtl="0" eaLnBrk="1" latinLnBrk="0" hangingPunct="1">
        <a:defRPr sz="454" kern="1200">
          <a:solidFill>
            <a:schemeClr val="tx1"/>
          </a:solidFill>
          <a:latin typeface="+mn-lt"/>
          <a:ea typeface="+mn-ea"/>
          <a:cs typeface="+mn-cs"/>
        </a:defRPr>
      </a:lvl1pPr>
      <a:lvl2pPr marL="115351" algn="l" defTabSz="230701" rtl="0" eaLnBrk="1" latinLnBrk="0" hangingPunct="1">
        <a:defRPr sz="454" kern="1200">
          <a:solidFill>
            <a:schemeClr val="tx1"/>
          </a:solidFill>
          <a:latin typeface="+mn-lt"/>
          <a:ea typeface="+mn-ea"/>
          <a:cs typeface="+mn-cs"/>
        </a:defRPr>
      </a:lvl2pPr>
      <a:lvl3pPr marL="230701" algn="l" defTabSz="230701" rtl="0" eaLnBrk="1" latinLnBrk="0" hangingPunct="1">
        <a:defRPr sz="454" kern="1200">
          <a:solidFill>
            <a:schemeClr val="tx1"/>
          </a:solidFill>
          <a:latin typeface="+mn-lt"/>
          <a:ea typeface="+mn-ea"/>
          <a:cs typeface="+mn-cs"/>
        </a:defRPr>
      </a:lvl3pPr>
      <a:lvl4pPr marL="346052" algn="l" defTabSz="230701" rtl="0" eaLnBrk="1" latinLnBrk="0" hangingPunct="1">
        <a:defRPr sz="454" kern="1200">
          <a:solidFill>
            <a:schemeClr val="tx1"/>
          </a:solidFill>
          <a:latin typeface="+mn-lt"/>
          <a:ea typeface="+mn-ea"/>
          <a:cs typeface="+mn-cs"/>
        </a:defRPr>
      </a:lvl4pPr>
      <a:lvl5pPr marL="461402" algn="l" defTabSz="230701" rtl="0" eaLnBrk="1" latinLnBrk="0" hangingPunct="1">
        <a:defRPr sz="454" kern="1200">
          <a:solidFill>
            <a:schemeClr val="tx1"/>
          </a:solidFill>
          <a:latin typeface="+mn-lt"/>
          <a:ea typeface="+mn-ea"/>
          <a:cs typeface="+mn-cs"/>
        </a:defRPr>
      </a:lvl5pPr>
      <a:lvl6pPr marL="576753" algn="l" defTabSz="230701" rtl="0" eaLnBrk="1" latinLnBrk="0" hangingPunct="1">
        <a:defRPr sz="454" kern="1200">
          <a:solidFill>
            <a:schemeClr val="tx1"/>
          </a:solidFill>
          <a:latin typeface="+mn-lt"/>
          <a:ea typeface="+mn-ea"/>
          <a:cs typeface="+mn-cs"/>
        </a:defRPr>
      </a:lvl6pPr>
      <a:lvl7pPr marL="692104" algn="l" defTabSz="230701" rtl="0" eaLnBrk="1" latinLnBrk="0" hangingPunct="1">
        <a:defRPr sz="454" kern="1200">
          <a:solidFill>
            <a:schemeClr val="tx1"/>
          </a:solidFill>
          <a:latin typeface="+mn-lt"/>
          <a:ea typeface="+mn-ea"/>
          <a:cs typeface="+mn-cs"/>
        </a:defRPr>
      </a:lvl7pPr>
      <a:lvl8pPr marL="807454" algn="l" defTabSz="230701" rtl="0" eaLnBrk="1" latinLnBrk="0" hangingPunct="1">
        <a:defRPr sz="454" kern="1200">
          <a:solidFill>
            <a:schemeClr val="tx1"/>
          </a:solidFill>
          <a:latin typeface="+mn-lt"/>
          <a:ea typeface="+mn-ea"/>
          <a:cs typeface="+mn-cs"/>
        </a:defRPr>
      </a:lvl8pPr>
      <a:lvl9pPr marL="922805" algn="l" defTabSz="230701" rtl="0" eaLnBrk="1" latinLnBrk="0" hangingPunct="1">
        <a:defRPr sz="45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87494B82.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51427666.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4D09F465.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17DF99F7.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DF4E4108.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3AD9C65F.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3B0C0DA.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149DBDAD.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文本框 138">
            <a:extLst>
              <a:ext uri="{FF2B5EF4-FFF2-40B4-BE49-F238E27FC236}">
                <a16:creationId xmlns:a16="http://schemas.microsoft.com/office/drawing/2014/main" id="{F855BB21-5877-A768-9510-0AF1CCD2C60E}"/>
              </a:ext>
            </a:extLst>
          </p:cNvPr>
          <p:cNvSpPr txBox="1"/>
          <p:nvPr/>
        </p:nvSpPr>
        <p:spPr>
          <a:xfrm>
            <a:off x="723899" y="5336381"/>
            <a:ext cx="342900" cy="101600"/>
          </a:xfrm>
          <a:prstGeom prst="rect">
            <a:avLst/>
          </a:prstGeom>
          <a:noFill/>
        </p:spPr>
        <p:txBody>
          <a:bodyPr vert="horz" wrap="none" lIns="0" tIns="0" rIns="0" bIns="0" rtlCol="0" anchor="ctr">
            <a:noAutofit/>
          </a:bodyPr>
          <a:lstStyle/>
          <a:p>
            <a:pPr algn="r"/>
            <a:r>
              <a:rPr lang="en-US" altLang="zh-CN" sz="690">
                <a:solidFill>
                  <a:srgbClr val="65717B"/>
                </a:solidFill>
                <a:latin typeface="Arial" panose="020B0604020202020204" pitchFamily="34" charset="0"/>
              </a:rPr>
              <a:t>0</a:t>
            </a:r>
            <a:endParaRPr lang="zh-CN" altLang="en-US" sz="690">
              <a:solidFill>
                <a:srgbClr val="65717B"/>
              </a:solidFill>
              <a:latin typeface="Arial" panose="020B0604020202020204" pitchFamily="34" charset="0"/>
            </a:endParaRPr>
          </a:p>
        </p:txBody>
      </p:sp>
      <p:cxnSp>
        <p:nvCxnSpPr>
          <p:cNvPr id="140" name="直接连接符 139">
            <a:extLst>
              <a:ext uri="{FF2B5EF4-FFF2-40B4-BE49-F238E27FC236}">
                <a16:creationId xmlns:a16="http://schemas.microsoft.com/office/drawing/2014/main" id="{F395B632-FC1F-1C92-9750-06343D76B872}"/>
              </a:ext>
            </a:extLst>
          </p:cNvPr>
          <p:cNvCxnSpPr/>
          <p:nvPr/>
        </p:nvCxnSpPr>
        <p:spPr>
          <a:xfrm>
            <a:off x="1206500" y="48093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141" name="文本框 140">
            <a:extLst>
              <a:ext uri="{FF2B5EF4-FFF2-40B4-BE49-F238E27FC236}">
                <a16:creationId xmlns:a16="http://schemas.microsoft.com/office/drawing/2014/main" id="{4E69D516-32F6-9972-31F6-9D16FFD9FDD6}"/>
              </a:ext>
            </a:extLst>
          </p:cNvPr>
          <p:cNvSpPr txBox="1"/>
          <p:nvPr/>
        </p:nvSpPr>
        <p:spPr>
          <a:xfrm>
            <a:off x="723899" y="4758531"/>
            <a:ext cx="342900" cy="101600"/>
          </a:xfrm>
          <a:prstGeom prst="rect">
            <a:avLst/>
          </a:prstGeom>
          <a:noFill/>
        </p:spPr>
        <p:txBody>
          <a:bodyPr vert="horz" wrap="none" lIns="0" tIns="0" rIns="0" bIns="0" rtlCol="0" anchor="ctr">
            <a:noAutofit/>
          </a:bodyPr>
          <a:lstStyle/>
          <a:p>
            <a:pPr algn="r"/>
            <a:r>
              <a:rPr lang="en-US" altLang="zh-CN" sz="690">
                <a:solidFill>
                  <a:srgbClr val="65717B"/>
                </a:solidFill>
                <a:latin typeface="Arial" panose="020B0604020202020204" pitchFamily="34" charset="0"/>
              </a:rPr>
              <a:t>25</a:t>
            </a:r>
            <a:endParaRPr lang="zh-CN" altLang="en-US" sz="690">
              <a:solidFill>
                <a:srgbClr val="65717B"/>
              </a:solidFill>
              <a:latin typeface="Arial" panose="020B0604020202020204" pitchFamily="34" charset="0"/>
            </a:endParaRPr>
          </a:p>
        </p:txBody>
      </p:sp>
      <p:cxnSp>
        <p:nvCxnSpPr>
          <p:cNvPr id="142" name="直接连接符 141">
            <a:extLst>
              <a:ext uri="{FF2B5EF4-FFF2-40B4-BE49-F238E27FC236}">
                <a16:creationId xmlns:a16="http://schemas.microsoft.com/office/drawing/2014/main" id="{7A513A3C-F4D9-0543-CFDD-CDA935FD3BA4}"/>
              </a:ext>
            </a:extLst>
          </p:cNvPr>
          <p:cNvCxnSpPr/>
          <p:nvPr/>
        </p:nvCxnSpPr>
        <p:spPr>
          <a:xfrm>
            <a:off x="1206500" y="423148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143" name="文本框 142">
            <a:extLst>
              <a:ext uri="{FF2B5EF4-FFF2-40B4-BE49-F238E27FC236}">
                <a16:creationId xmlns:a16="http://schemas.microsoft.com/office/drawing/2014/main" id="{3CC1F2FA-7EE5-3474-1639-7D6D2280511A}"/>
              </a:ext>
            </a:extLst>
          </p:cNvPr>
          <p:cNvSpPr txBox="1"/>
          <p:nvPr/>
        </p:nvSpPr>
        <p:spPr>
          <a:xfrm>
            <a:off x="723899" y="4180681"/>
            <a:ext cx="342900" cy="101600"/>
          </a:xfrm>
          <a:prstGeom prst="rect">
            <a:avLst/>
          </a:prstGeom>
          <a:noFill/>
        </p:spPr>
        <p:txBody>
          <a:bodyPr vert="horz" wrap="none" lIns="0" tIns="0" rIns="0" bIns="0" rtlCol="0" anchor="ctr">
            <a:noAutofit/>
          </a:bodyPr>
          <a:lstStyle/>
          <a:p>
            <a:pPr algn="r"/>
            <a:r>
              <a:rPr lang="en-US" altLang="zh-CN" sz="690">
                <a:solidFill>
                  <a:srgbClr val="65717B"/>
                </a:solidFill>
                <a:latin typeface="Arial" panose="020B0604020202020204" pitchFamily="34" charset="0"/>
              </a:rPr>
              <a:t>50</a:t>
            </a:r>
            <a:endParaRPr lang="zh-CN" altLang="en-US" sz="690">
              <a:solidFill>
                <a:srgbClr val="65717B"/>
              </a:solidFill>
              <a:latin typeface="Arial" panose="020B0604020202020204" pitchFamily="34" charset="0"/>
            </a:endParaRPr>
          </a:p>
        </p:txBody>
      </p:sp>
      <p:cxnSp>
        <p:nvCxnSpPr>
          <p:cNvPr id="144" name="直接连接符 143">
            <a:extLst>
              <a:ext uri="{FF2B5EF4-FFF2-40B4-BE49-F238E27FC236}">
                <a16:creationId xmlns:a16="http://schemas.microsoft.com/office/drawing/2014/main" id="{C092010A-BAC8-2DDB-9EE2-7453CA12A973}"/>
              </a:ext>
            </a:extLst>
          </p:cNvPr>
          <p:cNvCxnSpPr/>
          <p:nvPr/>
        </p:nvCxnSpPr>
        <p:spPr>
          <a:xfrm>
            <a:off x="1206500" y="36536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145" name="文本框 144">
            <a:extLst>
              <a:ext uri="{FF2B5EF4-FFF2-40B4-BE49-F238E27FC236}">
                <a16:creationId xmlns:a16="http://schemas.microsoft.com/office/drawing/2014/main" id="{8587F3B9-B3CC-A889-3FE5-E99185DD6DFC}"/>
              </a:ext>
            </a:extLst>
          </p:cNvPr>
          <p:cNvSpPr txBox="1"/>
          <p:nvPr/>
        </p:nvSpPr>
        <p:spPr>
          <a:xfrm>
            <a:off x="723899" y="3602831"/>
            <a:ext cx="342900" cy="101600"/>
          </a:xfrm>
          <a:prstGeom prst="rect">
            <a:avLst/>
          </a:prstGeom>
          <a:noFill/>
        </p:spPr>
        <p:txBody>
          <a:bodyPr vert="horz" wrap="none" lIns="0" tIns="0" rIns="0" bIns="0" rtlCol="0" anchor="ctr">
            <a:noAutofit/>
          </a:bodyPr>
          <a:lstStyle/>
          <a:p>
            <a:pPr algn="r"/>
            <a:r>
              <a:rPr lang="en-US" altLang="zh-CN" sz="690">
                <a:solidFill>
                  <a:srgbClr val="65717B"/>
                </a:solidFill>
                <a:latin typeface="Arial" panose="020B0604020202020204" pitchFamily="34" charset="0"/>
              </a:rPr>
              <a:t>75</a:t>
            </a:r>
            <a:endParaRPr lang="zh-CN" altLang="en-US" sz="690">
              <a:solidFill>
                <a:srgbClr val="65717B"/>
              </a:solidFill>
              <a:latin typeface="Arial" panose="020B0604020202020204" pitchFamily="34" charset="0"/>
            </a:endParaRPr>
          </a:p>
        </p:txBody>
      </p:sp>
      <p:cxnSp>
        <p:nvCxnSpPr>
          <p:cNvPr id="146" name="直接连接符 145">
            <a:extLst>
              <a:ext uri="{FF2B5EF4-FFF2-40B4-BE49-F238E27FC236}">
                <a16:creationId xmlns:a16="http://schemas.microsoft.com/office/drawing/2014/main" id="{958E2FC8-3C0C-1956-BC71-BF7EA170AB0B}"/>
              </a:ext>
            </a:extLst>
          </p:cNvPr>
          <p:cNvCxnSpPr/>
          <p:nvPr/>
        </p:nvCxnSpPr>
        <p:spPr>
          <a:xfrm>
            <a:off x="1206500" y="307578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147" name="文本框 146">
            <a:extLst>
              <a:ext uri="{FF2B5EF4-FFF2-40B4-BE49-F238E27FC236}">
                <a16:creationId xmlns:a16="http://schemas.microsoft.com/office/drawing/2014/main" id="{EF901531-2A73-3552-E249-EDD6BA38CDA9}"/>
              </a:ext>
            </a:extLst>
          </p:cNvPr>
          <p:cNvSpPr txBox="1"/>
          <p:nvPr/>
        </p:nvSpPr>
        <p:spPr>
          <a:xfrm>
            <a:off x="723899" y="3024981"/>
            <a:ext cx="342900" cy="101600"/>
          </a:xfrm>
          <a:prstGeom prst="rect">
            <a:avLst/>
          </a:prstGeom>
          <a:noFill/>
        </p:spPr>
        <p:txBody>
          <a:bodyPr vert="horz" wrap="none" lIns="0" tIns="0" rIns="0" bIns="0" rtlCol="0" anchor="ctr">
            <a:noAutofit/>
          </a:bodyPr>
          <a:lstStyle/>
          <a:p>
            <a:pPr algn="r"/>
            <a:r>
              <a:rPr lang="en-US" altLang="zh-CN" sz="690">
                <a:solidFill>
                  <a:srgbClr val="65717B"/>
                </a:solidFill>
                <a:latin typeface="Arial" panose="020B0604020202020204" pitchFamily="34" charset="0"/>
              </a:rPr>
              <a:t>100</a:t>
            </a:r>
            <a:endParaRPr lang="zh-CN" altLang="en-US" sz="690">
              <a:solidFill>
                <a:srgbClr val="65717B"/>
              </a:solidFill>
              <a:latin typeface="Arial" panose="020B0604020202020204" pitchFamily="34" charset="0"/>
            </a:endParaRPr>
          </a:p>
        </p:txBody>
      </p:sp>
      <p:cxnSp>
        <p:nvCxnSpPr>
          <p:cNvPr id="148" name="直接连接符 147">
            <a:extLst>
              <a:ext uri="{FF2B5EF4-FFF2-40B4-BE49-F238E27FC236}">
                <a16:creationId xmlns:a16="http://schemas.microsoft.com/office/drawing/2014/main" id="{C289222B-7D63-A6D0-AA60-9D43D25873EA}"/>
              </a:ext>
            </a:extLst>
          </p:cNvPr>
          <p:cNvCxnSpPr/>
          <p:nvPr/>
        </p:nvCxnSpPr>
        <p:spPr>
          <a:xfrm>
            <a:off x="1206500" y="3075781"/>
            <a:ext cx="0" cy="2311400"/>
          </a:xfrm>
          <a:prstGeom prst="line">
            <a:avLst/>
          </a:prstGeom>
          <a:ln w="9144">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2BE217EE-B071-DCBF-9F2B-4DACEBF38B8E}"/>
              </a:ext>
            </a:extLst>
          </p:cNvPr>
          <p:cNvCxnSpPr/>
          <p:nvPr/>
        </p:nvCxnSpPr>
        <p:spPr>
          <a:xfrm>
            <a:off x="1206500" y="5387181"/>
            <a:ext cx="3238500" cy="0"/>
          </a:xfrm>
          <a:prstGeom prst="line">
            <a:avLst/>
          </a:prstGeom>
          <a:ln w="9144">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565E5F42-DD8C-E5C9-34AC-F5469E4C9D25}"/>
              </a:ext>
            </a:extLst>
          </p:cNvPr>
          <p:cNvCxnSpPr/>
          <p:nvPr/>
        </p:nvCxnSpPr>
        <p:spPr>
          <a:xfrm>
            <a:off x="1206500"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151" name="文本框 150">
            <a:extLst>
              <a:ext uri="{FF2B5EF4-FFF2-40B4-BE49-F238E27FC236}">
                <a16:creationId xmlns:a16="http://schemas.microsoft.com/office/drawing/2014/main" id="{EE3ADE23-74D3-E518-1650-177D4DF4FE38}"/>
              </a:ext>
            </a:extLst>
          </p:cNvPr>
          <p:cNvSpPr txBox="1"/>
          <p:nvPr/>
        </p:nvSpPr>
        <p:spPr>
          <a:xfrm>
            <a:off x="1104899" y="543417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1</a:t>
            </a:r>
            <a:endParaRPr lang="zh-CN" altLang="en-US" sz="660">
              <a:solidFill>
                <a:srgbClr val="65717B"/>
              </a:solidFill>
              <a:latin typeface="Arial" panose="020B0604020202020204" pitchFamily="34" charset="0"/>
            </a:endParaRPr>
          </a:p>
        </p:txBody>
      </p:sp>
      <p:cxnSp>
        <p:nvCxnSpPr>
          <p:cNvPr id="152" name="直接连接符 151">
            <a:extLst>
              <a:ext uri="{FF2B5EF4-FFF2-40B4-BE49-F238E27FC236}">
                <a16:creationId xmlns:a16="http://schemas.microsoft.com/office/drawing/2014/main" id="{731813B8-74E0-EDDF-E5F5-26CABCC7140A}"/>
              </a:ext>
            </a:extLst>
          </p:cNvPr>
          <p:cNvCxnSpPr/>
          <p:nvPr/>
        </p:nvCxnSpPr>
        <p:spPr>
          <a:xfrm>
            <a:off x="1566333"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EA64B10D-46B0-5564-FDFF-27ABE1C477E6}"/>
              </a:ext>
            </a:extLst>
          </p:cNvPr>
          <p:cNvCxnSpPr/>
          <p:nvPr/>
        </p:nvCxnSpPr>
        <p:spPr>
          <a:xfrm>
            <a:off x="1926167"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154" name="文本框 153">
            <a:extLst>
              <a:ext uri="{FF2B5EF4-FFF2-40B4-BE49-F238E27FC236}">
                <a16:creationId xmlns:a16="http://schemas.microsoft.com/office/drawing/2014/main" id="{8B5D201F-F89E-A762-F8F5-1492BEAEA4D9}"/>
              </a:ext>
            </a:extLst>
          </p:cNvPr>
          <p:cNvSpPr txBox="1"/>
          <p:nvPr/>
        </p:nvSpPr>
        <p:spPr>
          <a:xfrm>
            <a:off x="1824566" y="543417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3</a:t>
            </a:r>
            <a:endParaRPr lang="zh-CN" altLang="en-US" sz="660">
              <a:solidFill>
                <a:srgbClr val="65717B"/>
              </a:solidFill>
              <a:latin typeface="Arial" panose="020B0604020202020204" pitchFamily="34" charset="0"/>
            </a:endParaRPr>
          </a:p>
        </p:txBody>
      </p:sp>
      <p:cxnSp>
        <p:nvCxnSpPr>
          <p:cNvPr id="155" name="直接连接符 154">
            <a:extLst>
              <a:ext uri="{FF2B5EF4-FFF2-40B4-BE49-F238E27FC236}">
                <a16:creationId xmlns:a16="http://schemas.microsoft.com/office/drawing/2014/main" id="{397459BB-8E2A-9406-0D41-67837DCC7428}"/>
              </a:ext>
            </a:extLst>
          </p:cNvPr>
          <p:cNvCxnSpPr/>
          <p:nvPr/>
        </p:nvCxnSpPr>
        <p:spPr>
          <a:xfrm>
            <a:off x="2286000"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2A04AC35-EEA4-55C8-1E25-6646DFE72BAF}"/>
              </a:ext>
            </a:extLst>
          </p:cNvPr>
          <p:cNvCxnSpPr/>
          <p:nvPr/>
        </p:nvCxnSpPr>
        <p:spPr>
          <a:xfrm>
            <a:off x="2645833"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157" name="文本框 156">
            <a:extLst>
              <a:ext uri="{FF2B5EF4-FFF2-40B4-BE49-F238E27FC236}">
                <a16:creationId xmlns:a16="http://schemas.microsoft.com/office/drawing/2014/main" id="{B1169219-C036-A625-0643-F71787EBFB2B}"/>
              </a:ext>
            </a:extLst>
          </p:cNvPr>
          <p:cNvSpPr txBox="1"/>
          <p:nvPr/>
        </p:nvSpPr>
        <p:spPr>
          <a:xfrm>
            <a:off x="2544232" y="543417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5</a:t>
            </a:r>
            <a:endParaRPr lang="zh-CN" altLang="en-US" sz="660">
              <a:solidFill>
                <a:srgbClr val="65717B"/>
              </a:solidFill>
              <a:latin typeface="Arial" panose="020B0604020202020204" pitchFamily="34" charset="0"/>
            </a:endParaRPr>
          </a:p>
        </p:txBody>
      </p:sp>
      <p:cxnSp>
        <p:nvCxnSpPr>
          <p:cNvPr id="158" name="直接连接符 157">
            <a:extLst>
              <a:ext uri="{FF2B5EF4-FFF2-40B4-BE49-F238E27FC236}">
                <a16:creationId xmlns:a16="http://schemas.microsoft.com/office/drawing/2014/main" id="{B5E50631-C367-F2AC-8F39-9106E709F39C}"/>
              </a:ext>
            </a:extLst>
          </p:cNvPr>
          <p:cNvCxnSpPr/>
          <p:nvPr/>
        </p:nvCxnSpPr>
        <p:spPr>
          <a:xfrm>
            <a:off x="3005667"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8F9935D8-BA8D-630F-2E9D-DEAF34202D7C}"/>
              </a:ext>
            </a:extLst>
          </p:cNvPr>
          <p:cNvCxnSpPr/>
          <p:nvPr/>
        </p:nvCxnSpPr>
        <p:spPr>
          <a:xfrm>
            <a:off x="3365500"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160" name="文本框 159">
            <a:extLst>
              <a:ext uri="{FF2B5EF4-FFF2-40B4-BE49-F238E27FC236}">
                <a16:creationId xmlns:a16="http://schemas.microsoft.com/office/drawing/2014/main" id="{D726D8EC-0FDE-B344-9DFE-5D726496BCE4}"/>
              </a:ext>
            </a:extLst>
          </p:cNvPr>
          <p:cNvSpPr txBox="1"/>
          <p:nvPr/>
        </p:nvSpPr>
        <p:spPr>
          <a:xfrm>
            <a:off x="3263899" y="543417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7</a:t>
            </a:r>
            <a:endParaRPr lang="zh-CN" altLang="en-US" sz="660">
              <a:solidFill>
                <a:srgbClr val="65717B"/>
              </a:solidFill>
              <a:latin typeface="Arial" panose="020B0604020202020204" pitchFamily="34" charset="0"/>
            </a:endParaRPr>
          </a:p>
        </p:txBody>
      </p:sp>
      <p:cxnSp>
        <p:nvCxnSpPr>
          <p:cNvPr id="161" name="直接连接符 160">
            <a:extLst>
              <a:ext uri="{FF2B5EF4-FFF2-40B4-BE49-F238E27FC236}">
                <a16:creationId xmlns:a16="http://schemas.microsoft.com/office/drawing/2014/main" id="{DCCC950D-ABF5-1C86-8EAB-CAF92739E0E2}"/>
              </a:ext>
            </a:extLst>
          </p:cNvPr>
          <p:cNvCxnSpPr/>
          <p:nvPr/>
        </p:nvCxnSpPr>
        <p:spPr>
          <a:xfrm>
            <a:off x="3725333"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B6E703B8-E0CB-FA71-8F51-751A5AB8714B}"/>
              </a:ext>
            </a:extLst>
          </p:cNvPr>
          <p:cNvCxnSpPr/>
          <p:nvPr/>
        </p:nvCxnSpPr>
        <p:spPr>
          <a:xfrm>
            <a:off x="4085167"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BE88DFC7-4A32-DF82-B0DC-8FDA7EB49BE7}"/>
              </a:ext>
            </a:extLst>
          </p:cNvPr>
          <p:cNvCxnSpPr/>
          <p:nvPr/>
        </p:nvCxnSpPr>
        <p:spPr>
          <a:xfrm>
            <a:off x="4445000" y="538718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164" name="文本框 163">
            <a:extLst>
              <a:ext uri="{FF2B5EF4-FFF2-40B4-BE49-F238E27FC236}">
                <a16:creationId xmlns:a16="http://schemas.microsoft.com/office/drawing/2014/main" id="{1E562F81-3CE6-DF00-6F40-15EE98C3A98F}"/>
              </a:ext>
            </a:extLst>
          </p:cNvPr>
          <p:cNvSpPr txBox="1"/>
          <p:nvPr/>
        </p:nvSpPr>
        <p:spPr>
          <a:xfrm>
            <a:off x="4343399" y="543417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10</a:t>
            </a:r>
            <a:endParaRPr lang="zh-CN" altLang="en-US" sz="660">
              <a:solidFill>
                <a:srgbClr val="65717B"/>
              </a:solidFill>
              <a:latin typeface="Arial" panose="020B0604020202020204" pitchFamily="34" charset="0"/>
            </a:endParaRPr>
          </a:p>
        </p:txBody>
      </p:sp>
      <p:sp>
        <p:nvSpPr>
          <p:cNvPr id="165" name="文本框 164">
            <a:extLst>
              <a:ext uri="{FF2B5EF4-FFF2-40B4-BE49-F238E27FC236}">
                <a16:creationId xmlns:a16="http://schemas.microsoft.com/office/drawing/2014/main" id="{7EADA45B-79CD-452C-FCC5-D7BD176BF02D}"/>
              </a:ext>
            </a:extLst>
          </p:cNvPr>
          <p:cNvSpPr txBox="1"/>
          <p:nvPr/>
        </p:nvSpPr>
        <p:spPr>
          <a:xfrm>
            <a:off x="1885949" y="5599271"/>
            <a:ext cx="1879600" cy="114300"/>
          </a:xfrm>
          <a:prstGeom prst="rect">
            <a:avLst/>
          </a:prstGeom>
          <a:noFill/>
        </p:spPr>
        <p:txBody>
          <a:bodyPr vert="horz" wrap="none" lIns="0" tIns="0" rIns="0" bIns="0" rtlCol="0" anchor="ctr">
            <a:noAutofit/>
          </a:bodyPr>
          <a:lstStyle/>
          <a:p>
            <a:pPr algn="ctr"/>
            <a:r>
              <a:rPr lang="en-US" altLang="zh-CN" sz="710">
                <a:solidFill>
                  <a:srgbClr val="263746"/>
                </a:solidFill>
                <a:latin typeface="Arial" panose="020B0604020202020204" pitchFamily="34" charset="0"/>
              </a:rPr>
              <a:t>Charged attempts (K)</a:t>
            </a:r>
            <a:endParaRPr lang="zh-CN" altLang="en-US" sz="710">
              <a:solidFill>
                <a:srgbClr val="263746"/>
              </a:solidFill>
              <a:latin typeface="Arial" panose="020B0604020202020204" pitchFamily="34" charset="0"/>
            </a:endParaRPr>
          </a:p>
        </p:txBody>
      </p:sp>
      <p:sp>
        <p:nvSpPr>
          <p:cNvPr id="166" name="文本框 165">
            <a:extLst>
              <a:ext uri="{FF2B5EF4-FFF2-40B4-BE49-F238E27FC236}">
                <a16:creationId xmlns:a16="http://schemas.microsoft.com/office/drawing/2014/main" id="{A96CB2DA-9317-FE31-3C90-F77F8A32D88E}"/>
              </a:ext>
            </a:extLst>
          </p:cNvPr>
          <p:cNvSpPr txBox="1"/>
          <p:nvPr/>
        </p:nvSpPr>
        <p:spPr>
          <a:xfrm rot="16200000">
            <a:off x="-1" y="4244181"/>
            <a:ext cx="1270000" cy="127000"/>
          </a:xfrm>
          <a:prstGeom prst="rect">
            <a:avLst/>
          </a:prstGeom>
          <a:noFill/>
        </p:spPr>
        <p:txBody>
          <a:bodyPr vert="horz" wrap="none" lIns="0" tIns="0" rIns="0" bIns="0" rtlCol="0" anchor="ctr">
            <a:noAutofit/>
          </a:bodyPr>
          <a:lstStyle/>
          <a:p>
            <a:pPr algn="ctr"/>
            <a:r>
              <a:rPr lang="en-US" altLang="zh-CN" sz="710">
                <a:solidFill>
                  <a:srgbClr val="263746"/>
                </a:solidFill>
                <a:latin typeface="Arial" panose="020B0604020202020204" pitchFamily="34" charset="0"/>
              </a:rPr>
              <a:t>Success rate (%)</a:t>
            </a:r>
            <a:endParaRPr lang="zh-CN" altLang="en-US" sz="710">
              <a:solidFill>
                <a:srgbClr val="263746"/>
              </a:solidFill>
              <a:latin typeface="Arial" panose="020B0604020202020204" pitchFamily="34" charset="0"/>
            </a:endParaRPr>
          </a:p>
        </p:txBody>
      </p:sp>
      <p:cxnSp>
        <p:nvCxnSpPr>
          <p:cNvPr id="167" name="直接连接符 166">
            <a:extLst>
              <a:ext uri="{FF2B5EF4-FFF2-40B4-BE49-F238E27FC236}">
                <a16:creationId xmlns:a16="http://schemas.microsoft.com/office/drawing/2014/main" id="{7A05D923-3D5A-579E-842D-92FA70C2B355}"/>
              </a:ext>
            </a:extLst>
          </p:cNvPr>
          <p:cNvCxnSpPr/>
          <p:nvPr/>
        </p:nvCxnSpPr>
        <p:spPr>
          <a:xfrm flipV="1">
            <a:off x="1206501" y="3321125"/>
            <a:ext cx="359833" cy="15495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7FC939E4-0643-1537-97CD-DA4FFB882F97}"/>
              </a:ext>
            </a:extLst>
          </p:cNvPr>
          <p:cNvCxnSpPr/>
          <p:nvPr/>
        </p:nvCxnSpPr>
        <p:spPr>
          <a:xfrm flipV="1">
            <a:off x="1566333" y="3256561"/>
            <a:ext cx="359834" cy="6456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D339E4A8-8E7C-6E08-9839-87359BEC5888}"/>
              </a:ext>
            </a:extLst>
          </p:cNvPr>
          <p:cNvCxnSpPr/>
          <p:nvPr/>
        </p:nvCxnSpPr>
        <p:spPr>
          <a:xfrm>
            <a:off x="1926168" y="3256561"/>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16C94098-045F-2176-699E-935664EF1DD4}"/>
              </a:ext>
            </a:extLst>
          </p:cNvPr>
          <p:cNvCxnSpPr/>
          <p:nvPr/>
        </p:nvCxnSpPr>
        <p:spPr>
          <a:xfrm flipV="1">
            <a:off x="2286001" y="3243649"/>
            <a:ext cx="359833" cy="12913"/>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B3E4D1C9-381C-BAC5-7DCF-ED7EFBC8FC4C}"/>
              </a:ext>
            </a:extLst>
          </p:cNvPr>
          <p:cNvCxnSpPr/>
          <p:nvPr/>
        </p:nvCxnSpPr>
        <p:spPr>
          <a:xfrm>
            <a:off x="2645833" y="3243648"/>
            <a:ext cx="35983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5B44FDB7-2ED6-4025-6BE2-1045A9A6905E}"/>
              </a:ext>
            </a:extLst>
          </p:cNvPr>
          <p:cNvCxnSpPr/>
          <p:nvPr/>
        </p:nvCxnSpPr>
        <p:spPr>
          <a:xfrm flipV="1">
            <a:off x="3005668" y="3230736"/>
            <a:ext cx="359833" cy="12913"/>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305B4B93-48CC-40B0-627C-A659BB1525B9}"/>
              </a:ext>
            </a:extLst>
          </p:cNvPr>
          <p:cNvCxnSpPr/>
          <p:nvPr/>
        </p:nvCxnSpPr>
        <p:spPr>
          <a:xfrm>
            <a:off x="3365501" y="3230735"/>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6E3A2A8C-C6AF-A74A-7772-7ED500710413}"/>
              </a:ext>
            </a:extLst>
          </p:cNvPr>
          <p:cNvCxnSpPr/>
          <p:nvPr/>
        </p:nvCxnSpPr>
        <p:spPr>
          <a:xfrm>
            <a:off x="3725333" y="3230735"/>
            <a:ext cx="35983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1A09484-0268-762C-48A0-DE9B6F4DEE25}"/>
              </a:ext>
            </a:extLst>
          </p:cNvPr>
          <p:cNvCxnSpPr/>
          <p:nvPr/>
        </p:nvCxnSpPr>
        <p:spPr>
          <a:xfrm>
            <a:off x="4085168" y="3230735"/>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176" name="椭圆 175">
            <a:extLst>
              <a:ext uri="{FF2B5EF4-FFF2-40B4-BE49-F238E27FC236}">
                <a16:creationId xmlns:a16="http://schemas.microsoft.com/office/drawing/2014/main" id="{01878C46-5CA8-A06B-C4D0-6D4AA0D85777}"/>
              </a:ext>
            </a:extLst>
          </p:cNvPr>
          <p:cNvSpPr/>
          <p:nvPr/>
        </p:nvSpPr>
        <p:spPr>
          <a:xfrm>
            <a:off x="1189674" y="3459253"/>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a:extLst>
              <a:ext uri="{FF2B5EF4-FFF2-40B4-BE49-F238E27FC236}">
                <a16:creationId xmlns:a16="http://schemas.microsoft.com/office/drawing/2014/main" id="{B0AEC18A-34FE-CB75-E20B-F33A7CCCDE38}"/>
              </a:ext>
            </a:extLst>
          </p:cNvPr>
          <p:cNvSpPr/>
          <p:nvPr/>
        </p:nvSpPr>
        <p:spPr>
          <a:xfrm>
            <a:off x="1549507" y="3304299"/>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a:extLst>
              <a:ext uri="{FF2B5EF4-FFF2-40B4-BE49-F238E27FC236}">
                <a16:creationId xmlns:a16="http://schemas.microsoft.com/office/drawing/2014/main" id="{47D0C237-356C-5084-777D-41B70B6AA48C}"/>
              </a:ext>
            </a:extLst>
          </p:cNvPr>
          <p:cNvSpPr/>
          <p:nvPr/>
        </p:nvSpPr>
        <p:spPr>
          <a:xfrm>
            <a:off x="1909340" y="323973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椭圆 178">
            <a:extLst>
              <a:ext uri="{FF2B5EF4-FFF2-40B4-BE49-F238E27FC236}">
                <a16:creationId xmlns:a16="http://schemas.microsoft.com/office/drawing/2014/main" id="{CA71A4F4-1F90-E907-B653-D49640A39B9F}"/>
              </a:ext>
            </a:extLst>
          </p:cNvPr>
          <p:cNvSpPr/>
          <p:nvPr/>
        </p:nvSpPr>
        <p:spPr>
          <a:xfrm>
            <a:off x="2269173" y="3239734"/>
            <a:ext cx="33654"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a:extLst>
              <a:ext uri="{FF2B5EF4-FFF2-40B4-BE49-F238E27FC236}">
                <a16:creationId xmlns:a16="http://schemas.microsoft.com/office/drawing/2014/main" id="{3BE62138-2022-CA2F-A706-1CC959BF3BA9}"/>
              </a:ext>
            </a:extLst>
          </p:cNvPr>
          <p:cNvSpPr/>
          <p:nvPr/>
        </p:nvSpPr>
        <p:spPr>
          <a:xfrm>
            <a:off x="2629007" y="3226822"/>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a:extLst>
              <a:ext uri="{FF2B5EF4-FFF2-40B4-BE49-F238E27FC236}">
                <a16:creationId xmlns:a16="http://schemas.microsoft.com/office/drawing/2014/main" id="{93DE2995-267B-8924-2927-FDCD7EEE68FB}"/>
              </a:ext>
            </a:extLst>
          </p:cNvPr>
          <p:cNvSpPr/>
          <p:nvPr/>
        </p:nvSpPr>
        <p:spPr>
          <a:xfrm>
            <a:off x="2988840" y="3226822"/>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a:extLst>
              <a:ext uri="{FF2B5EF4-FFF2-40B4-BE49-F238E27FC236}">
                <a16:creationId xmlns:a16="http://schemas.microsoft.com/office/drawing/2014/main" id="{FCDD9264-6DA5-A4E5-6335-C0890F978DAA}"/>
              </a:ext>
            </a:extLst>
          </p:cNvPr>
          <p:cNvSpPr/>
          <p:nvPr/>
        </p:nvSpPr>
        <p:spPr>
          <a:xfrm>
            <a:off x="3348673" y="3213909"/>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椭圆 182">
            <a:extLst>
              <a:ext uri="{FF2B5EF4-FFF2-40B4-BE49-F238E27FC236}">
                <a16:creationId xmlns:a16="http://schemas.microsoft.com/office/drawing/2014/main" id="{DED631C2-2EFD-6841-2103-A6E73B28D304}"/>
              </a:ext>
            </a:extLst>
          </p:cNvPr>
          <p:cNvSpPr/>
          <p:nvPr/>
        </p:nvSpPr>
        <p:spPr>
          <a:xfrm>
            <a:off x="3708507" y="3213909"/>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a:extLst>
              <a:ext uri="{FF2B5EF4-FFF2-40B4-BE49-F238E27FC236}">
                <a16:creationId xmlns:a16="http://schemas.microsoft.com/office/drawing/2014/main" id="{FBC79AE9-4B0E-982D-3D07-B7D3F8C8444F}"/>
              </a:ext>
            </a:extLst>
          </p:cNvPr>
          <p:cNvSpPr/>
          <p:nvPr/>
        </p:nvSpPr>
        <p:spPr>
          <a:xfrm>
            <a:off x="4068340" y="3213909"/>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a:extLst>
              <a:ext uri="{FF2B5EF4-FFF2-40B4-BE49-F238E27FC236}">
                <a16:creationId xmlns:a16="http://schemas.microsoft.com/office/drawing/2014/main" id="{1266A701-19B4-8ED2-BBA9-A59EC051A2D7}"/>
              </a:ext>
            </a:extLst>
          </p:cNvPr>
          <p:cNvSpPr/>
          <p:nvPr/>
        </p:nvSpPr>
        <p:spPr>
          <a:xfrm>
            <a:off x="4428173" y="3213909"/>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6" name="直接连接符 185">
            <a:extLst>
              <a:ext uri="{FF2B5EF4-FFF2-40B4-BE49-F238E27FC236}">
                <a16:creationId xmlns:a16="http://schemas.microsoft.com/office/drawing/2014/main" id="{E57F0288-31F1-9EC1-2650-2C3E95FEF110}"/>
              </a:ext>
            </a:extLst>
          </p:cNvPr>
          <p:cNvCxnSpPr/>
          <p:nvPr/>
        </p:nvCxnSpPr>
        <p:spPr>
          <a:xfrm flipV="1">
            <a:off x="1206500" y="3533032"/>
            <a:ext cx="40854" cy="2052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D0958209-9F63-8939-D575-3F82F5BCFE17}"/>
              </a:ext>
            </a:extLst>
          </p:cNvPr>
          <p:cNvCxnSpPr/>
          <p:nvPr/>
        </p:nvCxnSpPr>
        <p:spPr>
          <a:xfrm flipV="1">
            <a:off x="1267781" y="3502245"/>
            <a:ext cx="40854" cy="2052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C8A0A178-6D0A-8EF5-7F94-1DBBC2D7A388}"/>
              </a:ext>
            </a:extLst>
          </p:cNvPr>
          <p:cNvCxnSpPr/>
          <p:nvPr/>
        </p:nvCxnSpPr>
        <p:spPr>
          <a:xfrm flipV="1">
            <a:off x="1308635" y="3502244"/>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89" name="直接连接符 188">
            <a:extLst>
              <a:ext uri="{FF2B5EF4-FFF2-40B4-BE49-F238E27FC236}">
                <a16:creationId xmlns:a16="http://schemas.microsoft.com/office/drawing/2014/main" id="{C2C030F1-25B1-35EB-5403-920252334344}"/>
              </a:ext>
            </a:extLst>
          </p:cNvPr>
          <p:cNvCxnSpPr/>
          <p:nvPr/>
        </p:nvCxnSpPr>
        <p:spPr>
          <a:xfrm flipV="1">
            <a:off x="1329062" y="3471458"/>
            <a:ext cx="40854" cy="2052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C58581C8-2E84-DBA0-D7F7-E35892965581}"/>
              </a:ext>
            </a:extLst>
          </p:cNvPr>
          <p:cNvCxnSpPr/>
          <p:nvPr/>
        </p:nvCxnSpPr>
        <p:spPr>
          <a:xfrm flipV="1">
            <a:off x="1369916" y="3471457"/>
            <a:ext cx="0" cy="1"/>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4D84CEEC-913D-6894-4043-2176C256828C}"/>
              </a:ext>
            </a:extLst>
          </p:cNvPr>
          <p:cNvCxnSpPr/>
          <p:nvPr/>
        </p:nvCxnSpPr>
        <p:spPr>
          <a:xfrm flipV="1">
            <a:off x="1390343" y="3440670"/>
            <a:ext cx="40854" cy="2052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63C8C417-22CD-14A8-C7AE-BC90DC9D2312}"/>
              </a:ext>
            </a:extLst>
          </p:cNvPr>
          <p:cNvCxnSpPr/>
          <p:nvPr/>
        </p:nvCxnSpPr>
        <p:spPr>
          <a:xfrm flipV="1">
            <a:off x="1431197" y="344066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45E8C7B6-1267-1EE6-7336-54979E20B51A}"/>
              </a:ext>
            </a:extLst>
          </p:cNvPr>
          <p:cNvCxnSpPr/>
          <p:nvPr/>
        </p:nvCxnSpPr>
        <p:spPr>
          <a:xfrm flipV="1">
            <a:off x="1451624" y="3409883"/>
            <a:ext cx="40854" cy="2052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77FBA4B3-64E0-B89C-2B0A-720F3E2C4737}"/>
              </a:ext>
            </a:extLst>
          </p:cNvPr>
          <p:cNvCxnSpPr/>
          <p:nvPr/>
        </p:nvCxnSpPr>
        <p:spPr>
          <a:xfrm flipV="1">
            <a:off x="1512906" y="3379095"/>
            <a:ext cx="40853" cy="2052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5230CD60-CCE2-4060-9B22-94CA118FE351}"/>
              </a:ext>
            </a:extLst>
          </p:cNvPr>
          <p:cNvCxnSpPr/>
          <p:nvPr/>
        </p:nvCxnSpPr>
        <p:spPr>
          <a:xfrm flipV="1">
            <a:off x="1553759" y="3379094"/>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5AB0059E-5762-2805-75FB-999FEE053B34}"/>
              </a:ext>
            </a:extLst>
          </p:cNvPr>
          <p:cNvCxnSpPr/>
          <p:nvPr/>
        </p:nvCxnSpPr>
        <p:spPr>
          <a:xfrm flipV="1">
            <a:off x="1574984" y="3363151"/>
            <a:ext cx="45001" cy="80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8A70D547-BA42-EDEA-BC90-91BED34971AE}"/>
              </a:ext>
            </a:extLst>
          </p:cNvPr>
          <p:cNvCxnSpPr/>
          <p:nvPr/>
        </p:nvCxnSpPr>
        <p:spPr>
          <a:xfrm flipV="1">
            <a:off x="1619984" y="3363150"/>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961F97C5-293E-580D-5F73-043DDFB5441D}"/>
              </a:ext>
            </a:extLst>
          </p:cNvPr>
          <p:cNvCxnSpPr/>
          <p:nvPr/>
        </p:nvCxnSpPr>
        <p:spPr>
          <a:xfrm flipV="1">
            <a:off x="1642486" y="3351039"/>
            <a:ext cx="45001" cy="80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25459B5F-7371-099D-3FA5-343B423A2535}"/>
              </a:ext>
            </a:extLst>
          </p:cNvPr>
          <p:cNvCxnSpPr/>
          <p:nvPr/>
        </p:nvCxnSpPr>
        <p:spPr>
          <a:xfrm flipV="1">
            <a:off x="1709988" y="3338927"/>
            <a:ext cx="45001" cy="807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81549BA3-EE3F-FC02-498B-0C0B1D066388}"/>
              </a:ext>
            </a:extLst>
          </p:cNvPr>
          <p:cNvCxnSpPr/>
          <p:nvPr/>
        </p:nvCxnSpPr>
        <p:spPr>
          <a:xfrm>
            <a:off x="1754988" y="333892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id="{BD638944-670C-129C-6906-05D2BF90405C}"/>
              </a:ext>
            </a:extLst>
          </p:cNvPr>
          <p:cNvCxnSpPr/>
          <p:nvPr/>
        </p:nvCxnSpPr>
        <p:spPr>
          <a:xfrm flipV="1">
            <a:off x="1777490" y="3326815"/>
            <a:ext cx="45001" cy="807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F90AFB1C-C261-E28A-3C18-F6257986E78B}"/>
              </a:ext>
            </a:extLst>
          </p:cNvPr>
          <p:cNvCxnSpPr/>
          <p:nvPr/>
        </p:nvCxnSpPr>
        <p:spPr>
          <a:xfrm>
            <a:off x="1822490" y="332681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2A732D4C-740E-A231-7FDE-84B0A2E4EA39}"/>
              </a:ext>
            </a:extLst>
          </p:cNvPr>
          <p:cNvCxnSpPr/>
          <p:nvPr/>
        </p:nvCxnSpPr>
        <p:spPr>
          <a:xfrm flipV="1">
            <a:off x="1844992" y="3314704"/>
            <a:ext cx="45001" cy="80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D294B7B9-A613-7430-D964-470868D5EA0C}"/>
              </a:ext>
            </a:extLst>
          </p:cNvPr>
          <p:cNvCxnSpPr/>
          <p:nvPr/>
        </p:nvCxnSpPr>
        <p:spPr>
          <a:xfrm flipV="1">
            <a:off x="1912493" y="3308212"/>
            <a:ext cx="13674" cy="245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5" name="直接连接符 204">
            <a:extLst>
              <a:ext uri="{FF2B5EF4-FFF2-40B4-BE49-F238E27FC236}">
                <a16:creationId xmlns:a16="http://schemas.microsoft.com/office/drawing/2014/main" id="{21DE607F-DB33-F346-F387-B734C199A460}"/>
              </a:ext>
            </a:extLst>
          </p:cNvPr>
          <p:cNvCxnSpPr/>
          <p:nvPr/>
        </p:nvCxnSpPr>
        <p:spPr>
          <a:xfrm flipV="1">
            <a:off x="1926168" y="3307072"/>
            <a:ext cx="31807" cy="1141"/>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E0D6FA68-06A6-1A33-F860-13DACA14A9B4}"/>
              </a:ext>
            </a:extLst>
          </p:cNvPr>
          <p:cNvCxnSpPr/>
          <p:nvPr/>
        </p:nvCxnSpPr>
        <p:spPr>
          <a:xfrm flipV="1">
            <a:off x="1980820" y="3304611"/>
            <a:ext cx="45691"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id="{E04D4E80-8B6F-4028-A238-E3E233CDCD30}"/>
              </a:ext>
            </a:extLst>
          </p:cNvPr>
          <p:cNvCxnSpPr/>
          <p:nvPr/>
        </p:nvCxnSpPr>
        <p:spPr>
          <a:xfrm flipV="1">
            <a:off x="2049356" y="3302152"/>
            <a:ext cx="45691"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8" name="直接连接符 207">
            <a:extLst>
              <a:ext uri="{FF2B5EF4-FFF2-40B4-BE49-F238E27FC236}">
                <a16:creationId xmlns:a16="http://schemas.microsoft.com/office/drawing/2014/main" id="{65C740F3-ABD4-1C22-3D3A-9D7364A18F0E}"/>
              </a:ext>
            </a:extLst>
          </p:cNvPr>
          <p:cNvCxnSpPr/>
          <p:nvPr/>
        </p:nvCxnSpPr>
        <p:spPr>
          <a:xfrm>
            <a:off x="2095046" y="330215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09" name="直接连接符 208">
            <a:extLst>
              <a:ext uri="{FF2B5EF4-FFF2-40B4-BE49-F238E27FC236}">
                <a16:creationId xmlns:a16="http://schemas.microsoft.com/office/drawing/2014/main" id="{AC56C697-0321-347A-6954-431AF43651A2}"/>
              </a:ext>
            </a:extLst>
          </p:cNvPr>
          <p:cNvCxnSpPr/>
          <p:nvPr/>
        </p:nvCxnSpPr>
        <p:spPr>
          <a:xfrm flipV="1">
            <a:off x="2117891" y="3299694"/>
            <a:ext cx="45690" cy="163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58E5548D-8D54-40D6-F385-3C1E27BB9D1B}"/>
              </a:ext>
            </a:extLst>
          </p:cNvPr>
          <p:cNvCxnSpPr/>
          <p:nvPr/>
        </p:nvCxnSpPr>
        <p:spPr>
          <a:xfrm flipV="1">
            <a:off x="2163582" y="3299693"/>
            <a:ext cx="1" cy="1"/>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83A2CAF4-3F13-75C7-B938-15A7E849846B}"/>
              </a:ext>
            </a:extLst>
          </p:cNvPr>
          <p:cNvCxnSpPr/>
          <p:nvPr/>
        </p:nvCxnSpPr>
        <p:spPr>
          <a:xfrm flipV="1">
            <a:off x="2186427" y="3297233"/>
            <a:ext cx="45690"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7C7C9E0D-7BA4-5F2C-4468-1616DF012586}"/>
              </a:ext>
            </a:extLst>
          </p:cNvPr>
          <p:cNvCxnSpPr/>
          <p:nvPr/>
        </p:nvCxnSpPr>
        <p:spPr>
          <a:xfrm>
            <a:off x="2232117" y="3297233"/>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733A5C0A-F158-59AE-3805-880841A358E7}"/>
              </a:ext>
            </a:extLst>
          </p:cNvPr>
          <p:cNvCxnSpPr/>
          <p:nvPr/>
        </p:nvCxnSpPr>
        <p:spPr>
          <a:xfrm flipV="1">
            <a:off x="2254964" y="3295299"/>
            <a:ext cx="31037" cy="111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5E79EEE9-06EF-2016-DB14-BC370D915E60}"/>
              </a:ext>
            </a:extLst>
          </p:cNvPr>
          <p:cNvCxnSpPr/>
          <p:nvPr/>
        </p:nvCxnSpPr>
        <p:spPr>
          <a:xfrm flipV="1">
            <a:off x="2286001" y="3294775"/>
            <a:ext cx="14653" cy="52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6146B3DC-C14A-47D0-FBFC-FBCB8C0288BC}"/>
              </a:ext>
            </a:extLst>
          </p:cNvPr>
          <p:cNvCxnSpPr/>
          <p:nvPr/>
        </p:nvCxnSpPr>
        <p:spPr>
          <a:xfrm>
            <a:off x="2300653" y="3294774"/>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20621AE5-0781-A262-A4F3-21FB3C319EC6}"/>
              </a:ext>
            </a:extLst>
          </p:cNvPr>
          <p:cNvCxnSpPr/>
          <p:nvPr/>
        </p:nvCxnSpPr>
        <p:spPr>
          <a:xfrm flipV="1">
            <a:off x="2323499" y="3292314"/>
            <a:ext cx="45691"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EE68AC9E-75FA-47A8-D972-56849258E28F}"/>
              </a:ext>
            </a:extLst>
          </p:cNvPr>
          <p:cNvCxnSpPr/>
          <p:nvPr/>
        </p:nvCxnSpPr>
        <p:spPr>
          <a:xfrm>
            <a:off x="2369189" y="3292314"/>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52286EC0-FC7D-2E24-9F42-34B59D770573}"/>
              </a:ext>
            </a:extLst>
          </p:cNvPr>
          <p:cNvCxnSpPr/>
          <p:nvPr/>
        </p:nvCxnSpPr>
        <p:spPr>
          <a:xfrm flipV="1">
            <a:off x="2392035" y="3289856"/>
            <a:ext cx="45691" cy="163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4931721D-0A37-C681-C72B-8C5D183074D7}"/>
              </a:ext>
            </a:extLst>
          </p:cNvPr>
          <p:cNvCxnSpPr/>
          <p:nvPr/>
        </p:nvCxnSpPr>
        <p:spPr>
          <a:xfrm>
            <a:off x="2437725" y="328985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A57C669E-9E28-3A32-8425-1E37E910F63D}"/>
              </a:ext>
            </a:extLst>
          </p:cNvPr>
          <p:cNvCxnSpPr/>
          <p:nvPr/>
        </p:nvCxnSpPr>
        <p:spPr>
          <a:xfrm flipV="1">
            <a:off x="2460571" y="3287395"/>
            <a:ext cx="45691"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69AD1A02-4B83-4F7A-61E4-A4BD2E9018AB}"/>
              </a:ext>
            </a:extLst>
          </p:cNvPr>
          <p:cNvCxnSpPr/>
          <p:nvPr/>
        </p:nvCxnSpPr>
        <p:spPr>
          <a:xfrm>
            <a:off x="2506261" y="328739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2" name="直接连接符 221">
            <a:extLst>
              <a:ext uri="{FF2B5EF4-FFF2-40B4-BE49-F238E27FC236}">
                <a16:creationId xmlns:a16="http://schemas.microsoft.com/office/drawing/2014/main" id="{60CD23FA-B540-FEFA-D587-177CD1FF30B2}"/>
              </a:ext>
            </a:extLst>
          </p:cNvPr>
          <p:cNvCxnSpPr/>
          <p:nvPr/>
        </p:nvCxnSpPr>
        <p:spPr>
          <a:xfrm flipV="1">
            <a:off x="2529107" y="3284937"/>
            <a:ext cx="45691" cy="163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3" name="直接连接符 222">
            <a:extLst>
              <a:ext uri="{FF2B5EF4-FFF2-40B4-BE49-F238E27FC236}">
                <a16:creationId xmlns:a16="http://schemas.microsoft.com/office/drawing/2014/main" id="{C04A8CA3-C71B-7A48-5ECC-F5073EAB9175}"/>
              </a:ext>
            </a:extLst>
          </p:cNvPr>
          <p:cNvCxnSpPr/>
          <p:nvPr/>
        </p:nvCxnSpPr>
        <p:spPr>
          <a:xfrm flipV="1">
            <a:off x="2597643" y="3282476"/>
            <a:ext cx="45691"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4" name="直接连接符 223">
            <a:extLst>
              <a:ext uri="{FF2B5EF4-FFF2-40B4-BE49-F238E27FC236}">
                <a16:creationId xmlns:a16="http://schemas.microsoft.com/office/drawing/2014/main" id="{91D5D9F9-F266-2CF7-DE15-00C2C23471C4}"/>
              </a:ext>
            </a:extLst>
          </p:cNvPr>
          <p:cNvCxnSpPr/>
          <p:nvPr/>
        </p:nvCxnSpPr>
        <p:spPr>
          <a:xfrm flipV="1">
            <a:off x="2666178" y="3280017"/>
            <a:ext cx="45690"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6271B8C9-79F8-0F84-4094-EE966600CB87}"/>
              </a:ext>
            </a:extLst>
          </p:cNvPr>
          <p:cNvCxnSpPr/>
          <p:nvPr/>
        </p:nvCxnSpPr>
        <p:spPr>
          <a:xfrm>
            <a:off x="2711869" y="3280017"/>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A883ECD3-B500-EE7C-BA3A-7C9B920FB46B}"/>
              </a:ext>
            </a:extLst>
          </p:cNvPr>
          <p:cNvCxnSpPr/>
          <p:nvPr/>
        </p:nvCxnSpPr>
        <p:spPr>
          <a:xfrm flipV="1">
            <a:off x="2734714" y="3277557"/>
            <a:ext cx="45690"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7" name="直接连接符 226">
            <a:extLst>
              <a:ext uri="{FF2B5EF4-FFF2-40B4-BE49-F238E27FC236}">
                <a16:creationId xmlns:a16="http://schemas.microsoft.com/office/drawing/2014/main" id="{8131C4AC-57C6-4470-B9D8-D82AC8045F2E}"/>
              </a:ext>
            </a:extLst>
          </p:cNvPr>
          <p:cNvCxnSpPr/>
          <p:nvPr/>
        </p:nvCxnSpPr>
        <p:spPr>
          <a:xfrm flipV="1">
            <a:off x="2803250" y="3275098"/>
            <a:ext cx="45690"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8" name="直接连接符 227">
            <a:extLst>
              <a:ext uri="{FF2B5EF4-FFF2-40B4-BE49-F238E27FC236}">
                <a16:creationId xmlns:a16="http://schemas.microsoft.com/office/drawing/2014/main" id="{52562FEA-F52C-13AB-6E70-6F48CEE5E881}"/>
              </a:ext>
            </a:extLst>
          </p:cNvPr>
          <p:cNvCxnSpPr/>
          <p:nvPr/>
        </p:nvCxnSpPr>
        <p:spPr>
          <a:xfrm flipV="1">
            <a:off x="2871786" y="3272640"/>
            <a:ext cx="45690" cy="163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FC88685A-1C2A-9049-EB2A-0F05D36B760D}"/>
              </a:ext>
            </a:extLst>
          </p:cNvPr>
          <p:cNvCxnSpPr/>
          <p:nvPr/>
        </p:nvCxnSpPr>
        <p:spPr>
          <a:xfrm flipV="1">
            <a:off x="2940322" y="3270179"/>
            <a:ext cx="45691"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0" name="直接连接符 229">
            <a:extLst>
              <a:ext uri="{FF2B5EF4-FFF2-40B4-BE49-F238E27FC236}">
                <a16:creationId xmlns:a16="http://schemas.microsoft.com/office/drawing/2014/main" id="{7583B9BB-54FF-990D-2109-FE4FBAD075D3}"/>
              </a:ext>
            </a:extLst>
          </p:cNvPr>
          <p:cNvCxnSpPr/>
          <p:nvPr/>
        </p:nvCxnSpPr>
        <p:spPr>
          <a:xfrm>
            <a:off x="2986012" y="327017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EDC9BC04-8790-C6B8-E929-93D6E8364D04}"/>
              </a:ext>
            </a:extLst>
          </p:cNvPr>
          <p:cNvCxnSpPr/>
          <p:nvPr/>
        </p:nvCxnSpPr>
        <p:spPr>
          <a:xfrm flipV="1">
            <a:off x="3008858" y="3267721"/>
            <a:ext cx="45691" cy="163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id="{EC020526-6787-A7A8-3A9F-44090C8E4433}"/>
              </a:ext>
            </a:extLst>
          </p:cNvPr>
          <p:cNvCxnSpPr/>
          <p:nvPr/>
        </p:nvCxnSpPr>
        <p:spPr>
          <a:xfrm flipV="1">
            <a:off x="3054548" y="3267720"/>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F0D018A0-8189-B3A6-D8B1-4B8D0DE606F4}"/>
              </a:ext>
            </a:extLst>
          </p:cNvPr>
          <p:cNvCxnSpPr/>
          <p:nvPr/>
        </p:nvCxnSpPr>
        <p:spPr>
          <a:xfrm flipV="1">
            <a:off x="3077394" y="3265260"/>
            <a:ext cx="45691"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9BD78661-485C-19D9-9FEE-6FC5041B7E2D}"/>
              </a:ext>
            </a:extLst>
          </p:cNvPr>
          <p:cNvCxnSpPr/>
          <p:nvPr/>
        </p:nvCxnSpPr>
        <p:spPr>
          <a:xfrm flipV="1">
            <a:off x="3145930" y="3262802"/>
            <a:ext cx="45691" cy="163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id="{60DAF3A5-3A40-F980-F81C-3B8C2F51C006}"/>
              </a:ext>
            </a:extLst>
          </p:cNvPr>
          <p:cNvCxnSpPr/>
          <p:nvPr/>
        </p:nvCxnSpPr>
        <p:spPr>
          <a:xfrm flipV="1">
            <a:off x="3214466" y="3260341"/>
            <a:ext cx="45691" cy="16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A9D48160-0901-E205-D872-0B7EC42E9C25}"/>
              </a:ext>
            </a:extLst>
          </p:cNvPr>
          <p:cNvCxnSpPr/>
          <p:nvPr/>
        </p:nvCxnSpPr>
        <p:spPr>
          <a:xfrm flipV="1">
            <a:off x="3283001" y="3257883"/>
            <a:ext cx="45690" cy="163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A7790E4D-55C4-B65A-0829-7821D2EAE10C}"/>
              </a:ext>
            </a:extLst>
          </p:cNvPr>
          <p:cNvCxnSpPr/>
          <p:nvPr/>
        </p:nvCxnSpPr>
        <p:spPr>
          <a:xfrm>
            <a:off x="3328691" y="32578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728F24E6-D7E9-6A57-AB99-F7B566ED377F}"/>
              </a:ext>
            </a:extLst>
          </p:cNvPr>
          <p:cNvCxnSpPr/>
          <p:nvPr/>
        </p:nvCxnSpPr>
        <p:spPr>
          <a:xfrm flipV="1">
            <a:off x="3351538" y="3256562"/>
            <a:ext cx="13963" cy="501"/>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D16B594A-6132-115E-DEDA-B5C073D233E8}"/>
              </a:ext>
            </a:extLst>
          </p:cNvPr>
          <p:cNvCxnSpPr/>
          <p:nvPr/>
        </p:nvCxnSpPr>
        <p:spPr>
          <a:xfrm>
            <a:off x="3365500" y="3256561"/>
            <a:ext cx="31748"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506C5FA8-2D8A-2922-63C3-42875F47B113}"/>
              </a:ext>
            </a:extLst>
          </p:cNvPr>
          <p:cNvCxnSpPr/>
          <p:nvPr/>
        </p:nvCxnSpPr>
        <p:spPr>
          <a:xfrm>
            <a:off x="3397248" y="325656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8839AF2E-F579-3329-5A9F-D5FB29C6DADE}"/>
              </a:ext>
            </a:extLst>
          </p:cNvPr>
          <p:cNvCxnSpPr/>
          <p:nvPr/>
        </p:nvCxnSpPr>
        <p:spPr>
          <a:xfrm>
            <a:off x="342010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2" name="直接连接符 241">
            <a:extLst>
              <a:ext uri="{FF2B5EF4-FFF2-40B4-BE49-F238E27FC236}">
                <a16:creationId xmlns:a16="http://schemas.microsoft.com/office/drawing/2014/main" id="{6894F971-29E2-5738-D8ED-DCFC0B4FB9AC}"/>
              </a:ext>
            </a:extLst>
          </p:cNvPr>
          <p:cNvCxnSpPr/>
          <p:nvPr/>
        </p:nvCxnSpPr>
        <p:spPr>
          <a:xfrm>
            <a:off x="3465828" y="325656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3" name="直接连接符 242">
            <a:extLst>
              <a:ext uri="{FF2B5EF4-FFF2-40B4-BE49-F238E27FC236}">
                <a16:creationId xmlns:a16="http://schemas.microsoft.com/office/drawing/2014/main" id="{4C8D20B8-B4F5-F1A3-BE80-CA250F0B3416}"/>
              </a:ext>
            </a:extLst>
          </p:cNvPr>
          <p:cNvCxnSpPr/>
          <p:nvPr/>
        </p:nvCxnSpPr>
        <p:spPr>
          <a:xfrm>
            <a:off x="348868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4" name="直接连接符 243">
            <a:extLst>
              <a:ext uri="{FF2B5EF4-FFF2-40B4-BE49-F238E27FC236}">
                <a16:creationId xmlns:a16="http://schemas.microsoft.com/office/drawing/2014/main" id="{6A135609-6CF5-BD06-0349-DB473DE9A8D6}"/>
              </a:ext>
            </a:extLst>
          </p:cNvPr>
          <p:cNvCxnSpPr/>
          <p:nvPr/>
        </p:nvCxnSpPr>
        <p:spPr>
          <a:xfrm>
            <a:off x="355726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5" name="直接连接符 244">
            <a:extLst>
              <a:ext uri="{FF2B5EF4-FFF2-40B4-BE49-F238E27FC236}">
                <a16:creationId xmlns:a16="http://schemas.microsoft.com/office/drawing/2014/main" id="{66DD3B1A-F1FB-C89B-6138-22AA9C408578}"/>
              </a:ext>
            </a:extLst>
          </p:cNvPr>
          <p:cNvCxnSpPr/>
          <p:nvPr/>
        </p:nvCxnSpPr>
        <p:spPr>
          <a:xfrm>
            <a:off x="3602988" y="325656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6" name="直接连接符 245">
            <a:extLst>
              <a:ext uri="{FF2B5EF4-FFF2-40B4-BE49-F238E27FC236}">
                <a16:creationId xmlns:a16="http://schemas.microsoft.com/office/drawing/2014/main" id="{EF1E17AF-779F-70BE-CB68-FDBED95B219D}"/>
              </a:ext>
            </a:extLst>
          </p:cNvPr>
          <p:cNvCxnSpPr/>
          <p:nvPr/>
        </p:nvCxnSpPr>
        <p:spPr>
          <a:xfrm>
            <a:off x="362584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7" name="直接连接符 246">
            <a:extLst>
              <a:ext uri="{FF2B5EF4-FFF2-40B4-BE49-F238E27FC236}">
                <a16:creationId xmlns:a16="http://schemas.microsoft.com/office/drawing/2014/main" id="{104DDB83-F008-ABB7-16F8-D194F09FD103}"/>
              </a:ext>
            </a:extLst>
          </p:cNvPr>
          <p:cNvCxnSpPr/>
          <p:nvPr/>
        </p:nvCxnSpPr>
        <p:spPr>
          <a:xfrm>
            <a:off x="3694429" y="3256561"/>
            <a:ext cx="30905"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207DE450-A65D-BC99-23B6-9F871C04CCC3}"/>
              </a:ext>
            </a:extLst>
          </p:cNvPr>
          <p:cNvCxnSpPr/>
          <p:nvPr/>
        </p:nvCxnSpPr>
        <p:spPr>
          <a:xfrm>
            <a:off x="3725334" y="3256561"/>
            <a:ext cx="14815"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49" name="直接连接符 248">
            <a:extLst>
              <a:ext uri="{FF2B5EF4-FFF2-40B4-BE49-F238E27FC236}">
                <a16:creationId xmlns:a16="http://schemas.microsoft.com/office/drawing/2014/main" id="{C11E5BC2-9755-ADDE-080E-BEB4C6310447}"/>
              </a:ext>
            </a:extLst>
          </p:cNvPr>
          <p:cNvCxnSpPr/>
          <p:nvPr/>
        </p:nvCxnSpPr>
        <p:spPr>
          <a:xfrm>
            <a:off x="3740148" y="325656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0" name="直接连接符 249">
            <a:extLst>
              <a:ext uri="{FF2B5EF4-FFF2-40B4-BE49-F238E27FC236}">
                <a16:creationId xmlns:a16="http://schemas.microsoft.com/office/drawing/2014/main" id="{AD021DFF-7015-5F30-3B34-14D88A501E17}"/>
              </a:ext>
            </a:extLst>
          </p:cNvPr>
          <p:cNvCxnSpPr/>
          <p:nvPr/>
        </p:nvCxnSpPr>
        <p:spPr>
          <a:xfrm>
            <a:off x="376300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1" name="直接连接符 250">
            <a:extLst>
              <a:ext uri="{FF2B5EF4-FFF2-40B4-BE49-F238E27FC236}">
                <a16:creationId xmlns:a16="http://schemas.microsoft.com/office/drawing/2014/main" id="{3F6E176C-7401-6C70-3D75-A57E85151454}"/>
              </a:ext>
            </a:extLst>
          </p:cNvPr>
          <p:cNvCxnSpPr/>
          <p:nvPr/>
        </p:nvCxnSpPr>
        <p:spPr>
          <a:xfrm>
            <a:off x="3808728" y="325656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92EC89F8-5F0B-536B-C0B8-0B7146E880A0}"/>
              </a:ext>
            </a:extLst>
          </p:cNvPr>
          <p:cNvCxnSpPr/>
          <p:nvPr/>
        </p:nvCxnSpPr>
        <p:spPr>
          <a:xfrm>
            <a:off x="383158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3" name="直接连接符 252">
            <a:extLst>
              <a:ext uri="{FF2B5EF4-FFF2-40B4-BE49-F238E27FC236}">
                <a16:creationId xmlns:a16="http://schemas.microsoft.com/office/drawing/2014/main" id="{8F95FF60-111E-8220-032A-50F87CDA15EC}"/>
              </a:ext>
            </a:extLst>
          </p:cNvPr>
          <p:cNvCxnSpPr/>
          <p:nvPr/>
        </p:nvCxnSpPr>
        <p:spPr>
          <a:xfrm>
            <a:off x="390016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4" name="直接连接符 253">
            <a:extLst>
              <a:ext uri="{FF2B5EF4-FFF2-40B4-BE49-F238E27FC236}">
                <a16:creationId xmlns:a16="http://schemas.microsoft.com/office/drawing/2014/main" id="{4E019839-ED6E-E78B-D1E7-2101B67159E0}"/>
              </a:ext>
            </a:extLst>
          </p:cNvPr>
          <p:cNvCxnSpPr/>
          <p:nvPr/>
        </p:nvCxnSpPr>
        <p:spPr>
          <a:xfrm>
            <a:off x="396874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C479281D-E0ED-D7E7-A5E8-051BA9751E17}"/>
              </a:ext>
            </a:extLst>
          </p:cNvPr>
          <p:cNvCxnSpPr/>
          <p:nvPr/>
        </p:nvCxnSpPr>
        <p:spPr>
          <a:xfrm>
            <a:off x="4014468" y="325656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6" name="直接连接符 255">
            <a:extLst>
              <a:ext uri="{FF2B5EF4-FFF2-40B4-BE49-F238E27FC236}">
                <a16:creationId xmlns:a16="http://schemas.microsoft.com/office/drawing/2014/main" id="{7FA668A5-D9D7-2E40-5670-A7F183D12C7D}"/>
              </a:ext>
            </a:extLst>
          </p:cNvPr>
          <p:cNvCxnSpPr/>
          <p:nvPr/>
        </p:nvCxnSpPr>
        <p:spPr>
          <a:xfrm>
            <a:off x="403732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7" name="直接连接符 256">
            <a:extLst>
              <a:ext uri="{FF2B5EF4-FFF2-40B4-BE49-F238E27FC236}">
                <a16:creationId xmlns:a16="http://schemas.microsoft.com/office/drawing/2014/main" id="{77A1B25F-D604-207A-F616-6F09930D25A0}"/>
              </a:ext>
            </a:extLst>
          </p:cNvPr>
          <p:cNvCxnSpPr/>
          <p:nvPr/>
        </p:nvCxnSpPr>
        <p:spPr>
          <a:xfrm>
            <a:off x="410590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09CA8D41-5EED-5222-0C92-D8435AF0DFEB}"/>
              </a:ext>
            </a:extLst>
          </p:cNvPr>
          <p:cNvCxnSpPr/>
          <p:nvPr/>
        </p:nvCxnSpPr>
        <p:spPr>
          <a:xfrm>
            <a:off x="4151628" y="325656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59" name="直接连接符 258">
            <a:extLst>
              <a:ext uri="{FF2B5EF4-FFF2-40B4-BE49-F238E27FC236}">
                <a16:creationId xmlns:a16="http://schemas.microsoft.com/office/drawing/2014/main" id="{E93FC3AD-7E0D-172B-D018-B3BDA5AA05FC}"/>
              </a:ext>
            </a:extLst>
          </p:cNvPr>
          <p:cNvCxnSpPr/>
          <p:nvPr/>
        </p:nvCxnSpPr>
        <p:spPr>
          <a:xfrm>
            <a:off x="417448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60" name="直接连接符 259">
            <a:extLst>
              <a:ext uri="{FF2B5EF4-FFF2-40B4-BE49-F238E27FC236}">
                <a16:creationId xmlns:a16="http://schemas.microsoft.com/office/drawing/2014/main" id="{7CBE49F9-8688-A51D-9B76-87C3D4B7D667}"/>
              </a:ext>
            </a:extLst>
          </p:cNvPr>
          <p:cNvCxnSpPr/>
          <p:nvPr/>
        </p:nvCxnSpPr>
        <p:spPr>
          <a:xfrm>
            <a:off x="424306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1C414DCF-8D36-5550-3EB5-BB310491D5B0}"/>
              </a:ext>
            </a:extLst>
          </p:cNvPr>
          <p:cNvCxnSpPr/>
          <p:nvPr/>
        </p:nvCxnSpPr>
        <p:spPr>
          <a:xfrm>
            <a:off x="431164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264488CC-AF09-9448-0A27-036E7541BC71}"/>
              </a:ext>
            </a:extLst>
          </p:cNvPr>
          <p:cNvCxnSpPr/>
          <p:nvPr/>
        </p:nvCxnSpPr>
        <p:spPr>
          <a:xfrm>
            <a:off x="4380228" y="325656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263" name="矩形 262">
            <a:extLst>
              <a:ext uri="{FF2B5EF4-FFF2-40B4-BE49-F238E27FC236}">
                <a16:creationId xmlns:a16="http://schemas.microsoft.com/office/drawing/2014/main" id="{3C3E63CC-CE02-C778-6162-ACE09F953B95}"/>
              </a:ext>
            </a:extLst>
          </p:cNvPr>
          <p:cNvSpPr/>
          <p:nvPr/>
        </p:nvSpPr>
        <p:spPr>
          <a:xfrm>
            <a:off x="1189674" y="353673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4" name="矩形 263">
            <a:extLst>
              <a:ext uri="{FF2B5EF4-FFF2-40B4-BE49-F238E27FC236}">
                <a16:creationId xmlns:a16="http://schemas.microsoft.com/office/drawing/2014/main" id="{DFB0A978-1D4D-78C5-BEF5-1185D455949E}"/>
              </a:ext>
            </a:extLst>
          </p:cNvPr>
          <p:cNvSpPr/>
          <p:nvPr/>
        </p:nvSpPr>
        <p:spPr>
          <a:xfrm>
            <a:off x="1549507" y="335595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矩形 264">
            <a:extLst>
              <a:ext uri="{FF2B5EF4-FFF2-40B4-BE49-F238E27FC236}">
                <a16:creationId xmlns:a16="http://schemas.microsoft.com/office/drawing/2014/main" id="{4C555627-BA22-1151-C798-5659432F82C3}"/>
              </a:ext>
            </a:extLst>
          </p:cNvPr>
          <p:cNvSpPr/>
          <p:nvPr/>
        </p:nvSpPr>
        <p:spPr>
          <a:xfrm>
            <a:off x="1909340" y="3291386"/>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 name="矩形 265">
            <a:extLst>
              <a:ext uri="{FF2B5EF4-FFF2-40B4-BE49-F238E27FC236}">
                <a16:creationId xmlns:a16="http://schemas.microsoft.com/office/drawing/2014/main" id="{457F9715-4002-CE30-3435-25A58E70BF9A}"/>
              </a:ext>
            </a:extLst>
          </p:cNvPr>
          <p:cNvSpPr/>
          <p:nvPr/>
        </p:nvSpPr>
        <p:spPr>
          <a:xfrm>
            <a:off x="2269173" y="3278473"/>
            <a:ext cx="33654"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矩形 266">
            <a:extLst>
              <a:ext uri="{FF2B5EF4-FFF2-40B4-BE49-F238E27FC236}">
                <a16:creationId xmlns:a16="http://schemas.microsoft.com/office/drawing/2014/main" id="{86585298-C3D2-3288-29C2-376925C85961}"/>
              </a:ext>
            </a:extLst>
          </p:cNvPr>
          <p:cNvSpPr/>
          <p:nvPr/>
        </p:nvSpPr>
        <p:spPr>
          <a:xfrm>
            <a:off x="2629007" y="326556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矩形 267">
            <a:extLst>
              <a:ext uri="{FF2B5EF4-FFF2-40B4-BE49-F238E27FC236}">
                <a16:creationId xmlns:a16="http://schemas.microsoft.com/office/drawing/2014/main" id="{85B93E41-0FA7-49B5-A59E-ED19FBD5BB84}"/>
              </a:ext>
            </a:extLst>
          </p:cNvPr>
          <p:cNvSpPr/>
          <p:nvPr/>
        </p:nvSpPr>
        <p:spPr>
          <a:xfrm>
            <a:off x="2988840" y="3252647"/>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a:extLst>
              <a:ext uri="{FF2B5EF4-FFF2-40B4-BE49-F238E27FC236}">
                <a16:creationId xmlns:a16="http://schemas.microsoft.com/office/drawing/2014/main" id="{1CCC3951-D27A-DB6F-E45F-3FE06E34B8E3}"/>
              </a:ext>
            </a:extLst>
          </p:cNvPr>
          <p:cNvSpPr/>
          <p:nvPr/>
        </p:nvSpPr>
        <p:spPr>
          <a:xfrm>
            <a:off x="3348673" y="3239734"/>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a:extLst>
              <a:ext uri="{FF2B5EF4-FFF2-40B4-BE49-F238E27FC236}">
                <a16:creationId xmlns:a16="http://schemas.microsoft.com/office/drawing/2014/main" id="{328D6610-6BBA-6F01-327D-B1D196F5C21C}"/>
              </a:ext>
            </a:extLst>
          </p:cNvPr>
          <p:cNvSpPr/>
          <p:nvPr/>
        </p:nvSpPr>
        <p:spPr>
          <a:xfrm>
            <a:off x="3708507" y="3239734"/>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a:extLst>
              <a:ext uri="{FF2B5EF4-FFF2-40B4-BE49-F238E27FC236}">
                <a16:creationId xmlns:a16="http://schemas.microsoft.com/office/drawing/2014/main" id="{4315D01B-C516-B9A9-F8F3-B9024686772F}"/>
              </a:ext>
            </a:extLst>
          </p:cNvPr>
          <p:cNvSpPr/>
          <p:nvPr/>
        </p:nvSpPr>
        <p:spPr>
          <a:xfrm>
            <a:off x="4068340" y="3239734"/>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a:extLst>
              <a:ext uri="{FF2B5EF4-FFF2-40B4-BE49-F238E27FC236}">
                <a16:creationId xmlns:a16="http://schemas.microsoft.com/office/drawing/2014/main" id="{C64261E5-34E5-FE26-79F0-FB971D414515}"/>
              </a:ext>
            </a:extLst>
          </p:cNvPr>
          <p:cNvSpPr/>
          <p:nvPr/>
        </p:nvSpPr>
        <p:spPr>
          <a:xfrm>
            <a:off x="4428173" y="3239734"/>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3" name="直接连接符 272">
            <a:extLst>
              <a:ext uri="{FF2B5EF4-FFF2-40B4-BE49-F238E27FC236}">
                <a16:creationId xmlns:a16="http://schemas.microsoft.com/office/drawing/2014/main" id="{87FB553F-E675-DE1E-FDD3-E53DD8CD80B7}"/>
              </a:ext>
            </a:extLst>
          </p:cNvPr>
          <p:cNvCxnSpPr/>
          <p:nvPr/>
        </p:nvCxnSpPr>
        <p:spPr>
          <a:xfrm flipV="1">
            <a:off x="1206501" y="3476079"/>
            <a:ext cx="359833" cy="18078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74" name="直接连接符 273">
            <a:extLst>
              <a:ext uri="{FF2B5EF4-FFF2-40B4-BE49-F238E27FC236}">
                <a16:creationId xmlns:a16="http://schemas.microsoft.com/office/drawing/2014/main" id="{E39D45B1-FACF-8371-C1AD-EC002F984EEE}"/>
              </a:ext>
            </a:extLst>
          </p:cNvPr>
          <p:cNvCxnSpPr/>
          <p:nvPr/>
        </p:nvCxnSpPr>
        <p:spPr>
          <a:xfrm flipV="1">
            <a:off x="1566333" y="3385689"/>
            <a:ext cx="359834" cy="9039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EF4C73D4-1CEE-AC2D-4C01-9D6E9B93B76F}"/>
              </a:ext>
            </a:extLst>
          </p:cNvPr>
          <p:cNvCxnSpPr/>
          <p:nvPr/>
        </p:nvCxnSpPr>
        <p:spPr>
          <a:xfrm flipV="1">
            <a:off x="1926168" y="3372777"/>
            <a:ext cx="359833" cy="12912"/>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76" name="直接连接符 275">
            <a:extLst>
              <a:ext uri="{FF2B5EF4-FFF2-40B4-BE49-F238E27FC236}">
                <a16:creationId xmlns:a16="http://schemas.microsoft.com/office/drawing/2014/main" id="{24C3EBD7-85F2-0DDB-3F86-E126BE347529}"/>
              </a:ext>
            </a:extLst>
          </p:cNvPr>
          <p:cNvCxnSpPr/>
          <p:nvPr/>
        </p:nvCxnSpPr>
        <p:spPr>
          <a:xfrm flipV="1">
            <a:off x="2286001" y="3359865"/>
            <a:ext cx="359833" cy="1291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77" name="直接连接符 276">
            <a:extLst>
              <a:ext uri="{FF2B5EF4-FFF2-40B4-BE49-F238E27FC236}">
                <a16:creationId xmlns:a16="http://schemas.microsoft.com/office/drawing/2014/main" id="{107EC6B5-8414-C80F-FB0F-46891723AF5F}"/>
              </a:ext>
            </a:extLst>
          </p:cNvPr>
          <p:cNvCxnSpPr/>
          <p:nvPr/>
        </p:nvCxnSpPr>
        <p:spPr>
          <a:xfrm flipV="1">
            <a:off x="2645833" y="3346952"/>
            <a:ext cx="359834" cy="1291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78" name="直接连接符 277">
            <a:extLst>
              <a:ext uri="{FF2B5EF4-FFF2-40B4-BE49-F238E27FC236}">
                <a16:creationId xmlns:a16="http://schemas.microsoft.com/office/drawing/2014/main" id="{CCB19DFA-F313-93BE-04FE-6FF98D87738E}"/>
              </a:ext>
            </a:extLst>
          </p:cNvPr>
          <p:cNvCxnSpPr/>
          <p:nvPr/>
        </p:nvCxnSpPr>
        <p:spPr>
          <a:xfrm flipV="1">
            <a:off x="3005668" y="3334039"/>
            <a:ext cx="359833" cy="1291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79" name="直接连接符 278">
            <a:extLst>
              <a:ext uri="{FF2B5EF4-FFF2-40B4-BE49-F238E27FC236}">
                <a16:creationId xmlns:a16="http://schemas.microsoft.com/office/drawing/2014/main" id="{086F7A59-F887-79C1-D3B9-12009D7B6187}"/>
              </a:ext>
            </a:extLst>
          </p:cNvPr>
          <p:cNvCxnSpPr/>
          <p:nvPr/>
        </p:nvCxnSpPr>
        <p:spPr>
          <a:xfrm>
            <a:off x="3365501" y="3334038"/>
            <a:ext cx="35983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80" name="直接连接符 279">
            <a:extLst>
              <a:ext uri="{FF2B5EF4-FFF2-40B4-BE49-F238E27FC236}">
                <a16:creationId xmlns:a16="http://schemas.microsoft.com/office/drawing/2014/main" id="{CD13593B-04F2-D83F-73A4-ED63116FDEB9}"/>
              </a:ext>
            </a:extLst>
          </p:cNvPr>
          <p:cNvCxnSpPr/>
          <p:nvPr/>
        </p:nvCxnSpPr>
        <p:spPr>
          <a:xfrm>
            <a:off x="3725333" y="3334038"/>
            <a:ext cx="359834"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81" name="直接连接符 280">
            <a:extLst>
              <a:ext uri="{FF2B5EF4-FFF2-40B4-BE49-F238E27FC236}">
                <a16:creationId xmlns:a16="http://schemas.microsoft.com/office/drawing/2014/main" id="{8523F122-55DD-6DAE-048F-814309A3FE8C}"/>
              </a:ext>
            </a:extLst>
          </p:cNvPr>
          <p:cNvCxnSpPr/>
          <p:nvPr/>
        </p:nvCxnSpPr>
        <p:spPr>
          <a:xfrm>
            <a:off x="4085168" y="3334038"/>
            <a:ext cx="35983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sp>
        <p:nvSpPr>
          <p:cNvPr id="282" name="椭圆 281">
            <a:extLst>
              <a:ext uri="{FF2B5EF4-FFF2-40B4-BE49-F238E27FC236}">
                <a16:creationId xmlns:a16="http://schemas.microsoft.com/office/drawing/2014/main" id="{B5D80185-CE68-BC1B-8D58-356626B362B4}"/>
              </a:ext>
            </a:extLst>
          </p:cNvPr>
          <p:cNvSpPr/>
          <p:nvPr/>
        </p:nvSpPr>
        <p:spPr>
          <a:xfrm>
            <a:off x="1189674" y="3640033"/>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3" name="椭圆 282">
            <a:extLst>
              <a:ext uri="{FF2B5EF4-FFF2-40B4-BE49-F238E27FC236}">
                <a16:creationId xmlns:a16="http://schemas.microsoft.com/office/drawing/2014/main" id="{34DB9059-3061-863A-7A7B-D4615CE5BF1A}"/>
              </a:ext>
            </a:extLst>
          </p:cNvPr>
          <p:cNvSpPr/>
          <p:nvPr/>
        </p:nvSpPr>
        <p:spPr>
          <a:xfrm>
            <a:off x="1549507" y="3459253"/>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4" name="椭圆 283">
            <a:extLst>
              <a:ext uri="{FF2B5EF4-FFF2-40B4-BE49-F238E27FC236}">
                <a16:creationId xmlns:a16="http://schemas.microsoft.com/office/drawing/2014/main" id="{9DC37223-9E2B-E2C8-5012-22CA139792FE}"/>
              </a:ext>
            </a:extLst>
          </p:cNvPr>
          <p:cNvSpPr/>
          <p:nvPr/>
        </p:nvSpPr>
        <p:spPr>
          <a:xfrm>
            <a:off x="1909340" y="3368863"/>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5" name="椭圆 284">
            <a:extLst>
              <a:ext uri="{FF2B5EF4-FFF2-40B4-BE49-F238E27FC236}">
                <a16:creationId xmlns:a16="http://schemas.microsoft.com/office/drawing/2014/main" id="{A69E7679-EACC-6081-0BEA-40A394AEF9F5}"/>
              </a:ext>
            </a:extLst>
          </p:cNvPr>
          <p:cNvSpPr/>
          <p:nvPr/>
        </p:nvSpPr>
        <p:spPr>
          <a:xfrm>
            <a:off x="2269173" y="3355950"/>
            <a:ext cx="33654"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6" name="椭圆 285">
            <a:extLst>
              <a:ext uri="{FF2B5EF4-FFF2-40B4-BE49-F238E27FC236}">
                <a16:creationId xmlns:a16="http://schemas.microsoft.com/office/drawing/2014/main" id="{7EA729EC-F933-F5B5-86AE-69FEAF0CEF24}"/>
              </a:ext>
            </a:extLst>
          </p:cNvPr>
          <p:cNvSpPr/>
          <p:nvPr/>
        </p:nvSpPr>
        <p:spPr>
          <a:xfrm>
            <a:off x="2629007" y="3343037"/>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椭圆 286">
            <a:extLst>
              <a:ext uri="{FF2B5EF4-FFF2-40B4-BE49-F238E27FC236}">
                <a16:creationId xmlns:a16="http://schemas.microsoft.com/office/drawing/2014/main" id="{D5EFC8A2-86FD-4636-CA91-6BEAAD72E387}"/>
              </a:ext>
            </a:extLst>
          </p:cNvPr>
          <p:cNvSpPr/>
          <p:nvPr/>
        </p:nvSpPr>
        <p:spPr>
          <a:xfrm>
            <a:off x="2988840" y="3330124"/>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8" name="椭圆 287">
            <a:extLst>
              <a:ext uri="{FF2B5EF4-FFF2-40B4-BE49-F238E27FC236}">
                <a16:creationId xmlns:a16="http://schemas.microsoft.com/office/drawing/2014/main" id="{6E125FE6-53D0-71C1-4A20-8339CB0344F7}"/>
              </a:ext>
            </a:extLst>
          </p:cNvPr>
          <p:cNvSpPr/>
          <p:nvPr/>
        </p:nvSpPr>
        <p:spPr>
          <a:xfrm>
            <a:off x="3348673" y="3317210"/>
            <a:ext cx="33655" cy="33656"/>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9" name="椭圆 288">
            <a:extLst>
              <a:ext uri="{FF2B5EF4-FFF2-40B4-BE49-F238E27FC236}">
                <a16:creationId xmlns:a16="http://schemas.microsoft.com/office/drawing/2014/main" id="{B7AB2254-F7FC-3766-E98E-6D835D716B90}"/>
              </a:ext>
            </a:extLst>
          </p:cNvPr>
          <p:cNvSpPr/>
          <p:nvPr/>
        </p:nvSpPr>
        <p:spPr>
          <a:xfrm>
            <a:off x="3708507" y="3317210"/>
            <a:ext cx="33655" cy="33656"/>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0" name="椭圆 289">
            <a:extLst>
              <a:ext uri="{FF2B5EF4-FFF2-40B4-BE49-F238E27FC236}">
                <a16:creationId xmlns:a16="http://schemas.microsoft.com/office/drawing/2014/main" id="{5E609C4E-13EE-3A69-521C-DE8BAF5BD396}"/>
              </a:ext>
            </a:extLst>
          </p:cNvPr>
          <p:cNvSpPr/>
          <p:nvPr/>
        </p:nvSpPr>
        <p:spPr>
          <a:xfrm>
            <a:off x="4068340" y="3317210"/>
            <a:ext cx="33655" cy="33656"/>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1" name="椭圆 290">
            <a:extLst>
              <a:ext uri="{FF2B5EF4-FFF2-40B4-BE49-F238E27FC236}">
                <a16:creationId xmlns:a16="http://schemas.microsoft.com/office/drawing/2014/main" id="{4C082BF2-F0CA-BDD3-8EA2-8267AE304C59}"/>
              </a:ext>
            </a:extLst>
          </p:cNvPr>
          <p:cNvSpPr/>
          <p:nvPr/>
        </p:nvSpPr>
        <p:spPr>
          <a:xfrm>
            <a:off x="4428173" y="3317210"/>
            <a:ext cx="33655" cy="33656"/>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2" name="直接连接符 291">
            <a:extLst>
              <a:ext uri="{FF2B5EF4-FFF2-40B4-BE49-F238E27FC236}">
                <a16:creationId xmlns:a16="http://schemas.microsoft.com/office/drawing/2014/main" id="{9BB8E63A-322B-3D40-4D8E-518696ADB460}"/>
              </a:ext>
            </a:extLst>
          </p:cNvPr>
          <p:cNvCxnSpPr/>
          <p:nvPr/>
        </p:nvCxnSpPr>
        <p:spPr>
          <a:xfrm flipV="1">
            <a:off x="1206501" y="3810123"/>
            <a:ext cx="36513" cy="27516"/>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93" name="直接连接符 292">
            <a:extLst>
              <a:ext uri="{FF2B5EF4-FFF2-40B4-BE49-F238E27FC236}">
                <a16:creationId xmlns:a16="http://schemas.microsoft.com/office/drawing/2014/main" id="{199A87BD-AA2D-5E72-2F9A-0BCCA55AC47C}"/>
              </a:ext>
            </a:extLst>
          </p:cNvPr>
          <p:cNvCxnSpPr/>
          <p:nvPr/>
        </p:nvCxnSpPr>
        <p:spPr>
          <a:xfrm flipV="1">
            <a:off x="1261270" y="3768849"/>
            <a:ext cx="36513" cy="27516"/>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94" name="直接连接符 293">
            <a:extLst>
              <a:ext uri="{FF2B5EF4-FFF2-40B4-BE49-F238E27FC236}">
                <a16:creationId xmlns:a16="http://schemas.microsoft.com/office/drawing/2014/main" id="{56A02CE2-4377-1E9C-7ED7-4566FD614E54}"/>
              </a:ext>
            </a:extLst>
          </p:cNvPr>
          <p:cNvCxnSpPr/>
          <p:nvPr/>
        </p:nvCxnSpPr>
        <p:spPr>
          <a:xfrm flipV="1">
            <a:off x="1297782" y="3768849"/>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4FEDE9D2-113E-2098-E2D0-F45465F682E5}"/>
              </a:ext>
            </a:extLst>
          </p:cNvPr>
          <p:cNvCxnSpPr/>
          <p:nvPr/>
        </p:nvCxnSpPr>
        <p:spPr>
          <a:xfrm flipV="1">
            <a:off x="1316039" y="3727575"/>
            <a:ext cx="36513" cy="27516"/>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96" name="直接连接符 295">
            <a:extLst>
              <a:ext uri="{FF2B5EF4-FFF2-40B4-BE49-F238E27FC236}">
                <a16:creationId xmlns:a16="http://schemas.microsoft.com/office/drawing/2014/main" id="{CE1D63DA-1C27-701F-09DD-19C43E62248C}"/>
              </a:ext>
            </a:extLst>
          </p:cNvPr>
          <p:cNvCxnSpPr/>
          <p:nvPr/>
        </p:nvCxnSpPr>
        <p:spPr>
          <a:xfrm flipV="1">
            <a:off x="1352551" y="372757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97" name="直接连接符 296">
            <a:extLst>
              <a:ext uri="{FF2B5EF4-FFF2-40B4-BE49-F238E27FC236}">
                <a16:creationId xmlns:a16="http://schemas.microsoft.com/office/drawing/2014/main" id="{91B8E8B4-30AA-BDC3-2A38-6A12A621BEFE}"/>
              </a:ext>
            </a:extLst>
          </p:cNvPr>
          <p:cNvCxnSpPr/>
          <p:nvPr/>
        </p:nvCxnSpPr>
        <p:spPr>
          <a:xfrm flipV="1">
            <a:off x="1370809" y="3686301"/>
            <a:ext cx="36513" cy="27516"/>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9555AF04-3A8E-81CB-F4EF-B0489758D5AD}"/>
              </a:ext>
            </a:extLst>
          </p:cNvPr>
          <p:cNvCxnSpPr/>
          <p:nvPr/>
        </p:nvCxnSpPr>
        <p:spPr>
          <a:xfrm flipV="1">
            <a:off x="1407321" y="3686301"/>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299" name="直接连接符 298">
            <a:extLst>
              <a:ext uri="{FF2B5EF4-FFF2-40B4-BE49-F238E27FC236}">
                <a16:creationId xmlns:a16="http://schemas.microsoft.com/office/drawing/2014/main" id="{DF11728A-5F5C-24DC-2286-CA0E628AB71A}"/>
              </a:ext>
            </a:extLst>
          </p:cNvPr>
          <p:cNvCxnSpPr/>
          <p:nvPr/>
        </p:nvCxnSpPr>
        <p:spPr>
          <a:xfrm flipV="1">
            <a:off x="1425578" y="3645027"/>
            <a:ext cx="36513" cy="27516"/>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0" name="直接连接符 299">
            <a:extLst>
              <a:ext uri="{FF2B5EF4-FFF2-40B4-BE49-F238E27FC236}">
                <a16:creationId xmlns:a16="http://schemas.microsoft.com/office/drawing/2014/main" id="{31FA2834-269D-F2A0-8A77-5884628990E7}"/>
              </a:ext>
            </a:extLst>
          </p:cNvPr>
          <p:cNvCxnSpPr/>
          <p:nvPr/>
        </p:nvCxnSpPr>
        <p:spPr>
          <a:xfrm flipV="1">
            <a:off x="1480347" y="3603753"/>
            <a:ext cx="36513" cy="27516"/>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1" name="直接连接符 300">
            <a:extLst>
              <a:ext uri="{FF2B5EF4-FFF2-40B4-BE49-F238E27FC236}">
                <a16:creationId xmlns:a16="http://schemas.microsoft.com/office/drawing/2014/main" id="{30FC1B67-D0FF-CCBA-E360-CACE78A78F2E}"/>
              </a:ext>
            </a:extLst>
          </p:cNvPr>
          <p:cNvCxnSpPr/>
          <p:nvPr/>
        </p:nvCxnSpPr>
        <p:spPr>
          <a:xfrm flipV="1">
            <a:off x="1516859" y="3603753"/>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2" name="直接连接符 301">
            <a:extLst>
              <a:ext uri="{FF2B5EF4-FFF2-40B4-BE49-F238E27FC236}">
                <a16:creationId xmlns:a16="http://schemas.microsoft.com/office/drawing/2014/main" id="{35607197-3A27-CF4A-9DAD-5E88EF4852F4}"/>
              </a:ext>
            </a:extLst>
          </p:cNvPr>
          <p:cNvCxnSpPr/>
          <p:nvPr/>
        </p:nvCxnSpPr>
        <p:spPr>
          <a:xfrm flipV="1">
            <a:off x="1535117" y="3566469"/>
            <a:ext cx="31217" cy="23526"/>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3" name="直接连接符 302">
            <a:extLst>
              <a:ext uri="{FF2B5EF4-FFF2-40B4-BE49-F238E27FC236}">
                <a16:creationId xmlns:a16="http://schemas.microsoft.com/office/drawing/2014/main" id="{FCDA2F8E-D937-3377-F5D1-27377A69FAF0}"/>
              </a:ext>
            </a:extLst>
          </p:cNvPr>
          <p:cNvCxnSpPr/>
          <p:nvPr/>
        </p:nvCxnSpPr>
        <p:spPr>
          <a:xfrm flipV="1">
            <a:off x="1566333" y="3564433"/>
            <a:ext cx="6310" cy="2037"/>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4" name="直接连接符 303">
            <a:extLst>
              <a:ext uri="{FF2B5EF4-FFF2-40B4-BE49-F238E27FC236}">
                <a16:creationId xmlns:a16="http://schemas.microsoft.com/office/drawing/2014/main" id="{EAA92E9D-C0A7-1542-FC1C-2E5894085409}"/>
              </a:ext>
            </a:extLst>
          </p:cNvPr>
          <p:cNvCxnSpPr/>
          <p:nvPr/>
        </p:nvCxnSpPr>
        <p:spPr>
          <a:xfrm>
            <a:off x="1572643" y="3564432"/>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5" name="直接连接符 304">
            <a:extLst>
              <a:ext uri="{FF2B5EF4-FFF2-40B4-BE49-F238E27FC236}">
                <a16:creationId xmlns:a16="http://schemas.microsoft.com/office/drawing/2014/main" id="{791F98AD-29BC-E97E-4578-5E3499F96918}"/>
              </a:ext>
            </a:extLst>
          </p:cNvPr>
          <p:cNvCxnSpPr/>
          <p:nvPr/>
        </p:nvCxnSpPr>
        <p:spPr>
          <a:xfrm flipV="1">
            <a:off x="1594397" y="3543354"/>
            <a:ext cx="43507" cy="14052"/>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6" name="直接连接符 305">
            <a:extLst>
              <a:ext uri="{FF2B5EF4-FFF2-40B4-BE49-F238E27FC236}">
                <a16:creationId xmlns:a16="http://schemas.microsoft.com/office/drawing/2014/main" id="{FE11783E-FC6D-E5E4-6E80-0C280884F2F4}"/>
              </a:ext>
            </a:extLst>
          </p:cNvPr>
          <p:cNvCxnSpPr/>
          <p:nvPr/>
        </p:nvCxnSpPr>
        <p:spPr>
          <a:xfrm>
            <a:off x="1637904" y="3543354"/>
            <a:ext cx="1"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7" name="直接连接符 306">
            <a:extLst>
              <a:ext uri="{FF2B5EF4-FFF2-40B4-BE49-F238E27FC236}">
                <a16:creationId xmlns:a16="http://schemas.microsoft.com/office/drawing/2014/main" id="{9D4DEB51-AED9-5AA2-5A9E-98728C003E33}"/>
              </a:ext>
            </a:extLst>
          </p:cNvPr>
          <p:cNvCxnSpPr/>
          <p:nvPr/>
        </p:nvCxnSpPr>
        <p:spPr>
          <a:xfrm flipV="1">
            <a:off x="1659658" y="3522278"/>
            <a:ext cx="43507" cy="14051"/>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8" name="直接连接符 307">
            <a:extLst>
              <a:ext uri="{FF2B5EF4-FFF2-40B4-BE49-F238E27FC236}">
                <a16:creationId xmlns:a16="http://schemas.microsoft.com/office/drawing/2014/main" id="{4EF490C9-6A75-1BD9-65CC-D65D35798F64}"/>
              </a:ext>
            </a:extLst>
          </p:cNvPr>
          <p:cNvCxnSpPr/>
          <p:nvPr/>
        </p:nvCxnSpPr>
        <p:spPr>
          <a:xfrm flipV="1">
            <a:off x="1703164" y="3522277"/>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09" name="直接连接符 308">
            <a:extLst>
              <a:ext uri="{FF2B5EF4-FFF2-40B4-BE49-F238E27FC236}">
                <a16:creationId xmlns:a16="http://schemas.microsoft.com/office/drawing/2014/main" id="{81D1A192-4B92-9C58-69FA-71FBCD65068D}"/>
              </a:ext>
            </a:extLst>
          </p:cNvPr>
          <p:cNvCxnSpPr/>
          <p:nvPr/>
        </p:nvCxnSpPr>
        <p:spPr>
          <a:xfrm flipV="1">
            <a:off x="1724919" y="3501201"/>
            <a:ext cx="43507" cy="14051"/>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0" name="直接连接符 309">
            <a:extLst>
              <a:ext uri="{FF2B5EF4-FFF2-40B4-BE49-F238E27FC236}">
                <a16:creationId xmlns:a16="http://schemas.microsoft.com/office/drawing/2014/main" id="{A8F7F5F2-B04B-8C0B-368C-55C3988F8E47}"/>
              </a:ext>
            </a:extLst>
          </p:cNvPr>
          <p:cNvCxnSpPr/>
          <p:nvPr/>
        </p:nvCxnSpPr>
        <p:spPr>
          <a:xfrm flipV="1">
            <a:off x="1768425" y="3501200"/>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1" name="直接连接符 310">
            <a:extLst>
              <a:ext uri="{FF2B5EF4-FFF2-40B4-BE49-F238E27FC236}">
                <a16:creationId xmlns:a16="http://schemas.microsoft.com/office/drawing/2014/main" id="{20C81F30-CF32-4C73-4691-C7ECE2DC2DA0}"/>
              </a:ext>
            </a:extLst>
          </p:cNvPr>
          <p:cNvCxnSpPr/>
          <p:nvPr/>
        </p:nvCxnSpPr>
        <p:spPr>
          <a:xfrm flipV="1">
            <a:off x="1790180" y="3480122"/>
            <a:ext cx="43507" cy="14052"/>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2" name="直接连接符 311">
            <a:extLst>
              <a:ext uri="{FF2B5EF4-FFF2-40B4-BE49-F238E27FC236}">
                <a16:creationId xmlns:a16="http://schemas.microsoft.com/office/drawing/2014/main" id="{B63BF4B6-1813-CAA9-4217-E3D036B7C4F8}"/>
              </a:ext>
            </a:extLst>
          </p:cNvPr>
          <p:cNvCxnSpPr/>
          <p:nvPr/>
        </p:nvCxnSpPr>
        <p:spPr>
          <a:xfrm flipV="1">
            <a:off x="1833686" y="3480122"/>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E390012F-81F4-80B2-CE26-D46F49C86782}"/>
              </a:ext>
            </a:extLst>
          </p:cNvPr>
          <p:cNvCxnSpPr/>
          <p:nvPr/>
        </p:nvCxnSpPr>
        <p:spPr>
          <a:xfrm flipV="1">
            <a:off x="1855440" y="3459045"/>
            <a:ext cx="43507" cy="14052"/>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4" name="直接连接符 313">
            <a:extLst>
              <a:ext uri="{FF2B5EF4-FFF2-40B4-BE49-F238E27FC236}">
                <a16:creationId xmlns:a16="http://schemas.microsoft.com/office/drawing/2014/main" id="{11CDE850-1F9E-5F12-9984-16B8D1918672}"/>
              </a:ext>
            </a:extLst>
          </p:cNvPr>
          <p:cNvCxnSpPr/>
          <p:nvPr/>
        </p:nvCxnSpPr>
        <p:spPr>
          <a:xfrm flipV="1">
            <a:off x="1898946" y="345904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5" name="直接连接符 314">
            <a:extLst>
              <a:ext uri="{FF2B5EF4-FFF2-40B4-BE49-F238E27FC236}">
                <a16:creationId xmlns:a16="http://schemas.microsoft.com/office/drawing/2014/main" id="{D7408999-9048-6F6D-9830-EB42D45962E9}"/>
              </a:ext>
            </a:extLst>
          </p:cNvPr>
          <p:cNvCxnSpPr/>
          <p:nvPr/>
        </p:nvCxnSpPr>
        <p:spPr>
          <a:xfrm flipV="1">
            <a:off x="1920701" y="3450255"/>
            <a:ext cx="5467" cy="1765"/>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6" name="直接连接符 315">
            <a:extLst>
              <a:ext uri="{FF2B5EF4-FFF2-40B4-BE49-F238E27FC236}">
                <a16:creationId xmlns:a16="http://schemas.microsoft.com/office/drawing/2014/main" id="{43F9115D-C589-313A-A997-DDFF17DAEB59}"/>
              </a:ext>
            </a:extLst>
          </p:cNvPr>
          <p:cNvCxnSpPr/>
          <p:nvPr/>
        </p:nvCxnSpPr>
        <p:spPr>
          <a:xfrm flipV="1">
            <a:off x="1926167" y="3447392"/>
            <a:ext cx="39872" cy="2862"/>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7" name="直接连接符 316">
            <a:extLst>
              <a:ext uri="{FF2B5EF4-FFF2-40B4-BE49-F238E27FC236}">
                <a16:creationId xmlns:a16="http://schemas.microsoft.com/office/drawing/2014/main" id="{449769C2-05CB-E238-1923-B7A50330529D}"/>
              </a:ext>
            </a:extLst>
          </p:cNvPr>
          <p:cNvCxnSpPr/>
          <p:nvPr/>
        </p:nvCxnSpPr>
        <p:spPr>
          <a:xfrm flipV="1">
            <a:off x="1988841" y="3442483"/>
            <a:ext cx="45602" cy="327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8" name="直接连接符 317">
            <a:extLst>
              <a:ext uri="{FF2B5EF4-FFF2-40B4-BE49-F238E27FC236}">
                <a16:creationId xmlns:a16="http://schemas.microsoft.com/office/drawing/2014/main" id="{93B61FDF-2B49-8DFE-813A-F8FAB5C220A0}"/>
              </a:ext>
            </a:extLst>
          </p:cNvPr>
          <p:cNvCxnSpPr/>
          <p:nvPr/>
        </p:nvCxnSpPr>
        <p:spPr>
          <a:xfrm>
            <a:off x="2034443" y="3442482"/>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19" name="直接连接符 318">
            <a:extLst>
              <a:ext uri="{FF2B5EF4-FFF2-40B4-BE49-F238E27FC236}">
                <a16:creationId xmlns:a16="http://schemas.microsoft.com/office/drawing/2014/main" id="{6785B453-05AE-6C23-7C53-42FA2D92B771}"/>
              </a:ext>
            </a:extLst>
          </p:cNvPr>
          <p:cNvCxnSpPr/>
          <p:nvPr/>
        </p:nvCxnSpPr>
        <p:spPr>
          <a:xfrm flipV="1">
            <a:off x="2057245" y="3437574"/>
            <a:ext cx="45602" cy="327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0" name="直接连接符 319">
            <a:extLst>
              <a:ext uri="{FF2B5EF4-FFF2-40B4-BE49-F238E27FC236}">
                <a16:creationId xmlns:a16="http://schemas.microsoft.com/office/drawing/2014/main" id="{81DE548E-CA75-7D45-9ED1-E33AFCFAC573}"/>
              </a:ext>
            </a:extLst>
          </p:cNvPr>
          <p:cNvCxnSpPr/>
          <p:nvPr/>
        </p:nvCxnSpPr>
        <p:spPr>
          <a:xfrm>
            <a:off x="2102848" y="3437573"/>
            <a:ext cx="1"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1" name="直接连接符 320">
            <a:extLst>
              <a:ext uri="{FF2B5EF4-FFF2-40B4-BE49-F238E27FC236}">
                <a16:creationId xmlns:a16="http://schemas.microsoft.com/office/drawing/2014/main" id="{98B94571-F9B1-E5A4-D112-8FA61D649F61}"/>
              </a:ext>
            </a:extLst>
          </p:cNvPr>
          <p:cNvCxnSpPr/>
          <p:nvPr/>
        </p:nvCxnSpPr>
        <p:spPr>
          <a:xfrm flipV="1">
            <a:off x="2125649" y="3432665"/>
            <a:ext cx="45602" cy="327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2" name="直接连接符 321">
            <a:extLst>
              <a:ext uri="{FF2B5EF4-FFF2-40B4-BE49-F238E27FC236}">
                <a16:creationId xmlns:a16="http://schemas.microsoft.com/office/drawing/2014/main" id="{731BB366-B797-06C4-C2F2-9A74DE110829}"/>
              </a:ext>
            </a:extLst>
          </p:cNvPr>
          <p:cNvCxnSpPr/>
          <p:nvPr/>
        </p:nvCxnSpPr>
        <p:spPr>
          <a:xfrm>
            <a:off x="2171252" y="3432664"/>
            <a:ext cx="1"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3" name="直接连接符 322">
            <a:extLst>
              <a:ext uri="{FF2B5EF4-FFF2-40B4-BE49-F238E27FC236}">
                <a16:creationId xmlns:a16="http://schemas.microsoft.com/office/drawing/2014/main" id="{90D5C97A-3BEB-7F42-2BE7-3C49703A6F3C}"/>
              </a:ext>
            </a:extLst>
          </p:cNvPr>
          <p:cNvCxnSpPr/>
          <p:nvPr/>
        </p:nvCxnSpPr>
        <p:spPr>
          <a:xfrm flipV="1">
            <a:off x="2194054" y="3427755"/>
            <a:ext cx="45603" cy="327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4" name="直接连接符 323">
            <a:extLst>
              <a:ext uri="{FF2B5EF4-FFF2-40B4-BE49-F238E27FC236}">
                <a16:creationId xmlns:a16="http://schemas.microsoft.com/office/drawing/2014/main" id="{85DB78E0-DB74-15BF-0091-826DCAB168DE}"/>
              </a:ext>
            </a:extLst>
          </p:cNvPr>
          <p:cNvCxnSpPr/>
          <p:nvPr/>
        </p:nvCxnSpPr>
        <p:spPr>
          <a:xfrm flipV="1">
            <a:off x="2262458" y="3424428"/>
            <a:ext cx="23543" cy="169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5" name="直接连接符 324">
            <a:extLst>
              <a:ext uri="{FF2B5EF4-FFF2-40B4-BE49-F238E27FC236}">
                <a16:creationId xmlns:a16="http://schemas.microsoft.com/office/drawing/2014/main" id="{FEF90E8F-CECE-BF5F-B234-CF3B339736F6}"/>
              </a:ext>
            </a:extLst>
          </p:cNvPr>
          <p:cNvCxnSpPr/>
          <p:nvPr/>
        </p:nvCxnSpPr>
        <p:spPr>
          <a:xfrm flipV="1">
            <a:off x="2286000" y="3423636"/>
            <a:ext cx="22102" cy="79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6" name="直接连接符 325">
            <a:extLst>
              <a:ext uri="{FF2B5EF4-FFF2-40B4-BE49-F238E27FC236}">
                <a16:creationId xmlns:a16="http://schemas.microsoft.com/office/drawing/2014/main" id="{42A21699-4C61-F01C-69B2-5ACD40BDCE9A}"/>
              </a:ext>
            </a:extLst>
          </p:cNvPr>
          <p:cNvCxnSpPr/>
          <p:nvPr/>
        </p:nvCxnSpPr>
        <p:spPr>
          <a:xfrm>
            <a:off x="2308102" y="342363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7" name="直接连接符 326">
            <a:extLst>
              <a:ext uri="{FF2B5EF4-FFF2-40B4-BE49-F238E27FC236}">
                <a16:creationId xmlns:a16="http://schemas.microsoft.com/office/drawing/2014/main" id="{9F3F00CD-B7AB-8D85-4C36-D325D5CAC332}"/>
              </a:ext>
            </a:extLst>
          </p:cNvPr>
          <p:cNvCxnSpPr/>
          <p:nvPr/>
        </p:nvCxnSpPr>
        <p:spPr>
          <a:xfrm flipV="1">
            <a:off x="2330948" y="3421175"/>
            <a:ext cx="45691"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8" name="直接连接符 327">
            <a:extLst>
              <a:ext uri="{FF2B5EF4-FFF2-40B4-BE49-F238E27FC236}">
                <a16:creationId xmlns:a16="http://schemas.microsoft.com/office/drawing/2014/main" id="{D8D4086A-A784-FF84-FA60-F48FDF0176F7}"/>
              </a:ext>
            </a:extLst>
          </p:cNvPr>
          <p:cNvCxnSpPr/>
          <p:nvPr/>
        </p:nvCxnSpPr>
        <p:spPr>
          <a:xfrm flipV="1">
            <a:off x="2399484" y="3418716"/>
            <a:ext cx="45691"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29" name="直接连接符 328">
            <a:extLst>
              <a:ext uri="{FF2B5EF4-FFF2-40B4-BE49-F238E27FC236}">
                <a16:creationId xmlns:a16="http://schemas.microsoft.com/office/drawing/2014/main" id="{18A8B8DD-CBFA-E9F8-7647-31CE5EAED5DD}"/>
              </a:ext>
            </a:extLst>
          </p:cNvPr>
          <p:cNvCxnSpPr/>
          <p:nvPr/>
        </p:nvCxnSpPr>
        <p:spPr>
          <a:xfrm>
            <a:off x="2445174" y="3418716"/>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0" name="直接连接符 329">
            <a:extLst>
              <a:ext uri="{FF2B5EF4-FFF2-40B4-BE49-F238E27FC236}">
                <a16:creationId xmlns:a16="http://schemas.microsoft.com/office/drawing/2014/main" id="{B8B689BD-D2C2-FF35-23E9-C190982DE2D2}"/>
              </a:ext>
            </a:extLst>
          </p:cNvPr>
          <p:cNvCxnSpPr/>
          <p:nvPr/>
        </p:nvCxnSpPr>
        <p:spPr>
          <a:xfrm flipV="1">
            <a:off x="2468020" y="3416256"/>
            <a:ext cx="45691"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1" name="直接连接符 330">
            <a:extLst>
              <a:ext uri="{FF2B5EF4-FFF2-40B4-BE49-F238E27FC236}">
                <a16:creationId xmlns:a16="http://schemas.microsoft.com/office/drawing/2014/main" id="{06AEE8B8-52D7-5AFA-5F4A-0D22DE69E7BE}"/>
              </a:ext>
            </a:extLst>
          </p:cNvPr>
          <p:cNvCxnSpPr/>
          <p:nvPr/>
        </p:nvCxnSpPr>
        <p:spPr>
          <a:xfrm flipV="1">
            <a:off x="2513710" y="3416256"/>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2" name="直接连接符 331">
            <a:extLst>
              <a:ext uri="{FF2B5EF4-FFF2-40B4-BE49-F238E27FC236}">
                <a16:creationId xmlns:a16="http://schemas.microsoft.com/office/drawing/2014/main" id="{F06D67AF-9CD8-FE36-A04D-AD6BFA665AE7}"/>
              </a:ext>
            </a:extLst>
          </p:cNvPr>
          <p:cNvCxnSpPr/>
          <p:nvPr/>
        </p:nvCxnSpPr>
        <p:spPr>
          <a:xfrm flipV="1">
            <a:off x="2536556" y="3413797"/>
            <a:ext cx="45691"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3" name="直接连接符 332">
            <a:extLst>
              <a:ext uri="{FF2B5EF4-FFF2-40B4-BE49-F238E27FC236}">
                <a16:creationId xmlns:a16="http://schemas.microsoft.com/office/drawing/2014/main" id="{F9F17569-407A-2925-93E9-6602D2F17F4E}"/>
              </a:ext>
            </a:extLst>
          </p:cNvPr>
          <p:cNvCxnSpPr/>
          <p:nvPr/>
        </p:nvCxnSpPr>
        <p:spPr>
          <a:xfrm flipV="1">
            <a:off x="2605091" y="3411515"/>
            <a:ext cx="40742" cy="1462"/>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4" name="直接连接符 333">
            <a:extLst>
              <a:ext uri="{FF2B5EF4-FFF2-40B4-BE49-F238E27FC236}">
                <a16:creationId xmlns:a16="http://schemas.microsoft.com/office/drawing/2014/main" id="{7105A502-5447-35B6-195C-A18B569BBBE7}"/>
              </a:ext>
            </a:extLst>
          </p:cNvPr>
          <p:cNvCxnSpPr/>
          <p:nvPr/>
        </p:nvCxnSpPr>
        <p:spPr>
          <a:xfrm flipV="1">
            <a:off x="2645833" y="3411339"/>
            <a:ext cx="4948" cy="177"/>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5" name="直接连接符 334">
            <a:extLst>
              <a:ext uri="{FF2B5EF4-FFF2-40B4-BE49-F238E27FC236}">
                <a16:creationId xmlns:a16="http://schemas.microsoft.com/office/drawing/2014/main" id="{91727878-E1BF-7554-91DC-DEE7B05DBC68}"/>
              </a:ext>
            </a:extLst>
          </p:cNvPr>
          <p:cNvCxnSpPr/>
          <p:nvPr/>
        </p:nvCxnSpPr>
        <p:spPr>
          <a:xfrm>
            <a:off x="2650782" y="3411338"/>
            <a:ext cx="1"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6" name="直接连接符 335">
            <a:extLst>
              <a:ext uri="{FF2B5EF4-FFF2-40B4-BE49-F238E27FC236}">
                <a16:creationId xmlns:a16="http://schemas.microsoft.com/office/drawing/2014/main" id="{8E1E991C-F2DF-1087-C7DE-985A23786936}"/>
              </a:ext>
            </a:extLst>
          </p:cNvPr>
          <p:cNvCxnSpPr/>
          <p:nvPr/>
        </p:nvCxnSpPr>
        <p:spPr>
          <a:xfrm flipV="1">
            <a:off x="2673627" y="3408878"/>
            <a:ext cx="45690"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7" name="直接连接符 336">
            <a:extLst>
              <a:ext uri="{FF2B5EF4-FFF2-40B4-BE49-F238E27FC236}">
                <a16:creationId xmlns:a16="http://schemas.microsoft.com/office/drawing/2014/main" id="{6C1D6995-E06C-232A-7FDC-84D03DF763AA}"/>
              </a:ext>
            </a:extLst>
          </p:cNvPr>
          <p:cNvCxnSpPr/>
          <p:nvPr/>
        </p:nvCxnSpPr>
        <p:spPr>
          <a:xfrm flipV="1">
            <a:off x="2742163" y="3406420"/>
            <a:ext cx="45690" cy="1639"/>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8" name="直接连接符 337">
            <a:extLst>
              <a:ext uri="{FF2B5EF4-FFF2-40B4-BE49-F238E27FC236}">
                <a16:creationId xmlns:a16="http://schemas.microsoft.com/office/drawing/2014/main" id="{9E79F582-B139-4B28-38B3-17600EB0EFF7}"/>
              </a:ext>
            </a:extLst>
          </p:cNvPr>
          <p:cNvCxnSpPr/>
          <p:nvPr/>
        </p:nvCxnSpPr>
        <p:spPr>
          <a:xfrm flipV="1">
            <a:off x="2810699" y="3403959"/>
            <a:ext cx="45690"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39" name="直接连接符 338">
            <a:extLst>
              <a:ext uri="{FF2B5EF4-FFF2-40B4-BE49-F238E27FC236}">
                <a16:creationId xmlns:a16="http://schemas.microsoft.com/office/drawing/2014/main" id="{0579BABA-B487-977D-1EF4-9B0CFA779B32}"/>
              </a:ext>
            </a:extLst>
          </p:cNvPr>
          <p:cNvCxnSpPr/>
          <p:nvPr/>
        </p:nvCxnSpPr>
        <p:spPr>
          <a:xfrm flipV="1">
            <a:off x="2879235" y="3401501"/>
            <a:ext cx="45690" cy="1639"/>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0" name="直接连接符 339">
            <a:extLst>
              <a:ext uri="{FF2B5EF4-FFF2-40B4-BE49-F238E27FC236}">
                <a16:creationId xmlns:a16="http://schemas.microsoft.com/office/drawing/2014/main" id="{ACEF6AD8-040D-D624-60A3-E71257DC577D}"/>
              </a:ext>
            </a:extLst>
          </p:cNvPr>
          <p:cNvCxnSpPr/>
          <p:nvPr/>
        </p:nvCxnSpPr>
        <p:spPr>
          <a:xfrm>
            <a:off x="2924925" y="3401500"/>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1" name="直接连接符 340">
            <a:extLst>
              <a:ext uri="{FF2B5EF4-FFF2-40B4-BE49-F238E27FC236}">
                <a16:creationId xmlns:a16="http://schemas.microsoft.com/office/drawing/2014/main" id="{983BFA54-2192-8F5C-AF32-27F7A6B95325}"/>
              </a:ext>
            </a:extLst>
          </p:cNvPr>
          <p:cNvCxnSpPr/>
          <p:nvPr/>
        </p:nvCxnSpPr>
        <p:spPr>
          <a:xfrm flipV="1">
            <a:off x="2947771" y="3399040"/>
            <a:ext cx="45691"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2" name="直接连接符 341">
            <a:extLst>
              <a:ext uri="{FF2B5EF4-FFF2-40B4-BE49-F238E27FC236}">
                <a16:creationId xmlns:a16="http://schemas.microsoft.com/office/drawing/2014/main" id="{A5DAF150-043E-4BE2-B222-54E9C6EC1C42}"/>
              </a:ext>
            </a:extLst>
          </p:cNvPr>
          <p:cNvCxnSpPr/>
          <p:nvPr/>
        </p:nvCxnSpPr>
        <p:spPr>
          <a:xfrm>
            <a:off x="2993461" y="3399040"/>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3" name="直接连接符 342">
            <a:extLst>
              <a:ext uri="{FF2B5EF4-FFF2-40B4-BE49-F238E27FC236}">
                <a16:creationId xmlns:a16="http://schemas.microsoft.com/office/drawing/2014/main" id="{E0138F28-4C0C-ABD2-EBCE-58CAB457C0E0}"/>
              </a:ext>
            </a:extLst>
          </p:cNvPr>
          <p:cNvCxnSpPr/>
          <p:nvPr/>
        </p:nvCxnSpPr>
        <p:spPr>
          <a:xfrm flipV="1">
            <a:off x="3016307" y="3396582"/>
            <a:ext cx="45691" cy="1639"/>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4" name="直接连接符 343">
            <a:extLst>
              <a:ext uri="{FF2B5EF4-FFF2-40B4-BE49-F238E27FC236}">
                <a16:creationId xmlns:a16="http://schemas.microsoft.com/office/drawing/2014/main" id="{4071C561-0D57-1F0C-0CFB-0CD003C57C5B}"/>
              </a:ext>
            </a:extLst>
          </p:cNvPr>
          <p:cNvCxnSpPr/>
          <p:nvPr/>
        </p:nvCxnSpPr>
        <p:spPr>
          <a:xfrm flipV="1">
            <a:off x="3084843" y="3394121"/>
            <a:ext cx="45691"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5" name="直接连接符 344">
            <a:extLst>
              <a:ext uri="{FF2B5EF4-FFF2-40B4-BE49-F238E27FC236}">
                <a16:creationId xmlns:a16="http://schemas.microsoft.com/office/drawing/2014/main" id="{EA5F6E2E-AA0B-A9AE-5912-4E42DB3F0C42}"/>
              </a:ext>
            </a:extLst>
          </p:cNvPr>
          <p:cNvCxnSpPr/>
          <p:nvPr/>
        </p:nvCxnSpPr>
        <p:spPr>
          <a:xfrm flipV="1">
            <a:off x="3153378" y="3391663"/>
            <a:ext cx="45690" cy="1639"/>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6" name="直接连接符 345">
            <a:extLst>
              <a:ext uri="{FF2B5EF4-FFF2-40B4-BE49-F238E27FC236}">
                <a16:creationId xmlns:a16="http://schemas.microsoft.com/office/drawing/2014/main" id="{05F7DDBE-87C6-FAAB-5217-0E11B34D21FB}"/>
              </a:ext>
            </a:extLst>
          </p:cNvPr>
          <p:cNvCxnSpPr/>
          <p:nvPr/>
        </p:nvCxnSpPr>
        <p:spPr>
          <a:xfrm flipV="1">
            <a:off x="3221914" y="3389202"/>
            <a:ext cx="45690"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7" name="直接连接符 346">
            <a:extLst>
              <a:ext uri="{FF2B5EF4-FFF2-40B4-BE49-F238E27FC236}">
                <a16:creationId xmlns:a16="http://schemas.microsoft.com/office/drawing/2014/main" id="{E779A05F-DEE7-046B-7206-DFB15800628F}"/>
              </a:ext>
            </a:extLst>
          </p:cNvPr>
          <p:cNvCxnSpPr/>
          <p:nvPr/>
        </p:nvCxnSpPr>
        <p:spPr>
          <a:xfrm>
            <a:off x="3267604" y="3389202"/>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8" name="直接连接符 347">
            <a:extLst>
              <a:ext uri="{FF2B5EF4-FFF2-40B4-BE49-F238E27FC236}">
                <a16:creationId xmlns:a16="http://schemas.microsoft.com/office/drawing/2014/main" id="{F64A1C37-F57B-A7A8-CE6A-7087D56A60D0}"/>
              </a:ext>
            </a:extLst>
          </p:cNvPr>
          <p:cNvCxnSpPr/>
          <p:nvPr/>
        </p:nvCxnSpPr>
        <p:spPr>
          <a:xfrm flipV="1">
            <a:off x="3290450" y="3386743"/>
            <a:ext cx="45690" cy="164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49" name="直接连接符 348">
            <a:extLst>
              <a:ext uri="{FF2B5EF4-FFF2-40B4-BE49-F238E27FC236}">
                <a16:creationId xmlns:a16="http://schemas.microsoft.com/office/drawing/2014/main" id="{C889FDF8-E830-896E-970F-7867877FFDA1}"/>
              </a:ext>
            </a:extLst>
          </p:cNvPr>
          <p:cNvCxnSpPr/>
          <p:nvPr/>
        </p:nvCxnSpPr>
        <p:spPr>
          <a:xfrm>
            <a:off x="3336141" y="3386743"/>
            <a:ext cx="1"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0" name="直接连接符 349">
            <a:extLst>
              <a:ext uri="{FF2B5EF4-FFF2-40B4-BE49-F238E27FC236}">
                <a16:creationId xmlns:a16="http://schemas.microsoft.com/office/drawing/2014/main" id="{58B6559E-D511-5564-66AC-72DF8397ED02}"/>
              </a:ext>
            </a:extLst>
          </p:cNvPr>
          <p:cNvCxnSpPr/>
          <p:nvPr/>
        </p:nvCxnSpPr>
        <p:spPr>
          <a:xfrm flipV="1">
            <a:off x="3358986" y="3385689"/>
            <a:ext cx="6514" cy="234"/>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1" name="直接连接符 350">
            <a:extLst>
              <a:ext uri="{FF2B5EF4-FFF2-40B4-BE49-F238E27FC236}">
                <a16:creationId xmlns:a16="http://schemas.microsoft.com/office/drawing/2014/main" id="{13117195-8AB3-CE5B-604E-0D7487591C0D}"/>
              </a:ext>
            </a:extLst>
          </p:cNvPr>
          <p:cNvCxnSpPr/>
          <p:nvPr/>
        </p:nvCxnSpPr>
        <p:spPr>
          <a:xfrm flipV="1">
            <a:off x="3365501" y="3382883"/>
            <a:ext cx="39101" cy="2806"/>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2" name="直接连接符 351">
            <a:extLst>
              <a:ext uri="{FF2B5EF4-FFF2-40B4-BE49-F238E27FC236}">
                <a16:creationId xmlns:a16="http://schemas.microsoft.com/office/drawing/2014/main" id="{C9667FA0-9C82-ED6A-30F6-9FF8BE071E4A}"/>
              </a:ext>
            </a:extLst>
          </p:cNvPr>
          <p:cNvCxnSpPr/>
          <p:nvPr/>
        </p:nvCxnSpPr>
        <p:spPr>
          <a:xfrm>
            <a:off x="3404601" y="3382883"/>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3" name="直接连接符 352">
            <a:extLst>
              <a:ext uri="{FF2B5EF4-FFF2-40B4-BE49-F238E27FC236}">
                <a16:creationId xmlns:a16="http://schemas.microsoft.com/office/drawing/2014/main" id="{C55E2B1F-0ECA-558D-3E1F-EDB3666FD3A6}"/>
              </a:ext>
            </a:extLst>
          </p:cNvPr>
          <p:cNvCxnSpPr/>
          <p:nvPr/>
        </p:nvCxnSpPr>
        <p:spPr>
          <a:xfrm flipV="1">
            <a:off x="3427403" y="3377975"/>
            <a:ext cx="45603" cy="327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4" name="直接连接符 353">
            <a:extLst>
              <a:ext uri="{FF2B5EF4-FFF2-40B4-BE49-F238E27FC236}">
                <a16:creationId xmlns:a16="http://schemas.microsoft.com/office/drawing/2014/main" id="{231E1B0D-86EA-B1B2-414C-F414FD5AD52F}"/>
              </a:ext>
            </a:extLst>
          </p:cNvPr>
          <p:cNvCxnSpPr/>
          <p:nvPr/>
        </p:nvCxnSpPr>
        <p:spPr>
          <a:xfrm>
            <a:off x="3473005" y="3377974"/>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5" name="直接连接符 354">
            <a:extLst>
              <a:ext uri="{FF2B5EF4-FFF2-40B4-BE49-F238E27FC236}">
                <a16:creationId xmlns:a16="http://schemas.microsoft.com/office/drawing/2014/main" id="{EDE03962-8A10-B7D9-F0D2-A84233A79EBA}"/>
              </a:ext>
            </a:extLst>
          </p:cNvPr>
          <p:cNvCxnSpPr/>
          <p:nvPr/>
        </p:nvCxnSpPr>
        <p:spPr>
          <a:xfrm flipV="1">
            <a:off x="3495807" y="3373065"/>
            <a:ext cx="45603" cy="327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6" name="直接连接符 355">
            <a:extLst>
              <a:ext uri="{FF2B5EF4-FFF2-40B4-BE49-F238E27FC236}">
                <a16:creationId xmlns:a16="http://schemas.microsoft.com/office/drawing/2014/main" id="{8E7CDEF4-F2D2-96B2-AC97-70D167547CD8}"/>
              </a:ext>
            </a:extLst>
          </p:cNvPr>
          <p:cNvCxnSpPr/>
          <p:nvPr/>
        </p:nvCxnSpPr>
        <p:spPr>
          <a:xfrm>
            <a:off x="3541409" y="3373064"/>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7" name="直接连接符 356">
            <a:extLst>
              <a:ext uri="{FF2B5EF4-FFF2-40B4-BE49-F238E27FC236}">
                <a16:creationId xmlns:a16="http://schemas.microsoft.com/office/drawing/2014/main" id="{1D163986-17ED-8BEC-BD63-39B57B4ED135}"/>
              </a:ext>
            </a:extLst>
          </p:cNvPr>
          <p:cNvCxnSpPr/>
          <p:nvPr/>
        </p:nvCxnSpPr>
        <p:spPr>
          <a:xfrm flipV="1">
            <a:off x="3564211" y="3368156"/>
            <a:ext cx="45603" cy="327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8" name="直接连接符 357">
            <a:extLst>
              <a:ext uri="{FF2B5EF4-FFF2-40B4-BE49-F238E27FC236}">
                <a16:creationId xmlns:a16="http://schemas.microsoft.com/office/drawing/2014/main" id="{EE114513-B5AC-B1B0-2DF5-54210456C386}"/>
              </a:ext>
            </a:extLst>
          </p:cNvPr>
          <p:cNvCxnSpPr/>
          <p:nvPr/>
        </p:nvCxnSpPr>
        <p:spPr>
          <a:xfrm flipV="1">
            <a:off x="3632615" y="3363246"/>
            <a:ext cx="45603" cy="3273"/>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59" name="直接连接符 358">
            <a:extLst>
              <a:ext uri="{FF2B5EF4-FFF2-40B4-BE49-F238E27FC236}">
                <a16:creationId xmlns:a16="http://schemas.microsoft.com/office/drawing/2014/main" id="{37914D98-BED8-FBEF-DB55-B06340051E5C}"/>
              </a:ext>
            </a:extLst>
          </p:cNvPr>
          <p:cNvCxnSpPr/>
          <p:nvPr/>
        </p:nvCxnSpPr>
        <p:spPr>
          <a:xfrm>
            <a:off x="3678217" y="336324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0" name="直接连接符 359">
            <a:extLst>
              <a:ext uri="{FF2B5EF4-FFF2-40B4-BE49-F238E27FC236}">
                <a16:creationId xmlns:a16="http://schemas.microsoft.com/office/drawing/2014/main" id="{98AE0DD5-FF1E-757B-26C0-E91713FE2739}"/>
              </a:ext>
            </a:extLst>
          </p:cNvPr>
          <p:cNvCxnSpPr/>
          <p:nvPr/>
        </p:nvCxnSpPr>
        <p:spPr>
          <a:xfrm flipV="1">
            <a:off x="3701019" y="3359865"/>
            <a:ext cx="24315" cy="1745"/>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1" name="直接连接符 360">
            <a:extLst>
              <a:ext uri="{FF2B5EF4-FFF2-40B4-BE49-F238E27FC236}">
                <a16:creationId xmlns:a16="http://schemas.microsoft.com/office/drawing/2014/main" id="{423B762E-D8DC-92C3-1EBD-6E39D44C422D}"/>
              </a:ext>
            </a:extLst>
          </p:cNvPr>
          <p:cNvCxnSpPr/>
          <p:nvPr/>
        </p:nvCxnSpPr>
        <p:spPr>
          <a:xfrm>
            <a:off x="3725334" y="3359864"/>
            <a:ext cx="2134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2" name="直接连接符 361">
            <a:extLst>
              <a:ext uri="{FF2B5EF4-FFF2-40B4-BE49-F238E27FC236}">
                <a16:creationId xmlns:a16="http://schemas.microsoft.com/office/drawing/2014/main" id="{759F6FE6-D6D7-9748-C64F-5F831BDFD2CF}"/>
              </a:ext>
            </a:extLst>
          </p:cNvPr>
          <p:cNvCxnSpPr/>
          <p:nvPr/>
        </p:nvCxnSpPr>
        <p:spPr>
          <a:xfrm>
            <a:off x="3746676" y="3359864"/>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3" name="直接连接符 362">
            <a:extLst>
              <a:ext uri="{FF2B5EF4-FFF2-40B4-BE49-F238E27FC236}">
                <a16:creationId xmlns:a16="http://schemas.microsoft.com/office/drawing/2014/main" id="{C95B8EE1-D71C-558B-EECC-12306CDEB298}"/>
              </a:ext>
            </a:extLst>
          </p:cNvPr>
          <p:cNvCxnSpPr/>
          <p:nvPr/>
        </p:nvCxnSpPr>
        <p:spPr>
          <a:xfrm>
            <a:off x="3769536" y="3359864"/>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4" name="直接连接符 363">
            <a:extLst>
              <a:ext uri="{FF2B5EF4-FFF2-40B4-BE49-F238E27FC236}">
                <a16:creationId xmlns:a16="http://schemas.microsoft.com/office/drawing/2014/main" id="{FC191785-3524-A594-48D3-9FBC373545AB}"/>
              </a:ext>
            </a:extLst>
          </p:cNvPr>
          <p:cNvCxnSpPr/>
          <p:nvPr/>
        </p:nvCxnSpPr>
        <p:spPr>
          <a:xfrm>
            <a:off x="3838116" y="3359864"/>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5" name="直接连接符 364">
            <a:extLst>
              <a:ext uri="{FF2B5EF4-FFF2-40B4-BE49-F238E27FC236}">
                <a16:creationId xmlns:a16="http://schemas.microsoft.com/office/drawing/2014/main" id="{1F25E794-141E-E067-68DB-A2874D4BFEFA}"/>
              </a:ext>
            </a:extLst>
          </p:cNvPr>
          <p:cNvCxnSpPr/>
          <p:nvPr/>
        </p:nvCxnSpPr>
        <p:spPr>
          <a:xfrm>
            <a:off x="3906696" y="3359864"/>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6" name="直接连接符 365">
            <a:extLst>
              <a:ext uri="{FF2B5EF4-FFF2-40B4-BE49-F238E27FC236}">
                <a16:creationId xmlns:a16="http://schemas.microsoft.com/office/drawing/2014/main" id="{25C40ADF-2CAE-347A-6124-D79ED5A64064}"/>
              </a:ext>
            </a:extLst>
          </p:cNvPr>
          <p:cNvCxnSpPr/>
          <p:nvPr/>
        </p:nvCxnSpPr>
        <p:spPr>
          <a:xfrm>
            <a:off x="3952416" y="3359864"/>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2BEF9241-4E47-E475-5954-F2DE9207F203}"/>
              </a:ext>
            </a:extLst>
          </p:cNvPr>
          <p:cNvCxnSpPr/>
          <p:nvPr/>
        </p:nvCxnSpPr>
        <p:spPr>
          <a:xfrm>
            <a:off x="3975276" y="3359864"/>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8" name="直接连接符 367">
            <a:extLst>
              <a:ext uri="{FF2B5EF4-FFF2-40B4-BE49-F238E27FC236}">
                <a16:creationId xmlns:a16="http://schemas.microsoft.com/office/drawing/2014/main" id="{D1EB32B0-B6DE-4B96-1EE5-AA98644815FC}"/>
              </a:ext>
            </a:extLst>
          </p:cNvPr>
          <p:cNvCxnSpPr/>
          <p:nvPr/>
        </p:nvCxnSpPr>
        <p:spPr>
          <a:xfrm>
            <a:off x="4043857" y="3359864"/>
            <a:ext cx="41311"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69" name="直接连接符 368">
            <a:extLst>
              <a:ext uri="{FF2B5EF4-FFF2-40B4-BE49-F238E27FC236}">
                <a16:creationId xmlns:a16="http://schemas.microsoft.com/office/drawing/2014/main" id="{4D9174C6-95E5-CF88-176F-5C927EA8DE08}"/>
              </a:ext>
            </a:extLst>
          </p:cNvPr>
          <p:cNvCxnSpPr/>
          <p:nvPr/>
        </p:nvCxnSpPr>
        <p:spPr>
          <a:xfrm>
            <a:off x="4085168" y="3359864"/>
            <a:ext cx="4409"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70" name="直接连接符 369">
            <a:extLst>
              <a:ext uri="{FF2B5EF4-FFF2-40B4-BE49-F238E27FC236}">
                <a16:creationId xmlns:a16="http://schemas.microsoft.com/office/drawing/2014/main" id="{25FE098F-642A-2AE1-8589-63D70C88F5E4}"/>
              </a:ext>
            </a:extLst>
          </p:cNvPr>
          <p:cNvCxnSpPr/>
          <p:nvPr/>
        </p:nvCxnSpPr>
        <p:spPr>
          <a:xfrm>
            <a:off x="4089576" y="3359864"/>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C607640C-7821-2560-835B-DBCDC09D06CF}"/>
              </a:ext>
            </a:extLst>
          </p:cNvPr>
          <p:cNvCxnSpPr/>
          <p:nvPr/>
        </p:nvCxnSpPr>
        <p:spPr>
          <a:xfrm>
            <a:off x="4112436" y="3359864"/>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72" name="直接连接符 371">
            <a:extLst>
              <a:ext uri="{FF2B5EF4-FFF2-40B4-BE49-F238E27FC236}">
                <a16:creationId xmlns:a16="http://schemas.microsoft.com/office/drawing/2014/main" id="{32A08F88-32BD-47AC-41E7-B7C4D8C903CA}"/>
              </a:ext>
            </a:extLst>
          </p:cNvPr>
          <p:cNvCxnSpPr/>
          <p:nvPr/>
        </p:nvCxnSpPr>
        <p:spPr>
          <a:xfrm>
            <a:off x="4181016" y="3359864"/>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73" name="直接连接符 372">
            <a:extLst>
              <a:ext uri="{FF2B5EF4-FFF2-40B4-BE49-F238E27FC236}">
                <a16:creationId xmlns:a16="http://schemas.microsoft.com/office/drawing/2014/main" id="{2619DAB1-2B5F-90A3-D3E1-E5695BA77636}"/>
              </a:ext>
            </a:extLst>
          </p:cNvPr>
          <p:cNvCxnSpPr/>
          <p:nvPr/>
        </p:nvCxnSpPr>
        <p:spPr>
          <a:xfrm>
            <a:off x="4249596" y="3359864"/>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74" name="直接连接符 373">
            <a:extLst>
              <a:ext uri="{FF2B5EF4-FFF2-40B4-BE49-F238E27FC236}">
                <a16:creationId xmlns:a16="http://schemas.microsoft.com/office/drawing/2014/main" id="{A4855A9D-7E04-B16D-3445-EF29C3FB2FD9}"/>
              </a:ext>
            </a:extLst>
          </p:cNvPr>
          <p:cNvCxnSpPr/>
          <p:nvPr/>
        </p:nvCxnSpPr>
        <p:spPr>
          <a:xfrm>
            <a:off x="4318176" y="3359864"/>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75" name="直接连接符 374">
            <a:extLst>
              <a:ext uri="{FF2B5EF4-FFF2-40B4-BE49-F238E27FC236}">
                <a16:creationId xmlns:a16="http://schemas.microsoft.com/office/drawing/2014/main" id="{ED3D52D3-B6DC-8B34-48D9-066ECE777625}"/>
              </a:ext>
            </a:extLst>
          </p:cNvPr>
          <p:cNvCxnSpPr/>
          <p:nvPr/>
        </p:nvCxnSpPr>
        <p:spPr>
          <a:xfrm>
            <a:off x="4386756" y="3359864"/>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376" name="直接连接符 375">
            <a:extLst>
              <a:ext uri="{FF2B5EF4-FFF2-40B4-BE49-F238E27FC236}">
                <a16:creationId xmlns:a16="http://schemas.microsoft.com/office/drawing/2014/main" id="{56AF66A3-91DF-D2BA-5E29-5C9F306109F4}"/>
              </a:ext>
            </a:extLst>
          </p:cNvPr>
          <p:cNvCxnSpPr/>
          <p:nvPr/>
        </p:nvCxnSpPr>
        <p:spPr>
          <a:xfrm>
            <a:off x="4432476" y="3359864"/>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sp>
        <p:nvSpPr>
          <p:cNvPr id="377" name="矩形 376">
            <a:extLst>
              <a:ext uri="{FF2B5EF4-FFF2-40B4-BE49-F238E27FC236}">
                <a16:creationId xmlns:a16="http://schemas.microsoft.com/office/drawing/2014/main" id="{1F28B181-0138-2F02-1930-2DB4A6DE6812}"/>
              </a:ext>
            </a:extLst>
          </p:cNvPr>
          <p:cNvSpPr/>
          <p:nvPr/>
        </p:nvSpPr>
        <p:spPr>
          <a:xfrm>
            <a:off x="1189674" y="3820813"/>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8" name="矩形 377">
            <a:extLst>
              <a:ext uri="{FF2B5EF4-FFF2-40B4-BE49-F238E27FC236}">
                <a16:creationId xmlns:a16="http://schemas.microsoft.com/office/drawing/2014/main" id="{609007D4-CF7D-CC91-585C-5640BB14BA7D}"/>
              </a:ext>
            </a:extLst>
          </p:cNvPr>
          <p:cNvSpPr/>
          <p:nvPr/>
        </p:nvSpPr>
        <p:spPr>
          <a:xfrm>
            <a:off x="1549507" y="3549643"/>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9" name="矩形 378">
            <a:extLst>
              <a:ext uri="{FF2B5EF4-FFF2-40B4-BE49-F238E27FC236}">
                <a16:creationId xmlns:a16="http://schemas.microsoft.com/office/drawing/2014/main" id="{E2113E1D-58F5-FE38-80EB-995D0D991FDD}"/>
              </a:ext>
            </a:extLst>
          </p:cNvPr>
          <p:cNvSpPr/>
          <p:nvPr/>
        </p:nvSpPr>
        <p:spPr>
          <a:xfrm>
            <a:off x="1909340" y="3433427"/>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0" name="矩形 379">
            <a:extLst>
              <a:ext uri="{FF2B5EF4-FFF2-40B4-BE49-F238E27FC236}">
                <a16:creationId xmlns:a16="http://schemas.microsoft.com/office/drawing/2014/main" id="{49A59A6D-9F94-CCB0-F6D5-6DBB579DFCCC}"/>
              </a:ext>
            </a:extLst>
          </p:cNvPr>
          <p:cNvSpPr/>
          <p:nvPr/>
        </p:nvSpPr>
        <p:spPr>
          <a:xfrm>
            <a:off x="2269173" y="3407601"/>
            <a:ext cx="33654"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1" name="矩形 380">
            <a:extLst>
              <a:ext uri="{FF2B5EF4-FFF2-40B4-BE49-F238E27FC236}">
                <a16:creationId xmlns:a16="http://schemas.microsoft.com/office/drawing/2014/main" id="{636B6B5C-6738-190D-0DD1-96E6E78BAA29}"/>
              </a:ext>
            </a:extLst>
          </p:cNvPr>
          <p:cNvSpPr/>
          <p:nvPr/>
        </p:nvSpPr>
        <p:spPr>
          <a:xfrm>
            <a:off x="2629007" y="3394689"/>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2" name="矩形 381">
            <a:extLst>
              <a:ext uri="{FF2B5EF4-FFF2-40B4-BE49-F238E27FC236}">
                <a16:creationId xmlns:a16="http://schemas.microsoft.com/office/drawing/2014/main" id="{2D7027C9-6EF3-277E-CA12-C80839B33F13}"/>
              </a:ext>
            </a:extLst>
          </p:cNvPr>
          <p:cNvSpPr/>
          <p:nvPr/>
        </p:nvSpPr>
        <p:spPr>
          <a:xfrm>
            <a:off x="2988840" y="3381776"/>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矩形 382">
            <a:extLst>
              <a:ext uri="{FF2B5EF4-FFF2-40B4-BE49-F238E27FC236}">
                <a16:creationId xmlns:a16="http://schemas.microsoft.com/office/drawing/2014/main" id="{2F2E27F8-A618-3E06-3E67-67A0172FCED4}"/>
              </a:ext>
            </a:extLst>
          </p:cNvPr>
          <p:cNvSpPr/>
          <p:nvPr/>
        </p:nvSpPr>
        <p:spPr>
          <a:xfrm>
            <a:off x="3348673" y="3368863"/>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矩形 383">
            <a:extLst>
              <a:ext uri="{FF2B5EF4-FFF2-40B4-BE49-F238E27FC236}">
                <a16:creationId xmlns:a16="http://schemas.microsoft.com/office/drawing/2014/main" id="{FC657506-516C-B2C4-7143-08E9E4940865}"/>
              </a:ext>
            </a:extLst>
          </p:cNvPr>
          <p:cNvSpPr/>
          <p:nvPr/>
        </p:nvSpPr>
        <p:spPr>
          <a:xfrm>
            <a:off x="3708507" y="3343037"/>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5" name="矩形 384">
            <a:extLst>
              <a:ext uri="{FF2B5EF4-FFF2-40B4-BE49-F238E27FC236}">
                <a16:creationId xmlns:a16="http://schemas.microsoft.com/office/drawing/2014/main" id="{50F1008A-0B20-9944-4785-6D133698B53E}"/>
              </a:ext>
            </a:extLst>
          </p:cNvPr>
          <p:cNvSpPr/>
          <p:nvPr/>
        </p:nvSpPr>
        <p:spPr>
          <a:xfrm>
            <a:off x="4068340" y="3343037"/>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矩形 385">
            <a:extLst>
              <a:ext uri="{FF2B5EF4-FFF2-40B4-BE49-F238E27FC236}">
                <a16:creationId xmlns:a16="http://schemas.microsoft.com/office/drawing/2014/main" id="{F40B4469-4400-FB1F-C766-A9061C6ADB66}"/>
              </a:ext>
            </a:extLst>
          </p:cNvPr>
          <p:cNvSpPr/>
          <p:nvPr/>
        </p:nvSpPr>
        <p:spPr>
          <a:xfrm>
            <a:off x="4428173" y="3343037"/>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7" name="直接连接符 386">
            <a:extLst>
              <a:ext uri="{FF2B5EF4-FFF2-40B4-BE49-F238E27FC236}">
                <a16:creationId xmlns:a16="http://schemas.microsoft.com/office/drawing/2014/main" id="{4F6E021E-6F3B-CD7B-3EE5-10BDE5F6798C}"/>
              </a:ext>
            </a:extLst>
          </p:cNvPr>
          <p:cNvCxnSpPr/>
          <p:nvPr/>
        </p:nvCxnSpPr>
        <p:spPr>
          <a:xfrm flipV="1">
            <a:off x="1206501" y="4328327"/>
            <a:ext cx="359833" cy="142042"/>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388" name="直接连接符 387">
            <a:extLst>
              <a:ext uri="{FF2B5EF4-FFF2-40B4-BE49-F238E27FC236}">
                <a16:creationId xmlns:a16="http://schemas.microsoft.com/office/drawing/2014/main" id="{9B372664-B16E-45E2-4468-0E2B58D94E05}"/>
              </a:ext>
            </a:extLst>
          </p:cNvPr>
          <p:cNvCxnSpPr/>
          <p:nvPr/>
        </p:nvCxnSpPr>
        <p:spPr>
          <a:xfrm flipV="1">
            <a:off x="1566333" y="4263763"/>
            <a:ext cx="359834" cy="64564"/>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389" name="直接连接符 388">
            <a:extLst>
              <a:ext uri="{FF2B5EF4-FFF2-40B4-BE49-F238E27FC236}">
                <a16:creationId xmlns:a16="http://schemas.microsoft.com/office/drawing/2014/main" id="{1EF4AB9B-982F-8FD5-C527-89AFCE5241D4}"/>
              </a:ext>
            </a:extLst>
          </p:cNvPr>
          <p:cNvCxnSpPr/>
          <p:nvPr/>
        </p:nvCxnSpPr>
        <p:spPr>
          <a:xfrm flipV="1">
            <a:off x="1926168" y="4237937"/>
            <a:ext cx="359833" cy="25826"/>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390" name="直接连接符 389">
            <a:extLst>
              <a:ext uri="{FF2B5EF4-FFF2-40B4-BE49-F238E27FC236}">
                <a16:creationId xmlns:a16="http://schemas.microsoft.com/office/drawing/2014/main" id="{C0340CE8-4ED5-700A-224C-EA75A379EDD3}"/>
              </a:ext>
            </a:extLst>
          </p:cNvPr>
          <p:cNvCxnSpPr/>
          <p:nvPr/>
        </p:nvCxnSpPr>
        <p:spPr>
          <a:xfrm flipV="1">
            <a:off x="2286001" y="4225025"/>
            <a:ext cx="359833" cy="12912"/>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391" name="直接连接符 390">
            <a:extLst>
              <a:ext uri="{FF2B5EF4-FFF2-40B4-BE49-F238E27FC236}">
                <a16:creationId xmlns:a16="http://schemas.microsoft.com/office/drawing/2014/main" id="{9DB61FA5-FAB3-670C-FA7B-9DAF20E9C062}"/>
              </a:ext>
            </a:extLst>
          </p:cNvPr>
          <p:cNvCxnSpPr/>
          <p:nvPr/>
        </p:nvCxnSpPr>
        <p:spPr>
          <a:xfrm flipV="1">
            <a:off x="2645833" y="4212113"/>
            <a:ext cx="359834" cy="12913"/>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392" name="直接连接符 391">
            <a:extLst>
              <a:ext uri="{FF2B5EF4-FFF2-40B4-BE49-F238E27FC236}">
                <a16:creationId xmlns:a16="http://schemas.microsoft.com/office/drawing/2014/main" id="{EAB8C097-540B-B614-0494-2D707702B0DE}"/>
              </a:ext>
            </a:extLst>
          </p:cNvPr>
          <p:cNvCxnSpPr/>
          <p:nvPr/>
        </p:nvCxnSpPr>
        <p:spPr>
          <a:xfrm>
            <a:off x="3005668" y="4212112"/>
            <a:ext cx="359833" cy="0"/>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393" name="直接连接符 392">
            <a:extLst>
              <a:ext uri="{FF2B5EF4-FFF2-40B4-BE49-F238E27FC236}">
                <a16:creationId xmlns:a16="http://schemas.microsoft.com/office/drawing/2014/main" id="{8CA0F8F5-A48C-2EBB-7ED4-27C8B7CCAA0F}"/>
              </a:ext>
            </a:extLst>
          </p:cNvPr>
          <p:cNvCxnSpPr/>
          <p:nvPr/>
        </p:nvCxnSpPr>
        <p:spPr>
          <a:xfrm flipV="1">
            <a:off x="3365501" y="4199200"/>
            <a:ext cx="359833" cy="12913"/>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394" name="直接连接符 393">
            <a:extLst>
              <a:ext uri="{FF2B5EF4-FFF2-40B4-BE49-F238E27FC236}">
                <a16:creationId xmlns:a16="http://schemas.microsoft.com/office/drawing/2014/main" id="{8B142C6D-94DB-E040-91D1-D03FAE984BAC}"/>
              </a:ext>
            </a:extLst>
          </p:cNvPr>
          <p:cNvCxnSpPr/>
          <p:nvPr/>
        </p:nvCxnSpPr>
        <p:spPr>
          <a:xfrm>
            <a:off x="3725333" y="4199199"/>
            <a:ext cx="359834" cy="0"/>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395" name="直接连接符 394">
            <a:extLst>
              <a:ext uri="{FF2B5EF4-FFF2-40B4-BE49-F238E27FC236}">
                <a16:creationId xmlns:a16="http://schemas.microsoft.com/office/drawing/2014/main" id="{5F0A1727-FB42-6F69-A519-1210384ED9F5}"/>
              </a:ext>
            </a:extLst>
          </p:cNvPr>
          <p:cNvCxnSpPr/>
          <p:nvPr/>
        </p:nvCxnSpPr>
        <p:spPr>
          <a:xfrm flipV="1">
            <a:off x="4085168" y="4186287"/>
            <a:ext cx="359833" cy="12913"/>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sp>
        <p:nvSpPr>
          <p:cNvPr id="396" name="菱形 395">
            <a:extLst>
              <a:ext uri="{FF2B5EF4-FFF2-40B4-BE49-F238E27FC236}">
                <a16:creationId xmlns:a16="http://schemas.microsoft.com/office/drawing/2014/main" id="{8FEE9A87-21D4-44C3-1298-C25B40BD1C13}"/>
              </a:ext>
            </a:extLst>
          </p:cNvPr>
          <p:cNvSpPr/>
          <p:nvPr/>
        </p:nvSpPr>
        <p:spPr>
          <a:xfrm>
            <a:off x="1189674" y="4453542"/>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菱形 396">
            <a:extLst>
              <a:ext uri="{FF2B5EF4-FFF2-40B4-BE49-F238E27FC236}">
                <a16:creationId xmlns:a16="http://schemas.microsoft.com/office/drawing/2014/main" id="{DC221287-6AFF-8449-6558-1F2D5E409D1B}"/>
              </a:ext>
            </a:extLst>
          </p:cNvPr>
          <p:cNvSpPr/>
          <p:nvPr/>
        </p:nvSpPr>
        <p:spPr>
          <a:xfrm>
            <a:off x="1549507" y="4311501"/>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8" name="菱形 397">
            <a:extLst>
              <a:ext uri="{FF2B5EF4-FFF2-40B4-BE49-F238E27FC236}">
                <a16:creationId xmlns:a16="http://schemas.microsoft.com/office/drawing/2014/main" id="{23D0ECE3-1AD1-4DE2-5EBC-4750B6E7C196}"/>
              </a:ext>
            </a:extLst>
          </p:cNvPr>
          <p:cNvSpPr/>
          <p:nvPr/>
        </p:nvSpPr>
        <p:spPr>
          <a:xfrm>
            <a:off x="1909340" y="4246937"/>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9" name="菱形 398">
            <a:extLst>
              <a:ext uri="{FF2B5EF4-FFF2-40B4-BE49-F238E27FC236}">
                <a16:creationId xmlns:a16="http://schemas.microsoft.com/office/drawing/2014/main" id="{82B1FD20-89EE-E9A5-ADA2-87406997EED0}"/>
              </a:ext>
            </a:extLst>
          </p:cNvPr>
          <p:cNvSpPr/>
          <p:nvPr/>
        </p:nvSpPr>
        <p:spPr>
          <a:xfrm>
            <a:off x="2269173" y="4221111"/>
            <a:ext cx="33654"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0" name="菱形 399">
            <a:extLst>
              <a:ext uri="{FF2B5EF4-FFF2-40B4-BE49-F238E27FC236}">
                <a16:creationId xmlns:a16="http://schemas.microsoft.com/office/drawing/2014/main" id="{CF2C341D-E692-5271-1515-8BEE36E32F2E}"/>
              </a:ext>
            </a:extLst>
          </p:cNvPr>
          <p:cNvSpPr/>
          <p:nvPr/>
        </p:nvSpPr>
        <p:spPr>
          <a:xfrm>
            <a:off x="2629007" y="4208198"/>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1" name="菱形 400">
            <a:extLst>
              <a:ext uri="{FF2B5EF4-FFF2-40B4-BE49-F238E27FC236}">
                <a16:creationId xmlns:a16="http://schemas.microsoft.com/office/drawing/2014/main" id="{222955BC-466B-1020-EA78-B9E0F9AB866B}"/>
              </a:ext>
            </a:extLst>
          </p:cNvPr>
          <p:cNvSpPr/>
          <p:nvPr/>
        </p:nvSpPr>
        <p:spPr>
          <a:xfrm>
            <a:off x="2988840" y="4195285"/>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2" name="菱形 401">
            <a:extLst>
              <a:ext uri="{FF2B5EF4-FFF2-40B4-BE49-F238E27FC236}">
                <a16:creationId xmlns:a16="http://schemas.microsoft.com/office/drawing/2014/main" id="{21D0510A-6044-1FE7-AA59-FE020CC36F5C}"/>
              </a:ext>
            </a:extLst>
          </p:cNvPr>
          <p:cNvSpPr/>
          <p:nvPr/>
        </p:nvSpPr>
        <p:spPr>
          <a:xfrm>
            <a:off x="3348673" y="4195285"/>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菱形 402">
            <a:extLst>
              <a:ext uri="{FF2B5EF4-FFF2-40B4-BE49-F238E27FC236}">
                <a16:creationId xmlns:a16="http://schemas.microsoft.com/office/drawing/2014/main" id="{7F5D26D7-7038-AF09-CA0E-BCC5D482E046}"/>
              </a:ext>
            </a:extLst>
          </p:cNvPr>
          <p:cNvSpPr/>
          <p:nvPr/>
        </p:nvSpPr>
        <p:spPr>
          <a:xfrm>
            <a:off x="3708507" y="4182372"/>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菱形 403">
            <a:extLst>
              <a:ext uri="{FF2B5EF4-FFF2-40B4-BE49-F238E27FC236}">
                <a16:creationId xmlns:a16="http://schemas.microsoft.com/office/drawing/2014/main" id="{73095F7E-417E-E77A-09CD-4409535DDC04}"/>
              </a:ext>
            </a:extLst>
          </p:cNvPr>
          <p:cNvSpPr/>
          <p:nvPr/>
        </p:nvSpPr>
        <p:spPr>
          <a:xfrm>
            <a:off x="4068340" y="4182372"/>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菱形 404">
            <a:extLst>
              <a:ext uri="{FF2B5EF4-FFF2-40B4-BE49-F238E27FC236}">
                <a16:creationId xmlns:a16="http://schemas.microsoft.com/office/drawing/2014/main" id="{9570A4F8-5E27-AFB9-7B71-F41F1156DAAA}"/>
              </a:ext>
            </a:extLst>
          </p:cNvPr>
          <p:cNvSpPr/>
          <p:nvPr/>
        </p:nvSpPr>
        <p:spPr>
          <a:xfrm>
            <a:off x="4428173" y="4169460"/>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6" name="直接连接符 405">
            <a:extLst>
              <a:ext uri="{FF2B5EF4-FFF2-40B4-BE49-F238E27FC236}">
                <a16:creationId xmlns:a16="http://schemas.microsoft.com/office/drawing/2014/main" id="{58E838B0-E757-F8A5-BC85-ED1890A5CF63}"/>
              </a:ext>
            </a:extLst>
          </p:cNvPr>
          <p:cNvCxnSpPr/>
          <p:nvPr/>
        </p:nvCxnSpPr>
        <p:spPr>
          <a:xfrm>
            <a:off x="4749800" y="3704431"/>
            <a:ext cx="21590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407" name="椭圆 406">
            <a:extLst>
              <a:ext uri="{FF2B5EF4-FFF2-40B4-BE49-F238E27FC236}">
                <a16:creationId xmlns:a16="http://schemas.microsoft.com/office/drawing/2014/main" id="{5A975F45-6724-E382-E81C-7F27FB5ECA51}"/>
              </a:ext>
            </a:extLst>
          </p:cNvPr>
          <p:cNvSpPr/>
          <p:nvPr/>
        </p:nvSpPr>
        <p:spPr>
          <a:xfrm>
            <a:off x="4841558" y="3688238"/>
            <a:ext cx="32384" cy="32386"/>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文本框 407">
            <a:extLst>
              <a:ext uri="{FF2B5EF4-FFF2-40B4-BE49-F238E27FC236}">
                <a16:creationId xmlns:a16="http://schemas.microsoft.com/office/drawing/2014/main" id="{45C31265-40AF-A583-752D-D231C0DCCBD9}"/>
              </a:ext>
            </a:extLst>
          </p:cNvPr>
          <p:cNvSpPr txBox="1"/>
          <p:nvPr/>
        </p:nvSpPr>
        <p:spPr>
          <a:xfrm>
            <a:off x="5041899" y="3647281"/>
            <a:ext cx="1485900" cy="127000"/>
          </a:xfrm>
          <a:prstGeom prst="rect">
            <a:avLst/>
          </a:prstGeom>
          <a:noFill/>
        </p:spPr>
        <p:txBody>
          <a:bodyPr vert="horz" wrap="none" lIns="0" tIns="0" rIns="0" bIns="0" rtlCol="0" anchor="ctr">
            <a:noAutofit/>
          </a:bodyPr>
          <a:lstStyle/>
          <a:p>
            <a:r>
              <a:rPr lang="en-US" altLang="zh-CN" sz="680">
                <a:solidFill>
                  <a:srgbClr val="263746"/>
                </a:solidFill>
                <a:latin typeface="Arial" panose="020B0604020202020204" pitchFamily="34" charset="0"/>
              </a:rPr>
              <a:t>Find · GT</a:t>
            </a:r>
            <a:endParaRPr lang="zh-CN" altLang="en-US" sz="680">
              <a:solidFill>
                <a:srgbClr val="263746"/>
              </a:solidFill>
              <a:latin typeface="Arial" panose="020B0604020202020204" pitchFamily="34" charset="0"/>
            </a:endParaRPr>
          </a:p>
        </p:txBody>
      </p:sp>
      <p:cxnSp>
        <p:nvCxnSpPr>
          <p:cNvPr id="409" name="直接连接符 408">
            <a:extLst>
              <a:ext uri="{FF2B5EF4-FFF2-40B4-BE49-F238E27FC236}">
                <a16:creationId xmlns:a16="http://schemas.microsoft.com/office/drawing/2014/main" id="{B20C740A-5250-F568-7C3A-7E77AE2F60CC}"/>
              </a:ext>
            </a:extLst>
          </p:cNvPr>
          <p:cNvCxnSpPr/>
          <p:nvPr/>
        </p:nvCxnSpPr>
        <p:spPr>
          <a:xfrm>
            <a:off x="4749800" y="388223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10" name="直接连接符 409">
            <a:extLst>
              <a:ext uri="{FF2B5EF4-FFF2-40B4-BE49-F238E27FC236}">
                <a16:creationId xmlns:a16="http://schemas.microsoft.com/office/drawing/2014/main" id="{342D4E54-6B1A-5782-5ED3-8F15CF729B62}"/>
              </a:ext>
            </a:extLst>
          </p:cNvPr>
          <p:cNvCxnSpPr/>
          <p:nvPr/>
        </p:nvCxnSpPr>
        <p:spPr>
          <a:xfrm>
            <a:off x="4818380" y="388223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11" name="直接连接符 410">
            <a:extLst>
              <a:ext uri="{FF2B5EF4-FFF2-40B4-BE49-F238E27FC236}">
                <a16:creationId xmlns:a16="http://schemas.microsoft.com/office/drawing/2014/main" id="{2D449692-0804-7C16-3715-1863DAD74865}"/>
              </a:ext>
            </a:extLst>
          </p:cNvPr>
          <p:cNvCxnSpPr/>
          <p:nvPr/>
        </p:nvCxnSpPr>
        <p:spPr>
          <a:xfrm>
            <a:off x="4864100" y="388223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12" name="直接连接符 411">
            <a:extLst>
              <a:ext uri="{FF2B5EF4-FFF2-40B4-BE49-F238E27FC236}">
                <a16:creationId xmlns:a16="http://schemas.microsoft.com/office/drawing/2014/main" id="{DA01CB8E-E783-12E0-9E84-766AD2F81A6E}"/>
              </a:ext>
            </a:extLst>
          </p:cNvPr>
          <p:cNvCxnSpPr/>
          <p:nvPr/>
        </p:nvCxnSpPr>
        <p:spPr>
          <a:xfrm>
            <a:off x="4886960" y="388223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13" name="直接连接符 412">
            <a:extLst>
              <a:ext uri="{FF2B5EF4-FFF2-40B4-BE49-F238E27FC236}">
                <a16:creationId xmlns:a16="http://schemas.microsoft.com/office/drawing/2014/main" id="{F9F27506-3C3B-76AB-C5D8-8F615E0C4EBE}"/>
              </a:ext>
            </a:extLst>
          </p:cNvPr>
          <p:cNvCxnSpPr/>
          <p:nvPr/>
        </p:nvCxnSpPr>
        <p:spPr>
          <a:xfrm>
            <a:off x="4932680" y="388223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14" name="直接连接符 413">
            <a:extLst>
              <a:ext uri="{FF2B5EF4-FFF2-40B4-BE49-F238E27FC236}">
                <a16:creationId xmlns:a16="http://schemas.microsoft.com/office/drawing/2014/main" id="{35EFDD49-9626-4FBD-AC30-28C2795152CD}"/>
              </a:ext>
            </a:extLst>
          </p:cNvPr>
          <p:cNvCxnSpPr/>
          <p:nvPr/>
        </p:nvCxnSpPr>
        <p:spPr>
          <a:xfrm>
            <a:off x="4955540" y="3882231"/>
            <a:ext cx="1016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415" name="矩形 414">
            <a:extLst>
              <a:ext uri="{FF2B5EF4-FFF2-40B4-BE49-F238E27FC236}">
                <a16:creationId xmlns:a16="http://schemas.microsoft.com/office/drawing/2014/main" id="{C4D10D16-AA4D-07C7-0117-81018497177F}"/>
              </a:ext>
            </a:extLst>
          </p:cNvPr>
          <p:cNvSpPr/>
          <p:nvPr/>
        </p:nvSpPr>
        <p:spPr>
          <a:xfrm>
            <a:off x="4841558" y="3866038"/>
            <a:ext cx="32384" cy="32386"/>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6" name="文本框 415">
            <a:extLst>
              <a:ext uri="{FF2B5EF4-FFF2-40B4-BE49-F238E27FC236}">
                <a16:creationId xmlns:a16="http://schemas.microsoft.com/office/drawing/2014/main" id="{32E9824E-5963-E8BB-402F-8F20984D059C}"/>
              </a:ext>
            </a:extLst>
          </p:cNvPr>
          <p:cNvSpPr txBox="1"/>
          <p:nvPr/>
        </p:nvSpPr>
        <p:spPr>
          <a:xfrm>
            <a:off x="5041899" y="3825081"/>
            <a:ext cx="1485900" cy="127000"/>
          </a:xfrm>
          <a:prstGeom prst="rect">
            <a:avLst/>
          </a:prstGeom>
          <a:noFill/>
        </p:spPr>
        <p:txBody>
          <a:bodyPr vert="horz" wrap="none" lIns="0" tIns="0" rIns="0" bIns="0" rtlCol="0" anchor="ctr">
            <a:noAutofit/>
          </a:bodyPr>
          <a:lstStyle/>
          <a:p>
            <a:r>
              <a:rPr lang="en-US" altLang="zh-CN" sz="680">
                <a:solidFill>
                  <a:srgbClr val="263746"/>
                </a:solidFill>
                <a:latin typeface="Arial" panose="020B0604020202020204" pitchFamily="34" charset="0"/>
              </a:rPr>
              <a:t>Find+Match · GT</a:t>
            </a:r>
            <a:endParaRPr lang="zh-CN" altLang="en-US" sz="680">
              <a:solidFill>
                <a:srgbClr val="263746"/>
              </a:solidFill>
              <a:latin typeface="Arial" panose="020B0604020202020204" pitchFamily="34" charset="0"/>
            </a:endParaRPr>
          </a:p>
        </p:txBody>
      </p:sp>
      <p:cxnSp>
        <p:nvCxnSpPr>
          <p:cNvPr id="417" name="直接连接符 416">
            <a:extLst>
              <a:ext uri="{FF2B5EF4-FFF2-40B4-BE49-F238E27FC236}">
                <a16:creationId xmlns:a16="http://schemas.microsoft.com/office/drawing/2014/main" id="{72F9D9FB-872E-B705-EA78-84E4B72778F0}"/>
              </a:ext>
            </a:extLst>
          </p:cNvPr>
          <p:cNvCxnSpPr/>
          <p:nvPr/>
        </p:nvCxnSpPr>
        <p:spPr>
          <a:xfrm>
            <a:off x="4749800" y="4060031"/>
            <a:ext cx="21590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sp>
        <p:nvSpPr>
          <p:cNvPr id="418" name="椭圆 417">
            <a:extLst>
              <a:ext uri="{FF2B5EF4-FFF2-40B4-BE49-F238E27FC236}">
                <a16:creationId xmlns:a16="http://schemas.microsoft.com/office/drawing/2014/main" id="{F173A24A-CA23-47DE-EE83-A65A5D4F8233}"/>
              </a:ext>
            </a:extLst>
          </p:cNvPr>
          <p:cNvSpPr/>
          <p:nvPr/>
        </p:nvSpPr>
        <p:spPr>
          <a:xfrm>
            <a:off x="4841558" y="4043838"/>
            <a:ext cx="32384" cy="32386"/>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9" name="文本框 418">
            <a:extLst>
              <a:ext uri="{FF2B5EF4-FFF2-40B4-BE49-F238E27FC236}">
                <a16:creationId xmlns:a16="http://schemas.microsoft.com/office/drawing/2014/main" id="{8C2199C3-817D-016C-1B34-5A203D3C653C}"/>
              </a:ext>
            </a:extLst>
          </p:cNvPr>
          <p:cNvSpPr txBox="1"/>
          <p:nvPr/>
        </p:nvSpPr>
        <p:spPr>
          <a:xfrm>
            <a:off x="5041899" y="4002881"/>
            <a:ext cx="1485900" cy="127000"/>
          </a:xfrm>
          <a:prstGeom prst="rect">
            <a:avLst/>
          </a:prstGeom>
          <a:noFill/>
        </p:spPr>
        <p:txBody>
          <a:bodyPr vert="horz" wrap="none" lIns="0" tIns="0" rIns="0" bIns="0" rtlCol="0" anchor="ctr">
            <a:noAutofit/>
          </a:bodyPr>
          <a:lstStyle/>
          <a:p>
            <a:r>
              <a:rPr lang="en-US" altLang="zh-CN" sz="680">
                <a:solidFill>
                  <a:srgbClr val="263746"/>
                </a:solidFill>
                <a:latin typeface="Arial" panose="020B0604020202020204" pitchFamily="34" charset="0"/>
              </a:rPr>
              <a:t>Find · CA2</a:t>
            </a:r>
            <a:endParaRPr lang="zh-CN" altLang="en-US" sz="680">
              <a:solidFill>
                <a:srgbClr val="263746"/>
              </a:solidFill>
              <a:latin typeface="Arial" panose="020B0604020202020204" pitchFamily="34" charset="0"/>
            </a:endParaRPr>
          </a:p>
        </p:txBody>
      </p:sp>
      <p:cxnSp>
        <p:nvCxnSpPr>
          <p:cNvPr id="420" name="直接连接符 419">
            <a:extLst>
              <a:ext uri="{FF2B5EF4-FFF2-40B4-BE49-F238E27FC236}">
                <a16:creationId xmlns:a16="http://schemas.microsoft.com/office/drawing/2014/main" id="{941B7509-8291-A3BE-62DB-D9C07D1D3007}"/>
              </a:ext>
            </a:extLst>
          </p:cNvPr>
          <p:cNvCxnSpPr/>
          <p:nvPr/>
        </p:nvCxnSpPr>
        <p:spPr>
          <a:xfrm>
            <a:off x="4749800" y="4237831"/>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421" name="直接连接符 420">
            <a:extLst>
              <a:ext uri="{FF2B5EF4-FFF2-40B4-BE49-F238E27FC236}">
                <a16:creationId xmlns:a16="http://schemas.microsoft.com/office/drawing/2014/main" id="{2533FBBF-1699-2F39-EB8A-7D7D416FC496}"/>
              </a:ext>
            </a:extLst>
          </p:cNvPr>
          <p:cNvCxnSpPr/>
          <p:nvPr/>
        </p:nvCxnSpPr>
        <p:spPr>
          <a:xfrm>
            <a:off x="4818380" y="4237831"/>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422" name="直接连接符 421">
            <a:extLst>
              <a:ext uri="{FF2B5EF4-FFF2-40B4-BE49-F238E27FC236}">
                <a16:creationId xmlns:a16="http://schemas.microsoft.com/office/drawing/2014/main" id="{5AC9BCAD-0AAE-DF70-284D-5A6280AFB273}"/>
              </a:ext>
            </a:extLst>
          </p:cNvPr>
          <p:cNvCxnSpPr/>
          <p:nvPr/>
        </p:nvCxnSpPr>
        <p:spPr>
          <a:xfrm>
            <a:off x="4864100" y="4237831"/>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423" name="直接连接符 422">
            <a:extLst>
              <a:ext uri="{FF2B5EF4-FFF2-40B4-BE49-F238E27FC236}">
                <a16:creationId xmlns:a16="http://schemas.microsoft.com/office/drawing/2014/main" id="{ECC1BD4A-E62A-DAB3-02B9-A8147A8A9B7C}"/>
              </a:ext>
            </a:extLst>
          </p:cNvPr>
          <p:cNvCxnSpPr/>
          <p:nvPr/>
        </p:nvCxnSpPr>
        <p:spPr>
          <a:xfrm>
            <a:off x="4886960" y="4237831"/>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424" name="直接连接符 423">
            <a:extLst>
              <a:ext uri="{FF2B5EF4-FFF2-40B4-BE49-F238E27FC236}">
                <a16:creationId xmlns:a16="http://schemas.microsoft.com/office/drawing/2014/main" id="{B76EE159-2AB3-55AC-0502-6A05FDE646FE}"/>
              </a:ext>
            </a:extLst>
          </p:cNvPr>
          <p:cNvCxnSpPr/>
          <p:nvPr/>
        </p:nvCxnSpPr>
        <p:spPr>
          <a:xfrm>
            <a:off x="4932680" y="4237831"/>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425" name="直接连接符 424">
            <a:extLst>
              <a:ext uri="{FF2B5EF4-FFF2-40B4-BE49-F238E27FC236}">
                <a16:creationId xmlns:a16="http://schemas.microsoft.com/office/drawing/2014/main" id="{2F6A2619-2DF3-C212-55FB-1FB0F8E2504E}"/>
              </a:ext>
            </a:extLst>
          </p:cNvPr>
          <p:cNvCxnSpPr/>
          <p:nvPr/>
        </p:nvCxnSpPr>
        <p:spPr>
          <a:xfrm>
            <a:off x="4955540" y="4237831"/>
            <a:ext cx="1016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sp>
        <p:nvSpPr>
          <p:cNvPr id="426" name="矩形 425">
            <a:extLst>
              <a:ext uri="{FF2B5EF4-FFF2-40B4-BE49-F238E27FC236}">
                <a16:creationId xmlns:a16="http://schemas.microsoft.com/office/drawing/2014/main" id="{519582BA-DDF8-0F93-CD79-CF75E1076CAE}"/>
              </a:ext>
            </a:extLst>
          </p:cNvPr>
          <p:cNvSpPr/>
          <p:nvPr/>
        </p:nvSpPr>
        <p:spPr>
          <a:xfrm>
            <a:off x="4841558" y="4221638"/>
            <a:ext cx="32384" cy="32386"/>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7" name="文本框 426">
            <a:extLst>
              <a:ext uri="{FF2B5EF4-FFF2-40B4-BE49-F238E27FC236}">
                <a16:creationId xmlns:a16="http://schemas.microsoft.com/office/drawing/2014/main" id="{31EB14ED-04B5-F1DE-D2F4-C2F46B7BFAB2}"/>
              </a:ext>
            </a:extLst>
          </p:cNvPr>
          <p:cNvSpPr txBox="1"/>
          <p:nvPr/>
        </p:nvSpPr>
        <p:spPr>
          <a:xfrm>
            <a:off x="5041899" y="4180681"/>
            <a:ext cx="1485900" cy="127000"/>
          </a:xfrm>
          <a:prstGeom prst="rect">
            <a:avLst/>
          </a:prstGeom>
          <a:noFill/>
        </p:spPr>
        <p:txBody>
          <a:bodyPr vert="horz" wrap="none" lIns="0" tIns="0" rIns="0" bIns="0" rtlCol="0" anchor="ctr">
            <a:noAutofit/>
          </a:bodyPr>
          <a:lstStyle/>
          <a:p>
            <a:r>
              <a:rPr lang="en-US" altLang="zh-CN" sz="680">
                <a:solidFill>
                  <a:srgbClr val="263746"/>
                </a:solidFill>
                <a:latin typeface="Arial" panose="020B0604020202020204" pitchFamily="34" charset="0"/>
              </a:rPr>
              <a:t>Find+Match · CA2</a:t>
            </a:r>
            <a:endParaRPr lang="zh-CN" altLang="en-US" sz="680">
              <a:solidFill>
                <a:srgbClr val="263746"/>
              </a:solidFill>
              <a:latin typeface="Arial" panose="020B0604020202020204" pitchFamily="34" charset="0"/>
            </a:endParaRPr>
          </a:p>
        </p:txBody>
      </p:sp>
      <p:cxnSp>
        <p:nvCxnSpPr>
          <p:cNvPr id="428" name="直接连接符 427">
            <a:extLst>
              <a:ext uri="{FF2B5EF4-FFF2-40B4-BE49-F238E27FC236}">
                <a16:creationId xmlns:a16="http://schemas.microsoft.com/office/drawing/2014/main" id="{88CD282D-5F07-E677-A3B0-AD1024997D94}"/>
              </a:ext>
            </a:extLst>
          </p:cNvPr>
          <p:cNvCxnSpPr/>
          <p:nvPr/>
        </p:nvCxnSpPr>
        <p:spPr>
          <a:xfrm>
            <a:off x="4749800" y="4415631"/>
            <a:ext cx="215900" cy="0"/>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sp>
        <p:nvSpPr>
          <p:cNvPr id="429" name="菱形 428">
            <a:extLst>
              <a:ext uri="{FF2B5EF4-FFF2-40B4-BE49-F238E27FC236}">
                <a16:creationId xmlns:a16="http://schemas.microsoft.com/office/drawing/2014/main" id="{1D1B76DA-3C6E-A1EA-E843-D02C513BB60A}"/>
              </a:ext>
            </a:extLst>
          </p:cNvPr>
          <p:cNvSpPr/>
          <p:nvPr/>
        </p:nvSpPr>
        <p:spPr>
          <a:xfrm>
            <a:off x="4841558" y="4399440"/>
            <a:ext cx="32384" cy="3238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0" name="文本框 429">
            <a:extLst>
              <a:ext uri="{FF2B5EF4-FFF2-40B4-BE49-F238E27FC236}">
                <a16:creationId xmlns:a16="http://schemas.microsoft.com/office/drawing/2014/main" id="{DAF0DB5A-5062-4A97-AD8A-7444E4B2D52E}"/>
              </a:ext>
            </a:extLst>
          </p:cNvPr>
          <p:cNvSpPr txBox="1"/>
          <p:nvPr/>
        </p:nvSpPr>
        <p:spPr>
          <a:xfrm>
            <a:off x="5041899" y="4358481"/>
            <a:ext cx="1485900" cy="127000"/>
          </a:xfrm>
          <a:prstGeom prst="rect">
            <a:avLst/>
          </a:prstGeom>
          <a:noFill/>
        </p:spPr>
        <p:txBody>
          <a:bodyPr vert="horz" wrap="none" lIns="0" tIns="0" rIns="0" bIns="0" rtlCol="0" anchor="ctr">
            <a:noAutofit/>
          </a:bodyPr>
          <a:lstStyle/>
          <a:p>
            <a:r>
              <a:rPr lang="en-US" altLang="zh-CN" sz="680">
                <a:solidFill>
                  <a:srgbClr val="263746"/>
                </a:solidFill>
                <a:latin typeface="Arial" panose="020B0604020202020204" pitchFamily="34" charset="0"/>
              </a:rPr>
              <a:t>Emap2lig-Find</a:t>
            </a:r>
            <a:endParaRPr lang="zh-CN" altLang="en-US" sz="680">
              <a:solidFill>
                <a:srgbClr val="263746"/>
              </a:solidFill>
              <a:latin typeface="Arial" panose="020B0604020202020204" pitchFamily="34" charset="0"/>
            </a:endParaRPr>
          </a:p>
        </p:txBody>
      </p:sp>
    </p:spTree>
    <p:extLst>
      <p:ext uri="{BB962C8B-B14F-4D97-AF65-F5344CB8AC3E}">
        <p14:creationId xmlns:p14="http://schemas.microsoft.com/office/powerpoint/2010/main" val="2269727618"/>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文本框 374">
            <a:extLst>
              <a:ext uri="{FF2B5EF4-FFF2-40B4-BE49-F238E27FC236}">
                <a16:creationId xmlns:a16="http://schemas.microsoft.com/office/drawing/2014/main" id="{A4E563FB-55C0-A1EA-4CBD-C55F95ADCC68}"/>
              </a:ext>
            </a:extLst>
          </p:cNvPr>
          <p:cNvSpPr txBox="1"/>
          <p:nvPr/>
        </p:nvSpPr>
        <p:spPr>
          <a:xfrm rot="16200000">
            <a:off x="-1" y="4244181"/>
            <a:ext cx="1270000" cy="127000"/>
          </a:xfrm>
          <a:prstGeom prst="rect">
            <a:avLst/>
          </a:prstGeom>
          <a:noFill/>
        </p:spPr>
        <p:txBody>
          <a:bodyPr vert="horz" wrap="none" lIns="0" tIns="0" rIns="0" bIns="0" rtlCol="0" anchor="ctr">
            <a:noAutofit/>
          </a:bodyPr>
          <a:lstStyle/>
          <a:p>
            <a:pPr algn="ctr"/>
            <a:r>
              <a:rPr lang="en-US" altLang="zh-CN" sz="710">
                <a:solidFill>
                  <a:srgbClr val="263746"/>
                </a:solidFill>
                <a:latin typeface="Arial" panose="020B0604020202020204" pitchFamily="34" charset="0"/>
              </a:rPr>
              <a:t>Success rate (%)</a:t>
            </a:r>
            <a:endParaRPr lang="zh-CN" altLang="en-US" sz="710">
              <a:solidFill>
                <a:srgbClr val="263746"/>
              </a:solidFill>
              <a:latin typeface="Arial" panose="020B0604020202020204" pitchFamily="34" charset="0"/>
            </a:endParaRPr>
          </a:p>
        </p:txBody>
      </p:sp>
      <p:sp>
        <p:nvSpPr>
          <p:cNvPr id="376" name="文本框 375">
            <a:extLst>
              <a:ext uri="{FF2B5EF4-FFF2-40B4-BE49-F238E27FC236}">
                <a16:creationId xmlns:a16="http://schemas.microsoft.com/office/drawing/2014/main" id="{9756E9B1-8C47-0EEB-964F-D2B8E2D3D8C6}"/>
              </a:ext>
            </a:extLst>
          </p:cNvPr>
          <p:cNvSpPr txBox="1"/>
          <p:nvPr/>
        </p:nvSpPr>
        <p:spPr>
          <a:xfrm>
            <a:off x="1206499" y="2758281"/>
            <a:ext cx="114300" cy="127000"/>
          </a:xfrm>
          <a:prstGeom prst="rect">
            <a:avLst/>
          </a:prstGeom>
          <a:noFill/>
        </p:spPr>
        <p:txBody>
          <a:bodyPr vert="horz" wrap="none" lIns="0" tIns="0" rIns="0" bIns="0" rtlCol="0" anchor="ctr">
            <a:noAutofit/>
          </a:bodyPr>
          <a:lstStyle/>
          <a:p>
            <a:r>
              <a:rPr lang="en-US" altLang="zh-CN" sz="820" b="1">
                <a:solidFill>
                  <a:srgbClr val="263746"/>
                </a:solidFill>
                <a:latin typeface="Arial" panose="020B0604020202020204" pitchFamily="34" charset="0"/>
              </a:rPr>
              <a:t>a</a:t>
            </a:r>
            <a:endParaRPr lang="zh-CN" altLang="en-US" sz="820" b="1">
              <a:solidFill>
                <a:srgbClr val="263746"/>
              </a:solidFill>
              <a:latin typeface="Arial" panose="020B0604020202020204" pitchFamily="34" charset="0"/>
            </a:endParaRPr>
          </a:p>
        </p:txBody>
      </p:sp>
      <p:sp>
        <p:nvSpPr>
          <p:cNvPr id="377" name="文本框 376">
            <a:extLst>
              <a:ext uri="{FF2B5EF4-FFF2-40B4-BE49-F238E27FC236}">
                <a16:creationId xmlns:a16="http://schemas.microsoft.com/office/drawing/2014/main" id="{3DABFDCE-5BFD-9BA0-5CDF-BF8AC07D8049}"/>
              </a:ext>
            </a:extLst>
          </p:cNvPr>
          <p:cNvSpPr txBox="1"/>
          <p:nvPr/>
        </p:nvSpPr>
        <p:spPr>
          <a:xfrm>
            <a:off x="1422399" y="2760821"/>
            <a:ext cx="2984500" cy="127000"/>
          </a:xfrm>
          <a:prstGeom prst="rect">
            <a:avLst/>
          </a:prstGeom>
          <a:noFill/>
        </p:spPr>
        <p:txBody>
          <a:bodyPr vert="horz" wrap="none" lIns="0" tIns="0" rIns="0" bIns="0" rtlCol="0" anchor="ctr">
            <a:noAutofit/>
          </a:bodyPr>
          <a:lstStyle/>
          <a:p>
            <a:r>
              <a:rPr lang="en-US" altLang="zh-CN" sz="750" b="1">
                <a:solidFill>
                  <a:srgbClr val="263746"/>
                </a:solidFill>
                <a:latin typeface="Arial" panose="020B0604020202020204" pitchFamily="34" charset="0"/>
              </a:rPr>
              <a:t>Detection and identity</a:t>
            </a:r>
            <a:endParaRPr lang="zh-CN" altLang="en-US" sz="750" b="1">
              <a:solidFill>
                <a:srgbClr val="263746"/>
              </a:solidFill>
              <a:latin typeface="Arial" panose="020B0604020202020204" pitchFamily="34" charset="0"/>
            </a:endParaRPr>
          </a:p>
        </p:txBody>
      </p:sp>
      <p:sp>
        <p:nvSpPr>
          <p:cNvPr id="378" name="文本框 377">
            <a:extLst>
              <a:ext uri="{FF2B5EF4-FFF2-40B4-BE49-F238E27FC236}">
                <a16:creationId xmlns:a16="http://schemas.microsoft.com/office/drawing/2014/main" id="{7A9580EC-801C-9D1E-992D-1EE62B665F03}"/>
              </a:ext>
            </a:extLst>
          </p:cNvPr>
          <p:cNvSpPr txBox="1"/>
          <p:nvPr/>
        </p:nvSpPr>
        <p:spPr>
          <a:xfrm>
            <a:off x="723899" y="34504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0</a:t>
            </a:r>
            <a:endParaRPr lang="zh-CN" altLang="en-US" sz="650">
              <a:solidFill>
                <a:srgbClr val="65717B"/>
              </a:solidFill>
              <a:latin typeface="Arial" panose="020B0604020202020204" pitchFamily="34" charset="0"/>
            </a:endParaRPr>
          </a:p>
        </p:txBody>
      </p:sp>
      <p:cxnSp>
        <p:nvCxnSpPr>
          <p:cNvPr id="379" name="直接连接符 378">
            <a:extLst>
              <a:ext uri="{FF2B5EF4-FFF2-40B4-BE49-F238E27FC236}">
                <a16:creationId xmlns:a16="http://schemas.microsoft.com/office/drawing/2014/main" id="{889A848F-7104-AF97-F0D1-DA741326F119}"/>
              </a:ext>
            </a:extLst>
          </p:cNvPr>
          <p:cNvCxnSpPr/>
          <p:nvPr/>
        </p:nvCxnSpPr>
        <p:spPr>
          <a:xfrm>
            <a:off x="1206500" y="33742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380" name="文本框 379">
            <a:extLst>
              <a:ext uri="{FF2B5EF4-FFF2-40B4-BE49-F238E27FC236}">
                <a16:creationId xmlns:a16="http://schemas.microsoft.com/office/drawing/2014/main" id="{B59077C7-534A-132E-73C0-6E68680D5F67}"/>
              </a:ext>
            </a:extLst>
          </p:cNvPr>
          <p:cNvSpPr txBox="1"/>
          <p:nvPr/>
        </p:nvSpPr>
        <p:spPr>
          <a:xfrm>
            <a:off x="723899" y="33234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25</a:t>
            </a:r>
            <a:endParaRPr lang="zh-CN" altLang="en-US" sz="650">
              <a:solidFill>
                <a:srgbClr val="65717B"/>
              </a:solidFill>
              <a:latin typeface="Arial" panose="020B0604020202020204" pitchFamily="34" charset="0"/>
            </a:endParaRPr>
          </a:p>
        </p:txBody>
      </p:sp>
      <p:cxnSp>
        <p:nvCxnSpPr>
          <p:cNvPr id="381" name="直接连接符 380">
            <a:extLst>
              <a:ext uri="{FF2B5EF4-FFF2-40B4-BE49-F238E27FC236}">
                <a16:creationId xmlns:a16="http://schemas.microsoft.com/office/drawing/2014/main" id="{1ACA05CB-7312-D10A-CA7F-7FCDC4FB8664}"/>
              </a:ext>
            </a:extLst>
          </p:cNvPr>
          <p:cNvCxnSpPr/>
          <p:nvPr/>
        </p:nvCxnSpPr>
        <p:spPr>
          <a:xfrm>
            <a:off x="1206500" y="32472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382" name="文本框 381">
            <a:extLst>
              <a:ext uri="{FF2B5EF4-FFF2-40B4-BE49-F238E27FC236}">
                <a16:creationId xmlns:a16="http://schemas.microsoft.com/office/drawing/2014/main" id="{1D532652-207F-43C7-3149-3037BB414056}"/>
              </a:ext>
            </a:extLst>
          </p:cNvPr>
          <p:cNvSpPr txBox="1"/>
          <p:nvPr/>
        </p:nvSpPr>
        <p:spPr>
          <a:xfrm>
            <a:off x="723899" y="31964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50</a:t>
            </a:r>
            <a:endParaRPr lang="zh-CN" altLang="en-US" sz="650">
              <a:solidFill>
                <a:srgbClr val="65717B"/>
              </a:solidFill>
              <a:latin typeface="Arial" panose="020B0604020202020204" pitchFamily="34" charset="0"/>
            </a:endParaRPr>
          </a:p>
        </p:txBody>
      </p:sp>
      <p:cxnSp>
        <p:nvCxnSpPr>
          <p:cNvPr id="383" name="直接连接符 382">
            <a:extLst>
              <a:ext uri="{FF2B5EF4-FFF2-40B4-BE49-F238E27FC236}">
                <a16:creationId xmlns:a16="http://schemas.microsoft.com/office/drawing/2014/main" id="{BFFD0C49-F8B1-6504-8D43-F4A455BDE40D}"/>
              </a:ext>
            </a:extLst>
          </p:cNvPr>
          <p:cNvCxnSpPr/>
          <p:nvPr/>
        </p:nvCxnSpPr>
        <p:spPr>
          <a:xfrm>
            <a:off x="1206500" y="31202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384" name="文本框 383">
            <a:extLst>
              <a:ext uri="{FF2B5EF4-FFF2-40B4-BE49-F238E27FC236}">
                <a16:creationId xmlns:a16="http://schemas.microsoft.com/office/drawing/2014/main" id="{64F5DAC2-E31B-4D93-B5C5-258B0382EB3B}"/>
              </a:ext>
            </a:extLst>
          </p:cNvPr>
          <p:cNvSpPr txBox="1"/>
          <p:nvPr/>
        </p:nvSpPr>
        <p:spPr>
          <a:xfrm>
            <a:off x="723899" y="30694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75</a:t>
            </a:r>
            <a:endParaRPr lang="zh-CN" altLang="en-US" sz="650">
              <a:solidFill>
                <a:srgbClr val="65717B"/>
              </a:solidFill>
              <a:latin typeface="Arial" panose="020B0604020202020204" pitchFamily="34" charset="0"/>
            </a:endParaRPr>
          </a:p>
        </p:txBody>
      </p:sp>
      <p:cxnSp>
        <p:nvCxnSpPr>
          <p:cNvPr id="385" name="直接连接符 384">
            <a:extLst>
              <a:ext uri="{FF2B5EF4-FFF2-40B4-BE49-F238E27FC236}">
                <a16:creationId xmlns:a16="http://schemas.microsoft.com/office/drawing/2014/main" id="{674EC912-3B12-8CE1-87DC-128AEC577CFB}"/>
              </a:ext>
            </a:extLst>
          </p:cNvPr>
          <p:cNvCxnSpPr/>
          <p:nvPr/>
        </p:nvCxnSpPr>
        <p:spPr>
          <a:xfrm>
            <a:off x="1206500" y="29932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386" name="文本框 385">
            <a:extLst>
              <a:ext uri="{FF2B5EF4-FFF2-40B4-BE49-F238E27FC236}">
                <a16:creationId xmlns:a16="http://schemas.microsoft.com/office/drawing/2014/main" id="{7B1EAFF6-8A6F-B58C-F66A-A2A869AF8508}"/>
              </a:ext>
            </a:extLst>
          </p:cNvPr>
          <p:cNvSpPr txBox="1"/>
          <p:nvPr/>
        </p:nvSpPr>
        <p:spPr>
          <a:xfrm>
            <a:off x="723899" y="29424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100</a:t>
            </a:r>
            <a:endParaRPr lang="zh-CN" altLang="en-US" sz="650">
              <a:solidFill>
                <a:srgbClr val="65717B"/>
              </a:solidFill>
              <a:latin typeface="Arial" panose="020B0604020202020204" pitchFamily="34" charset="0"/>
            </a:endParaRPr>
          </a:p>
        </p:txBody>
      </p:sp>
      <p:cxnSp>
        <p:nvCxnSpPr>
          <p:cNvPr id="387" name="直接连接符 386">
            <a:extLst>
              <a:ext uri="{FF2B5EF4-FFF2-40B4-BE49-F238E27FC236}">
                <a16:creationId xmlns:a16="http://schemas.microsoft.com/office/drawing/2014/main" id="{67817CF9-2D85-7EAD-C8B5-47E7D0544D36}"/>
              </a:ext>
            </a:extLst>
          </p:cNvPr>
          <p:cNvCxnSpPr/>
          <p:nvPr/>
        </p:nvCxnSpPr>
        <p:spPr>
          <a:xfrm>
            <a:off x="1206500" y="2993231"/>
            <a:ext cx="0" cy="508000"/>
          </a:xfrm>
          <a:prstGeom prst="line">
            <a:avLst/>
          </a:prstGeom>
          <a:ln w="9144">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388" name="直接连接符 387">
            <a:extLst>
              <a:ext uri="{FF2B5EF4-FFF2-40B4-BE49-F238E27FC236}">
                <a16:creationId xmlns:a16="http://schemas.microsoft.com/office/drawing/2014/main" id="{09A51B06-C071-65C2-03BB-264E0F7E2D8B}"/>
              </a:ext>
            </a:extLst>
          </p:cNvPr>
          <p:cNvCxnSpPr/>
          <p:nvPr/>
        </p:nvCxnSpPr>
        <p:spPr>
          <a:xfrm>
            <a:off x="1206500" y="3501231"/>
            <a:ext cx="3238500" cy="0"/>
          </a:xfrm>
          <a:prstGeom prst="line">
            <a:avLst/>
          </a:prstGeom>
          <a:ln w="9144">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389" name="直接连接符 388">
            <a:extLst>
              <a:ext uri="{FF2B5EF4-FFF2-40B4-BE49-F238E27FC236}">
                <a16:creationId xmlns:a16="http://schemas.microsoft.com/office/drawing/2014/main" id="{4E48E244-03B4-707A-E848-30396B2A4BAF}"/>
              </a:ext>
            </a:extLst>
          </p:cNvPr>
          <p:cNvCxnSpPr/>
          <p:nvPr/>
        </p:nvCxnSpPr>
        <p:spPr>
          <a:xfrm>
            <a:off x="1206500"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390" name="文本框 389">
            <a:extLst>
              <a:ext uri="{FF2B5EF4-FFF2-40B4-BE49-F238E27FC236}">
                <a16:creationId xmlns:a16="http://schemas.microsoft.com/office/drawing/2014/main" id="{BBC24400-4683-3150-3262-D86D155C73C0}"/>
              </a:ext>
            </a:extLst>
          </p:cNvPr>
          <p:cNvSpPr txBox="1"/>
          <p:nvPr/>
        </p:nvSpPr>
        <p:spPr>
          <a:xfrm>
            <a:off x="1104899" y="35482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1</a:t>
            </a:r>
            <a:endParaRPr lang="zh-CN" altLang="en-US" sz="660">
              <a:solidFill>
                <a:srgbClr val="65717B"/>
              </a:solidFill>
              <a:latin typeface="Arial" panose="020B0604020202020204" pitchFamily="34" charset="0"/>
            </a:endParaRPr>
          </a:p>
        </p:txBody>
      </p:sp>
      <p:cxnSp>
        <p:nvCxnSpPr>
          <p:cNvPr id="391" name="直接连接符 390">
            <a:extLst>
              <a:ext uri="{FF2B5EF4-FFF2-40B4-BE49-F238E27FC236}">
                <a16:creationId xmlns:a16="http://schemas.microsoft.com/office/drawing/2014/main" id="{DC682E81-5E01-DDC9-ACBF-7782B77A115F}"/>
              </a:ext>
            </a:extLst>
          </p:cNvPr>
          <p:cNvCxnSpPr/>
          <p:nvPr/>
        </p:nvCxnSpPr>
        <p:spPr>
          <a:xfrm>
            <a:off x="1566333"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392" name="直接连接符 391">
            <a:extLst>
              <a:ext uri="{FF2B5EF4-FFF2-40B4-BE49-F238E27FC236}">
                <a16:creationId xmlns:a16="http://schemas.microsoft.com/office/drawing/2014/main" id="{B0094F19-5501-748E-DF82-A9AC0F773A23}"/>
              </a:ext>
            </a:extLst>
          </p:cNvPr>
          <p:cNvCxnSpPr/>
          <p:nvPr/>
        </p:nvCxnSpPr>
        <p:spPr>
          <a:xfrm>
            <a:off x="1926167"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393" name="文本框 392">
            <a:extLst>
              <a:ext uri="{FF2B5EF4-FFF2-40B4-BE49-F238E27FC236}">
                <a16:creationId xmlns:a16="http://schemas.microsoft.com/office/drawing/2014/main" id="{B506427F-D09C-193C-DAD2-9DB4048BAE18}"/>
              </a:ext>
            </a:extLst>
          </p:cNvPr>
          <p:cNvSpPr txBox="1"/>
          <p:nvPr/>
        </p:nvSpPr>
        <p:spPr>
          <a:xfrm>
            <a:off x="1824566" y="35482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3</a:t>
            </a:r>
            <a:endParaRPr lang="zh-CN" altLang="en-US" sz="660">
              <a:solidFill>
                <a:srgbClr val="65717B"/>
              </a:solidFill>
              <a:latin typeface="Arial" panose="020B0604020202020204" pitchFamily="34" charset="0"/>
            </a:endParaRPr>
          </a:p>
        </p:txBody>
      </p:sp>
      <p:cxnSp>
        <p:nvCxnSpPr>
          <p:cNvPr id="394" name="直接连接符 393">
            <a:extLst>
              <a:ext uri="{FF2B5EF4-FFF2-40B4-BE49-F238E27FC236}">
                <a16:creationId xmlns:a16="http://schemas.microsoft.com/office/drawing/2014/main" id="{D0F15CFD-4BEE-A0D4-A475-61D85302CFFA}"/>
              </a:ext>
            </a:extLst>
          </p:cNvPr>
          <p:cNvCxnSpPr/>
          <p:nvPr/>
        </p:nvCxnSpPr>
        <p:spPr>
          <a:xfrm>
            <a:off x="2286000"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395" name="直接连接符 394">
            <a:extLst>
              <a:ext uri="{FF2B5EF4-FFF2-40B4-BE49-F238E27FC236}">
                <a16:creationId xmlns:a16="http://schemas.microsoft.com/office/drawing/2014/main" id="{9BA5F56A-DD3A-FCB5-3EA4-978C90F5807E}"/>
              </a:ext>
            </a:extLst>
          </p:cNvPr>
          <p:cNvCxnSpPr/>
          <p:nvPr/>
        </p:nvCxnSpPr>
        <p:spPr>
          <a:xfrm>
            <a:off x="2645833"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396" name="文本框 395">
            <a:extLst>
              <a:ext uri="{FF2B5EF4-FFF2-40B4-BE49-F238E27FC236}">
                <a16:creationId xmlns:a16="http://schemas.microsoft.com/office/drawing/2014/main" id="{C7A26EFF-E516-43B1-2AE1-1893CCEE7C3C}"/>
              </a:ext>
            </a:extLst>
          </p:cNvPr>
          <p:cNvSpPr txBox="1"/>
          <p:nvPr/>
        </p:nvSpPr>
        <p:spPr>
          <a:xfrm>
            <a:off x="2544232" y="35482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5</a:t>
            </a:r>
            <a:endParaRPr lang="zh-CN" altLang="en-US" sz="660">
              <a:solidFill>
                <a:srgbClr val="65717B"/>
              </a:solidFill>
              <a:latin typeface="Arial" panose="020B0604020202020204" pitchFamily="34" charset="0"/>
            </a:endParaRPr>
          </a:p>
        </p:txBody>
      </p:sp>
      <p:cxnSp>
        <p:nvCxnSpPr>
          <p:cNvPr id="397" name="直接连接符 396">
            <a:extLst>
              <a:ext uri="{FF2B5EF4-FFF2-40B4-BE49-F238E27FC236}">
                <a16:creationId xmlns:a16="http://schemas.microsoft.com/office/drawing/2014/main" id="{45CA1E27-883D-65D2-055D-DEEE52F88DEF}"/>
              </a:ext>
            </a:extLst>
          </p:cNvPr>
          <p:cNvCxnSpPr/>
          <p:nvPr/>
        </p:nvCxnSpPr>
        <p:spPr>
          <a:xfrm>
            <a:off x="3005667"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398" name="直接连接符 397">
            <a:extLst>
              <a:ext uri="{FF2B5EF4-FFF2-40B4-BE49-F238E27FC236}">
                <a16:creationId xmlns:a16="http://schemas.microsoft.com/office/drawing/2014/main" id="{D21E8E3F-3FF6-5CFF-D4CA-CB2B3E3A654E}"/>
              </a:ext>
            </a:extLst>
          </p:cNvPr>
          <p:cNvCxnSpPr/>
          <p:nvPr/>
        </p:nvCxnSpPr>
        <p:spPr>
          <a:xfrm>
            <a:off x="3365500"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399" name="文本框 398">
            <a:extLst>
              <a:ext uri="{FF2B5EF4-FFF2-40B4-BE49-F238E27FC236}">
                <a16:creationId xmlns:a16="http://schemas.microsoft.com/office/drawing/2014/main" id="{7AC8BBDC-4F95-A59A-C9CC-DCC3201DEDE8}"/>
              </a:ext>
            </a:extLst>
          </p:cNvPr>
          <p:cNvSpPr txBox="1"/>
          <p:nvPr/>
        </p:nvSpPr>
        <p:spPr>
          <a:xfrm>
            <a:off x="3263899" y="35482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7</a:t>
            </a:r>
            <a:endParaRPr lang="zh-CN" altLang="en-US" sz="660">
              <a:solidFill>
                <a:srgbClr val="65717B"/>
              </a:solidFill>
              <a:latin typeface="Arial" panose="020B0604020202020204" pitchFamily="34" charset="0"/>
            </a:endParaRPr>
          </a:p>
        </p:txBody>
      </p:sp>
      <p:cxnSp>
        <p:nvCxnSpPr>
          <p:cNvPr id="400" name="直接连接符 399">
            <a:extLst>
              <a:ext uri="{FF2B5EF4-FFF2-40B4-BE49-F238E27FC236}">
                <a16:creationId xmlns:a16="http://schemas.microsoft.com/office/drawing/2014/main" id="{54F7C135-A984-B3EA-9037-4B9F71AB131E}"/>
              </a:ext>
            </a:extLst>
          </p:cNvPr>
          <p:cNvCxnSpPr/>
          <p:nvPr/>
        </p:nvCxnSpPr>
        <p:spPr>
          <a:xfrm>
            <a:off x="3725333"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01" name="直接连接符 400">
            <a:extLst>
              <a:ext uri="{FF2B5EF4-FFF2-40B4-BE49-F238E27FC236}">
                <a16:creationId xmlns:a16="http://schemas.microsoft.com/office/drawing/2014/main" id="{853D60F9-540E-0117-82D7-FCE3D5F1F568}"/>
              </a:ext>
            </a:extLst>
          </p:cNvPr>
          <p:cNvCxnSpPr/>
          <p:nvPr/>
        </p:nvCxnSpPr>
        <p:spPr>
          <a:xfrm>
            <a:off x="4085167"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02" name="直接连接符 401">
            <a:extLst>
              <a:ext uri="{FF2B5EF4-FFF2-40B4-BE49-F238E27FC236}">
                <a16:creationId xmlns:a16="http://schemas.microsoft.com/office/drawing/2014/main" id="{C34D897F-4E6C-5588-AD9F-F33239067CED}"/>
              </a:ext>
            </a:extLst>
          </p:cNvPr>
          <p:cNvCxnSpPr/>
          <p:nvPr/>
        </p:nvCxnSpPr>
        <p:spPr>
          <a:xfrm>
            <a:off x="4445000" y="35012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03" name="文本框 402">
            <a:extLst>
              <a:ext uri="{FF2B5EF4-FFF2-40B4-BE49-F238E27FC236}">
                <a16:creationId xmlns:a16="http://schemas.microsoft.com/office/drawing/2014/main" id="{E0B2B257-630E-9035-9B75-2DB9509D13A1}"/>
              </a:ext>
            </a:extLst>
          </p:cNvPr>
          <p:cNvSpPr txBox="1"/>
          <p:nvPr/>
        </p:nvSpPr>
        <p:spPr>
          <a:xfrm>
            <a:off x="4343399" y="35482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10</a:t>
            </a:r>
            <a:endParaRPr lang="zh-CN" altLang="en-US" sz="660">
              <a:solidFill>
                <a:srgbClr val="65717B"/>
              </a:solidFill>
              <a:latin typeface="Arial" panose="020B0604020202020204" pitchFamily="34" charset="0"/>
            </a:endParaRPr>
          </a:p>
        </p:txBody>
      </p:sp>
      <p:sp>
        <p:nvSpPr>
          <p:cNvPr id="404" name="文本框 403">
            <a:extLst>
              <a:ext uri="{FF2B5EF4-FFF2-40B4-BE49-F238E27FC236}">
                <a16:creationId xmlns:a16="http://schemas.microsoft.com/office/drawing/2014/main" id="{0173DA4D-DDF9-AEF3-A4EC-EC2CD3FC3B43}"/>
              </a:ext>
            </a:extLst>
          </p:cNvPr>
          <p:cNvSpPr txBox="1"/>
          <p:nvPr/>
        </p:nvSpPr>
        <p:spPr>
          <a:xfrm>
            <a:off x="1885949" y="3675221"/>
            <a:ext cx="1879600" cy="114300"/>
          </a:xfrm>
          <a:prstGeom prst="rect">
            <a:avLst/>
          </a:prstGeom>
          <a:noFill/>
        </p:spPr>
        <p:txBody>
          <a:bodyPr vert="horz" wrap="none" lIns="0" tIns="0" rIns="0" bIns="0" rtlCol="0" anchor="ctr">
            <a:noAutofit/>
          </a:bodyPr>
          <a:lstStyle/>
          <a:p>
            <a:pPr algn="ctr"/>
            <a:r>
              <a:rPr lang="en-US" altLang="zh-CN" sz="690">
                <a:solidFill>
                  <a:srgbClr val="263746"/>
                </a:solidFill>
                <a:latin typeface="Arial" panose="020B0604020202020204" pitchFamily="34" charset="0"/>
              </a:rPr>
              <a:t>Charged attempts (K)</a:t>
            </a:r>
            <a:endParaRPr lang="zh-CN" altLang="en-US" sz="690">
              <a:solidFill>
                <a:srgbClr val="263746"/>
              </a:solidFill>
              <a:latin typeface="Arial" panose="020B0604020202020204" pitchFamily="34" charset="0"/>
            </a:endParaRPr>
          </a:p>
        </p:txBody>
      </p:sp>
      <p:sp>
        <p:nvSpPr>
          <p:cNvPr id="405" name="文本框 404">
            <a:extLst>
              <a:ext uri="{FF2B5EF4-FFF2-40B4-BE49-F238E27FC236}">
                <a16:creationId xmlns:a16="http://schemas.microsoft.com/office/drawing/2014/main" id="{CF5D604E-839D-4386-7699-4D53154B12ED}"/>
              </a:ext>
            </a:extLst>
          </p:cNvPr>
          <p:cNvSpPr txBox="1"/>
          <p:nvPr/>
        </p:nvSpPr>
        <p:spPr>
          <a:xfrm>
            <a:off x="1206499" y="3786981"/>
            <a:ext cx="114300" cy="127000"/>
          </a:xfrm>
          <a:prstGeom prst="rect">
            <a:avLst/>
          </a:prstGeom>
          <a:noFill/>
        </p:spPr>
        <p:txBody>
          <a:bodyPr vert="horz" wrap="none" lIns="0" tIns="0" rIns="0" bIns="0" rtlCol="0" anchor="ctr">
            <a:noAutofit/>
          </a:bodyPr>
          <a:lstStyle/>
          <a:p>
            <a:r>
              <a:rPr lang="en-US" altLang="zh-CN" sz="820" b="1">
                <a:solidFill>
                  <a:srgbClr val="263746"/>
                </a:solidFill>
                <a:latin typeface="Arial" panose="020B0604020202020204" pitchFamily="34" charset="0"/>
              </a:rPr>
              <a:t>b</a:t>
            </a:r>
            <a:endParaRPr lang="zh-CN" altLang="en-US" sz="820" b="1">
              <a:solidFill>
                <a:srgbClr val="263746"/>
              </a:solidFill>
              <a:latin typeface="Arial" panose="020B0604020202020204" pitchFamily="34" charset="0"/>
            </a:endParaRPr>
          </a:p>
        </p:txBody>
      </p:sp>
      <p:sp>
        <p:nvSpPr>
          <p:cNvPr id="406" name="文本框 405">
            <a:extLst>
              <a:ext uri="{FF2B5EF4-FFF2-40B4-BE49-F238E27FC236}">
                <a16:creationId xmlns:a16="http://schemas.microsoft.com/office/drawing/2014/main" id="{9C73C277-6F66-4B39-357D-D04FD4E52F58}"/>
              </a:ext>
            </a:extLst>
          </p:cNvPr>
          <p:cNvSpPr txBox="1"/>
          <p:nvPr/>
        </p:nvSpPr>
        <p:spPr>
          <a:xfrm>
            <a:off x="1422399" y="3789521"/>
            <a:ext cx="2984500" cy="127000"/>
          </a:xfrm>
          <a:prstGeom prst="rect">
            <a:avLst/>
          </a:prstGeom>
          <a:noFill/>
        </p:spPr>
        <p:txBody>
          <a:bodyPr vert="horz" wrap="none" lIns="0" tIns="0" rIns="0" bIns="0" rtlCol="0" anchor="ctr">
            <a:noAutofit/>
          </a:bodyPr>
          <a:lstStyle/>
          <a:p>
            <a:r>
              <a:rPr lang="en-US" altLang="zh-CN" sz="750" b="1">
                <a:solidFill>
                  <a:srgbClr val="263746"/>
                </a:solidFill>
                <a:latin typeface="Arial" panose="020B0604020202020204" pitchFamily="34" charset="0"/>
              </a:rPr>
              <a:t>Pose reconstruction · GT</a:t>
            </a:r>
            <a:endParaRPr lang="zh-CN" altLang="en-US" sz="750" b="1">
              <a:solidFill>
                <a:srgbClr val="263746"/>
              </a:solidFill>
              <a:latin typeface="Arial" panose="020B0604020202020204" pitchFamily="34" charset="0"/>
            </a:endParaRPr>
          </a:p>
        </p:txBody>
      </p:sp>
      <p:sp>
        <p:nvSpPr>
          <p:cNvPr id="407" name="文本框 406">
            <a:extLst>
              <a:ext uri="{FF2B5EF4-FFF2-40B4-BE49-F238E27FC236}">
                <a16:creationId xmlns:a16="http://schemas.microsoft.com/office/drawing/2014/main" id="{5675AD2E-9785-61F4-1BC1-EADDCBC9C6A3}"/>
              </a:ext>
            </a:extLst>
          </p:cNvPr>
          <p:cNvSpPr txBox="1"/>
          <p:nvPr/>
        </p:nvSpPr>
        <p:spPr>
          <a:xfrm>
            <a:off x="723899" y="44791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0</a:t>
            </a:r>
            <a:endParaRPr lang="zh-CN" altLang="en-US" sz="650">
              <a:solidFill>
                <a:srgbClr val="65717B"/>
              </a:solidFill>
              <a:latin typeface="Arial" panose="020B0604020202020204" pitchFamily="34" charset="0"/>
            </a:endParaRPr>
          </a:p>
        </p:txBody>
      </p:sp>
      <p:cxnSp>
        <p:nvCxnSpPr>
          <p:cNvPr id="408" name="直接连接符 407">
            <a:extLst>
              <a:ext uri="{FF2B5EF4-FFF2-40B4-BE49-F238E27FC236}">
                <a16:creationId xmlns:a16="http://schemas.microsoft.com/office/drawing/2014/main" id="{5BCC5B50-1DEA-B09A-B4F9-9351F1348D66}"/>
              </a:ext>
            </a:extLst>
          </p:cNvPr>
          <p:cNvCxnSpPr/>
          <p:nvPr/>
        </p:nvCxnSpPr>
        <p:spPr>
          <a:xfrm>
            <a:off x="1206500" y="44029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409" name="文本框 408">
            <a:extLst>
              <a:ext uri="{FF2B5EF4-FFF2-40B4-BE49-F238E27FC236}">
                <a16:creationId xmlns:a16="http://schemas.microsoft.com/office/drawing/2014/main" id="{01CC763A-6C5D-D609-88BB-F484D0DD9812}"/>
              </a:ext>
            </a:extLst>
          </p:cNvPr>
          <p:cNvSpPr txBox="1"/>
          <p:nvPr/>
        </p:nvSpPr>
        <p:spPr>
          <a:xfrm>
            <a:off x="723899" y="43521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25</a:t>
            </a:r>
            <a:endParaRPr lang="zh-CN" altLang="en-US" sz="650">
              <a:solidFill>
                <a:srgbClr val="65717B"/>
              </a:solidFill>
              <a:latin typeface="Arial" panose="020B0604020202020204" pitchFamily="34" charset="0"/>
            </a:endParaRPr>
          </a:p>
        </p:txBody>
      </p:sp>
      <p:cxnSp>
        <p:nvCxnSpPr>
          <p:cNvPr id="410" name="直接连接符 409">
            <a:extLst>
              <a:ext uri="{FF2B5EF4-FFF2-40B4-BE49-F238E27FC236}">
                <a16:creationId xmlns:a16="http://schemas.microsoft.com/office/drawing/2014/main" id="{19DF0E5A-9E98-2B61-9E27-C46E97AB0103}"/>
              </a:ext>
            </a:extLst>
          </p:cNvPr>
          <p:cNvCxnSpPr/>
          <p:nvPr/>
        </p:nvCxnSpPr>
        <p:spPr>
          <a:xfrm>
            <a:off x="1206500" y="42759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411" name="文本框 410">
            <a:extLst>
              <a:ext uri="{FF2B5EF4-FFF2-40B4-BE49-F238E27FC236}">
                <a16:creationId xmlns:a16="http://schemas.microsoft.com/office/drawing/2014/main" id="{0D38D8D2-6E16-594E-E071-F828783A36F8}"/>
              </a:ext>
            </a:extLst>
          </p:cNvPr>
          <p:cNvSpPr txBox="1"/>
          <p:nvPr/>
        </p:nvSpPr>
        <p:spPr>
          <a:xfrm>
            <a:off x="723899" y="42251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50</a:t>
            </a:r>
            <a:endParaRPr lang="zh-CN" altLang="en-US" sz="650">
              <a:solidFill>
                <a:srgbClr val="65717B"/>
              </a:solidFill>
              <a:latin typeface="Arial" panose="020B0604020202020204" pitchFamily="34" charset="0"/>
            </a:endParaRPr>
          </a:p>
        </p:txBody>
      </p:sp>
      <p:cxnSp>
        <p:nvCxnSpPr>
          <p:cNvPr id="412" name="直接连接符 411">
            <a:extLst>
              <a:ext uri="{FF2B5EF4-FFF2-40B4-BE49-F238E27FC236}">
                <a16:creationId xmlns:a16="http://schemas.microsoft.com/office/drawing/2014/main" id="{7E93E587-51AA-75E5-298E-1459E9C71867}"/>
              </a:ext>
            </a:extLst>
          </p:cNvPr>
          <p:cNvCxnSpPr/>
          <p:nvPr/>
        </p:nvCxnSpPr>
        <p:spPr>
          <a:xfrm>
            <a:off x="1206500" y="41489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413" name="文本框 412">
            <a:extLst>
              <a:ext uri="{FF2B5EF4-FFF2-40B4-BE49-F238E27FC236}">
                <a16:creationId xmlns:a16="http://schemas.microsoft.com/office/drawing/2014/main" id="{932D13F1-F317-F7C1-1B04-3F4DB44AD2D6}"/>
              </a:ext>
            </a:extLst>
          </p:cNvPr>
          <p:cNvSpPr txBox="1"/>
          <p:nvPr/>
        </p:nvSpPr>
        <p:spPr>
          <a:xfrm>
            <a:off x="723899" y="40981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75</a:t>
            </a:r>
            <a:endParaRPr lang="zh-CN" altLang="en-US" sz="650">
              <a:solidFill>
                <a:srgbClr val="65717B"/>
              </a:solidFill>
              <a:latin typeface="Arial" panose="020B0604020202020204" pitchFamily="34" charset="0"/>
            </a:endParaRPr>
          </a:p>
        </p:txBody>
      </p:sp>
      <p:cxnSp>
        <p:nvCxnSpPr>
          <p:cNvPr id="414" name="直接连接符 413">
            <a:extLst>
              <a:ext uri="{FF2B5EF4-FFF2-40B4-BE49-F238E27FC236}">
                <a16:creationId xmlns:a16="http://schemas.microsoft.com/office/drawing/2014/main" id="{1EDB5D18-5991-32C7-9205-8913F66E4046}"/>
              </a:ext>
            </a:extLst>
          </p:cNvPr>
          <p:cNvCxnSpPr/>
          <p:nvPr/>
        </p:nvCxnSpPr>
        <p:spPr>
          <a:xfrm>
            <a:off x="1206500" y="40219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415" name="文本框 414">
            <a:extLst>
              <a:ext uri="{FF2B5EF4-FFF2-40B4-BE49-F238E27FC236}">
                <a16:creationId xmlns:a16="http://schemas.microsoft.com/office/drawing/2014/main" id="{65FAEBAC-4D8F-65E7-4C0E-A1389725E749}"/>
              </a:ext>
            </a:extLst>
          </p:cNvPr>
          <p:cNvSpPr txBox="1"/>
          <p:nvPr/>
        </p:nvSpPr>
        <p:spPr>
          <a:xfrm>
            <a:off x="723899" y="39711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100</a:t>
            </a:r>
            <a:endParaRPr lang="zh-CN" altLang="en-US" sz="650">
              <a:solidFill>
                <a:srgbClr val="65717B"/>
              </a:solidFill>
              <a:latin typeface="Arial" panose="020B0604020202020204" pitchFamily="34" charset="0"/>
            </a:endParaRPr>
          </a:p>
        </p:txBody>
      </p:sp>
      <p:cxnSp>
        <p:nvCxnSpPr>
          <p:cNvPr id="416" name="直接连接符 415">
            <a:extLst>
              <a:ext uri="{FF2B5EF4-FFF2-40B4-BE49-F238E27FC236}">
                <a16:creationId xmlns:a16="http://schemas.microsoft.com/office/drawing/2014/main" id="{DF297F9C-7E1A-0C19-7230-3217717D2713}"/>
              </a:ext>
            </a:extLst>
          </p:cNvPr>
          <p:cNvCxnSpPr/>
          <p:nvPr/>
        </p:nvCxnSpPr>
        <p:spPr>
          <a:xfrm>
            <a:off x="1206500" y="4021931"/>
            <a:ext cx="0" cy="508000"/>
          </a:xfrm>
          <a:prstGeom prst="line">
            <a:avLst/>
          </a:prstGeom>
          <a:ln w="9144">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17" name="直接连接符 416">
            <a:extLst>
              <a:ext uri="{FF2B5EF4-FFF2-40B4-BE49-F238E27FC236}">
                <a16:creationId xmlns:a16="http://schemas.microsoft.com/office/drawing/2014/main" id="{DF054C55-8307-16E9-D278-745C73F83470}"/>
              </a:ext>
            </a:extLst>
          </p:cNvPr>
          <p:cNvCxnSpPr/>
          <p:nvPr/>
        </p:nvCxnSpPr>
        <p:spPr>
          <a:xfrm>
            <a:off x="1206500" y="4529931"/>
            <a:ext cx="3238500" cy="0"/>
          </a:xfrm>
          <a:prstGeom prst="line">
            <a:avLst/>
          </a:prstGeom>
          <a:ln w="9144">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18" name="直接连接符 417">
            <a:extLst>
              <a:ext uri="{FF2B5EF4-FFF2-40B4-BE49-F238E27FC236}">
                <a16:creationId xmlns:a16="http://schemas.microsoft.com/office/drawing/2014/main" id="{19388896-BD11-86D9-5EC0-B7B001A45236}"/>
              </a:ext>
            </a:extLst>
          </p:cNvPr>
          <p:cNvCxnSpPr/>
          <p:nvPr/>
        </p:nvCxnSpPr>
        <p:spPr>
          <a:xfrm>
            <a:off x="1206500"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19" name="文本框 418">
            <a:extLst>
              <a:ext uri="{FF2B5EF4-FFF2-40B4-BE49-F238E27FC236}">
                <a16:creationId xmlns:a16="http://schemas.microsoft.com/office/drawing/2014/main" id="{C350E2BF-1C57-F2F5-58D3-9CAD77BCE857}"/>
              </a:ext>
            </a:extLst>
          </p:cNvPr>
          <p:cNvSpPr txBox="1"/>
          <p:nvPr/>
        </p:nvSpPr>
        <p:spPr>
          <a:xfrm>
            <a:off x="1104899" y="45769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1</a:t>
            </a:r>
            <a:endParaRPr lang="zh-CN" altLang="en-US" sz="660">
              <a:solidFill>
                <a:srgbClr val="65717B"/>
              </a:solidFill>
              <a:latin typeface="Arial" panose="020B0604020202020204" pitchFamily="34" charset="0"/>
            </a:endParaRPr>
          </a:p>
        </p:txBody>
      </p:sp>
      <p:cxnSp>
        <p:nvCxnSpPr>
          <p:cNvPr id="420" name="直接连接符 419">
            <a:extLst>
              <a:ext uri="{FF2B5EF4-FFF2-40B4-BE49-F238E27FC236}">
                <a16:creationId xmlns:a16="http://schemas.microsoft.com/office/drawing/2014/main" id="{F6A7AB3B-9B52-45EC-5BCC-583CC2313319}"/>
              </a:ext>
            </a:extLst>
          </p:cNvPr>
          <p:cNvCxnSpPr/>
          <p:nvPr/>
        </p:nvCxnSpPr>
        <p:spPr>
          <a:xfrm>
            <a:off x="1566333"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21" name="直接连接符 420">
            <a:extLst>
              <a:ext uri="{FF2B5EF4-FFF2-40B4-BE49-F238E27FC236}">
                <a16:creationId xmlns:a16="http://schemas.microsoft.com/office/drawing/2014/main" id="{A6A59416-9C68-127C-19B8-513256BEBE7D}"/>
              </a:ext>
            </a:extLst>
          </p:cNvPr>
          <p:cNvCxnSpPr/>
          <p:nvPr/>
        </p:nvCxnSpPr>
        <p:spPr>
          <a:xfrm>
            <a:off x="1926167"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22" name="文本框 421">
            <a:extLst>
              <a:ext uri="{FF2B5EF4-FFF2-40B4-BE49-F238E27FC236}">
                <a16:creationId xmlns:a16="http://schemas.microsoft.com/office/drawing/2014/main" id="{6919A09E-4EF2-B42B-0C87-A75F1D10F3C4}"/>
              </a:ext>
            </a:extLst>
          </p:cNvPr>
          <p:cNvSpPr txBox="1"/>
          <p:nvPr/>
        </p:nvSpPr>
        <p:spPr>
          <a:xfrm>
            <a:off x="1824566" y="45769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3</a:t>
            </a:r>
            <a:endParaRPr lang="zh-CN" altLang="en-US" sz="660">
              <a:solidFill>
                <a:srgbClr val="65717B"/>
              </a:solidFill>
              <a:latin typeface="Arial" panose="020B0604020202020204" pitchFamily="34" charset="0"/>
            </a:endParaRPr>
          </a:p>
        </p:txBody>
      </p:sp>
      <p:cxnSp>
        <p:nvCxnSpPr>
          <p:cNvPr id="423" name="直接连接符 422">
            <a:extLst>
              <a:ext uri="{FF2B5EF4-FFF2-40B4-BE49-F238E27FC236}">
                <a16:creationId xmlns:a16="http://schemas.microsoft.com/office/drawing/2014/main" id="{AB0BEE28-9E3B-E8BC-F65F-8D49BB3D67F8}"/>
              </a:ext>
            </a:extLst>
          </p:cNvPr>
          <p:cNvCxnSpPr/>
          <p:nvPr/>
        </p:nvCxnSpPr>
        <p:spPr>
          <a:xfrm>
            <a:off x="2286000"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24" name="直接连接符 423">
            <a:extLst>
              <a:ext uri="{FF2B5EF4-FFF2-40B4-BE49-F238E27FC236}">
                <a16:creationId xmlns:a16="http://schemas.microsoft.com/office/drawing/2014/main" id="{A373484F-E8AB-7837-55D7-9A2669E1BC65}"/>
              </a:ext>
            </a:extLst>
          </p:cNvPr>
          <p:cNvCxnSpPr/>
          <p:nvPr/>
        </p:nvCxnSpPr>
        <p:spPr>
          <a:xfrm>
            <a:off x="2645833"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25" name="文本框 424">
            <a:extLst>
              <a:ext uri="{FF2B5EF4-FFF2-40B4-BE49-F238E27FC236}">
                <a16:creationId xmlns:a16="http://schemas.microsoft.com/office/drawing/2014/main" id="{F64A575C-9657-E54D-10DA-7DAF8F3BAA88}"/>
              </a:ext>
            </a:extLst>
          </p:cNvPr>
          <p:cNvSpPr txBox="1"/>
          <p:nvPr/>
        </p:nvSpPr>
        <p:spPr>
          <a:xfrm>
            <a:off x="2544232" y="45769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5</a:t>
            </a:r>
            <a:endParaRPr lang="zh-CN" altLang="en-US" sz="660">
              <a:solidFill>
                <a:srgbClr val="65717B"/>
              </a:solidFill>
              <a:latin typeface="Arial" panose="020B0604020202020204" pitchFamily="34" charset="0"/>
            </a:endParaRPr>
          </a:p>
        </p:txBody>
      </p:sp>
      <p:cxnSp>
        <p:nvCxnSpPr>
          <p:cNvPr id="426" name="直接连接符 425">
            <a:extLst>
              <a:ext uri="{FF2B5EF4-FFF2-40B4-BE49-F238E27FC236}">
                <a16:creationId xmlns:a16="http://schemas.microsoft.com/office/drawing/2014/main" id="{C7F2BEB4-7AAA-C6D2-37FA-49A82800CA64}"/>
              </a:ext>
            </a:extLst>
          </p:cNvPr>
          <p:cNvCxnSpPr/>
          <p:nvPr/>
        </p:nvCxnSpPr>
        <p:spPr>
          <a:xfrm>
            <a:off x="3005667"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27" name="直接连接符 426">
            <a:extLst>
              <a:ext uri="{FF2B5EF4-FFF2-40B4-BE49-F238E27FC236}">
                <a16:creationId xmlns:a16="http://schemas.microsoft.com/office/drawing/2014/main" id="{4AC76186-A7A6-1B40-EA43-C35727051F5C}"/>
              </a:ext>
            </a:extLst>
          </p:cNvPr>
          <p:cNvCxnSpPr/>
          <p:nvPr/>
        </p:nvCxnSpPr>
        <p:spPr>
          <a:xfrm>
            <a:off x="3365500"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28" name="文本框 427">
            <a:extLst>
              <a:ext uri="{FF2B5EF4-FFF2-40B4-BE49-F238E27FC236}">
                <a16:creationId xmlns:a16="http://schemas.microsoft.com/office/drawing/2014/main" id="{4A0D8A7F-26B6-5CC8-0561-6AED797C321E}"/>
              </a:ext>
            </a:extLst>
          </p:cNvPr>
          <p:cNvSpPr txBox="1"/>
          <p:nvPr/>
        </p:nvSpPr>
        <p:spPr>
          <a:xfrm>
            <a:off x="3263899" y="45769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7</a:t>
            </a:r>
            <a:endParaRPr lang="zh-CN" altLang="en-US" sz="660">
              <a:solidFill>
                <a:srgbClr val="65717B"/>
              </a:solidFill>
              <a:latin typeface="Arial" panose="020B0604020202020204" pitchFamily="34" charset="0"/>
            </a:endParaRPr>
          </a:p>
        </p:txBody>
      </p:sp>
      <p:cxnSp>
        <p:nvCxnSpPr>
          <p:cNvPr id="429" name="直接连接符 428">
            <a:extLst>
              <a:ext uri="{FF2B5EF4-FFF2-40B4-BE49-F238E27FC236}">
                <a16:creationId xmlns:a16="http://schemas.microsoft.com/office/drawing/2014/main" id="{3F4F5F49-DCC7-609B-B0F7-344E6BB4255C}"/>
              </a:ext>
            </a:extLst>
          </p:cNvPr>
          <p:cNvCxnSpPr/>
          <p:nvPr/>
        </p:nvCxnSpPr>
        <p:spPr>
          <a:xfrm>
            <a:off x="3725333"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30" name="直接连接符 429">
            <a:extLst>
              <a:ext uri="{FF2B5EF4-FFF2-40B4-BE49-F238E27FC236}">
                <a16:creationId xmlns:a16="http://schemas.microsoft.com/office/drawing/2014/main" id="{0424D786-2B94-50C3-ACAD-3AA42A90D764}"/>
              </a:ext>
            </a:extLst>
          </p:cNvPr>
          <p:cNvCxnSpPr/>
          <p:nvPr/>
        </p:nvCxnSpPr>
        <p:spPr>
          <a:xfrm>
            <a:off x="4085167"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31" name="直接连接符 430">
            <a:extLst>
              <a:ext uri="{FF2B5EF4-FFF2-40B4-BE49-F238E27FC236}">
                <a16:creationId xmlns:a16="http://schemas.microsoft.com/office/drawing/2014/main" id="{6F8558E1-4259-0443-EE0A-D26F6C4081F0}"/>
              </a:ext>
            </a:extLst>
          </p:cNvPr>
          <p:cNvCxnSpPr/>
          <p:nvPr/>
        </p:nvCxnSpPr>
        <p:spPr>
          <a:xfrm>
            <a:off x="4445000" y="45299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32" name="文本框 431">
            <a:extLst>
              <a:ext uri="{FF2B5EF4-FFF2-40B4-BE49-F238E27FC236}">
                <a16:creationId xmlns:a16="http://schemas.microsoft.com/office/drawing/2014/main" id="{02E6F78F-F262-BB5C-3FA1-28256DE82147}"/>
              </a:ext>
            </a:extLst>
          </p:cNvPr>
          <p:cNvSpPr txBox="1"/>
          <p:nvPr/>
        </p:nvSpPr>
        <p:spPr>
          <a:xfrm>
            <a:off x="4343399" y="45769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10</a:t>
            </a:r>
            <a:endParaRPr lang="zh-CN" altLang="en-US" sz="660">
              <a:solidFill>
                <a:srgbClr val="65717B"/>
              </a:solidFill>
              <a:latin typeface="Arial" panose="020B0604020202020204" pitchFamily="34" charset="0"/>
            </a:endParaRPr>
          </a:p>
        </p:txBody>
      </p:sp>
      <p:sp>
        <p:nvSpPr>
          <p:cNvPr id="433" name="文本框 432">
            <a:extLst>
              <a:ext uri="{FF2B5EF4-FFF2-40B4-BE49-F238E27FC236}">
                <a16:creationId xmlns:a16="http://schemas.microsoft.com/office/drawing/2014/main" id="{1903EC86-08D3-2ED2-1037-4C62D77DB55C}"/>
              </a:ext>
            </a:extLst>
          </p:cNvPr>
          <p:cNvSpPr txBox="1"/>
          <p:nvPr/>
        </p:nvSpPr>
        <p:spPr>
          <a:xfrm>
            <a:off x="1885949" y="4703921"/>
            <a:ext cx="1879600" cy="114300"/>
          </a:xfrm>
          <a:prstGeom prst="rect">
            <a:avLst/>
          </a:prstGeom>
          <a:noFill/>
        </p:spPr>
        <p:txBody>
          <a:bodyPr vert="horz" wrap="none" lIns="0" tIns="0" rIns="0" bIns="0" rtlCol="0" anchor="ctr">
            <a:noAutofit/>
          </a:bodyPr>
          <a:lstStyle/>
          <a:p>
            <a:pPr algn="ctr"/>
            <a:r>
              <a:rPr lang="en-US" altLang="zh-CN" sz="690">
                <a:solidFill>
                  <a:srgbClr val="263746"/>
                </a:solidFill>
                <a:latin typeface="Arial" panose="020B0604020202020204" pitchFamily="34" charset="0"/>
              </a:rPr>
              <a:t>Charged attempts (K)</a:t>
            </a:r>
            <a:endParaRPr lang="zh-CN" altLang="en-US" sz="690">
              <a:solidFill>
                <a:srgbClr val="263746"/>
              </a:solidFill>
              <a:latin typeface="Arial" panose="020B0604020202020204" pitchFamily="34" charset="0"/>
            </a:endParaRPr>
          </a:p>
        </p:txBody>
      </p:sp>
      <p:sp>
        <p:nvSpPr>
          <p:cNvPr id="434" name="文本框 433">
            <a:extLst>
              <a:ext uri="{FF2B5EF4-FFF2-40B4-BE49-F238E27FC236}">
                <a16:creationId xmlns:a16="http://schemas.microsoft.com/office/drawing/2014/main" id="{AC2B5A26-D042-C03F-EEAF-A7A9517830F9}"/>
              </a:ext>
            </a:extLst>
          </p:cNvPr>
          <p:cNvSpPr txBox="1"/>
          <p:nvPr/>
        </p:nvSpPr>
        <p:spPr>
          <a:xfrm>
            <a:off x="1206499" y="4815681"/>
            <a:ext cx="114300" cy="127000"/>
          </a:xfrm>
          <a:prstGeom prst="rect">
            <a:avLst/>
          </a:prstGeom>
          <a:noFill/>
        </p:spPr>
        <p:txBody>
          <a:bodyPr vert="horz" wrap="none" lIns="0" tIns="0" rIns="0" bIns="0" rtlCol="0" anchor="ctr">
            <a:noAutofit/>
          </a:bodyPr>
          <a:lstStyle/>
          <a:p>
            <a:r>
              <a:rPr lang="en-US" altLang="zh-CN" sz="820" b="1">
                <a:solidFill>
                  <a:srgbClr val="263746"/>
                </a:solidFill>
                <a:latin typeface="Arial" panose="020B0604020202020204" pitchFamily="34" charset="0"/>
              </a:rPr>
              <a:t>c</a:t>
            </a:r>
            <a:endParaRPr lang="zh-CN" altLang="en-US" sz="820" b="1">
              <a:solidFill>
                <a:srgbClr val="263746"/>
              </a:solidFill>
              <a:latin typeface="Arial" panose="020B0604020202020204" pitchFamily="34" charset="0"/>
            </a:endParaRPr>
          </a:p>
        </p:txBody>
      </p:sp>
      <p:sp>
        <p:nvSpPr>
          <p:cNvPr id="435" name="文本框 434">
            <a:extLst>
              <a:ext uri="{FF2B5EF4-FFF2-40B4-BE49-F238E27FC236}">
                <a16:creationId xmlns:a16="http://schemas.microsoft.com/office/drawing/2014/main" id="{429114AC-301B-C9D5-DE06-62C4EAF9FA09}"/>
              </a:ext>
            </a:extLst>
          </p:cNvPr>
          <p:cNvSpPr txBox="1"/>
          <p:nvPr/>
        </p:nvSpPr>
        <p:spPr>
          <a:xfrm>
            <a:off x="1422399" y="4818221"/>
            <a:ext cx="2984500" cy="127000"/>
          </a:xfrm>
          <a:prstGeom prst="rect">
            <a:avLst/>
          </a:prstGeom>
          <a:noFill/>
        </p:spPr>
        <p:txBody>
          <a:bodyPr vert="horz" wrap="none" lIns="0" tIns="0" rIns="0" bIns="0" rtlCol="0" anchor="ctr">
            <a:noAutofit/>
          </a:bodyPr>
          <a:lstStyle/>
          <a:p>
            <a:r>
              <a:rPr lang="en-US" altLang="zh-CN" sz="750" b="1">
                <a:solidFill>
                  <a:srgbClr val="263746"/>
                </a:solidFill>
                <a:latin typeface="Arial" panose="020B0604020202020204" pitchFamily="34" charset="0"/>
              </a:rPr>
              <a:t>Pose reconstruction · CA2</a:t>
            </a:r>
            <a:endParaRPr lang="zh-CN" altLang="en-US" sz="750" b="1">
              <a:solidFill>
                <a:srgbClr val="263746"/>
              </a:solidFill>
              <a:latin typeface="Arial" panose="020B0604020202020204" pitchFamily="34" charset="0"/>
            </a:endParaRPr>
          </a:p>
        </p:txBody>
      </p:sp>
      <p:sp>
        <p:nvSpPr>
          <p:cNvPr id="436" name="文本框 435">
            <a:extLst>
              <a:ext uri="{FF2B5EF4-FFF2-40B4-BE49-F238E27FC236}">
                <a16:creationId xmlns:a16="http://schemas.microsoft.com/office/drawing/2014/main" id="{3F603873-4597-A566-54B7-9007A72479D2}"/>
              </a:ext>
            </a:extLst>
          </p:cNvPr>
          <p:cNvSpPr txBox="1"/>
          <p:nvPr/>
        </p:nvSpPr>
        <p:spPr>
          <a:xfrm>
            <a:off x="723899" y="55078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0</a:t>
            </a:r>
            <a:endParaRPr lang="zh-CN" altLang="en-US" sz="650">
              <a:solidFill>
                <a:srgbClr val="65717B"/>
              </a:solidFill>
              <a:latin typeface="Arial" panose="020B0604020202020204" pitchFamily="34" charset="0"/>
            </a:endParaRPr>
          </a:p>
        </p:txBody>
      </p:sp>
      <p:cxnSp>
        <p:nvCxnSpPr>
          <p:cNvPr id="437" name="直接连接符 436">
            <a:extLst>
              <a:ext uri="{FF2B5EF4-FFF2-40B4-BE49-F238E27FC236}">
                <a16:creationId xmlns:a16="http://schemas.microsoft.com/office/drawing/2014/main" id="{9416F567-C88B-7F7E-7079-D95811AA35D8}"/>
              </a:ext>
            </a:extLst>
          </p:cNvPr>
          <p:cNvCxnSpPr/>
          <p:nvPr/>
        </p:nvCxnSpPr>
        <p:spPr>
          <a:xfrm>
            <a:off x="1206500" y="54316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438" name="文本框 437">
            <a:extLst>
              <a:ext uri="{FF2B5EF4-FFF2-40B4-BE49-F238E27FC236}">
                <a16:creationId xmlns:a16="http://schemas.microsoft.com/office/drawing/2014/main" id="{A612F093-0AF8-B54F-B142-DD144FD41D92}"/>
              </a:ext>
            </a:extLst>
          </p:cNvPr>
          <p:cNvSpPr txBox="1"/>
          <p:nvPr/>
        </p:nvSpPr>
        <p:spPr>
          <a:xfrm>
            <a:off x="723899" y="53808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25</a:t>
            </a:r>
            <a:endParaRPr lang="zh-CN" altLang="en-US" sz="650">
              <a:solidFill>
                <a:srgbClr val="65717B"/>
              </a:solidFill>
              <a:latin typeface="Arial" panose="020B0604020202020204" pitchFamily="34" charset="0"/>
            </a:endParaRPr>
          </a:p>
        </p:txBody>
      </p:sp>
      <p:cxnSp>
        <p:nvCxnSpPr>
          <p:cNvPr id="439" name="直接连接符 438">
            <a:extLst>
              <a:ext uri="{FF2B5EF4-FFF2-40B4-BE49-F238E27FC236}">
                <a16:creationId xmlns:a16="http://schemas.microsoft.com/office/drawing/2014/main" id="{2E85E856-F235-ABB4-4B9B-F0A98322E983}"/>
              </a:ext>
            </a:extLst>
          </p:cNvPr>
          <p:cNvCxnSpPr/>
          <p:nvPr/>
        </p:nvCxnSpPr>
        <p:spPr>
          <a:xfrm>
            <a:off x="1206500" y="53046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440" name="文本框 439">
            <a:extLst>
              <a:ext uri="{FF2B5EF4-FFF2-40B4-BE49-F238E27FC236}">
                <a16:creationId xmlns:a16="http://schemas.microsoft.com/office/drawing/2014/main" id="{713D260A-697E-82EF-CEDE-0F059BD12555}"/>
              </a:ext>
            </a:extLst>
          </p:cNvPr>
          <p:cNvSpPr txBox="1"/>
          <p:nvPr/>
        </p:nvSpPr>
        <p:spPr>
          <a:xfrm>
            <a:off x="723899" y="52538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50</a:t>
            </a:r>
            <a:endParaRPr lang="zh-CN" altLang="en-US" sz="650">
              <a:solidFill>
                <a:srgbClr val="65717B"/>
              </a:solidFill>
              <a:latin typeface="Arial" panose="020B0604020202020204" pitchFamily="34" charset="0"/>
            </a:endParaRPr>
          </a:p>
        </p:txBody>
      </p:sp>
      <p:cxnSp>
        <p:nvCxnSpPr>
          <p:cNvPr id="441" name="直接连接符 440">
            <a:extLst>
              <a:ext uri="{FF2B5EF4-FFF2-40B4-BE49-F238E27FC236}">
                <a16:creationId xmlns:a16="http://schemas.microsoft.com/office/drawing/2014/main" id="{48F55527-CD84-61B5-5AF8-C2A3F7522400}"/>
              </a:ext>
            </a:extLst>
          </p:cNvPr>
          <p:cNvCxnSpPr/>
          <p:nvPr/>
        </p:nvCxnSpPr>
        <p:spPr>
          <a:xfrm>
            <a:off x="1206500" y="51776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442" name="文本框 441">
            <a:extLst>
              <a:ext uri="{FF2B5EF4-FFF2-40B4-BE49-F238E27FC236}">
                <a16:creationId xmlns:a16="http://schemas.microsoft.com/office/drawing/2014/main" id="{26771E69-8868-0EDF-08CC-21A266B1E7FC}"/>
              </a:ext>
            </a:extLst>
          </p:cNvPr>
          <p:cNvSpPr txBox="1"/>
          <p:nvPr/>
        </p:nvSpPr>
        <p:spPr>
          <a:xfrm>
            <a:off x="723899" y="51268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75</a:t>
            </a:r>
            <a:endParaRPr lang="zh-CN" altLang="en-US" sz="650">
              <a:solidFill>
                <a:srgbClr val="65717B"/>
              </a:solidFill>
              <a:latin typeface="Arial" panose="020B0604020202020204" pitchFamily="34" charset="0"/>
            </a:endParaRPr>
          </a:p>
        </p:txBody>
      </p:sp>
      <p:cxnSp>
        <p:nvCxnSpPr>
          <p:cNvPr id="443" name="直接连接符 442">
            <a:extLst>
              <a:ext uri="{FF2B5EF4-FFF2-40B4-BE49-F238E27FC236}">
                <a16:creationId xmlns:a16="http://schemas.microsoft.com/office/drawing/2014/main" id="{E6837CA5-727B-0EEF-C7F4-304C117A0A18}"/>
              </a:ext>
            </a:extLst>
          </p:cNvPr>
          <p:cNvCxnSpPr/>
          <p:nvPr/>
        </p:nvCxnSpPr>
        <p:spPr>
          <a:xfrm>
            <a:off x="1206500" y="5050631"/>
            <a:ext cx="3238500" cy="0"/>
          </a:xfrm>
          <a:prstGeom prst="line">
            <a:avLst/>
          </a:prstGeom>
          <a:ln w="4572">
            <a:solidFill>
              <a:srgbClr val="E2E8EB"/>
            </a:solidFill>
          </a:ln>
        </p:spPr>
        <p:style>
          <a:lnRef idx="1">
            <a:schemeClr val="accent1"/>
          </a:lnRef>
          <a:fillRef idx="0">
            <a:schemeClr val="accent1"/>
          </a:fillRef>
          <a:effectRef idx="0">
            <a:schemeClr val="accent1"/>
          </a:effectRef>
          <a:fontRef idx="minor">
            <a:schemeClr val="tx1"/>
          </a:fontRef>
        </p:style>
      </p:cxnSp>
      <p:sp>
        <p:nvSpPr>
          <p:cNvPr id="444" name="文本框 443">
            <a:extLst>
              <a:ext uri="{FF2B5EF4-FFF2-40B4-BE49-F238E27FC236}">
                <a16:creationId xmlns:a16="http://schemas.microsoft.com/office/drawing/2014/main" id="{BDE8453C-911C-789C-61AF-2105EF228EA0}"/>
              </a:ext>
            </a:extLst>
          </p:cNvPr>
          <p:cNvSpPr txBox="1"/>
          <p:nvPr/>
        </p:nvSpPr>
        <p:spPr>
          <a:xfrm>
            <a:off x="723899" y="4999831"/>
            <a:ext cx="342900" cy="101600"/>
          </a:xfrm>
          <a:prstGeom prst="rect">
            <a:avLst/>
          </a:prstGeom>
          <a:noFill/>
        </p:spPr>
        <p:txBody>
          <a:bodyPr vert="horz" wrap="none" lIns="0" tIns="0" rIns="0" bIns="0" rtlCol="0" anchor="ctr">
            <a:noAutofit/>
          </a:bodyPr>
          <a:lstStyle/>
          <a:p>
            <a:pPr algn="r"/>
            <a:r>
              <a:rPr lang="en-US" altLang="zh-CN" sz="650">
                <a:solidFill>
                  <a:srgbClr val="65717B"/>
                </a:solidFill>
                <a:latin typeface="Arial" panose="020B0604020202020204" pitchFamily="34" charset="0"/>
              </a:rPr>
              <a:t>100</a:t>
            </a:r>
            <a:endParaRPr lang="zh-CN" altLang="en-US" sz="650">
              <a:solidFill>
                <a:srgbClr val="65717B"/>
              </a:solidFill>
              <a:latin typeface="Arial" panose="020B0604020202020204" pitchFamily="34" charset="0"/>
            </a:endParaRPr>
          </a:p>
        </p:txBody>
      </p:sp>
      <p:cxnSp>
        <p:nvCxnSpPr>
          <p:cNvPr id="445" name="直接连接符 444">
            <a:extLst>
              <a:ext uri="{FF2B5EF4-FFF2-40B4-BE49-F238E27FC236}">
                <a16:creationId xmlns:a16="http://schemas.microsoft.com/office/drawing/2014/main" id="{07E1D627-A1CA-8AEB-DA67-2D5D7076878E}"/>
              </a:ext>
            </a:extLst>
          </p:cNvPr>
          <p:cNvCxnSpPr/>
          <p:nvPr/>
        </p:nvCxnSpPr>
        <p:spPr>
          <a:xfrm>
            <a:off x="1206500" y="5050631"/>
            <a:ext cx="0" cy="508000"/>
          </a:xfrm>
          <a:prstGeom prst="line">
            <a:avLst/>
          </a:prstGeom>
          <a:ln w="9144">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46" name="直接连接符 445">
            <a:extLst>
              <a:ext uri="{FF2B5EF4-FFF2-40B4-BE49-F238E27FC236}">
                <a16:creationId xmlns:a16="http://schemas.microsoft.com/office/drawing/2014/main" id="{BA9B9120-531C-213C-B91C-3F11054FA07D}"/>
              </a:ext>
            </a:extLst>
          </p:cNvPr>
          <p:cNvCxnSpPr/>
          <p:nvPr/>
        </p:nvCxnSpPr>
        <p:spPr>
          <a:xfrm>
            <a:off x="1206500" y="5558631"/>
            <a:ext cx="3238500" cy="0"/>
          </a:xfrm>
          <a:prstGeom prst="line">
            <a:avLst/>
          </a:prstGeom>
          <a:ln w="9144">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47" name="直接连接符 446">
            <a:extLst>
              <a:ext uri="{FF2B5EF4-FFF2-40B4-BE49-F238E27FC236}">
                <a16:creationId xmlns:a16="http://schemas.microsoft.com/office/drawing/2014/main" id="{D3E6A5A1-36BF-7E01-C7EB-4DB8B0B8D5AB}"/>
              </a:ext>
            </a:extLst>
          </p:cNvPr>
          <p:cNvCxnSpPr/>
          <p:nvPr/>
        </p:nvCxnSpPr>
        <p:spPr>
          <a:xfrm>
            <a:off x="1206500"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48" name="文本框 447">
            <a:extLst>
              <a:ext uri="{FF2B5EF4-FFF2-40B4-BE49-F238E27FC236}">
                <a16:creationId xmlns:a16="http://schemas.microsoft.com/office/drawing/2014/main" id="{FF9D94FE-A3DD-AA15-1090-EC39342A61B8}"/>
              </a:ext>
            </a:extLst>
          </p:cNvPr>
          <p:cNvSpPr txBox="1"/>
          <p:nvPr/>
        </p:nvSpPr>
        <p:spPr>
          <a:xfrm>
            <a:off x="1104899" y="56056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1</a:t>
            </a:r>
            <a:endParaRPr lang="zh-CN" altLang="en-US" sz="660">
              <a:solidFill>
                <a:srgbClr val="65717B"/>
              </a:solidFill>
              <a:latin typeface="Arial" panose="020B0604020202020204" pitchFamily="34" charset="0"/>
            </a:endParaRPr>
          </a:p>
        </p:txBody>
      </p:sp>
      <p:cxnSp>
        <p:nvCxnSpPr>
          <p:cNvPr id="449" name="直接连接符 448">
            <a:extLst>
              <a:ext uri="{FF2B5EF4-FFF2-40B4-BE49-F238E27FC236}">
                <a16:creationId xmlns:a16="http://schemas.microsoft.com/office/drawing/2014/main" id="{436CE8AF-AD5E-F34A-CCAF-5A9BA5774C41}"/>
              </a:ext>
            </a:extLst>
          </p:cNvPr>
          <p:cNvCxnSpPr/>
          <p:nvPr/>
        </p:nvCxnSpPr>
        <p:spPr>
          <a:xfrm>
            <a:off x="1566333"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50" name="直接连接符 449">
            <a:extLst>
              <a:ext uri="{FF2B5EF4-FFF2-40B4-BE49-F238E27FC236}">
                <a16:creationId xmlns:a16="http://schemas.microsoft.com/office/drawing/2014/main" id="{44F00F58-23CF-BBD2-6088-9E8A41C90C6D}"/>
              </a:ext>
            </a:extLst>
          </p:cNvPr>
          <p:cNvCxnSpPr/>
          <p:nvPr/>
        </p:nvCxnSpPr>
        <p:spPr>
          <a:xfrm>
            <a:off x="1926167"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51" name="文本框 450">
            <a:extLst>
              <a:ext uri="{FF2B5EF4-FFF2-40B4-BE49-F238E27FC236}">
                <a16:creationId xmlns:a16="http://schemas.microsoft.com/office/drawing/2014/main" id="{BE7CE281-C9E8-4C1C-942B-960617A923EC}"/>
              </a:ext>
            </a:extLst>
          </p:cNvPr>
          <p:cNvSpPr txBox="1"/>
          <p:nvPr/>
        </p:nvSpPr>
        <p:spPr>
          <a:xfrm>
            <a:off x="1824566" y="56056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3</a:t>
            </a:r>
            <a:endParaRPr lang="zh-CN" altLang="en-US" sz="660">
              <a:solidFill>
                <a:srgbClr val="65717B"/>
              </a:solidFill>
              <a:latin typeface="Arial" panose="020B0604020202020204" pitchFamily="34" charset="0"/>
            </a:endParaRPr>
          </a:p>
        </p:txBody>
      </p:sp>
      <p:cxnSp>
        <p:nvCxnSpPr>
          <p:cNvPr id="452" name="直接连接符 451">
            <a:extLst>
              <a:ext uri="{FF2B5EF4-FFF2-40B4-BE49-F238E27FC236}">
                <a16:creationId xmlns:a16="http://schemas.microsoft.com/office/drawing/2014/main" id="{B5330BA1-EBA9-76E6-9A98-4503E44C5B12}"/>
              </a:ext>
            </a:extLst>
          </p:cNvPr>
          <p:cNvCxnSpPr/>
          <p:nvPr/>
        </p:nvCxnSpPr>
        <p:spPr>
          <a:xfrm>
            <a:off x="2286000"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53" name="直接连接符 452">
            <a:extLst>
              <a:ext uri="{FF2B5EF4-FFF2-40B4-BE49-F238E27FC236}">
                <a16:creationId xmlns:a16="http://schemas.microsoft.com/office/drawing/2014/main" id="{97BB880F-C17A-C1FB-F669-9ED5BBE9F22C}"/>
              </a:ext>
            </a:extLst>
          </p:cNvPr>
          <p:cNvCxnSpPr/>
          <p:nvPr/>
        </p:nvCxnSpPr>
        <p:spPr>
          <a:xfrm>
            <a:off x="2645833"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54" name="文本框 453">
            <a:extLst>
              <a:ext uri="{FF2B5EF4-FFF2-40B4-BE49-F238E27FC236}">
                <a16:creationId xmlns:a16="http://schemas.microsoft.com/office/drawing/2014/main" id="{A32F2F8F-0D20-0CBF-3FE1-7E824D4AB37D}"/>
              </a:ext>
            </a:extLst>
          </p:cNvPr>
          <p:cNvSpPr txBox="1"/>
          <p:nvPr/>
        </p:nvSpPr>
        <p:spPr>
          <a:xfrm>
            <a:off x="2544232" y="56056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5</a:t>
            </a:r>
            <a:endParaRPr lang="zh-CN" altLang="en-US" sz="660">
              <a:solidFill>
                <a:srgbClr val="65717B"/>
              </a:solidFill>
              <a:latin typeface="Arial" panose="020B0604020202020204" pitchFamily="34" charset="0"/>
            </a:endParaRPr>
          </a:p>
        </p:txBody>
      </p:sp>
      <p:cxnSp>
        <p:nvCxnSpPr>
          <p:cNvPr id="455" name="直接连接符 454">
            <a:extLst>
              <a:ext uri="{FF2B5EF4-FFF2-40B4-BE49-F238E27FC236}">
                <a16:creationId xmlns:a16="http://schemas.microsoft.com/office/drawing/2014/main" id="{D2BD9387-3540-E7A3-940A-2B6960EE386F}"/>
              </a:ext>
            </a:extLst>
          </p:cNvPr>
          <p:cNvCxnSpPr/>
          <p:nvPr/>
        </p:nvCxnSpPr>
        <p:spPr>
          <a:xfrm>
            <a:off x="3005667"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56" name="直接连接符 455">
            <a:extLst>
              <a:ext uri="{FF2B5EF4-FFF2-40B4-BE49-F238E27FC236}">
                <a16:creationId xmlns:a16="http://schemas.microsoft.com/office/drawing/2014/main" id="{F33AE12C-C8EB-EB22-60A6-7E6FF3FC29D2}"/>
              </a:ext>
            </a:extLst>
          </p:cNvPr>
          <p:cNvCxnSpPr/>
          <p:nvPr/>
        </p:nvCxnSpPr>
        <p:spPr>
          <a:xfrm>
            <a:off x="3365500"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57" name="文本框 456">
            <a:extLst>
              <a:ext uri="{FF2B5EF4-FFF2-40B4-BE49-F238E27FC236}">
                <a16:creationId xmlns:a16="http://schemas.microsoft.com/office/drawing/2014/main" id="{4C85BEBC-0FD5-5F8A-6BCD-652C9C2CFABC}"/>
              </a:ext>
            </a:extLst>
          </p:cNvPr>
          <p:cNvSpPr txBox="1"/>
          <p:nvPr/>
        </p:nvSpPr>
        <p:spPr>
          <a:xfrm>
            <a:off x="3263899" y="56056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7</a:t>
            </a:r>
            <a:endParaRPr lang="zh-CN" altLang="en-US" sz="660">
              <a:solidFill>
                <a:srgbClr val="65717B"/>
              </a:solidFill>
              <a:latin typeface="Arial" panose="020B0604020202020204" pitchFamily="34" charset="0"/>
            </a:endParaRPr>
          </a:p>
        </p:txBody>
      </p:sp>
      <p:cxnSp>
        <p:nvCxnSpPr>
          <p:cNvPr id="458" name="直接连接符 457">
            <a:extLst>
              <a:ext uri="{FF2B5EF4-FFF2-40B4-BE49-F238E27FC236}">
                <a16:creationId xmlns:a16="http://schemas.microsoft.com/office/drawing/2014/main" id="{3861A78D-7673-5D05-765A-0BA578701782}"/>
              </a:ext>
            </a:extLst>
          </p:cNvPr>
          <p:cNvCxnSpPr/>
          <p:nvPr/>
        </p:nvCxnSpPr>
        <p:spPr>
          <a:xfrm>
            <a:off x="3725333"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59" name="直接连接符 458">
            <a:extLst>
              <a:ext uri="{FF2B5EF4-FFF2-40B4-BE49-F238E27FC236}">
                <a16:creationId xmlns:a16="http://schemas.microsoft.com/office/drawing/2014/main" id="{B9B47A76-1F12-E796-973D-F649A553EBA3}"/>
              </a:ext>
            </a:extLst>
          </p:cNvPr>
          <p:cNvCxnSpPr/>
          <p:nvPr/>
        </p:nvCxnSpPr>
        <p:spPr>
          <a:xfrm>
            <a:off x="4085167"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460" name="直接连接符 459">
            <a:extLst>
              <a:ext uri="{FF2B5EF4-FFF2-40B4-BE49-F238E27FC236}">
                <a16:creationId xmlns:a16="http://schemas.microsoft.com/office/drawing/2014/main" id="{594F9BD2-F373-7F67-5B92-A600BD4FF527}"/>
              </a:ext>
            </a:extLst>
          </p:cNvPr>
          <p:cNvCxnSpPr/>
          <p:nvPr/>
        </p:nvCxnSpPr>
        <p:spPr>
          <a:xfrm>
            <a:off x="4445000" y="5558631"/>
            <a:ext cx="0" cy="26670"/>
          </a:xfrm>
          <a:prstGeom prst="line">
            <a:avLst/>
          </a:prstGeom>
          <a:ln w="6858">
            <a:solidFill>
              <a:srgbClr val="263746"/>
            </a:solidFill>
          </a:ln>
        </p:spPr>
        <p:style>
          <a:lnRef idx="1">
            <a:schemeClr val="accent1"/>
          </a:lnRef>
          <a:fillRef idx="0">
            <a:schemeClr val="accent1"/>
          </a:fillRef>
          <a:effectRef idx="0">
            <a:schemeClr val="accent1"/>
          </a:effectRef>
          <a:fontRef idx="minor">
            <a:schemeClr val="tx1"/>
          </a:fontRef>
        </p:style>
      </p:cxnSp>
      <p:sp>
        <p:nvSpPr>
          <p:cNvPr id="461" name="文本框 460">
            <a:extLst>
              <a:ext uri="{FF2B5EF4-FFF2-40B4-BE49-F238E27FC236}">
                <a16:creationId xmlns:a16="http://schemas.microsoft.com/office/drawing/2014/main" id="{579E75A5-D3C0-03E8-0633-F8955AC77FBC}"/>
              </a:ext>
            </a:extLst>
          </p:cNvPr>
          <p:cNvSpPr txBox="1"/>
          <p:nvPr/>
        </p:nvSpPr>
        <p:spPr>
          <a:xfrm>
            <a:off x="4343399" y="5605621"/>
            <a:ext cx="203200" cy="101600"/>
          </a:xfrm>
          <a:prstGeom prst="rect">
            <a:avLst/>
          </a:prstGeom>
          <a:noFill/>
        </p:spPr>
        <p:txBody>
          <a:bodyPr vert="horz" wrap="none" lIns="0" tIns="0" rIns="0" bIns="0" rtlCol="0" anchor="ctr">
            <a:noAutofit/>
          </a:bodyPr>
          <a:lstStyle/>
          <a:p>
            <a:pPr algn="ctr"/>
            <a:r>
              <a:rPr lang="en-US" altLang="zh-CN" sz="660">
                <a:solidFill>
                  <a:srgbClr val="65717B"/>
                </a:solidFill>
                <a:latin typeface="Arial" panose="020B0604020202020204" pitchFamily="34" charset="0"/>
              </a:rPr>
              <a:t>10</a:t>
            </a:r>
            <a:endParaRPr lang="zh-CN" altLang="en-US" sz="660">
              <a:solidFill>
                <a:srgbClr val="65717B"/>
              </a:solidFill>
              <a:latin typeface="Arial" panose="020B0604020202020204" pitchFamily="34" charset="0"/>
            </a:endParaRPr>
          </a:p>
        </p:txBody>
      </p:sp>
      <p:sp>
        <p:nvSpPr>
          <p:cNvPr id="462" name="文本框 461">
            <a:extLst>
              <a:ext uri="{FF2B5EF4-FFF2-40B4-BE49-F238E27FC236}">
                <a16:creationId xmlns:a16="http://schemas.microsoft.com/office/drawing/2014/main" id="{45473AB6-725E-EE67-A105-614A84FA7063}"/>
              </a:ext>
            </a:extLst>
          </p:cNvPr>
          <p:cNvSpPr txBox="1"/>
          <p:nvPr/>
        </p:nvSpPr>
        <p:spPr>
          <a:xfrm>
            <a:off x="1885949" y="5732621"/>
            <a:ext cx="1879600" cy="114300"/>
          </a:xfrm>
          <a:prstGeom prst="rect">
            <a:avLst/>
          </a:prstGeom>
          <a:noFill/>
        </p:spPr>
        <p:txBody>
          <a:bodyPr vert="horz" wrap="none" lIns="0" tIns="0" rIns="0" bIns="0" rtlCol="0" anchor="ctr">
            <a:noAutofit/>
          </a:bodyPr>
          <a:lstStyle/>
          <a:p>
            <a:pPr algn="ctr"/>
            <a:r>
              <a:rPr lang="en-US" altLang="zh-CN" sz="690">
                <a:solidFill>
                  <a:srgbClr val="263746"/>
                </a:solidFill>
                <a:latin typeface="Arial" panose="020B0604020202020204" pitchFamily="34" charset="0"/>
              </a:rPr>
              <a:t>Charged attempts (K)</a:t>
            </a:r>
            <a:endParaRPr lang="zh-CN" altLang="en-US" sz="690">
              <a:solidFill>
                <a:srgbClr val="263746"/>
              </a:solidFill>
              <a:latin typeface="Arial" panose="020B0604020202020204" pitchFamily="34" charset="0"/>
            </a:endParaRPr>
          </a:p>
        </p:txBody>
      </p:sp>
      <p:cxnSp>
        <p:nvCxnSpPr>
          <p:cNvPr id="463" name="直接连接符 462">
            <a:extLst>
              <a:ext uri="{FF2B5EF4-FFF2-40B4-BE49-F238E27FC236}">
                <a16:creationId xmlns:a16="http://schemas.microsoft.com/office/drawing/2014/main" id="{5E891B0E-B2AB-CB22-229B-86ED8EB68BAB}"/>
              </a:ext>
            </a:extLst>
          </p:cNvPr>
          <p:cNvCxnSpPr/>
          <p:nvPr/>
        </p:nvCxnSpPr>
        <p:spPr>
          <a:xfrm flipV="1">
            <a:off x="1206501" y="3065803"/>
            <a:ext cx="359833" cy="1319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64" name="直接连接符 463">
            <a:extLst>
              <a:ext uri="{FF2B5EF4-FFF2-40B4-BE49-F238E27FC236}">
                <a16:creationId xmlns:a16="http://schemas.microsoft.com/office/drawing/2014/main" id="{6B2FDA76-2320-38EC-19F8-2D1FCD27277B}"/>
              </a:ext>
            </a:extLst>
          </p:cNvPr>
          <p:cNvCxnSpPr/>
          <p:nvPr/>
        </p:nvCxnSpPr>
        <p:spPr>
          <a:xfrm>
            <a:off x="1566333" y="3065802"/>
            <a:ext cx="35983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65" name="直接连接符 464">
            <a:extLst>
              <a:ext uri="{FF2B5EF4-FFF2-40B4-BE49-F238E27FC236}">
                <a16:creationId xmlns:a16="http://schemas.microsoft.com/office/drawing/2014/main" id="{1F98B2BD-09D2-2C5A-CE95-2E27DA6D58E7}"/>
              </a:ext>
            </a:extLst>
          </p:cNvPr>
          <p:cNvCxnSpPr/>
          <p:nvPr/>
        </p:nvCxnSpPr>
        <p:spPr>
          <a:xfrm flipV="1">
            <a:off x="1926168" y="3059206"/>
            <a:ext cx="359833" cy="6597"/>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66" name="直接连接符 465">
            <a:extLst>
              <a:ext uri="{FF2B5EF4-FFF2-40B4-BE49-F238E27FC236}">
                <a16:creationId xmlns:a16="http://schemas.microsoft.com/office/drawing/2014/main" id="{685371BB-6209-EFE3-153B-2F4356F2EE16}"/>
              </a:ext>
            </a:extLst>
          </p:cNvPr>
          <p:cNvCxnSpPr/>
          <p:nvPr/>
        </p:nvCxnSpPr>
        <p:spPr>
          <a:xfrm flipV="1">
            <a:off x="2286001" y="3052609"/>
            <a:ext cx="359833" cy="6597"/>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67" name="直接连接符 466">
            <a:extLst>
              <a:ext uri="{FF2B5EF4-FFF2-40B4-BE49-F238E27FC236}">
                <a16:creationId xmlns:a16="http://schemas.microsoft.com/office/drawing/2014/main" id="{9232FDAF-225A-EC65-A886-41F514982EEE}"/>
              </a:ext>
            </a:extLst>
          </p:cNvPr>
          <p:cNvCxnSpPr/>
          <p:nvPr/>
        </p:nvCxnSpPr>
        <p:spPr>
          <a:xfrm>
            <a:off x="2645833" y="3052608"/>
            <a:ext cx="35983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68" name="直接连接符 467">
            <a:extLst>
              <a:ext uri="{FF2B5EF4-FFF2-40B4-BE49-F238E27FC236}">
                <a16:creationId xmlns:a16="http://schemas.microsoft.com/office/drawing/2014/main" id="{A55BDF48-BEAC-CFA0-AC2F-270AC8C937B8}"/>
              </a:ext>
            </a:extLst>
          </p:cNvPr>
          <p:cNvCxnSpPr/>
          <p:nvPr/>
        </p:nvCxnSpPr>
        <p:spPr>
          <a:xfrm flipV="1">
            <a:off x="3005668" y="3046010"/>
            <a:ext cx="359833" cy="659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69" name="直接连接符 468">
            <a:extLst>
              <a:ext uri="{FF2B5EF4-FFF2-40B4-BE49-F238E27FC236}">
                <a16:creationId xmlns:a16="http://schemas.microsoft.com/office/drawing/2014/main" id="{1CA413C6-0264-9017-8492-F64EB5B0DEC5}"/>
              </a:ext>
            </a:extLst>
          </p:cNvPr>
          <p:cNvCxnSpPr/>
          <p:nvPr/>
        </p:nvCxnSpPr>
        <p:spPr>
          <a:xfrm>
            <a:off x="3365501" y="3046010"/>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70" name="直接连接符 469">
            <a:extLst>
              <a:ext uri="{FF2B5EF4-FFF2-40B4-BE49-F238E27FC236}">
                <a16:creationId xmlns:a16="http://schemas.microsoft.com/office/drawing/2014/main" id="{559B5F68-0A55-343F-EEF5-2645F80D0B0B}"/>
              </a:ext>
            </a:extLst>
          </p:cNvPr>
          <p:cNvCxnSpPr/>
          <p:nvPr/>
        </p:nvCxnSpPr>
        <p:spPr>
          <a:xfrm>
            <a:off x="3725333" y="3046010"/>
            <a:ext cx="35983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71" name="直接连接符 470">
            <a:extLst>
              <a:ext uri="{FF2B5EF4-FFF2-40B4-BE49-F238E27FC236}">
                <a16:creationId xmlns:a16="http://schemas.microsoft.com/office/drawing/2014/main" id="{F741D593-617B-7E60-8D09-034506162EF9}"/>
              </a:ext>
            </a:extLst>
          </p:cNvPr>
          <p:cNvCxnSpPr/>
          <p:nvPr/>
        </p:nvCxnSpPr>
        <p:spPr>
          <a:xfrm>
            <a:off x="4085168" y="3046010"/>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472" name="椭圆 471">
            <a:extLst>
              <a:ext uri="{FF2B5EF4-FFF2-40B4-BE49-F238E27FC236}">
                <a16:creationId xmlns:a16="http://schemas.microsoft.com/office/drawing/2014/main" id="{1BE240FF-61E6-9897-3125-41EEC8EA8DDE}"/>
              </a:ext>
            </a:extLst>
          </p:cNvPr>
          <p:cNvSpPr/>
          <p:nvPr/>
        </p:nvSpPr>
        <p:spPr>
          <a:xfrm>
            <a:off x="1189674" y="3062171"/>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椭圆 472">
            <a:extLst>
              <a:ext uri="{FF2B5EF4-FFF2-40B4-BE49-F238E27FC236}">
                <a16:creationId xmlns:a16="http://schemas.microsoft.com/office/drawing/2014/main" id="{B4EBD9D1-92E7-39A6-C36A-8948563B2B9D}"/>
              </a:ext>
            </a:extLst>
          </p:cNvPr>
          <p:cNvSpPr/>
          <p:nvPr/>
        </p:nvSpPr>
        <p:spPr>
          <a:xfrm>
            <a:off x="1549507" y="3048976"/>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4" name="椭圆 473">
            <a:extLst>
              <a:ext uri="{FF2B5EF4-FFF2-40B4-BE49-F238E27FC236}">
                <a16:creationId xmlns:a16="http://schemas.microsoft.com/office/drawing/2014/main" id="{74514D27-91D1-6F83-E44E-1205D8AF73E7}"/>
              </a:ext>
            </a:extLst>
          </p:cNvPr>
          <p:cNvSpPr/>
          <p:nvPr/>
        </p:nvSpPr>
        <p:spPr>
          <a:xfrm>
            <a:off x="1909340" y="3048976"/>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5" name="椭圆 474">
            <a:extLst>
              <a:ext uri="{FF2B5EF4-FFF2-40B4-BE49-F238E27FC236}">
                <a16:creationId xmlns:a16="http://schemas.microsoft.com/office/drawing/2014/main" id="{79D3658A-6C43-5A20-8E8F-7EE88918B469}"/>
              </a:ext>
            </a:extLst>
          </p:cNvPr>
          <p:cNvSpPr/>
          <p:nvPr/>
        </p:nvSpPr>
        <p:spPr>
          <a:xfrm>
            <a:off x="2269173" y="3042379"/>
            <a:ext cx="33654"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6" name="椭圆 475">
            <a:extLst>
              <a:ext uri="{FF2B5EF4-FFF2-40B4-BE49-F238E27FC236}">
                <a16:creationId xmlns:a16="http://schemas.microsoft.com/office/drawing/2014/main" id="{AAD2CE0B-D40C-ACFA-04AF-C5855E954E96}"/>
              </a:ext>
            </a:extLst>
          </p:cNvPr>
          <p:cNvSpPr/>
          <p:nvPr/>
        </p:nvSpPr>
        <p:spPr>
          <a:xfrm>
            <a:off x="2629007" y="3035781"/>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7" name="椭圆 476">
            <a:extLst>
              <a:ext uri="{FF2B5EF4-FFF2-40B4-BE49-F238E27FC236}">
                <a16:creationId xmlns:a16="http://schemas.microsoft.com/office/drawing/2014/main" id="{D38232C0-2B59-E00D-4B13-2E902FF76827}"/>
              </a:ext>
            </a:extLst>
          </p:cNvPr>
          <p:cNvSpPr/>
          <p:nvPr/>
        </p:nvSpPr>
        <p:spPr>
          <a:xfrm>
            <a:off x="2988840" y="3035781"/>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8" name="椭圆 477">
            <a:extLst>
              <a:ext uri="{FF2B5EF4-FFF2-40B4-BE49-F238E27FC236}">
                <a16:creationId xmlns:a16="http://schemas.microsoft.com/office/drawing/2014/main" id="{4196CA03-C4F3-A6DD-0D9D-1E31B18F524B}"/>
              </a:ext>
            </a:extLst>
          </p:cNvPr>
          <p:cNvSpPr/>
          <p:nvPr/>
        </p:nvSpPr>
        <p:spPr>
          <a:xfrm>
            <a:off x="3348673" y="302918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9" name="椭圆 478">
            <a:extLst>
              <a:ext uri="{FF2B5EF4-FFF2-40B4-BE49-F238E27FC236}">
                <a16:creationId xmlns:a16="http://schemas.microsoft.com/office/drawing/2014/main" id="{761C76CC-6820-1CFA-03EB-3EA3324E46E7}"/>
              </a:ext>
            </a:extLst>
          </p:cNvPr>
          <p:cNvSpPr/>
          <p:nvPr/>
        </p:nvSpPr>
        <p:spPr>
          <a:xfrm>
            <a:off x="3708507" y="302918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0" name="椭圆 479">
            <a:extLst>
              <a:ext uri="{FF2B5EF4-FFF2-40B4-BE49-F238E27FC236}">
                <a16:creationId xmlns:a16="http://schemas.microsoft.com/office/drawing/2014/main" id="{5EB02B16-B810-050D-0854-D14E679258FD}"/>
              </a:ext>
            </a:extLst>
          </p:cNvPr>
          <p:cNvSpPr/>
          <p:nvPr/>
        </p:nvSpPr>
        <p:spPr>
          <a:xfrm>
            <a:off x="4068340" y="302918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 name="椭圆 480">
            <a:extLst>
              <a:ext uri="{FF2B5EF4-FFF2-40B4-BE49-F238E27FC236}">
                <a16:creationId xmlns:a16="http://schemas.microsoft.com/office/drawing/2014/main" id="{91CAF6DA-5D6B-D440-E86F-9E84E71D9D10}"/>
              </a:ext>
            </a:extLst>
          </p:cNvPr>
          <p:cNvSpPr/>
          <p:nvPr/>
        </p:nvSpPr>
        <p:spPr>
          <a:xfrm>
            <a:off x="4428173" y="302918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2" name="直接连接符 481">
            <a:extLst>
              <a:ext uri="{FF2B5EF4-FFF2-40B4-BE49-F238E27FC236}">
                <a16:creationId xmlns:a16="http://schemas.microsoft.com/office/drawing/2014/main" id="{42102B57-DF2E-EB0D-DF63-12F56312B247}"/>
              </a:ext>
            </a:extLst>
          </p:cNvPr>
          <p:cNvCxnSpPr/>
          <p:nvPr/>
        </p:nvCxnSpPr>
        <p:spPr>
          <a:xfrm flipV="1">
            <a:off x="1206500" y="3097951"/>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83" name="直接连接符 482">
            <a:extLst>
              <a:ext uri="{FF2B5EF4-FFF2-40B4-BE49-F238E27FC236}">
                <a16:creationId xmlns:a16="http://schemas.microsoft.com/office/drawing/2014/main" id="{04A9DA28-8EE4-C35E-F78F-8D2E68B300D7}"/>
              </a:ext>
            </a:extLst>
          </p:cNvPr>
          <p:cNvCxnSpPr/>
          <p:nvPr/>
        </p:nvCxnSpPr>
        <p:spPr>
          <a:xfrm flipV="1">
            <a:off x="1275069" y="3096694"/>
            <a:ext cx="45713"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84" name="直接连接符 483">
            <a:extLst>
              <a:ext uri="{FF2B5EF4-FFF2-40B4-BE49-F238E27FC236}">
                <a16:creationId xmlns:a16="http://schemas.microsoft.com/office/drawing/2014/main" id="{020B1DC0-7D55-1A58-7FE8-2DAB09CDDABA}"/>
              </a:ext>
            </a:extLst>
          </p:cNvPr>
          <p:cNvCxnSpPr/>
          <p:nvPr/>
        </p:nvCxnSpPr>
        <p:spPr>
          <a:xfrm>
            <a:off x="1320781" y="3096694"/>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85" name="直接连接符 484">
            <a:extLst>
              <a:ext uri="{FF2B5EF4-FFF2-40B4-BE49-F238E27FC236}">
                <a16:creationId xmlns:a16="http://schemas.microsoft.com/office/drawing/2014/main" id="{8461BB29-DFE7-6FD6-E846-407B38A144CE}"/>
              </a:ext>
            </a:extLst>
          </p:cNvPr>
          <p:cNvCxnSpPr/>
          <p:nvPr/>
        </p:nvCxnSpPr>
        <p:spPr>
          <a:xfrm flipV="1">
            <a:off x="1343637" y="3095437"/>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86" name="直接连接符 485">
            <a:extLst>
              <a:ext uri="{FF2B5EF4-FFF2-40B4-BE49-F238E27FC236}">
                <a16:creationId xmlns:a16="http://schemas.microsoft.com/office/drawing/2014/main" id="{B6184926-B21A-FEE3-85CA-18FB3E6D5075}"/>
              </a:ext>
            </a:extLst>
          </p:cNvPr>
          <p:cNvCxnSpPr/>
          <p:nvPr/>
        </p:nvCxnSpPr>
        <p:spPr>
          <a:xfrm>
            <a:off x="1389349" y="309543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87" name="直接连接符 486">
            <a:extLst>
              <a:ext uri="{FF2B5EF4-FFF2-40B4-BE49-F238E27FC236}">
                <a16:creationId xmlns:a16="http://schemas.microsoft.com/office/drawing/2014/main" id="{531FA549-491E-FD4E-8BA0-7BDB765762BC}"/>
              </a:ext>
            </a:extLst>
          </p:cNvPr>
          <p:cNvCxnSpPr/>
          <p:nvPr/>
        </p:nvCxnSpPr>
        <p:spPr>
          <a:xfrm flipV="1">
            <a:off x="1412206" y="3094180"/>
            <a:ext cx="45713"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88" name="直接连接符 487">
            <a:extLst>
              <a:ext uri="{FF2B5EF4-FFF2-40B4-BE49-F238E27FC236}">
                <a16:creationId xmlns:a16="http://schemas.microsoft.com/office/drawing/2014/main" id="{A1D8743D-357E-05A5-41BA-A2EEC0A7F450}"/>
              </a:ext>
            </a:extLst>
          </p:cNvPr>
          <p:cNvCxnSpPr/>
          <p:nvPr/>
        </p:nvCxnSpPr>
        <p:spPr>
          <a:xfrm>
            <a:off x="1457918" y="3094180"/>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89" name="直接连接符 488">
            <a:extLst>
              <a:ext uri="{FF2B5EF4-FFF2-40B4-BE49-F238E27FC236}">
                <a16:creationId xmlns:a16="http://schemas.microsoft.com/office/drawing/2014/main" id="{9F4CEF97-734C-782E-FB20-4B87A4843919}"/>
              </a:ext>
            </a:extLst>
          </p:cNvPr>
          <p:cNvCxnSpPr/>
          <p:nvPr/>
        </p:nvCxnSpPr>
        <p:spPr>
          <a:xfrm flipV="1">
            <a:off x="1480774" y="3092923"/>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0" name="直接连接符 489">
            <a:extLst>
              <a:ext uri="{FF2B5EF4-FFF2-40B4-BE49-F238E27FC236}">
                <a16:creationId xmlns:a16="http://schemas.microsoft.com/office/drawing/2014/main" id="{708B88EA-CA00-1EBC-E67D-D86BED60F521}"/>
              </a:ext>
            </a:extLst>
          </p:cNvPr>
          <p:cNvCxnSpPr/>
          <p:nvPr/>
        </p:nvCxnSpPr>
        <p:spPr>
          <a:xfrm flipV="1">
            <a:off x="1549343" y="3092192"/>
            <a:ext cx="16990" cy="312"/>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1" name="直接连接符 490">
            <a:extLst>
              <a:ext uri="{FF2B5EF4-FFF2-40B4-BE49-F238E27FC236}">
                <a16:creationId xmlns:a16="http://schemas.microsoft.com/office/drawing/2014/main" id="{EDDDF7DA-1C3A-3882-9A0F-A71C589B6164}"/>
              </a:ext>
            </a:extLst>
          </p:cNvPr>
          <p:cNvCxnSpPr/>
          <p:nvPr/>
        </p:nvCxnSpPr>
        <p:spPr>
          <a:xfrm flipV="1">
            <a:off x="1566333" y="3091666"/>
            <a:ext cx="28722" cy="527"/>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2" name="直接连接符 491">
            <a:extLst>
              <a:ext uri="{FF2B5EF4-FFF2-40B4-BE49-F238E27FC236}">
                <a16:creationId xmlns:a16="http://schemas.microsoft.com/office/drawing/2014/main" id="{7C63A360-F5E6-2ADE-5108-D5B332AB740F}"/>
              </a:ext>
            </a:extLst>
          </p:cNvPr>
          <p:cNvCxnSpPr/>
          <p:nvPr/>
        </p:nvCxnSpPr>
        <p:spPr>
          <a:xfrm>
            <a:off x="1595055" y="309166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3" name="直接连接符 492">
            <a:extLst>
              <a:ext uri="{FF2B5EF4-FFF2-40B4-BE49-F238E27FC236}">
                <a16:creationId xmlns:a16="http://schemas.microsoft.com/office/drawing/2014/main" id="{ED3029A5-DC04-37D0-84CD-01BFDF3345F4}"/>
              </a:ext>
            </a:extLst>
          </p:cNvPr>
          <p:cNvCxnSpPr/>
          <p:nvPr/>
        </p:nvCxnSpPr>
        <p:spPr>
          <a:xfrm flipV="1">
            <a:off x="1617911" y="3090408"/>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4" name="直接连接符 493">
            <a:extLst>
              <a:ext uri="{FF2B5EF4-FFF2-40B4-BE49-F238E27FC236}">
                <a16:creationId xmlns:a16="http://schemas.microsoft.com/office/drawing/2014/main" id="{A6D77E1C-E22E-FB7F-2FD1-046B732DAD19}"/>
              </a:ext>
            </a:extLst>
          </p:cNvPr>
          <p:cNvCxnSpPr/>
          <p:nvPr/>
        </p:nvCxnSpPr>
        <p:spPr>
          <a:xfrm>
            <a:off x="1663623" y="3090408"/>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5" name="直接连接符 494">
            <a:extLst>
              <a:ext uri="{FF2B5EF4-FFF2-40B4-BE49-F238E27FC236}">
                <a16:creationId xmlns:a16="http://schemas.microsoft.com/office/drawing/2014/main" id="{C0E49A3E-EDAB-CBBE-438E-9B4898F6E059}"/>
              </a:ext>
            </a:extLst>
          </p:cNvPr>
          <p:cNvCxnSpPr/>
          <p:nvPr/>
        </p:nvCxnSpPr>
        <p:spPr>
          <a:xfrm flipV="1">
            <a:off x="1686480" y="3089151"/>
            <a:ext cx="45713"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6" name="直接连接符 495">
            <a:extLst>
              <a:ext uri="{FF2B5EF4-FFF2-40B4-BE49-F238E27FC236}">
                <a16:creationId xmlns:a16="http://schemas.microsoft.com/office/drawing/2014/main" id="{CB5531CD-E8AF-8476-34DA-7F9906F2B780}"/>
              </a:ext>
            </a:extLst>
          </p:cNvPr>
          <p:cNvCxnSpPr/>
          <p:nvPr/>
        </p:nvCxnSpPr>
        <p:spPr>
          <a:xfrm>
            <a:off x="1732192" y="308915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7" name="直接连接符 496">
            <a:extLst>
              <a:ext uri="{FF2B5EF4-FFF2-40B4-BE49-F238E27FC236}">
                <a16:creationId xmlns:a16="http://schemas.microsoft.com/office/drawing/2014/main" id="{01BAC683-C263-350F-A26D-27D423DB3B9C}"/>
              </a:ext>
            </a:extLst>
          </p:cNvPr>
          <p:cNvCxnSpPr/>
          <p:nvPr/>
        </p:nvCxnSpPr>
        <p:spPr>
          <a:xfrm flipV="1">
            <a:off x="1755048" y="3087894"/>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8" name="直接连接符 497">
            <a:extLst>
              <a:ext uri="{FF2B5EF4-FFF2-40B4-BE49-F238E27FC236}">
                <a16:creationId xmlns:a16="http://schemas.microsoft.com/office/drawing/2014/main" id="{5824376E-12CE-19A1-BB9F-5401BC9733CE}"/>
              </a:ext>
            </a:extLst>
          </p:cNvPr>
          <p:cNvCxnSpPr/>
          <p:nvPr/>
        </p:nvCxnSpPr>
        <p:spPr>
          <a:xfrm>
            <a:off x="1800760" y="3087894"/>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499" name="直接连接符 498">
            <a:extLst>
              <a:ext uri="{FF2B5EF4-FFF2-40B4-BE49-F238E27FC236}">
                <a16:creationId xmlns:a16="http://schemas.microsoft.com/office/drawing/2014/main" id="{63965029-68FA-FB70-88E8-FE103463C308}"/>
              </a:ext>
            </a:extLst>
          </p:cNvPr>
          <p:cNvCxnSpPr/>
          <p:nvPr/>
        </p:nvCxnSpPr>
        <p:spPr>
          <a:xfrm flipV="1">
            <a:off x="1823617" y="3086637"/>
            <a:ext cx="45713"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0" name="直接连接符 499">
            <a:extLst>
              <a:ext uri="{FF2B5EF4-FFF2-40B4-BE49-F238E27FC236}">
                <a16:creationId xmlns:a16="http://schemas.microsoft.com/office/drawing/2014/main" id="{E3814B1F-B6EA-B798-EE2E-0A194121ABE3}"/>
              </a:ext>
            </a:extLst>
          </p:cNvPr>
          <p:cNvCxnSpPr/>
          <p:nvPr/>
        </p:nvCxnSpPr>
        <p:spPr>
          <a:xfrm>
            <a:off x="1869329" y="308663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1" name="直接连接符 500">
            <a:extLst>
              <a:ext uri="{FF2B5EF4-FFF2-40B4-BE49-F238E27FC236}">
                <a16:creationId xmlns:a16="http://schemas.microsoft.com/office/drawing/2014/main" id="{1A87D928-331A-2927-D203-2D0B0CFF138C}"/>
              </a:ext>
            </a:extLst>
          </p:cNvPr>
          <p:cNvCxnSpPr/>
          <p:nvPr/>
        </p:nvCxnSpPr>
        <p:spPr>
          <a:xfrm flipV="1">
            <a:off x="1892185" y="3085596"/>
            <a:ext cx="33982" cy="623"/>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2" name="直接连接符 501">
            <a:extLst>
              <a:ext uri="{FF2B5EF4-FFF2-40B4-BE49-F238E27FC236}">
                <a16:creationId xmlns:a16="http://schemas.microsoft.com/office/drawing/2014/main" id="{E71D2815-0872-CD2B-90F4-A1400FE950D9}"/>
              </a:ext>
            </a:extLst>
          </p:cNvPr>
          <p:cNvCxnSpPr/>
          <p:nvPr/>
        </p:nvCxnSpPr>
        <p:spPr>
          <a:xfrm>
            <a:off x="1926167" y="3085595"/>
            <a:ext cx="11732"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3" name="直接连接符 502">
            <a:extLst>
              <a:ext uri="{FF2B5EF4-FFF2-40B4-BE49-F238E27FC236}">
                <a16:creationId xmlns:a16="http://schemas.microsoft.com/office/drawing/2014/main" id="{6E15455F-AD4E-9EDF-851C-CD39B622580C}"/>
              </a:ext>
            </a:extLst>
          </p:cNvPr>
          <p:cNvCxnSpPr/>
          <p:nvPr/>
        </p:nvCxnSpPr>
        <p:spPr>
          <a:xfrm>
            <a:off x="1937899" y="308559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4" name="直接连接符 503">
            <a:extLst>
              <a:ext uri="{FF2B5EF4-FFF2-40B4-BE49-F238E27FC236}">
                <a16:creationId xmlns:a16="http://schemas.microsoft.com/office/drawing/2014/main" id="{9B0C0E5B-4FCD-C979-E0E6-1393CE5F538E}"/>
              </a:ext>
            </a:extLst>
          </p:cNvPr>
          <p:cNvCxnSpPr/>
          <p:nvPr/>
        </p:nvCxnSpPr>
        <p:spPr>
          <a:xfrm>
            <a:off x="196075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5" name="直接连接符 504">
            <a:extLst>
              <a:ext uri="{FF2B5EF4-FFF2-40B4-BE49-F238E27FC236}">
                <a16:creationId xmlns:a16="http://schemas.microsoft.com/office/drawing/2014/main" id="{7489571E-337B-A163-F06B-2E26B709CD07}"/>
              </a:ext>
            </a:extLst>
          </p:cNvPr>
          <p:cNvCxnSpPr/>
          <p:nvPr/>
        </p:nvCxnSpPr>
        <p:spPr>
          <a:xfrm>
            <a:off x="2006479" y="308559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6" name="直接连接符 505">
            <a:extLst>
              <a:ext uri="{FF2B5EF4-FFF2-40B4-BE49-F238E27FC236}">
                <a16:creationId xmlns:a16="http://schemas.microsoft.com/office/drawing/2014/main" id="{A4F6A50D-D595-D469-582C-63FE4E89F60A}"/>
              </a:ext>
            </a:extLst>
          </p:cNvPr>
          <p:cNvCxnSpPr/>
          <p:nvPr/>
        </p:nvCxnSpPr>
        <p:spPr>
          <a:xfrm>
            <a:off x="202933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7" name="直接连接符 506">
            <a:extLst>
              <a:ext uri="{FF2B5EF4-FFF2-40B4-BE49-F238E27FC236}">
                <a16:creationId xmlns:a16="http://schemas.microsoft.com/office/drawing/2014/main" id="{04B334DF-B22F-132A-1445-6BA7A76E56E3}"/>
              </a:ext>
            </a:extLst>
          </p:cNvPr>
          <p:cNvCxnSpPr/>
          <p:nvPr/>
        </p:nvCxnSpPr>
        <p:spPr>
          <a:xfrm>
            <a:off x="209791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8" name="直接连接符 507">
            <a:extLst>
              <a:ext uri="{FF2B5EF4-FFF2-40B4-BE49-F238E27FC236}">
                <a16:creationId xmlns:a16="http://schemas.microsoft.com/office/drawing/2014/main" id="{78460A5C-4F5D-F352-89D0-8EF106711400}"/>
              </a:ext>
            </a:extLst>
          </p:cNvPr>
          <p:cNvCxnSpPr/>
          <p:nvPr/>
        </p:nvCxnSpPr>
        <p:spPr>
          <a:xfrm>
            <a:off x="216649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09" name="直接连接符 508">
            <a:extLst>
              <a:ext uri="{FF2B5EF4-FFF2-40B4-BE49-F238E27FC236}">
                <a16:creationId xmlns:a16="http://schemas.microsoft.com/office/drawing/2014/main" id="{8399D02E-4CE2-AE6C-9A5D-87C778429BD2}"/>
              </a:ext>
            </a:extLst>
          </p:cNvPr>
          <p:cNvCxnSpPr/>
          <p:nvPr/>
        </p:nvCxnSpPr>
        <p:spPr>
          <a:xfrm>
            <a:off x="2212219" y="308559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0" name="直接连接符 509">
            <a:extLst>
              <a:ext uri="{FF2B5EF4-FFF2-40B4-BE49-F238E27FC236}">
                <a16:creationId xmlns:a16="http://schemas.microsoft.com/office/drawing/2014/main" id="{5E28DADD-A002-325F-C66C-9A9945C156D1}"/>
              </a:ext>
            </a:extLst>
          </p:cNvPr>
          <p:cNvCxnSpPr/>
          <p:nvPr/>
        </p:nvCxnSpPr>
        <p:spPr>
          <a:xfrm>
            <a:off x="223507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1" name="直接连接符 510">
            <a:extLst>
              <a:ext uri="{FF2B5EF4-FFF2-40B4-BE49-F238E27FC236}">
                <a16:creationId xmlns:a16="http://schemas.microsoft.com/office/drawing/2014/main" id="{6EE60B7E-6739-AC92-D0C3-CB60C9C357E3}"/>
              </a:ext>
            </a:extLst>
          </p:cNvPr>
          <p:cNvCxnSpPr/>
          <p:nvPr/>
        </p:nvCxnSpPr>
        <p:spPr>
          <a:xfrm>
            <a:off x="230365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2" name="直接连接符 511">
            <a:extLst>
              <a:ext uri="{FF2B5EF4-FFF2-40B4-BE49-F238E27FC236}">
                <a16:creationId xmlns:a16="http://schemas.microsoft.com/office/drawing/2014/main" id="{0ABAE442-F800-1BA0-E38E-8FC122C8CDBC}"/>
              </a:ext>
            </a:extLst>
          </p:cNvPr>
          <p:cNvCxnSpPr/>
          <p:nvPr/>
        </p:nvCxnSpPr>
        <p:spPr>
          <a:xfrm>
            <a:off x="2349379" y="308559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3" name="直接连接符 512">
            <a:extLst>
              <a:ext uri="{FF2B5EF4-FFF2-40B4-BE49-F238E27FC236}">
                <a16:creationId xmlns:a16="http://schemas.microsoft.com/office/drawing/2014/main" id="{1EE33697-C5E2-7C7F-0559-D230B2E29A5B}"/>
              </a:ext>
            </a:extLst>
          </p:cNvPr>
          <p:cNvCxnSpPr/>
          <p:nvPr/>
        </p:nvCxnSpPr>
        <p:spPr>
          <a:xfrm>
            <a:off x="237223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4" name="直接连接符 513">
            <a:extLst>
              <a:ext uri="{FF2B5EF4-FFF2-40B4-BE49-F238E27FC236}">
                <a16:creationId xmlns:a16="http://schemas.microsoft.com/office/drawing/2014/main" id="{E53354B7-1C99-3FD1-1E5C-344649A84686}"/>
              </a:ext>
            </a:extLst>
          </p:cNvPr>
          <p:cNvCxnSpPr/>
          <p:nvPr/>
        </p:nvCxnSpPr>
        <p:spPr>
          <a:xfrm>
            <a:off x="2417959" y="308559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5" name="直接连接符 514">
            <a:extLst>
              <a:ext uri="{FF2B5EF4-FFF2-40B4-BE49-F238E27FC236}">
                <a16:creationId xmlns:a16="http://schemas.microsoft.com/office/drawing/2014/main" id="{A33C02CB-5688-62E4-49DA-5C458F586556}"/>
              </a:ext>
            </a:extLst>
          </p:cNvPr>
          <p:cNvCxnSpPr/>
          <p:nvPr/>
        </p:nvCxnSpPr>
        <p:spPr>
          <a:xfrm>
            <a:off x="244081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6" name="直接连接符 515">
            <a:extLst>
              <a:ext uri="{FF2B5EF4-FFF2-40B4-BE49-F238E27FC236}">
                <a16:creationId xmlns:a16="http://schemas.microsoft.com/office/drawing/2014/main" id="{BB3B2AFF-3439-4FB1-4957-4F6CA299664C}"/>
              </a:ext>
            </a:extLst>
          </p:cNvPr>
          <p:cNvCxnSpPr/>
          <p:nvPr/>
        </p:nvCxnSpPr>
        <p:spPr>
          <a:xfrm>
            <a:off x="250939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7" name="直接连接符 516">
            <a:extLst>
              <a:ext uri="{FF2B5EF4-FFF2-40B4-BE49-F238E27FC236}">
                <a16:creationId xmlns:a16="http://schemas.microsoft.com/office/drawing/2014/main" id="{691E2EB5-AEBE-5D11-2D17-2756A08EBAD8}"/>
              </a:ext>
            </a:extLst>
          </p:cNvPr>
          <p:cNvCxnSpPr/>
          <p:nvPr/>
        </p:nvCxnSpPr>
        <p:spPr>
          <a:xfrm>
            <a:off x="2555119" y="308559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8" name="直接连接符 517">
            <a:extLst>
              <a:ext uri="{FF2B5EF4-FFF2-40B4-BE49-F238E27FC236}">
                <a16:creationId xmlns:a16="http://schemas.microsoft.com/office/drawing/2014/main" id="{CF7A8E8F-ABAB-2115-F1E1-52C1F29AD43E}"/>
              </a:ext>
            </a:extLst>
          </p:cNvPr>
          <p:cNvCxnSpPr/>
          <p:nvPr/>
        </p:nvCxnSpPr>
        <p:spPr>
          <a:xfrm>
            <a:off x="257797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19" name="直接连接符 518">
            <a:extLst>
              <a:ext uri="{FF2B5EF4-FFF2-40B4-BE49-F238E27FC236}">
                <a16:creationId xmlns:a16="http://schemas.microsoft.com/office/drawing/2014/main" id="{F2E6AFD8-8ECE-85D2-129E-E2B269D75901}"/>
              </a:ext>
            </a:extLst>
          </p:cNvPr>
          <p:cNvCxnSpPr/>
          <p:nvPr/>
        </p:nvCxnSpPr>
        <p:spPr>
          <a:xfrm>
            <a:off x="264655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0" name="直接连接符 519">
            <a:extLst>
              <a:ext uri="{FF2B5EF4-FFF2-40B4-BE49-F238E27FC236}">
                <a16:creationId xmlns:a16="http://schemas.microsoft.com/office/drawing/2014/main" id="{B4C9BBC1-479C-C5DF-917F-622339D90CF5}"/>
              </a:ext>
            </a:extLst>
          </p:cNvPr>
          <p:cNvCxnSpPr/>
          <p:nvPr/>
        </p:nvCxnSpPr>
        <p:spPr>
          <a:xfrm>
            <a:off x="2692279" y="308559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1" name="直接连接符 520">
            <a:extLst>
              <a:ext uri="{FF2B5EF4-FFF2-40B4-BE49-F238E27FC236}">
                <a16:creationId xmlns:a16="http://schemas.microsoft.com/office/drawing/2014/main" id="{3AB8585F-9A60-6BFC-931C-12C6965352E6}"/>
              </a:ext>
            </a:extLst>
          </p:cNvPr>
          <p:cNvCxnSpPr/>
          <p:nvPr/>
        </p:nvCxnSpPr>
        <p:spPr>
          <a:xfrm>
            <a:off x="271513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2" name="直接连接符 521">
            <a:extLst>
              <a:ext uri="{FF2B5EF4-FFF2-40B4-BE49-F238E27FC236}">
                <a16:creationId xmlns:a16="http://schemas.microsoft.com/office/drawing/2014/main" id="{A57498BA-D14C-6147-EEE4-7C2450C87F37}"/>
              </a:ext>
            </a:extLst>
          </p:cNvPr>
          <p:cNvCxnSpPr/>
          <p:nvPr/>
        </p:nvCxnSpPr>
        <p:spPr>
          <a:xfrm>
            <a:off x="2760859" y="308559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3" name="直接连接符 522">
            <a:extLst>
              <a:ext uri="{FF2B5EF4-FFF2-40B4-BE49-F238E27FC236}">
                <a16:creationId xmlns:a16="http://schemas.microsoft.com/office/drawing/2014/main" id="{D243464A-A6AA-80B0-4258-9E448156DFD2}"/>
              </a:ext>
            </a:extLst>
          </p:cNvPr>
          <p:cNvCxnSpPr/>
          <p:nvPr/>
        </p:nvCxnSpPr>
        <p:spPr>
          <a:xfrm>
            <a:off x="278371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4" name="直接连接符 523">
            <a:extLst>
              <a:ext uri="{FF2B5EF4-FFF2-40B4-BE49-F238E27FC236}">
                <a16:creationId xmlns:a16="http://schemas.microsoft.com/office/drawing/2014/main" id="{9FBAA59B-8BB9-69EF-3C9D-628D938916BF}"/>
              </a:ext>
            </a:extLst>
          </p:cNvPr>
          <p:cNvCxnSpPr/>
          <p:nvPr/>
        </p:nvCxnSpPr>
        <p:spPr>
          <a:xfrm>
            <a:off x="285229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5" name="直接连接符 524">
            <a:extLst>
              <a:ext uri="{FF2B5EF4-FFF2-40B4-BE49-F238E27FC236}">
                <a16:creationId xmlns:a16="http://schemas.microsoft.com/office/drawing/2014/main" id="{8C0D9840-9B29-1B04-19F6-A53D66755B90}"/>
              </a:ext>
            </a:extLst>
          </p:cNvPr>
          <p:cNvCxnSpPr/>
          <p:nvPr/>
        </p:nvCxnSpPr>
        <p:spPr>
          <a:xfrm>
            <a:off x="2920879" y="3085595"/>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6" name="直接连接符 525">
            <a:extLst>
              <a:ext uri="{FF2B5EF4-FFF2-40B4-BE49-F238E27FC236}">
                <a16:creationId xmlns:a16="http://schemas.microsoft.com/office/drawing/2014/main" id="{D240CA23-C10D-D403-00CB-B8A3A1C55D33}"/>
              </a:ext>
            </a:extLst>
          </p:cNvPr>
          <p:cNvCxnSpPr/>
          <p:nvPr/>
        </p:nvCxnSpPr>
        <p:spPr>
          <a:xfrm>
            <a:off x="2989459" y="3085595"/>
            <a:ext cx="16208"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7" name="直接连接符 526">
            <a:extLst>
              <a:ext uri="{FF2B5EF4-FFF2-40B4-BE49-F238E27FC236}">
                <a16:creationId xmlns:a16="http://schemas.microsoft.com/office/drawing/2014/main" id="{FE47020D-F6E0-89FB-70D3-EE4D41954A3B}"/>
              </a:ext>
            </a:extLst>
          </p:cNvPr>
          <p:cNvCxnSpPr/>
          <p:nvPr/>
        </p:nvCxnSpPr>
        <p:spPr>
          <a:xfrm flipV="1">
            <a:off x="3005668" y="3085055"/>
            <a:ext cx="29507" cy="541"/>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8" name="直接连接符 527">
            <a:extLst>
              <a:ext uri="{FF2B5EF4-FFF2-40B4-BE49-F238E27FC236}">
                <a16:creationId xmlns:a16="http://schemas.microsoft.com/office/drawing/2014/main" id="{6AAEADA1-14D9-390E-FFEA-94D4337AB7FD}"/>
              </a:ext>
            </a:extLst>
          </p:cNvPr>
          <p:cNvCxnSpPr/>
          <p:nvPr/>
        </p:nvCxnSpPr>
        <p:spPr>
          <a:xfrm flipV="1">
            <a:off x="3035174" y="3085054"/>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29" name="直接连接符 528">
            <a:extLst>
              <a:ext uri="{FF2B5EF4-FFF2-40B4-BE49-F238E27FC236}">
                <a16:creationId xmlns:a16="http://schemas.microsoft.com/office/drawing/2014/main" id="{FFDF372B-E60E-E69E-EAB2-E674B67C1AEB}"/>
              </a:ext>
            </a:extLst>
          </p:cNvPr>
          <p:cNvCxnSpPr/>
          <p:nvPr/>
        </p:nvCxnSpPr>
        <p:spPr>
          <a:xfrm flipV="1">
            <a:off x="3058031" y="3083797"/>
            <a:ext cx="45713" cy="83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0" name="直接连接符 529">
            <a:extLst>
              <a:ext uri="{FF2B5EF4-FFF2-40B4-BE49-F238E27FC236}">
                <a16:creationId xmlns:a16="http://schemas.microsoft.com/office/drawing/2014/main" id="{69F661B2-1CCC-94D9-0704-3D3FAFF7F2D8}"/>
              </a:ext>
            </a:extLst>
          </p:cNvPr>
          <p:cNvCxnSpPr/>
          <p:nvPr/>
        </p:nvCxnSpPr>
        <p:spPr>
          <a:xfrm>
            <a:off x="3103743" y="308379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1" name="直接连接符 530">
            <a:extLst>
              <a:ext uri="{FF2B5EF4-FFF2-40B4-BE49-F238E27FC236}">
                <a16:creationId xmlns:a16="http://schemas.microsoft.com/office/drawing/2014/main" id="{A420EC9E-0F59-0006-E9C4-0D2F9D74DEEF}"/>
              </a:ext>
            </a:extLst>
          </p:cNvPr>
          <p:cNvCxnSpPr/>
          <p:nvPr/>
        </p:nvCxnSpPr>
        <p:spPr>
          <a:xfrm flipV="1">
            <a:off x="3126599" y="3082539"/>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2" name="直接连接符 531">
            <a:extLst>
              <a:ext uri="{FF2B5EF4-FFF2-40B4-BE49-F238E27FC236}">
                <a16:creationId xmlns:a16="http://schemas.microsoft.com/office/drawing/2014/main" id="{D6FAC128-C3FE-20E8-3DB4-3130E2523B8F}"/>
              </a:ext>
            </a:extLst>
          </p:cNvPr>
          <p:cNvCxnSpPr/>
          <p:nvPr/>
        </p:nvCxnSpPr>
        <p:spPr>
          <a:xfrm flipV="1">
            <a:off x="3195168" y="3081282"/>
            <a:ext cx="45713"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3" name="直接连接符 532">
            <a:extLst>
              <a:ext uri="{FF2B5EF4-FFF2-40B4-BE49-F238E27FC236}">
                <a16:creationId xmlns:a16="http://schemas.microsoft.com/office/drawing/2014/main" id="{23C871D5-93D9-2865-102D-A32A205AAA8F}"/>
              </a:ext>
            </a:extLst>
          </p:cNvPr>
          <p:cNvCxnSpPr/>
          <p:nvPr/>
        </p:nvCxnSpPr>
        <p:spPr>
          <a:xfrm flipV="1">
            <a:off x="3263736" y="3080025"/>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4" name="直接连接符 533">
            <a:extLst>
              <a:ext uri="{FF2B5EF4-FFF2-40B4-BE49-F238E27FC236}">
                <a16:creationId xmlns:a16="http://schemas.microsoft.com/office/drawing/2014/main" id="{94FC0109-C26C-4D40-30A7-635BB77CFEC4}"/>
              </a:ext>
            </a:extLst>
          </p:cNvPr>
          <p:cNvCxnSpPr/>
          <p:nvPr/>
        </p:nvCxnSpPr>
        <p:spPr>
          <a:xfrm flipV="1">
            <a:off x="3332304" y="3078998"/>
            <a:ext cx="33196" cy="60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5" name="直接连接符 534">
            <a:extLst>
              <a:ext uri="{FF2B5EF4-FFF2-40B4-BE49-F238E27FC236}">
                <a16:creationId xmlns:a16="http://schemas.microsoft.com/office/drawing/2014/main" id="{9267DC6E-96F0-68AD-8D89-E68E13A7BDD7}"/>
              </a:ext>
            </a:extLst>
          </p:cNvPr>
          <p:cNvCxnSpPr/>
          <p:nvPr/>
        </p:nvCxnSpPr>
        <p:spPr>
          <a:xfrm>
            <a:off x="3365501" y="3078997"/>
            <a:ext cx="125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6" name="直接连接符 535">
            <a:extLst>
              <a:ext uri="{FF2B5EF4-FFF2-40B4-BE49-F238E27FC236}">
                <a16:creationId xmlns:a16="http://schemas.microsoft.com/office/drawing/2014/main" id="{4B25C7DA-5EDA-320A-4730-B277CFB0470E}"/>
              </a:ext>
            </a:extLst>
          </p:cNvPr>
          <p:cNvCxnSpPr/>
          <p:nvPr/>
        </p:nvCxnSpPr>
        <p:spPr>
          <a:xfrm>
            <a:off x="3378019" y="307899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7" name="直接连接符 536">
            <a:extLst>
              <a:ext uri="{FF2B5EF4-FFF2-40B4-BE49-F238E27FC236}">
                <a16:creationId xmlns:a16="http://schemas.microsoft.com/office/drawing/2014/main" id="{EBDA8626-A3BD-F7B9-535E-304E956965D5}"/>
              </a:ext>
            </a:extLst>
          </p:cNvPr>
          <p:cNvCxnSpPr/>
          <p:nvPr/>
        </p:nvCxnSpPr>
        <p:spPr>
          <a:xfrm>
            <a:off x="3400879" y="3078997"/>
            <a:ext cx="4572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8" name="直接连接符 537">
            <a:extLst>
              <a:ext uri="{FF2B5EF4-FFF2-40B4-BE49-F238E27FC236}">
                <a16:creationId xmlns:a16="http://schemas.microsoft.com/office/drawing/2014/main" id="{2628C64B-2733-93B3-C177-3F0E10963447}"/>
              </a:ext>
            </a:extLst>
          </p:cNvPr>
          <p:cNvCxnSpPr/>
          <p:nvPr/>
        </p:nvCxnSpPr>
        <p:spPr>
          <a:xfrm>
            <a:off x="3469460" y="3078997"/>
            <a:ext cx="457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39" name="直接连接符 538">
            <a:extLst>
              <a:ext uri="{FF2B5EF4-FFF2-40B4-BE49-F238E27FC236}">
                <a16:creationId xmlns:a16="http://schemas.microsoft.com/office/drawing/2014/main" id="{ED3210F1-F9D3-D66D-3912-23AC798E3DF7}"/>
              </a:ext>
            </a:extLst>
          </p:cNvPr>
          <p:cNvCxnSpPr/>
          <p:nvPr/>
        </p:nvCxnSpPr>
        <p:spPr>
          <a:xfrm>
            <a:off x="3515179" y="3078997"/>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0" name="直接连接符 539">
            <a:extLst>
              <a:ext uri="{FF2B5EF4-FFF2-40B4-BE49-F238E27FC236}">
                <a16:creationId xmlns:a16="http://schemas.microsoft.com/office/drawing/2014/main" id="{98DD694A-3829-D7BD-B426-11774F5966F4}"/>
              </a:ext>
            </a:extLst>
          </p:cNvPr>
          <p:cNvCxnSpPr/>
          <p:nvPr/>
        </p:nvCxnSpPr>
        <p:spPr>
          <a:xfrm>
            <a:off x="3538040" y="3078997"/>
            <a:ext cx="457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1" name="直接连接符 540">
            <a:extLst>
              <a:ext uri="{FF2B5EF4-FFF2-40B4-BE49-F238E27FC236}">
                <a16:creationId xmlns:a16="http://schemas.microsoft.com/office/drawing/2014/main" id="{56F76E42-C1A8-2EBD-99ED-EA62548350B9}"/>
              </a:ext>
            </a:extLst>
          </p:cNvPr>
          <p:cNvCxnSpPr/>
          <p:nvPr/>
        </p:nvCxnSpPr>
        <p:spPr>
          <a:xfrm>
            <a:off x="3583759" y="3078997"/>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2" name="直接连接符 541">
            <a:extLst>
              <a:ext uri="{FF2B5EF4-FFF2-40B4-BE49-F238E27FC236}">
                <a16:creationId xmlns:a16="http://schemas.microsoft.com/office/drawing/2014/main" id="{022B5657-B609-0630-4525-40C7901CA4FB}"/>
              </a:ext>
            </a:extLst>
          </p:cNvPr>
          <p:cNvCxnSpPr/>
          <p:nvPr/>
        </p:nvCxnSpPr>
        <p:spPr>
          <a:xfrm>
            <a:off x="3606619"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3" name="直接连接符 542">
            <a:extLst>
              <a:ext uri="{FF2B5EF4-FFF2-40B4-BE49-F238E27FC236}">
                <a16:creationId xmlns:a16="http://schemas.microsoft.com/office/drawing/2014/main" id="{86EBA5C9-6E42-7953-F1FE-C7BDC926271D}"/>
              </a:ext>
            </a:extLst>
          </p:cNvPr>
          <p:cNvCxnSpPr/>
          <p:nvPr/>
        </p:nvCxnSpPr>
        <p:spPr>
          <a:xfrm>
            <a:off x="3652339" y="307899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4" name="直接连接符 543">
            <a:extLst>
              <a:ext uri="{FF2B5EF4-FFF2-40B4-BE49-F238E27FC236}">
                <a16:creationId xmlns:a16="http://schemas.microsoft.com/office/drawing/2014/main" id="{15342939-60B8-D7B3-305E-69EFC3B3F07B}"/>
              </a:ext>
            </a:extLst>
          </p:cNvPr>
          <p:cNvCxnSpPr/>
          <p:nvPr/>
        </p:nvCxnSpPr>
        <p:spPr>
          <a:xfrm>
            <a:off x="3675199"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5" name="直接连接符 544">
            <a:extLst>
              <a:ext uri="{FF2B5EF4-FFF2-40B4-BE49-F238E27FC236}">
                <a16:creationId xmlns:a16="http://schemas.microsoft.com/office/drawing/2014/main" id="{8B879444-0EDF-E97E-64FA-ABB9A81C6DF8}"/>
              </a:ext>
            </a:extLst>
          </p:cNvPr>
          <p:cNvCxnSpPr/>
          <p:nvPr/>
        </p:nvCxnSpPr>
        <p:spPr>
          <a:xfrm>
            <a:off x="3720919" y="307899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6" name="直接连接符 545">
            <a:extLst>
              <a:ext uri="{FF2B5EF4-FFF2-40B4-BE49-F238E27FC236}">
                <a16:creationId xmlns:a16="http://schemas.microsoft.com/office/drawing/2014/main" id="{D7170433-5821-44FC-E0F7-21E145E6C83D}"/>
              </a:ext>
            </a:extLst>
          </p:cNvPr>
          <p:cNvCxnSpPr/>
          <p:nvPr/>
        </p:nvCxnSpPr>
        <p:spPr>
          <a:xfrm>
            <a:off x="3743779"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7" name="直接连接符 546">
            <a:extLst>
              <a:ext uri="{FF2B5EF4-FFF2-40B4-BE49-F238E27FC236}">
                <a16:creationId xmlns:a16="http://schemas.microsoft.com/office/drawing/2014/main" id="{BFE41FB4-A4F8-911D-096C-06270F3100DB}"/>
              </a:ext>
            </a:extLst>
          </p:cNvPr>
          <p:cNvCxnSpPr/>
          <p:nvPr/>
        </p:nvCxnSpPr>
        <p:spPr>
          <a:xfrm>
            <a:off x="3789499" y="307899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8" name="直接连接符 547">
            <a:extLst>
              <a:ext uri="{FF2B5EF4-FFF2-40B4-BE49-F238E27FC236}">
                <a16:creationId xmlns:a16="http://schemas.microsoft.com/office/drawing/2014/main" id="{924D8D47-B2BA-5622-8170-DA269883B8B1}"/>
              </a:ext>
            </a:extLst>
          </p:cNvPr>
          <p:cNvCxnSpPr/>
          <p:nvPr/>
        </p:nvCxnSpPr>
        <p:spPr>
          <a:xfrm>
            <a:off x="3812358"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49" name="直接连接符 548">
            <a:extLst>
              <a:ext uri="{FF2B5EF4-FFF2-40B4-BE49-F238E27FC236}">
                <a16:creationId xmlns:a16="http://schemas.microsoft.com/office/drawing/2014/main" id="{F35841DF-05F8-E47C-A284-F52645B10A96}"/>
              </a:ext>
            </a:extLst>
          </p:cNvPr>
          <p:cNvCxnSpPr/>
          <p:nvPr/>
        </p:nvCxnSpPr>
        <p:spPr>
          <a:xfrm>
            <a:off x="3858079" y="3078997"/>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0" name="直接连接符 549">
            <a:extLst>
              <a:ext uri="{FF2B5EF4-FFF2-40B4-BE49-F238E27FC236}">
                <a16:creationId xmlns:a16="http://schemas.microsoft.com/office/drawing/2014/main" id="{B39ECCCE-1A7B-51D5-EE18-80A8CE74BB11}"/>
              </a:ext>
            </a:extLst>
          </p:cNvPr>
          <p:cNvCxnSpPr/>
          <p:nvPr/>
        </p:nvCxnSpPr>
        <p:spPr>
          <a:xfrm>
            <a:off x="3880940" y="3078997"/>
            <a:ext cx="457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1" name="直接连接符 550">
            <a:extLst>
              <a:ext uri="{FF2B5EF4-FFF2-40B4-BE49-F238E27FC236}">
                <a16:creationId xmlns:a16="http://schemas.microsoft.com/office/drawing/2014/main" id="{21599107-977D-E738-3C9D-5E6097EABE20}"/>
              </a:ext>
            </a:extLst>
          </p:cNvPr>
          <p:cNvCxnSpPr/>
          <p:nvPr/>
        </p:nvCxnSpPr>
        <p:spPr>
          <a:xfrm>
            <a:off x="3926659" y="3078997"/>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2" name="直接连接符 551">
            <a:extLst>
              <a:ext uri="{FF2B5EF4-FFF2-40B4-BE49-F238E27FC236}">
                <a16:creationId xmlns:a16="http://schemas.microsoft.com/office/drawing/2014/main" id="{D0FB0DE3-0505-332B-5C56-5CE6F093B898}"/>
              </a:ext>
            </a:extLst>
          </p:cNvPr>
          <p:cNvCxnSpPr/>
          <p:nvPr/>
        </p:nvCxnSpPr>
        <p:spPr>
          <a:xfrm>
            <a:off x="3949519"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3" name="直接连接符 552">
            <a:extLst>
              <a:ext uri="{FF2B5EF4-FFF2-40B4-BE49-F238E27FC236}">
                <a16:creationId xmlns:a16="http://schemas.microsoft.com/office/drawing/2014/main" id="{079F5DA2-7212-B588-BB94-36D417EAF9B9}"/>
              </a:ext>
            </a:extLst>
          </p:cNvPr>
          <p:cNvCxnSpPr/>
          <p:nvPr/>
        </p:nvCxnSpPr>
        <p:spPr>
          <a:xfrm>
            <a:off x="4018099"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4" name="直接连接符 553">
            <a:extLst>
              <a:ext uri="{FF2B5EF4-FFF2-40B4-BE49-F238E27FC236}">
                <a16:creationId xmlns:a16="http://schemas.microsoft.com/office/drawing/2014/main" id="{588DF8B0-E0DA-D8CD-D2E3-15C1F960BE05}"/>
              </a:ext>
            </a:extLst>
          </p:cNvPr>
          <p:cNvCxnSpPr/>
          <p:nvPr/>
        </p:nvCxnSpPr>
        <p:spPr>
          <a:xfrm>
            <a:off x="4063819" y="307899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5" name="直接连接符 554">
            <a:extLst>
              <a:ext uri="{FF2B5EF4-FFF2-40B4-BE49-F238E27FC236}">
                <a16:creationId xmlns:a16="http://schemas.microsoft.com/office/drawing/2014/main" id="{44991CCF-988F-4919-3A52-3992A8D24130}"/>
              </a:ext>
            </a:extLst>
          </p:cNvPr>
          <p:cNvCxnSpPr/>
          <p:nvPr/>
        </p:nvCxnSpPr>
        <p:spPr>
          <a:xfrm>
            <a:off x="4086679"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6" name="直接连接符 555">
            <a:extLst>
              <a:ext uri="{FF2B5EF4-FFF2-40B4-BE49-F238E27FC236}">
                <a16:creationId xmlns:a16="http://schemas.microsoft.com/office/drawing/2014/main" id="{09DAA69B-E793-5153-C0AA-0E149A1681E7}"/>
              </a:ext>
            </a:extLst>
          </p:cNvPr>
          <p:cNvCxnSpPr/>
          <p:nvPr/>
        </p:nvCxnSpPr>
        <p:spPr>
          <a:xfrm>
            <a:off x="4132399" y="307899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7" name="直接连接符 556">
            <a:extLst>
              <a:ext uri="{FF2B5EF4-FFF2-40B4-BE49-F238E27FC236}">
                <a16:creationId xmlns:a16="http://schemas.microsoft.com/office/drawing/2014/main" id="{B9B4CC7C-C1AB-87E3-CD61-F5B414EC679F}"/>
              </a:ext>
            </a:extLst>
          </p:cNvPr>
          <p:cNvCxnSpPr/>
          <p:nvPr/>
        </p:nvCxnSpPr>
        <p:spPr>
          <a:xfrm>
            <a:off x="4155258"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8" name="直接连接符 557">
            <a:extLst>
              <a:ext uri="{FF2B5EF4-FFF2-40B4-BE49-F238E27FC236}">
                <a16:creationId xmlns:a16="http://schemas.microsoft.com/office/drawing/2014/main" id="{874A5484-5187-67FE-83FA-72DEDF4C6611}"/>
              </a:ext>
            </a:extLst>
          </p:cNvPr>
          <p:cNvCxnSpPr/>
          <p:nvPr/>
        </p:nvCxnSpPr>
        <p:spPr>
          <a:xfrm>
            <a:off x="4200979" y="3078997"/>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59" name="直接连接符 558">
            <a:extLst>
              <a:ext uri="{FF2B5EF4-FFF2-40B4-BE49-F238E27FC236}">
                <a16:creationId xmlns:a16="http://schemas.microsoft.com/office/drawing/2014/main" id="{5333C33B-7446-3B94-D3C1-55899B400908}"/>
              </a:ext>
            </a:extLst>
          </p:cNvPr>
          <p:cNvCxnSpPr/>
          <p:nvPr/>
        </p:nvCxnSpPr>
        <p:spPr>
          <a:xfrm>
            <a:off x="4223840" y="3078997"/>
            <a:ext cx="457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60" name="直接连接符 559">
            <a:extLst>
              <a:ext uri="{FF2B5EF4-FFF2-40B4-BE49-F238E27FC236}">
                <a16:creationId xmlns:a16="http://schemas.microsoft.com/office/drawing/2014/main" id="{5B6EF514-1720-55B4-EC79-829424686AAB}"/>
              </a:ext>
            </a:extLst>
          </p:cNvPr>
          <p:cNvCxnSpPr/>
          <p:nvPr/>
        </p:nvCxnSpPr>
        <p:spPr>
          <a:xfrm>
            <a:off x="4292419"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61" name="直接连接符 560">
            <a:extLst>
              <a:ext uri="{FF2B5EF4-FFF2-40B4-BE49-F238E27FC236}">
                <a16:creationId xmlns:a16="http://schemas.microsoft.com/office/drawing/2014/main" id="{E8A18D67-D55F-7098-7091-DB36E896A71F}"/>
              </a:ext>
            </a:extLst>
          </p:cNvPr>
          <p:cNvCxnSpPr/>
          <p:nvPr/>
        </p:nvCxnSpPr>
        <p:spPr>
          <a:xfrm>
            <a:off x="4360999" y="3078997"/>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62" name="直接连接符 561">
            <a:extLst>
              <a:ext uri="{FF2B5EF4-FFF2-40B4-BE49-F238E27FC236}">
                <a16:creationId xmlns:a16="http://schemas.microsoft.com/office/drawing/2014/main" id="{C5B87B89-3722-5012-7596-C9619751DAC7}"/>
              </a:ext>
            </a:extLst>
          </p:cNvPr>
          <p:cNvCxnSpPr/>
          <p:nvPr/>
        </p:nvCxnSpPr>
        <p:spPr>
          <a:xfrm>
            <a:off x="4406719" y="307899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563" name="直接连接符 562">
            <a:extLst>
              <a:ext uri="{FF2B5EF4-FFF2-40B4-BE49-F238E27FC236}">
                <a16:creationId xmlns:a16="http://schemas.microsoft.com/office/drawing/2014/main" id="{921EF4FF-3C08-BE20-3D3C-989F60AEEA5A}"/>
              </a:ext>
            </a:extLst>
          </p:cNvPr>
          <p:cNvCxnSpPr/>
          <p:nvPr/>
        </p:nvCxnSpPr>
        <p:spPr>
          <a:xfrm>
            <a:off x="4429580" y="3078997"/>
            <a:ext cx="1542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564" name="矩形 563">
            <a:extLst>
              <a:ext uri="{FF2B5EF4-FFF2-40B4-BE49-F238E27FC236}">
                <a16:creationId xmlns:a16="http://schemas.microsoft.com/office/drawing/2014/main" id="{1AC1C3EB-BB63-70C6-C6C4-286DB4BC7FDE}"/>
              </a:ext>
            </a:extLst>
          </p:cNvPr>
          <p:cNvSpPr/>
          <p:nvPr/>
        </p:nvSpPr>
        <p:spPr>
          <a:xfrm>
            <a:off x="1189674" y="3081963"/>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5" name="矩形 564">
            <a:extLst>
              <a:ext uri="{FF2B5EF4-FFF2-40B4-BE49-F238E27FC236}">
                <a16:creationId xmlns:a16="http://schemas.microsoft.com/office/drawing/2014/main" id="{79DD043A-4DD6-8468-831F-07DCF464F1B2}"/>
              </a:ext>
            </a:extLst>
          </p:cNvPr>
          <p:cNvSpPr/>
          <p:nvPr/>
        </p:nvSpPr>
        <p:spPr>
          <a:xfrm>
            <a:off x="1549507" y="3075366"/>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6" name="矩形 565">
            <a:extLst>
              <a:ext uri="{FF2B5EF4-FFF2-40B4-BE49-F238E27FC236}">
                <a16:creationId xmlns:a16="http://schemas.microsoft.com/office/drawing/2014/main" id="{2E801A22-D4BA-2418-2981-7A1EF1A37CAE}"/>
              </a:ext>
            </a:extLst>
          </p:cNvPr>
          <p:cNvSpPr/>
          <p:nvPr/>
        </p:nvSpPr>
        <p:spPr>
          <a:xfrm>
            <a:off x="1909340" y="3068768"/>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7" name="矩形 566">
            <a:extLst>
              <a:ext uri="{FF2B5EF4-FFF2-40B4-BE49-F238E27FC236}">
                <a16:creationId xmlns:a16="http://schemas.microsoft.com/office/drawing/2014/main" id="{009C8E1F-63F4-F5C1-625B-520C59B2ACC2}"/>
              </a:ext>
            </a:extLst>
          </p:cNvPr>
          <p:cNvSpPr/>
          <p:nvPr/>
        </p:nvSpPr>
        <p:spPr>
          <a:xfrm>
            <a:off x="2269173" y="3068768"/>
            <a:ext cx="33654"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矩形 567">
            <a:extLst>
              <a:ext uri="{FF2B5EF4-FFF2-40B4-BE49-F238E27FC236}">
                <a16:creationId xmlns:a16="http://schemas.microsoft.com/office/drawing/2014/main" id="{0031F528-E3F6-B03E-3BC1-22DFB214B387}"/>
              </a:ext>
            </a:extLst>
          </p:cNvPr>
          <p:cNvSpPr/>
          <p:nvPr/>
        </p:nvSpPr>
        <p:spPr>
          <a:xfrm>
            <a:off x="2629007" y="3068768"/>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9" name="矩形 568">
            <a:extLst>
              <a:ext uri="{FF2B5EF4-FFF2-40B4-BE49-F238E27FC236}">
                <a16:creationId xmlns:a16="http://schemas.microsoft.com/office/drawing/2014/main" id="{805A5DB3-AAE2-3E0C-0F3C-AEE72686BEA0}"/>
              </a:ext>
            </a:extLst>
          </p:cNvPr>
          <p:cNvSpPr/>
          <p:nvPr/>
        </p:nvSpPr>
        <p:spPr>
          <a:xfrm>
            <a:off x="2988840" y="3068768"/>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矩形 569">
            <a:extLst>
              <a:ext uri="{FF2B5EF4-FFF2-40B4-BE49-F238E27FC236}">
                <a16:creationId xmlns:a16="http://schemas.microsoft.com/office/drawing/2014/main" id="{F430BF15-EB00-32C5-1B80-810C6BBFFCD1}"/>
              </a:ext>
            </a:extLst>
          </p:cNvPr>
          <p:cNvSpPr/>
          <p:nvPr/>
        </p:nvSpPr>
        <p:spPr>
          <a:xfrm>
            <a:off x="3348673" y="3062171"/>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矩形 570">
            <a:extLst>
              <a:ext uri="{FF2B5EF4-FFF2-40B4-BE49-F238E27FC236}">
                <a16:creationId xmlns:a16="http://schemas.microsoft.com/office/drawing/2014/main" id="{8A2AC658-82F6-BC6E-599C-EE42F8CC6F2A}"/>
              </a:ext>
            </a:extLst>
          </p:cNvPr>
          <p:cNvSpPr/>
          <p:nvPr/>
        </p:nvSpPr>
        <p:spPr>
          <a:xfrm>
            <a:off x="3708507" y="3062171"/>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矩形 571">
            <a:extLst>
              <a:ext uri="{FF2B5EF4-FFF2-40B4-BE49-F238E27FC236}">
                <a16:creationId xmlns:a16="http://schemas.microsoft.com/office/drawing/2014/main" id="{F052E6F8-25D1-97B9-1510-F1F7B3CCCEB6}"/>
              </a:ext>
            </a:extLst>
          </p:cNvPr>
          <p:cNvSpPr/>
          <p:nvPr/>
        </p:nvSpPr>
        <p:spPr>
          <a:xfrm>
            <a:off x="4068340" y="3062171"/>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矩形 572">
            <a:extLst>
              <a:ext uri="{FF2B5EF4-FFF2-40B4-BE49-F238E27FC236}">
                <a16:creationId xmlns:a16="http://schemas.microsoft.com/office/drawing/2014/main" id="{1C5CAD65-F830-042C-7B65-1074C792ED2A}"/>
              </a:ext>
            </a:extLst>
          </p:cNvPr>
          <p:cNvSpPr/>
          <p:nvPr/>
        </p:nvSpPr>
        <p:spPr>
          <a:xfrm>
            <a:off x="4428173" y="3062171"/>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4" name="直接连接符 573">
            <a:extLst>
              <a:ext uri="{FF2B5EF4-FFF2-40B4-BE49-F238E27FC236}">
                <a16:creationId xmlns:a16="http://schemas.microsoft.com/office/drawing/2014/main" id="{76C5607F-FE02-DC66-43E0-E872774FCF27}"/>
              </a:ext>
            </a:extLst>
          </p:cNvPr>
          <p:cNvCxnSpPr/>
          <p:nvPr/>
        </p:nvCxnSpPr>
        <p:spPr>
          <a:xfrm flipV="1">
            <a:off x="1206501" y="3092193"/>
            <a:ext cx="359833" cy="32987"/>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75" name="直接连接符 574">
            <a:extLst>
              <a:ext uri="{FF2B5EF4-FFF2-40B4-BE49-F238E27FC236}">
                <a16:creationId xmlns:a16="http://schemas.microsoft.com/office/drawing/2014/main" id="{7705DAFB-D165-B288-9C27-A7E94DCE0250}"/>
              </a:ext>
            </a:extLst>
          </p:cNvPr>
          <p:cNvCxnSpPr/>
          <p:nvPr/>
        </p:nvCxnSpPr>
        <p:spPr>
          <a:xfrm flipV="1">
            <a:off x="1566333" y="3065802"/>
            <a:ext cx="359834" cy="2639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76" name="直接连接符 575">
            <a:extLst>
              <a:ext uri="{FF2B5EF4-FFF2-40B4-BE49-F238E27FC236}">
                <a16:creationId xmlns:a16="http://schemas.microsoft.com/office/drawing/2014/main" id="{1D5A296E-3E96-29A3-7375-092ABFDECE30}"/>
              </a:ext>
            </a:extLst>
          </p:cNvPr>
          <p:cNvCxnSpPr/>
          <p:nvPr/>
        </p:nvCxnSpPr>
        <p:spPr>
          <a:xfrm flipV="1">
            <a:off x="1926168" y="3059206"/>
            <a:ext cx="359833" cy="6597"/>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77" name="直接连接符 576">
            <a:extLst>
              <a:ext uri="{FF2B5EF4-FFF2-40B4-BE49-F238E27FC236}">
                <a16:creationId xmlns:a16="http://schemas.microsoft.com/office/drawing/2014/main" id="{2D4C29AF-C268-FA0E-A4FE-6B26507B3D15}"/>
              </a:ext>
            </a:extLst>
          </p:cNvPr>
          <p:cNvCxnSpPr/>
          <p:nvPr/>
        </p:nvCxnSpPr>
        <p:spPr>
          <a:xfrm flipV="1">
            <a:off x="2286001" y="3052609"/>
            <a:ext cx="359833" cy="6597"/>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78" name="直接连接符 577">
            <a:extLst>
              <a:ext uri="{FF2B5EF4-FFF2-40B4-BE49-F238E27FC236}">
                <a16:creationId xmlns:a16="http://schemas.microsoft.com/office/drawing/2014/main" id="{B034DC0C-DC9B-569E-AF1A-D900767AED47}"/>
              </a:ext>
            </a:extLst>
          </p:cNvPr>
          <p:cNvCxnSpPr/>
          <p:nvPr/>
        </p:nvCxnSpPr>
        <p:spPr>
          <a:xfrm>
            <a:off x="2645833" y="3052608"/>
            <a:ext cx="359834"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79" name="直接连接符 578">
            <a:extLst>
              <a:ext uri="{FF2B5EF4-FFF2-40B4-BE49-F238E27FC236}">
                <a16:creationId xmlns:a16="http://schemas.microsoft.com/office/drawing/2014/main" id="{C20C4275-3D96-D8C2-B64B-60D162AE655E}"/>
              </a:ext>
            </a:extLst>
          </p:cNvPr>
          <p:cNvCxnSpPr/>
          <p:nvPr/>
        </p:nvCxnSpPr>
        <p:spPr>
          <a:xfrm>
            <a:off x="3005668" y="3052608"/>
            <a:ext cx="35983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80" name="直接连接符 579">
            <a:extLst>
              <a:ext uri="{FF2B5EF4-FFF2-40B4-BE49-F238E27FC236}">
                <a16:creationId xmlns:a16="http://schemas.microsoft.com/office/drawing/2014/main" id="{8E10F0BB-FDB2-DF44-8C1C-309BAFC39F6B}"/>
              </a:ext>
            </a:extLst>
          </p:cNvPr>
          <p:cNvCxnSpPr/>
          <p:nvPr/>
        </p:nvCxnSpPr>
        <p:spPr>
          <a:xfrm>
            <a:off x="3365501" y="3052608"/>
            <a:ext cx="35983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81" name="直接连接符 580">
            <a:extLst>
              <a:ext uri="{FF2B5EF4-FFF2-40B4-BE49-F238E27FC236}">
                <a16:creationId xmlns:a16="http://schemas.microsoft.com/office/drawing/2014/main" id="{D6C26FD0-3726-83A0-19DF-7387E2833F10}"/>
              </a:ext>
            </a:extLst>
          </p:cNvPr>
          <p:cNvCxnSpPr/>
          <p:nvPr/>
        </p:nvCxnSpPr>
        <p:spPr>
          <a:xfrm>
            <a:off x="3725333" y="3052608"/>
            <a:ext cx="359834"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82" name="直接连接符 581">
            <a:extLst>
              <a:ext uri="{FF2B5EF4-FFF2-40B4-BE49-F238E27FC236}">
                <a16:creationId xmlns:a16="http://schemas.microsoft.com/office/drawing/2014/main" id="{5F6D02C3-FC9C-4191-59AE-E7F863006CCC}"/>
              </a:ext>
            </a:extLst>
          </p:cNvPr>
          <p:cNvCxnSpPr/>
          <p:nvPr/>
        </p:nvCxnSpPr>
        <p:spPr>
          <a:xfrm>
            <a:off x="4085168" y="3052608"/>
            <a:ext cx="35983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sp>
        <p:nvSpPr>
          <p:cNvPr id="583" name="椭圆 582">
            <a:extLst>
              <a:ext uri="{FF2B5EF4-FFF2-40B4-BE49-F238E27FC236}">
                <a16:creationId xmlns:a16="http://schemas.microsoft.com/office/drawing/2014/main" id="{268A145C-B898-7037-7715-13CFF1D92358}"/>
              </a:ext>
            </a:extLst>
          </p:cNvPr>
          <p:cNvSpPr/>
          <p:nvPr/>
        </p:nvSpPr>
        <p:spPr>
          <a:xfrm>
            <a:off x="1189674" y="3108353"/>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4" name="椭圆 583">
            <a:extLst>
              <a:ext uri="{FF2B5EF4-FFF2-40B4-BE49-F238E27FC236}">
                <a16:creationId xmlns:a16="http://schemas.microsoft.com/office/drawing/2014/main" id="{BC61F539-2ACF-2596-5190-A36780BB7528}"/>
              </a:ext>
            </a:extLst>
          </p:cNvPr>
          <p:cNvSpPr/>
          <p:nvPr/>
        </p:nvSpPr>
        <p:spPr>
          <a:xfrm>
            <a:off x="1549507" y="3075366"/>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5" name="椭圆 584">
            <a:extLst>
              <a:ext uri="{FF2B5EF4-FFF2-40B4-BE49-F238E27FC236}">
                <a16:creationId xmlns:a16="http://schemas.microsoft.com/office/drawing/2014/main" id="{B7E9E984-84C6-FA4D-E298-61A0D0EE1757}"/>
              </a:ext>
            </a:extLst>
          </p:cNvPr>
          <p:cNvSpPr/>
          <p:nvPr/>
        </p:nvSpPr>
        <p:spPr>
          <a:xfrm>
            <a:off x="1909340" y="3048976"/>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6" name="椭圆 585">
            <a:extLst>
              <a:ext uri="{FF2B5EF4-FFF2-40B4-BE49-F238E27FC236}">
                <a16:creationId xmlns:a16="http://schemas.microsoft.com/office/drawing/2014/main" id="{C7B7A943-037D-A6F8-832D-8E983D1AAF80}"/>
              </a:ext>
            </a:extLst>
          </p:cNvPr>
          <p:cNvSpPr/>
          <p:nvPr/>
        </p:nvSpPr>
        <p:spPr>
          <a:xfrm>
            <a:off x="2269173" y="3042379"/>
            <a:ext cx="33654"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椭圆 586">
            <a:extLst>
              <a:ext uri="{FF2B5EF4-FFF2-40B4-BE49-F238E27FC236}">
                <a16:creationId xmlns:a16="http://schemas.microsoft.com/office/drawing/2014/main" id="{7D936C34-68E1-9401-37EA-5E5D937AD942}"/>
              </a:ext>
            </a:extLst>
          </p:cNvPr>
          <p:cNvSpPr/>
          <p:nvPr/>
        </p:nvSpPr>
        <p:spPr>
          <a:xfrm>
            <a:off x="2629007" y="3035781"/>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8" name="椭圆 587">
            <a:extLst>
              <a:ext uri="{FF2B5EF4-FFF2-40B4-BE49-F238E27FC236}">
                <a16:creationId xmlns:a16="http://schemas.microsoft.com/office/drawing/2014/main" id="{510E521A-A8DB-87F9-4C6B-44F04F91AA39}"/>
              </a:ext>
            </a:extLst>
          </p:cNvPr>
          <p:cNvSpPr/>
          <p:nvPr/>
        </p:nvSpPr>
        <p:spPr>
          <a:xfrm>
            <a:off x="2988840" y="3035781"/>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9" name="椭圆 588">
            <a:extLst>
              <a:ext uri="{FF2B5EF4-FFF2-40B4-BE49-F238E27FC236}">
                <a16:creationId xmlns:a16="http://schemas.microsoft.com/office/drawing/2014/main" id="{11833C6C-F615-03F7-6353-1C571E117EB9}"/>
              </a:ext>
            </a:extLst>
          </p:cNvPr>
          <p:cNvSpPr/>
          <p:nvPr/>
        </p:nvSpPr>
        <p:spPr>
          <a:xfrm>
            <a:off x="3348673" y="3035781"/>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椭圆 589">
            <a:extLst>
              <a:ext uri="{FF2B5EF4-FFF2-40B4-BE49-F238E27FC236}">
                <a16:creationId xmlns:a16="http://schemas.microsoft.com/office/drawing/2014/main" id="{2273A045-B677-A40E-BD94-764BF2C3196F}"/>
              </a:ext>
            </a:extLst>
          </p:cNvPr>
          <p:cNvSpPr/>
          <p:nvPr/>
        </p:nvSpPr>
        <p:spPr>
          <a:xfrm>
            <a:off x="3708507" y="3035781"/>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椭圆 590">
            <a:extLst>
              <a:ext uri="{FF2B5EF4-FFF2-40B4-BE49-F238E27FC236}">
                <a16:creationId xmlns:a16="http://schemas.microsoft.com/office/drawing/2014/main" id="{6EEFE4E2-31A1-CB7C-242C-D6C1CCDEEC0E}"/>
              </a:ext>
            </a:extLst>
          </p:cNvPr>
          <p:cNvSpPr/>
          <p:nvPr/>
        </p:nvSpPr>
        <p:spPr>
          <a:xfrm>
            <a:off x="4068340" y="3035781"/>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椭圆 591">
            <a:extLst>
              <a:ext uri="{FF2B5EF4-FFF2-40B4-BE49-F238E27FC236}">
                <a16:creationId xmlns:a16="http://schemas.microsoft.com/office/drawing/2014/main" id="{96F704E8-9A66-E8EC-5052-0B0835106673}"/>
              </a:ext>
            </a:extLst>
          </p:cNvPr>
          <p:cNvSpPr/>
          <p:nvPr/>
        </p:nvSpPr>
        <p:spPr>
          <a:xfrm>
            <a:off x="4428173" y="3035781"/>
            <a:ext cx="33655" cy="3365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3" name="直接连接符 592">
            <a:extLst>
              <a:ext uri="{FF2B5EF4-FFF2-40B4-BE49-F238E27FC236}">
                <a16:creationId xmlns:a16="http://schemas.microsoft.com/office/drawing/2014/main" id="{9FC8F2FC-318D-DA59-18E0-DAC9C00E24F7}"/>
              </a:ext>
            </a:extLst>
          </p:cNvPr>
          <p:cNvCxnSpPr/>
          <p:nvPr/>
        </p:nvCxnSpPr>
        <p:spPr>
          <a:xfrm flipV="1">
            <a:off x="1206500" y="3158943"/>
            <a:ext cx="45348" cy="582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94" name="直接连接符 593">
            <a:extLst>
              <a:ext uri="{FF2B5EF4-FFF2-40B4-BE49-F238E27FC236}">
                <a16:creationId xmlns:a16="http://schemas.microsoft.com/office/drawing/2014/main" id="{1E0C2258-D9A1-6DF0-42B8-CE0CDB1E9399}"/>
              </a:ext>
            </a:extLst>
          </p:cNvPr>
          <p:cNvCxnSpPr/>
          <p:nvPr/>
        </p:nvCxnSpPr>
        <p:spPr>
          <a:xfrm flipV="1">
            <a:off x="1274522" y="3150213"/>
            <a:ext cx="45348" cy="582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95" name="直接连接符 594">
            <a:extLst>
              <a:ext uri="{FF2B5EF4-FFF2-40B4-BE49-F238E27FC236}">
                <a16:creationId xmlns:a16="http://schemas.microsoft.com/office/drawing/2014/main" id="{965ACA04-5EA1-2725-D598-C7F47E7830E8}"/>
              </a:ext>
            </a:extLst>
          </p:cNvPr>
          <p:cNvCxnSpPr/>
          <p:nvPr/>
        </p:nvCxnSpPr>
        <p:spPr>
          <a:xfrm>
            <a:off x="1319870" y="3150213"/>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96" name="直接连接符 595">
            <a:extLst>
              <a:ext uri="{FF2B5EF4-FFF2-40B4-BE49-F238E27FC236}">
                <a16:creationId xmlns:a16="http://schemas.microsoft.com/office/drawing/2014/main" id="{A669BF42-E647-9F17-E232-2A84A4FFC92A}"/>
              </a:ext>
            </a:extLst>
          </p:cNvPr>
          <p:cNvCxnSpPr/>
          <p:nvPr/>
        </p:nvCxnSpPr>
        <p:spPr>
          <a:xfrm flipV="1">
            <a:off x="1342544" y="3141483"/>
            <a:ext cx="45348" cy="582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97" name="直接连接符 596">
            <a:extLst>
              <a:ext uri="{FF2B5EF4-FFF2-40B4-BE49-F238E27FC236}">
                <a16:creationId xmlns:a16="http://schemas.microsoft.com/office/drawing/2014/main" id="{EA0B6C1B-F8A5-D3DD-AAC4-96F1C9E908F5}"/>
              </a:ext>
            </a:extLst>
          </p:cNvPr>
          <p:cNvCxnSpPr/>
          <p:nvPr/>
        </p:nvCxnSpPr>
        <p:spPr>
          <a:xfrm>
            <a:off x="1387892" y="3141483"/>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98" name="直接连接符 597">
            <a:extLst>
              <a:ext uri="{FF2B5EF4-FFF2-40B4-BE49-F238E27FC236}">
                <a16:creationId xmlns:a16="http://schemas.microsoft.com/office/drawing/2014/main" id="{C3A93549-BCC8-92CC-E318-0CCF66D16ED3}"/>
              </a:ext>
            </a:extLst>
          </p:cNvPr>
          <p:cNvCxnSpPr/>
          <p:nvPr/>
        </p:nvCxnSpPr>
        <p:spPr>
          <a:xfrm flipV="1">
            <a:off x="1410566" y="3132753"/>
            <a:ext cx="45348" cy="582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599" name="直接连接符 598">
            <a:extLst>
              <a:ext uri="{FF2B5EF4-FFF2-40B4-BE49-F238E27FC236}">
                <a16:creationId xmlns:a16="http://schemas.microsoft.com/office/drawing/2014/main" id="{695D6EF6-44BB-4B81-69B6-84D87FC26B70}"/>
              </a:ext>
            </a:extLst>
          </p:cNvPr>
          <p:cNvCxnSpPr/>
          <p:nvPr/>
        </p:nvCxnSpPr>
        <p:spPr>
          <a:xfrm flipV="1">
            <a:off x="1455914" y="3132753"/>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0" name="直接连接符 599">
            <a:extLst>
              <a:ext uri="{FF2B5EF4-FFF2-40B4-BE49-F238E27FC236}">
                <a16:creationId xmlns:a16="http://schemas.microsoft.com/office/drawing/2014/main" id="{C0FB108B-53AA-D9C4-0759-496492148048}"/>
              </a:ext>
            </a:extLst>
          </p:cNvPr>
          <p:cNvCxnSpPr/>
          <p:nvPr/>
        </p:nvCxnSpPr>
        <p:spPr>
          <a:xfrm flipV="1">
            <a:off x="1478588" y="3124023"/>
            <a:ext cx="45348" cy="582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1" name="直接连接符 600">
            <a:extLst>
              <a:ext uri="{FF2B5EF4-FFF2-40B4-BE49-F238E27FC236}">
                <a16:creationId xmlns:a16="http://schemas.microsoft.com/office/drawing/2014/main" id="{88438E6D-CE28-B74F-818C-52C052966330}"/>
              </a:ext>
            </a:extLst>
          </p:cNvPr>
          <p:cNvCxnSpPr/>
          <p:nvPr/>
        </p:nvCxnSpPr>
        <p:spPr>
          <a:xfrm flipV="1">
            <a:off x="1546611" y="3118583"/>
            <a:ext cx="19723" cy="2531"/>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2" name="直接连接符 601">
            <a:extLst>
              <a:ext uri="{FF2B5EF4-FFF2-40B4-BE49-F238E27FC236}">
                <a16:creationId xmlns:a16="http://schemas.microsoft.com/office/drawing/2014/main" id="{5407DDC3-F8FE-179C-81D3-74C6F9BAE7DD}"/>
              </a:ext>
            </a:extLst>
          </p:cNvPr>
          <p:cNvCxnSpPr/>
          <p:nvPr/>
        </p:nvCxnSpPr>
        <p:spPr>
          <a:xfrm flipV="1">
            <a:off x="1566333" y="3116224"/>
            <a:ext cx="25728" cy="2359"/>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3" name="直接连接符 602">
            <a:extLst>
              <a:ext uri="{FF2B5EF4-FFF2-40B4-BE49-F238E27FC236}">
                <a16:creationId xmlns:a16="http://schemas.microsoft.com/office/drawing/2014/main" id="{4333F994-55F1-F766-7E16-EAAF6788605A}"/>
              </a:ext>
            </a:extLst>
          </p:cNvPr>
          <p:cNvCxnSpPr/>
          <p:nvPr/>
        </p:nvCxnSpPr>
        <p:spPr>
          <a:xfrm flipV="1">
            <a:off x="1592061" y="3116223"/>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4" name="直接连接符 603">
            <a:extLst>
              <a:ext uri="{FF2B5EF4-FFF2-40B4-BE49-F238E27FC236}">
                <a16:creationId xmlns:a16="http://schemas.microsoft.com/office/drawing/2014/main" id="{161764FA-A386-E28A-E37C-84652F52A3DF}"/>
              </a:ext>
            </a:extLst>
          </p:cNvPr>
          <p:cNvCxnSpPr/>
          <p:nvPr/>
        </p:nvCxnSpPr>
        <p:spPr>
          <a:xfrm flipV="1">
            <a:off x="1614826" y="3109962"/>
            <a:ext cx="45529" cy="4174"/>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5" name="直接连接符 604">
            <a:extLst>
              <a:ext uri="{FF2B5EF4-FFF2-40B4-BE49-F238E27FC236}">
                <a16:creationId xmlns:a16="http://schemas.microsoft.com/office/drawing/2014/main" id="{A4834041-C48B-9E66-E329-96CE2503F407}"/>
              </a:ext>
            </a:extLst>
          </p:cNvPr>
          <p:cNvCxnSpPr/>
          <p:nvPr/>
        </p:nvCxnSpPr>
        <p:spPr>
          <a:xfrm flipV="1">
            <a:off x="1660354" y="3109962"/>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6" name="直接连接符 605">
            <a:extLst>
              <a:ext uri="{FF2B5EF4-FFF2-40B4-BE49-F238E27FC236}">
                <a16:creationId xmlns:a16="http://schemas.microsoft.com/office/drawing/2014/main" id="{1AC6F53D-04FB-1BB7-E5DC-FC9F8DE4035B}"/>
              </a:ext>
            </a:extLst>
          </p:cNvPr>
          <p:cNvCxnSpPr/>
          <p:nvPr/>
        </p:nvCxnSpPr>
        <p:spPr>
          <a:xfrm flipV="1">
            <a:off x="1683120" y="3103702"/>
            <a:ext cx="45529" cy="4174"/>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7" name="直接连接符 606">
            <a:extLst>
              <a:ext uri="{FF2B5EF4-FFF2-40B4-BE49-F238E27FC236}">
                <a16:creationId xmlns:a16="http://schemas.microsoft.com/office/drawing/2014/main" id="{0446BB77-5603-9D32-D449-E502BEDB8B6C}"/>
              </a:ext>
            </a:extLst>
          </p:cNvPr>
          <p:cNvCxnSpPr/>
          <p:nvPr/>
        </p:nvCxnSpPr>
        <p:spPr>
          <a:xfrm>
            <a:off x="1728648" y="3103702"/>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8" name="直接连接符 607">
            <a:extLst>
              <a:ext uri="{FF2B5EF4-FFF2-40B4-BE49-F238E27FC236}">
                <a16:creationId xmlns:a16="http://schemas.microsoft.com/office/drawing/2014/main" id="{3EF70959-0657-B796-817F-8C7D4B89C647}"/>
              </a:ext>
            </a:extLst>
          </p:cNvPr>
          <p:cNvCxnSpPr/>
          <p:nvPr/>
        </p:nvCxnSpPr>
        <p:spPr>
          <a:xfrm flipV="1">
            <a:off x="1751412" y="3097441"/>
            <a:ext cx="45530" cy="4174"/>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09" name="直接连接符 608">
            <a:extLst>
              <a:ext uri="{FF2B5EF4-FFF2-40B4-BE49-F238E27FC236}">
                <a16:creationId xmlns:a16="http://schemas.microsoft.com/office/drawing/2014/main" id="{C63D1F18-429B-5593-A8EF-2063DE4B5267}"/>
              </a:ext>
            </a:extLst>
          </p:cNvPr>
          <p:cNvCxnSpPr/>
          <p:nvPr/>
        </p:nvCxnSpPr>
        <p:spPr>
          <a:xfrm>
            <a:off x="1796942" y="3097441"/>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0" name="直接连接符 609">
            <a:extLst>
              <a:ext uri="{FF2B5EF4-FFF2-40B4-BE49-F238E27FC236}">
                <a16:creationId xmlns:a16="http://schemas.microsoft.com/office/drawing/2014/main" id="{CC8735A6-1C0E-9696-9474-843B6D19ABB4}"/>
              </a:ext>
            </a:extLst>
          </p:cNvPr>
          <p:cNvCxnSpPr/>
          <p:nvPr/>
        </p:nvCxnSpPr>
        <p:spPr>
          <a:xfrm flipV="1">
            <a:off x="1819707" y="3091180"/>
            <a:ext cx="45529" cy="4174"/>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1" name="直接连接符 610">
            <a:extLst>
              <a:ext uri="{FF2B5EF4-FFF2-40B4-BE49-F238E27FC236}">
                <a16:creationId xmlns:a16="http://schemas.microsoft.com/office/drawing/2014/main" id="{7C64328D-EA37-7BFD-72A1-104FF5C73E01}"/>
              </a:ext>
            </a:extLst>
          </p:cNvPr>
          <p:cNvCxnSpPr/>
          <p:nvPr/>
        </p:nvCxnSpPr>
        <p:spPr>
          <a:xfrm>
            <a:off x="1865235" y="3091180"/>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2" name="直接连接符 611">
            <a:extLst>
              <a:ext uri="{FF2B5EF4-FFF2-40B4-BE49-F238E27FC236}">
                <a16:creationId xmlns:a16="http://schemas.microsoft.com/office/drawing/2014/main" id="{9497746C-539E-C141-D09E-874E760137F5}"/>
              </a:ext>
            </a:extLst>
          </p:cNvPr>
          <p:cNvCxnSpPr/>
          <p:nvPr/>
        </p:nvCxnSpPr>
        <p:spPr>
          <a:xfrm flipV="1">
            <a:off x="1888001" y="3085596"/>
            <a:ext cx="38167" cy="3499"/>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3" name="直接连接符 612">
            <a:extLst>
              <a:ext uri="{FF2B5EF4-FFF2-40B4-BE49-F238E27FC236}">
                <a16:creationId xmlns:a16="http://schemas.microsoft.com/office/drawing/2014/main" id="{6FE016B2-D962-5325-3ED9-002DA3E6C95B}"/>
              </a:ext>
            </a:extLst>
          </p:cNvPr>
          <p:cNvCxnSpPr/>
          <p:nvPr/>
        </p:nvCxnSpPr>
        <p:spPr>
          <a:xfrm>
            <a:off x="1926168" y="3085595"/>
            <a:ext cx="739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4" name="直接连接符 613">
            <a:extLst>
              <a:ext uri="{FF2B5EF4-FFF2-40B4-BE49-F238E27FC236}">
                <a16:creationId xmlns:a16="http://schemas.microsoft.com/office/drawing/2014/main" id="{EA9E36D9-5D19-735A-4AF8-E63495BF416C}"/>
              </a:ext>
            </a:extLst>
          </p:cNvPr>
          <p:cNvCxnSpPr/>
          <p:nvPr/>
        </p:nvCxnSpPr>
        <p:spPr>
          <a:xfrm>
            <a:off x="193356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5" name="直接连接符 614">
            <a:extLst>
              <a:ext uri="{FF2B5EF4-FFF2-40B4-BE49-F238E27FC236}">
                <a16:creationId xmlns:a16="http://schemas.microsoft.com/office/drawing/2014/main" id="{2EA3FD63-18A0-CB57-C974-22B7FC7ED766}"/>
              </a:ext>
            </a:extLst>
          </p:cNvPr>
          <p:cNvCxnSpPr/>
          <p:nvPr/>
        </p:nvCxnSpPr>
        <p:spPr>
          <a:xfrm>
            <a:off x="195642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6" name="直接连接符 615">
            <a:extLst>
              <a:ext uri="{FF2B5EF4-FFF2-40B4-BE49-F238E27FC236}">
                <a16:creationId xmlns:a16="http://schemas.microsoft.com/office/drawing/2014/main" id="{61FCD09B-776C-BFD0-883A-E954D6DA08A7}"/>
              </a:ext>
            </a:extLst>
          </p:cNvPr>
          <p:cNvCxnSpPr/>
          <p:nvPr/>
        </p:nvCxnSpPr>
        <p:spPr>
          <a:xfrm>
            <a:off x="200214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7" name="直接连接符 616">
            <a:extLst>
              <a:ext uri="{FF2B5EF4-FFF2-40B4-BE49-F238E27FC236}">
                <a16:creationId xmlns:a16="http://schemas.microsoft.com/office/drawing/2014/main" id="{D4096A55-889F-E000-E4B0-BEB7CDBAE32C}"/>
              </a:ext>
            </a:extLst>
          </p:cNvPr>
          <p:cNvCxnSpPr/>
          <p:nvPr/>
        </p:nvCxnSpPr>
        <p:spPr>
          <a:xfrm>
            <a:off x="202500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8" name="直接连接符 617">
            <a:extLst>
              <a:ext uri="{FF2B5EF4-FFF2-40B4-BE49-F238E27FC236}">
                <a16:creationId xmlns:a16="http://schemas.microsoft.com/office/drawing/2014/main" id="{F42DA782-FDCF-8833-0DE8-7B03D519BF8D}"/>
              </a:ext>
            </a:extLst>
          </p:cNvPr>
          <p:cNvCxnSpPr/>
          <p:nvPr/>
        </p:nvCxnSpPr>
        <p:spPr>
          <a:xfrm>
            <a:off x="209358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19" name="直接连接符 618">
            <a:extLst>
              <a:ext uri="{FF2B5EF4-FFF2-40B4-BE49-F238E27FC236}">
                <a16:creationId xmlns:a16="http://schemas.microsoft.com/office/drawing/2014/main" id="{FB25F24E-359D-0CDA-3F67-3030D8628C07}"/>
              </a:ext>
            </a:extLst>
          </p:cNvPr>
          <p:cNvCxnSpPr/>
          <p:nvPr/>
        </p:nvCxnSpPr>
        <p:spPr>
          <a:xfrm>
            <a:off x="216216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0" name="直接连接符 619">
            <a:extLst>
              <a:ext uri="{FF2B5EF4-FFF2-40B4-BE49-F238E27FC236}">
                <a16:creationId xmlns:a16="http://schemas.microsoft.com/office/drawing/2014/main" id="{1984F604-2873-C0F1-1275-CD1F66ACF333}"/>
              </a:ext>
            </a:extLst>
          </p:cNvPr>
          <p:cNvCxnSpPr/>
          <p:nvPr/>
        </p:nvCxnSpPr>
        <p:spPr>
          <a:xfrm>
            <a:off x="220788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1" name="直接连接符 620">
            <a:extLst>
              <a:ext uri="{FF2B5EF4-FFF2-40B4-BE49-F238E27FC236}">
                <a16:creationId xmlns:a16="http://schemas.microsoft.com/office/drawing/2014/main" id="{C41F5F34-C623-06CF-85E7-82DB58FB34B9}"/>
              </a:ext>
            </a:extLst>
          </p:cNvPr>
          <p:cNvCxnSpPr/>
          <p:nvPr/>
        </p:nvCxnSpPr>
        <p:spPr>
          <a:xfrm>
            <a:off x="223074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2" name="直接连接符 621">
            <a:extLst>
              <a:ext uri="{FF2B5EF4-FFF2-40B4-BE49-F238E27FC236}">
                <a16:creationId xmlns:a16="http://schemas.microsoft.com/office/drawing/2014/main" id="{90138AE5-84AB-2780-C02B-17C3D976D52A}"/>
              </a:ext>
            </a:extLst>
          </p:cNvPr>
          <p:cNvCxnSpPr/>
          <p:nvPr/>
        </p:nvCxnSpPr>
        <p:spPr>
          <a:xfrm>
            <a:off x="229932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3" name="直接连接符 622">
            <a:extLst>
              <a:ext uri="{FF2B5EF4-FFF2-40B4-BE49-F238E27FC236}">
                <a16:creationId xmlns:a16="http://schemas.microsoft.com/office/drawing/2014/main" id="{1324756C-D224-9050-D041-018F2744C3FD}"/>
              </a:ext>
            </a:extLst>
          </p:cNvPr>
          <p:cNvCxnSpPr/>
          <p:nvPr/>
        </p:nvCxnSpPr>
        <p:spPr>
          <a:xfrm>
            <a:off x="234504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4" name="直接连接符 623">
            <a:extLst>
              <a:ext uri="{FF2B5EF4-FFF2-40B4-BE49-F238E27FC236}">
                <a16:creationId xmlns:a16="http://schemas.microsoft.com/office/drawing/2014/main" id="{62A6D2D1-2863-D0D5-104A-E04A9D309A95}"/>
              </a:ext>
            </a:extLst>
          </p:cNvPr>
          <p:cNvCxnSpPr/>
          <p:nvPr/>
        </p:nvCxnSpPr>
        <p:spPr>
          <a:xfrm>
            <a:off x="236790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5" name="直接连接符 624">
            <a:extLst>
              <a:ext uri="{FF2B5EF4-FFF2-40B4-BE49-F238E27FC236}">
                <a16:creationId xmlns:a16="http://schemas.microsoft.com/office/drawing/2014/main" id="{D29AB333-C14A-5D33-4180-5807EACEAFC0}"/>
              </a:ext>
            </a:extLst>
          </p:cNvPr>
          <p:cNvCxnSpPr/>
          <p:nvPr/>
        </p:nvCxnSpPr>
        <p:spPr>
          <a:xfrm>
            <a:off x="241362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6" name="直接连接符 625">
            <a:extLst>
              <a:ext uri="{FF2B5EF4-FFF2-40B4-BE49-F238E27FC236}">
                <a16:creationId xmlns:a16="http://schemas.microsoft.com/office/drawing/2014/main" id="{9F595330-4715-11FB-B1B6-59113D529846}"/>
              </a:ext>
            </a:extLst>
          </p:cNvPr>
          <p:cNvCxnSpPr/>
          <p:nvPr/>
        </p:nvCxnSpPr>
        <p:spPr>
          <a:xfrm>
            <a:off x="243648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7" name="直接连接符 626">
            <a:extLst>
              <a:ext uri="{FF2B5EF4-FFF2-40B4-BE49-F238E27FC236}">
                <a16:creationId xmlns:a16="http://schemas.microsoft.com/office/drawing/2014/main" id="{F7A97925-3F76-DB3A-D374-FCE5889B7290}"/>
              </a:ext>
            </a:extLst>
          </p:cNvPr>
          <p:cNvCxnSpPr/>
          <p:nvPr/>
        </p:nvCxnSpPr>
        <p:spPr>
          <a:xfrm>
            <a:off x="250506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8" name="直接连接符 627">
            <a:extLst>
              <a:ext uri="{FF2B5EF4-FFF2-40B4-BE49-F238E27FC236}">
                <a16:creationId xmlns:a16="http://schemas.microsoft.com/office/drawing/2014/main" id="{179EF80A-562F-FF8B-281D-53D990F11D6B}"/>
              </a:ext>
            </a:extLst>
          </p:cNvPr>
          <p:cNvCxnSpPr/>
          <p:nvPr/>
        </p:nvCxnSpPr>
        <p:spPr>
          <a:xfrm>
            <a:off x="255078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29" name="直接连接符 628">
            <a:extLst>
              <a:ext uri="{FF2B5EF4-FFF2-40B4-BE49-F238E27FC236}">
                <a16:creationId xmlns:a16="http://schemas.microsoft.com/office/drawing/2014/main" id="{AC2E4C44-8ECD-BD1D-BA56-733F078586C3}"/>
              </a:ext>
            </a:extLst>
          </p:cNvPr>
          <p:cNvCxnSpPr/>
          <p:nvPr/>
        </p:nvCxnSpPr>
        <p:spPr>
          <a:xfrm>
            <a:off x="257364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0" name="直接连接符 629">
            <a:extLst>
              <a:ext uri="{FF2B5EF4-FFF2-40B4-BE49-F238E27FC236}">
                <a16:creationId xmlns:a16="http://schemas.microsoft.com/office/drawing/2014/main" id="{245F45A4-7F71-12A8-7B2F-A87BA7D98B2D}"/>
              </a:ext>
            </a:extLst>
          </p:cNvPr>
          <p:cNvCxnSpPr/>
          <p:nvPr/>
        </p:nvCxnSpPr>
        <p:spPr>
          <a:xfrm>
            <a:off x="2642221" y="3085595"/>
            <a:ext cx="361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1" name="直接连接符 630">
            <a:extLst>
              <a:ext uri="{FF2B5EF4-FFF2-40B4-BE49-F238E27FC236}">
                <a16:creationId xmlns:a16="http://schemas.microsoft.com/office/drawing/2014/main" id="{29D223D4-DDE4-F56F-9D32-DD7981CA2272}"/>
              </a:ext>
            </a:extLst>
          </p:cNvPr>
          <p:cNvCxnSpPr/>
          <p:nvPr/>
        </p:nvCxnSpPr>
        <p:spPr>
          <a:xfrm>
            <a:off x="2645834" y="3085595"/>
            <a:ext cx="42107"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2" name="直接连接符 631">
            <a:extLst>
              <a:ext uri="{FF2B5EF4-FFF2-40B4-BE49-F238E27FC236}">
                <a16:creationId xmlns:a16="http://schemas.microsoft.com/office/drawing/2014/main" id="{1285D8D6-E35D-F8AF-EE28-61BC46C4EC88}"/>
              </a:ext>
            </a:extLst>
          </p:cNvPr>
          <p:cNvCxnSpPr/>
          <p:nvPr/>
        </p:nvCxnSpPr>
        <p:spPr>
          <a:xfrm>
            <a:off x="271080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3" name="直接连接符 632">
            <a:extLst>
              <a:ext uri="{FF2B5EF4-FFF2-40B4-BE49-F238E27FC236}">
                <a16:creationId xmlns:a16="http://schemas.microsoft.com/office/drawing/2014/main" id="{494D94AC-F86D-A503-B28A-7AD49303A0C1}"/>
              </a:ext>
            </a:extLst>
          </p:cNvPr>
          <p:cNvCxnSpPr/>
          <p:nvPr/>
        </p:nvCxnSpPr>
        <p:spPr>
          <a:xfrm>
            <a:off x="275652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4" name="直接连接符 633">
            <a:extLst>
              <a:ext uri="{FF2B5EF4-FFF2-40B4-BE49-F238E27FC236}">
                <a16:creationId xmlns:a16="http://schemas.microsoft.com/office/drawing/2014/main" id="{05A566D7-0A94-A01E-8F5B-C1E683BEFEF5}"/>
              </a:ext>
            </a:extLst>
          </p:cNvPr>
          <p:cNvCxnSpPr/>
          <p:nvPr/>
        </p:nvCxnSpPr>
        <p:spPr>
          <a:xfrm>
            <a:off x="277938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5" name="直接连接符 634">
            <a:extLst>
              <a:ext uri="{FF2B5EF4-FFF2-40B4-BE49-F238E27FC236}">
                <a16:creationId xmlns:a16="http://schemas.microsoft.com/office/drawing/2014/main" id="{3DBF99C3-C1A3-DBEA-4DF7-588F679F8335}"/>
              </a:ext>
            </a:extLst>
          </p:cNvPr>
          <p:cNvCxnSpPr/>
          <p:nvPr/>
        </p:nvCxnSpPr>
        <p:spPr>
          <a:xfrm>
            <a:off x="284796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6" name="直接连接符 635">
            <a:extLst>
              <a:ext uri="{FF2B5EF4-FFF2-40B4-BE49-F238E27FC236}">
                <a16:creationId xmlns:a16="http://schemas.microsoft.com/office/drawing/2014/main" id="{599B2466-7DC6-83B6-8670-3EC90C41691D}"/>
              </a:ext>
            </a:extLst>
          </p:cNvPr>
          <p:cNvCxnSpPr/>
          <p:nvPr/>
        </p:nvCxnSpPr>
        <p:spPr>
          <a:xfrm>
            <a:off x="291654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7" name="直接连接符 636">
            <a:extLst>
              <a:ext uri="{FF2B5EF4-FFF2-40B4-BE49-F238E27FC236}">
                <a16:creationId xmlns:a16="http://schemas.microsoft.com/office/drawing/2014/main" id="{D7A6FF4C-87F7-5DC6-CC19-E08C040791F4}"/>
              </a:ext>
            </a:extLst>
          </p:cNvPr>
          <p:cNvCxnSpPr/>
          <p:nvPr/>
        </p:nvCxnSpPr>
        <p:spPr>
          <a:xfrm>
            <a:off x="2985121" y="3085595"/>
            <a:ext cx="20547"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8" name="直接连接符 637">
            <a:extLst>
              <a:ext uri="{FF2B5EF4-FFF2-40B4-BE49-F238E27FC236}">
                <a16:creationId xmlns:a16="http://schemas.microsoft.com/office/drawing/2014/main" id="{9CD5AFEA-0295-40D4-1AE0-D8EB1012158E}"/>
              </a:ext>
            </a:extLst>
          </p:cNvPr>
          <p:cNvCxnSpPr/>
          <p:nvPr/>
        </p:nvCxnSpPr>
        <p:spPr>
          <a:xfrm>
            <a:off x="3005668" y="3085595"/>
            <a:ext cx="2517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39" name="直接连接符 638">
            <a:extLst>
              <a:ext uri="{FF2B5EF4-FFF2-40B4-BE49-F238E27FC236}">
                <a16:creationId xmlns:a16="http://schemas.microsoft.com/office/drawing/2014/main" id="{5FDD693B-65B8-7263-71A5-1E6BA7DEB6EE}"/>
              </a:ext>
            </a:extLst>
          </p:cNvPr>
          <p:cNvCxnSpPr/>
          <p:nvPr/>
        </p:nvCxnSpPr>
        <p:spPr>
          <a:xfrm>
            <a:off x="303084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0" name="直接连接符 639">
            <a:extLst>
              <a:ext uri="{FF2B5EF4-FFF2-40B4-BE49-F238E27FC236}">
                <a16:creationId xmlns:a16="http://schemas.microsoft.com/office/drawing/2014/main" id="{DAE89B39-9543-282E-893F-AB4918DED154}"/>
              </a:ext>
            </a:extLst>
          </p:cNvPr>
          <p:cNvCxnSpPr/>
          <p:nvPr/>
        </p:nvCxnSpPr>
        <p:spPr>
          <a:xfrm>
            <a:off x="305370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1" name="直接连接符 640">
            <a:extLst>
              <a:ext uri="{FF2B5EF4-FFF2-40B4-BE49-F238E27FC236}">
                <a16:creationId xmlns:a16="http://schemas.microsoft.com/office/drawing/2014/main" id="{EC5208D7-11FC-D224-873A-EC4FA2003697}"/>
              </a:ext>
            </a:extLst>
          </p:cNvPr>
          <p:cNvCxnSpPr/>
          <p:nvPr/>
        </p:nvCxnSpPr>
        <p:spPr>
          <a:xfrm>
            <a:off x="309942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2" name="直接连接符 641">
            <a:extLst>
              <a:ext uri="{FF2B5EF4-FFF2-40B4-BE49-F238E27FC236}">
                <a16:creationId xmlns:a16="http://schemas.microsoft.com/office/drawing/2014/main" id="{77CBA0B6-3488-5ADD-2BF1-7DB113300132}"/>
              </a:ext>
            </a:extLst>
          </p:cNvPr>
          <p:cNvCxnSpPr/>
          <p:nvPr/>
        </p:nvCxnSpPr>
        <p:spPr>
          <a:xfrm>
            <a:off x="312228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3" name="直接连接符 642">
            <a:extLst>
              <a:ext uri="{FF2B5EF4-FFF2-40B4-BE49-F238E27FC236}">
                <a16:creationId xmlns:a16="http://schemas.microsoft.com/office/drawing/2014/main" id="{638AEF3D-A189-BBDC-0A58-44791EFD5882}"/>
              </a:ext>
            </a:extLst>
          </p:cNvPr>
          <p:cNvCxnSpPr/>
          <p:nvPr/>
        </p:nvCxnSpPr>
        <p:spPr>
          <a:xfrm>
            <a:off x="319086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4" name="直接连接符 643">
            <a:extLst>
              <a:ext uri="{FF2B5EF4-FFF2-40B4-BE49-F238E27FC236}">
                <a16:creationId xmlns:a16="http://schemas.microsoft.com/office/drawing/2014/main" id="{5FC8B8A3-CFF0-5EA3-B76D-989A4E4AC700}"/>
              </a:ext>
            </a:extLst>
          </p:cNvPr>
          <p:cNvCxnSpPr/>
          <p:nvPr/>
        </p:nvCxnSpPr>
        <p:spPr>
          <a:xfrm>
            <a:off x="325944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5" name="直接连接符 644">
            <a:extLst>
              <a:ext uri="{FF2B5EF4-FFF2-40B4-BE49-F238E27FC236}">
                <a16:creationId xmlns:a16="http://schemas.microsoft.com/office/drawing/2014/main" id="{7360A393-D263-82C5-BCD3-89F3BC120377}"/>
              </a:ext>
            </a:extLst>
          </p:cNvPr>
          <p:cNvCxnSpPr/>
          <p:nvPr/>
        </p:nvCxnSpPr>
        <p:spPr>
          <a:xfrm>
            <a:off x="3328020" y="3085595"/>
            <a:ext cx="3748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6" name="直接连接符 645">
            <a:extLst>
              <a:ext uri="{FF2B5EF4-FFF2-40B4-BE49-F238E27FC236}">
                <a16:creationId xmlns:a16="http://schemas.microsoft.com/office/drawing/2014/main" id="{B48DC5E6-5E68-91CC-4B06-9D3C0D69C8F2}"/>
              </a:ext>
            </a:extLst>
          </p:cNvPr>
          <p:cNvCxnSpPr/>
          <p:nvPr/>
        </p:nvCxnSpPr>
        <p:spPr>
          <a:xfrm>
            <a:off x="3365500" y="3085595"/>
            <a:ext cx="824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7" name="直接连接符 646">
            <a:extLst>
              <a:ext uri="{FF2B5EF4-FFF2-40B4-BE49-F238E27FC236}">
                <a16:creationId xmlns:a16="http://schemas.microsoft.com/office/drawing/2014/main" id="{DDDC64EA-31AA-F0CB-DD76-741CA0CCFF18}"/>
              </a:ext>
            </a:extLst>
          </p:cNvPr>
          <p:cNvCxnSpPr/>
          <p:nvPr/>
        </p:nvCxnSpPr>
        <p:spPr>
          <a:xfrm>
            <a:off x="337374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8" name="直接连接符 647">
            <a:extLst>
              <a:ext uri="{FF2B5EF4-FFF2-40B4-BE49-F238E27FC236}">
                <a16:creationId xmlns:a16="http://schemas.microsoft.com/office/drawing/2014/main" id="{276FDCE0-8C6F-4B56-D93F-4BAD4F6025BB}"/>
              </a:ext>
            </a:extLst>
          </p:cNvPr>
          <p:cNvCxnSpPr/>
          <p:nvPr/>
        </p:nvCxnSpPr>
        <p:spPr>
          <a:xfrm>
            <a:off x="339660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49" name="直接连接符 648">
            <a:extLst>
              <a:ext uri="{FF2B5EF4-FFF2-40B4-BE49-F238E27FC236}">
                <a16:creationId xmlns:a16="http://schemas.microsoft.com/office/drawing/2014/main" id="{045FA088-3F04-E2AA-E8D5-EA57CC22F2B4}"/>
              </a:ext>
            </a:extLst>
          </p:cNvPr>
          <p:cNvCxnSpPr/>
          <p:nvPr/>
        </p:nvCxnSpPr>
        <p:spPr>
          <a:xfrm>
            <a:off x="346518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0" name="直接连接符 649">
            <a:extLst>
              <a:ext uri="{FF2B5EF4-FFF2-40B4-BE49-F238E27FC236}">
                <a16:creationId xmlns:a16="http://schemas.microsoft.com/office/drawing/2014/main" id="{00CF481C-1836-EAF8-8D0B-3E4F66120523}"/>
              </a:ext>
            </a:extLst>
          </p:cNvPr>
          <p:cNvCxnSpPr/>
          <p:nvPr/>
        </p:nvCxnSpPr>
        <p:spPr>
          <a:xfrm>
            <a:off x="351090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1" name="直接连接符 650">
            <a:extLst>
              <a:ext uri="{FF2B5EF4-FFF2-40B4-BE49-F238E27FC236}">
                <a16:creationId xmlns:a16="http://schemas.microsoft.com/office/drawing/2014/main" id="{ACD0CB92-010E-6135-44D8-7B3DE3B44763}"/>
              </a:ext>
            </a:extLst>
          </p:cNvPr>
          <p:cNvCxnSpPr/>
          <p:nvPr/>
        </p:nvCxnSpPr>
        <p:spPr>
          <a:xfrm>
            <a:off x="353376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2" name="直接连接符 651">
            <a:extLst>
              <a:ext uri="{FF2B5EF4-FFF2-40B4-BE49-F238E27FC236}">
                <a16:creationId xmlns:a16="http://schemas.microsoft.com/office/drawing/2014/main" id="{36DDDBF7-E6BB-2C76-0803-0ED2B8F9D23C}"/>
              </a:ext>
            </a:extLst>
          </p:cNvPr>
          <p:cNvCxnSpPr/>
          <p:nvPr/>
        </p:nvCxnSpPr>
        <p:spPr>
          <a:xfrm>
            <a:off x="357948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3" name="直接连接符 652">
            <a:extLst>
              <a:ext uri="{FF2B5EF4-FFF2-40B4-BE49-F238E27FC236}">
                <a16:creationId xmlns:a16="http://schemas.microsoft.com/office/drawing/2014/main" id="{4A271ACF-5189-7450-2975-1E5396F9D460}"/>
              </a:ext>
            </a:extLst>
          </p:cNvPr>
          <p:cNvCxnSpPr/>
          <p:nvPr/>
        </p:nvCxnSpPr>
        <p:spPr>
          <a:xfrm>
            <a:off x="360234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4" name="直接连接符 653">
            <a:extLst>
              <a:ext uri="{FF2B5EF4-FFF2-40B4-BE49-F238E27FC236}">
                <a16:creationId xmlns:a16="http://schemas.microsoft.com/office/drawing/2014/main" id="{079CD208-7930-9081-2B11-64E2B1B5CA3C}"/>
              </a:ext>
            </a:extLst>
          </p:cNvPr>
          <p:cNvCxnSpPr/>
          <p:nvPr/>
        </p:nvCxnSpPr>
        <p:spPr>
          <a:xfrm>
            <a:off x="364806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5" name="直接连接符 654">
            <a:extLst>
              <a:ext uri="{FF2B5EF4-FFF2-40B4-BE49-F238E27FC236}">
                <a16:creationId xmlns:a16="http://schemas.microsoft.com/office/drawing/2014/main" id="{ADDFFD10-95BA-335C-E0FE-0518EA9C3D69}"/>
              </a:ext>
            </a:extLst>
          </p:cNvPr>
          <p:cNvCxnSpPr/>
          <p:nvPr/>
        </p:nvCxnSpPr>
        <p:spPr>
          <a:xfrm>
            <a:off x="367092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6" name="直接连接符 655">
            <a:extLst>
              <a:ext uri="{FF2B5EF4-FFF2-40B4-BE49-F238E27FC236}">
                <a16:creationId xmlns:a16="http://schemas.microsoft.com/office/drawing/2014/main" id="{87FAD094-D33B-CC0F-2967-6123EEF5F95E}"/>
              </a:ext>
            </a:extLst>
          </p:cNvPr>
          <p:cNvCxnSpPr/>
          <p:nvPr/>
        </p:nvCxnSpPr>
        <p:spPr>
          <a:xfrm>
            <a:off x="371664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7" name="直接连接符 656">
            <a:extLst>
              <a:ext uri="{FF2B5EF4-FFF2-40B4-BE49-F238E27FC236}">
                <a16:creationId xmlns:a16="http://schemas.microsoft.com/office/drawing/2014/main" id="{960BD813-C5F5-D923-B3CE-50452136AAB8}"/>
              </a:ext>
            </a:extLst>
          </p:cNvPr>
          <p:cNvCxnSpPr/>
          <p:nvPr/>
        </p:nvCxnSpPr>
        <p:spPr>
          <a:xfrm>
            <a:off x="373950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8" name="直接连接符 657">
            <a:extLst>
              <a:ext uri="{FF2B5EF4-FFF2-40B4-BE49-F238E27FC236}">
                <a16:creationId xmlns:a16="http://schemas.microsoft.com/office/drawing/2014/main" id="{8D768606-BF78-E9A0-6D2D-4F2FAAE7FDA1}"/>
              </a:ext>
            </a:extLst>
          </p:cNvPr>
          <p:cNvCxnSpPr/>
          <p:nvPr/>
        </p:nvCxnSpPr>
        <p:spPr>
          <a:xfrm>
            <a:off x="378522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59" name="直接连接符 658">
            <a:extLst>
              <a:ext uri="{FF2B5EF4-FFF2-40B4-BE49-F238E27FC236}">
                <a16:creationId xmlns:a16="http://schemas.microsoft.com/office/drawing/2014/main" id="{4026D755-24ED-AD94-5C5E-13B72F2CFCE2}"/>
              </a:ext>
            </a:extLst>
          </p:cNvPr>
          <p:cNvCxnSpPr/>
          <p:nvPr/>
        </p:nvCxnSpPr>
        <p:spPr>
          <a:xfrm>
            <a:off x="380808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0" name="直接连接符 659">
            <a:extLst>
              <a:ext uri="{FF2B5EF4-FFF2-40B4-BE49-F238E27FC236}">
                <a16:creationId xmlns:a16="http://schemas.microsoft.com/office/drawing/2014/main" id="{5B629286-8313-163E-478E-A996301F79C7}"/>
              </a:ext>
            </a:extLst>
          </p:cNvPr>
          <p:cNvCxnSpPr/>
          <p:nvPr/>
        </p:nvCxnSpPr>
        <p:spPr>
          <a:xfrm>
            <a:off x="385380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1" name="直接连接符 660">
            <a:extLst>
              <a:ext uri="{FF2B5EF4-FFF2-40B4-BE49-F238E27FC236}">
                <a16:creationId xmlns:a16="http://schemas.microsoft.com/office/drawing/2014/main" id="{1A79E0FD-7DBE-C5DB-5EBD-9AABE279BF9A}"/>
              </a:ext>
            </a:extLst>
          </p:cNvPr>
          <p:cNvCxnSpPr/>
          <p:nvPr/>
        </p:nvCxnSpPr>
        <p:spPr>
          <a:xfrm>
            <a:off x="387666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2" name="直接连接符 661">
            <a:extLst>
              <a:ext uri="{FF2B5EF4-FFF2-40B4-BE49-F238E27FC236}">
                <a16:creationId xmlns:a16="http://schemas.microsoft.com/office/drawing/2014/main" id="{B723C54E-1304-7387-792B-D63019678443}"/>
              </a:ext>
            </a:extLst>
          </p:cNvPr>
          <p:cNvCxnSpPr/>
          <p:nvPr/>
        </p:nvCxnSpPr>
        <p:spPr>
          <a:xfrm>
            <a:off x="392238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3" name="直接连接符 662">
            <a:extLst>
              <a:ext uri="{FF2B5EF4-FFF2-40B4-BE49-F238E27FC236}">
                <a16:creationId xmlns:a16="http://schemas.microsoft.com/office/drawing/2014/main" id="{B2F9BF5A-9CE6-FCC9-8C08-175A428D798D}"/>
              </a:ext>
            </a:extLst>
          </p:cNvPr>
          <p:cNvCxnSpPr/>
          <p:nvPr/>
        </p:nvCxnSpPr>
        <p:spPr>
          <a:xfrm>
            <a:off x="394524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4" name="直接连接符 663">
            <a:extLst>
              <a:ext uri="{FF2B5EF4-FFF2-40B4-BE49-F238E27FC236}">
                <a16:creationId xmlns:a16="http://schemas.microsoft.com/office/drawing/2014/main" id="{409CF718-2C42-AAFC-2B80-5E0FD4D63108}"/>
              </a:ext>
            </a:extLst>
          </p:cNvPr>
          <p:cNvCxnSpPr/>
          <p:nvPr/>
        </p:nvCxnSpPr>
        <p:spPr>
          <a:xfrm>
            <a:off x="401382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5" name="直接连接符 664">
            <a:extLst>
              <a:ext uri="{FF2B5EF4-FFF2-40B4-BE49-F238E27FC236}">
                <a16:creationId xmlns:a16="http://schemas.microsoft.com/office/drawing/2014/main" id="{35BB6229-C1C7-6261-A592-57AE0BADDC97}"/>
              </a:ext>
            </a:extLst>
          </p:cNvPr>
          <p:cNvCxnSpPr/>
          <p:nvPr/>
        </p:nvCxnSpPr>
        <p:spPr>
          <a:xfrm>
            <a:off x="405954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6" name="直接连接符 665">
            <a:extLst>
              <a:ext uri="{FF2B5EF4-FFF2-40B4-BE49-F238E27FC236}">
                <a16:creationId xmlns:a16="http://schemas.microsoft.com/office/drawing/2014/main" id="{3FE0DEFA-6E7E-49FF-E7E6-49C59EEFAB96}"/>
              </a:ext>
            </a:extLst>
          </p:cNvPr>
          <p:cNvCxnSpPr/>
          <p:nvPr/>
        </p:nvCxnSpPr>
        <p:spPr>
          <a:xfrm>
            <a:off x="4082401" y="3085595"/>
            <a:ext cx="2767"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7" name="直接连接符 666">
            <a:extLst>
              <a:ext uri="{FF2B5EF4-FFF2-40B4-BE49-F238E27FC236}">
                <a16:creationId xmlns:a16="http://schemas.microsoft.com/office/drawing/2014/main" id="{201B96CE-AD21-A498-30F0-CF73A0A9F09D}"/>
              </a:ext>
            </a:extLst>
          </p:cNvPr>
          <p:cNvCxnSpPr/>
          <p:nvPr/>
        </p:nvCxnSpPr>
        <p:spPr>
          <a:xfrm>
            <a:off x="4085168" y="3085595"/>
            <a:ext cx="42953"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8" name="直接连接符 667">
            <a:extLst>
              <a:ext uri="{FF2B5EF4-FFF2-40B4-BE49-F238E27FC236}">
                <a16:creationId xmlns:a16="http://schemas.microsoft.com/office/drawing/2014/main" id="{F7ABB329-BF98-3545-8BC2-12684152C575}"/>
              </a:ext>
            </a:extLst>
          </p:cNvPr>
          <p:cNvCxnSpPr/>
          <p:nvPr/>
        </p:nvCxnSpPr>
        <p:spPr>
          <a:xfrm>
            <a:off x="412812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69" name="直接连接符 668">
            <a:extLst>
              <a:ext uri="{FF2B5EF4-FFF2-40B4-BE49-F238E27FC236}">
                <a16:creationId xmlns:a16="http://schemas.microsoft.com/office/drawing/2014/main" id="{AC6D96CC-86E1-1E10-A090-E09D2F23BD85}"/>
              </a:ext>
            </a:extLst>
          </p:cNvPr>
          <p:cNvCxnSpPr/>
          <p:nvPr/>
        </p:nvCxnSpPr>
        <p:spPr>
          <a:xfrm>
            <a:off x="415098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70" name="直接连接符 669">
            <a:extLst>
              <a:ext uri="{FF2B5EF4-FFF2-40B4-BE49-F238E27FC236}">
                <a16:creationId xmlns:a16="http://schemas.microsoft.com/office/drawing/2014/main" id="{D79059C3-4E79-7835-094E-887B0757FA3C}"/>
              </a:ext>
            </a:extLst>
          </p:cNvPr>
          <p:cNvCxnSpPr/>
          <p:nvPr/>
        </p:nvCxnSpPr>
        <p:spPr>
          <a:xfrm>
            <a:off x="419670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71" name="直接连接符 670">
            <a:extLst>
              <a:ext uri="{FF2B5EF4-FFF2-40B4-BE49-F238E27FC236}">
                <a16:creationId xmlns:a16="http://schemas.microsoft.com/office/drawing/2014/main" id="{D809142F-EEB0-BB8A-BB28-32AADEE39BAE}"/>
              </a:ext>
            </a:extLst>
          </p:cNvPr>
          <p:cNvCxnSpPr/>
          <p:nvPr/>
        </p:nvCxnSpPr>
        <p:spPr>
          <a:xfrm>
            <a:off x="421956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72" name="直接连接符 671">
            <a:extLst>
              <a:ext uri="{FF2B5EF4-FFF2-40B4-BE49-F238E27FC236}">
                <a16:creationId xmlns:a16="http://schemas.microsoft.com/office/drawing/2014/main" id="{F5DA6FFE-E830-963A-09F5-D53B97790FB1}"/>
              </a:ext>
            </a:extLst>
          </p:cNvPr>
          <p:cNvCxnSpPr/>
          <p:nvPr/>
        </p:nvCxnSpPr>
        <p:spPr>
          <a:xfrm>
            <a:off x="428814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73" name="直接连接符 672">
            <a:extLst>
              <a:ext uri="{FF2B5EF4-FFF2-40B4-BE49-F238E27FC236}">
                <a16:creationId xmlns:a16="http://schemas.microsoft.com/office/drawing/2014/main" id="{349487F7-3C37-7BFF-079D-6EF547D7472D}"/>
              </a:ext>
            </a:extLst>
          </p:cNvPr>
          <p:cNvCxnSpPr/>
          <p:nvPr/>
        </p:nvCxnSpPr>
        <p:spPr>
          <a:xfrm>
            <a:off x="4356720" y="3085595"/>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74" name="直接连接符 673">
            <a:extLst>
              <a:ext uri="{FF2B5EF4-FFF2-40B4-BE49-F238E27FC236}">
                <a16:creationId xmlns:a16="http://schemas.microsoft.com/office/drawing/2014/main" id="{3447274E-85E1-7A76-844B-1E25C776CB48}"/>
              </a:ext>
            </a:extLst>
          </p:cNvPr>
          <p:cNvCxnSpPr/>
          <p:nvPr/>
        </p:nvCxnSpPr>
        <p:spPr>
          <a:xfrm>
            <a:off x="4402440" y="3085595"/>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75" name="直接连接符 674">
            <a:extLst>
              <a:ext uri="{FF2B5EF4-FFF2-40B4-BE49-F238E27FC236}">
                <a16:creationId xmlns:a16="http://schemas.microsoft.com/office/drawing/2014/main" id="{338A9B5A-945C-8F86-1688-C61AC81C4E36}"/>
              </a:ext>
            </a:extLst>
          </p:cNvPr>
          <p:cNvCxnSpPr/>
          <p:nvPr/>
        </p:nvCxnSpPr>
        <p:spPr>
          <a:xfrm>
            <a:off x="4425300" y="3085595"/>
            <a:ext cx="1970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sp>
        <p:nvSpPr>
          <p:cNvPr id="676" name="矩形 675">
            <a:extLst>
              <a:ext uri="{FF2B5EF4-FFF2-40B4-BE49-F238E27FC236}">
                <a16:creationId xmlns:a16="http://schemas.microsoft.com/office/drawing/2014/main" id="{6FB6C83C-6D6F-1F6C-0C9A-4FE546E142B8}"/>
              </a:ext>
            </a:extLst>
          </p:cNvPr>
          <p:cNvSpPr/>
          <p:nvPr/>
        </p:nvSpPr>
        <p:spPr>
          <a:xfrm>
            <a:off x="1189674" y="3147937"/>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7" name="矩形 676">
            <a:extLst>
              <a:ext uri="{FF2B5EF4-FFF2-40B4-BE49-F238E27FC236}">
                <a16:creationId xmlns:a16="http://schemas.microsoft.com/office/drawing/2014/main" id="{C85CAD10-2832-8F64-6C91-06390D1B519C}"/>
              </a:ext>
            </a:extLst>
          </p:cNvPr>
          <p:cNvSpPr/>
          <p:nvPr/>
        </p:nvSpPr>
        <p:spPr>
          <a:xfrm>
            <a:off x="1549507" y="3101755"/>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8" name="矩形 677">
            <a:extLst>
              <a:ext uri="{FF2B5EF4-FFF2-40B4-BE49-F238E27FC236}">
                <a16:creationId xmlns:a16="http://schemas.microsoft.com/office/drawing/2014/main" id="{A49E0F6B-ADF8-0AE3-C28D-75A154E4B4A2}"/>
              </a:ext>
            </a:extLst>
          </p:cNvPr>
          <p:cNvSpPr/>
          <p:nvPr/>
        </p:nvSpPr>
        <p:spPr>
          <a:xfrm>
            <a:off x="1909340" y="3068768"/>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9" name="矩形 678">
            <a:extLst>
              <a:ext uri="{FF2B5EF4-FFF2-40B4-BE49-F238E27FC236}">
                <a16:creationId xmlns:a16="http://schemas.microsoft.com/office/drawing/2014/main" id="{2BD66AA8-D2A4-E95E-F6E0-BF5EDDB4A938}"/>
              </a:ext>
            </a:extLst>
          </p:cNvPr>
          <p:cNvSpPr/>
          <p:nvPr/>
        </p:nvSpPr>
        <p:spPr>
          <a:xfrm>
            <a:off x="2269173" y="3068768"/>
            <a:ext cx="33654"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0" name="矩形 679">
            <a:extLst>
              <a:ext uri="{FF2B5EF4-FFF2-40B4-BE49-F238E27FC236}">
                <a16:creationId xmlns:a16="http://schemas.microsoft.com/office/drawing/2014/main" id="{1296B5AA-25AD-FF66-7279-760F2578F668}"/>
              </a:ext>
            </a:extLst>
          </p:cNvPr>
          <p:cNvSpPr/>
          <p:nvPr/>
        </p:nvSpPr>
        <p:spPr>
          <a:xfrm>
            <a:off x="2629007" y="3068768"/>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1" name="矩形 680">
            <a:extLst>
              <a:ext uri="{FF2B5EF4-FFF2-40B4-BE49-F238E27FC236}">
                <a16:creationId xmlns:a16="http://schemas.microsoft.com/office/drawing/2014/main" id="{43481AE7-6531-4E4B-26FC-9C5CCE1294B3}"/>
              </a:ext>
            </a:extLst>
          </p:cNvPr>
          <p:cNvSpPr/>
          <p:nvPr/>
        </p:nvSpPr>
        <p:spPr>
          <a:xfrm>
            <a:off x="2988840" y="3068768"/>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2" name="矩形 681">
            <a:extLst>
              <a:ext uri="{FF2B5EF4-FFF2-40B4-BE49-F238E27FC236}">
                <a16:creationId xmlns:a16="http://schemas.microsoft.com/office/drawing/2014/main" id="{615F37EC-1CF7-4560-31BE-5C9605347052}"/>
              </a:ext>
            </a:extLst>
          </p:cNvPr>
          <p:cNvSpPr/>
          <p:nvPr/>
        </p:nvSpPr>
        <p:spPr>
          <a:xfrm>
            <a:off x="3348673" y="3068768"/>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3" name="矩形 682">
            <a:extLst>
              <a:ext uri="{FF2B5EF4-FFF2-40B4-BE49-F238E27FC236}">
                <a16:creationId xmlns:a16="http://schemas.microsoft.com/office/drawing/2014/main" id="{BD7FC086-6D58-5F32-4F23-4085D7AA4F4C}"/>
              </a:ext>
            </a:extLst>
          </p:cNvPr>
          <p:cNvSpPr/>
          <p:nvPr/>
        </p:nvSpPr>
        <p:spPr>
          <a:xfrm>
            <a:off x="3708507" y="3068768"/>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4" name="矩形 683">
            <a:extLst>
              <a:ext uri="{FF2B5EF4-FFF2-40B4-BE49-F238E27FC236}">
                <a16:creationId xmlns:a16="http://schemas.microsoft.com/office/drawing/2014/main" id="{1CF7350A-B77E-CBDC-4D02-46FBFAFF9A36}"/>
              </a:ext>
            </a:extLst>
          </p:cNvPr>
          <p:cNvSpPr/>
          <p:nvPr/>
        </p:nvSpPr>
        <p:spPr>
          <a:xfrm>
            <a:off x="4068340" y="3068768"/>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5" name="矩形 684">
            <a:extLst>
              <a:ext uri="{FF2B5EF4-FFF2-40B4-BE49-F238E27FC236}">
                <a16:creationId xmlns:a16="http://schemas.microsoft.com/office/drawing/2014/main" id="{09EBFFF7-5601-3EA5-B047-335FDF51C411}"/>
              </a:ext>
            </a:extLst>
          </p:cNvPr>
          <p:cNvSpPr/>
          <p:nvPr/>
        </p:nvSpPr>
        <p:spPr>
          <a:xfrm>
            <a:off x="4428173" y="3068768"/>
            <a:ext cx="33655" cy="3365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6" name="直接连接符 685">
            <a:extLst>
              <a:ext uri="{FF2B5EF4-FFF2-40B4-BE49-F238E27FC236}">
                <a16:creationId xmlns:a16="http://schemas.microsoft.com/office/drawing/2014/main" id="{427F7D3B-F51B-9B96-0021-9BF94D70C1CA}"/>
              </a:ext>
            </a:extLst>
          </p:cNvPr>
          <p:cNvCxnSpPr/>
          <p:nvPr/>
        </p:nvCxnSpPr>
        <p:spPr>
          <a:xfrm flipV="1">
            <a:off x="1206501" y="3177958"/>
            <a:ext cx="359833" cy="26390"/>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687" name="直接连接符 686">
            <a:extLst>
              <a:ext uri="{FF2B5EF4-FFF2-40B4-BE49-F238E27FC236}">
                <a16:creationId xmlns:a16="http://schemas.microsoft.com/office/drawing/2014/main" id="{1BF14E69-DF5F-E9D5-BE25-008A7BEA9F24}"/>
              </a:ext>
            </a:extLst>
          </p:cNvPr>
          <p:cNvCxnSpPr/>
          <p:nvPr/>
        </p:nvCxnSpPr>
        <p:spPr>
          <a:xfrm flipV="1">
            <a:off x="1566333" y="3171362"/>
            <a:ext cx="359834" cy="6597"/>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688" name="直接连接符 687">
            <a:extLst>
              <a:ext uri="{FF2B5EF4-FFF2-40B4-BE49-F238E27FC236}">
                <a16:creationId xmlns:a16="http://schemas.microsoft.com/office/drawing/2014/main" id="{11C661E9-554A-65FB-C1F4-1181D00E603C}"/>
              </a:ext>
            </a:extLst>
          </p:cNvPr>
          <p:cNvCxnSpPr/>
          <p:nvPr/>
        </p:nvCxnSpPr>
        <p:spPr>
          <a:xfrm flipV="1">
            <a:off x="1926168" y="3158167"/>
            <a:ext cx="359833" cy="13195"/>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689" name="直接连接符 688">
            <a:extLst>
              <a:ext uri="{FF2B5EF4-FFF2-40B4-BE49-F238E27FC236}">
                <a16:creationId xmlns:a16="http://schemas.microsoft.com/office/drawing/2014/main" id="{90D6811F-A465-9A54-6639-400DF389C2CC}"/>
              </a:ext>
            </a:extLst>
          </p:cNvPr>
          <p:cNvCxnSpPr/>
          <p:nvPr/>
        </p:nvCxnSpPr>
        <p:spPr>
          <a:xfrm flipV="1">
            <a:off x="2286001" y="3151570"/>
            <a:ext cx="359833" cy="6597"/>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690" name="直接连接符 689">
            <a:extLst>
              <a:ext uri="{FF2B5EF4-FFF2-40B4-BE49-F238E27FC236}">
                <a16:creationId xmlns:a16="http://schemas.microsoft.com/office/drawing/2014/main" id="{DE443C9B-DEFF-AC88-B93C-9B99DCD87402}"/>
              </a:ext>
            </a:extLst>
          </p:cNvPr>
          <p:cNvCxnSpPr/>
          <p:nvPr/>
        </p:nvCxnSpPr>
        <p:spPr>
          <a:xfrm flipV="1">
            <a:off x="2645833" y="3144971"/>
            <a:ext cx="359834" cy="6598"/>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691" name="直接连接符 690">
            <a:extLst>
              <a:ext uri="{FF2B5EF4-FFF2-40B4-BE49-F238E27FC236}">
                <a16:creationId xmlns:a16="http://schemas.microsoft.com/office/drawing/2014/main" id="{AD0274CF-0B3B-22B6-2D29-75AE80232564}"/>
              </a:ext>
            </a:extLst>
          </p:cNvPr>
          <p:cNvCxnSpPr/>
          <p:nvPr/>
        </p:nvCxnSpPr>
        <p:spPr>
          <a:xfrm>
            <a:off x="3005668" y="3144971"/>
            <a:ext cx="359833" cy="0"/>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692" name="直接连接符 691">
            <a:extLst>
              <a:ext uri="{FF2B5EF4-FFF2-40B4-BE49-F238E27FC236}">
                <a16:creationId xmlns:a16="http://schemas.microsoft.com/office/drawing/2014/main" id="{DDEBA6D4-88E6-3127-8751-255D443399BB}"/>
              </a:ext>
            </a:extLst>
          </p:cNvPr>
          <p:cNvCxnSpPr/>
          <p:nvPr/>
        </p:nvCxnSpPr>
        <p:spPr>
          <a:xfrm>
            <a:off x="3365501" y="3144971"/>
            <a:ext cx="359833" cy="0"/>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693" name="直接连接符 692">
            <a:extLst>
              <a:ext uri="{FF2B5EF4-FFF2-40B4-BE49-F238E27FC236}">
                <a16:creationId xmlns:a16="http://schemas.microsoft.com/office/drawing/2014/main" id="{7E4C1338-083E-AFEE-8C36-590B4B61219F}"/>
              </a:ext>
            </a:extLst>
          </p:cNvPr>
          <p:cNvCxnSpPr/>
          <p:nvPr/>
        </p:nvCxnSpPr>
        <p:spPr>
          <a:xfrm>
            <a:off x="3725333" y="3144971"/>
            <a:ext cx="359834" cy="0"/>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694" name="直接连接符 693">
            <a:extLst>
              <a:ext uri="{FF2B5EF4-FFF2-40B4-BE49-F238E27FC236}">
                <a16:creationId xmlns:a16="http://schemas.microsoft.com/office/drawing/2014/main" id="{04786292-9FF5-AA46-F425-D9AA545596FC}"/>
              </a:ext>
            </a:extLst>
          </p:cNvPr>
          <p:cNvCxnSpPr/>
          <p:nvPr/>
        </p:nvCxnSpPr>
        <p:spPr>
          <a:xfrm>
            <a:off x="4085168" y="3144971"/>
            <a:ext cx="359833" cy="0"/>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sp>
        <p:nvSpPr>
          <p:cNvPr id="695" name="菱形 694">
            <a:extLst>
              <a:ext uri="{FF2B5EF4-FFF2-40B4-BE49-F238E27FC236}">
                <a16:creationId xmlns:a16="http://schemas.microsoft.com/office/drawing/2014/main" id="{325F5AAD-C818-756D-4BA5-E8B3DC6084CB}"/>
              </a:ext>
            </a:extLst>
          </p:cNvPr>
          <p:cNvSpPr/>
          <p:nvPr/>
        </p:nvSpPr>
        <p:spPr>
          <a:xfrm>
            <a:off x="1189674" y="3187521"/>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6" name="菱形 695">
            <a:extLst>
              <a:ext uri="{FF2B5EF4-FFF2-40B4-BE49-F238E27FC236}">
                <a16:creationId xmlns:a16="http://schemas.microsoft.com/office/drawing/2014/main" id="{7916864C-CC68-40DE-EDE8-73DC7E163355}"/>
              </a:ext>
            </a:extLst>
          </p:cNvPr>
          <p:cNvSpPr/>
          <p:nvPr/>
        </p:nvSpPr>
        <p:spPr>
          <a:xfrm>
            <a:off x="1549507" y="3161132"/>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7" name="菱形 696">
            <a:extLst>
              <a:ext uri="{FF2B5EF4-FFF2-40B4-BE49-F238E27FC236}">
                <a16:creationId xmlns:a16="http://schemas.microsoft.com/office/drawing/2014/main" id="{BF3A45FF-FDD3-496B-BB10-F278FB8DD4BB}"/>
              </a:ext>
            </a:extLst>
          </p:cNvPr>
          <p:cNvSpPr/>
          <p:nvPr/>
        </p:nvSpPr>
        <p:spPr>
          <a:xfrm>
            <a:off x="1909340" y="3154534"/>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8" name="菱形 697">
            <a:extLst>
              <a:ext uri="{FF2B5EF4-FFF2-40B4-BE49-F238E27FC236}">
                <a16:creationId xmlns:a16="http://schemas.microsoft.com/office/drawing/2014/main" id="{121099E8-2CE2-A8C8-AF52-BFB22CCF3D3A}"/>
              </a:ext>
            </a:extLst>
          </p:cNvPr>
          <p:cNvSpPr/>
          <p:nvPr/>
        </p:nvSpPr>
        <p:spPr>
          <a:xfrm>
            <a:off x="2269173" y="3141340"/>
            <a:ext cx="33654"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9" name="菱形 698">
            <a:extLst>
              <a:ext uri="{FF2B5EF4-FFF2-40B4-BE49-F238E27FC236}">
                <a16:creationId xmlns:a16="http://schemas.microsoft.com/office/drawing/2014/main" id="{24317074-C6F9-A839-A9DF-B948B44E30F4}"/>
              </a:ext>
            </a:extLst>
          </p:cNvPr>
          <p:cNvSpPr/>
          <p:nvPr/>
        </p:nvSpPr>
        <p:spPr>
          <a:xfrm>
            <a:off x="2629007" y="3134742"/>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0" name="菱形 699">
            <a:extLst>
              <a:ext uri="{FF2B5EF4-FFF2-40B4-BE49-F238E27FC236}">
                <a16:creationId xmlns:a16="http://schemas.microsoft.com/office/drawing/2014/main" id="{F5C2DEF5-D7BA-3D92-05B7-FCA4E0453EEB}"/>
              </a:ext>
            </a:extLst>
          </p:cNvPr>
          <p:cNvSpPr/>
          <p:nvPr/>
        </p:nvSpPr>
        <p:spPr>
          <a:xfrm>
            <a:off x="2988840" y="3128145"/>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1" name="菱形 700">
            <a:extLst>
              <a:ext uri="{FF2B5EF4-FFF2-40B4-BE49-F238E27FC236}">
                <a16:creationId xmlns:a16="http://schemas.microsoft.com/office/drawing/2014/main" id="{A7E9F63D-2707-6105-C2A2-6446A2E42A47}"/>
              </a:ext>
            </a:extLst>
          </p:cNvPr>
          <p:cNvSpPr/>
          <p:nvPr/>
        </p:nvSpPr>
        <p:spPr>
          <a:xfrm>
            <a:off x="3348673" y="3128145"/>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2" name="菱形 701">
            <a:extLst>
              <a:ext uri="{FF2B5EF4-FFF2-40B4-BE49-F238E27FC236}">
                <a16:creationId xmlns:a16="http://schemas.microsoft.com/office/drawing/2014/main" id="{253B2657-E3CE-7A71-7AF2-A56B9ACB059E}"/>
              </a:ext>
            </a:extLst>
          </p:cNvPr>
          <p:cNvSpPr/>
          <p:nvPr/>
        </p:nvSpPr>
        <p:spPr>
          <a:xfrm>
            <a:off x="3708507" y="3128145"/>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3" name="菱形 702">
            <a:extLst>
              <a:ext uri="{FF2B5EF4-FFF2-40B4-BE49-F238E27FC236}">
                <a16:creationId xmlns:a16="http://schemas.microsoft.com/office/drawing/2014/main" id="{9199FF47-B9D3-ED99-10F3-3375FE5054B4}"/>
              </a:ext>
            </a:extLst>
          </p:cNvPr>
          <p:cNvSpPr/>
          <p:nvPr/>
        </p:nvSpPr>
        <p:spPr>
          <a:xfrm>
            <a:off x="4068340" y="3128145"/>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4" name="菱形 703">
            <a:extLst>
              <a:ext uri="{FF2B5EF4-FFF2-40B4-BE49-F238E27FC236}">
                <a16:creationId xmlns:a16="http://schemas.microsoft.com/office/drawing/2014/main" id="{8FCD8393-DA93-F893-819C-91F89DC98EAB}"/>
              </a:ext>
            </a:extLst>
          </p:cNvPr>
          <p:cNvSpPr/>
          <p:nvPr/>
        </p:nvSpPr>
        <p:spPr>
          <a:xfrm>
            <a:off x="4428173" y="3128145"/>
            <a:ext cx="33655" cy="33655"/>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5" name="直接连接符 704">
            <a:extLst>
              <a:ext uri="{FF2B5EF4-FFF2-40B4-BE49-F238E27FC236}">
                <a16:creationId xmlns:a16="http://schemas.microsoft.com/office/drawing/2014/main" id="{84519B30-26B1-6216-C3A4-CA9E39F33C79}"/>
              </a:ext>
            </a:extLst>
          </p:cNvPr>
          <p:cNvCxnSpPr/>
          <p:nvPr/>
        </p:nvCxnSpPr>
        <p:spPr>
          <a:xfrm>
            <a:off x="4749800" y="3041491"/>
            <a:ext cx="21590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706" name="椭圆 705">
            <a:extLst>
              <a:ext uri="{FF2B5EF4-FFF2-40B4-BE49-F238E27FC236}">
                <a16:creationId xmlns:a16="http://schemas.microsoft.com/office/drawing/2014/main" id="{8F706813-8370-D713-EB2E-5A93384D5261}"/>
              </a:ext>
            </a:extLst>
          </p:cNvPr>
          <p:cNvSpPr/>
          <p:nvPr/>
        </p:nvSpPr>
        <p:spPr>
          <a:xfrm>
            <a:off x="4841558" y="3025299"/>
            <a:ext cx="32384" cy="3238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7" name="文本框 706">
            <a:extLst>
              <a:ext uri="{FF2B5EF4-FFF2-40B4-BE49-F238E27FC236}">
                <a16:creationId xmlns:a16="http://schemas.microsoft.com/office/drawing/2014/main" id="{B206E4C5-8428-6919-F658-7A0D918E8A8D}"/>
              </a:ext>
            </a:extLst>
          </p:cNvPr>
          <p:cNvSpPr txBox="1"/>
          <p:nvPr/>
        </p:nvSpPr>
        <p:spPr>
          <a:xfrm>
            <a:off x="5041899" y="298434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Find · GT</a:t>
            </a:r>
            <a:endParaRPr lang="zh-CN" altLang="en-US" sz="650">
              <a:solidFill>
                <a:srgbClr val="263746"/>
              </a:solidFill>
              <a:latin typeface="Arial" panose="020B0604020202020204" pitchFamily="34" charset="0"/>
            </a:endParaRPr>
          </a:p>
        </p:txBody>
      </p:sp>
      <p:cxnSp>
        <p:nvCxnSpPr>
          <p:cNvPr id="708" name="直接连接符 707">
            <a:extLst>
              <a:ext uri="{FF2B5EF4-FFF2-40B4-BE49-F238E27FC236}">
                <a16:creationId xmlns:a16="http://schemas.microsoft.com/office/drawing/2014/main" id="{8DC7426A-200D-689C-D9BA-5F2745EC9E39}"/>
              </a:ext>
            </a:extLst>
          </p:cNvPr>
          <p:cNvCxnSpPr/>
          <p:nvPr/>
        </p:nvCxnSpPr>
        <p:spPr>
          <a:xfrm>
            <a:off x="4749800" y="314499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09" name="直接连接符 708">
            <a:extLst>
              <a:ext uri="{FF2B5EF4-FFF2-40B4-BE49-F238E27FC236}">
                <a16:creationId xmlns:a16="http://schemas.microsoft.com/office/drawing/2014/main" id="{CC04FF2B-D8EC-56F8-1221-BCB8F2424560}"/>
              </a:ext>
            </a:extLst>
          </p:cNvPr>
          <p:cNvCxnSpPr/>
          <p:nvPr/>
        </p:nvCxnSpPr>
        <p:spPr>
          <a:xfrm>
            <a:off x="4818380" y="314499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10" name="直接连接符 709">
            <a:extLst>
              <a:ext uri="{FF2B5EF4-FFF2-40B4-BE49-F238E27FC236}">
                <a16:creationId xmlns:a16="http://schemas.microsoft.com/office/drawing/2014/main" id="{77389C79-B764-479D-DBE1-9F35AB620031}"/>
              </a:ext>
            </a:extLst>
          </p:cNvPr>
          <p:cNvCxnSpPr/>
          <p:nvPr/>
        </p:nvCxnSpPr>
        <p:spPr>
          <a:xfrm>
            <a:off x="4864100" y="314499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11" name="直接连接符 710">
            <a:extLst>
              <a:ext uri="{FF2B5EF4-FFF2-40B4-BE49-F238E27FC236}">
                <a16:creationId xmlns:a16="http://schemas.microsoft.com/office/drawing/2014/main" id="{8B27726C-1065-A6BF-1BFC-CCA90CDBA5C3}"/>
              </a:ext>
            </a:extLst>
          </p:cNvPr>
          <p:cNvCxnSpPr/>
          <p:nvPr/>
        </p:nvCxnSpPr>
        <p:spPr>
          <a:xfrm>
            <a:off x="4886960" y="314499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12" name="直接连接符 711">
            <a:extLst>
              <a:ext uri="{FF2B5EF4-FFF2-40B4-BE49-F238E27FC236}">
                <a16:creationId xmlns:a16="http://schemas.microsoft.com/office/drawing/2014/main" id="{7028816E-B6B4-9CC6-FCFF-670CD5D9128C}"/>
              </a:ext>
            </a:extLst>
          </p:cNvPr>
          <p:cNvCxnSpPr/>
          <p:nvPr/>
        </p:nvCxnSpPr>
        <p:spPr>
          <a:xfrm>
            <a:off x="4932680" y="314499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13" name="直接连接符 712">
            <a:extLst>
              <a:ext uri="{FF2B5EF4-FFF2-40B4-BE49-F238E27FC236}">
                <a16:creationId xmlns:a16="http://schemas.microsoft.com/office/drawing/2014/main" id="{3E78AAE0-87F2-F6A8-ED5A-876161AB4E6D}"/>
              </a:ext>
            </a:extLst>
          </p:cNvPr>
          <p:cNvCxnSpPr/>
          <p:nvPr/>
        </p:nvCxnSpPr>
        <p:spPr>
          <a:xfrm>
            <a:off x="4955540" y="3144996"/>
            <a:ext cx="1016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714" name="矩形 713">
            <a:extLst>
              <a:ext uri="{FF2B5EF4-FFF2-40B4-BE49-F238E27FC236}">
                <a16:creationId xmlns:a16="http://schemas.microsoft.com/office/drawing/2014/main" id="{48E79664-C09A-70C1-B202-46965882586E}"/>
              </a:ext>
            </a:extLst>
          </p:cNvPr>
          <p:cNvSpPr/>
          <p:nvPr/>
        </p:nvSpPr>
        <p:spPr>
          <a:xfrm>
            <a:off x="4841558" y="3128804"/>
            <a:ext cx="32384" cy="3238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5" name="文本框 714">
            <a:extLst>
              <a:ext uri="{FF2B5EF4-FFF2-40B4-BE49-F238E27FC236}">
                <a16:creationId xmlns:a16="http://schemas.microsoft.com/office/drawing/2014/main" id="{D020F4D6-6CBE-B001-1F41-EBDFDF8BE42D}"/>
              </a:ext>
            </a:extLst>
          </p:cNvPr>
          <p:cNvSpPr txBox="1"/>
          <p:nvPr/>
        </p:nvSpPr>
        <p:spPr>
          <a:xfrm>
            <a:off x="5041899" y="3087846"/>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Find+Match · GT</a:t>
            </a:r>
            <a:endParaRPr lang="zh-CN" altLang="en-US" sz="650">
              <a:solidFill>
                <a:srgbClr val="263746"/>
              </a:solidFill>
              <a:latin typeface="Arial" panose="020B0604020202020204" pitchFamily="34" charset="0"/>
            </a:endParaRPr>
          </a:p>
        </p:txBody>
      </p:sp>
      <p:cxnSp>
        <p:nvCxnSpPr>
          <p:cNvPr id="716" name="直接连接符 715">
            <a:extLst>
              <a:ext uri="{FF2B5EF4-FFF2-40B4-BE49-F238E27FC236}">
                <a16:creationId xmlns:a16="http://schemas.microsoft.com/office/drawing/2014/main" id="{30808C8B-365A-6C86-AA52-751D655442BF}"/>
              </a:ext>
            </a:extLst>
          </p:cNvPr>
          <p:cNvCxnSpPr/>
          <p:nvPr/>
        </p:nvCxnSpPr>
        <p:spPr>
          <a:xfrm>
            <a:off x="4749800" y="3248501"/>
            <a:ext cx="21590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sp>
        <p:nvSpPr>
          <p:cNvPr id="717" name="椭圆 716">
            <a:extLst>
              <a:ext uri="{FF2B5EF4-FFF2-40B4-BE49-F238E27FC236}">
                <a16:creationId xmlns:a16="http://schemas.microsoft.com/office/drawing/2014/main" id="{67B12CA7-9F60-F5A4-0A18-41075DDE2A4B}"/>
              </a:ext>
            </a:extLst>
          </p:cNvPr>
          <p:cNvSpPr/>
          <p:nvPr/>
        </p:nvSpPr>
        <p:spPr>
          <a:xfrm>
            <a:off x="4841558" y="3232310"/>
            <a:ext cx="32384" cy="32385"/>
          </a:xfrm>
          <a:prstGeom prst="ellipse">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8" name="文本框 717">
            <a:extLst>
              <a:ext uri="{FF2B5EF4-FFF2-40B4-BE49-F238E27FC236}">
                <a16:creationId xmlns:a16="http://schemas.microsoft.com/office/drawing/2014/main" id="{93C5D067-3EAB-100C-3D86-4180F76E8D26}"/>
              </a:ext>
            </a:extLst>
          </p:cNvPr>
          <p:cNvSpPr txBox="1"/>
          <p:nvPr/>
        </p:nvSpPr>
        <p:spPr>
          <a:xfrm>
            <a:off x="5041899" y="319135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Find · CA2</a:t>
            </a:r>
            <a:endParaRPr lang="zh-CN" altLang="en-US" sz="650">
              <a:solidFill>
                <a:srgbClr val="263746"/>
              </a:solidFill>
              <a:latin typeface="Arial" panose="020B0604020202020204" pitchFamily="34" charset="0"/>
            </a:endParaRPr>
          </a:p>
        </p:txBody>
      </p:sp>
      <p:cxnSp>
        <p:nvCxnSpPr>
          <p:cNvPr id="719" name="直接连接符 718">
            <a:extLst>
              <a:ext uri="{FF2B5EF4-FFF2-40B4-BE49-F238E27FC236}">
                <a16:creationId xmlns:a16="http://schemas.microsoft.com/office/drawing/2014/main" id="{04BE5E1B-474E-2ABB-B6FD-5206FD7B9E1F}"/>
              </a:ext>
            </a:extLst>
          </p:cNvPr>
          <p:cNvCxnSpPr/>
          <p:nvPr/>
        </p:nvCxnSpPr>
        <p:spPr>
          <a:xfrm>
            <a:off x="4749800" y="3352006"/>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20" name="直接连接符 719">
            <a:extLst>
              <a:ext uri="{FF2B5EF4-FFF2-40B4-BE49-F238E27FC236}">
                <a16:creationId xmlns:a16="http://schemas.microsoft.com/office/drawing/2014/main" id="{2D84DE40-3CDE-156F-5D28-678925E7B788}"/>
              </a:ext>
            </a:extLst>
          </p:cNvPr>
          <p:cNvCxnSpPr/>
          <p:nvPr/>
        </p:nvCxnSpPr>
        <p:spPr>
          <a:xfrm>
            <a:off x="4818380" y="3352006"/>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21" name="直接连接符 720">
            <a:extLst>
              <a:ext uri="{FF2B5EF4-FFF2-40B4-BE49-F238E27FC236}">
                <a16:creationId xmlns:a16="http://schemas.microsoft.com/office/drawing/2014/main" id="{026DB06C-FD78-98E5-92DD-262768FC525D}"/>
              </a:ext>
            </a:extLst>
          </p:cNvPr>
          <p:cNvCxnSpPr/>
          <p:nvPr/>
        </p:nvCxnSpPr>
        <p:spPr>
          <a:xfrm>
            <a:off x="4864100" y="3352006"/>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22" name="直接连接符 721">
            <a:extLst>
              <a:ext uri="{FF2B5EF4-FFF2-40B4-BE49-F238E27FC236}">
                <a16:creationId xmlns:a16="http://schemas.microsoft.com/office/drawing/2014/main" id="{CEE2AD99-0E6A-A3A5-4695-A2533D4F1CF0}"/>
              </a:ext>
            </a:extLst>
          </p:cNvPr>
          <p:cNvCxnSpPr/>
          <p:nvPr/>
        </p:nvCxnSpPr>
        <p:spPr>
          <a:xfrm>
            <a:off x="4886960" y="3352006"/>
            <a:ext cx="4572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23" name="直接连接符 722">
            <a:extLst>
              <a:ext uri="{FF2B5EF4-FFF2-40B4-BE49-F238E27FC236}">
                <a16:creationId xmlns:a16="http://schemas.microsoft.com/office/drawing/2014/main" id="{BE655DC8-8FD4-9F45-6574-CD84D074223E}"/>
              </a:ext>
            </a:extLst>
          </p:cNvPr>
          <p:cNvCxnSpPr/>
          <p:nvPr/>
        </p:nvCxnSpPr>
        <p:spPr>
          <a:xfrm>
            <a:off x="4932680" y="3352006"/>
            <a:ext cx="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24" name="直接连接符 723">
            <a:extLst>
              <a:ext uri="{FF2B5EF4-FFF2-40B4-BE49-F238E27FC236}">
                <a16:creationId xmlns:a16="http://schemas.microsoft.com/office/drawing/2014/main" id="{1864E552-2446-386C-7213-810304ED97AA}"/>
              </a:ext>
            </a:extLst>
          </p:cNvPr>
          <p:cNvCxnSpPr/>
          <p:nvPr/>
        </p:nvCxnSpPr>
        <p:spPr>
          <a:xfrm>
            <a:off x="4955540" y="3352006"/>
            <a:ext cx="10160" cy="0"/>
          </a:xfrm>
          <a:prstGeom prst="line">
            <a:avLst/>
          </a:prstGeom>
          <a:ln w="11684">
            <a:solidFill>
              <a:srgbClr val="5363AE"/>
            </a:solidFill>
          </a:ln>
        </p:spPr>
        <p:style>
          <a:lnRef idx="1">
            <a:schemeClr val="accent1"/>
          </a:lnRef>
          <a:fillRef idx="0">
            <a:schemeClr val="accent1"/>
          </a:fillRef>
          <a:effectRef idx="0">
            <a:schemeClr val="accent1"/>
          </a:effectRef>
          <a:fontRef idx="minor">
            <a:schemeClr val="tx1"/>
          </a:fontRef>
        </p:style>
      </p:cxnSp>
      <p:sp>
        <p:nvSpPr>
          <p:cNvPr id="725" name="矩形 724">
            <a:extLst>
              <a:ext uri="{FF2B5EF4-FFF2-40B4-BE49-F238E27FC236}">
                <a16:creationId xmlns:a16="http://schemas.microsoft.com/office/drawing/2014/main" id="{5D360898-2432-136F-9F6F-BE7590C035F3}"/>
              </a:ext>
            </a:extLst>
          </p:cNvPr>
          <p:cNvSpPr/>
          <p:nvPr/>
        </p:nvSpPr>
        <p:spPr>
          <a:xfrm>
            <a:off x="4841558" y="3335814"/>
            <a:ext cx="32384" cy="32385"/>
          </a:xfrm>
          <a:prstGeom prst="rect">
            <a:avLst/>
          </a:prstGeom>
          <a:solidFill>
            <a:srgbClr val="5363AE"/>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6" name="文本框 725">
            <a:extLst>
              <a:ext uri="{FF2B5EF4-FFF2-40B4-BE49-F238E27FC236}">
                <a16:creationId xmlns:a16="http://schemas.microsoft.com/office/drawing/2014/main" id="{7A0D566A-8BD5-3FD9-EFF3-507C893E84C6}"/>
              </a:ext>
            </a:extLst>
          </p:cNvPr>
          <p:cNvSpPr txBox="1"/>
          <p:nvPr/>
        </p:nvSpPr>
        <p:spPr>
          <a:xfrm>
            <a:off x="5041899" y="3294856"/>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Find+Match · CA2</a:t>
            </a:r>
            <a:endParaRPr lang="zh-CN" altLang="en-US" sz="650">
              <a:solidFill>
                <a:srgbClr val="263746"/>
              </a:solidFill>
              <a:latin typeface="Arial" panose="020B0604020202020204" pitchFamily="34" charset="0"/>
            </a:endParaRPr>
          </a:p>
        </p:txBody>
      </p:sp>
      <p:cxnSp>
        <p:nvCxnSpPr>
          <p:cNvPr id="727" name="直接连接符 726">
            <a:extLst>
              <a:ext uri="{FF2B5EF4-FFF2-40B4-BE49-F238E27FC236}">
                <a16:creationId xmlns:a16="http://schemas.microsoft.com/office/drawing/2014/main" id="{E1695B94-12DD-F50C-34A5-8D064A085174}"/>
              </a:ext>
            </a:extLst>
          </p:cNvPr>
          <p:cNvCxnSpPr/>
          <p:nvPr/>
        </p:nvCxnSpPr>
        <p:spPr>
          <a:xfrm>
            <a:off x="4749800" y="3455511"/>
            <a:ext cx="215900" cy="0"/>
          </a:xfrm>
          <a:prstGeom prst="line">
            <a:avLst/>
          </a:prstGeom>
          <a:ln w="11684">
            <a:solidFill>
              <a:srgbClr val="858D93"/>
            </a:solidFill>
          </a:ln>
        </p:spPr>
        <p:style>
          <a:lnRef idx="1">
            <a:schemeClr val="accent1"/>
          </a:lnRef>
          <a:fillRef idx="0">
            <a:schemeClr val="accent1"/>
          </a:fillRef>
          <a:effectRef idx="0">
            <a:schemeClr val="accent1"/>
          </a:effectRef>
          <a:fontRef idx="minor">
            <a:schemeClr val="tx1"/>
          </a:fontRef>
        </p:style>
      </p:cxnSp>
      <p:sp>
        <p:nvSpPr>
          <p:cNvPr id="728" name="菱形 727">
            <a:extLst>
              <a:ext uri="{FF2B5EF4-FFF2-40B4-BE49-F238E27FC236}">
                <a16:creationId xmlns:a16="http://schemas.microsoft.com/office/drawing/2014/main" id="{06AA5497-BFDB-6B38-969E-6B47A1AD9CB9}"/>
              </a:ext>
            </a:extLst>
          </p:cNvPr>
          <p:cNvSpPr/>
          <p:nvPr/>
        </p:nvSpPr>
        <p:spPr>
          <a:xfrm>
            <a:off x="4841558" y="3439319"/>
            <a:ext cx="32384" cy="32384"/>
          </a:xfrm>
          <a:prstGeom prst="diamond">
            <a:avLst/>
          </a:prstGeom>
          <a:solidFill>
            <a:srgbClr val="858D9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9" name="文本框 728">
            <a:extLst>
              <a:ext uri="{FF2B5EF4-FFF2-40B4-BE49-F238E27FC236}">
                <a16:creationId xmlns:a16="http://schemas.microsoft.com/office/drawing/2014/main" id="{FBE005C7-E0C9-1643-D212-A8CF8C2489F0}"/>
              </a:ext>
            </a:extLst>
          </p:cNvPr>
          <p:cNvSpPr txBox="1"/>
          <p:nvPr/>
        </p:nvSpPr>
        <p:spPr>
          <a:xfrm>
            <a:off x="5041899" y="339836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Emap2lig-Find</a:t>
            </a:r>
            <a:endParaRPr lang="zh-CN" altLang="en-US" sz="650">
              <a:solidFill>
                <a:srgbClr val="263746"/>
              </a:solidFill>
              <a:latin typeface="Arial" panose="020B0604020202020204" pitchFamily="34" charset="0"/>
            </a:endParaRPr>
          </a:p>
        </p:txBody>
      </p:sp>
      <p:cxnSp>
        <p:nvCxnSpPr>
          <p:cNvPr id="730" name="直接连接符 729">
            <a:extLst>
              <a:ext uri="{FF2B5EF4-FFF2-40B4-BE49-F238E27FC236}">
                <a16:creationId xmlns:a16="http://schemas.microsoft.com/office/drawing/2014/main" id="{3D42B81E-A7B9-0871-6458-9C42F0EA41CC}"/>
              </a:ext>
            </a:extLst>
          </p:cNvPr>
          <p:cNvCxnSpPr/>
          <p:nvPr/>
        </p:nvCxnSpPr>
        <p:spPr>
          <a:xfrm flipV="1">
            <a:off x="1206501" y="4200061"/>
            <a:ext cx="359833" cy="3958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31" name="直接连接符 730">
            <a:extLst>
              <a:ext uri="{FF2B5EF4-FFF2-40B4-BE49-F238E27FC236}">
                <a16:creationId xmlns:a16="http://schemas.microsoft.com/office/drawing/2014/main" id="{438A9D17-8B80-6B47-D7E5-4B040F5C212F}"/>
              </a:ext>
            </a:extLst>
          </p:cNvPr>
          <p:cNvCxnSpPr/>
          <p:nvPr/>
        </p:nvCxnSpPr>
        <p:spPr>
          <a:xfrm flipV="1">
            <a:off x="1566333" y="4193463"/>
            <a:ext cx="359834" cy="659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32" name="直接连接符 731">
            <a:extLst>
              <a:ext uri="{FF2B5EF4-FFF2-40B4-BE49-F238E27FC236}">
                <a16:creationId xmlns:a16="http://schemas.microsoft.com/office/drawing/2014/main" id="{4142FE77-0E42-8BCA-020F-C0C74781DB05}"/>
              </a:ext>
            </a:extLst>
          </p:cNvPr>
          <p:cNvCxnSpPr/>
          <p:nvPr/>
        </p:nvCxnSpPr>
        <p:spPr>
          <a:xfrm>
            <a:off x="1926168" y="4193463"/>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33" name="直接连接符 732">
            <a:extLst>
              <a:ext uri="{FF2B5EF4-FFF2-40B4-BE49-F238E27FC236}">
                <a16:creationId xmlns:a16="http://schemas.microsoft.com/office/drawing/2014/main" id="{3FD10C80-47E5-2ABC-FE67-AC8CC3D50915}"/>
              </a:ext>
            </a:extLst>
          </p:cNvPr>
          <p:cNvCxnSpPr/>
          <p:nvPr/>
        </p:nvCxnSpPr>
        <p:spPr>
          <a:xfrm>
            <a:off x="2286001" y="4193463"/>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34" name="直接连接符 733">
            <a:extLst>
              <a:ext uri="{FF2B5EF4-FFF2-40B4-BE49-F238E27FC236}">
                <a16:creationId xmlns:a16="http://schemas.microsoft.com/office/drawing/2014/main" id="{C96190EF-295E-1A06-0FF6-A74D6331A6ED}"/>
              </a:ext>
            </a:extLst>
          </p:cNvPr>
          <p:cNvCxnSpPr/>
          <p:nvPr/>
        </p:nvCxnSpPr>
        <p:spPr>
          <a:xfrm>
            <a:off x="2645833" y="4193463"/>
            <a:ext cx="35983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35" name="直接连接符 734">
            <a:extLst>
              <a:ext uri="{FF2B5EF4-FFF2-40B4-BE49-F238E27FC236}">
                <a16:creationId xmlns:a16="http://schemas.microsoft.com/office/drawing/2014/main" id="{B5986112-7B4C-DF0E-F75D-1C827E1F106E}"/>
              </a:ext>
            </a:extLst>
          </p:cNvPr>
          <p:cNvCxnSpPr/>
          <p:nvPr/>
        </p:nvCxnSpPr>
        <p:spPr>
          <a:xfrm>
            <a:off x="3005668" y="4193463"/>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36" name="直接连接符 735">
            <a:extLst>
              <a:ext uri="{FF2B5EF4-FFF2-40B4-BE49-F238E27FC236}">
                <a16:creationId xmlns:a16="http://schemas.microsoft.com/office/drawing/2014/main" id="{E1A84486-A738-CB6E-A73F-670349992BCE}"/>
              </a:ext>
            </a:extLst>
          </p:cNvPr>
          <p:cNvCxnSpPr/>
          <p:nvPr/>
        </p:nvCxnSpPr>
        <p:spPr>
          <a:xfrm>
            <a:off x="3365501" y="4193463"/>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37" name="直接连接符 736">
            <a:extLst>
              <a:ext uri="{FF2B5EF4-FFF2-40B4-BE49-F238E27FC236}">
                <a16:creationId xmlns:a16="http://schemas.microsoft.com/office/drawing/2014/main" id="{62CC513A-466A-4648-0611-F36503D65F68}"/>
              </a:ext>
            </a:extLst>
          </p:cNvPr>
          <p:cNvCxnSpPr/>
          <p:nvPr/>
        </p:nvCxnSpPr>
        <p:spPr>
          <a:xfrm>
            <a:off x="3725333" y="4193463"/>
            <a:ext cx="35983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38" name="直接连接符 737">
            <a:extLst>
              <a:ext uri="{FF2B5EF4-FFF2-40B4-BE49-F238E27FC236}">
                <a16:creationId xmlns:a16="http://schemas.microsoft.com/office/drawing/2014/main" id="{31BFA708-B5EC-F0AB-EA5D-7CCF99EDD116}"/>
              </a:ext>
            </a:extLst>
          </p:cNvPr>
          <p:cNvCxnSpPr/>
          <p:nvPr/>
        </p:nvCxnSpPr>
        <p:spPr>
          <a:xfrm>
            <a:off x="4085168" y="4193463"/>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739" name="椭圆 738">
            <a:extLst>
              <a:ext uri="{FF2B5EF4-FFF2-40B4-BE49-F238E27FC236}">
                <a16:creationId xmlns:a16="http://schemas.microsoft.com/office/drawing/2014/main" id="{A34884F0-A890-478A-D990-E12762F31387}"/>
              </a:ext>
            </a:extLst>
          </p:cNvPr>
          <p:cNvSpPr/>
          <p:nvPr/>
        </p:nvSpPr>
        <p:spPr>
          <a:xfrm>
            <a:off x="1189674" y="4222819"/>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0" name="椭圆 739">
            <a:extLst>
              <a:ext uri="{FF2B5EF4-FFF2-40B4-BE49-F238E27FC236}">
                <a16:creationId xmlns:a16="http://schemas.microsoft.com/office/drawing/2014/main" id="{5C7173D4-9FBC-483A-FB1D-59D3177AB307}"/>
              </a:ext>
            </a:extLst>
          </p:cNvPr>
          <p:cNvSpPr/>
          <p:nvPr/>
        </p:nvSpPr>
        <p:spPr>
          <a:xfrm>
            <a:off x="1549507" y="418323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1" name="椭圆 740">
            <a:extLst>
              <a:ext uri="{FF2B5EF4-FFF2-40B4-BE49-F238E27FC236}">
                <a16:creationId xmlns:a16="http://schemas.microsoft.com/office/drawing/2014/main" id="{0CA56AC9-8237-DAEC-78F0-FA840D0BCCF5}"/>
              </a:ext>
            </a:extLst>
          </p:cNvPr>
          <p:cNvSpPr/>
          <p:nvPr/>
        </p:nvSpPr>
        <p:spPr>
          <a:xfrm>
            <a:off x="1909340" y="4176637"/>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2" name="椭圆 741">
            <a:extLst>
              <a:ext uri="{FF2B5EF4-FFF2-40B4-BE49-F238E27FC236}">
                <a16:creationId xmlns:a16="http://schemas.microsoft.com/office/drawing/2014/main" id="{A45138C0-4946-782C-845C-E9B2897BED88}"/>
              </a:ext>
            </a:extLst>
          </p:cNvPr>
          <p:cNvSpPr/>
          <p:nvPr/>
        </p:nvSpPr>
        <p:spPr>
          <a:xfrm>
            <a:off x="2269173" y="4176637"/>
            <a:ext cx="33654"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3" name="椭圆 742">
            <a:extLst>
              <a:ext uri="{FF2B5EF4-FFF2-40B4-BE49-F238E27FC236}">
                <a16:creationId xmlns:a16="http://schemas.microsoft.com/office/drawing/2014/main" id="{2D97ABE2-1679-6BC7-4AD0-E3348AE98F5C}"/>
              </a:ext>
            </a:extLst>
          </p:cNvPr>
          <p:cNvSpPr/>
          <p:nvPr/>
        </p:nvSpPr>
        <p:spPr>
          <a:xfrm>
            <a:off x="2629007" y="4176637"/>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4" name="椭圆 743">
            <a:extLst>
              <a:ext uri="{FF2B5EF4-FFF2-40B4-BE49-F238E27FC236}">
                <a16:creationId xmlns:a16="http://schemas.microsoft.com/office/drawing/2014/main" id="{B738E849-5ADE-7D3A-3502-7998CC84329D}"/>
              </a:ext>
            </a:extLst>
          </p:cNvPr>
          <p:cNvSpPr/>
          <p:nvPr/>
        </p:nvSpPr>
        <p:spPr>
          <a:xfrm>
            <a:off x="2988840" y="4176637"/>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5" name="椭圆 744">
            <a:extLst>
              <a:ext uri="{FF2B5EF4-FFF2-40B4-BE49-F238E27FC236}">
                <a16:creationId xmlns:a16="http://schemas.microsoft.com/office/drawing/2014/main" id="{B438C502-755E-5613-85A6-1808C4D52B2A}"/>
              </a:ext>
            </a:extLst>
          </p:cNvPr>
          <p:cNvSpPr/>
          <p:nvPr/>
        </p:nvSpPr>
        <p:spPr>
          <a:xfrm>
            <a:off x="3348673" y="4176637"/>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6" name="椭圆 745">
            <a:extLst>
              <a:ext uri="{FF2B5EF4-FFF2-40B4-BE49-F238E27FC236}">
                <a16:creationId xmlns:a16="http://schemas.microsoft.com/office/drawing/2014/main" id="{E6BE3608-A76B-54CB-9C5C-4A6CC3333B42}"/>
              </a:ext>
            </a:extLst>
          </p:cNvPr>
          <p:cNvSpPr/>
          <p:nvPr/>
        </p:nvSpPr>
        <p:spPr>
          <a:xfrm>
            <a:off x="3708507" y="4176637"/>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7" name="椭圆 746">
            <a:extLst>
              <a:ext uri="{FF2B5EF4-FFF2-40B4-BE49-F238E27FC236}">
                <a16:creationId xmlns:a16="http://schemas.microsoft.com/office/drawing/2014/main" id="{8C96EB5C-89B6-A782-939B-3A7DBE71E60B}"/>
              </a:ext>
            </a:extLst>
          </p:cNvPr>
          <p:cNvSpPr/>
          <p:nvPr/>
        </p:nvSpPr>
        <p:spPr>
          <a:xfrm>
            <a:off x="4068340" y="4176637"/>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8" name="椭圆 747">
            <a:extLst>
              <a:ext uri="{FF2B5EF4-FFF2-40B4-BE49-F238E27FC236}">
                <a16:creationId xmlns:a16="http://schemas.microsoft.com/office/drawing/2014/main" id="{4E9B1DDA-0EEB-5E4C-5FD6-1C03E29ED00F}"/>
              </a:ext>
            </a:extLst>
          </p:cNvPr>
          <p:cNvSpPr/>
          <p:nvPr/>
        </p:nvSpPr>
        <p:spPr>
          <a:xfrm>
            <a:off x="4428173" y="4176637"/>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49" name="直接连接符 748">
            <a:extLst>
              <a:ext uri="{FF2B5EF4-FFF2-40B4-BE49-F238E27FC236}">
                <a16:creationId xmlns:a16="http://schemas.microsoft.com/office/drawing/2014/main" id="{F29E0444-43FB-30BE-DA10-E54B8AFAC70C}"/>
              </a:ext>
            </a:extLst>
          </p:cNvPr>
          <p:cNvCxnSpPr/>
          <p:nvPr/>
        </p:nvCxnSpPr>
        <p:spPr>
          <a:xfrm flipV="1">
            <a:off x="1206501" y="4173671"/>
            <a:ext cx="359833" cy="2639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750" name="直接连接符 749">
            <a:extLst>
              <a:ext uri="{FF2B5EF4-FFF2-40B4-BE49-F238E27FC236}">
                <a16:creationId xmlns:a16="http://schemas.microsoft.com/office/drawing/2014/main" id="{C6D3C1A7-481C-6F11-714F-82B4847B33BA}"/>
              </a:ext>
            </a:extLst>
          </p:cNvPr>
          <p:cNvCxnSpPr/>
          <p:nvPr/>
        </p:nvCxnSpPr>
        <p:spPr>
          <a:xfrm flipV="1">
            <a:off x="1566333" y="4167075"/>
            <a:ext cx="359834" cy="6597"/>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751" name="直接连接符 750">
            <a:extLst>
              <a:ext uri="{FF2B5EF4-FFF2-40B4-BE49-F238E27FC236}">
                <a16:creationId xmlns:a16="http://schemas.microsoft.com/office/drawing/2014/main" id="{AA5D281F-25B8-2EAD-2CA5-AF5D80EC5804}"/>
              </a:ext>
            </a:extLst>
          </p:cNvPr>
          <p:cNvCxnSpPr/>
          <p:nvPr/>
        </p:nvCxnSpPr>
        <p:spPr>
          <a:xfrm>
            <a:off x="1926168" y="4167074"/>
            <a:ext cx="35983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752" name="直接连接符 751">
            <a:extLst>
              <a:ext uri="{FF2B5EF4-FFF2-40B4-BE49-F238E27FC236}">
                <a16:creationId xmlns:a16="http://schemas.microsoft.com/office/drawing/2014/main" id="{E23FA923-2146-82BC-DB0B-1662B11908FA}"/>
              </a:ext>
            </a:extLst>
          </p:cNvPr>
          <p:cNvCxnSpPr/>
          <p:nvPr/>
        </p:nvCxnSpPr>
        <p:spPr>
          <a:xfrm>
            <a:off x="2286001" y="4167074"/>
            <a:ext cx="35983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753" name="直接连接符 752">
            <a:extLst>
              <a:ext uri="{FF2B5EF4-FFF2-40B4-BE49-F238E27FC236}">
                <a16:creationId xmlns:a16="http://schemas.microsoft.com/office/drawing/2014/main" id="{E1BB7DFF-34CB-E00C-F781-8A184196CB84}"/>
              </a:ext>
            </a:extLst>
          </p:cNvPr>
          <p:cNvCxnSpPr/>
          <p:nvPr/>
        </p:nvCxnSpPr>
        <p:spPr>
          <a:xfrm>
            <a:off x="2645833" y="4167074"/>
            <a:ext cx="359834"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754" name="直接连接符 753">
            <a:extLst>
              <a:ext uri="{FF2B5EF4-FFF2-40B4-BE49-F238E27FC236}">
                <a16:creationId xmlns:a16="http://schemas.microsoft.com/office/drawing/2014/main" id="{B5CDF178-EC78-144B-377E-35BE7A19E83C}"/>
              </a:ext>
            </a:extLst>
          </p:cNvPr>
          <p:cNvCxnSpPr/>
          <p:nvPr/>
        </p:nvCxnSpPr>
        <p:spPr>
          <a:xfrm>
            <a:off x="3005668" y="4167074"/>
            <a:ext cx="35983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755" name="直接连接符 754">
            <a:extLst>
              <a:ext uri="{FF2B5EF4-FFF2-40B4-BE49-F238E27FC236}">
                <a16:creationId xmlns:a16="http://schemas.microsoft.com/office/drawing/2014/main" id="{5759CF56-CD71-A349-AE96-A9008F68A446}"/>
              </a:ext>
            </a:extLst>
          </p:cNvPr>
          <p:cNvCxnSpPr/>
          <p:nvPr/>
        </p:nvCxnSpPr>
        <p:spPr>
          <a:xfrm>
            <a:off x="3365501" y="4167074"/>
            <a:ext cx="35983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756" name="直接连接符 755">
            <a:extLst>
              <a:ext uri="{FF2B5EF4-FFF2-40B4-BE49-F238E27FC236}">
                <a16:creationId xmlns:a16="http://schemas.microsoft.com/office/drawing/2014/main" id="{1E1E3C51-8F02-865E-9B21-00A7215FC734}"/>
              </a:ext>
            </a:extLst>
          </p:cNvPr>
          <p:cNvCxnSpPr/>
          <p:nvPr/>
        </p:nvCxnSpPr>
        <p:spPr>
          <a:xfrm>
            <a:off x="3725333" y="4167074"/>
            <a:ext cx="359834"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757" name="直接连接符 756">
            <a:extLst>
              <a:ext uri="{FF2B5EF4-FFF2-40B4-BE49-F238E27FC236}">
                <a16:creationId xmlns:a16="http://schemas.microsoft.com/office/drawing/2014/main" id="{4CA2F23B-E4BF-2C92-A4C5-E61C904A35C9}"/>
              </a:ext>
            </a:extLst>
          </p:cNvPr>
          <p:cNvCxnSpPr/>
          <p:nvPr/>
        </p:nvCxnSpPr>
        <p:spPr>
          <a:xfrm>
            <a:off x="4085168" y="4167074"/>
            <a:ext cx="35983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sp>
        <p:nvSpPr>
          <p:cNvPr id="758" name="椭圆 757">
            <a:extLst>
              <a:ext uri="{FF2B5EF4-FFF2-40B4-BE49-F238E27FC236}">
                <a16:creationId xmlns:a16="http://schemas.microsoft.com/office/drawing/2014/main" id="{F210E908-23DC-2BF3-D9B0-D101733CCDE9}"/>
              </a:ext>
            </a:extLst>
          </p:cNvPr>
          <p:cNvSpPr/>
          <p:nvPr/>
        </p:nvSpPr>
        <p:spPr>
          <a:xfrm>
            <a:off x="1189674" y="4183234"/>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9" name="椭圆 758">
            <a:extLst>
              <a:ext uri="{FF2B5EF4-FFF2-40B4-BE49-F238E27FC236}">
                <a16:creationId xmlns:a16="http://schemas.microsoft.com/office/drawing/2014/main" id="{BE2FC590-1FDD-A2F7-74BF-CBC24926D6CB}"/>
              </a:ext>
            </a:extLst>
          </p:cNvPr>
          <p:cNvSpPr/>
          <p:nvPr/>
        </p:nvSpPr>
        <p:spPr>
          <a:xfrm>
            <a:off x="1549507" y="4156845"/>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0" name="椭圆 759">
            <a:extLst>
              <a:ext uri="{FF2B5EF4-FFF2-40B4-BE49-F238E27FC236}">
                <a16:creationId xmlns:a16="http://schemas.microsoft.com/office/drawing/2014/main" id="{EF5A2965-EB16-D602-DCBF-790C38529F96}"/>
              </a:ext>
            </a:extLst>
          </p:cNvPr>
          <p:cNvSpPr/>
          <p:nvPr/>
        </p:nvSpPr>
        <p:spPr>
          <a:xfrm>
            <a:off x="1909340" y="4150247"/>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1" name="椭圆 760">
            <a:extLst>
              <a:ext uri="{FF2B5EF4-FFF2-40B4-BE49-F238E27FC236}">
                <a16:creationId xmlns:a16="http://schemas.microsoft.com/office/drawing/2014/main" id="{E3CB94C3-7D0E-847D-8B01-45642FE72CD5}"/>
              </a:ext>
            </a:extLst>
          </p:cNvPr>
          <p:cNvSpPr/>
          <p:nvPr/>
        </p:nvSpPr>
        <p:spPr>
          <a:xfrm>
            <a:off x="2269173" y="4150247"/>
            <a:ext cx="33654"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2" name="椭圆 761">
            <a:extLst>
              <a:ext uri="{FF2B5EF4-FFF2-40B4-BE49-F238E27FC236}">
                <a16:creationId xmlns:a16="http://schemas.microsoft.com/office/drawing/2014/main" id="{06651AE5-8A2D-9A3A-6D5B-D4723DFB711B}"/>
              </a:ext>
            </a:extLst>
          </p:cNvPr>
          <p:cNvSpPr/>
          <p:nvPr/>
        </p:nvSpPr>
        <p:spPr>
          <a:xfrm>
            <a:off x="2629007" y="4150247"/>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3" name="椭圆 762">
            <a:extLst>
              <a:ext uri="{FF2B5EF4-FFF2-40B4-BE49-F238E27FC236}">
                <a16:creationId xmlns:a16="http://schemas.microsoft.com/office/drawing/2014/main" id="{6ACEDA83-4F2D-6F84-8837-2BA7DF4F7D1F}"/>
              </a:ext>
            </a:extLst>
          </p:cNvPr>
          <p:cNvSpPr/>
          <p:nvPr/>
        </p:nvSpPr>
        <p:spPr>
          <a:xfrm>
            <a:off x="2988840" y="4150247"/>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4" name="椭圆 763">
            <a:extLst>
              <a:ext uri="{FF2B5EF4-FFF2-40B4-BE49-F238E27FC236}">
                <a16:creationId xmlns:a16="http://schemas.microsoft.com/office/drawing/2014/main" id="{812E02E1-F1ED-3541-DE7F-9153BDFD303A}"/>
              </a:ext>
            </a:extLst>
          </p:cNvPr>
          <p:cNvSpPr/>
          <p:nvPr/>
        </p:nvSpPr>
        <p:spPr>
          <a:xfrm>
            <a:off x="3348673" y="4150247"/>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5" name="椭圆 764">
            <a:extLst>
              <a:ext uri="{FF2B5EF4-FFF2-40B4-BE49-F238E27FC236}">
                <a16:creationId xmlns:a16="http://schemas.microsoft.com/office/drawing/2014/main" id="{48D0966B-D26E-7873-1A4A-AF624B864F04}"/>
              </a:ext>
            </a:extLst>
          </p:cNvPr>
          <p:cNvSpPr/>
          <p:nvPr/>
        </p:nvSpPr>
        <p:spPr>
          <a:xfrm>
            <a:off x="3708507" y="4150247"/>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6" name="椭圆 765">
            <a:extLst>
              <a:ext uri="{FF2B5EF4-FFF2-40B4-BE49-F238E27FC236}">
                <a16:creationId xmlns:a16="http://schemas.microsoft.com/office/drawing/2014/main" id="{26FFF3F5-06DC-4737-1C9D-86811C6C1AA5}"/>
              </a:ext>
            </a:extLst>
          </p:cNvPr>
          <p:cNvSpPr/>
          <p:nvPr/>
        </p:nvSpPr>
        <p:spPr>
          <a:xfrm>
            <a:off x="4068340" y="4150247"/>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7" name="椭圆 766">
            <a:extLst>
              <a:ext uri="{FF2B5EF4-FFF2-40B4-BE49-F238E27FC236}">
                <a16:creationId xmlns:a16="http://schemas.microsoft.com/office/drawing/2014/main" id="{2DAF2188-7664-AB25-379F-361BCB069828}"/>
              </a:ext>
            </a:extLst>
          </p:cNvPr>
          <p:cNvSpPr/>
          <p:nvPr/>
        </p:nvSpPr>
        <p:spPr>
          <a:xfrm>
            <a:off x="4428173" y="4150247"/>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68" name="直接连接符 767">
            <a:extLst>
              <a:ext uri="{FF2B5EF4-FFF2-40B4-BE49-F238E27FC236}">
                <a16:creationId xmlns:a16="http://schemas.microsoft.com/office/drawing/2014/main" id="{EC7694CD-1927-152F-8114-00E03DFE02AC}"/>
              </a:ext>
            </a:extLst>
          </p:cNvPr>
          <p:cNvCxnSpPr/>
          <p:nvPr/>
        </p:nvCxnSpPr>
        <p:spPr>
          <a:xfrm flipV="1">
            <a:off x="1206501" y="4185192"/>
            <a:ext cx="45689" cy="16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69" name="直接连接符 768">
            <a:extLst>
              <a:ext uri="{FF2B5EF4-FFF2-40B4-BE49-F238E27FC236}">
                <a16:creationId xmlns:a16="http://schemas.microsoft.com/office/drawing/2014/main" id="{CC60A24E-DEBE-4106-E215-1EC82C21DCA8}"/>
              </a:ext>
            </a:extLst>
          </p:cNvPr>
          <p:cNvCxnSpPr/>
          <p:nvPr/>
        </p:nvCxnSpPr>
        <p:spPr>
          <a:xfrm flipV="1">
            <a:off x="1275035" y="4182679"/>
            <a:ext cx="45689" cy="16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0" name="直接连接符 769">
            <a:extLst>
              <a:ext uri="{FF2B5EF4-FFF2-40B4-BE49-F238E27FC236}">
                <a16:creationId xmlns:a16="http://schemas.microsoft.com/office/drawing/2014/main" id="{CF70E034-EE68-2864-3A52-DD7079429910}"/>
              </a:ext>
            </a:extLst>
          </p:cNvPr>
          <p:cNvCxnSpPr/>
          <p:nvPr/>
        </p:nvCxnSpPr>
        <p:spPr>
          <a:xfrm>
            <a:off x="1320723" y="4182678"/>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1" name="直接连接符 770">
            <a:extLst>
              <a:ext uri="{FF2B5EF4-FFF2-40B4-BE49-F238E27FC236}">
                <a16:creationId xmlns:a16="http://schemas.microsoft.com/office/drawing/2014/main" id="{BF4FF102-0A26-4D5E-4B2E-65729985B3D5}"/>
              </a:ext>
            </a:extLst>
          </p:cNvPr>
          <p:cNvCxnSpPr/>
          <p:nvPr/>
        </p:nvCxnSpPr>
        <p:spPr>
          <a:xfrm flipV="1">
            <a:off x="1343569" y="4180164"/>
            <a:ext cx="45689" cy="1676"/>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2" name="直接连接符 771">
            <a:extLst>
              <a:ext uri="{FF2B5EF4-FFF2-40B4-BE49-F238E27FC236}">
                <a16:creationId xmlns:a16="http://schemas.microsoft.com/office/drawing/2014/main" id="{1FC9BCA4-F735-3800-8926-1C270320D038}"/>
              </a:ext>
            </a:extLst>
          </p:cNvPr>
          <p:cNvCxnSpPr/>
          <p:nvPr/>
        </p:nvCxnSpPr>
        <p:spPr>
          <a:xfrm>
            <a:off x="1389257" y="4180164"/>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3" name="直接连接符 772">
            <a:extLst>
              <a:ext uri="{FF2B5EF4-FFF2-40B4-BE49-F238E27FC236}">
                <a16:creationId xmlns:a16="http://schemas.microsoft.com/office/drawing/2014/main" id="{7B8FE3C1-BB7C-43A1-04C4-19DD106595A4}"/>
              </a:ext>
            </a:extLst>
          </p:cNvPr>
          <p:cNvCxnSpPr/>
          <p:nvPr/>
        </p:nvCxnSpPr>
        <p:spPr>
          <a:xfrm flipV="1">
            <a:off x="1412103" y="4177651"/>
            <a:ext cx="45689" cy="1676"/>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4" name="直接连接符 773">
            <a:extLst>
              <a:ext uri="{FF2B5EF4-FFF2-40B4-BE49-F238E27FC236}">
                <a16:creationId xmlns:a16="http://schemas.microsoft.com/office/drawing/2014/main" id="{2DF56770-01FD-372B-E93A-324F517C5D6D}"/>
              </a:ext>
            </a:extLst>
          </p:cNvPr>
          <p:cNvCxnSpPr/>
          <p:nvPr/>
        </p:nvCxnSpPr>
        <p:spPr>
          <a:xfrm>
            <a:off x="1457791" y="417765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5" name="直接连接符 774">
            <a:extLst>
              <a:ext uri="{FF2B5EF4-FFF2-40B4-BE49-F238E27FC236}">
                <a16:creationId xmlns:a16="http://schemas.microsoft.com/office/drawing/2014/main" id="{92A51C49-56CA-7597-C783-BBC2211DAC12}"/>
              </a:ext>
            </a:extLst>
          </p:cNvPr>
          <p:cNvCxnSpPr/>
          <p:nvPr/>
        </p:nvCxnSpPr>
        <p:spPr>
          <a:xfrm flipV="1">
            <a:off x="1480637" y="4175138"/>
            <a:ext cx="45689" cy="1676"/>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6" name="直接连接符 775">
            <a:extLst>
              <a:ext uri="{FF2B5EF4-FFF2-40B4-BE49-F238E27FC236}">
                <a16:creationId xmlns:a16="http://schemas.microsoft.com/office/drawing/2014/main" id="{2E0BB6D0-A2F4-F2AB-C94B-49A714A8E4B5}"/>
              </a:ext>
            </a:extLst>
          </p:cNvPr>
          <p:cNvCxnSpPr/>
          <p:nvPr/>
        </p:nvCxnSpPr>
        <p:spPr>
          <a:xfrm flipV="1">
            <a:off x="1549171" y="4173671"/>
            <a:ext cx="17163" cy="63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7" name="直接连接符 776">
            <a:extLst>
              <a:ext uri="{FF2B5EF4-FFF2-40B4-BE49-F238E27FC236}">
                <a16:creationId xmlns:a16="http://schemas.microsoft.com/office/drawing/2014/main" id="{945DB927-8D95-AC93-FB09-C31C552F08AB}"/>
              </a:ext>
            </a:extLst>
          </p:cNvPr>
          <p:cNvCxnSpPr/>
          <p:nvPr/>
        </p:nvCxnSpPr>
        <p:spPr>
          <a:xfrm flipV="1">
            <a:off x="1566333" y="4172625"/>
            <a:ext cx="28526" cy="1046"/>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8" name="直接连接符 777">
            <a:extLst>
              <a:ext uri="{FF2B5EF4-FFF2-40B4-BE49-F238E27FC236}">
                <a16:creationId xmlns:a16="http://schemas.microsoft.com/office/drawing/2014/main" id="{1CBF1B78-957C-9C3A-4802-EF9577898485}"/>
              </a:ext>
            </a:extLst>
          </p:cNvPr>
          <p:cNvCxnSpPr/>
          <p:nvPr/>
        </p:nvCxnSpPr>
        <p:spPr>
          <a:xfrm>
            <a:off x="1594859" y="417262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79" name="直接连接符 778">
            <a:extLst>
              <a:ext uri="{FF2B5EF4-FFF2-40B4-BE49-F238E27FC236}">
                <a16:creationId xmlns:a16="http://schemas.microsoft.com/office/drawing/2014/main" id="{D33465D1-F3C8-39AD-4C52-F7F72023A574}"/>
              </a:ext>
            </a:extLst>
          </p:cNvPr>
          <p:cNvCxnSpPr/>
          <p:nvPr/>
        </p:nvCxnSpPr>
        <p:spPr>
          <a:xfrm flipV="1">
            <a:off x="1617705" y="4170112"/>
            <a:ext cx="45689" cy="1676"/>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0" name="直接连接符 779">
            <a:extLst>
              <a:ext uri="{FF2B5EF4-FFF2-40B4-BE49-F238E27FC236}">
                <a16:creationId xmlns:a16="http://schemas.microsoft.com/office/drawing/2014/main" id="{EE1FE93C-D62C-F718-DD08-1244AF655658}"/>
              </a:ext>
            </a:extLst>
          </p:cNvPr>
          <p:cNvCxnSpPr/>
          <p:nvPr/>
        </p:nvCxnSpPr>
        <p:spPr>
          <a:xfrm>
            <a:off x="1663393" y="417011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1" name="直接连接符 780">
            <a:extLst>
              <a:ext uri="{FF2B5EF4-FFF2-40B4-BE49-F238E27FC236}">
                <a16:creationId xmlns:a16="http://schemas.microsoft.com/office/drawing/2014/main" id="{F1192807-B506-BAC0-C0A5-F0C3129408C4}"/>
              </a:ext>
            </a:extLst>
          </p:cNvPr>
          <p:cNvCxnSpPr/>
          <p:nvPr/>
        </p:nvCxnSpPr>
        <p:spPr>
          <a:xfrm flipV="1">
            <a:off x="1686239" y="4167600"/>
            <a:ext cx="45689" cy="16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2" name="直接连接符 781">
            <a:extLst>
              <a:ext uri="{FF2B5EF4-FFF2-40B4-BE49-F238E27FC236}">
                <a16:creationId xmlns:a16="http://schemas.microsoft.com/office/drawing/2014/main" id="{C4C7B3E4-7E3D-98AE-A860-E238EDFC0C3F}"/>
              </a:ext>
            </a:extLst>
          </p:cNvPr>
          <p:cNvCxnSpPr/>
          <p:nvPr/>
        </p:nvCxnSpPr>
        <p:spPr>
          <a:xfrm>
            <a:off x="1731927" y="416759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3" name="直接连接符 782">
            <a:extLst>
              <a:ext uri="{FF2B5EF4-FFF2-40B4-BE49-F238E27FC236}">
                <a16:creationId xmlns:a16="http://schemas.microsoft.com/office/drawing/2014/main" id="{18281E45-691B-CDC3-DCAD-8B6210C5E9B3}"/>
              </a:ext>
            </a:extLst>
          </p:cNvPr>
          <p:cNvCxnSpPr/>
          <p:nvPr/>
        </p:nvCxnSpPr>
        <p:spPr>
          <a:xfrm flipV="1">
            <a:off x="1754773" y="4165087"/>
            <a:ext cx="45689" cy="16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4" name="直接连接符 783">
            <a:extLst>
              <a:ext uri="{FF2B5EF4-FFF2-40B4-BE49-F238E27FC236}">
                <a16:creationId xmlns:a16="http://schemas.microsoft.com/office/drawing/2014/main" id="{1B7E6636-AEA3-7E92-5382-0356637A437A}"/>
              </a:ext>
            </a:extLst>
          </p:cNvPr>
          <p:cNvCxnSpPr/>
          <p:nvPr/>
        </p:nvCxnSpPr>
        <p:spPr>
          <a:xfrm>
            <a:off x="1800461" y="416508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5" name="直接连接符 784">
            <a:extLst>
              <a:ext uri="{FF2B5EF4-FFF2-40B4-BE49-F238E27FC236}">
                <a16:creationId xmlns:a16="http://schemas.microsoft.com/office/drawing/2014/main" id="{3AD44525-EBFE-8DF7-F369-0D2D1DDA4A01}"/>
              </a:ext>
            </a:extLst>
          </p:cNvPr>
          <p:cNvCxnSpPr/>
          <p:nvPr/>
        </p:nvCxnSpPr>
        <p:spPr>
          <a:xfrm flipV="1">
            <a:off x="1823305" y="4162574"/>
            <a:ext cx="45690" cy="16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6" name="直接连接符 785">
            <a:extLst>
              <a:ext uri="{FF2B5EF4-FFF2-40B4-BE49-F238E27FC236}">
                <a16:creationId xmlns:a16="http://schemas.microsoft.com/office/drawing/2014/main" id="{0EA60C2F-229D-0C50-2C97-D14842496FB8}"/>
              </a:ext>
            </a:extLst>
          </p:cNvPr>
          <p:cNvCxnSpPr/>
          <p:nvPr/>
        </p:nvCxnSpPr>
        <p:spPr>
          <a:xfrm>
            <a:off x="1868995" y="4162573"/>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7" name="直接连接符 786">
            <a:extLst>
              <a:ext uri="{FF2B5EF4-FFF2-40B4-BE49-F238E27FC236}">
                <a16:creationId xmlns:a16="http://schemas.microsoft.com/office/drawing/2014/main" id="{212AD013-3F2F-B061-8DEB-1FD60C658271}"/>
              </a:ext>
            </a:extLst>
          </p:cNvPr>
          <p:cNvCxnSpPr/>
          <p:nvPr/>
        </p:nvCxnSpPr>
        <p:spPr>
          <a:xfrm flipV="1">
            <a:off x="1891841" y="4160477"/>
            <a:ext cx="34327" cy="125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8" name="直接连接符 787">
            <a:extLst>
              <a:ext uri="{FF2B5EF4-FFF2-40B4-BE49-F238E27FC236}">
                <a16:creationId xmlns:a16="http://schemas.microsoft.com/office/drawing/2014/main" id="{AEEBBC15-B9C1-A0A7-A410-7724F51D113B}"/>
              </a:ext>
            </a:extLst>
          </p:cNvPr>
          <p:cNvCxnSpPr/>
          <p:nvPr/>
        </p:nvCxnSpPr>
        <p:spPr>
          <a:xfrm flipV="1">
            <a:off x="1926168" y="4160268"/>
            <a:ext cx="11367" cy="20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89" name="直接连接符 788">
            <a:extLst>
              <a:ext uri="{FF2B5EF4-FFF2-40B4-BE49-F238E27FC236}">
                <a16:creationId xmlns:a16="http://schemas.microsoft.com/office/drawing/2014/main" id="{604D0EC7-1516-4A4A-54EA-ADDC43EDE959}"/>
              </a:ext>
            </a:extLst>
          </p:cNvPr>
          <p:cNvCxnSpPr/>
          <p:nvPr/>
        </p:nvCxnSpPr>
        <p:spPr>
          <a:xfrm>
            <a:off x="1937534" y="4160268"/>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0" name="直接连接符 789">
            <a:extLst>
              <a:ext uri="{FF2B5EF4-FFF2-40B4-BE49-F238E27FC236}">
                <a16:creationId xmlns:a16="http://schemas.microsoft.com/office/drawing/2014/main" id="{6EC3A106-C695-22F2-7B3E-865848016856}"/>
              </a:ext>
            </a:extLst>
          </p:cNvPr>
          <p:cNvCxnSpPr/>
          <p:nvPr/>
        </p:nvCxnSpPr>
        <p:spPr>
          <a:xfrm flipV="1">
            <a:off x="1960391" y="4159011"/>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1" name="直接连接符 790">
            <a:extLst>
              <a:ext uri="{FF2B5EF4-FFF2-40B4-BE49-F238E27FC236}">
                <a16:creationId xmlns:a16="http://schemas.microsoft.com/office/drawing/2014/main" id="{7B7708E4-71B1-8F11-B5E1-DAAB8AA91E38}"/>
              </a:ext>
            </a:extLst>
          </p:cNvPr>
          <p:cNvCxnSpPr/>
          <p:nvPr/>
        </p:nvCxnSpPr>
        <p:spPr>
          <a:xfrm>
            <a:off x="2006103" y="415901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2" name="直接连接符 791">
            <a:extLst>
              <a:ext uri="{FF2B5EF4-FFF2-40B4-BE49-F238E27FC236}">
                <a16:creationId xmlns:a16="http://schemas.microsoft.com/office/drawing/2014/main" id="{D6D9F6CA-8633-93DC-6E37-988419D5863F}"/>
              </a:ext>
            </a:extLst>
          </p:cNvPr>
          <p:cNvCxnSpPr/>
          <p:nvPr/>
        </p:nvCxnSpPr>
        <p:spPr>
          <a:xfrm flipV="1">
            <a:off x="2028959" y="4157754"/>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3" name="直接连接符 792">
            <a:extLst>
              <a:ext uri="{FF2B5EF4-FFF2-40B4-BE49-F238E27FC236}">
                <a16:creationId xmlns:a16="http://schemas.microsoft.com/office/drawing/2014/main" id="{3132D545-613B-3225-8767-B8E7ED43CB1F}"/>
              </a:ext>
            </a:extLst>
          </p:cNvPr>
          <p:cNvCxnSpPr/>
          <p:nvPr/>
        </p:nvCxnSpPr>
        <p:spPr>
          <a:xfrm flipV="1">
            <a:off x="2097528" y="4156497"/>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4" name="直接连接符 793">
            <a:extLst>
              <a:ext uri="{FF2B5EF4-FFF2-40B4-BE49-F238E27FC236}">
                <a16:creationId xmlns:a16="http://schemas.microsoft.com/office/drawing/2014/main" id="{EB65EEA9-1623-7BE8-232D-2AA7E96E44F6}"/>
              </a:ext>
            </a:extLst>
          </p:cNvPr>
          <p:cNvCxnSpPr/>
          <p:nvPr/>
        </p:nvCxnSpPr>
        <p:spPr>
          <a:xfrm flipV="1">
            <a:off x="2166096" y="4155239"/>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5" name="直接连接符 794">
            <a:extLst>
              <a:ext uri="{FF2B5EF4-FFF2-40B4-BE49-F238E27FC236}">
                <a16:creationId xmlns:a16="http://schemas.microsoft.com/office/drawing/2014/main" id="{E14F3E91-E761-EC8A-7445-D20B1F2D650E}"/>
              </a:ext>
            </a:extLst>
          </p:cNvPr>
          <p:cNvCxnSpPr/>
          <p:nvPr/>
        </p:nvCxnSpPr>
        <p:spPr>
          <a:xfrm>
            <a:off x="2211808" y="415523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6" name="直接连接符 795">
            <a:extLst>
              <a:ext uri="{FF2B5EF4-FFF2-40B4-BE49-F238E27FC236}">
                <a16:creationId xmlns:a16="http://schemas.microsoft.com/office/drawing/2014/main" id="{E975E7BB-679B-933F-C733-1C021C62E3C9}"/>
              </a:ext>
            </a:extLst>
          </p:cNvPr>
          <p:cNvCxnSpPr/>
          <p:nvPr/>
        </p:nvCxnSpPr>
        <p:spPr>
          <a:xfrm flipV="1">
            <a:off x="2234665" y="4153982"/>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7" name="直接连接符 796">
            <a:extLst>
              <a:ext uri="{FF2B5EF4-FFF2-40B4-BE49-F238E27FC236}">
                <a16:creationId xmlns:a16="http://schemas.microsoft.com/office/drawing/2014/main" id="{82FFD029-D17A-DFB0-B76B-145B098A4344}"/>
              </a:ext>
            </a:extLst>
          </p:cNvPr>
          <p:cNvCxnSpPr/>
          <p:nvPr/>
        </p:nvCxnSpPr>
        <p:spPr>
          <a:xfrm>
            <a:off x="230323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8" name="直接连接符 797">
            <a:extLst>
              <a:ext uri="{FF2B5EF4-FFF2-40B4-BE49-F238E27FC236}">
                <a16:creationId xmlns:a16="http://schemas.microsoft.com/office/drawing/2014/main" id="{A544F553-7092-9090-C4FF-1CD8A6C158E5}"/>
              </a:ext>
            </a:extLst>
          </p:cNvPr>
          <p:cNvCxnSpPr/>
          <p:nvPr/>
        </p:nvCxnSpPr>
        <p:spPr>
          <a:xfrm>
            <a:off x="2348956" y="415387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799" name="直接连接符 798">
            <a:extLst>
              <a:ext uri="{FF2B5EF4-FFF2-40B4-BE49-F238E27FC236}">
                <a16:creationId xmlns:a16="http://schemas.microsoft.com/office/drawing/2014/main" id="{DD47D23D-F436-33C3-F0A1-5DC91ACF7F81}"/>
              </a:ext>
            </a:extLst>
          </p:cNvPr>
          <p:cNvCxnSpPr/>
          <p:nvPr/>
        </p:nvCxnSpPr>
        <p:spPr>
          <a:xfrm>
            <a:off x="237181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0" name="直接连接符 799">
            <a:extLst>
              <a:ext uri="{FF2B5EF4-FFF2-40B4-BE49-F238E27FC236}">
                <a16:creationId xmlns:a16="http://schemas.microsoft.com/office/drawing/2014/main" id="{75491445-0FF0-2231-8691-DD83924CD774}"/>
              </a:ext>
            </a:extLst>
          </p:cNvPr>
          <p:cNvCxnSpPr/>
          <p:nvPr/>
        </p:nvCxnSpPr>
        <p:spPr>
          <a:xfrm>
            <a:off x="2417536" y="415387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1" name="直接连接符 800">
            <a:extLst>
              <a:ext uri="{FF2B5EF4-FFF2-40B4-BE49-F238E27FC236}">
                <a16:creationId xmlns:a16="http://schemas.microsoft.com/office/drawing/2014/main" id="{FE5263F1-1604-E7D3-3F5A-1C1FF4689514}"/>
              </a:ext>
            </a:extLst>
          </p:cNvPr>
          <p:cNvCxnSpPr/>
          <p:nvPr/>
        </p:nvCxnSpPr>
        <p:spPr>
          <a:xfrm>
            <a:off x="244039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2" name="直接连接符 801">
            <a:extLst>
              <a:ext uri="{FF2B5EF4-FFF2-40B4-BE49-F238E27FC236}">
                <a16:creationId xmlns:a16="http://schemas.microsoft.com/office/drawing/2014/main" id="{03DE8617-811A-6EB1-FBA5-647D5E8A0D85}"/>
              </a:ext>
            </a:extLst>
          </p:cNvPr>
          <p:cNvCxnSpPr/>
          <p:nvPr/>
        </p:nvCxnSpPr>
        <p:spPr>
          <a:xfrm>
            <a:off x="250897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3" name="直接连接符 802">
            <a:extLst>
              <a:ext uri="{FF2B5EF4-FFF2-40B4-BE49-F238E27FC236}">
                <a16:creationId xmlns:a16="http://schemas.microsoft.com/office/drawing/2014/main" id="{05458473-7B91-DCAC-0D8E-A4877A95856B}"/>
              </a:ext>
            </a:extLst>
          </p:cNvPr>
          <p:cNvCxnSpPr/>
          <p:nvPr/>
        </p:nvCxnSpPr>
        <p:spPr>
          <a:xfrm>
            <a:off x="2554696" y="415387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4" name="直接连接符 803">
            <a:extLst>
              <a:ext uri="{FF2B5EF4-FFF2-40B4-BE49-F238E27FC236}">
                <a16:creationId xmlns:a16="http://schemas.microsoft.com/office/drawing/2014/main" id="{98A9FF4B-3550-4E20-DF3A-234991914BE2}"/>
              </a:ext>
            </a:extLst>
          </p:cNvPr>
          <p:cNvCxnSpPr/>
          <p:nvPr/>
        </p:nvCxnSpPr>
        <p:spPr>
          <a:xfrm>
            <a:off x="257755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5" name="直接连接符 804">
            <a:extLst>
              <a:ext uri="{FF2B5EF4-FFF2-40B4-BE49-F238E27FC236}">
                <a16:creationId xmlns:a16="http://schemas.microsoft.com/office/drawing/2014/main" id="{640D3B8A-2502-4DC7-35F6-E6FA4D4F855F}"/>
              </a:ext>
            </a:extLst>
          </p:cNvPr>
          <p:cNvCxnSpPr/>
          <p:nvPr/>
        </p:nvCxnSpPr>
        <p:spPr>
          <a:xfrm>
            <a:off x="264613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6" name="直接连接符 805">
            <a:extLst>
              <a:ext uri="{FF2B5EF4-FFF2-40B4-BE49-F238E27FC236}">
                <a16:creationId xmlns:a16="http://schemas.microsoft.com/office/drawing/2014/main" id="{B7C589EC-572A-E10F-1245-4DFA8B7B3916}"/>
              </a:ext>
            </a:extLst>
          </p:cNvPr>
          <p:cNvCxnSpPr/>
          <p:nvPr/>
        </p:nvCxnSpPr>
        <p:spPr>
          <a:xfrm>
            <a:off x="2691856" y="415387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7" name="直接连接符 806">
            <a:extLst>
              <a:ext uri="{FF2B5EF4-FFF2-40B4-BE49-F238E27FC236}">
                <a16:creationId xmlns:a16="http://schemas.microsoft.com/office/drawing/2014/main" id="{A4AC074A-F4BD-A872-B1D9-F13FBCE9DB18}"/>
              </a:ext>
            </a:extLst>
          </p:cNvPr>
          <p:cNvCxnSpPr/>
          <p:nvPr/>
        </p:nvCxnSpPr>
        <p:spPr>
          <a:xfrm>
            <a:off x="271471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8" name="直接连接符 807">
            <a:extLst>
              <a:ext uri="{FF2B5EF4-FFF2-40B4-BE49-F238E27FC236}">
                <a16:creationId xmlns:a16="http://schemas.microsoft.com/office/drawing/2014/main" id="{85E286B3-B31A-AF53-B6C0-60AE6F4BC816}"/>
              </a:ext>
            </a:extLst>
          </p:cNvPr>
          <p:cNvCxnSpPr/>
          <p:nvPr/>
        </p:nvCxnSpPr>
        <p:spPr>
          <a:xfrm>
            <a:off x="2760436" y="415387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09" name="直接连接符 808">
            <a:extLst>
              <a:ext uri="{FF2B5EF4-FFF2-40B4-BE49-F238E27FC236}">
                <a16:creationId xmlns:a16="http://schemas.microsoft.com/office/drawing/2014/main" id="{B3BB9C7D-03D5-87A7-0C2F-08C2DAD268DC}"/>
              </a:ext>
            </a:extLst>
          </p:cNvPr>
          <p:cNvCxnSpPr/>
          <p:nvPr/>
        </p:nvCxnSpPr>
        <p:spPr>
          <a:xfrm>
            <a:off x="278329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0" name="直接连接符 809">
            <a:extLst>
              <a:ext uri="{FF2B5EF4-FFF2-40B4-BE49-F238E27FC236}">
                <a16:creationId xmlns:a16="http://schemas.microsoft.com/office/drawing/2014/main" id="{5130141C-F49A-3110-9802-9C0CC81F472B}"/>
              </a:ext>
            </a:extLst>
          </p:cNvPr>
          <p:cNvCxnSpPr/>
          <p:nvPr/>
        </p:nvCxnSpPr>
        <p:spPr>
          <a:xfrm>
            <a:off x="285187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1" name="直接连接符 810">
            <a:extLst>
              <a:ext uri="{FF2B5EF4-FFF2-40B4-BE49-F238E27FC236}">
                <a16:creationId xmlns:a16="http://schemas.microsoft.com/office/drawing/2014/main" id="{BF27590E-E37A-8C03-CE20-967290CC3D94}"/>
              </a:ext>
            </a:extLst>
          </p:cNvPr>
          <p:cNvCxnSpPr/>
          <p:nvPr/>
        </p:nvCxnSpPr>
        <p:spPr>
          <a:xfrm>
            <a:off x="2920456" y="4153879"/>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2" name="直接连接符 811">
            <a:extLst>
              <a:ext uri="{FF2B5EF4-FFF2-40B4-BE49-F238E27FC236}">
                <a16:creationId xmlns:a16="http://schemas.microsoft.com/office/drawing/2014/main" id="{D7BA45FA-5AA9-A906-7E6B-ED2261E21272}"/>
              </a:ext>
            </a:extLst>
          </p:cNvPr>
          <p:cNvCxnSpPr/>
          <p:nvPr/>
        </p:nvCxnSpPr>
        <p:spPr>
          <a:xfrm>
            <a:off x="2989037" y="4153879"/>
            <a:ext cx="1663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3" name="直接连接符 812">
            <a:extLst>
              <a:ext uri="{FF2B5EF4-FFF2-40B4-BE49-F238E27FC236}">
                <a16:creationId xmlns:a16="http://schemas.microsoft.com/office/drawing/2014/main" id="{2266C357-99F5-5299-2741-FA47C3412EB6}"/>
              </a:ext>
            </a:extLst>
          </p:cNvPr>
          <p:cNvCxnSpPr/>
          <p:nvPr/>
        </p:nvCxnSpPr>
        <p:spPr>
          <a:xfrm flipV="1">
            <a:off x="3005667" y="4153347"/>
            <a:ext cx="29084" cy="533"/>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4" name="直接连接符 813">
            <a:extLst>
              <a:ext uri="{FF2B5EF4-FFF2-40B4-BE49-F238E27FC236}">
                <a16:creationId xmlns:a16="http://schemas.microsoft.com/office/drawing/2014/main" id="{EFD61100-A5C0-5B0A-488E-9D02F13E9147}"/>
              </a:ext>
            </a:extLst>
          </p:cNvPr>
          <p:cNvCxnSpPr/>
          <p:nvPr/>
        </p:nvCxnSpPr>
        <p:spPr>
          <a:xfrm>
            <a:off x="3034751" y="415334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5" name="直接连接符 814">
            <a:extLst>
              <a:ext uri="{FF2B5EF4-FFF2-40B4-BE49-F238E27FC236}">
                <a16:creationId xmlns:a16="http://schemas.microsoft.com/office/drawing/2014/main" id="{CD440281-E3CE-80A7-E06E-3CE146380618}"/>
              </a:ext>
            </a:extLst>
          </p:cNvPr>
          <p:cNvCxnSpPr/>
          <p:nvPr/>
        </p:nvCxnSpPr>
        <p:spPr>
          <a:xfrm flipV="1">
            <a:off x="3057607" y="4152089"/>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6" name="直接连接符 815">
            <a:extLst>
              <a:ext uri="{FF2B5EF4-FFF2-40B4-BE49-F238E27FC236}">
                <a16:creationId xmlns:a16="http://schemas.microsoft.com/office/drawing/2014/main" id="{1033503B-0DC6-B3A5-D76A-5C7529A3A279}"/>
              </a:ext>
            </a:extLst>
          </p:cNvPr>
          <p:cNvCxnSpPr/>
          <p:nvPr/>
        </p:nvCxnSpPr>
        <p:spPr>
          <a:xfrm>
            <a:off x="3103319" y="4152089"/>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7" name="直接连接符 816">
            <a:extLst>
              <a:ext uri="{FF2B5EF4-FFF2-40B4-BE49-F238E27FC236}">
                <a16:creationId xmlns:a16="http://schemas.microsoft.com/office/drawing/2014/main" id="{EFEA3472-C451-F32C-1B4C-6A90E3796E1D}"/>
              </a:ext>
            </a:extLst>
          </p:cNvPr>
          <p:cNvCxnSpPr/>
          <p:nvPr/>
        </p:nvCxnSpPr>
        <p:spPr>
          <a:xfrm flipV="1">
            <a:off x="3126176" y="4150832"/>
            <a:ext cx="45712" cy="83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8" name="直接连接符 817">
            <a:extLst>
              <a:ext uri="{FF2B5EF4-FFF2-40B4-BE49-F238E27FC236}">
                <a16:creationId xmlns:a16="http://schemas.microsoft.com/office/drawing/2014/main" id="{D5EDB54B-414D-E0D9-1D8A-B5D81B9C215A}"/>
              </a:ext>
            </a:extLst>
          </p:cNvPr>
          <p:cNvCxnSpPr/>
          <p:nvPr/>
        </p:nvCxnSpPr>
        <p:spPr>
          <a:xfrm flipV="1">
            <a:off x="3194744" y="4149574"/>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19" name="直接连接符 818">
            <a:extLst>
              <a:ext uri="{FF2B5EF4-FFF2-40B4-BE49-F238E27FC236}">
                <a16:creationId xmlns:a16="http://schemas.microsoft.com/office/drawing/2014/main" id="{07FEA942-B830-7274-9C50-2E710E3FCE9B}"/>
              </a:ext>
            </a:extLst>
          </p:cNvPr>
          <p:cNvCxnSpPr/>
          <p:nvPr/>
        </p:nvCxnSpPr>
        <p:spPr>
          <a:xfrm flipV="1">
            <a:off x="3263313" y="4148317"/>
            <a:ext cx="45712" cy="83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0" name="直接连接符 819">
            <a:extLst>
              <a:ext uri="{FF2B5EF4-FFF2-40B4-BE49-F238E27FC236}">
                <a16:creationId xmlns:a16="http://schemas.microsoft.com/office/drawing/2014/main" id="{49749BB8-F397-310E-1F8C-F5A5FF5E7E05}"/>
              </a:ext>
            </a:extLst>
          </p:cNvPr>
          <p:cNvCxnSpPr/>
          <p:nvPr/>
        </p:nvCxnSpPr>
        <p:spPr>
          <a:xfrm flipV="1">
            <a:off x="3331882" y="4147282"/>
            <a:ext cx="33619" cy="616"/>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1" name="直接连接符 820">
            <a:extLst>
              <a:ext uri="{FF2B5EF4-FFF2-40B4-BE49-F238E27FC236}">
                <a16:creationId xmlns:a16="http://schemas.microsoft.com/office/drawing/2014/main" id="{58DA10B5-33D0-51D4-7158-7C08D0780AD6}"/>
              </a:ext>
            </a:extLst>
          </p:cNvPr>
          <p:cNvCxnSpPr/>
          <p:nvPr/>
        </p:nvCxnSpPr>
        <p:spPr>
          <a:xfrm>
            <a:off x="3365501" y="4147282"/>
            <a:ext cx="12095"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2" name="直接连接符 821">
            <a:extLst>
              <a:ext uri="{FF2B5EF4-FFF2-40B4-BE49-F238E27FC236}">
                <a16:creationId xmlns:a16="http://schemas.microsoft.com/office/drawing/2014/main" id="{84E579B4-1ABC-B899-B137-0CF05C5B0B5F}"/>
              </a:ext>
            </a:extLst>
          </p:cNvPr>
          <p:cNvCxnSpPr/>
          <p:nvPr/>
        </p:nvCxnSpPr>
        <p:spPr>
          <a:xfrm>
            <a:off x="3377595" y="41472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3" name="直接连接符 822">
            <a:extLst>
              <a:ext uri="{FF2B5EF4-FFF2-40B4-BE49-F238E27FC236}">
                <a16:creationId xmlns:a16="http://schemas.microsoft.com/office/drawing/2014/main" id="{C329C911-30A8-AC5D-8ACD-46FBBBCFCB29}"/>
              </a:ext>
            </a:extLst>
          </p:cNvPr>
          <p:cNvCxnSpPr/>
          <p:nvPr/>
        </p:nvCxnSpPr>
        <p:spPr>
          <a:xfrm>
            <a:off x="3400455" y="4147282"/>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4" name="直接连接符 823">
            <a:extLst>
              <a:ext uri="{FF2B5EF4-FFF2-40B4-BE49-F238E27FC236}">
                <a16:creationId xmlns:a16="http://schemas.microsoft.com/office/drawing/2014/main" id="{A6883F20-18D2-AF83-E3AF-B3DC437AFAEE}"/>
              </a:ext>
            </a:extLst>
          </p:cNvPr>
          <p:cNvCxnSpPr/>
          <p:nvPr/>
        </p:nvCxnSpPr>
        <p:spPr>
          <a:xfrm>
            <a:off x="3469037" y="4147282"/>
            <a:ext cx="457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5" name="直接连接符 824">
            <a:extLst>
              <a:ext uri="{FF2B5EF4-FFF2-40B4-BE49-F238E27FC236}">
                <a16:creationId xmlns:a16="http://schemas.microsoft.com/office/drawing/2014/main" id="{913AA640-B92A-0FA3-A513-78E2855B8801}"/>
              </a:ext>
            </a:extLst>
          </p:cNvPr>
          <p:cNvCxnSpPr/>
          <p:nvPr/>
        </p:nvCxnSpPr>
        <p:spPr>
          <a:xfrm>
            <a:off x="3514756" y="4147282"/>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6" name="直接连接符 825">
            <a:extLst>
              <a:ext uri="{FF2B5EF4-FFF2-40B4-BE49-F238E27FC236}">
                <a16:creationId xmlns:a16="http://schemas.microsoft.com/office/drawing/2014/main" id="{41A3B6D0-1148-CBA9-0D11-AE0C10563012}"/>
              </a:ext>
            </a:extLst>
          </p:cNvPr>
          <p:cNvCxnSpPr/>
          <p:nvPr/>
        </p:nvCxnSpPr>
        <p:spPr>
          <a:xfrm>
            <a:off x="3537616" y="4147282"/>
            <a:ext cx="4572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7" name="直接连接符 826">
            <a:extLst>
              <a:ext uri="{FF2B5EF4-FFF2-40B4-BE49-F238E27FC236}">
                <a16:creationId xmlns:a16="http://schemas.microsoft.com/office/drawing/2014/main" id="{456D1227-127B-F35E-D289-92B09B7108B0}"/>
              </a:ext>
            </a:extLst>
          </p:cNvPr>
          <p:cNvCxnSpPr/>
          <p:nvPr/>
        </p:nvCxnSpPr>
        <p:spPr>
          <a:xfrm>
            <a:off x="3583336" y="41472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8" name="直接连接符 827">
            <a:extLst>
              <a:ext uri="{FF2B5EF4-FFF2-40B4-BE49-F238E27FC236}">
                <a16:creationId xmlns:a16="http://schemas.microsoft.com/office/drawing/2014/main" id="{4E45E68E-8B9E-F9E9-5CA2-291FAC668167}"/>
              </a:ext>
            </a:extLst>
          </p:cNvPr>
          <p:cNvCxnSpPr/>
          <p:nvPr/>
        </p:nvCxnSpPr>
        <p:spPr>
          <a:xfrm>
            <a:off x="3606195" y="4147282"/>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29" name="直接连接符 828">
            <a:extLst>
              <a:ext uri="{FF2B5EF4-FFF2-40B4-BE49-F238E27FC236}">
                <a16:creationId xmlns:a16="http://schemas.microsoft.com/office/drawing/2014/main" id="{58DD6AA8-3938-D051-D856-6348EB2E9B8B}"/>
              </a:ext>
            </a:extLst>
          </p:cNvPr>
          <p:cNvCxnSpPr/>
          <p:nvPr/>
        </p:nvCxnSpPr>
        <p:spPr>
          <a:xfrm>
            <a:off x="3651915" y="41472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0" name="直接连接符 829">
            <a:extLst>
              <a:ext uri="{FF2B5EF4-FFF2-40B4-BE49-F238E27FC236}">
                <a16:creationId xmlns:a16="http://schemas.microsoft.com/office/drawing/2014/main" id="{DFFB6CDA-43A5-A420-2E35-958075B276EC}"/>
              </a:ext>
            </a:extLst>
          </p:cNvPr>
          <p:cNvCxnSpPr/>
          <p:nvPr/>
        </p:nvCxnSpPr>
        <p:spPr>
          <a:xfrm>
            <a:off x="3674775" y="4147282"/>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1" name="直接连接符 830">
            <a:extLst>
              <a:ext uri="{FF2B5EF4-FFF2-40B4-BE49-F238E27FC236}">
                <a16:creationId xmlns:a16="http://schemas.microsoft.com/office/drawing/2014/main" id="{57683B66-BB4B-9B32-FD96-49ED4A9F3B23}"/>
              </a:ext>
            </a:extLst>
          </p:cNvPr>
          <p:cNvCxnSpPr/>
          <p:nvPr/>
        </p:nvCxnSpPr>
        <p:spPr>
          <a:xfrm>
            <a:off x="3720495" y="41472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2" name="直接连接符 831">
            <a:extLst>
              <a:ext uri="{FF2B5EF4-FFF2-40B4-BE49-F238E27FC236}">
                <a16:creationId xmlns:a16="http://schemas.microsoft.com/office/drawing/2014/main" id="{BE66AEF5-93E5-A29B-49BE-24BEAF09441D}"/>
              </a:ext>
            </a:extLst>
          </p:cNvPr>
          <p:cNvCxnSpPr/>
          <p:nvPr/>
        </p:nvCxnSpPr>
        <p:spPr>
          <a:xfrm>
            <a:off x="3743357" y="4147282"/>
            <a:ext cx="457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3" name="直接连接符 832">
            <a:extLst>
              <a:ext uri="{FF2B5EF4-FFF2-40B4-BE49-F238E27FC236}">
                <a16:creationId xmlns:a16="http://schemas.microsoft.com/office/drawing/2014/main" id="{0729FF0B-57E5-BF5C-A778-2324BBEC0A18}"/>
              </a:ext>
            </a:extLst>
          </p:cNvPr>
          <p:cNvCxnSpPr/>
          <p:nvPr/>
        </p:nvCxnSpPr>
        <p:spPr>
          <a:xfrm>
            <a:off x="3789075" y="41472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4" name="直接连接符 833">
            <a:extLst>
              <a:ext uri="{FF2B5EF4-FFF2-40B4-BE49-F238E27FC236}">
                <a16:creationId xmlns:a16="http://schemas.microsoft.com/office/drawing/2014/main" id="{DA2371EB-49ED-580A-B9F4-534ED83C3FD2}"/>
              </a:ext>
            </a:extLst>
          </p:cNvPr>
          <p:cNvCxnSpPr/>
          <p:nvPr/>
        </p:nvCxnSpPr>
        <p:spPr>
          <a:xfrm>
            <a:off x="3811937" y="4147282"/>
            <a:ext cx="457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5" name="直接连接符 834">
            <a:extLst>
              <a:ext uri="{FF2B5EF4-FFF2-40B4-BE49-F238E27FC236}">
                <a16:creationId xmlns:a16="http://schemas.microsoft.com/office/drawing/2014/main" id="{9337BD2D-D9C8-1938-4ED3-05CA40077FFF}"/>
              </a:ext>
            </a:extLst>
          </p:cNvPr>
          <p:cNvCxnSpPr/>
          <p:nvPr/>
        </p:nvCxnSpPr>
        <p:spPr>
          <a:xfrm>
            <a:off x="3857656" y="4147282"/>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6" name="直接连接符 835">
            <a:extLst>
              <a:ext uri="{FF2B5EF4-FFF2-40B4-BE49-F238E27FC236}">
                <a16:creationId xmlns:a16="http://schemas.microsoft.com/office/drawing/2014/main" id="{6C9B7BD9-D4D4-F48A-EDD6-606ABD88DEEE}"/>
              </a:ext>
            </a:extLst>
          </p:cNvPr>
          <p:cNvCxnSpPr/>
          <p:nvPr/>
        </p:nvCxnSpPr>
        <p:spPr>
          <a:xfrm>
            <a:off x="3880516" y="4147282"/>
            <a:ext cx="4572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7" name="直接连接符 836">
            <a:extLst>
              <a:ext uri="{FF2B5EF4-FFF2-40B4-BE49-F238E27FC236}">
                <a16:creationId xmlns:a16="http://schemas.microsoft.com/office/drawing/2014/main" id="{C823EEE6-B2C0-92B2-AEB2-984F2882C561}"/>
              </a:ext>
            </a:extLst>
          </p:cNvPr>
          <p:cNvCxnSpPr/>
          <p:nvPr/>
        </p:nvCxnSpPr>
        <p:spPr>
          <a:xfrm>
            <a:off x="3926236" y="41472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8" name="直接连接符 837">
            <a:extLst>
              <a:ext uri="{FF2B5EF4-FFF2-40B4-BE49-F238E27FC236}">
                <a16:creationId xmlns:a16="http://schemas.microsoft.com/office/drawing/2014/main" id="{7710778B-2EB4-728C-D4E2-58CF31E13A1B}"/>
              </a:ext>
            </a:extLst>
          </p:cNvPr>
          <p:cNvCxnSpPr/>
          <p:nvPr/>
        </p:nvCxnSpPr>
        <p:spPr>
          <a:xfrm>
            <a:off x="3949095" y="4147282"/>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39" name="直接连接符 838">
            <a:extLst>
              <a:ext uri="{FF2B5EF4-FFF2-40B4-BE49-F238E27FC236}">
                <a16:creationId xmlns:a16="http://schemas.microsoft.com/office/drawing/2014/main" id="{8A77EB3C-8F83-29C7-BF64-FA172C96F811}"/>
              </a:ext>
            </a:extLst>
          </p:cNvPr>
          <p:cNvCxnSpPr/>
          <p:nvPr/>
        </p:nvCxnSpPr>
        <p:spPr>
          <a:xfrm>
            <a:off x="4017675" y="4147282"/>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0" name="直接连接符 839">
            <a:extLst>
              <a:ext uri="{FF2B5EF4-FFF2-40B4-BE49-F238E27FC236}">
                <a16:creationId xmlns:a16="http://schemas.microsoft.com/office/drawing/2014/main" id="{339E18EF-6248-357B-7046-E3381987492E}"/>
              </a:ext>
            </a:extLst>
          </p:cNvPr>
          <p:cNvCxnSpPr/>
          <p:nvPr/>
        </p:nvCxnSpPr>
        <p:spPr>
          <a:xfrm>
            <a:off x="4063395" y="41472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1" name="直接连接符 840">
            <a:extLst>
              <a:ext uri="{FF2B5EF4-FFF2-40B4-BE49-F238E27FC236}">
                <a16:creationId xmlns:a16="http://schemas.microsoft.com/office/drawing/2014/main" id="{04C11903-0221-CAE8-FD91-D5387F9169C2}"/>
              </a:ext>
            </a:extLst>
          </p:cNvPr>
          <p:cNvCxnSpPr/>
          <p:nvPr/>
        </p:nvCxnSpPr>
        <p:spPr>
          <a:xfrm>
            <a:off x="4086257" y="4147282"/>
            <a:ext cx="457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2" name="直接连接符 841">
            <a:extLst>
              <a:ext uri="{FF2B5EF4-FFF2-40B4-BE49-F238E27FC236}">
                <a16:creationId xmlns:a16="http://schemas.microsoft.com/office/drawing/2014/main" id="{7176CC16-591C-2212-44BC-5D439E9E36B6}"/>
              </a:ext>
            </a:extLst>
          </p:cNvPr>
          <p:cNvCxnSpPr/>
          <p:nvPr/>
        </p:nvCxnSpPr>
        <p:spPr>
          <a:xfrm>
            <a:off x="4131975" y="41472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3" name="直接连接符 842">
            <a:extLst>
              <a:ext uri="{FF2B5EF4-FFF2-40B4-BE49-F238E27FC236}">
                <a16:creationId xmlns:a16="http://schemas.microsoft.com/office/drawing/2014/main" id="{FEDDC691-1A94-8FE8-5D2D-7C54E8CEBFC1}"/>
              </a:ext>
            </a:extLst>
          </p:cNvPr>
          <p:cNvCxnSpPr/>
          <p:nvPr/>
        </p:nvCxnSpPr>
        <p:spPr>
          <a:xfrm>
            <a:off x="4154837" y="4147282"/>
            <a:ext cx="45719"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4" name="直接连接符 843">
            <a:extLst>
              <a:ext uri="{FF2B5EF4-FFF2-40B4-BE49-F238E27FC236}">
                <a16:creationId xmlns:a16="http://schemas.microsoft.com/office/drawing/2014/main" id="{25A257F9-8382-73B9-1011-58FD5A2BF8F9}"/>
              </a:ext>
            </a:extLst>
          </p:cNvPr>
          <p:cNvCxnSpPr/>
          <p:nvPr/>
        </p:nvCxnSpPr>
        <p:spPr>
          <a:xfrm>
            <a:off x="4200556" y="4147282"/>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5" name="直接连接符 844">
            <a:extLst>
              <a:ext uri="{FF2B5EF4-FFF2-40B4-BE49-F238E27FC236}">
                <a16:creationId xmlns:a16="http://schemas.microsoft.com/office/drawing/2014/main" id="{70FBE895-3BE5-3649-2789-62EE0A04CD00}"/>
              </a:ext>
            </a:extLst>
          </p:cNvPr>
          <p:cNvCxnSpPr/>
          <p:nvPr/>
        </p:nvCxnSpPr>
        <p:spPr>
          <a:xfrm>
            <a:off x="4223416" y="4147282"/>
            <a:ext cx="4572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6" name="直接连接符 845">
            <a:extLst>
              <a:ext uri="{FF2B5EF4-FFF2-40B4-BE49-F238E27FC236}">
                <a16:creationId xmlns:a16="http://schemas.microsoft.com/office/drawing/2014/main" id="{4B6952D2-2D7D-E181-61C4-2CC60626D4C3}"/>
              </a:ext>
            </a:extLst>
          </p:cNvPr>
          <p:cNvCxnSpPr/>
          <p:nvPr/>
        </p:nvCxnSpPr>
        <p:spPr>
          <a:xfrm>
            <a:off x="4291995" y="4147282"/>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7" name="直接连接符 846">
            <a:extLst>
              <a:ext uri="{FF2B5EF4-FFF2-40B4-BE49-F238E27FC236}">
                <a16:creationId xmlns:a16="http://schemas.microsoft.com/office/drawing/2014/main" id="{C42C3735-5071-0925-CD8F-3BFA2EF3FA52}"/>
              </a:ext>
            </a:extLst>
          </p:cNvPr>
          <p:cNvCxnSpPr/>
          <p:nvPr/>
        </p:nvCxnSpPr>
        <p:spPr>
          <a:xfrm>
            <a:off x="4360575" y="4147282"/>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8" name="直接连接符 847">
            <a:extLst>
              <a:ext uri="{FF2B5EF4-FFF2-40B4-BE49-F238E27FC236}">
                <a16:creationId xmlns:a16="http://schemas.microsoft.com/office/drawing/2014/main" id="{318EEA2A-DACF-9559-4B05-856537C0C082}"/>
              </a:ext>
            </a:extLst>
          </p:cNvPr>
          <p:cNvCxnSpPr/>
          <p:nvPr/>
        </p:nvCxnSpPr>
        <p:spPr>
          <a:xfrm>
            <a:off x="4406295" y="4147282"/>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849" name="直接连接符 848">
            <a:extLst>
              <a:ext uri="{FF2B5EF4-FFF2-40B4-BE49-F238E27FC236}">
                <a16:creationId xmlns:a16="http://schemas.microsoft.com/office/drawing/2014/main" id="{FC6513E5-06C6-E551-1EF9-5D5593AEBACB}"/>
              </a:ext>
            </a:extLst>
          </p:cNvPr>
          <p:cNvCxnSpPr/>
          <p:nvPr/>
        </p:nvCxnSpPr>
        <p:spPr>
          <a:xfrm>
            <a:off x="4429156" y="4147282"/>
            <a:ext cx="1584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850" name="矩形 849">
            <a:extLst>
              <a:ext uri="{FF2B5EF4-FFF2-40B4-BE49-F238E27FC236}">
                <a16:creationId xmlns:a16="http://schemas.microsoft.com/office/drawing/2014/main" id="{49845C77-A37D-7218-1AA6-0D9303F03E55}"/>
              </a:ext>
            </a:extLst>
          </p:cNvPr>
          <p:cNvSpPr/>
          <p:nvPr/>
        </p:nvSpPr>
        <p:spPr>
          <a:xfrm>
            <a:off x="1189674" y="417004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1" name="矩形 850">
            <a:extLst>
              <a:ext uri="{FF2B5EF4-FFF2-40B4-BE49-F238E27FC236}">
                <a16:creationId xmlns:a16="http://schemas.microsoft.com/office/drawing/2014/main" id="{99633648-C158-26AF-A69C-F394BAD2206F}"/>
              </a:ext>
            </a:extLst>
          </p:cNvPr>
          <p:cNvSpPr/>
          <p:nvPr/>
        </p:nvSpPr>
        <p:spPr>
          <a:xfrm>
            <a:off x="1549507" y="4156845"/>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2" name="矩形 851">
            <a:extLst>
              <a:ext uri="{FF2B5EF4-FFF2-40B4-BE49-F238E27FC236}">
                <a16:creationId xmlns:a16="http://schemas.microsoft.com/office/drawing/2014/main" id="{BC0F0665-96C7-156C-8705-7991A127CBBC}"/>
              </a:ext>
            </a:extLst>
          </p:cNvPr>
          <p:cNvSpPr/>
          <p:nvPr/>
        </p:nvSpPr>
        <p:spPr>
          <a:xfrm>
            <a:off x="1909340" y="414365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3" name="矩形 852">
            <a:extLst>
              <a:ext uri="{FF2B5EF4-FFF2-40B4-BE49-F238E27FC236}">
                <a16:creationId xmlns:a16="http://schemas.microsoft.com/office/drawing/2014/main" id="{0A03EA42-CC09-B91E-40B1-905CBDC75AD3}"/>
              </a:ext>
            </a:extLst>
          </p:cNvPr>
          <p:cNvSpPr/>
          <p:nvPr/>
        </p:nvSpPr>
        <p:spPr>
          <a:xfrm>
            <a:off x="2269173" y="4137053"/>
            <a:ext cx="33654"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4" name="矩形 853">
            <a:extLst>
              <a:ext uri="{FF2B5EF4-FFF2-40B4-BE49-F238E27FC236}">
                <a16:creationId xmlns:a16="http://schemas.microsoft.com/office/drawing/2014/main" id="{6ABD9C2D-27CF-5FDB-3F6B-7908013D95EB}"/>
              </a:ext>
            </a:extLst>
          </p:cNvPr>
          <p:cNvSpPr/>
          <p:nvPr/>
        </p:nvSpPr>
        <p:spPr>
          <a:xfrm>
            <a:off x="2629007" y="4137053"/>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5" name="矩形 854">
            <a:extLst>
              <a:ext uri="{FF2B5EF4-FFF2-40B4-BE49-F238E27FC236}">
                <a16:creationId xmlns:a16="http://schemas.microsoft.com/office/drawing/2014/main" id="{17F1AEA6-C116-5B43-C4AD-06047CC05CCD}"/>
              </a:ext>
            </a:extLst>
          </p:cNvPr>
          <p:cNvSpPr/>
          <p:nvPr/>
        </p:nvSpPr>
        <p:spPr>
          <a:xfrm>
            <a:off x="2988840" y="4137053"/>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6" name="矩形 855">
            <a:extLst>
              <a:ext uri="{FF2B5EF4-FFF2-40B4-BE49-F238E27FC236}">
                <a16:creationId xmlns:a16="http://schemas.microsoft.com/office/drawing/2014/main" id="{DE889481-9888-9E6A-C17B-93510D9180E4}"/>
              </a:ext>
            </a:extLst>
          </p:cNvPr>
          <p:cNvSpPr/>
          <p:nvPr/>
        </p:nvSpPr>
        <p:spPr>
          <a:xfrm>
            <a:off x="3348673" y="4130455"/>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7" name="矩形 856">
            <a:extLst>
              <a:ext uri="{FF2B5EF4-FFF2-40B4-BE49-F238E27FC236}">
                <a16:creationId xmlns:a16="http://schemas.microsoft.com/office/drawing/2014/main" id="{163F6CC2-24F7-4A25-991C-F6A9F082F508}"/>
              </a:ext>
            </a:extLst>
          </p:cNvPr>
          <p:cNvSpPr/>
          <p:nvPr/>
        </p:nvSpPr>
        <p:spPr>
          <a:xfrm>
            <a:off x="3708507" y="4130455"/>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8" name="矩形 857">
            <a:extLst>
              <a:ext uri="{FF2B5EF4-FFF2-40B4-BE49-F238E27FC236}">
                <a16:creationId xmlns:a16="http://schemas.microsoft.com/office/drawing/2014/main" id="{D61C7B14-13A0-24E4-3E5E-3CAF5B3A7FF1}"/>
              </a:ext>
            </a:extLst>
          </p:cNvPr>
          <p:cNvSpPr/>
          <p:nvPr/>
        </p:nvSpPr>
        <p:spPr>
          <a:xfrm>
            <a:off x="4068340" y="4130455"/>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9" name="矩形 858">
            <a:extLst>
              <a:ext uri="{FF2B5EF4-FFF2-40B4-BE49-F238E27FC236}">
                <a16:creationId xmlns:a16="http://schemas.microsoft.com/office/drawing/2014/main" id="{CC18A3FF-CE87-B0FA-A9AF-B56D7F660560}"/>
              </a:ext>
            </a:extLst>
          </p:cNvPr>
          <p:cNvSpPr/>
          <p:nvPr/>
        </p:nvSpPr>
        <p:spPr>
          <a:xfrm>
            <a:off x="4428173" y="4130455"/>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60" name="直接连接符 859">
            <a:extLst>
              <a:ext uri="{FF2B5EF4-FFF2-40B4-BE49-F238E27FC236}">
                <a16:creationId xmlns:a16="http://schemas.microsoft.com/office/drawing/2014/main" id="{A7B85CCB-F080-6A28-08AA-ED2B651B9200}"/>
              </a:ext>
            </a:extLst>
          </p:cNvPr>
          <p:cNvCxnSpPr/>
          <p:nvPr/>
        </p:nvCxnSpPr>
        <p:spPr>
          <a:xfrm flipV="1">
            <a:off x="1206501" y="4165400"/>
            <a:ext cx="45689" cy="1675"/>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61" name="直接连接符 860">
            <a:extLst>
              <a:ext uri="{FF2B5EF4-FFF2-40B4-BE49-F238E27FC236}">
                <a16:creationId xmlns:a16="http://schemas.microsoft.com/office/drawing/2014/main" id="{5C214417-FEAD-F786-7F3B-92ADA030E26A}"/>
              </a:ext>
            </a:extLst>
          </p:cNvPr>
          <p:cNvCxnSpPr/>
          <p:nvPr/>
        </p:nvCxnSpPr>
        <p:spPr>
          <a:xfrm flipV="1">
            <a:off x="1275035" y="4162885"/>
            <a:ext cx="45689" cy="1676"/>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62" name="直接连接符 861">
            <a:extLst>
              <a:ext uri="{FF2B5EF4-FFF2-40B4-BE49-F238E27FC236}">
                <a16:creationId xmlns:a16="http://schemas.microsoft.com/office/drawing/2014/main" id="{F97EC087-DB14-85B3-6286-4BEC9A4EE908}"/>
              </a:ext>
            </a:extLst>
          </p:cNvPr>
          <p:cNvCxnSpPr/>
          <p:nvPr/>
        </p:nvCxnSpPr>
        <p:spPr>
          <a:xfrm>
            <a:off x="1320723" y="4162885"/>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63" name="直接连接符 862">
            <a:extLst>
              <a:ext uri="{FF2B5EF4-FFF2-40B4-BE49-F238E27FC236}">
                <a16:creationId xmlns:a16="http://schemas.microsoft.com/office/drawing/2014/main" id="{8E01B869-E2A7-4A1E-DB5A-6DF69630E8D7}"/>
              </a:ext>
            </a:extLst>
          </p:cNvPr>
          <p:cNvCxnSpPr/>
          <p:nvPr/>
        </p:nvCxnSpPr>
        <p:spPr>
          <a:xfrm flipV="1">
            <a:off x="1343569" y="4160372"/>
            <a:ext cx="45689" cy="1676"/>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64" name="直接连接符 863">
            <a:extLst>
              <a:ext uri="{FF2B5EF4-FFF2-40B4-BE49-F238E27FC236}">
                <a16:creationId xmlns:a16="http://schemas.microsoft.com/office/drawing/2014/main" id="{B0E29C70-833C-0922-2BC4-81E7F4F57510}"/>
              </a:ext>
            </a:extLst>
          </p:cNvPr>
          <p:cNvCxnSpPr/>
          <p:nvPr/>
        </p:nvCxnSpPr>
        <p:spPr>
          <a:xfrm>
            <a:off x="1389257" y="416037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65" name="直接连接符 864">
            <a:extLst>
              <a:ext uri="{FF2B5EF4-FFF2-40B4-BE49-F238E27FC236}">
                <a16:creationId xmlns:a16="http://schemas.microsoft.com/office/drawing/2014/main" id="{748748DC-D36C-2218-D2FA-7E0B88FE47B0}"/>
              </a:ext>
            </a:extLst>
          </p:cNvPr>
          <p:cNvCxnSpPr/>
          <p:nvPr/>
        </p:nvCxnSpPr>
        <p:spPr>
          <a:xfrm flipV="1">
            <a:off x="1412103" y="4157859"/>
            <a:ext cx="45689" cy="1676"/>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66" name="直接连接符 865">
            <a:extLst>
              <a:ext uri="{FF2B5EF4-FFF2-40B4-BE49-F238E27FC236}">
                <a16:creationId xmlns:a16="http://schemas.microsoft.com/office/drawing/2014/main" id="{63AFA35E-0D58-5384-4E62-C757488D5BF7}"/>
              </a:ext>
            </a:extLst>
          </p:cNvPr>
          <p:cNvCxnSpPr/>
          <p:nvPr/>
        </p:nvCxnSpPr>
        <p:spPr>
          <a:xfrm>
            <a:off x="1457791" y="4157859"/>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67" name="直接连接符 866">
            <a:extLst>
              <a:ext uri="{FF2B5EF4-FFF2-40B4-BE49-F238E27FC236}">
                <a16:creationId xmlns:a16="http://schemas.microsoft.com/office/drawing/2014/main" id="{01238548-499C-63CF-2F53-183801076DDE}"/>
              </a:ext>
            </a:extLst>
          </p:cNvPr>
          <p:cNvCxnSpPr/>
          <p:nvPr/>
        </p:nvCxnSpPr>
        <p:spPr>
          <a:xfrm flipV="1">
            <a:off x="1480637" y="4155347"/>
            <a:ext cx="45689" cy="1675"/>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68" name="直接连接符 867">
            <a:extLst>
              <a:ext uri="{FF2B5EF4-FFF2-40B4-BE49-F238E27FC236}">
                <a16:creationId xmlns:a16="http://schemas.microsoft.com/office/drawing/2014/main" id="{C674958A-89DD-9D60-5791-6B5FE0850925}"/>
              </a:ext>
            </a:extLst>
          </p:cNvPr>
          <p:cNvCxnSpPr/>
          <p:nvPr/>
        </p:nvCxnSpPr>
        <p:spPr>
          <a:xfrm flipV="1">
            <a:off x="1549171" y="4153880"/>
            <a:ext cx="17163" cy="629"/>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69" name="直接连接符 868">
            <a:extLst>
              <a:ext uri="{FF2B5EF4-FFF2-40B4-BE49-F238E27FC236}">
                <a16:creationId xmlns:a16="http://schemas.microsoft.com/office/drawing/2014/main" id="{BB941FF4-53D7-1C47-1EEC-8E6EC6284B53}"/>
              </a:ext>
            </a:extLst>
          </p:cNvPr>
          <p:cNvCxnSpPr/>
          <p:nvPr/>
        </p:nvCxnSpPr>
        <p:spPr>
          <a:xfrm flipV="1">
            <a:off x="1566333" y="4153357"/>
            <a:ext cx="28540" cy="523"/>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0" name="直接连接符 869">
            <a:extLst>
              <a:ext uri="{FF2B5EF4-FFF2-40B4-BE49-F238E27FC236}">
                <a16:creationId xmlns:a16="http://schemas.microsoft.com/office/drawing/2014/main" id="{52BCDA8F-EB1C-D83A-A569-7E9589EDEBDB}"/>
              </a:ext>
            </a:extLst>
          </p:cNvPr>
          <p:cNvCxnSpPr/>
          <p:nvPr/>
        </p:nvCxnSpPr>
        <p:spPr>
          <a:xfrm>
            <a:off x="1594873" y="4153356"/>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1" name="直接连接符 870">
            <a:extLst>
              <a:ext uri="{FF2B5EF4-FFF2-40B4-BE49-F238E27FC236}">
                <a16:creationId xmlns:a16="http://schemas.microsoft.com/office/drawing/2014/main" id="{D0BC022D-590A-974C-C176-52EDD3E812E7}"/>
              </a:ext>
            </a:extLst>
          </p:cNvPr>
          <p:cNvCxnSpPr/>
          <p:nvPr/>
        </p:nvCxnSpPr>
        <p:spPr>
          <a:xfrm flipV="1">
            <a:off x="1617730" y="4152099"/>
            <a:ext cx="45712" cy="838"/>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2" name="直接连接符 871">
            <a:extLst>
              <a:ext uri="{FF2B5EF4-FFF2-40B4-BE49-F238E27FC236}">
                <a16:creationId xmlns:a16="http://schemas.microsoft.com/office/drawing/2014/main" id="{8880AD25-C5EB-821A-9D48-C55F2CE0245C}"/>
              </a:ext>
            </a:extLst>
          </p:cNvPr>
          <p:cNvCxnSpPr/>
          <p:nvPr/>
        </p:nvCxnSpPr>
        <p:spPr>
          <a:xfrm>
            <a:off x="1663442" y="4152099"/>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3" name="直接连接符 872">
            <a:extLst>
              <a:ext uri="{FF2B5EF4-FFF2-40B4-BE49-F238E27FC236}">
                <a16:creationId xmlns:a16="http://schemas.microsoft.com/office/drawing/2014/main" id="{8138B078-83BE-461C-4406-6377CE43C44C}"/>
              </a:ext>
            </a:extLst>
          </p:cNvPr>
          <p:cNvCxnSpPr/>
          <p:nvPr/>
        </p:nvCxnSpPr>
        <p:spPr>
          <a:xfrm flipV="1">
            <a:off x="1686298" y="4150842"/>
            <a:ext cx="45712" cy="839"/>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4" name="直接连接符 873">
            <a:extLst>
              <a:ext uri="{FF2B5EF4-FFF2-40B4-BE49-F238E27FC236}">
                <a16:creationId xmlns:a16="http://schemas.microsoft.com/office/drawing/2014/main" id="{A4309726-0102-5B14-D18E-5DEA01B665A4}"/>
              </a:ext>
            </a:extLst>
          </p:cNvPr>
          <p:cNvCxnSpPr/>
          <p:nvPr/>
        </p:nvCxnSpPr>
        <p:spPr>
          <a:xfrm>
            <a:off x="1732010" y="4150841"/>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5" name="直接连接符 874">
            <a:extLst>
              <a:ext uri="{FF2B5EF4-FFF2-40B4-BE49-F238E27FC236}">
                <a16:creationId xmlns:a16="http://schemas.microsoft.com/office/drawing/2014/main" id="{A48234F4-5561-D8DF-618E-591F71F03DBA}"/>
              </a:ext>
            </a:extLst>
          </p:cNvPr>
          <p:cNvCxnSpPr/>
          <p:nvPr/>
        </p:nvCxnSpPr>
        <p:spPr>
          <a:xfrm flipV="1">
            <a:off x="1754867" y="4149584"/>
            <a:ext cx="45712" cy="838"/>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6" name="直接连接符 875">
            <a:extLst>
              <a:ext uri="{FF2B5EF4-FFF2-40B4-BE49-F238E27FC236}">
                <a16:creationId xmlns:a16="http://schemas.microsoft.com/office/drawing/2014/main" id="{7C0BAF9B-1BBB-1C65-EED1-A0A7CF37D1DF}"/>
              </a:ext>
            </a:extLst>
          </p:cNvPr>
          <p:cNvCxnSpPr/>
          <p:nvPr/>
        </p:nvCxnSpPr>
        <p:spPr>
          <a:xfrm>
            <a:off x="1800579" y="41495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7" name="直接连接符 876">
            <a:extLst>
              <a:ext uri="{FF2B5EF4-FFF2-40B4-BE49-F238E27FC236}">
                <a16:creationId xmlns:a16="http://schemas.microsoft.com/office/drawing/2014/main" id="{30F291A5-0625-792A-9C91-C4075A752871}"/>
              </a:ext>
            </a:extLst>
          </p:cNvPr>
          <p:cNvCxnSpPr/>
          <p:nvPr/>
        </p:nvCxnSpPr>
        <p:spPr>
          <a:xfrm flipV="1">
            <a:off x="1823435" y="4148327"/>
            <a:ext cx="45712" cy="838"/>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8" name="直接连接符 877">
            <a:extLst>
              <a:ext uri="{FF2B5EF4-FFF2-40B4-BE49-F238E27FC236}">
                <a16:creationId xmlns:a16="http://schemas.microsoft.com/office/drawing/2014/main" id="{18B6015D-51C8-EF0F-5B74-D0A245050406}"/>
              </a:ext>
            </a:extLst>
          </p:cNvPr>
          <p:cNvCxnSpPr/>
          <p:nvPr/>
        </p:nvCxnSpPr>
        <p:spPr>
          <a:xfrm>
            <a:off x="1869147" y="4148327"/>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79" name="直接连接符 878">
            <a:extLst>
              <a:ext uri="{FF2B5EF4-FFF2-40B4-BE49-F238E27FC236}">
                <a16:creationId xmlns:a16="http://schemas.microsoft.com/office/drawing/2014/main" id="{6634D99C-CB7A-151C-BAC7-576FE8DD63F1}"/>
              </a:ext>
            </a:extLst>
          </p:cNvPr>
          <p:cNvCxnSpPr/>
          <p:nvPr/>
        </p:nvCxnSpPr>
        <p:spPr>
          <a:xfrm flipV="1">
            <a:off x="1892005" y="4147282"/>
            <a:ext cx="34163" cy="626"/>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0" name="直接连接符 879">
            <a:extLst>
              <a:ext uri="{FF2B5EF4-FFF2-40B4-BE49-F238E27FC236}">
                <a16:creationId xmlns:a16="http://schemas.microsoft.com/office/drawing/2014/main" id="{7E4A9CFC-6DAB-58DB-ED74-93C739AB3079}"/>
              </a:ext>
            </a:extLst>
          </p:cNvPr>
          <p:cNvCxnSpPr/>
          <p:nvPr/>
        </p:nvCxnSpPr>
        <p:spPr>
          <a:xfrm>
            <a:off x="1926168" y="4147282"/>
            <a:ext cx="11551"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1" name="直接连接符 880">
            <a:extLst>
              <a:ext uri="{FF2B5EF4-FFF2-40B4-BE49-F238E27FC236}">
                <a16:creationId xmlns:a16="http://schemas.microsoft.com/office/drawing/2014/main" id="{D4949F3D-E331-0EDE-49D4-4B87ECCA2D78}"/>
              </a:ext>
            </a:extLst>
          </p:cNvPr>
          <p:cNvCxnSpPr/>
          <p:nvPr/>
        </p:nvCxnSpPr>
        <p:spPr>
          <a:xfrm>
            <a:off x="1937718" y="41472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2" name="直接连接符 881">
            <a:extLst>
              <a:ext uri="{FF2B5EF4-FFF2-40B4-BE49-F238E27FC236}">
                <a16:creationId xmlns:a16="http://schemas.microsoft.com/office/drawing/2014/main" id="{ACEE9258-8F9B-DB51-6EBC-1BC0F8C0D320}"/>
              </a:ext>
            </a:extLst>
          </p:cNvPr>
          <p:cNvCxnSpPr/>
          <p:nvPr/>
        </p:nvCxnSpPr>
        <p:spPr>
          <a:xfrm>
            <a:off x="196057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3" name="直接连接符 882">
            <a:extLst>
              <a:ext uri="{FF2B5EF4-FFF2-40B4-BE49-F238E27FC236}">
                <a16:creationId xmlns:a16="http://schemas.microsoft.com/office/drawing/2014/main" id="{95AEDE1D-1630-57F8-9F28-E7C2027F6F53}"/>
              </a:ext>
            </a:extLst>
          </p:cNvPr>
          <p:cNvCxnSpPr/>
          <p:nvPr/>
        </p:nvCxnSpPr>
        <p:spPr>
          <a:xfrm>
            <a:off x="2006298" y="41472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4" name="直接连接符 883">
            <a:extLst>
              <a:ext uri="{FF2B5EF4-FFF2-40B4-BE49-F238E27FC236}">
                <a16:creationId xmlns:a16="http://schemas.microsoft.com/office/drawing/2014/main" id="{F87D7C94-FB9C-2505-EC9A-2AFDB2FE8143}"/>
              </a:ext>
            </a:extLst>
          </p:cNvPr>
          <p:cNvCxnSpPr/>
          <p:nvPr/>
        </p:nvCxnSpPr>
        <p:spPr>
          <a:xfrm>
            <a:off x="202915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5" name="直接连接符 884">
            <a:extLst>
              <a:ext uri="{FF2B5EF4-FFF2-40B4-BE49-F238E27FC236}">
                <a16:creationId xmlns:a16="http://schemas.microsoft.com/office/drawing/2014/main" id="{F43C9DD4-EF1B-44AB-4699-7F926F1AA198}"/>
              </a:ext>
            </a:extLst>
          </p:cNvPr>
          <p:cNvCxnSpPr/>
          <p:nvPr/>
        </p:nvCxnSpPr>
        <p:spPr>
          <a:xfrm>
            <a:off x="209773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6" name="直接连接符 885">
            <a:extLst>
              <a:ext uri="{FF2B5EF4-FFF2-40B4-BE49-F238E27FC236}">
                <a16:creationId xmlns:a16="http://schemas.microsoft.com/office/drawing/2014/main" id="{CBD61C6E-7B8C-C74D-B3D3-765ED9F2F032}"/>
              </a:ext>
            </a:extLst>
          </p:cNvPr>
          <p:cNvCxnSpPr/>
          <p:nvPr/>
        </p:nvCxnSpPr>
        <p:spPr>
          <a:xfrm>
            <a:off x="216631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7" name="直接连接符 886">
            <a:extLst>
              <a:ext uri="{FF2B5EF4-FFF2-40B4-BE49-F238E27FC236}">
                <a16:creationId xmlns:a16="http://schemas.microsoft.com/office/drawing/2014/main" id="{E8441FC7-E5F4-5220-4293-F790DE9646E6}"/>
              </a:ext>
            </a:extLst>
          </p:cNvPr>
          <p:cNvCxnSpPr/>
          <p:nvPr/>
        </p:nvCxnSpPr>
        <p:spPr>
          <a:xfrm>
            <a:off x="2212038" y="41472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8" name="直接连接符 887">
            <a:extLst>
              <a:ext uri="{FF2B5EF4-FFF2-40B4-BE49-F238E27FC236}">
                <a16:creationId xmlns:a16="http://schemas.microsoft.com/office/drawing/2014/main" id="{9D2BBA55-3E0F-7CD1-DF12-AC32F0C508D9}"/>
              </a:ext>
            </a:extLst>
          </p:cNvPr>
          <p:cNvCxnSpPr/>
          <p:nvPr/>
        </p:nvCxnSpPr>
        <p:spPr>
          <a:xfrm>
            <a:off x="223489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89" name="直接连接符 888">
            <a:extLst>
              <a:ext uri="{FF2B5EF4-FFF2-40B4-BE49-F238E27FC236}">
                <a16:creationId xmlns:a16="http://schemas.microsoft.com/office/drawing/2014/main" id="{848E5ECB-2A3D-2785-61A7-D1FBB30EB978}"/>
              </a:ext>
            </a:extLst>
          </p:cNvPr>
          <p:cNvCxnSpPr/>
          <p:nvPr/>
        </p:nvCxnSpPr>
        <p:spPr>
          <a:xfrm>
            <a:off x="230347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0" name="直接连接符 889">
            <a:extLst>
              <a:ext uri="{FF2B5EF4-FFF2-40B4-BE49-F238E27FC236}">
                <a16:creationId xmlns:a16="http://schemas.microsoft.com/office/drawing/2014/main" id="{8B28AFD5-FD32-291B-9088-A20B33B173F4}"/>
              </a:ext>
            </a:extLst>
          </p:cNvPr>
          <p:cNvCxnSpPr/>
          <p:nvPr/>
        </p:nvCxnSpPr>
        <p:spPr>
          <a:xfrm>
            <a:off x="2349198" y="41472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1" name="直接连接符 890">
            <a:extLst>
              <a:ext uri="{FF2B5EF4-FFF2-40B4-BE49-F238E27FC236}">
                <a16:creationId xmlns:a16="http://schemas.microsoft.com/office/drawing/2014/main" id="{BEC1231F-BA0D-C956-0D0D-0EA2C840B556}"/>
              </a:ext>
            </a:extLst>
          </p:cNvPr>
          <p:cNvCxnSpPr/>
          <p:nvPr/>
        </p:nvCxnSpPr>
        <p:spPr>
          <a:xfrm>
            <a:off x="237205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2" name="直接连接符 891">
            <a:extLst>
              <a:ext uri="{FF2B5EF4-FFF2-40B4-BE49-F238E27FC236}">
                <a16:creationId xmlns:a16="http://schemas.microsoft.com/office/drawing/2014/main" id="{45CF9485-53A4-05D4-A43D-A08C02EBD6BC}"/>
              </a:ext>
            </a:extLst>
          </p:cNvPr>
          <p:cNvCxnSpPr/>
          <p:nvPr/>
        </p:nvCxnSpPr>
        <p:spPr>
          <a:xfrm>
            <a:off x="2417778" y="41472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3" name="直接连接符 892">
            <a:extLst>
              <a:ext uri="{FF2B5EF4-FFF2-40B4-BE49-F238E27FC236}">
                <a16:creationId xmlns:a16="http://schemas.microsoft.com/office/drawing/2014/main" id="{FC121C97-15F2-22E0-73BF-0368D39440CB}"/>
              </a:ext>
            </a:extLst>
          </p:cNvPr>
          <p:cNvCxnSpPr/>
          <p:nvPr/>
        </p:nvCxnSpPr>
        <p:spPr>
          <a:xfrm>
            <a:off x="244063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4" name="直接连接符 893">
            <a:extLst>
              <a:ext uri="{FF2B5EF4-FFF2-40B4-BE49-F238E27FC236}">
                <a16:creationId xmlns:a16="http://schemas.microsoft.com/office/drawing/2014/main" id="{07DACC15-E21D-13BD-CF48-6B84DE640A35}"/>
              </a:ext>
            </a:extLst>
          </p:cNvPr>
          <p:cNvCxnSpPr/>
          <p:nvPr/>
        </p:nvCxnSpPr>
        <p:spPr>
          <a:xfrm>
            <a:off x="250921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5" name="直接连接符 894">
            <a:extLst>
              <a:ext uri="{FF2B5EF4-FFF2-40B4-BE49-F238E27FC236}">
                <a16:creationId xmlns:a16="http://schemas.microsoft.com/office/drawing/2014/main" id="{CC4905D4-2C23-4FB6-0ABE-0E99180096E6}"/>
              </a:ext>
            </a:extLst>
          </p:cNvPr>
          <p:cNvCxnSpPr/>
          <p:nvPr/>
        </p:nvCxnSpPr>
        <p:spPr>
          <a:xfrm>
            <a:off x="2554938" y="41472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6" name="直接连接符 895">
            <a:extLst>
              <a:ext uri="{FF2B5EF4-FFF2-40B4-BE49-F238E27FC236}">
                <a16:creationId xmlns:a16="http://schemas.microsoft.com/office/drawing/2014/main" id="{C14261D5-00B3-CFC1-919B-47930E0F9269}"/>
              </a:ext>
            </a:extLst>
          </p:cNvPr>
          <p:cNvCxnSpPr/>
          <p:nvPr/>
        </p:nvCxnSpPr>
        <p:spPr>
          <a:xfrm>
            <a:off x="257779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7" name="直接连接符 896">
            <a:extLst>
              <a:ext uri="{FF2B5EF4-FFF2-40B4-BE49-F238E27FC236}">
                <a16:creationId xmlns:a16="http://schemas.microsoft.com/office/drawing/2014/main" id="{8EBA5D96-EA4B-E5C9-FDA2-B63C23346C08}"/>
              </a:ext>
            </a:extLst>
          </p:cNvPr>
          <p:cNvCxnSpPr/>
          <p:nvPr/>
        </p:nvCxnSpPr>
        <p:spPr>
          <a:xfrm>
            <a:off x="264637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8" name="直接连接符 897">
            <a:extLst>
              <a:ext uri="{FF2B5EF4-FFF2-40B4-BE49-F238E27FC236}">
                <a16:creationId xmlns:a16="http://schemas.microsoft.com/office/drawing/2014/main" id="{A2B5CAC8-C7F9-1BDA-434F-B86CF56D03AF}"/>
              </a:ext>
            </a:extLst>
          </p:cNvPr>
          <p:cNvCxnSpPr/>
          <p:nvPr/>
        </p:nvCxnSpPr>
        <p:spPr>
          <a:xfrm>
            <a:off x="2692098" y="41472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899" name="直接连接符 898">
            <a:extLst>
              <a:ext uri="{FF2B5EF4-FFF2-40B4-BE49-F238E27FC236}">
                <a16:creationId xmlns:a16="http://schemas.microsoft.com/office/drawing/2014/main" id="{7481DBEF-91A5-C533-EB9F-E5607A816F96}"/>
              </a:ext>
            </a:extLst>
          </p:cNvPr>
          <p:cNvCxnSpPr/>
          <p:nvPr/>
        </p:nvCxnSpPr>
        <p:spPr>
          <a:xfrm>
            <a:off x="271495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0" name="直接连接符 899">
            <a:extLst>
              <a:ext uri="{FF2B5EF4-FFF2-40B4-BE49-F238E27FC236}">
                <a16:creationId xmlns:a16="http://schemas.microsoft.com/office/drawing/2014/main" id="{395F4AAE-BD88-5A58-60DB-78260170A7DA}"/>
              </a:ext>
            </a:extLst>
          </p:cNvPr>
          <p:cNvCxnSpPr/>
          <p:nvPr/>
        </p:nvCxnSpPr>
        <p:spPr>
          <a:xfrm>
            <a:off x="2760678" y="41472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1" name="直接连接符 900">
            <a:extLst>
              <a:ext uri="{FF2B5EF4-FFF2-40B4-BE49-F238E27FC236}">
                <a16:creationId xmlns:a16="http://schemas.microsoft.com/office/drawing/2014/main" id="{DF462E22-8745-1523-05E0-CBE155934DB1}"/>
              </a:ext>
            </a:extLst>
          </p:cNvPr>
          <p:cNvCxnSpPr/>
          <p:nvPr/>
        </p:nvCxnSpPr>
        <p:spPr>
          <a:xfrm>
            <a:off x="278353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2" name="直接连接符 901">
            <a:extLst>
              <a:ext uri="{FF2B5EF4-FFF2-40B4-BE49-F238E27FC236}">
                <a16:creationId xmlns:a16="http://schemas.microsoft.com/office/drawing/2014/main" id="{E57E7C1A-5A5F-30E4-8A26-90D30497BA8A}"/>
              </a:ext>
            </a:extLst>
          </p:cNvPr>
          <p:cNvCxnSpPr/>
          <p:nvPr/>
        </p:nvCxnSpPr>
        <p:spPr>
          <a:xfrm>
            <a:off x="285211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3" name="直接连接符 902">
            <a:extLst>
              <a:ext uri="{FF2B5EF4-FFF2-40B4-BE49-F238E27FC236}">
                <a16:creationId xmlns:a16="http://schemas.microsoft.com/office/drawing/2014/main" id="{B699ECCC-34CA-B87C-FC61-D2CC9FB96145}"/>
              </a:ext>
            </a:extLst>
          </p:cNvPr>
          <p:cNvCxnSpPr/>
          <p:nvPr/>
        </p:nvCxnSpPr>
        <p:spPr>
          <a:xfrm>
            <a:off x="2920698" y="41472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4" name="直接连接符 903">
            <a:extLst>
              <a:ext uri="{FF2B5EF4-FFF2-40B4-BE49-F238E27FC236}">
                <a16:creationId xmlns:a16="http://schemas.microsoft.com/office/drawing/2014/main" id="{7B43BC14-E62C-20C9-93C7-A53551B15A12}"/>
              </a:ext>
            </a:extLst>
          </p:cNvPr>
          <p:cNvCxnSpPr/>
          <p:nvPr/>
        </p:nvCxnSpPr>
        <p:spPr>
          <a:xfrm>
            <a:off x="2989279" y="4147282"/>
            <a:ext cx="16389"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5" name="直接连接符 904">
            <a:extLst>
              <a:ext uri="{FF2B5EF4-FFF2-40B4-BE49-F238E27FC236}">
                <a16:creationId xmlns:a16="http://schemas.microsoft.com/office/drawing/2014/main" id="{216E837C-70BA-707C-BB81-52255F4A58E9}"/>
              </a:ext>
            </a:extLst>
          </p:cNvPr>
          <p:cNvCxnSpPr/>
          <p:nvPr/>
        </p:nvCxnSpPr>
        <p:spPr>
          <a:xfrm flipV="1">
            <a:off x="3005667" y="4146744"/>
            <a:ext cx="29326" cy="538"/>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6" name="直接连接符 905">
            <a:extLst>
              <a:ext uri="{FF2B5EF4-FFF2-40B4-BE49-F238E27FC236}">
                <a16:creationId xmlns:a16="http://schemas.microsoft.com/office/drawing/2014/main" id="{BC0E6376-D58B-C0B3-724C-EDEC79E8318D}"/>
              </a:ext>
            </a:extLst>
          </p:cNvPr>
          <p:cNvCxnSpPr/>
          <p:nvPr/>
        </p:nvCxnSpPr>
        <p:spPr>
          <a:xfrm>
            <a:off x="3034993" y="414674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7" name="直接连接符 906">
            <a:extLst>
              <a:ext uri="{FF2B5EF4-FFF2-40B4-BE49-F238E27FC236}">
                <a16:creationId xmlns:a16="http://schemas.microsoft.com/office/drawing/2014/main" id="{ACE1169D-C0E3-C658-E989-C42C8325A28C}"/>
              </a:ext>
            </a:extLst>
          </p:cNvPr>
          <p:cNvCxnSpPr/>
          <p:nvPr/>
        </p:nvCxnSpPr>
        <p:spPr>
          <a:xfrm flipV="1">
            <a:off x="3057849" y="4145487"/>
            <a:ext cx="45712" cy="838"/>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8" name="直接连接符 907">
            <a:extLst>
              <a:ext uri="{FF2B5EF4-FFF2-40B4-BE49-F238E27FC236}">
                <a16:creationId xmlns:a16="http://schemas.microsoft.com/office/drawing/2014/main" id="{DB5EB880-B7F0-9FB4-B6CB-25174889DBBF}"/>
              </a:ext>
            </a:extLst>
          </p:cNvPr>
          <p:cNvCxnSpPr/>
          <p:nvPr/>
        </p:nvCxnSpPr>
        <p:spPr>
          <a:xfrm>
            <a:off x="3103561" y="4145487"/>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09" name="直接连接符 908">
            <a:extLst>
              <a:ext uri="{FF2B5EF4-FFF2-40B4-BE49-F238E27FC236}">
                <a16:creationId xmlns:a16="http://schemas.microsoft.com/office/drawing/2014/main" id="{5E81ACBF-C733-3BDB-902D-47A20CD6610B}"/>
              </a:ext>
            </a:extLst>
          </p:cNvPr>
          <p:cNvCxnSpPr/>
          <p:nvPr/>
        </p:nvCxnSpPr>
        <p:spPr>
          <a:xfrm flipV="1">
            <a:off x="3126418" y="4144230"/>
            <a:ext cx="45713" cy="838"/>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0" name="直接连接符 909">
            <a:extLst>
              <a:ext uri="{FF2B5EF4-FFF2-40B4-BE49-F238E27FC236}">
                <a16:creationId xmlns:a16="http://schemas.microsoft.com/office/drawing/2014/main" id="{41C546F0-83E2-1545-CFBB-FDE86951F985}"/>
              </a:ext>
            </a:extLst>
          </p:cNvPr>
          <p:cNvCxnSpPr/>
          <p:nvPr/>
        </p:nvCxnSpPr>
        <p:spPr>
          <a:xfrm flipV="1">
            <a:off x="3194986" y="4142973"/>
            <a:ext cx="45712" cy="839"/>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1" name="直接连接符 910">
            <a:extLst>
              <a:ext uri="{FF2B5EF4-FFF2-40B4-BE49-F238E27FC236}">
                <a16:creationId xmlns:a16="http://schemas.microsoft.com/office/drawing/2014/main" id="{B037DF3C-3414-7726-34E4-B6C589512A41}"/>
              </a:ext>
            </a:extLst>
          </p:cNvPr>
          <p:cNvCxnSpPr/>
          <p:nvPr/>
        </p:nvCxnSpPr>
        <p:spPr>
          <a:xfrm flipV="1">
            <a:off x="3263555" y="4141715"/>
            <a:ext cx="45713" cy="838"/>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2" name="直接连接符 911">
            <a:extLst>
              <a:ext uri="{FF2B5EF4-FFF2-40B4-BE49-F238E27FC236}">
                <a16:creationId xmlns:a16="http://schemas.microsoft.com/office/drawing/2014/main" id="{AE013891-F6D2-32E1-015E-3B1D0686004F}"/>
              </a:ext>
            </a:extLst>
          </p:cNvPr>
          <p:cNvCxnSpPr/>
          <p:nvPr/>
        </p:nvCxnSpPr>
        <p:spPr>
          <a:xfrm flipV="1">
            <a:off x="3332124" y="4140684"/>
            <a:ext cx="33377" cy="612"/>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3" name="直接连接符 912">
            <a:extLst>
              <a:ext uri="{FF2B5EF4-FFF2-40B4-BE49-F238E27FC236}">
                <a16:creationId xmlns:a16="http://schemas.microsoft.com/office/drawing/2014/main" id="{D1CF158A-4F8C-4C10-C4E2-D408391D2267}"/>
              </a:ext>
            </a:extLst>
          </p:cNvPr>
          <p:cNvCxnSpPr/>
          <p:nvPr/>
        </p:nvCxnSpPr>
        <p:spPr>
          <a:xfrm>
            <a:off x="3365501" y="4140684"/>
            <a:ext cx="12337"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4" name="直接连接符 913">
            <a:extLst>
              <a:ext uri="{FF2B5EF4-FFF2-40B4-BE49-F238E27FC236}">
                <a16:creationId xmlns:a16="http://schemas.microsoft.com/office/drawing/2014/main" id="{5051644A-ED52-FA53-C706-19A7C736A634}"/>
              </a:ext>
            </a:extLst>
          </p:cNvPr>
          <p:cNvCxnSpPr/>
          <p:nvPr/>
        </p:nvCxnSpPr>
        <p:spPr>
          <a:xfrm>
            <a:off x="337783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5" name="直接连接符 914">
            <a:extLst>
              <a:ext uri="{FF2B5EF4-FFF2-40B4-BE49-F238E27FC236}">
                <a16:creationId xmlns:a16="http://schemas.microsoft.com/office/drawing/2014/main" id="{B68E122E-2AE8-0FD8-A11F-5057F1E14FFC}"/>
              </a:ext>
            </a:extLst>
          </p:cNvPr>
          <p:cNvCxnSpPr/>
          <p:nvPr/>
        </p:nvCxnSpPr>
        <p:spPr>
          <a:xfrm>
            <a:off x="340069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6" name="直接连接符 915">
            <a:extLst>
              <a:ext uri="{FF2B5EF4-FFF2-40B4-BE49-F238E27FC236}">
                <a16:creationId xmlns:a16="http://schemas.microsoft.com/office/drawing/2014/main" id="{ED756923-A05F-3D22-A062-A4DA60463D09}"/>
              </a:ext>
            </a:extLst>
          </p:cNvPr>
          <p:cNvCxnSpPr/>
          <p:nvPr/>
        </p:nvCxnSpPr>
        <p:spPr>
          <a:xfrm>
            <a:off x="346927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7" name="直接连接符 916">
            <a:extLst>
              <a:ext uri="{FF2B5EF4-FFF2-40B4-BE49-F238E27FC236}">
                <a16:creationId xmlns:a16="http://schemas.microsoft.com/office/drawing/2014/main" id="{240E6B1E-DF89-2572-87E2-850D78059B02}"/>
              </a:ext>
            </a:extLst>
          </p:cNvPr>
          <p:cNvCxnSpPr/>
          <p:nvPr/>
        </p:nvCxnSpPr>
        <p:spPr>
          <a:xfrm>
            <a:off x="351499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8" name="直接连接符 917">
            <a:extLst>
              <a:ext uri="{FF2B5EF4-FFF2-40B4-BE49-F238E27FC236}">
                <a16:creationId xmlns:a16="http://schemas.microsoft.com/office/drawing/2014/main" id="{E7182975-0B62-06A4-0AB4-02AE3659B928}"/>
              </a:ext>
            </a:extLst>
          </p:cNvPr>
          <p:cNvCxnSpPr/>
          <p:nvPr/>
        </p:nvCxnSpPr>
        <p:spPr>
          <a:xfrm>
            <a:off x="353785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19" name="直接连接符 918">
            <a:extLst>
              <a:ext uri="{FF2B5EF4-FFF2-40B4-BE49-F238E27FC236}">
                <a16:creationId xmlns:a16="http://schemas.microsoft.com/office/drawing/2014/main" id="{A1ED06B2-72C8-C6B2-E857-BDAD29A098FF}"/>
              </a:ext>
            </a:extLst>
          </p:cNvPr>
          <p:cNvCxnSpPr/>
          <p:nvPr/>
        </p:nvCxnSpPr>
        <p:spPr>
          <a:xfrm>
            <a:off x="358357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0" name="直接连接符 919">
            <a:extLst>
              <a:ext uri="{FF2B5EF4-FFF2-40B4-BE49-F238E27FC236}">
                <a16:creationId xmlns:a16="http://schemas.microsoft.com/office/drawing/2014/main" id="{133BE1F8-25C4-5744-2D6A-8F67FC5FD03F}"/>
              </a:ext>
            </a:extLst>
          </p:cNvPr>
          <p:cNvCxnSpPr/>
          <p:nvPr/>
        </p:nvCxnSpPr>
        <p:spPr>
          <a:xfrm>
            <a:off x="360643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1" name="直接连接符 920">
            <a:extLst>
              <a:ext uri="{FF2B5EF4-FFF2-40B4-BE49-F238E27FC236}">
                <a16:creationId xmlns:a16="http://schemas.microsoft.com/office/drawing/2014/main" id="{10BB691A-DF2D-C774-EE44-05A6ABD9ACA6}"/>
              </a:ext>
            </a:extLst>
          </p:cNvPr>
          <p:cNvCxnSpPr/>
          <p:nvPr/>
        </p:nvCxnSpPr>
        <p:spPr>
          <a:xfrm>
            <a:off x="365215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2" name="直接连接符 921">
            <a:extLst>
              <a:ext uri="{FF2B5EF4-FFF2-40B4-BE49-F238E27FC236}">
                <a16:creationId xmlns:a16="http://schemas.microsoft.com/office/drawing/2014/main" id="{4F48F70A-D565-FC37-D992-AD2FCBB84549}"/>
              </a:ext>
            </a:extLst>
          </p:cNvPr>
          <p:cNvCxnSpPr/>
          <p:nvPr/>
        </p:nvCxnSpPr>
        <p:spPr>
          <a:xfrm>
            <a:off x="367501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3" name="直接连接符 922">
            <a:extLst>
              <a:ext uri="{FF2B5EF4-FFF2-40B4-BE49-F238E27FC236}">
                <a16:creationId xmlns:a16="http://schemas.microsoft.com/office/drawing/2014/main" id="{97D94302-65D1-DB15-2A40-60CD635B73A3}"/>
              </a:ext>
            </a:extLst>
          </p:cNvPr>
          <p:cNvCxnSpPr/>
          <p:nvPr/>
        </p:nvCxnSpPr>
        <p:spPr>
          <a:xfrm>
            <a:off x="372073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4" name="直接连接符 923">
            <a:extLst>
              <a:ext uri="{FF2B5EF4-FFF2-40B4-BE49-F238E27FC236}">
                <a16:creationId xmlns:a16="http://schemas.microsoft.com/office/drawing/2014/main" id="{D30705FF-0FCC-8E6F-EB8E-973373DBAD28}"/>
              </a:ext>
            </a:extLst>
          </p:cNvPr>
          <p:cNvCxnSpPr/>
          <p:nvPr/>
        </p:nvCxnSpPr>
        <p:spPr>
          <a:xfrm>
            <a:off x="374359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5" name="直接连接符 924">
            <a:extLst>
              <a:ext uri="{FF2B5EF4-FFF2-40B4-BE49-F238E27FC236}">
                <a16:creationId xmlns:a16="http://schemas.microsoft.com/office/drawing/2014/main" id="{BAD1CD80-CA1B-0036-FB7B-AA044109D718}"/>
              </a:ext>
            </a:extLst>
          </p:cNvPr>
          <p:cNvCxnSpPr/>
          <p:nvPr/>
        </p:nvCxnSpPr>
        <p:spPr>
          <a:xfrm>
            <a:off x="378931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6" name="直接连接符 925">
            <a:extLst>
              <a:ext uri="{FF2B5EF4-FFF2-40B4-BE49-F238E27FC236}">
                <a16:creationId xmlns:a16="http://schemas.microsoft.com/office/drawing/2014/main" id="{4E861CC4-A8C2-BA9D-4DAF-06A315C10993}"/>
              </a:ext>
            </a:extLst>
          </p:cNvPr>
          <p:cNvCxnSpPr/>
          <p:nvPr/>
        </p:nvCxnSpPr>
        <p:spPr>
          <a:xfrm>
            <a:off x="381217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7" name="直接连接符 926">
            <a:extLst>
              <a:ext uri="{FF2B5EF4-FFF2-40B4-BE49-F238E27FC236}">
                <a16:creationId xmlns:a16="http://schemas.microsoft.com/office/drawing/2014/main" id="{1A6B57DF-7FBE-4566-1F4F-2347BCB31B63}"/>
              </a:ext>
            </a:extLst>
          </p:cNvPr>
          <p:cNvCxnSpPr/>
          <p:nvPr/>
        </p:nvCxnSpPr>
        <p:spPr>
          <a:xfrm>
            <a:off x="385789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8" name="直接连接符 927">
            <a:extLst>
              <a:ext uri="{FF2B5EF4-FFF2-40B4-BE49-F238E27FC236}">
                <a16:creationId xmlns:a16="http://schemas.microsoft.com/office/drawing/2014/main" id="{3986E7A2-9508-2091-D1A9-8C37390BFD33}"/>
              </a:ext>
            </a:extLst>
          </p:cNvPr>
          <p:cNvCxnSpPr/>
          <p:nvPr/>
        </p:nvCxnSpPr>
        <p:spPr>
          <a:xfrm>
            <a:off x="388075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29" name="直接连接符 928">
            <a:extLst>
              <a:ext uri="{FF2B5EF4-FFF2-40B4-BE49-F238E27FC236}">
                <a16:creationId xmlns:a16="http://schemas.microsoft.com/office/drawing/2014/main" id="{6051C4D0-D51E-F263-1D4A-876C7D5A0E48}"/>
              </a:ext>
            </a:extLst>
          </p:cNvPr>
          <p:cNvCxnSpPr/>
          <p:nvPr/>
        </p:nvCxnSpPr>
        <p:spPr>
          <a:xfrm>
            <a:off x="392647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0" name="直接连接符 929">
            <a:extLst>
              <a:ext uri="{FF2B5EF4-FFF2-40B4-BE49-F238E27FC236}">
                <a16:creationId xmlns:a16="http://schemas.microsoft.com/office/drawing/2014/main" id="{BC234A7B-334E-D657-1592-B4DCECD731B8}"/>
              </a:ext>
            </a:extLst>
          </p:cNvPr>
          <p:cNvCxnSpPr/>
          <p:nvPr/>
        </p:nvCxnSpPr>
        <p:spPr>
          <a:xfrm>
            <a:off x="394933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1" name="直接连接符 930">
            <a:extLst>
              <a:ext uri="{FF2B5EF4-FFF2-40B4-BE49-F238E27FC236}">
                <a16:creationId xmlns:a16="http://schemas.microsoft.com/office/drawing/2014/main" id="{BC0C1143-AEFB-4FDF-6660-E82F94CD0B2C}"/>
              </a:ext>
            </a:extLst>
          </p:cNvPr>
          <p:cNvCxnSpPr/>
          <p:nvPr/>
        </p:nvCxnSpPr>
        <p:spPr>
          <a:xfrm>
            <a:off x="401791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2" name="直接连接符 931">
            <a:extLst>
              <a:ext uri="{FF2B5EF4-FFF2-40B4-BE49-F238E27FC236}">
                <a16:creationId xmlns:a16="http://schemas.microsoft.com/office/drawing/2014/main" id="{A5CF7DCC-84ED-F5BF-66DF-1B2866BE8458}"/>
              </a:ext>
            </a:extLst>
          </p:cNvPr>
          <p:cNvCxnSpPr/>
          <p:nvPr/>
        </p:nvCxnSpPr>
        <p:spPr>
          <a:xfrm>
            <a:off x="406363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3" name="直接连接符 932">
            <a:extLst>
              <a:ext uri="{FF2B5EF4-FFF2-40B4-BE49-F238E27FC236}">
                <a16:creationId xmlns:a16="http://schemas.microsoft.com/office/drawing/2014/main" id="{E39C6B9D-5640-AAC4-BBA5-EE7E072C99B2}"/>
              </a:ext>
            </a:extLst>
          </p:cNvPr>
          <p:cNvCxnSpPr/>
          <p:nvPr/>
        </p:nvCxnSpPr>
        <p:spPr>
          <a:xfrm>
            <a:off x="408649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4" name="直接连接符 933">
            <a:extLst>
              <a:ext uri="{FF2B5EF4-FFF2-40B4-BE49-F238E27FC236}">
                <a16:creationId xmlns:a16="http://schemas.microsoft.com/office/drawing/2014/main" id="{9668B4C8-992B-C51C-CC03-72C6DC979DFB}"/>
              </a:ext>
            </a:extLst>
          </p:cNvPr>
          <p:cNvCxnSpPr/>
          <p:nvPr/>
        </p:nvCxnSpPr>
        <p:spPr>
          <a:xfrm>
            <a:off x="413221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5" name="直接连接符 934">
            <a:extLst>
              <a:ext uri="{FF2B5EF4-FFF2-40B4-BE49-F238E27FC236}">
                <a16:creationId xmlns:a16="http://schemas.microsoft.com/office/drawing/2014/main" id="{610D4083-6026-B764-D1D4-0DEDC71C58DD}"/>
              </a:ext>
            </a:extLst>
          </p:cNvPr>
          <p:cNvCxnSpPr/>
          <p:nvPr/>
        </p:nvCxnSpPr>
        <p:spPr>
          <a:xfrm>
            <a:off x="415507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6" name="直接连接符 935">
            <a:extLst>
              <a:ext uri="{FF2B5EF4-FFF2-40B4-BE49-F238E27FC236}">
                <a16:creationId xmlns:a16="http://schemas.microsoft.com/office/drawing/2014/main" id="{55396094-EF4F-F2F0-AC32-71014FC8F4C0}"/>
              </a:ext>
            </a:extLst>
          </p:cNvPr>
          <p:cNvCxnSpPr/>
          <p:nvPr/>
        </p:nvCxnSpPr>
        <p:spPr>
          <a:xfrm>
            <a:off x="420079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7" name="直接连接符 936">
            <a:extLst>
              <a:ext uri="{FF2B5EF4-FFF2-40B4-BE49-F238E27FC236}">
                <a16:creationId xmlns:a16="http://schemas.microsoft.com/office/drawing/2014/main" id="{5AC33B32-5FEE-4370-8E3F-DF41AB267137}"/>
              </a:ext>
            </a:extLst>
          </p:cNvPr>
          <p:cNvCxnSpPr/>
          <p:nvPr/>
        </p:nvCxnSpPr>
        <p:spPr>
          <a:xfrm>
            <a:off x="422365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8" name="直接连接符 937">
            <a:extLst>
              <a:ext uri="{FF2B5EF4-FFF2-40B4-BE49-F238E27FC236}">
                <a16:creationId xmlns:a16="http://schemas.microsoft.com/office/drawing/2014/main" id="{26BF073B-5A1E-383F-23D7-8FD8A971DEF7}"/>
              </a:ext>
            </a:extLst>
          </p:cNvPr>
          <p:cNvCxnSpPr/>
          <p:nvPr/>
        </p:nvCxnSpPr>
        <p:spPr>
          <a:xfrm>
            <a:off x="429223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39" name="直接连接符 938">
            <a:extLst>
              <a:ext uri="{FF2B5EF4-FFF2-40B4-BE49-F238E27FC236}">
                <a16:creationId xmlns:a16="http://schemas.microsoft.com/office/drawing/2014/main" id="{FC9E3ECE-DC45-BC74-32FA-243B0498DEDD}"/>
              </a:ext>
            </a:extLst>
          </p:cNvPr>
          <p:cNvCxnSpPr/>
          <p:nvPr/>
        </p:nvCxnSpPr>
        <p:spPr>
          <a:xfrm>
            <a:off x="4360817" y="4140684"/>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40" name="直接连接符 939">
            <a:extLst>
              <a:ext uri="{FF2B5EF4-FFF2-40B4-BE49-F238E27FC236}">
                <a16:creationId xmlns:a16="http://schemas.microsoft.com/office/drawing/2014/main" id="{0BF968F0-44E8-B12C-8C03-9CFEAF035995}"/>
              </a:ext>
            </a:extLst>
          </p:cNvPr>
          <p:cNvCxnSpPr/>
          <p:nvPr/>
        </p:nvCxnSpPr>
        <p:spPr>
          <a:xfrm>
            <a:off x="4406537" y="4140684"/>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41" name="直接连接符 940">
            <a:extLst>
              <a:ext uri="{FF2B5EF4-FFF2-40B4-BE49-F238E27FC236}">
                <a16:creationId xmlns:a16="http://schemas.microsoft.com/office/drawing/2014/main" id="{FF423D18-065D-5925-B99C-B833FC4C28BE}"/>
              </a:ext>
            </a:extLst>
          </p:cNvPr>
          <p:cNvCxnSpPr/>
          <p:nvPr/>
        </p:nvCxnSpPr>
        <p:spPr>
          <a:xfrm>
            <a:off x="4429398" y="4140684"/>
            <a:ext cx="1560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sp>
        <p:nvSpPr>
          <p:cNvPr id="942" name="矩形 941">
            <a:extLst>
              <a:ext uri="{FF2B5EF4-FFF2-40B4-BE49-F238E27FC236}">
                <a16:creationId xmlns:a16="http://schemas.microsoft.com/office/drawing/2014/main" id="{B8CE1F3F-D0FB-0E33-0335-E96F059A5E7C}"/>
              </a:ext>
            </a:extLst>
          </p:cNvPr>
          <p:cNvSpPr/>
          <p:nvPr/>
        </p:nvSpPr>
        <p:spPr>
          <a:xfrm>
            <a:off x="1189674" y="4150247"/>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3" name="矩形 942">
            <a:extLst>
              <a:ext uri="{FF2B5EF4-FFF2-40B4-BE49-F238E27FC236}">
                <a16:creationId xmlns:a16="http://schemas.microsoft.com/office/drawing/2014/main" id="{BE55110A-31E3-A544-7031-F4761075B53F}"/>
              </a:ext>
            </a:extLst>
          </p:cNvPr>
          <p:cNvSpPr/>
          <p:nvPr/>
        </p:nvSpPr>
        <p:spPr>
          <a:xfrm>
            <a:off x="1549507" y="4137053"/>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4" name="矩形 943">
            <a:extLst>
              <a:ext uri="{FF2B5EF4-FFF2-40B4-BE49-F238E27FC236}">
                <a16:creationId xmlns:a16="http://schemas.microsoft.com/office/drawing/2014/main" id="{0A956F30-4547-B5EE-FC0D-FA4C9EB5C052}"/>
              </a:ext>
            </a:extLst>
          </p:cNvPr>
          <p:cNvSpPr/>
          <p:nvPr/>
        </p:nvSpPr>
        <p:spPr>
          <a:xfrm>
            <a:off x="1909340" y="41304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5" name="矩形 944">
            <a:extLst>
              <a:ext uri="{FF2B5EF4-FFF2-40B4-BE49-F238E27FC236}">
                <a16:creationId xmlns:a16="http://schemas.microsoft.com/office/drawing/2014/main" id="{D67454D3-542E-384A-8DEC-7A8438888CFC}"/>
              </a:ext>
            </a:extLst>
          </p:cNvPr>
          <p:cNvSpPr/>
          <p:nvPr/>
        </p:nvSpPr>
        <p:spPr>
          <a:xfrm>
            <a:off x="2269173" y="4130455"/>
            <a:ext cx="33654"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6" name="矩形 945">
            <a:extLst>
              <a:ext uri="{FF2B5EF4-FFF2-40B4-BE49-F238E27FC236}">
                <a16:creationId xmlns:a16="http://schemas.microsoft.com/office/drawing/2014/main" id="{D0414A6A-B081-8361-83CF-070F3F263A9B}"/>
              </a:ext>
            </a:extLst>
          </p:cNvPr>
          <p:cNvSpPr/>
          <p:nvPr/>
        </p:nvSpPr>
        <p:spPr>
          <a:xfrm>
            <a:off x="2629007" y="41304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7" name="矩形 946">
            <a:extLst>
              <a:ext uri="{FF2B5EF4-FFF2-40B4-BE49-F238E27FC236}">
                <a16:creationId xmlns:a16="http://schemas.microsoft.com/office/drawing/2014/main" id="{0841CE0A-7002-9D07-7C57-1BBCC9B20D8A}"/>
              </a:ext>
            </a:extLst>
          </p:cNvPr>
          <p:cNvSpPr/>
          <p:nvPr/>
        </p:nvSpPr>
        <p:spPr>
          <a:xfrm>
            <a:off x="2988840" y="41304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8" name="矩形 947">
            <a:extLst>
              <a:ext uri="{FF2B5EF4-FFF2-40B4-BE49-F238E27FC236}">
                <a16:creationId xmlns:a16="http://schemas.microsoft.com/office/drawing/2014/main" id="{CF6268F8-F423-BA4D-1E88-97E6E6DA5CFD}"/>
              </a:ext>
            </a:extLst>
          </p:cNvPr>
          <p:cNvSpPr/>
          <p:nvPr/>
        </p:nvSpPr>
        <p:spPr>
          <a:xfrm>
            <a:off x="3348673" y="4123858"/>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9" name="矩形 948">
            <a:extLst>
              <a:ext uri="{FF2B5EF4-FFF2-40B4-BE49-F238E27FC236}">
                <a16:creationId xmlns:a16="http://schemas.microsoft.com/office/drawing/2014/main" id="{AFFF22AB-BA37-870D-A6EF-D12CFC23A191}"/>
              </a:ext>
            </a:extLst>
          </p:cNvPr>
          <p:cNvSpPr/>
          <p:nvPr/>
        </p:nvSpPr>
        <p:spPr>
          <a:xfrm>
            <a:off x="3708507" y="4123858"/>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0" name="矩形 949">
            <a:extLst>
              <a:ext uri="{FF2B5EF4-FFF2-40B4-BE49-F238E27FC236}">
                <a16:creationId xmlns:a16="http://schemas.microsoft.com/office/drawing/2014/main" id="{A93F97D1-8FEE-9D02-4121-AEC8B1D8BEC7}"/>
              </a:ext>
            </a:extLst>
          </p:cNvPr>
          <p:cNvSpPr/>
          <p:nvPr/>
        </p:nvSpPr>
        <p:spPr>
          <a:xfrm>
            <a:off x="4068340" y="4123858"/>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1" name="矩形 950">
            <a:extLst>
              <a:ext uri="{FF2B5EF4-FFF2-40B4-BE49-F238E27FC236}">
                <a16:creationId xmlns:a16="http://schemas.microsoft.com/office/drawing/2014/main" id="{F172036D-1FA0-6FF2-0046-E24A071E9983}"/>
              </a:ext>
            </a:extLst>
          </p:cNvPr>
          <p:cNvSpPr/>
          <p:nvPr/>
        </p:nvSpPr>
        <p:spPr>
          <a:xfrm>
            <a:off x="4428173" y="4123858"/>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2" name="直接连接符 951">
            <a:extLst>
              <a:ext uri="{FF2B5EF4-FFF2-40B4-BE49-F238E27FC236}">
                <a16:creationId xmlns:a16="http://schemas.microsoft.com/office/drawing/2014/main" id="{6E92D8A7-9C44-4395-5C3B-FD2614EFBAD7}"/>
              </a:ext>
            </a:extLst>
          </p:cNvPr>
          <p:cNvCxnSpPr/>
          <p:nvPr/>
        </p:nvCxnSpPr>
        <p:spPr>
          <a:xfrm>
            <a:off x="4749800" y="4101941"/>
            <a:ext cx="21590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953" name="椭圆 952">
            <a:extLst>
              <a:ext uri="{FF2B5EF4-FFF2-40B4-BE49-F238E27FC236}">
                <a16:creationId xmlns:a16="http://schemas.microsoft.com/office/drawing/2014/main" id="{1D38CA90-EA1D-644C-2B7C-A42801CD04AF}"/>
              </a:ext>
            </a:extLst>
          </p:cNvPr>
          <p:cNvSpPr/>
          <p:nvPr/>
        </p:nvSpPr>
        <p:spPr>
          <a:xfrm>
            <a:off x="4841558" y="4085750"/>
            <a:ext cx="32384" cy="3238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4" name="文本框 953">
            <a:extLst>
              <a:ext uri="{FF2B5EF4-FFF2-40B4-BE49-F238E27FC236}">
                <a16:creationId xmlns:a16="http://schemas.microsoft.com/office/drawing/2014/main" id="{EE8F1DD4-2825-FDF1-6E22-2D7D946BE6CF}"/>
              </a:ext>
            </a:extLst>
          </p:cNvPr>
          <p:cNvSpPr txBox="1"/>
          <p:nvPr/>
        </p:nvSpPr>
        <p:spPr>
          <a:xfrm>
            <a:off x="5041899" y="404479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Top-1 · &lt;2 Å</a:t>
            </a:r>
            <a:endParaRPr lang="zh-CN" altLang="en-US" sz="650">
              <a:solidFill>
                <a:srgbClr val="263746"/>
              </a:solidFill>
              <a:latin typeface="Arial" panose="020B0604020202020204" pitchFamily="34" charset="0"/>
            </a:endParaRPr>
          </a:p>
        </p:txBody>
      </p:sp>
      <p:cxnSp>
        <p:nvCxnSpPr>
          <p:cNvPr id="955" name="直接连接符 954">
            <a:extLst>
              <a:ext uri="{FF2B5EF4-FFF2-40B4-BE49-F238E27FC236}">
                <a16:creationId xmlns:a16="http://schemas.microsoft.com/office/drawing/2014/main" id="{3B023CD7-DA26-CDE3-FCBC-6628227D6293}"/>
              </a:ext>
            </a:extLst>
          </p:cNvPr>
          <p:cNvCxnSpPr/>
          <p:nvPr/>
        </p:nvCxnSpPr>
        <p:spPr>
          <a:xfrm>
            <a:off x="4749800" y="4218781"/>
            <a:ext cx="21590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sp>
        <p:nvSpPr>
          <p:cNvPr id="956" name="椭圆 955">
            <a:extLst>
              <a:ext uri="{FF2B5EF4-FFF2-40B4-BE49-F238E27FC236}">
                <a16:creationId xmlns:a16="http://schemas.microsoft.com/office/drawing/2014/main" id="{3011F661-D389-D27B-42CD-4FFDCBFA7797}"/>
              </a:ext>
            </a:extLst>
          </p:cNvPr>
          <p:cNvSpPr/>
          <p:nvPr/>
        </p:nvSpPr>
        <p:spPr>
          <a:xfrm>
            <a:off x="4841558" y="4202588"/>
            <a:ext cx="32384" cy="32386"/>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7" name="文本框 956">
            <a:extLst>
              <a:ext uri="{FF2B5EF4-FFF2-40B4-BE49-F238E27FC236}">
                <a16:creationId xmlns:a16="http://schemas.microsoft.com/office/drawing/2014/main" id="{79211B2C-75A2-D66B-51CC-A1BBF971C348}"/>
              </a:ext>
            </a:extLst>
          </p:cNvPr>
          <p:cNvSpPr txBox="1"/>
          <p:nvPr/>
        </p:nvSpPr>
        <p:spPr>
          <a:xfrm>
            <a:off x="5041899" y="416163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Top-1 · &lt;3 Å</a:t>
            </a:r>
            <a:endParaRPr lang="zh-CN" altLang="en-US" sz="650">
              <a:solidFill>
                <a:srgbClr val="263746"/>
              </a:solidFill>
              <a:latin typeface="Arial" panose="020B0604020202020204" pitchFamily="34" charset="0"/>
            </a:endParaRPr>
          </a:p>
        </p:txBody>
      </p:sp>
      <p:cxnSp>
        <p:nvCxnSpPr>
          <p:cNvPr id="958" name="直接连接符 957">
            <a:extLst>
              <a:ext uri="{FF2B5EF4-FFF2-40B4-BE49-F238E27FC236}">
                <a16:creationId xmlns:a16="http://schemas.microsoft.com/office/drawing/2014/main" id="{15E5B237-D698-A0BC-93F0-591A9468A493}"/>
              </a:ext>
            </a:extLst>
          </p:cNvPr>
          <p:cNvCxnSpPr/>
          <p:nvPr/>
        </p:nvCxnSpPr>
        <p:spPr>
          <a:xfrm>
            <a:off x="4749800" y="433562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59" name="直接连接符 958">
            <a:extLst>
              <a:ext uri="{FF2B5EF4-FFF2-40B4-BE49-F238E27FC236}">
                <a16:creationId xmlns:a16="http://schemas.microsoft.com/office/drawing/2014/main" id="{3E25D8A7-6AC9-46FA-4D01-138F4A3AF550}"/>
              </a:ext>
            </a:extLst>
          </p:cNvPr>
          <p:cNvCxnSpPr/>
          <p:nvPr/>
        </p:nvCxnSpPr>
        <p:spPr>
          <a:xfrm>
            <a:off x="4818380" y="433562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60" name="直接连接符 959">
            <a:extLst>
              <a:ext uri="{FF2B5EF4-FFF2-40B4-BE49-F238E27FC236}">
                <a16:creationId xmlns:a16="http://schemas.microsoft.com/office/drawing/2014/main" id="{EA148B90-C151-27BA-55D7-8A25962D78B1}"/>
              </a:ext>
            </a:extLst>
          </p:cNvPr>
          <p:cNvCxnSpPr/>
          <p:nvPr/>
        </p:nvCxnSpPr>
        <p:spPr>
          <a:xfrm>
            <a:off x="4864100" y="433562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61" name="直接连接符 960">
            <a:extLst>
              <a:ext uri="{FF2B5EF4-FFF2-40B4-BE49-F238E27FC236}">
                <a16:creationId xmlns:a16="http://schemas.microsoft.com/office/drawing/2014/main" id="{8B4AD5CF-0BA4-4B39-9C09-81EA0E3DBB33}"/>
              </a:ext>
            </a:extLst>
          </p:cNvPr>
          <p:cNvCxnSpPr/>
          <p:nvPr/>
        </p:nvCxnSpPr>
        <p:spPr>
          <a:xfrm>
            <a:off x="4886960" y="433562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62" name="直接连接符 961">
            <a:extLst>
              <a:ext uri="{FF2B5EF4-FFF2-40B4-BE49-F238E27FC236}">
                <a16:creationId xmlns:a16="http://schemas.microsoft.com/office/drawing/2014/main" id="{8F95E14D-FDDF-87E0-B25A-328842B2CDD5}"/>
              </a:ext>
            </a:extLst>
          </p:cNvPr>
          <p:cNvCxnSpPr/>
          <p:nvPr/>
        </p:nvCxnSpPr>
        <p:spPr>
          <a:xfrm>
            <a:off x="4932680" y="433562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63" name="直接连接符 962">
            <a:extLst>
              <a:ext uri="{FF2B5EF4-FFF2-40B4-BE49-F238E27FC236}">
                <a16:creationId xmlns:a16="http://schemas.microsoft.com/office/drawing/2014/main" id="{D4F52873-C292-223E-E768-882DCBA0A46E}"/>
              </a:ext>
            </a:extLst>
          </p:cNvPr>
          <p:cNvCxnSpPr/>
          <p:nvPr/>
        </p:nvCxnSpPr>
        <p:spPr>
          <a:xfrm>
            <a:off x="4955540" y="4335621"/>
            <a:ext cx="1016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964" name="矩形 963">
            <a:extLst>
              <a:ext uri="{FF2B5EF4-FFF2-40B4-BE49-F238E27FC236}">
                <a16:creationId xmlns:a16="http://schemas.microsoft.com/office/drawing/2014/main" id="{5AAC843F-D1B1-0CBE-F302-339C7C36E627}"/>
              </a:ext>
            </a:extLst>
          </p:cNvPr>
          <p:cNvSpPr/>
          <p:nvPr/>
        </p:nvSpPr>
        <p:spPr>
          <a:xfrm>
            <a:off x="4841558" y="4319430"/>
            <a:ext cx="32384" cy="3238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5" name="文本框 964">
            <a:extLst>
              <a:ext uri="{FF2B5EF4-FFF2-40B4-BE49-F238E27FC236}">
                <a16:creationId xmlns:a16="http://schemas.microsoft.com/office/drawing/2014/main" id="{916804D8-8A19-25AD-2B30-1709632A10D5}"/>
              </a:ext>
            </a:extLst>
          </p:cNvPr>
          <p:cNvSpPr txBox="1"/>
          <p:nvPr/>
        </p:nvSpPr>
        <p:spPr>
          <a:xfrm>
            <a:off x="5041899" y="427847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Best-of-50 · &lt;2 Å</a:t>
            </a:r>
            <a:endParaRPr lang="zh-CN" altLang="en-US" sz="650">
              <a:solidFill>
                <a:srgbClr val="263746"/>
              </a:solidFill>
              <a:latin typeface="Arial" panose="020B0604020202020204" pitchFamily="34" charset="0"/>
            </a:endParaRPr>
          </a:p>
        </p:txBody>
      </p:sp>
      <p:cxnSp>
        <p:nvCxnSpPr>
          <p:cNvPr id="966" name="直接连接符 965">
            <a:extLst>
              <a:ext uri="{FF2B5EF4-FFF2-40B4-BE49-F238E27FC236}">
                <a16:creationId xmlns:a16="http://schemas.microsoft.com/office/drawing/2014/main" id="{255F5D77-B1D3-3E3F-578B-6133EFAD77A8}"/>
              </a:ext>
            </a:extLst>
          </p:cNvPr>
          <p:cNvCxnSpPr/>
          <p:nvPr/>
        </p:nvCxnSpPr>
        <p:spPr>
          <a:xfrm>
            <a:off x="4749800" y="4452461"/>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67" name="直接连接符 966">
            <a:extLst>
              <a:ext uri="{FF2B5EF4-FFF2-40B4-BE49-F238E27FC236}">
                <a16:creationId xmlns:a16="http://schemas.microsoft.com/office/drawing/2014/main" id="{200BF514-5801-A735-8905-A998658B7DC0}"/>
              </a:ext>
            </a:extLst>
          </p:cNvPr>
          <p:cNvCxnSpPr/>
          <p:nvPr/>
        </p:nvCxnSpPr>
        <p:spPr>
          <a:xfrm>
            <a:off x="4818380" y="4452461"/>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68" name="直接连接符 967">
            <a:extLst>
              <a:ext uri="{FF2B5EF4-FFF2-40B4-BE49-F238E27FC236}">
                <a16:creationId xmlns:a16="http://schemas.microsoft.com/office/drawing/2014/main" id="{33EC92EF-420B-2FC2-8042-1EB150A5CCB9}"/>
              </a:ext>
            </a:extLst>
          </p:cNvPr>
          <p:cNvCxnSpPr/>
          <p:nvPr/>
        </p:nvCxnSpPr>
        <p:spPr>
          <a:xfrm>
            <a:off x="4864100" y="4452461"/>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69" name="直接连接符 968">
            <a:extLst>
              <a:ext uri="{FF2B5EF4-FFF2-40B4-BE49-F238E27FC236}">
                <a16:creationId xmlns:a16="http://schemas.microsoft.com/office/drawing/2014/main" id="{6DD5605F-5FB6-C88F-7CBC-92CE8651D1BA}"/>
              </a:ext>
            </a:extLst>
          </p:cNvPr>
          <p:cNvCxnSpPr/>
          <p:nvPr/>
        </p:nvCxnSpPr>
        <p:spPr>
          <a:xfrm>
            <a:off x="4886960" y="4452461"/>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70" name="直接连接符 969">
            <a:extLst>
              <a:ext uri="{FF2B5EF4-FFF2-40B4-BE49-F238E27FC236}">
                <a16:creationId xmlns:a16="http://schemas.microsoft.com/office/drawing/2014/main" id="{01F838D3-2BC9-F198-82FF-970D2361DDEA}"/>
              </a:ext>
            </a:extLst>
          </p:cNvPr>
          <p:cNvCxnSpPr/>
          <p:nvPr/>
        </p:nvCxnSpPr>
        <p:spPr>
          <a:xfrm>
            <a:off x="4932680" y="4452461"/>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71" name="直接连接符 970">
            <a:extLst>
              <a:ext uri="{FF2B5EF4-FFF2-40B4-BE49-F238E27FC236}">
                <a16:creationId xmlns:a16="http://schemas.microsoft.com/office/drawing/2014/main" id="{FECACD05-2A96-64BF-D569-6DEA312D214E}"/>
              </a:ext>
            </a:extLst>
          </p:cNvPr>
          <p:cNvCxnSpPr/>
          <p:nvPr/>
        </p:nvCxnSpPr>
        <p:spPr>
          <a:xfrm>
            <a:off x="4955540" y="4452461"/>
            <a:ext cx="1016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sp>
        <p:nvSpPr>
          <p:cNvPr id="972" name="矩形 971">
            <a:extLst>
              <a:ext uri="{FF2B5EF4-FFF2-40B4-BE49-F238E27FC236}">
                <a16:creationId xmlns:a16="http://schemas.microsoft.com/office/drawing/2014/main" id="{D3F18712-A611-2F68-A078-7201DDBDE325}"/>
              </a:ext>
            </a:extLst>
          </p:cNvPr>
          <p:cNvSpPr/>
          <p:nvPr/>
        </p:nvSpPr>
        <p:spPr>
          <a:xfrm>
            <a:off x="4841558" y="4436270"/>
            <a:ext cx="32384" cy="3238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3" name="文本框 972">
            <a:extLst>
              <a:ext uri="{FF2B5EF4-FFF2-40B4-BE49-F238E27FC236}">
                <a16:creationId xmlns:a16="http://schemas.microsoft.com/office/drawing/2014/main" id="{FA548CD9-103C-8771-7232-75E47DF54DE9}"/>
              </a:ext>
            </a:extLst>
          </p:cNvPr>
          <p:cNvSpPr txBox="1"/>
          <p:nvPr/>
        </p:nvSpPr>
        <p:spPr>
          <a:xfrm>
            <a:off x="5041899" y="439531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Best-of-50 · &lt;3 Å</a:t>
            </a:r>
            <a:endParaRPr lang="zh-CN" altLang="en-US" sz="650">
              <a:solidFill>
                <a:srgbClr val="263746"/>
              </a:solidFill>
              <a:latin typeface="Arial" panose="020B0604020202020204" pitchFamily="34" charset="0"/>
            </a:endParaRPr>
          </a:p>
        </p:txBody>
      </p:sp>
      <p:cxnSp>
        <p:nvCxnSpPr>
          <p:cNvPr id="974" name="直接连接符 973">
            <a:extLst>
              <a:ext uri="{FF2B5EF4-FFF2-40B4-BE49-F238E27FC236}">
                <a16:creationId xmlns:a16="http://schemas.microsoft.com/office/drawing/2014/main" id="{4F232223-562A-CA2B-5D51-15C13F50378A}"/>
              </a:ext>
            </a:extLst>
          </p:cNvPr>
          <p:cNvCxnSpPr/>
          <p:nvPr/>
        </p:nvCxnSpPr>
        <p:spPr>
          <a:xfrm flipV="1">
            <a:off x="1206501" y="5301333"/>
            <a:ext cx="359833" cy="32987"/>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75" name="直接连接符 974">
            <a:extLst>
              <a:ext uri="{FF2B5EF4-FFF2-40B4-BE49-F238E27FC236}">
                <a16:creationId xmlns:a16="http://schemas.microsoft.com/office/drawing/2014/main" id="{169ABDA5-F341-39CA-BEB7-D7AEBC14178C}"/>
              </a:ext>
            </a:extLst>
          </p:cNvPr>
          <p:cNvCxnSpPr/>
          <p:nvPr/>
        </p:nvCxnSpPr>
        <p:spPr>
          <a:xfrm flipV="1">
            <a:off x="1566333" y="5274944"/>
            <a:ext cx="359834" cy="2638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76" name="直接连接符 975">
            <a:extLst>
              <a:ext uri="{FF2B5EF4-FFF2-40B4-BE49-F238E27FC236}">
                <a16:creationId xmlns:a16="http://schemas.microsoft.com/office/drawing/2014/main" id="{8E35B989-5334-D079-5939-0A6E4678C427}"/>
              </a:ext>
            </a:extLst>
          </p:cNvPr>
          <p:cNvCxnSpPr/>
          <p:nvPr/>
        </p:nvCxnSpPr>
        <p:spPr>
          <a:xfrm flipV="1">
            <a:off x="1926168" y="5268345"/>
            <a:ext cx="359833" cy="6598"/>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77" name="直接连接符 976">
            <a:extLst>
              <a:ext uri="{FF2B5EF4-FFF2-40B4-BE49-F238E27FC236}">
                <a16:creationId xmlns:a16="http://schemas.microsoft.com/office/drawing/2014/main" id="{D9A86548-05A1-1475-8754-94ABD359AF14}"/>
              </a:ext>
            </a:extLst>
          </p:cNvPr>
          <p:cNvCxnSpPr/>
          <p:nvPr/>
        </p:nvCxnSpPr>
        <p:spPr>
          <a:xfrm>
            <a:off x="2286001" y="5268345"/>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78" name="直接连接符 977">
            <a:extLst>
              <a:ext uri="{FF2B5EF4-FFF2-40B4-BE49-F238E27FC236}">
                <a16:creationId xmlns:a16="http://schemas.microsoft.com/office/drawing/2014/main" id="{4A68AB26-E91B-9DFC-927C-684D23A721D2}"/>
              </a:ext>
            </a:extLst>
          </p:cNvPr>
          <p:cNvCxnSpPr/>
          <p:nvPr/>
        </p:nvCxnSpPr>
        <p:spPr>
          <a:xfrm flipV="1">
            <a:off x="2645833" y="5255151"/>
            <a:ext cx="359834" cy="1319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79" name="直接连接符 978">
            <a:extLst>
              <a:ext uri="{FF2B5EF4-FFF2-40B4-BE49-F238E27FC236}">
                <a16:creationId xmlns:a16="http://schemas.microsoft.com/office/drawing/2014/main" id="{EC7AF134-B422-7AB9-4D50-E4574DE7110E}"/>
              </a:ext>
            </a:extLst>
          </p:cNvPr>
          <p:cNvCxnSpPr/>
          <p:nvPr/>
        </p:nvCxnSpPr>
        <p:spPr>
          <a:xfrm>
            <a:off x="3005668" y="5255150"/>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80" name="直接连接符 979">
            <a:extLst>
              <a:ext uri="{FF2B5EF4-FFF2-40B4-BE49-F238E27FC236}">
                <a16:creationId xmlns:a16="http://schemas.microsoft.com/office/drawing/2014/main" id="{D8196F00-A85D-B89C-86BC-23194B7E6584}"/>
              </a:ext>
            </a:extLst>
          </p:cNvPr>
          <p:cNvCxnSpPr/>
          <p:nvPr/>
        </p:nvCxnSpPr>
        <p:spPr>
          <a:xfrm>
            <a:off x="3365501" y="5255150"/>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81" name="直接连接符 980">
            <a:extLst>
              <a:ext uri="{FF2B5EF4-FFF2-40B4-BE49-F238E27FC236}">
                <a16:creationId xmlns:a16="http://schemas.microsoft.com/office/drawing/2014/main" id="{FF3A0CC9-7B88-B180-4C38-55E3DF0186FA}"/>
              </a:ext>
            </a:extLst>
          </p:cNvPr>
          <p:cNvCxnSpPr/>
          <p:nvPr/>
        </p:nvCxnSpPr>
        <p:spPr>
          <a:xfrm>
            <a:off x="3725333" y="5255150"/>
            <a:ext cx="35983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982" name="直接连接符 981">
            <a:extLst>
              <a:ext uri="{FF2B5EF4-FFF2-40B4-BE49-F238E27FC236}">
                <a16:creationId xmlns:a16="http://schemas.microsoft.com/office/drawing/2014/main" id="{95A2E1FE-1ED4-D035-6FC5-BACB47749244}"/>
              </a:ext>
            </a:extLst>
          </p:cNvPr>
          <p:cNvCxnSpPr/>
          <p:nvPr/>
        </p:nvCxnSpPr>
        <p:spPr>
          <a:xfrm>
            <a:off x="4085168" y="5255150"/>
            <a:ext cx="35983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983" name="椭圆 982">
            <a:extLst>
              <a:ext uri="{FF2B5EF4-FFF2-40B4-BE49-F238E27FC236}">
                <a16:creationId xmlns:a16="http://schemas.microsoft.com/office/drawing/2014/main" id="{48B24EE5-2C4A-0958-6A99-706998F30778}"/>
              </a:ext>
            </a:extLst>
          </p:cNvPr>
          <p:cNvSpPr/>
          <p:nvPr/>
        </p:nvSpPr>
        <p:spPr>
          <a:xfrm>
            <a:off x="1189674" y="5317493"/>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4" name="椭圆 983">
            <a:extLst>
              <a:ext uri="{FF2B5EF4-FFF2-40B4-BE49-F238E27FC236}">
                <a16:creationId xmlns:a16="http://schemas.microsoft.com/office/drawing/2014/main" id="{501B8417-C6E8-57C1-5D19-C55DFE1778A9}"/>
              </a:ext>
            </a:extLst>
          </p:cNvPr>
          <p:cNvSpPr/>
          <p:nvPr/>
        </p:nvSpPr>
        <p:spPr>
          <a:xfrm>
            <a:off x="1549507" y="5284506"/>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5" name="椭圆 984">
            <a:extLst>
              <a:ext uri="{FF2B5EF4-FFF2-40B4-BE49-F238E27FC236}">
                <a16:creationId xmlns:a16="http://schemas.microsoft.com/office/drawing/2014/main" id="{33726CF6-1324-05DD-1A09-B6F3FC59E40D}"/>
              </a:ext>
            </a:extLst>
          </p:cNvPr>
          <p:cNvSpPr/>
          <p:nvPr/>
        </p:nvSpPr>
        <p:spPr>
          <a:xfrm>
            <a:off x="1909340" y="5258116"/>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6" name="椭圆 985">
            <a:extLst>
              <a:ext uri="{FF2B5EF4-FFF2-40B4-BE49-F238E27FC236}">
                <a16:creationId xmlns:a16="http://schemas.microsoft.com/office/drawing/2014/main" id="{1CE494E2-AE2D-AEA6-B88B-9FC0EB3ACACB}"/>
              </a:ext>
            </a:extLst>
          </p:cNvPr>
          <p:cNvSpPr/>
          <p:nvPr/>
        </p:nvSpPr>
        <p:spPr>
          <a:xfrm>
            <a:off x="2269173" y="5251519"/>
            <a:ext cx="33654"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7" name="椭圆 986">
            <a:extLst>
              <a:ext uri="{FF2B5EF4-FFF2-40B4-BE49-F238E27FC236}">
                <a16:creationId xmlns:a16="http://schemas.microsoft.com/office/drawing/2014/main" id="{864791F2-E820-2202-5D50-C45D36E17370}"/>
              </a:ext>
            </a:extLst>
          </p:cNvPr>
          <p:cNvSpPr/>
          <p:nvPr/>
        </p:nvSpPr>
        <p:spPr>
          <a:xfrm>
            <a:off x="2629007" y="5251519"/>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8" name="椭圆 987">
            <a:extLst>
              <a:ext uri="{FF2B5EF4-FFF2-40B4-BE49-F238E27FC236}">
                <a16:creationId xmlns:a16="http://schemas.microsoft.com/office/drawing/2014/main" id="{57A98838-F4CB-1D3E-1B65-D9B806D2BF01}"/>
              </a:ext>
            </a:extLst>
          </p:cNvPr>
          <p:cNvSpPr/>
          <p:nvPr/>
        </p:nvSpPr>
        <p:spPr>
          <a:xfrm>
            <a:off x="2988840" y="523832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9" name="椭圆 988">
            <a:extLst>
              <a:ext uri="{FF2B5EF4-FFF2-40B4-BE49-F238E27FC236}">
                <a16:creationId xmlns:a16="http://schemas.microsoft.com/office/drawing/2014/main" id="{EB3E8EA2-274C-7CA3-B30D-9F44FF88BB99}"/>
              </a:ext>
            </a:extLst>
          </p:cNvPr>
          <p:cNvSpPr/>
          <p:nvPr/>
        </p:nvSpPr>
        <p:spPr>
          <a:xfrm>
            <a:off x="3348673" y="523832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0" name="椭圆 989">
            <a:extLst>
              <a:ext uri="{FF2B5EF4-FFF2-40B4-BE49-F238E27FC236}">
                <a16:creationId xmlns:a16="http://schemas.microsoft.com/office/drawing/2014/main" id="{E2A55ABD-1628-3614-02B8-11B67F7C30D3}"/>
              </a:ext>
            </a:extLst>
          </p:cNvPr>
          <p:cNvSpPr/>
          <p:nvPr/>
        </p:nvSpPr>
        <p:spPr>
          <a:xfrm>
            <a:off x="3708507" y="523832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1" name="椭圆 990">
            <a:extLst>
              <a:ext uri="{FF2B5EF4-FFF2-40B4-BE49-F238E27FC236}">
                <a16:creationId xmlns:a16="http://schemas.microsoft.com/office/drawing/2014/main" id="{055348BA-19CC-25DE-243C-BED63EAB3670}"/>
              </a:ext>
            </a:extLst>
          </p:cNvPr>
          <p:cNvSpPr/>
          <p:nvPr/>
        </p:nvSpPr>
        <p:spPr>
          <a:xfrm>
            <a:off x="4068340" y="523832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2" name="椭圆 991">
            <a:extLst>
              <a:ext uri="{FF2B5EF4-FFF2-40B4-BE49-F238E27FC236}">
                <a16:creationId xmlns:a16="http://schemas.microsoft.com/office/drawing/2014/main" id="{D8E0FB4F-A203-FB18-048C-EF0CC662E320}"/>
              </a:ext>
            </a:extLst>
          </p:cNvPr>
          <p:cNvSpPr/>
          <p:nvPr/>
        </p:nvSpPr>
        <p:spPr>
          <a:xfrm>
            <a:off x="4428173" y="5238324"/>
            <a:ext cx="33655" cy="3365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93" name="直接连接符 992">
            <a:extLst>
              <a:ext uri="{FF2B5EF4-FFF2-40B4-BE49-F238E27FC236}">
                <a16:creationId xmlns:a16="http://schemas.microsoft.com/office/drawing/2014/main" id="{54D0AF0B-AF00-D28A-6E2F-AA2252566F14}"/>
              </a:ext>
            </a:extLst>
          </p:cNvPr>
          <p:cNvCxnSpPr/>
          <p:nvPr/>
        </p:nvCxnSpPr>
        <p:spPr>
          <a:xfrm flipV="1">
            <a:off x="1206501" y="5268345"/>
            <a:ext cx="359833" cy="19792"/>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94" name="直接连接符 993">
            <a:extLst>
              <a:ext uri="{FF2B5EF4-FFF2-40B4-BE49-F238E27FC236}">
                <a16:creationId xmlns:a16="http://schemas.microsoft.com/office/drawing/2014/main" id="{46953FA6-5F10-DCEC-EEB4-8605768B32E4}"/>
              </a:ext>
            </a:extLst>
          </p:cNvPr>
          <p:cNvCxnSpPr/>
          <p:nvPr/>
        </p:nvCxnSpPr>
        <p:spPr>
          <a:xfrm flipV="1">
            <a:off x="1566333" y="5241957"/>
            <a:ext cx="359834" cy="26389"/>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95" name="直接连接符 994">
            <a:extLst>
              <a:ext uri="{FF2B5EF4-FFF2-40B4-BE49-F238E27FC236}">
                <a16:creationId xmlns:a16="http://schemas.microsoft.com/office/drawing/2014/main" id="{F7307EF9-B1B0-DC0D-283C-5D1894AC2032}"/>
              </a:ext>
            </a:extLst>
          </p:cNvPr>
          <p:cNvCxnSpPr/>
          <p:nvPr/>
        </p:nvCxnSpPr>
        <p:spPr>
          <a:xfrm flipV="1">
            <a:off x="1926168" y="5228762"/>
            <a:ext cx="359833" cy="13195"/>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96" name="直接连接符 995">
            <a:extLst>
              <a:ext uri="{FF2B5EF4-FFF2-40B4-BE49-F238E27FC236}">
                <a16:creationId xmlns:a16="http://schemas.microsoft.com/office/drawing/2014/main" id="{8E8ABE89-48FD-C1C6-0DE0-17A43623E88E}"/>
              </a:ext>
            </a:extLst>
          </p:cNvPr>
          <p:cNvCxnSpPr/>
          <p:nvPr/>
        </p:nvCxnSpPr>
        <p:spPr>
          <a:xfrm>
            <a:off x="2286001" y="5228761"/>
            <a:ext cx="35983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97" name="直接连接符 996">
            <a:extLst>
              <a:ext uri="{FF2B5EF4-FFF2-40B4-BE49-F238E27FC236}">
                <a16:creationId xmlns:a16="http://schemas.microsoft.com/office/drawing/2014/main" id="{C77D089D-55CD-3786-53F9-10DD715BDBA6}"/>
              </a:ext>
            </a:extLst>
          </p:cNvPr>
          <p:cNvCxnSpPr/>
          <p:nvPr/>
        </p:nvCxnSpPr>
        <p:spPr>
          <a:xfrm flipV="1">
            <a:off x="2645833" y="5215567"/>
            <a:ext cx="359834" cy="13195"/>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98" name="直接连接符 997">
            <a:extLst>
              <a:ext uri="{FF2B5EF4-FFF2-40B4-BE49-F238E27FC236}">
                <a16:creationId xmlns:a16="http://schemas.microsoft.com/office/drawing/2014/main" id="{0FD6585E-8D47-6897-507B-C1F14A11E25B}"/>
              </a:ext>
            </a:extLst>
          </p:cNvPr>
          <p:cNvCxnSpPr/>
          <p:nvPr/>
        </p:nvCxnSpPr>
        <p:spPr>
          <a:xfrm>
            <a:off x="3005668" y="5215566"/>
            <a:ext cx="35983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999" name="直接连接符 998">
            <a:extLst>
              <a:ext uri="{FF2B5EF4-FFF2-40B4-BE49-F238E27FC236}">
                <a16:creationId xmlns:a16="http://schemas.microsoft.com/office/drawing/2014/main" id="{CCF20734-5CAE-7B58-1EC4-F9FB60057CD8}"/>
              </a:ext>
            </a:extLst>
          </p:cNvPr>
          <p:cNvCxnSpPr/>
          <p:nvPr/>
        </p:nvCxnSpPr>
        <p:spPr>
          <a:xfrm>
            <a:off x="3365501" y="5215566"/>
            <a:ext cx="35983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000" name="直接连接符 999">
            <a:extLst>
              <a:ext uri="{FF2B5EF4-FFF2-40B4-BE49-F238E27FC236}">
                <a16:creationId xmlns:a16="http://schemas.microsoft.com/office/drawing/2014/main" id="{6C1D39B1-8EC0-5EE8-A61C-216CE00B8E1C}"/>
              </a:ext>
            </a:extLst>
          </p:cNvPr>
          <p:cNvCxnSpPr/>
          <p:nvPr/>
        </p:nvCxnSpPr>
        <p:spPr>
          <a:xfrm>
            <a:off x="3725333" y="5215566"/>
            <a:ext cx="359834"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001" name="直接连接符 1000">
            <a:extLst>
              <a:ext uri="{FF2B5EF4-FFF2-40B4-BE49-F238E27FC236}">
                <a16:creationId xmlns:a16="http://schemas.microsoft.com/office/drawing/2014/main" id="{141FD37F-EBE3-448B-8E1D-3A4AD8E26C27}"/>
              </a:ext>
            </a:extLst>
          </p:cNvPr>
          <p:cNvCxnSpPr/>
          <p:nvPr/>
        </p:nvCxnSpPr>
        <p:spPr>
          <a:xfrm>
            <a:off x="4085168" y="5215566"/>
            <a:ext cx="35983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sp>
        <p:nvSpPr>
          <p:cNvPr id="1002" name="椭圆 1001">
            <a:extLst>
              <a:ext uri="{FF2B5EF4-FFF2-40B4-BE49-F238E27FC236}">
                <a16:creationId xmlns:a16="http://schemas.microsoft.com/office/drawing/2014/main" id="{F4CC8674-4C46-78C7-10D3-8232E1DB86FA}"/>
              </a:ext>
            </a:extLst>
          </p:cNvPr>
          <p:cNvSpPr/>
          <p:nvPr/>
        </p:nvSpPr>
        <p:spPr>
          <a:xfrm>
            <a:off x="1189674" y="5271311"/>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3" name="椭圆 1002">
            <a:extLst>
              <a:ext uri="{FF2B5EF4-FFF2-40B4-BE49-F238E27FC236}">
                <a16:creationId xmlns:a16="http://schemas.microsoft.com/office/drawing/2014/main" id="{5ADFD1AE-5850-43BB-61FE-67E05BD60689}"/>
              </a:ext>
            </a:extLst>
          </p:cNvPr>
          <p:cNvSpPr/>
          <p:nvPr/>
        </p:nvSpPr>
        <p:spPr>
          <a:xfrm>
            <a:off x="1549507" y="5251519"/>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4" name="椭圆 1003">
            <a:extLst>
              <a:ext uri="{FF2B5EF4-FFF2-40B4-BE49-F238E27FC236}">
                <a16:creationId xmlns:a16="http://schemas.microsoft.com/office/drawing/2014/main" id="{18196E82-ADAD-9270-5E24-6C5FBDDA52F5}"/>
              </a:ext>
            </a:extLst>
          </p:cNvPr>
          <p:cNvSpPr/>
          <p:nvPr/>
        </p:nvSpPr>
        <p:spPr>
          <a:xfrm>
            <a:off x="1909340" y="5225129"/>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5" name="椭圆 1004">
            <a:extLst>
              <a:ext uri="{FF2B5EF4-FFF2-40B4-BE49-F238E27FC236}">
                <a16:creationId xmlns:a16="http://schemas.microsoft.com/office/drawing/2014/main" id="{6B2CC47C-1F45-2335-739C-73F6E4E0C102}"/>
              </a:ext>
            </a:extLst>
          </p:cNvPr>
          <p:cNvSpPr/>
          <p:nvPr/>
        </p:nvSpPr>
        <p:spPr>
          <a:xfrm>
            <a:off x="2269173" y="5211934"/>
            <a:ext cx="33654"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6" name="椭圆 1005">
            <a:extLst>
              <a:ext uri="{FF2B5EF4-FFF2-40B4-BE49-F238E27FC236}">
                <a16:creationId xmlns:a16="http://schemas.microsoft.com/office/drawing/2014/main" id="{E7505BE6-7F71-C246-54D6-85AAD4CB1D26}"/>
              </a:ext>
            </a:extLst>
          </p:cNvPr>
          <p:cNvSpPr/>
          <p:nvPr/>
        </p:nvSpPr>
        <p:spPr>
          <a:xfrm>
            <a:off x="2629007" y="5211934"/>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7" name="椭圆 1006">
            <a:extLst>
              <a:ext uri="{FF2B5EF4-FFF2-40B4-BE49-F238E27FC236}">
                <a16:creationId xmlns:a16="http://schemas.microsoft.com/office/drawing/2014/main" id="{23374131-C239-6E84-F435-9BBA1F07A9AA}"/>
              </a:ext>
            </a:extLst>
          </p:cNvPr>
          <p:cNvSpPr/>
          <p:nvPr/>
        </p:nvSpPr>
        <p:spPr>
          <a:xfrm>
            <a:off x="2988840" y="5198740"/>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8" name="椭圆 1007">
            <a:extLst>
              <a:ext uri="{FF2B5EF4-FFF2-40B4-BE49-F238E27FC236}">
                <a16:creationId xmlns:a16="http://schemas.microsoft.com/office/drawing/2014/main" id="{7C2BC2E8-A912-AF5A-F171-A3DB30AEE6C2}"/>
              </a:ext>
            </a:extLst>
          </p:cNvPr>
          <p:cNvSpPr/>
          <p:nvPr/>
        </p:nvSpPr>
        <p:spPr>
          <a:xfrm>
            <a:off x="3348673" y="5198740"/>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9" name="椭圆 1008">
            <a:extLst>
              <a:ext uri="{FF2B5EF4-FFF2-40B4-BE49-F238E27FC236}">
                <a16:creationId xmlns:a16="http://schemas.microsoft.com/office/drawing/2014/main" id="{B83F5344-A70A-FE1A-23E3-A3B9CAE3AD29}"/>
              </a:ext>
            </a:extLst>
          </p:cNvPr>
          <p:cNvSpPr/>
          <p:nvPr/>
        </p:nvSpPr>
        <p:spPr>
          <a:xfrm>
            <a:off x="3708507" y="5198740"/>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0" name="椭圆 1009">
            <a:extLst>
              <a:ext uri="{FF2B5EF4-FFF2-40B4-BE49-F238E27FC236}">
                <a16:creationId xmlns:a16="http://schemas.microsoft.com/office/drawing/2014/main" id="{659108E2-F858-0323-E4C6-A5D4DB5DCAF9}"/>
              </a:ext>
            </a:extLst>
          </p:cNvPr>
          <p:cNvSpPr/>
          <p:nvPr/>
        </p:nvSpPr>
        <p:spPr>
          <a:xfrm>
            <a:off x="4068340" y="5198740"/>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1" name="椭圆 1010">
            <a:extLst>
              <a:ext uri="{FF2B5EF4-FFF2-40B4-BE49-F238E27FC236}">
                <a16:creationId xmlns:a16="http://schemas.microsoft.com/office/drawing/2014/main" id="{5FB08120-5A78-10E4-6E0A-D2DA77304634}"/>
              </a:ext>
            </a:extLst>
          </p:cNvPr>
          <p:cNvSpPr/>
          <p:nvPr/>
        </p:nvSpPr>
        <p:spPr>
          <a:xfrm>
            <a:off x="4428173" y="5198740"/>
            <a:ext cx="33655" cy="3365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12" name="直接连接符 1011">
            <a:extLst>
              <a:ext uri="{FF2B5EF4-FFF2-40B4-BE49-F238E27FC236}">
                <a16:creationId xmlns:a16="http://schemas.microsoft.com/office/drawing/2014/main" id="{1DD7993E-651A-F808-345B-724CBB3B3D86}"/>
              </a:ext>
            </a:extLst>
          </p:cNvPr>
          <p:cNvCxnSpPr/>
          <p:nvPr/>
        </p:nvCxnSpPr>
        <p:spPr>
          <a:xfrm flipV="1">
            <a:off x="1206500" y="5284793"/>
            <a:ext cx="45598" cy="334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13" name="直接连接符 1012">
            <a:extLst>
              <a:ext uri="{FF2B5EF4-FFF2-40B4-BE49-F238E27FC236}">
                <a16:creationId xmlns:a16="http://schemas.microsoft.com/office/drawing/2014/main" id="{DCD2BF9A-460D-5A61-A66C-D0F2E4BA1640}"/>
              </a:ext>
            </a:extLst>
          </p:cNvPr>
          <p:cNvCxnSpPr/>
          <p:nvPr/>
        </p:nvCxnSpPr>
        <p:spPr>
          <a:xfrm flipV="1">
            <a:off x="1274896" y="5279777"/>
            <a:ext cx="45598" cy="334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14" name="直接连接符 1013">
            <a:extLst>
              <a:ext uri="{FF2B5EF4-FFF2-40B4-BE49-F238E27FC236}">
                <a16:creationId xmlns:a16="http://schemas.microsoft.com/office/drawing/2014/main" id="{6772E48B-2828-0CB5-5A76-CBE298AD2F97}"/>
              </a:ext>
            </a:extLst>
          </p:cNvPr>
          <p:cNvCxnSpPr/>
          <p:nvPr/>
        </p:nvCxnSpPr>
        <p:spPr>
          <a:xfrm>
            <a:off x="1320494" y="527977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15" name="直接连接符 1014">
            <a:extLst>
              <a:ext uri="{FF2B5EF4-FFF2-40B4-BE49-F238E27FC236}">
                <a16:creationId xmlns:a16="http://schemas.microsoft.com/office/drawing/2014/main" id="{8DE225C5-C217-6CB9-D45B-1E195B2B55BD}"/>
              </a:ext>
            </a:extLst>
          </p:cNvPr>
          <p:cNvCxnSpPr/>
          <p:nvPr/>
        </p:nvCxnSpPr>
        <p:spPr>
          <a:xfrm flipV="1">
            <a:off x="1343294" y="5274761"/>
            <a:ext cx="45597" cy="334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16" name="直接连接符 1015">
            <a:extLst>
              <a:ext uri="{FF2B5EF4-FFF2-40B4-BE49-F238E27FC236}">
                <a16:creationId xmlns:a16="http://schemas.microsoft.com/office/drawing/2014/main" id="{AC3D46B8-1D21-E0EB-F054-635299B3B48C}"/>
              </a:ext>
            </a:extLst>
          </p:cNvPr>
          <p:cNvCxnSpPr/>
          <p:nvPr/>
        </p:nvCxnSpPr>
        <p:spPr>
          <a:xfrm>
            <a:off x="1388890" y="527476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17" name="直接连接符 1016">
            <a:extLst>
              <a:ext uri="{FF2B5EF4-FFF2-40B4-BE49-F238E27FC236}">
                <a16:creationId xmlns:a16="http://schemas.microsoft.com/office/drawing/2014/main" id="{4E285FCF-1166-1D02-FB4A-B4218FA78B34}"/>
              </a:ext>
            </a:extLst>
          </p:cNvPr>
          <p:cNvCxnSpPr/>
          <p:nvPr/>
        </p:nvCxnSpPr>
        <p:spPr>
          <a:xfrm flipV="1">
            <a:off x="1411690" y="5269745"/>
            <a:ext cx="45597" cy="334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18" name="直接连接符 1017">
            <a:extLst>
              <a:ext uri="{FF2B5EF4-FFF2-40B4-BE49-F238E27FC236}">
                <a16:creationId xmlns:a16="http://schemas.microsoft.com/office/drawing/2014/main" id="{66839BFE-395A-C4A8-F1BB-6B958B21CE53}"/>
              </a:ext>
            </a:extLst>
          </p:cNvPr>
          <p:cNvCxnSpPr/>
          <p:nvPr/>
        </p:nvCxnSpPr>
        <p:spPr>
          <a:xfrm>
            <a:off x="1457287" y="5269745"/>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19" name="直接连接符 1018">
            <a:extLst>
              <a:ext uri="{FF2B5EF4-FFF2-40B4-BE49-F238E27FC236}">
                <a16:creationId xmlns:a16="http://schemas.microsoft.com/office/drawing/2014/main" id="{B9171F45-FCC6-9D40-5FFD-6D11FB11842C}"/>
              </a:ext>
            </a:extLst>
          </p:cNvPr>
          <p:cNvCxnSpPr/>
          <p:nvPr/>
        </p:nvCxnSpPr>
        <p:spPr>
          <a:xfrm flipV="1">
            <a:off x="1480085" y="5264729"/>
            <a:ext cx="45598" cy="334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0" name="直接连接符 1019">
            <a:extLst>
              <a:ext uri="{FF2B5EF4-FFF2-40B4-BE49-F238E27FC236}">
                <a16:creationId xmlns:a16="http://schemas.microsoft.com/office/drawing/2014/main" id="{378C5414-C5E3-F816-3F1E-2E77CDC9487C}"/>
              </a:ext>
            </a:extLst>
          </p:cNvPr>
          <p:cNvCxnSpPr/>
          <p:nvPr/>
        </p:nvCxnSpPr>
        <p:spPr>
          <a:xfrm flipV="1">
            <a:off x="1548483" y="5261749"/>
            <a:ext cx="17851" cy="1309"/>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1" name="直接连接符 1020">
            <a:extLst>
              <a:ext uri="{FF2B5EF4-FFF2-40B4-BE49-F238E27FC236}">
                <a16:creationId xmlns:a16="http://schemas.microsoft.com/office/drawing/2014/main" id="{D97E3E62-4877-AB0D-5B65-55C3A07ABA8E}"/>
              </a:ext>
            </a:extLst>
          </p:cNvPr>
          <p:cNvCxnSpPr/>
          <p:nvPr/>
        </p:nvCxnSpPr>
        <p:spPr>
          <a:xfrm flipV="1">
            <a:off x="1566333" y="5259208"/>
            <a:ext cx="27704" cy="254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2" name="直接连接符 1021">
            <a:extLst>
              <a:ext uri="{FF2B5EF4-FFF2-40B4-BE49-F238E27FC236}">
                <a16:creationId xmlns:a16="http://schemas.microsoft.com/office/drawing/2014/main" id="{5885EA52-4BB6-6DD8-DDB8-2AB4B3BC1EBD}"/>
              </a:ext>
            </a:extLst>
          </p:cNvPr>
          <p:cNvCxnSpPr/>
          <p:nvPr/>
        </p:nvCxnSpPr>
        <p:spPr>
          <a:xfrm>
            <a:off x="1594038" y="5259208"/>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3" name="直接连接符 1022">
            <a:extLst>
              <a:ext uri="{FF2B5EF4-FFF2-40B4-BE49-F238E27FC236}">
                <a16:creationId xmlns:a16="http://schemas.microsoft.com/office/drawing/2014/main" id="{6916CF90-4601-972E-9053-9D3AC34D2508}"/>
              </a:ext>
            </a:extLst>
          </p:cNvPr>
          <p:cNvCxnSpPr/>
          <p:nvPr/>
        </p:nvCxnSpPr>
        <p:spPr>
          <a:xfrm flipV="1">
            <a:off x="1616803" y="5252949"/>
            <a:ext cx="45529" cy="4173"/>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4" name="直接连接符 1023">
            <a:extLst>
              <a:ext uri="{FF2B5EF4-FFF2-40B4-BE49-F238E27FC236}">
                <a16:creationId xmlns:a16="http://schemas.microsoft.com/office/drawing/2014/main" id="{95A00F6A-2160-B83A-1823-81508F7B600A}"/>
              </a:ext>
            </a:extLst>
          </p:cNvPr>
          <p:cNvCxnSpPr/>
          <p:nvPr/>
        </p:nvCxnSpPr>
        <p:spPr>
          <a:xfrm>
            <a:off x="1662331" y="5252948"/>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5" name="直接连接符 1024">
            <a:extLst>
              <a:ext uri="{FF2B5EF4-FFF2-40B4-BE49-F238E27FC236}">
                <a16:creationId xmlns:a16="http://schemas.microsoft.com/office/drawing/2014/main" id="{79BBBD97-FCB2-BDCE-F7F2-228E4307FD10}"/>
              </a:ext>
            </a:extLst>
          </p:cNvPr>
          <p:cNvCxnSpPr/>
          <p:nvPr/>
        </p:nvCxnSpPr>
        <p:spPr>
          <a:xfrm flipV="1">
            <a:off x="1685097" y="5246687"/>
            <a:ext cx="45529" cy="417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6" name="直接连接符 1025">
            <a:extLst>
              <a:ext uri="{FF2B5EF4-FFF2-40B4-BE49-F238E27FC236}">
                <a16:creationId xmlns:a16="http://schemas.microsoft.com/office/drawing/2014/main" id="{2FC2FC90-3DCD-0026-93BB-9D0BD7BA8A6B}"/>
              </a:ext>
            </a:extLst>
          </p:cNvPr>
          <p:cNvCxnSpPr/>
          <p:nvPr/>
        </p:nvCxnSpPr>
        <p:spPr>
          <a:xfrm>
            <a:off x="1730625" y="5246687"/>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7" name="直接连接符 1026">
            <a:extLst>
              <a:ext uri="{FF2B5EF4-FFF2-40B4-BE49-F238E27FC236}">
                <a16:creationId xmlns:a16="http://schemas.microsoft.com/office/drawing/2014/main" id="{3554AE0D-90AE-D70C-85E6-626EFDC932F3}"/>
              </a:ext>
            </a:extLst>
          </p:cNvPr>
          <p:cNvCxnSpPr/>
          <p:nvPr/>
        </p:nvCxnSpPr>
        <p:spPr>
          <a:xfrm flipV="1">
            <a:off x="1753390" y="5240426"/>
            <a:ext cx="45529" cy="417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8" name="直接连接符 1027">
            <a:extLst>
              <a:ext uri="{FF2B5EF4-FFF2-40B4-BE49-F238E27FC236}">
                <a16:creationId xmlns:a16="http://schemas.microsoft.com/office/drawing/2014/main" id="{70870C7C-0629-00D5-852E-FEEE9574C44F}"/>
              </a:ext>
            </a:extLst>
          </p:cNvPr>
          <p:cNvCxnSpPr/>
          <p:nvPr/>
        </p:nvCxnSpPr>
        <p:spPr>
          <a:xfrm flipV="1">
            <a:off x="1798918" y="524042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29" name="直接连接符 1028">
            <a:extLst>
              <a:ext uri="{FF2B5EF4-FFF2-40B4-BE49-F238E27FC236}">
                <a16:creationId xmlns:a16="http://schemas.microsoft.com/office/drawing/2014/main" id="{3C1C41CA-500E-D94D-7815-A069E734B706}"/>
              </a:ext>
            </a:extLst>
          </p:cNvPr>
          <p:cNvCxnSpPr/>
          <p:nvPr/>
        </p:nvCxnSpPr>
        <p:spPr>
          <a:xfrm flipV="1">
            <a:off x="1821684" y="5234165"/>
            <a:ext cx="45529" cy="417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0" name="直接连接符 1029">
            <a:extLst>
              <a:ext uri="{FF2B5EF4-FFF2-40B4-BE49-F238E27FC236}">
                <a16:creationId xmlns:a16="http://schemas.microsoft.com/office/drawing/2014/main" id="{43A72F55-8294-6834-3B95-E86A440612A2}"/>
              </a:ext>
            </a:extLst>
          </p:cNvPr>
          <p:cNvCxnSpPr/>
          <p:nvPr/>
        </p:nvCxnSpPr>
        <p:spPr>
          <a:xfrm>
            <a:off x="1867212" y="523416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1" name="直接连接符 1030">
            <a:extLst>
              <a:ext uri="{FF2B5EF4-FFF2-40B4-BE49-F238E27FC236}">
                <a16:creationId xmlns:a16="http://schemas.microsoft.com/office/drawing/2014/main" id="{D343D431-3081-3E90-D4BB-0A9F13F15060}"/>
              </a:ext>
            </a:extLst>
          </p:cNvPr>
          <p:cNvCxnSpPr/>
          <p:nvPr/>
        </p:nvCxnSpPr>
        <p:spPr>
          <a:xfrm flipV="1">
            <a:off x="1889977" y="5228762"/>
            <a:ext cx="36190" cy="3317"/>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2" name="直接连接符 1031">
            <a:extLst>
              <a:ext uri="{FF2B5EF4-FFF2-40B4-BE49-F238E27FC236}">
                <a16:creationId xmlns:a16="http://schemas.microsoft.com/office/drawing/2014/main" id="{8EBD92F4-FC86-C257-BBA7-11517B0BB39B}"/>
              </a:ext>
            </a:extLst>
          </p:cNvPr>
          <p:cNvCxnSpPr/>
          <p:nvPr/>
        </p:nvCxnSpPr>
        <p:spPr>
          <a:xfrm flipV="1">
            <a:off x="1926168" y="5228417"/>
            <a:ext cx="9371" cy="344"/>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3" name="直接连接符 1032">
            <a:extLst>
              <a:ext uri="{FF2B5EF4-FFF2-40B4-BE49-F238E27FC236}">
                <a16:creationId xmlns:a16="http://schemas.microsoft.com/office/drawing/2014/main" id="{4BAF1C83-E05F-FC30-B8F8-ADCB8E603F5F}"/>
              </a:ext>
            </a:extLst>
          </p:cNvPr>
          <p:cNvCxnSpPr/>
          <p:nvPr/>
        </p:nvCxnSpPr>
        <p:spPr>
          <a:xfrm>
            <a:off x="1935539" y="5228417"/>
            <a:ext cx="1"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4" name="直接连接符 1033">
            <a:extLst>
              <a:ext uri="{FF2B5EF4-FFF2-40B4-BE49-F238E27FC236}">
                <a16:creationId xmlns:a16="http://schemas.microsoft.com/office/drawing/2014/main" id="{AF1493E6-7A60-D6C9-7A36-CB6298C6CD4E}"/>
              </a:ext>
            </a:extLst>
          </p:cNvPr>
          <p:cNvCxnSpPr/>
          <p:nvPr/>
        </p:nvCxnSpPr>
        <p:spPr>
          <a:xfrm flipV="1">
            <a:off x="1958384" y="5225904"/>
            <a:ext cx="45689" cy="1676"/>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5" name="直接连接符 1034">
            <a:extLst>
              <a:ext uri="{FF2B5EF4-FFF2-40B4-BE49-F238E27FC236}">
                <a16:creationId xmlns:a16="http://schemas.microsoft.com/office/drawing/2014/main" id="{73091D17-80B4-F5BB-F5B2-4B72D7F2E8F6}"/>
              </a:ext>
            </a:extLst>
          </p:cNvPr>
          <p:cNvCxnSpPr/>
          <p:nvPr/>
        </p:nvCxnSpPr>
        <p:spPr>
          <a:xfrm>
            <a:off x="2004072" y="5225904"/>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6" name="直接连接符 1035">
            <a:extLst>
              <a:ext uri="{FF2B5EF4-FFF2-40B4-BE49-F238E27FC236}">
                <a16:creationId xmlns:a16="http://schemas.microsoft.com/office/drawing/2014/main" id="{A35E57A9-CFB5-5458-0319-D57EE8B3CB9E}"/>
              </a:ext>
            </a:extLst>
          </p:cNvPr>
          <p:cNvCxnSpPr/>
          <p:nvPr/>
        </p:nvCxnSpPr>
        <p:spPr>
          <a:xfrm flipV="1">
            <a:off x="2026918" y="5223392"/>
            <a:ext cx="45689" cy="16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7" name="直接连接符 1036">
            <a:extLst>
              <a:ext uri="{FF2B5EF4-FFF2-40B4-BE49-F238E27FC236}">
                <a16:creationId xmlns:a16="http://schemas.microsoft.com/office/drawing/2014/main" id="{3CAFD593-6C93-655D-B9A1-4C14FD206BAD}"/>
              </a:ext>
            </a:extLst>
          </p:cNvPr>
          <p:cNvCxnSpPr/>
          <p:nvPr/>
        </p:nvCxnSpPr>
        <p:spPr>
          <a:xfrm flipV="1">
            <a:off x="2095452" y="5220879"/>
            <a:ext cx="45689" cy="16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8" name="直接连接符 1037">
            <a:extLst>
              <a:ext uri="{FF2B5EF4-FFF2-40B4-BE49-F238E27FC236}">
                <a16:creationId xmlns:a16="http://schemas.microsoft.com/office/drawing/2014/main" id="{67560336-B37D-9EC9-3E98-17BDF9EB5DCC}"/>
              </a:ext>
            </a:extLst>
          </p:cNvPr>
          <p:cNvCxnSpPr/>
          <p:nvPr/>
        </p:nvCxnSpPr>
        <p:spPr>
          <a:xfrm flipV="1">
            <a:off x="2163986" y="5218366"/>
            <a:ext cx="45689" cy="16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39" name="直接连接符 1038">
            <a:extLst>
              <a:ext uri="{FF2B5EF4-FFF2-40B4-BE49-F238E27FC236}">
                <a16:creationId xmlns:a16="http://schemas.microsoft.com/office/drawing/2014/main" id="{A7524E87-048C-886E-0C1F-498A84689A9E}"/>
              </a:ext>
            </a:extLst>
          </p:cNvPr>
          <p:cNvCxnSpPr/>
          <p:nvPr/>
        </p:nvCxnSpPr>
        <p:spPr>
          <a:xfrm>
            <a:off x="2209674" y="5218365"/>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0" name="直接连接符 1039">
            <a:extLst>
              <a:ext uri="{FF2B5EF4-FFF2-40B4-BE49-F238E27FC236}">
                <a16:creationId xmlns:a16="http://schemas.microsoft.com/office/drawing/2014/main" id="{8E80EAE7-3855-4187-B692-702029985D3A}"/>
              </a:ext>
            </a:extLst>
          </p:cNvPr>
          <p:cNvCxnSpPr/>
          <p:nvPr/>
        </p:nvCxnSpPr>
        <p:spPr>
          <a:xfrm flipV="1">
            <a:off x="2232520" y="5215853"/>
            <a:ext cx="45689" cy="1675"/>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1" name="直接连接符 1040">
            <a:extLst>
              <a:ext uri="{FF2B5EF4-FFF2-40B4-BE49-F238E27FC236}">
                <a16:creationId xmlns:a16="http://schemas.microsoft.com/office/drawing/2014/main" id="{E254C043-D8D8-C11D-2C3E-C002283F5618}"/>
              </a:ext>
            </a:extLst>
          </p:cNvPr>
          <p:cNvCxnSpPr/>
          <p:nvPr/>
        </p:nvCxnSpPr>
        <p:spPr>
          <a:xfrm>
            <a:off x="230106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2" name="直接连接符 1041">
            <a:extLst>
              <a:ext uri="{FF2B5EF4-FFF2-40B4-BE49-F238E27FC236}">
                <a16:creationId xmlns:a16="http://schemas.microsoft.com/office/drawing/2014/main" id="{F4139F28-D1BB-E343-F745-A9F69C9233E7}"/>
              </a:ext>
            </a:extLst>
          </p:cNvPr>
          <p:cNvCxnSpPr/>
          <p:nvPr/>
        </p:nvCxnSpPr>
        <p:spPr>
          <a:xfrm>
            <a:off x="234678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3" name="直接连接符 1042">
            <a:extLst>
              <a:ext uri="{FF2B5EF4-FFF2-40B4-BE49-F238E27FC236}">
                <a16:creationId xmlns:a16="http://schemas.microsoft.com/office/drawing/2014/main" id="{F4902BFD-1B7E-0AB2-6B33-CA314F93FB7D}"/>
              </a:ext>
            </a:extLst>
          </p:cNvPr>
          <p:cNvCxnSpPr/>
          <p:nvPr/>
        </p:nvCxnSpPr>
        <p:spPr>
          <a:xfrm>
            <a:off x="236964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4" name="直接连接符 1043">
            <a:extLst>
              <a:ext uri="{FF2B5EF4-FFF2-40B4-BE49-F238E27FC236}">
                <a16:creationId xmlns:a16="http://schemas.microsoft.com/office/drawing/2014/main" id="{DE156AC2-EB42-402B-7A9A-2ED4DCB555A7}"/>
              </a:ext>
            </a:extLst>
          </p:cNvPr>
          <p:cNvCxnSpPr/>
          <p:nvPr/>
        </p:nvCxnSpPr>
        <p:spPr>
          <a:xfrm>
            <a:off x="241536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5" name="直接连接符 1044">
            <a:extLst>
              <a:ext uri="{FF2B5EF4-FFF2-40B4-BE49-F238E27FC236}">
                <a16:creationId xmlns:a16="http://schemas.microsoft.com/office/drawing/2014/main" id="{C8F571FF-1873-2F65-1E6D-F4D03647A6D7}"/>
              </a:ext>
            </a:extLst>
          </p:cNvPr>
          <p:cNvCxnSpPr/>
          <p:nvPr/>
        </p:nvCxnSpPr>
        <p:spPr>
          <a:xfrm>
            <a:off x="243822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6" name="直接连接符 1045">
            <a:extLst>
              <a:ext uri="{FF2B5EF4-FFF2-40B4-BE49-F238E27FC236}">
                <a16:creationId xmlns:a16="http://schemas.microsoft.com/office/drawing/2014/main" id="{477D534A-AE44-6B52-169B-5082295D2A52}"/>
              </a:ext>
            </a:extLst>
          </p:cNvPr>
          <p:cNvCxnSpPr/>
          <p:nvPr/>
        </p:nvCxnSpPr>
        <p:spPr>
          <a:xfrm>
            <a:off x="250680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7" name="直接连接符 1046">
            <a:extLst>
              <a:ext uri="{FF2B5EF4-FFF2-40B4-BE49-F238E27FC236}">
                <a16:creationId xmlns:a16="http://schemas.microsoft.com/office/drawing/2014/main" id="{B6AE7577-7003-4A7C-9AA0-B4FF2181CD68}"/>
              </a:ext>
            </a:extLst>
          </p:cNvPr>
          <p:cNvCxnSpPr/>
          <p:nvPr/>
        </p:nvCxnSpPr>
        <p:spPr>
          <a:xfrm>
            <a:off x="255252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a:extLst>
              <a:ext uri="{FF2B5EF4-FFF2-40B4-BE49-F238E27FC236}">
                <a16:creationId xmlns:a16="http://schemas.microsoft.com/office/drawing/2014/main" id="{C4D36842-7A0D-82EA-7C74-3067074A38CE}"/>
              </a:ext>
            </a:extLst>
          </p:cNvPr>
          <p:cNvCxnSpPr/>
          <p:nvPr/>
        </p:nvCxnSpPr>
        <p:spPr>
          <a:xfrm>
            <a:off x="257538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49" name="直接连接符 1048">
            <a:extLst>
              <a:ext uri="{FF2B5EF4-FFF2-40B4-BE49-F238E27FC236}">
                <a16:creationId xmlns:a16="http://schemas.microsoft.com/office/drawing/2014/main" id="{AEC3C111-C53D-5B70-BF43-A6C3406EA786}"/>
              </a:ext>
            </a:extLst>
          </p:cNvPr>
          <p:cNvCxnSpPr/>
          <p:nvPr/>
        </p:nvCxnSpPr>
        <p:spPr>
          <a:xfrm>
            <a:off x="2643963" y="5215566"/>
            <a:ext cx="187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0" name="直接连接符 1049">
            <a:extLst>
              <a:ext uri="{FF2B5EF4-FFF2-40B4-BE49-F238E27FC236}">
                <a16:creationId xmlns:a16="http://schemas.microsoft.com/office/drawing/2014/main" id="{69A73E73-C709-C1F5-D923-6FEF13E0633C}"/>
              </a:ext>
            </a:extLst>
          </p:cNvPr>
          <p:cNvCxnSpPr/>
          <p:nvPr/>
        </p:nvCxnSpPr>
        <p:spPr>
          <a:xfrm>
            <a:off x="2645833" y="5215566"/>
            <a:ext cx="4385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a:extLst>
              <a:ext uri="{FF2B5EF4-FFF2-40B4-BE49-F238E27FC236}">
                <a16:creationId xmlns:a16="http://schemas.microsoft.com/office/drawing/2014/main" id="{909EA94B-9F41-F20A-00FC-391F35CF688E}"/>
              </a:ext>
            </a:extLst>
          </p:cNvPr>
          <p:cNvCxnSpPr/>
          <p:nvPr/>
        </p:nvCxnSpPr>
        <p:spPr>
          <a:xfrm>
            <a:off x="271254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a:extLst>
              <a:ext uri="{FF2B5EF4-FFF2-40B4-BE49-F238E27FC236}">
                <a16:creationId xmlns:a16="http://schemas.microsoft.com/office/drawing/2014/main" id="{DCC4BF12-2A8A-F5BA-ECE7-0C7FAF241F6F}"/>
              </a:ext>
            </a:extLst>
          </p:cNvPr>
          <p:cNvCxnSpPr/>
          <p:nvPr/>
        </p:nvCxnSpPr>
        <p:spPr>
          <a:xfrm>
            <a:off x="275826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3" name="直接连接符 1052">
            <a:extLst>
              <a:ext uri="{FF2B5EF4-FFF2-40B4-BE49-F238E27FC236}">
                <a16:creationId xmlns:a16="http://schemas.microsoft.com/office/drawing/2014/main" id="{D6CDAD41-7F11-F4B8-CE97-ED705A3434A2}"/>
              </a:ext>
            </a:extLst>
          </p:cNvPr>
          <p:cNvCxnSpPr/>
          <p:nvPr/>
        </p:nvCxnSpPr>
        <p:spPr>
          <a:xfrm>
            <a:off x="278112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a:extLst>
              <a:ext uri="{FF2B5EF4-FFF2-40B4-BE49-F238E27FC236}">
                <a16:creationId xmlns:a16="http://schemas.microsoft.com/office/drawing/2014/main" id="{18D2F049-3F52-198F-4A2D-C99FE6113E65}"/>
              </a:ext>
            </a:extLst>
          </p:cNvPr>
          <p:cNvCxnSpPr/>
          <p:nvPr/>
        </p:nvCxnSpPr>
        <p:spPr>
          <a:xfrm>
            <a:off x="284970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a:extLst>
              <a:ext uri="{FF2B5EF4-FFF2-40B4-BE49-F238E27FC236}">
                <a16:creationId xmlns:a16="http://schemas.microsoft.com/office/drawing/2014/main" id="{0A4717E5-271E-8C38-EEA6-DED083E457AE}"/>
              </a:ext>
            </a:extLst>
          </p:cNvPr>
          <p:cNvCxnSpPr/>
          <p:nvPr/>
        </p:nvCxnSpPr>
        <p:spPr>
          <a:xfrm>
            <a:off x="291828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6" name="直接连接符 1055">
            <a:extLst>
              <a:ext uri="{FF2B5EF4-FFF2-40B4-BE49-F238E27FC236}">
                <a16:creationId xmlns:a16="http://schemas.microsoft.com/office/drawing/2014/main" id="{40CB941E-97C6-C004-A7E2-07D3F74DA7CD}"/>
              </a:ext>
            </a:extLst>
          </p:cNvPr>
          <p:cNvCxnSpPr/>
          <p:nvPr/>
        </p:nvCxnSpPr>
        <p:spPr>
          <a:xfrm>
            <a:off x="2986863" y="5215566"/>
            <a:ext cx="1880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a:extLst>
              <a:ext uri="{FF2B5EF4-FFF2-40B4-BE49-F238E27FC236}">
                <a16:creationId xmlns:a16="http://schemas.microsoft.com/office/drawing/2014/main" id="{5AF4AFAB-9276-044B-6BFA-EA8850C0846F}"/>
              </a:ext>
            </a:extLst>
          </p:cNvPr>
          <p:cNvCxnSpPr/>
          <p:nvPr/>
        </p:nvCxnSpPr>
        <p:spPr>
          <a:xfrm>
            <a:off x="3005667" y="5215566"/>
            <a:ext cx="26916"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8" name="直接连接符 1057">
            <a:extLst>
              <a:ext uri="{FF2B5EF4-FFF2-40B4-BE49-F238E27FC236}">
                <a16:creationId xmlns:a16="http://schemas.microsoft.com/office/drawing/2014/main" id="{FAABC3B3-BDE3-7CCC-BC72-522176F6D8F4}"/>
              </a:ext>
            </a:extLst>
          </p:cNvPr>
          <p:cNvCxnSpPr/>
          <p:nvPr/>
        </p:nvCxnSpPr>
        <p:spPr>
          <a:xfrm>
            <a:off x="303258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59" name="直接连接符 1058">
            <a:extLst>
              <a:ext uri="{FF2B5EF4-FFF2-40B4-BE49-F238E27FC236}">
                <a16:creationId xmlns:a16="http://schemas.microsoft.com/office/drawing/2014/main" id="{2F3F9A22-19DB-33D5-18B8-2A0FFFBB892A}"/>
              </a:ext>
            </a:extLst>
          </p:cNvPr>
          <p:cNvCxnSpPr/>
          <p:nvPr/>
        </p:nvCxnSpPr>
        <p:spPr>
          <a:xfrm>
            <a:off x="305544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0" name="直接连接符 1059">
            <a:extLst>
              <a:ext uri="{FF2B5EF4-FFF2-40B4-BE49-F238E27FC236}">
                <a16:creationId xmlns:a16="http://schemas.microsoft.com/office/drawing/2014/main" id="{9074F8FC-72A1-A17E-F7FA-0B3832E89B90}"/>
              </a:ext>
            </a:extLst>
          </p:cNvPr>
          <p:cNvCxnSpPr/>
          <p:nvPr/>
        </p:nvCxnSpPr>
        <p:spPr>
          <a:xfrm>
            <a:off x="310116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1" name="直接连接符 1060">
            <a:extLst>
              <a:ext uri="{FF2B5EF4-FFF2-40B4-BE49-F238E27FC236}">
                <a16:creationId xmlns:a16="http://schemas.microsoft.com/office/drawing/2014/main" id="{472A6F57-E6DA-F9FD-F9B0-EF0DA8D5D6C9}"/>
              </a:ext>
            </a:extLst>
          </p:cNvPr>
          <p:cNvCxnSpPr/>
          <p:nvPr/>
        </p:nvCxnSpPr>
        <p:spPr>
          <a:xfrm>
            <a:off x="312402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2" name="直接连接符 1061">
            <a:extLst>
              <a:ext uri="{FF2B5EF4-FFF2-40B4-BE49-F238E27FC236}">
                <a16:creationId xmlns:a16="http://schemas.microsoft.com/office/drawing/2014/main" id="{038DE53A-03E6-966C-478A-0601AFCCF651}"/>
              </a:ext>
            </a:extLst>
          </p:cNvPr>
          <p:cNvCxnSpPr/>
          <p:nvPr/>
        </p:nvCxnSpPr>
        <p:spPr>
          <a:xfrm>
            <a:off x="319260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3" name="直接连接符 1062">
            <a:extLst>
              <a:ext uri="{FF2B5EF4-FFF2-40B4-BE49-F238E27FC236}">
                <a16:creationId xmlns:a16="http://schemas.microsoft.com/office/drawing/2014/main" id="{1E30CD09-EAB5-B4DA-33EF-7093D23AEF9B}"/>
              </a:ext>
            </a:extLst>
          </p:cNvPr>
          <p:cNvCxnSpPr/>
          <p:nvPr/>
        </p:nvCxnSpPr>
        <p:spPr>
          <a:xfrm>
            <a:off x="326118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4" name="直接连接符 1063">
            <a:extLst>
              <a:ext uri="{FF2B5EF4-FFF2-40B4-BE49-F238E27FC236}">
                <a16:creationId xmlns:a16="http://schemas.microsoft.com/office/drawing/2014/main" id="{EF6FB6A5-96D1-7CED-A4DA-D55ADC135A3A}"/>
              </a:ext>
            </a:extLst>
          </p:cNvPr>
          <p:cNvCxnSpPr/>
          <p:nvPr/>
        </p:nvCxnSpPr>
        <p:spPr>
          <a:xfrm>
            <a:off x="3329764" y="5215566"/>
            <a:ext cx="35737"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5" name="直接连接符 1064">
            <a:extLst>
              <a:ext uri="{FF2B5EF4-FFF2-40B4-BE49-F238E27FC236}">
                <a16:creationId xmlns:a16="http://schemas.microsoft.com/office/drawing/2014/main" id="{EEDE40D9-D870-878E-2AC7-18A987CABF77}"/>
              </a:ext>
            </a:extLst>
          </p:cNvPr>
          <p:cNvCxnSpPr/>
          <p:nvPr/>
        </p:nvCxnSpPr>
        <p:spPr>
          <a:xfrm>
            <a:off x="3365501" y="5215566"/>
            <a:ext cx="9983"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a:extLst>
              <a:ext uri="{FF2B5EF4-FFF2-40B4-BE49-F238E27FC236}">
                <a16:creationId xmlns:a16="http://schemas.microsoft.com/office/drawing/2014/main" id="{C189F6D1-F451-8C3B-D68D-2775BDEC64AD}"/>
              </a:ext>
            </a:extLst>
          </p:cNvPr>
          <p:cNvCxnSpPr/>
          <p:nvPr/>
        </p:nvCxnSpPr>
        <p:spPr>
          <a:xfrm>
            <a:off x="337548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a:extLst>
              <a:ext uri="{FF2B5EF4-FFF2-40B4-BE49-F238E27FC236}">
                <a16:creationId xmlns:a16="http://schemas.microsoft.com/office/drawing/2014/main" id="{7182E484-046D-F9CA-33DE-B62E4ECEEE8B}"/>
              </a:ext>
            </a:extLst>
          </p:cNvPr>
          <p:cNvCxnSpPr/>
          <p:nvPr/>
        </p:nvCxnSpPr>
        <p:spPr>
          <a:xfrm>
            <a:off x="339834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8" name="直接连接符 1067">
            <a:extLst>
              <a:ext uri="{FF2B5EF4-FFF2-40B4-BE49-F238E27FC236}">
                <a16:creationId xmlns:a16="http://schemas.microsoft.com/office/drawing/2014/main" id="{AF0CAB50-521A-0560-79A5-22C843B8C794}"/>
              </a:ext>
            </a:extLst>
          </p:cNvPr>
          <p:cNvCxnSpPr/>
          <p:nvPr/>
        </p:nvCxnSpPr>
        <p:spPr>
          <a:xfrm>
            <a:off x="346692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69" name="直接连接符 1068">
            <a:extLst>
              <a:ext uri="{FF2B5EF4-FFF2-40B4-BE49-F238E27FC236}">
                <a16:creationId xmlns:a16="http://schemas.microsoft.com/office/drawing/2014/main" id="{101879AF-8B61-62BB-EC1F-DD584AAFF53B}"/>
              </a:ext>
            </a:extLst>
          </p:cNvPr>
          <p:cNvCxnSpPr/>
          <p:nvPr/>
        </p:nvCxnSpPr>
        <p:spPr>
          <a:xfrm>
            <a:off x="351264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0" name="直接连接符 1069">
            <a:extLst>
              <a:ext uri="{FF2B5EF4-FFF2-40B4-BE49-F238E27FC236}">
                <a16:creationId xmlns:a16="http://schemas.microsoft.com/office/drawing/2014/main" id="{8E6F4868-A914-8F8D-7E09-B8B6D7647872}"/>
              </a:ext>
            </a:extLst>
          </p:cNvPr>
          <p:cNvCxnSpPr/>
          <p:nvPr/>
        </p:nvCxnSpPr>
        <p:spPr>
          <a:xfrm>
            <a:off x="353550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1" name="直接连接符 1070">
            <a:extLst>
              <a:ext uri="{FF2B5EF4-FFF2-40B4-BE49-F238E27FC236}">
                <a16:creationId xmlns:a16="http://schemas.microsoft.com/office/drawing/2014/main" id="{8F9A3236-5526-46B8-CBB3-BD3E3A7E6270}"/>
              </a:ext>
            </a:extLst>
          </p:cNvPr>
          <p:cNvCxnSpPr/>
          <p:nvPr/>
        </p:nvCxnSpPr>
        <p:spPr>
          <a:xfrm>
            <a:off x="358122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2" name="直接连接符 1071">
            <a:extLst>
              <a:ext uri="{FF2B5EF4-FFF2-40B4-BE49-F238E27FC236}">
                <a16:creationId xmlns:a16="http://schemas.microsoft.com/office/drawing/2014/main" id="{1BDDA76F-A79E-EB73-226E-7468118523E9}"/>
              </a:ext>
            </a:extLst>
          </p:cNvPr>
          <p:cNvCxnSpPr/>
          <p:nvPr/>
        </p:nvCxnSpPr>
        <p:spPr>
          <a:xfrm>
            <a:off x="360408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3" name="直接连接符 1072">
            <a:extLst>
              <a:ext uri="{FF2B5EF4-FFF2-40B4-BE49-F238E27FC236}">
                <a16:creationId xmlns:a16="http://schemas.microsoft.com/office/drawing/2014/main" id="{C492BC23-CCC7-76EB-3E09-B88CE1BB15A3}"/>
              </a:ext>
            </a:extLst>
          </p:cNvPr>
          <p:cNvCxnSpPr/>
          <p:nvPr/>
        </p:nvCxnSpPr>
        <p:spPr>
          <a:xfrm>
            <a:off x="364980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4" name="直接连接符 1073">
            <a:extLst>
              <a:ext uri="{FF2B5EF4-FFF2-40B4-BE49-F238E27FC236}">
                <a16:creationId xmlns:a16="http://schemas.microsoft.com/office/drawing/2014/main" id="{90D87E8B-8F31-8E7C-1C64-CE54A69CD8FE}"/>
              </a:ext>
            </a:extLst>
          </p:cNvPr>
          <p:cNvCxnSpPr/>
          <p:nvPr/>
        </p:nvCxnSpPr>
        <p:spPr>
          <a:xfrm>
            <a:off x="367266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5" name="直接连接符 1074">
            <a:extLst>
              <a:ext uri="{FF2B5EF4-FFF2-40B4-BE49-F238E27FC236}">
                <a16:creationId xmlns:a16="http://schemas.microsoft.com/office/drawing/2014/main" id="{C71CE879-08A6-01C0-2DAF-95146445642C}"/>
              </a:ext>
            </a:extLst>
          </p:cNvPr>
          <p:cNvCxnSpPr/>
          <p:nvPr/>
        </p:nvCxnSpPr>
        <p:spPr>
          <a:xfrm>
            <a:off x="371838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6" name="直接连接符 1075">
            <a:extLst>
              <a:ext uri="{FF2B5EF4-FFF2-40B4-BE49-F238E27FC236}">
                <a16:creationId xmlns:a16="http://schemas.microsoft.com/office/drawing/2014/main" id="{560F7F54-A65B-B033-7454-C4B37A94812F}"/>
              </a:ext>
            </a:extLst>
          </p:cNvPr>
          <p:cNvCxnSpPr/>
          <p:nvPr/>
        </p:nvCxnSpPr>
        <p:spPr>
          <a:xfrm>
            <a:off x="374124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7" name="直接连接符 1076">
            <a:extLst>
              <a:ext uri="{FF2B5EF4-FFF2-40B4-BE49-F238E27FC236}">
                <a16:creationId xmlns:a16="http://schemas.microsoft.com/office/drawing/2014/main" id="{CB7380D8-309E-A202-B4DE-99ABCF8B8A53}"/>
              </a:ext>
            </a:extLst>
          </p:cNvPr>
          <p:cNvCxnSpPr/>
          <p:nvPr/>
        </p:nvCxnSpPr>
        <p:spPr>
          <a:xfrm>
            <a:off x="378696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8" name="直接连接符 1077">
            <a:extLst>
              <a:ext uri="{FF2B5EF4-FFF2-40B4-BE49-F238E27FC236}">
                <a16:creationId xmlns:a16="http://schemas.microsoft.com/office/drawing/2014/main" id="{F0A1E3B0-B050-7CF8-B989-AB370DBBCCFA}"/>
              </a:ext>
            </a:extLst>
          </p:cNvPr>
          <p:cNvCxnSpPr/>
          <p:nvPr/>
        </p:nvCxnSpPr>
        <p:spPr>
          <a:xfrm>
            <a:off x="380982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79" name="直接连接符 1078">
            <a:extLst>
              <a:ext uri="{FF2B5EF4-FFF2-40B4-BE49-F238E27FC236}">
                <a16:creationId xmlns:a16="http://schemas.microsoft.com/office/drawing/2014/main" id="{5ADC2AB7-868B-B49E-6865-EF53CF4912A4}"/>
              </a:ext>
            </a:extLst>
          </p:cNvPr>
          <p:cNvCxnSpPr/>
          <p:nvPr/>
        </p:nvCxnSpPr>
        <p:spPr>
          <a:xfrm>
            <a:off x="385554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0" name="直接连接符 1079">
            <a:extLst>
              <a:ext uri="{FF2B5EF4-FFF2-40B4-BE49-F238E27FC236}">
                <a16:creationId xmlns:a16="http://schemas.microsoft.com/office/drawing/2014/main" id="{BE005AF0-CE52-590F-962D-B6CACB1EB0C6}"/>
              </a:ext>
            </a:extLst>
          </p:cNvPr>
          <p:cNvCxnSpPr/>
          <p:nvPr/>
        </p:nvCxnSpPr>
        <p:spPr>
          <a:xfrm>
            <a:off x="387840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1" name="直接连接符 1080">
            <a:extLst>
              <a:ext uri="{FF2B5EF4-FFF2-40B4-BE49-F238E27FC236}">
                <a16:creationId xmlns:a16="http://schemas.microsoft.com/office/drawing/2014/main" id="{6D679862-8F5B-FB9B-9301-B1870EC101B6}"/>
              </a:ext>
            </a:extLst>
          </p:cNvPr>
          <p:cNvCxnSpPr/>
          <p:nvPr/>
        </p:nvCxnSpPr>
        <p:spPr>
          <a:xfrm>
            <a:off x="392412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2" name="直接连接符 1081">
            <a:extLst>
              <a:ext uri="{FF2B5EF4-FFF2-40B4-BE49-F238E27FC236}">
                <a16:creationId xmlns:a16="http://schemas.microsoft.com/office/drawing/2014/main" id="{FFB00FD6-DC87-5F01-33C8-D1AFC35C6F89}"/>
              </a:ext>
            </a:extLst>
          </p:cNvPr>
          <p:cNvCxnSpPr/>
          <p:nvPr/>
        </p:nvCxnSpPr>
        <p:spPr>
          <a:xfrm>
            <a:off x="394698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3" name="直接连接符 1082">
            <a:extLst>
              <a:ext uri="{FF2B5EF4-FFF2-40B4-BE49-F238E27FC236}">
                <a16:creationId xmlns:a16="http://schemas.microsoft.com/office/drawing/2014/main" id="{2CE16F24-C6A8-E52B-4582-E33EBE6EDD3A}"/>
              </a:ext>
            </a:extLst>
          </p:cNvPr>
          <p:cNvCxnSpPr/>
          <p:nvPr/>
        </p:nvCxnSpPr>
        <p:spPr>
          <a:xfrm>
            <a:off x="401556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4" name="直接连接符 1083">
            <a:extLst>
              <a:ext uri="{FF2B5EF4-FFF2-40B4-BE49-F238E27FC236}">
                <a16:creationId xmlns:a16="http://schemas.microsoft.com/office/drawing/2014/main" id="{C45CF6E9-06AA-A3CE-EC45-FF17DAEC80B5}"/>
              </a:ext>
            </a:extLst>
          </p:cNvPr>
          <p:cNvCxnSpPr/>
          <p:nvPr/>
        </p:nvCxnSpPr>
        <p:spPr>
          <a:xfrm>
            <a:off x="406128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5" name="直接连接符 1084">
            <a:extLst>
              <a:ext uri="{FF2B5EF4-FFF2-40B4-BE49-F238E27FC236}">
                <a16:creationId xmlns:a16="http://schemas.microsoft.com/office/drawing/2014/main" id="{83115D92-1F31-8C08-8E09-694779476C34}"/>
              </a:ext>
            </a:extLst>
          </p:cNvPr>
          <p:cNvCxnSpPr/>
          <p:nvPr/>
        </p:nvCxnSpPr>
        <p:spPr>
          <a:xfrm>
            <a:off x="4084143" y="5215566"/>
            <a:ext cx="1024"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6" name="直接连接符 1085">
            <a:extLst>
              <a:ext uri="{FF2B5EF4-FFF2-40B4-BE49-F238E27FC236}">
                <a16:creationId xmlns:a16="http://schemas.microsoft.com/office/drawing/2014/main" id="{A467E8FC-E5C0-619C-82BD-563A364ECDF5}"/>
              </a:ext>
            </a:extLst>
          </p:cNvPr>
          <p:cNvCxnSpPr/>
          <p:nvPr/>
        </p:nvCxnSpPr>
        <p:spPr>
          <a:xfrm>
            <a:off x="4085167" y="5215566"/>
            <a:ext cx="44696"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7" name="直接连接符 1086">
            <a:extLst>
              <a:ext uri="{FF2B5EF4-FFF2-40B4-BE49-F238E27FC236}">
                <a16:creationId xmlns:a16="http://schemas.microsoft.com/office/drawing/2014/main" id="{32C03083-9A39-4BB7-B90C-4C1A948DC33B}"/>
              </a:ext>
            </a:extLst>
          </p:cNvPr>
          <p:cNvCxnSpPr/>
          <p:nvPr/>
        </p:nvCxnSpPr>
        <p:spPr>
          <a:xfrm>
            <a:off x="412986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8" name="直接连接符 1087">
            <a:extLst>
              <a:ext uri="{FF2B5EF4-FFF2-40B4-BE49-F238E27FC236}">
                <a16:creationId xmlns:a16="http://schemas.microsoft.com/office/drawing/2014/main" id="{0A1C43D7-5F5D-2F08-4103-2098727911CB}"/>
              </a:ext>
            </a:extLst>
          </p:cNvPr>
          <p:cNvCxnSpPr/>
          <p:nvPr/>
        </p:nvCxnSpPr>
        <p:spPr>
          <a:xfrm>
            <a:off x="415272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89" name="直接连接符 1088">
            <a:extLst>
              <a:ext uri="{FF2B5EF4-FFF2-40B4-BE49-F238E27FC236}">
                <a16:creationId xmlns:a16="http://schemas.microsoft.com/office/drawing/2014/main" id="{835D4F24-DF7D-31A1-9963-CB72B4660A11}"/>
              </a:ext>
            </a:extLst>
          </p:cNvPr>
          <p:cNvCxnSpPr/>
          <p:nvPr/>
        </p:nvCxnSpPr>
        <p:spPr>
          <a:xfrm>
            <a:off x="419844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90" name="直接连接符 1089">
            <a:extLst>
              <a:ext uri="{FF2B5EF4-FFF2-40B4-BE49-F238E27FC236}">
                <a16:creationId xmlns:a16="http://schemas.microsoft.com/office/drawing/2014/main" id="{E9CE3844-1E82-DB14-6610-F5423E17F609}"/>
              </a:ext>
            </a:extLst>
          </p:cNvPr>
          <p:cNvCxnSpPr/>
          <p:nvPr/>
        </p:nvCxnSpPr>
        <p:spPr>
          <a:xfrm>
            <a:off x="422130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91" name="直接连接符 1090">
            <a:extLst>
              <a:ext uri="{FF2B5EF4-FFF2-40B4-BE49-F238E27FC236}">
                <a16:creationId xmlns:a16="http://schemas.microsoft.com/office/drawing/2014/main" id="{CB4CEE2B-4047-8F8E-2A4F-46F4F0637CCE}"/>
              </a:ext>
            </a:extLst>
          </p:cNvPr>
          <p:cNvCxnSpPr/>
          <p:nvPr/>
        </p:nvCxnSpPr>
        <p:spPr>
          <a:xfrm>
            <a:off x="428988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92" name="直接连接符 1091">
            <a:extLst>
              <a:ext uri="{FF2B5EF4-FFF2-40B4-BE49-F238E27FC236}">
                <a16:creationId xmlns:a16="http://schemas.microsoft.com/office/drawing/2014/main" id="{2C7E25C4-EC2D-F9F3-EB85-2AFA3080C8B6}"/>
              </a:ext>
            </a:extLst>
          </p:cNvPr>
          <p:cNvCxnSpPr/>
          <p:nvPr/>
        </p:nvCxnSpPr>
        <p:spPr>
          <a:xfrm>
            <a:off x="4358463" y="5215566"/>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93" name="直接连接符 1092">
            <a:extLst>
              <a:ext uri="{FF2B5EF4-FFF2-40B4-BE49-F238E27FC236}">
                <a16:creationId xmlns:a16="http://schemas.microsoft.com/office/drawing/2014/main" id="{6CA90B82-EA42-92BF-1A26-8D6C9D6C464C}"/>
              </a:ext>
            </a:extLst>
          </p:cNvPr>
          <p:cNvCxnSpPr/>
          <p:nvPr/>
        </p:nvCxnSpPr>
        <p:spPr>
          <a:xfrm>
            <a:off x="4404183" y="5215566"/>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094" name="直接连接符 1093">
            <a:extLst>
              <a:ext uri="{FF2B5EF4-FFF2-40B4-BE49-F238E27FC236}">
                <a16:creationId xmlns:a16="http://schemas.microsoft.com/office/drawing/2014/main" id="{5596E675-74C3-E5B5-7454-FC49ACC93387}"/>
              </a:ext>
            </a:extLst>
          </p:cNvPr>
          <p:cNvCxnSpPr/>
          <p:nvPr/>
        </p:nvCxnSpPr>
        <p:spPr>
          <a:xfrm>
            <a:off x="4427044" y="5215566"/>
            <a:ext cx="17957"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1095" name="矩形 1094">
            <a:extLst>
              <a:ext uri="{FF2B5EF4-FFF2-40B4-BE49-F238E27FC236}">
                <a16:creationId xmlns:a16="http://schemas.microsoft.com/office/drawing/2014/main" id="{A7438FB0-9560-DF43-EA80-968115DC2B37}"/>
              </a:ext>
            </a:extLst>
          </p:cNvPr>
          <p:cNvSpPr/>
          <p:nvPr/>
        </p:nvSpPr>
        <p:spPr>
          <a:xfrm>
            <a:off x="1189674" y="5271311"/>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6" name="矩形 1095">
            <a:extLst>
              <a:ext uri="{FF2B5EF4-FFF2-40B4-BE49-F238E27FC236}">
                <a16:creationId xmlns:a16="http://schemas.microsoft.com/office/drawing/2014/main" id="{46B195F3-396A-D9C4-88FF-99A15D0B207F}"/>
              </a:ext>
            </a:extLst>
          </p:cNvPr>
          <p:cNvSpPr/>
          <p:nvPr/>
        </p:nvSpPr>
        <p:spPr>
          <a:xfrm>
            <a:off x="1549507" y="5244921"/>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7" name="矩形 1096">
            <a:extLst>
              <a:ext uri="{FF2B5EF4-FFF2-40B4-BE49-F238E27FC236}">
                <a16:creationId xmlns:a16="http://schemas.microsoft.com/office/drawing/2014/main" id="{6A814363-04DE-902A-F959-B1239E244C22}"/>
              </a:ext>
            </a:extLst>
          </p:cNvPr>
          <p:cNvSpPr/>
          <p:nvPr/>
        </p:nvSpPr>
        <p:spPr>
          <a:xfrm>
            <a:off x="1909340" y="5211934"/>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8" name="矩形 1097">
            <a:extLst>
              <a:ext uri="{FF2B5EF4-FFF2-40B4-BE49-F238E27FC236}">
                <a16:creationId xmlns:a16="http://schemas.microsoft.com/office/drawing/2014/main" id="{620FA89B-0AE3-16B8-FC4C-62AD3DA9BD55}"/>
              </a:ext>
            </a:extLst>
          </p:cNvPr>
          <p:cNvSpPr/>
          <p:nvPr/>
        </p:nvSpPr>
        <p:spPr>
          <a:xfrm>
            <a:off x="2269173" y="5198740"/>
            <a:ext cx="33654"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9" name="矩形 1098">
            <a:extLst>
              <a:ext uri="{FF2B5EF4-FFF2-40B4-BE49-F238E27FC236}">
                <a16:creationId xmlns:a16="http://schemas.microsoft.com/office/drawing/2014/main" id="{9253600B-F48A-0111-3F4C-C88A5FEF40E6}"/>
              </a:ext>
            </a:extLst>
          </p:cNvPr>
          <p:cNvSpPr/>
          <p:nvPr/>
        </p:nvSpPr>
        <p:spPr>
          <a:xfrm>
            <a:off x="2629007" y="519874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0" name="矩形 1099">
            <a:extLst>
              <a:ext uri="{FF2B5EF4-FFF2-40B4-BE49-F238E27FC236}">
                <a16:creationId xmlns:a16="http://schemas.microsoft.com/office/drawing/2014/main" id="{9B5B55D1-F52B-3DF4-D546-2DE522D6E0A9}"/>
              </a:ext>
            </a:extLst>
          </p:cNvPr>
          <p:cNvSpPr/>
          <p:nvPr/>
        </p:nvSpPr>
        <p:spPr>
          <a:xfrm>
            <a:off x="2988840" y="519874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1" name="矩形 1100">
            <a:extLst>
              <a:ext uri="{FF2B5EF4-FFF2-40B4-BE49-F238E27FC236}">
                <a16:creationId xmlns:a16="http://schemas.microsoft.com/office/drawing/2014/main" id="{2BD6981B-9EA4-FBE1-77AA-5972BA68A0C2}"/>
              </a:ext>
            </a:extLst>
          </p:cNvPr>
          <p:cNvSpPr/>
          <p:nvPr/>
        </p:nvSpPr>
        <p:spPr>
          <a:xfrm>
            <a:off x="3348673" y="519874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2" name="矩形 1101">
            <a:extLst>
              <a:ext uri="{FF2B5EF4-FFF2-40B4-BE49-F238E27FC236}">
                <a16:creationId xmlns:a16="http://schemas.microsoft.com/office/drawing/2014/main" id="{B8FD7C7C-8241-7D4A-CD3D-ACA1B9EC6CEC}"/>
              </a:ext>
            </a:extLst>
          </p:cNvPr>
          <p:cNvSpPr/>
          <p:nvPr/>
        </p:nvSpPr>
        <p:spPr>
          <a:xfrm>
            <a:off x="3708507" y="519874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3" name="矩形 1102">
            <a:extLst>
              <a:ext uri="{FF2B5EF4-FFF2-40B4-BE49-F238E27FC236}">
                <a16:creationId xmlns:a16="http://schemas.microsoft.com/office/drawing/2014/main" id="{F7EA629F-061F-B7AB-FBA9-8AAB94D0B103}"/>
              </a:ext>
            </a:extLst>
          </p:cNvPr>
          <p:cNvSpPr/>
          <p:nvPr/>
        </p:nvSpPr>
        <p:spPr>
          <a:xfrm>
            <a:off x="4068340" y="519874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4" name="矩形 1103">
            <a:extLst>
              <a:ext uri="{FF2B5EF4-FFF2-40B4-BE49-F238E27FC236}">
                <a16:creationId xmlns:a16="http://schemas.microsoft.com/office/drawing/2014/main" id="{8C3EFAFE-5CBF-2124-F9DD-1DE9F339283F}"/>
              </a:ext>
            </a:extLst>
          </p:cNvPr>
          <p:cNvSpPr/>
          <p:nvPr/>
        </p:nvSpPr>
        <p:spPr>
          <a:xfrm>
            <a:off x="4428173" y="5198740"/>
            <a:ext cx="33655" cy="3365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05" name="直接连接符 1104">
            <a:extLst>
              <a:ext uri="{FF2B5EF4-FFF2-40B4-BE49-F238E27FC236}">
                <a16:creationId xmlns:a16="http://schemas.microsoft.com/office/drawing/2014/main" id="{79D6117D-CAA5-68B0-DE40-E1EC39B42305}"/>
              </a:ext>
            </a:extLst>
          </p:cNvPr>
          <p:cNvCxnSpPr/>
          <p:nvPr/>
        </p:nvCxnSpPr>
        <p:spPr>
          <a:xfrm flipV="1">
            <a:off x="1206501" y="5250978"/>
            <a:ext cx="45529" cy="4173"/>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06" name="直接连接符 1105">
            <a:extLst>
              <a:ext uri="{FF2B5EF4-FFF2-40B4-BE49-F238E27FC236}">
                <a16:creationId xmlns:a16="http://schemas.microsoft.com/office/drawing/2014/main" id="{EE969787-713B-FFAA-0FEE-66D228634305}"/>
              </a:ext>
            </a:extLst>
          </p:cNvPr>
          <p:cNvCxnSpPr/>
          <p:nvPr/>
        </p:nvCxnSpPr>
        <p:spPr>
          <a:xfrm flipV="1">
            <a:off x="1274795" y="5244716"/>
            <a:ext cx="45529" cy="4174"/>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07" name="直接连接符 1106">
            <a:extLst>
              <a:ext uri="{FF2B5EF4-FFF2-40B4-BE49-F238E27FC236}">
                <a16:creationId xmlns:a16="http://schemas.microsoft.com/office/drawing/2014/main" id="{B547BDEB-BC9E-1D1A-B181-84305704DDD5}"/>
              </a:ext>
            </a:extLst>
          </p:cNvPr>
          <p:cNvCxnSpPr/>
          <p:nvPr/>
        </p:nvCxnSpPr>
        <p:spPr>
          <a:xfrm>
            <a:off x="1320323" y="5244716"/>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08" name="直接连接符 1107">
            <a:extLst>
              <a:ext uri="{FF2B5EF4-FFF2-40B4-BE49-F238E27FC236}">
                <a16:creationId xmlns:a16="http://schemas.microsoft.com/office/drawing/2014/main" id="{2BBFE145-5DFF-8805-33A5-DC392BA7D060}"/>
              </a:ext>
            </a:extLst>
          </p:cNvPr>
          <p:cNvCxnSpPr/>
          <p:nvPr/>
        </p:nvCxnSpPr>
        <p:spPr>
          <a:xfrm flipV="1">
            <a:off x="1343088" y="5238455"/>
            <a:ext cx="45529" cy="4174"/>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09" name="直接连接符 1108">
            <a:extLst>
              <a:ext uri="{FF2B5EF4-FFF2-40B4-BE49-F238E27FC236}">
                <a16:creationId xmlns:a16="http://schemas.microsoft.com/office/drawing/2014/main" id="{0B9BDD4E-8063-7842-F153-E33C0AB5453A}"/>
              </a:ext>
            </a:extLst>
          </p:cNvPr>
          <p:cNvCxnSpPr/>
          <p:nvPr/>
        </p:nvCxnSpPr>
        <p:spPr>
          <a:xfrm>
            <a:off x="1388617" y="5238455"/>
            <a:ext cx="1"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0" name="直接连接符 1109">
            <a:extLst>
              <a:ext uri="{FF2B5EF4-FFF2-40B4-BE49-F238E27FC236}">
                <a16:creationId xmlns:a16="http://schemas.microsoft.com/office/drawing/2014/main" id="{3DA214AF-F147-F699-162D-D1771986DBFE}"/>
              </a:ext>
            </a:extLst>
          </p:cNvPr>
          <p:cNvCxnSpPr/>
          <p:nvPr/>
        </p:nvCxnSpPr>
        <p:spPr>
          <a:xfrm flipV="1">
            <a:off x="1411382" y="5232195"/>
            <a:ext cx="45529" cy="4174"/>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1" name="直接连接符 1110">
            <a:extLst>
              <a:ext uri="{FF2B5EF4-FFF2-40B4-BE49-F238E27FC236}">
                <a16:creationId xmlns:a16="http://schemas.microsoft.com/office/drawing/2014/main" id="{1705B029-7A36-912A-D1F0-2F72D66ED2F1}"/>
              </a:ext>
            </a:extLst>
          </p:cNvPr>
          <p:cNvCxnSpPr/>
          <p:nvPr/>
        </p:nvCxnSpPr>
        <p:spPr>
          <a:xfrm flipV="1">
            <a:off x="1456910" y="5232195"/>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2" name="直接连接符 1111">
            <a:extLst>
              <a:ext uri="{FF2B5EF4-FFF2-40B4-BE49-F238E27FC236}">
                <a16:creationId xmlns:a16="http://schemas.microsoft.com/office/drawing/2014/main" id="{E783C3EB-10EF-E03F-69DB-6D40315115CE}"/>
              </a:ext>
            </a:extLst>
          </p:cNvPr>
          <p:cNvCxnSpPr/>
          <p:nvPr/>
        </p:nvCxnSpPr>
        <p:spPr>
          <a:xfrm flipV="1">
            <a:off x="1479676" y="5225934"/>
            <a:ext cx="45529" cy="4174"/>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3" name="直接连接符 1112">
            <a:extLst>
              <a:ext uri="{FF2B5EF4-FFF2-40B4-BE49-F238E27FC236}">
                <a16:creationId xmlns:a16="http://schemas.microsoft.com/office/drawing/2014/main" id="{B2F8DCC1-CC99-7A45-7712-DEC820E6AC1A}"/>
              </a:ext>
            </a:extLst>
          </p:cNvPr>
          <p:cNvCxnSpPr/>
          <p:nvPr/>
        </p:nvCxnSpPr>
        <p:spPr>
          <a:xfrm flipV="1">
            <a:off x="1547969" y="5222165"/>
            <a:ext cx="18365" cy="1683"/>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4" name="直接连接符 1113">
            <a:extLst>
              <a:ext uri="{FF2B5EF4-FFF2-40B4-BE49-F238E27FC236}">
                <a16:creationId xmlns:a16="http://schemas.microsoft.com/office/drawing/2014/main" id="{FD261195-1A8D-4246-3B32-8EE4C14B0BE7}"/>
              </a:ext>
            </a:extLst>
          </p:cNvPr>
          <p:cNvCxnSpPr/>
          <p:nvPr/>
        </p:nvCxnSpPr>
        <p:spPr>
          <a:xfrm flipV="1">
            <a:off x="1566333" y="5218692"/>
            <a:ext cx="27056" cy="3473"/>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5" name="直接连接符 1114">
            <a:extLst>
              <a:ext uri="{FF2B5EF4-FFF2-40B4-BE49-F238E27FC236}">
                <a16:creationId xmlns:a16="http://schemas.microsoft.com/office/drawing/2014/main" id="{BED83129-8A59-7A28-6607-5ABEFA253831}"/>
              </a:ext>
            </a:extLst>
          </p:cNvPr>
          <p:cNvCxnSpPr/>
          <p:nvPr/>
        </p:nvCxnSpPr>
        <p:spPr>
          <a:xfrm>
            <a:off x="1593389" y="5218691"/>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6" name="直接连接符 1115">
            <a:extLst>
              <a:ext uri="{FF2B5EF4-FFF2-40B4-BE49-F238E27FC236}">
                <a16:creationId xmlns:a16="http://schemas.microsoft.com/office/drawing/2014/main" id="{467F91E7-6B05-7CE2-F82F-13104A011A76}"/>
              </a:ext>
            </a:extLst>
          </p:cNvPr>
          <p:cNvCxnSpPr/>
          <p:nvPr/>
        </p:nvCxnSpPr>
        <p:spPr>
          <a:xfrm flipV="1">
            <a:off x="1616063" y="5209961"/>
            <a:ext cx="45348" cy="582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7" name="直接连接符 1116">
            <a:extLst>
              <a:ext uri="{FF2B5EF4-FFF2-40B4-BE49-F238E27FC236}">
                <a16:creationId xmlns:a16="http://schemas.microsoft.com/office/drawing/2014/main" id="{39FCBF3F-2006-8A5E-7480-A1761EC0F29C}"/>
              </a:ext>
            </a:extLst>
          </p:cNvPr>
          <p:cNvCxnSpPr/>
          <p:nvPr/>
        </p:nvCxnSpPr>
        <p:spPr>
          <a:xfrm>
            <a:off x="1661411" y="5209961"/>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8" name="直接连接符 1117">
            <a:extLst>
              <a:ext uri="{FF2B5EF4-FFF2-40B4-BE49-F238E27FC236}">
                <a16:creationId xmlns:a16="http://schemas.microsoft.com/office/drawing/2014/main" id="{F37E4DA8-3A79-E35F-8169-33522C925576}"/>
              </a:ext>
            </a:extLst>
          </p:cNvPr>
          <p:cNvCxnSpPr/>
          <p:nvPr/>
        </p:nvCxnSpPr>
        <p:spPr>
          <a:xfrm flipV="1">
            <a:off x="1684085" y="5201231"/>
            <a:ext cx="45348" cy="582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19" name="直接连接符 1118">
            <a:extLst>
              <a:ext uri="{FF2B5EF4-FFF2-40B4-BE49-F238E27FC236}">
                <a16:creationId xmlns:a16="http://schemas.microsoft.com/office/drawing/2014/main" id="{BD0F10F1-DF2A-56C2-5185-8DDD64282B75}"/>
              </a:ext>
            </a:extLst>
          </p:cNvPr>
          <p:cNvCxnSpPr/>
          <p:nvPr/>
        </p:nvCxnSpPr>
        <p:spPr>
          <a:xfrm>
            <a:off x="1729434" y="5201231"/>
            <a:ext cx="1"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0" name="直接连接符 1119">
            <a:extLst>
              <a:ext uri="{FF2B5EF4-FFF2-40B4-BE49-F238E27FC236}">
                <a16:creationId xmlns:a16="http://schemas.microsoft.com/office/drawing/2014/main" id="{A4158653-6538-537A-3CCA-103DA1BE6902}"/>
              </a:ext>
            </a:extLst>
          </p:cNvPr>
          <p:cNvCxnSpPr/>
          <p:nvPr/>
        </p:nvCxnSpPr>
        <p:spPr>
          <a:xfrm flipV="1">
            <a:off x="1752107" y="5192501"/>
            <a:ext cx="45348" cy="582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1" name="直接连接符 1120">
            <a:extLst>
              <a:ext uri="{FF2B5EF4-FFF2-40B4-BE49-F238E27FC236}">
                <a16:creationId xmlns:a16="http://schemas.microsoft.com/office/drawing/2014/main" id="{BA05845C-1784-61B6-9319-DB4A358E405E}"/>
              </a:ext>
            </a:extLst>
          </p:cNvPr>
          <p:cNvCxnSpPr/>
          <p:nvPr/>
        </p:nvCxnSpPr>
        <p:spPr>
          <a:xfrm flipV="1">
            <a:off x="1797456" y="5192501"/>
            <a:ext cx="1"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2" name="直接连接符 1121">
            <a:extLst>
              <a:ext uri="{FF2B5EF4-FFF2-40B4-BE49-F238E27FC236}">
                <a16:creationId xmlns:a16="http://schemas.microsoft.com/office/drawing/2014/main" id="{4DCA4D00-36F4-AEA9-1C8E-E6FB2CAD39E9}"/>
              </a:ext>
            </a:extLst>
          </p:cNvPr>
          <p:cNvCxnSpPr/>
          <p:nvPr/>
        </p:nvCxnSpPr>
        <p:spPr>
          <a:xfrm flipV="1">
            <a:off x="1820131" y="5183771"/>
            <a:ext cx="45347" cy="582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3" name="直接连接符 1122">
            <a:extLst>
              <a:ext uri="{FF2B5EF4-FFF2-40B4-BE49-F238E27FC236}">
                <a16:creationId xmlns:a16="http://schemas.microsoft.com/office/drawing/2014/main" id="{E2CF36F8-9324-C74E-18CB-43F1276E2CF7}"/>
              </a:ext>
            </a:extLst>
          </p:cNvPr>
          <p:cNvCxnSpPr/>
          <p:nvPr/>
        </p:nvCxnSpPr>
        <p:spPr>
          <a:xfrm>
            <a:off x="1865478" y="5183771"/>
            <a:ext cx="1"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4" name="直接连接符 1123">
            <a:extLst>
              <a:ext uri="{FF2B5EF4-FFF2-40B4-BE49-F238E27FC236}">
                <a16:creationId xmlns:a16="http://schemas.microsoft.com/office/drawing/2014/main" id="{C3D4C732-E719-F3E3-0AC0-40D253BE9B3D}"/>
              </a:ext>
            </a:extLst>
          </p:cNvPr>
          <p:cNvCxnSpPr/>
          <p:nvPr/>
        </p:nvCxnSpPr>
        <p:spPr>
          <a:xfrm flipV="1">
            <a:off x="1888153" y="5175983"/>
            <a:ext cx="38015" cy="4879"/>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5" name="直接连接符 1124">
            <a:extLst>
              <a:ext uri="{FF2B5EF4-FFF2-40B4-BE49-F238E27FC236}">
                <a16:creationId xmlns:a16="http://schemas.microsoft.com/office/drawing/2014/main" id="{E83EF411-C5A4-C990-156B-30B2D8EF5E29}"/>
              </a:ext>
            </a:extLst>
          </p:cNvPr>
          <p:cNvCxnSpPr/>
          <p:nvPr/>
        </p:nvCxnSpPr>
        <p:spPr>
          <a:xfrm>
            <a:off x="1926168" y="5175982"/>
            <a:ext cx="739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6" name="直接连接符 1125">
            <a:extLst>
              <a:ext uri="{FF2B5EF4-FFF2-40B4-BE49-F238E27FC236}">
                <a16:creationId xmlns:a16="http://schemas.microsoft.com/office/drawing/2014/main" id="{69B0D141-1FE6-0E6E-6066-5C0C18EDEA3D}"/>
              </a:ext>
            </a:extLst>
          </p:cNvPr>
          <p:cNvCxnSpPr/>
          <p:nvPr/>
        </p:nvCxnSpPr>
        <p:spPr>
          <a:xfrm>
            <a:off x="193356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7" name="直接连接符 1126">
            <a:extLst>
              <a:ext uri="{FF2B5EF4-FFF2-40B4-BE49-F238E27FC236}">
                <a16:creationId xmlns:a16="http://schemas.microsoft.com/office/drawing/2014/main" id="{1A39B1D5-C207-1393-F354-7CAF6A26AA3C}"/>
              </a:ext>
            </a:extLst>
          </p:cNvPr>
          <p:cNvCxnSpPr/>
          <p:nvPr/>
        </p:nvCxnSpPr>
        <p:spPr>
          <a:xfrm>
            <a:off x="195642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8" name="直接连接符 1127">
            <a:extLst>
              <a:ext uri="{FF2B5EF4-FFF2-40B4-BE49-F238E27FC236}">
                <a16:creationId xmlns:a16="http://schemas.microsoft.com/office/drawing/2014/main" id="{559D63A1-7298-5CF5-1EA2-1A6E6761F7EB}"/>
              </a:ext>
            </a:extLst>
          </p:cNvPr>
          <p:cNvCxnSpPr/>
          <p:nvPr/>
        </p:nvCxnSpPr>
        <p:spPr>
          <a:xfrm>
            <a:off x="200214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29" name="直接连接符 1128">
            <a:extLst>
              <a:ext uri="{FF2B5EF4-FFF2-40B4-BE49-F238E27FC236}">
                <a16:creationId xmlns:a16="http://schemas.microsoft.com/office/drawing/2014/main" id="{5877774B-291D-27EC-7E5E-D4BE3153E2E8}"/>
              </a:ext>
            </a:extLst>
          </p:cNvPr>
          <p:cNvCxnSpPr/>
          <p:nvPr/>
        </p:nvCxnSpPr>
        <p:spPr>
          <a:xfrm>
            <a:off x="202500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0" name="直接连接符 1129">
            <a:extLst>
              <a:ext uri="{FF2B5EF4-FFF2-40B4-BE49-F238E27FC236}">
                <a16:creationId xmlns:a16="http://schemas.microsoft.com/office/drawing/2014/main" id="{9CE218FD-CF12-F201-7E45-7346D04E28D0}"/>
              </a:ext>
            </a:extLst>
          </p:cNvPr>
          <p:cNvCxnSpPr/>
          <p:nvPr/>
        </p:nvCxnSpPr>
        <p:spPr>
          <a:xfrm>
            <a:off x="209358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1" name="直接连接符 1130">
            <a:extLst>
              <a:ext uri="{FF2B5EF4-FFF2-40B4-BE49-F238E27FC236}">
                <a16:creationId xmlns:a16="http://schemas.microsoft.com/office/drawing/2014/main" id="{EC034C03-969E-495A-CF40-1CC8E8FDBC66}"/>
              </a:ext>
            </a:extLst>
          </p:cNvPr>
          <p:cNvCxnSpPr/>
          <p:nvPr/>
        </p:nvCxnSpPr>
        <p:spPr>
          <a:xfrm>
            <a:off x="216216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2" name="直接连接符 1131">
            <a:extLst>
              <a:ext uri="{FF2B5EF4-FFF2-40B4-BE49-F238E27FC236}">
                <a16:creationId xmlns:a16="http://schemas.microsoft.com/office/drawing/2014/main" id="{63911EA7-EF06-04F6-5BB8-0C5972A402F2}"/>
              </a:ext>
            </a:extLst>
          </p:cNvPr>
          <p:cNvCxnSpPr/>
          <p:nvPr/>
        </p:nvCxnSpPr>
        <p:spPr>
          <a:xfrm>
            <a:off x="220788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3" name="直接连接符 1132">
            <a:extLst>
              <a:ext uri="{FF2B5EF4-FFF2-40B4-BE49-F238E27FC236}">
                <a16:creationId xmlns:a16="http://schemas.microsoft.com/office/drawing/2014/main" id="{F6B494CF-E8E1-F50F-3502-9F5560C45D82}"/>
              </a:ext>
            </a:extLst>
          </p:cNvPr>
          <p:cNvCxnSpPr/>
          <p:nvPr/>
        </p:nvCxnSpPr>
        <p:spPr>
          <a:xfrm>
            <a:off x="223074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4" name="直接连接符 1133">
            <a:extLst>
              <a:ext uri="{FF2B5EF4-FFF2-40B4-BE49-F238E27FC236}">
                <a16:creationId xmlns:a16="http://schemas.microsoft.com/office/drawing/2014/main" id="{DFE01601-903B-67BD-69AC-0E0AE7EFE30A}"/>
              </a:ext>
            </a:extLst>
          </p:cNvPr>
          <p:cNvCxnSpPr/>
          <p:nvPr/>
        </p:nvCxnSpPr>
        <p:spPr>
          <a:xfrm>
            <a:off x="229932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5" name="直接连接符 1134">
            <a:extLst>
              <a:ext uri="{FF2B5EF4-FFF2-40B4-BE49-F238E27FC236}">
                <a16:creationId xmlns:a16="http://schemas.microsoft.com/office/drawing/2014/main" id="{8E46AFCD-BB0D-FA50-717F-687FB8737C68}"/>
              </a:ext>
            </a:extLst>
          </p:cNvPr>
          <p:cNvCxnSpPr/>
          <p:nvPr/>
        </p:nvCxnSpPr>
        <p:spPr>
          <a:xfrm>
            <a:off x="234504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6" name="直接连接符 1135">
            <a:extLst>
              <a:ext uri="{FF2B5EF4-FFF2-40B4-BE49-F238E27FC236}">
                <a16:creationId xmlns:a16="http://schemas.microsoft.com/office/drawing/2014/main" id="{DD21EFA5-49D2-ED0C-F95C-E1A08FB5EDAA}"/>
              </a:ext>
            </a:extLst>
          </p:cNvPr>
          <p:cNvCxnSpPr/>
          <p:nvPr/>
        </p:nvCxnSpPr>
        <p:spPr>
          <a:xfrm>
            <a:off x="236790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7" name="直接连接符 1136">
            <a:extLst>
              <a:ext uri="{FF2B5EF4-FFF2-40B4-BE49-F238E27FC236}">
                <a16:creationId xmlns:a16="http://schemas.microsoft.com/office/drawing/2014/main" id="{2AE17E36-2678-BCAA-8DF8-1CF59B2C94CB}"/>
              </a:ext>
            </a:extLst>
          </p:cNvPr>
          <p:cNvCxnSpPr/>
          <p:nvPr/>
        </p:nvCxnSpPr>
        <p:spPr>
          <a:xfrm>
            <a:off x="241362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8" name="直接连接符 1137">
            <a:extLst>
              <a:ext uri="{FF2B5EF4-FFF2-40B4-BE49-F238E27FC236}">
                <a16:creationId xmlns:a16="http://schemas.microsoft.com/office/drawing/2014/main" id="{804B39DF-E376-6BFC-CCAD-A675AFB8DF95}"/>
              </a:ext>
            </a:extLst>
          </p:cNvPr>
          <p:cNvCxnSpPr/>
          <p:nvPr/>
        </p:nvCxnSpPr>
        <p:spPr>
          <a:xfrm>
            <a:off x="243648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39" name="直接连接符 1138">
            <a:extLst>
              <a:ext uri="{FF2B5EF4-FFF2-40B4-BE49-F238E27FC236}">
                <a16:creationId xmlns:a16="http://schemas.microsoft.com/office/drawing/2014/main" id="{1DF2A0F8-4903-740D-4037-42E2E83159F5}"/>
              </a:ext>
            </a:extLst>
          </p:cNvPr>
          <p:cNvCxnSpPr/>
          <p:nvPr/>
        </p:nvCxnSpPr>
        <p:spPr>
          <a:xfrm>
            <a:off x="250506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0" name="直接连接符 1139">
            <a:extLst>
              <a:ext uri="{FF2B5EF4-FFF2-40B4-BE49-F238E27FC236}">
                <a16:creationId xmlns:a16="http://schemas.microsoft.com/office/drawing/2014/main" id="{6995CAD3-8B90-A8A6-5CE2-DC5598BE152F}"/>
              </a:ext>
            </a:extLst>
          </p:cNvPr>
          <p:cNvCxnSpPr/>
          <p:nvPr/>
        </p:nvCxnSpPr>
        <p:spPr>
          <a:xfrm>
            <a:off x="255078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1" name="直接连接符 1140">
            <a:extLst>
              <a:ext uri="{FF2B5EF4-FFF2-40B4-BE49-F238E27FC236}">
                <a16:creationId xmlns:a16="http://schemas.microsoft.com/office/drawing/2014/main" id="{B5BF6B73-BF56-11EB-FA11-856FDD4B8D8B}"/>
              </a:ext>
            </a:extLst>
          </p:cNvPr>
          <p:cNvCxnSpPr/>
          <p:nvPr/>
        </p:nvCxnSpPr>
        <p:spPr>
          <a:xfrm>
            <a:off x="257364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2" name="直接连接符 1141">
            <a:extLst>
              <a:ext uri="{FF2B5EF4-FFF2-40B4-BE49-F238E27FC236}">
                <a16:creationId xmlns:a16="http://schemas.microsoft.com/office/drawing/2014/main" id="{19E78F42-37D4-00A6-F2CC-4A6E4500B320}"/>
              </a:ext>
            </a:extLst>
          </p:cNvPr>
          <p:cNvCxnSpPr/>
          <p:nvPr/>
        </p:nvCxnSpPr>
        <p:spPr>
          <a:xfrm>
            <a:off x="2642221" y="5175982"/>
            <a:ext cx="361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3" name="直接连接符 1142">
            <a:extLst>
              <a:ext uri="{FF2B5EF4-FFF2-40B4-BE49-F238E27FC236}">
                <a16:creationId xmlns:a16="http://schemas.microsoft.com/office/drawing/2014/main" id="{0AC8254F-A5BF-E5B1-8E1E-4C4ECE6991F3}"/>
              </a:ext>
            </a:extLst>
          </p:cNvPr>
          <p:cNvCxnSpPr/>
          <p:nvPr/>
        </p:nvCxnSpPr>
        <p:spPr>
          <a:xfrm>
            <a:off x="2645834" y="5175982"/>
            <a:ext cx="42107"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4" name="直接连接符 1143">
            <a:extLst>
              <a:ext uri="{FF2B5EF4-FFF2-40B4-BE49-F238E27FC236}">
                <a16:creationId xmlns:a16="http://schemas.microsoft.com/office/drawing/2014/main" id="{FC7AF973-F9C7-EFB9-0D6B-B658FDBE986E}"/>
              </a:ext>
            </a:extLst>
          </p:cNvPr>
          <p:cNvCxnSpPr/>
          <p:nvPr/>
        </p:nvCxnSpPr>
        <p:spPr>
          <a:xfrm>
            <a:off x="271080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5" name="直接连接符 1144">
            <a:extLst>
              <a:ext uri="{FF2B5EF4-FFF2-40B4-BE49-F238E27FC236}">
                <a16:creationId xmlns:a16="http://schemas.microsoft.com/office/drawing/2014/main" id="{A8FBC5C8-DEAF-0DDC-94FD-573A4BEF7B02}"/>
              </a:ext>
            </a:extLst>
          </p:cNvPr>
          <p:cNvCxnSpPr/>
          <p:nvPr/>
        </p:nvCxnSpPr>
        <p:spPr>
          <a:xfrm>
            <a:off x="275652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6" name="直接连接符 1145">
            <a:extLst>
              <a:ext uri="{FF2B5EF4-FFF2-40B4-BE49-F238E27FC236}">
                <a16:creationId xmlns:a16="http://schemas.microsoft.com/office/drawing/2014/main" id="{4A256715-1514-AEBC-FD95-E2240954982C}"/>
              </a:ext>
            </a:extLst>
          </p:cNvPr>
          <p:cNvCxnSpPr/>
          <p:nvPr/>
        </p:nvCxnSpPr>
        <p:spPr>
          <a:xfrm>
            <a:off x="277938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7" name="直接连接符 1146">
            <a:extLst>
              <a:ext uri="{FF2B5EF4-FFF2-40B4-BE49-F238E27FC236}">
                <a16:creationId xmlns:a16="http://schemas.microsoft.com/office/drawing/2014/main" id="{78D415E8-AE15-B730-9138-28DC9B2CD5B8}"/>
              </a:ext>
            </a:extLst>
          </p:cNvPr>
          <p:cNvCxnSpPr/>
          <p:nvPr/>
        </p:nvCxnSpPr>
        <p:spPr>
          <a:xfrm>
            <a:off x="284796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8" name="直接连接符 1147">
            <a:extLst>
              <a:ext uri="{FF2B5EF4-FFF2-40B4-BE49-F238E27FC236}">
                <a16:creationId xmlns:a16="http://schemas.microsoft.com/office/drawing/2014/main" id="{13ADAC79-CD3A-E887-8DCF-B701FC990D42}"/>
              </a:ext>
            </a:extLst>
          </p:cNvPr>
          <p:cNvCxnSpPr/>
          <p:nvPr/>
        </p:nvCxnSpPr>
        <p:spPr>
          <a:xfrm>
            <a:off x="291654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49" name="直接连接符 1148">
            <a:extLst>
              <a:ext uri="{FF2B5EF4-FFF2-40B4-BE49-F238E27FC236}">
                <a16:creationId xmlns:a16="http://schemas.microsoft.com/office/drawing/2014/main" id="{F0497DFB-2514-6573-40E6-C1D71CDBCF64}"/>
              </a:ext>
            </a:extLst>
          </p:cNvPr>
          <p:cNvCxnSpPr/>
          <p:nvPr/>
        </p:nvCxnSpPr>
        <p:spPr>
          <a:xfrm>
            <a:off x="2985121" y="5175982"/>
            <a:ext cx="20547"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0" name="直接连接符 1149">
            <a:extLst>
              <a:ext uri="{FF2B5EF4-FFF2-40B4-BE49-F238E27FC236}">
                <a16:creationId xmlns:a16="http://schemas.microsoft.com/office/drawing/2014/main" id="{FA09D8B9-C58E-C1F5-E433-84C871F68EDD}"/>
              </a:ext>
            </a:extLst>
          </p:cNvPr>
          <p:cNvCxnSpPr/>
          <p:nvPr/>
        </p:nvCxnSpPr>
        <p:spPr>
          <a:xfrm>
            <a:off x="3005668" y="5175982"/>
            <a:ext cx="2517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1" name="直接连接符 1150">
            <a:extLst>
              <a:ext uri="{FF2B5EF4-FFF2-40B4-BE49-F238E27FC236}">
                <a16:creationId xmlns:a16="http://schemas.microsoft.com/office/drawing/2014/main" id="{4AB4DBE2-7AE7-DB8F-1959-2B6D968657DA}"/>
              </a:ext>
            </a:extLst>
          </p:cNvPr>
          <p:cNvCxnSpPr/>
          <p:nvPr/>
        </p:nvCxnSpPr>
        <p:spPr>
          <a:xfrm>
            <a:off x="303084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2" name="直接连接符 1151">
            <a:extLst>
              <a:ext uri="{FF2B5EF4-FFF2-40B4-BE49-F238E27FC236}">
                <a16:creationId xmlns:a16="http://schemas.microsoft.com/office/drawing/2014/main" id="{BA08E935-418E-C500-3B94-C03BD301FF58}"/>
              </a:ext>
            </a:extLst>
          </p:cNvPr>
          <p:cNvCxnSpPr/>
          <p:nvPr/>
        </p:nvCxnSpPr>
        <p:spPr>
          <a:xfrm>
            <a:off x="305370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3" name="直接连接符 1152">
            <a:extLst>
              <a:ext uri="{FF2B5EF4-FFF2-40B4-BE49-F238E27FC236}">
                <a16:creationId xmlns:a16="http://schemas.microsoft.com/office/drawing/2014/main" id="{9159ABDB-9007-1D27-A631-C2A3CD64A062}"/>
              </a:ext>
            </a:extLst>
          </p:cNvPr>
          <p:cNvCxnSpPr/>
          <p:nvPr/>
        </p:nvCxnSpPr>
        <p:spPr>
          <a:xfrm>
            <a:off x="309942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4" name="直接连接符 1153">
            <a:extLst>
              <a:ext uri="{FF2B5EF4-FFF2-40B4-BE49-F238E27FC236}">
                <a16:creationId xmlns:a16="http://schemas.microsoft.com/office/drawing/2014/main" id="{5D57F7A6-517D-63C0-14D3-6D8AE59C5E2C}"/>
              </a:ext>
            </a:extLst>
          </p:cNvPr>
          <p:cNvCxnSpPr/>
          <p:nvPr/>
        </p:nvCxnSpPr>
        <p:spPr>
          <a:xfrm>
            <a:off x="312228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5" name="直接连接符 1154">
            <a:extLst>
              <a:ext uri="{FF2B5EF4-FFF2-40B4-BE49-F238E27FC236}">
                <a16:creationId xmlns:a16="http://schemas.microsoft.com/office/drawing/2014/main" id="{CC6308F6-5461-A310-CD91-D5D9F02E8E5C}"/>
              </a:ext>
            </a:extLst>
          </p:cNvPr>
          <p:cNvCxnSpPr/>
          <p:nvPr/>
        </p:nvCxnSpPr>
        <p:spPr>
          <a:xfrm>
            <a:off x="319086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6" name="直接连接符 1155">
            <a:extLst>
              <a:ext uri="{FF2B5EF4-FFF2-40B4-BE49-F238E27FC236}">
                <a16:creationId xmlns:a16="http://schemas.microsoft.com/office/drawing/2014/main" id="{E8E2BB29-4300-A038-4E62-90B1BE35C492}"/>
              </a:ext>
            </a:extLst>
          </p:cNvPr>
          <p:cNvCxnSpPr/>
          <p:nvPr/>
        </p:nvCxnSpPr>
        <p:spPr>
          <a:xfrm>
            <a:off x="325944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7" name="直接连接符 1156">
            <a:extLst>
              <a:ext uri="{FF2B5EF4-FFF2-40B4-BE49-F238E27FC236}">
                <a16:creationId xmlns:a16="http://schemas.microsoft.com/office/drawing/2014/main" id="{159E4322-0BDC-ED40-F40E-677ADAE8F8F1}"/>
              </a:ext>
            </a:extLst>
          </p:cNvPr>
          <p:cNvCxnSpPr/>
          <p:nvPr/>
        </p:nvCxnSpPr>
        <p:spPr>
          <a:xfrm>
            <a:off x="3328020" y="5175982"/>
            <a:ext cx="3748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8" name="直接连接符 1157">
            <a:extLst>
              <a:ext uri="{FF2B5EF4-FFF2-40B4-BE49-F238E27FC236}">
                <a16:creationId xmlns:a16="http://schemas.microsoft.com/office/drawing/2014/main" id="{C849716A-D8A3-41A1-20D0-71628F15B6D0}"/>
              </a:ext>
            </a:extLst>
          </p:cNvPr>
          <p:cNvCxnSpPr/>
          <p:nvPr/>
        </p:nvCxnSpPr>
        <p:spPr>
          <a:xfrm>
            <a:off x="3365500" y="5175982"/>
            <a:ext cx="824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59" name="直接连接符 1158">
            <a:extLst>
              <a:ext uri="{FF2B5EF4-FFF2-40B4-BE49-F238E27FC236}">
                <a16:creationId xmlns:a16="http://schemas.microsoft.com/office/drawing/2014/main" id="{5476584A-4EEA-6656-BAD2-6F8B5F1CAE3D}"/>
              </a:ext>
            </a:extLst>
          </p:cNvPr>
          <p:cNvCxnSpPr/>
          <p:nvPr/>
        </p:nvCxnSpPr>
        <p:spPr>
          <a:xfrm>
            <a:off x="337374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0" name="直接连接符 1159">
            <a:extLst>
              <a:ext uri="{FF2B5EF4-FFF2-40B4-BE49-F238E27FC236}">
                <a16:creationId xmlns:a16="http://schemas.microsoft.com/office/drawing/2014/main" id="{D9374394-A8A8-C6C5-4483-FADD00295C27}"/>
              </a:ext>
            </a:extLst>
          </p:cNvPr>
          <p:cNvCxnSpPr/>
          <p:nvPr/>
        </p:nvCxnSpPr>
        <p:spPr>
          <a:xfrm>
            <a:off x="339660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1" name="直接连接符 1160">
            <a:extLst>
              <a:ext uri="{FF2B5EF4-FFF2-40B4-BE49-F238E27FC236}">
                <a16:creationId xmlns:a16="http://schemas.microsoft.com/office/drawing/2014/main" id="{63FAFEC5-37C5-B155-8D49-53FA39C54D93}"/>
              </a:ext>
            </a:extLst>
          </p:cNvPr>
          <p:cNvCxnSpPr/>
          <p:nvPr/>
        </p:nvCxnSpPr>
        <p:spPr>
          <a:xfrm>
            <a:off x="346518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2" name="直接连接符 1161">
            <a:extLst>
              <a:ext uri="{FF2B5EF4-FFF2-40B4-BE49-F238E27FC236}">
                <a16:creationId xmlns:a16="http://schemas.microsoft.com/office/drawing/2014/main" id="{CE8CB315-4633-C703-8A32-32714CCA3BD7}"/>
              </a:ext>
            </a:extLst>
          </p:cNvPr>
          <p:cNvCxnSpPr/>
          <p:nvPr/>
        </p:nvCxnSpPr>
        <p:spPr>
          <a:xfrm>
            <a:off x="351090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3" name="直接连接符 1162">
            <a:extLst>
              <a:ext uri="{FF2B5EF4-FFF2-40B4-BE49-F238E27FC236}">
                <a16:creationId xmlns:a16="http://schemas.microsoft.com/office/drawing/2014/main" id="{C3CDB249-705F-5F16-01BD-BD33765236A4}"/>
              </a:ext>
            </a:extLst>
          </p:cNvPr>
          <p:cNvCxnSpPr/>
          <p:nvPr/>
        </p:nvCxnSpPr>
        <p:spPr>
          <a:xfrm>
            <a:off x="353376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4" name="直接连接符 1163">
            <a:extLst>
              <a:ext uri="{FF2B5EF4-FFF2-40B4-BE49-F238E27FC236}">
                <a16:creationId xmlns:a16="http://schemas.microsoft.com/office/drawing/2014/main" id="{CA533510-CC19-3D33-A054-041E96CCD2E0}"/>
              </a:ext>
            </a:extLst>
          </p:cNvPr>
          <p:cNvCxnSpPr/>
          <p:nvPr/>
        </p:nvCxnSpPr>
        <p:spPr>
          <a:xfrm>
            <a:off x="357948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5" name="直接连接符 1164">
            <a:extLst>
              <a:ext uri="{FF2B5EF4-FFF2-40B4-BE49-F238E27FC236}">
                <a16:creationId xmlns:a16="http://schemas.microsoft.com/office/drawing/2014/main" id="{F90AEDFD-DE56-3FE2-1D22-5816E5D134F6}"/>
              </a:ext>
            </a:extLst>
          </p:cNvPr>
          <p:cNvCxnSpPr/>
          <p:nvPr/>
        </p:nvCxnSpPr>
        <p:spPr>
          <a:xfrm>
            <a:off x="360234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6" name="直接连接符 1165">
            <a:extLst>
              <a:ext uri="{FF2B5EF4-FFF2-40B4-BE49-F238E27FC236}">
                <a16:creationId xmlns:a16="http://schemas.microsoft.com/office/drawing/2014/main" id="{628C7A13-B3E1-27A9-7CD3-718F30BC70D6}"/>
              </a:ext>
            </a:extLst>
          </p:cNvPr>
          <p:cNvCxnSpPr/>
          <p:nvPr/>
        </p:nvCxnSpPr>
        <p:spPr>
          <a:xfrm>
            <a:off x="364806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7" name="直接连接符 1166">
            <a:extLst>
              <a:ext uri="{FF2B5EF4-FFF2-40B4-BE49-F238E27FC236}">
                <a16:creationId xmlns:a16="http://schemas.microsoft.com/office/drawing/2014/main" id="{30C3D0BF-A9CA-7B84-1B58-E65CF0A30B09}"/>
              </a:ext>
            </a:extLst>
          </p:cNvPr>
          <p:cNvCxnSpPr/>
          <p:nvPr/>
        </p:nvCxnSpPr>
        <p:spPr>
          <a:xfrm>
            <a:off x="367092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8" name="直接连接符 1167">
            <a:extLst>
              <a:ext uri="{FF2B5EF4-FFF2-40B4-BE49-F238E27FC236}">
                <a16:creationId xmlns:a16="http://schemas.microsoft.com/office/drawing/2014/main" id="{BAB55549-9806-46C2-F746-127817B6EA1D}"/>
              </a:ext>
            </a:extLst>
          </p:cNvPr>
          <p:cNvCxnSpPr/>
          <p:nvPr/>
        </p:nvCxnSpPr>
        <p:spPr>
          <a:xfrm>
            <a:off x="371664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69" name="直接连接符 1168">
            <a:extLst>
              <a:ext uri="{FF2B5EF4-FFF2-40B4-BE49-F238E27FC236}">
                <a16:creationId xmlns:a16="http://schemas.microsoft.com/office/drawing/2014/main" id="{DEB42B79-8EF9-E230-A1D4-01F9CF7BFBAD}"/>
              </a:ext>
            </a:extLst>
          </p:cNvPr>
          <p:cNvCxnSpPr/>
          <p:nvPr/>
        </p:nvCxnSpPr>
        <p:spPr>
          <a:xfrm>
            <a:off x="373950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0" name="直接连接符 1169">
            <a:extLst>
              <a:ext uri="{FF2B5EF4-FFF2-40B4-BE49-F238E27FC236}">
                <a16:creationId xmlns:a16="http://schemas.microsoft.com/office/drawing/2014/main" id="{3FA5EB54-C1A5-8107-E38E-C345A8913BDF}"/>
              </a:ext>
            </a:extLst>
          </p:cNvPr>
          <p:cNvCxnSpPr/>
          <p:nvPr/>
        </p:nvCxnSpPr>
        <p:spPr>
          <a:xfrm>
            <a:off x="378522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1" name="直接连接符 1170">
            <a:extLst>
              <a:ext uri="{FF2B5EF4-FFF2-40B4-BE49-F238E27FC236}">
                <a16:creationId xmlns:a16="http://schemas.microsoft.com/office/drawing/2014/main" id="{F3BB4DCA-9A50-5E2A-8561-59D0A3F711E8}"/>
              </a:ext>
            </a:extLst>
          </p:cNvPr>
          <p:cNvCxnSpPr/>
          <p:nvPr/>
        </p:nvCxnSpPr>
        <p:spPr>
          <a:xfrm>
            <a:off x="380808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2" name="直接连接符 1171">
            <a:extLst>
              <a:ext uri="{FF2B5EF4-FFF2-40B4-BE49-F238E27FC236}">
                <a16:creationId xmlns:a16="http://schemas.microsoft.com/office/drawing/2014/main" id="{13548ED5-9810-F1C7-EBB4-016E4671930A}"/>
              </a:ext>
            </a:extLst>
          </p:cNvPr>
          <p:cNvCxnSpPr/>
          <p:nvPr/>
        </p:nvCxnSpPr>
        <p:spPr>
          <a:xfrm>
            <a:off x="385380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3" name="直接连接符 1172">
            <a:extLst>
              <a:ext uri="{FF2B5EF4-FFF2-40B4-BE49-F238E27FC236}">
                <a16:creationId xmlns:a16="http://schemas.microsoft.com/office/drawing/2014/main" id="{88043961-6671-62F0-F128-3FE9A958477D}"/>
              </a:ext>
            </a:extLst>
          </p:cNvPr>
          <p:cNvCxnSpPr/>
          <p:nvPr/>
        </p:nvCxnSpPr>
        <p:spPr>
          <a:xfrm>
            <a:off x="387666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4" name="直接连接符 1173">
            <a:extLst>
              <a:ext uri="{FF2B5EF4-FFF2-40B4-BE49-F238E27FC236}">
                <a16:creationId xmlns:a16="http://schemas.microsoft.com/office/drawing/2014/main" id="{0BE39F63-5400-31D4-040E-2FDCD0750A0C}"/>
              </a:ext>
            </a:extLst>
          </p:cNvPr>
          <p:cNvCxnSpPr/>
          <p:nvPr/>
        </p:nvCxnSpPr>
        <p:spPr>
          <a:xfrm>
            <a:off x="392238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5" name="直接连接符 1174">
            <a:extLst>
              <a:ext uri="{FF2B5EF4-FFF2-40B4-BE49-F238E27FC236}">
                <a16:creationId xmlns:a16="http://schemas.microsoft.com/office/drawing/2014/main" id="{DBBBDAF2-5EB7-C85E-E77B-64ACF75A003B}"/>
              </a:ext>
            </a:extLst>
          </p:cNvPr>
          <p:cNvCxnSpPr/>
          <p:nvPr/>
        </p:nvCxnSpPr>
        <p:spPr>
          <a:xfrm>
            <a:off x="394524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6" name="直接连接符 1175">
            <a:extLst>
              <a:ext uri="{FF2B5EF4-FFF2-40B4-BE49-F238E27FC236}">
                <a16:creationId xmlns:a16="http://schemas.microsoft.com/office/drawing/2014/main" id="{414A5140-62B2-D6A1-0B99-D8658D37A50E}"/>
              </a:ext>
            </a:extLst>
          </p:cNvPr>
          <p:cNvCxnSpPr/>
          <p:nvPr/>
        </p:nvCxnSpPr>
        <p:spPr>
          <a:xfrm>
            <a:off x="401382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7" name="直接连接符 1176">
            <a:extLst>
              <a:ext uri="{FF2B5EF4-FFF2-40B4-BE49-F238E27FC236}">
                <a16:creationId xmlns:a16="http://schemas.microsoft.com/office/drawing/2014/main" id="{5185CFFE-1D79-A01B-1A41-A0CCC1126C6E}"/>
              </a:ext>
            </a:extLst>
          </p:cNvPr>
          <p:cNvCxnSpPr/>
          <p:nvPr/>
        </p:nvCxnSpPr>
        <p:spPr>
          <a:xfrm>
            <a:off x="405954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8" name="直接连接符 1177">
            <a:extLst>
              <a:ext uri="{FF2B5EF4-FFF2-40B4-BE49-F238E27FC236}">
                <a16:creationId xmlns:a16="http://schemas.microsoft.com/office/drawing/2014/main" id="{6A7AD2F5-C3F7-473B-CBA8-A2B9B47AE205}"/>
              </a:ext>
            </a:extLst>
          </p:cNvPr>
          <p:cNvCxnSpPr/>
          <p:nvPr/>
        </p:nvCxnSpPr>
        <p:spPr>
          <a:xfrm>
            <a:off x="4082401" y="5175982"/>
            <a:ext cx="2767"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79" name="直接连接符 1178">
            <a:extLst>
              <a:ext uri="{FF2B5EF4-FFF2-40B4-BE49-F238E27FC236}">
                <a16:creationId xmlns:a16="http://schemas.microsoft.com/office/drawing/2014/main" id="{41A33744-1E18-78DB-996C-139CD757961F}"/>
              </a:ext>
            </a:extLst>
          </p:cNvPr>
          <p:cNvCxnSpPr/>
          <p:nvPr/>
        </p:nvCxnSpPr>
        <p:spPr>
          <a:xfrm>
            <a:off x="4085168" y="5175982"/>
            <a:ext cx="42953"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80" name="直接连接符 1179">
            <a:extLst>
              <a:ext uri="{FF2B5EF4-FFF2-40B4-BE49-F238E27FC236}">
                <a16:creationId xmlns:a16="http://schemas.microsoft.com/office/drawing/2014/main" id="{38140A88-EC48-7E3F-C2B0-3C6A2C3B693B}"/>
              </a:ext>
            </a:extLst>
          </p:cNvPr>
          <p:cNvCxnSpPr/>
          <p:nvPr/>
        </p:nvCxnSpPr>
        <p:spPr>
          <a:xfrm>
            <a:off x="412812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81" name="直接连接符 1180">
            <a:extLst>
              <a:ext uri="{FF2B5EF4-FFF2-40B4-BE49-F238E27FC236}">
                <a16:creationId xmlns:a16="http://schemas.microsoft.com/office/drawing/2014/main" id="{3265A937-69FA-9FDA-E1F8-681ADF3BC8AE}"/>
              </a:ext>
            </a:extLst>
          </p:cNvPr>
          <p:cNvCxnSpPr/>
          <p:nvPr/>
        </p:nvCxnSpPr>
        <p:spPr>
          <a:xfrm>
            <a:off x="415098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82" name="直接连接符 1181">
            <a:extLst>
              <a:ext uri="{FF2B5EF4-FFF2-40B4-BE49-F238E27FC236}">
                <a16:creationId xmlns:a16="http://schemas.microsoft.com/office/drawing/2014/main" id="{61B98949-148D-E049-6B7C-123DFEB4AB81}"/>
              </a:ext>
            </a:extLst>
          </p:cNvPr>
          <p:cNvCxnSpPr/>
          <p:nvPr/>
        </p:nvCxnSpPr>
        <p:spPr>
          <a:xfrm>
            <a:off x="419670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83" name="直接连接符 1182">
            <a:extLst>
              <a:ext uri="{FF2B5EF4-FFF2-40B4-BE49-F238E27FC236}">
                <a16:creationId xmlns:a16="http://schemas.microsoft.com/office/drawing/2014/main" id="{2BF4BC3A-EA06-6AB3-D50E-989954B7C7C2}"/>
              </a:ext>
            </a:extLst>
          </p:cNvPr>
          <p:cNvCxnSpPr/>
          <p:nvPr/>
        </p:nvCxnSpPr>
        <p:spPr>
          <a:xfrm>
            <a:off x="421956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84" name="直接连接符 1183">
            <a:extLst>
              <a:ext uri="{FF2B5EF4-FFF2-40B4-BE49-F238E27FC236}">
                <a16:creationId xmlns:a16="http://schemas.microsoft.com/office/drawing/2014/main" id="{ED5F41E7-E8F4-F250-2BDF-15E36FD3D953}"/>
              </a:ext>
            </a:extLst>
          </p:cNvPr>
          <p:cNvCxnSpPr/>
          <p:nvPr/>
        </p:nvCxnSpPr>
        <p:spPr>
          <a:xfrm>
            <a:off x="428814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85" name="直接连接符 1184">
            <a:extLst>
              <a:ext uri="{FF2B5EF4-FFF2-40B4-BE49-F238E27FC236}">
                <a16:creationId xmlns:a16="http://schemas.microsoft.com/office/drawing/2014/main" id="{10D8BC9E-6672-01D2-BDAC-E80DE58A2AD2}"/>
              </a:ext>
            </a:extLst>
          </p:cNvPr>
          <p:cNvCxnSpPr/>
          <p:nvPr/>
        </p:nvCxnSpPr>
        <p:spPr>
          <a:xfrm>
            <a:off x="4356720" y="5175982"/>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86" name="直接连接符 1185">
            <a:extLst>
              <a:ext uri="{FF2B5EF4-FFF2-40B4-BE49-F238E27FC236}">
                <a16:creationId xmlns:a16="http://schemas.microsoft.com/office/drawing/2014/main" id="{1FBFE474-18AB-6778-CDF8-0640877F2974}"/>
              </a:ext>
            </a:extLst>
          </p:cNvPr>
          <p:cNvCxnSpPr/>
          <p:nvPr/>
        </p:nvCxnSpPr>
        <p:spPr>
          <a:xfrm>
            <a:off x="4402440" y="5175982"/>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187" name="直接连接符 1186">
            <a:extLst>
              <a:ext uri="{FF2B5EF4-FFF2-40B4-BE49-F238E27FC236}">
                <a16:creationId xmlns:a16="http://schemas.microsoft.com/office/drawing/2014/main" id="{537567CD-06A6-FCC1-7705-7B6BDEE0884B}"/>
              </a:ext>
            </a:extLst>
          </p:cNvPr>
          <p:cNvCxnSpPr/>
          <p:nvPr/>
        </p:nvCxnSpPr>
        <p:spPr>
          <a:xfrm>
            <a:off x="4425300" y="5175982"/>
            <a:ext cx="1970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sp>
        <p:nvSpPr>
          <p:cNvPr id="1188" name="矩形 1187">
            <a:extLst>
              <a:ext uri="{FF2B5EF4-FFF2-40B4-BE49-F238E27FC236}">
                <a16:creationId xmlns:a16="http://schemas.microsoft.com/office/drawing/2014/main" id="{62A1F5C5-0DD8-86A6-36EB-170FE0E39ABF}"/>
              </a:ext>
            </a:extLst>
          </p:cNvPr>
          <p:cNvSpPr/>
          <p:nvPr/>
        </p:nvSpPr>
        <p:spPr>
          <a:xfrm>
            <a:off x="1189674" y="5238324"/>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9" name="矩形 1188">
            <a:extLst>
              <a:ext uri="{FF2B5EF4-FFF2-40B4-BE49-F238E27FC236}">
                <a16:creationId xmlns:a16="http://schemas.microsoft.com/office/drawing/2014/main" id="{2B4CE496-E12C-AEFB-1917-E6681D94F1BC}"/>
              </a:ext>
            </a:extLst>
          </p:cNvPr>
          <p:cNvSpPr/>
          <p:nvPr/>
        </p:nvSpPr>
        <p:spPr>
          <a:xfrm>
            <a:off x="1549507" y="5205337"/>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0" name="矩形 1189">
            <a:extLst>
              <a:ext uri="{FF2B5EF4-FFF2-40B4-BE49-F238E27FC236}">
                <a16:creationId xmlns:a16="http://schemas.microsoft.com/office/drawing/2014/main" id="{8A12A57C-9DB9-6030-411E-5F86B8DD7C99}"/>
              </a:ext>
            </a:extLst>
          </p:cNvPr>
          <p:cNvSpPr/>
          <p:nvPr/>
        </p:nvSpPr>
        <p:spPr>
          <a:xfrm>
            <a:off x="1909340" y="51591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1" name="矩形 1190">
            <a:extLst>
              <a:ext uri="{FF2B5EF4-FFF2-40B4-BE49-F238E27FC236}">
                <a16:creationId xmlns:a16="http://schemas.microsoft.com/office/drawing/2014/main" id="{4C0C55B6-4582-8308-067F-DD0FB987E8A5}"/>
              </a:ext>
            </a:extLst>
          </p:cNvPr>
          <p:cNvSpPr/>
          <p:nvPr/>
        </p:nvSpPr>
        <p:spPr>
          <a:xfrm>
            <a:off x="2269173" y="5159155"/>
            <a:ext cx="33654"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2" name="矩形 1191">
            <a:extLst>
              <a:ext uri="{FF2B5EF4-FFF2-40B4-BE49-F238E27FC236}">
                <a16:creationId xmlns:a16="http://schemas.microsoft.com/office/drawing/2014/main" id="{6F91EB16-569F-889A-2EB9-9A46471939E3}"/>
              </a:ext>
            </a:extLst>
          </p:cNvPr>
          <p:cNvSpPr/>
          <p:nvPr/>
        </p:nvSpPr>
        <p:spPr>
          <a:xfrm>
            <a:off x="2629007" y="51591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3" name="矩形 1192">
            <a:extLst>
              <a:ext uri="{FF2B5EF4-FFF2-40B4-BE49-F238E27FC236}">
                <a16:creationId xmlns:a16="http://schemas.microsoft.com/office/drawing/2014/main" id="{7C2BB147-39BE-90D1-AA2C-A11F36779906}"/>
              </a:ext>
            </a:extLst>
          </p:cNvPr>
          <p:cNvSpPr/>
          <p:nvPr/>
        </p:nvSpPr>
        <p:spPr>
          <a:xfrm>
            <a:off x="2988840" y="51591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4" name="矩形 1193">
            <a:extLst>
              <a:ext uri="{FF2B5EF4-FFF2-40B4-BE49-F238E27FC236}">
                <a16:creationId xmlns:a16="http://schemas.microsoft.com/office/drawing/2014/main" id="{7E8F2736-CFB7-A0F7-AE6A-2E379BCDBD6B}"/>
              </a:ext>
            </a:extLst>
          </p:cNvPr>
          <p:cNvSpPr/>
          <p:nvPr/>
        </p:nvSpPr>
        <p:spPr>
          <a:xfrm>
            <a:off x="3348673" y="51591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5" name="矩形 1194">
            <a:extLst>
              <a:ext uri="{FF2B5EF4-FFF2-40B4-BE49-F238E27FC236}">
                <a16:creationId xmlns:a16="http://schemas.microsoft.com/office/drawing/2014/main" id="{31ED68AC-D266-CC70-F2F5-6835FD825377}"/>
              </a:ext>
            </a:extLst>
          </p:cNvPr>
          <p:cNvSpPr/>
          <p:nvPr/>
        </p:nvSpPr>
        <p:spPr>
          <a:xfrm>
            <a:off x="3708507" y="51591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6" name="矩形 1195">
            <a:extLst>
              <a:ext uri="{FF2B5EF4-FFF2-40B4-BE49-F238E27FC236}">
                <a16:creationId xmlns:a16="http://schemas.microsoft.com/office/drawing/2014/main" id="{9D771F0A-87D9-E94D-F165-7754AE185344}"/>
              </a:ext>
            </a:extLst>
          </p:cNvPr>
          <p:cNvSpPr/>
          <p:nvPr/>
        </p:nvSpPr>
        <p:spPr>
          <a:xfrm>
            <a:off x="4068340" y="51591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7" name="矩形 1196">
            <a:extLst>
              <a:ext uri="{FF2B5EF4-FFF2-40B4-BE49-F238E27FC236}">
                <a16:creationId xmlns:a16="http://schemas.microsoft.com/office/drawing/2014/main" id="{71E77524-CE08-8ADC-78E8-6FDD8A278433}"/>
              </a:ext>
            </a:extLst>
          </p:cNvPr>
          <p:cNvSpPr/>
          <p:nvPr/>
        </p:nvSpPr>
        <p:spPr>
          <a:xfrm>
            <a:off x="4428173" y="5159155"/>
            <a:ext cx="33655" cy="3365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98" name="直接连接符 1197">
            <a:extLst>
              <a:ext uri="{FF2B5EF4-FFF2-40B4-BE49-F238E27FC236}">
                <a16:creationId xmlns:a16="http://schemas.microsoft.com/office/drawing/2014/main" id="{539B79BA-1046-5582-2AB2-844D3700C3BE}"/>
              </a:ext>
            </a:extLst>
          </p:cNvPr>
          <p:cNvCxnSpPr/>
          <p:nvPr/>
        </p:nvCxnSpPr>
        <p:spPr>
          <a:xfrm>
            <a:off x="4749800" y="5130641"/>
            <a:ext cx="21590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1199" name="椭圆 1198">
            <a:extLst>
              <a:ext uri="{FF2B5EF4-FFF2-40B4-BE49-F238E27FC236}">
                <a16:creationId xmlns:a16="http://schemas.microsoft.com/office/drawing/2014/main" id="{0A9FA312-90BB-1260-F4FC-25E518111227}"/>
              </a:ext>
            </a:extLst>
          </p:cNvPr>
          <p:cNvSpPr/>
          <p:nvPr/>
        </p:nvSpPr>
        <p:spPr>
          <a:xfrm>
            <a:off x="4841558" y="5114449"/>
            <a:ext cx="32384" cy="32385"/>
          </a:xfrm>
          <a:prstGeom prst="ellipse">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0" name="文本框 1199">
            <a:extLst>
              <a:ext uri="{FF2B5EF4-FFF2-40B4-BE49-F238E27FC236}">
                <a16:creationId xmlns:a16="http://schemas.microsoft.com/office/drawing/2014/main" id="{B32E4499-8092-4117-D10D-38A281340CBF}"/>
              </a:ext>
            </a:extLst>
          </p:cNvPr>
          <p:cNvSpPr txBox="1"/>
          <p:nvPr/>
        </p:nvSpPr>
        <p:spPr>
          <a:xfrm>
            <a:off x="5041899" y="507349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Top-1 · &lt;2 Å</a:t>
            </a:r>
            <a:endParaRPr lang="zh-CN" altLang="en-US" sz="650">
              <a:solidFill>
                <a:srgbClr val="263746"/>
              </a:solidFill>
              <a:latin typeface="Arial" panose="020B0604020202020204" pitchFamily="34" charset="0"/>
            </a:endParaRPr>
          </a:p>
        </p:txBody>
      </p:sp>
      <p:cxnSp>
        <p:nvCxnSpPr>
          <p:cNvPr id="1201" name="直接连接符 1200">
            <a:extLst>
              <a:ext uri="{FF2B5EF4-FFF2-40B4-BE49-F238E27FC236}">
                <a16:creationId xmlns:a16="http://schemas.microsoft.com/office/drawing/2014/main" id="{4BE1BC8F-B035-CF1F-A62A-CF22B971CD99}"/>
              </a:ext>
            </a:extLst>
          </p:cNvPr>
          <p:cNvCxnSpPr/>
          <p:nvPr/>
        </p:nvCxnSpPr>
        <p:spPr>
          <a:xfrm>
            <a:off x="4749800" y="5247481"/>
            <a:ext cx="21590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sp>
        <p:nvSpPr>
          <p:cNvPr id="1202" name="椭圆 1201">
            <a:extLst>
              <a:ext uri="{FF2B5EF4-FFF2-40B4-BE49-F238E27FC236}">
                <a16:creationId xmlns:a16="http://schemas.microsoft.com/office/drawing/2014/main" id="{021A138C-F900-8EE1-A243-6F5DF7FD73BA}"/>
              </a:ext>
            </a:extLst>
          </p:cNvPr>
          <p:cNvSpPr/>
          <p:nvPr/>
        </p:nvSpPr>
        <p:spPr>
          <a:xfrm>
            <a:off x="4841558" y="5231290"/>
            <a:ext cx="32384" cy="32385"/>
          </a:xfrm>
          <a:prstGeom prst="ellipse">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3" name="文本框 1202">
            <a:extLst>
              <a:ext uri="{FF2B5EF4-FFF2-40B4-BE49-F238E27FC236}">
                <a16:creationId xmlns:a16="http://schemas.microsoft.com/office/drawing/2014/main" id="{EF14A165-64C4-7FA4-8F71-D8ED04A75B61}"/>
              </a:ext>
            </a:extLst>
          </p:cNvPr>
          <p:cNvSpPr txBox="1"/>
          <p:nvPr/>
        </p:nvSpPr>
        <p:spPr>
          <a:xfrm>
            <a:off x="5041899" y="519033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Top-1 · &lt;3 Å</a:t>
            </a:r>
            <a:endParaRPr lang="zh-CN" altLang="en-US" sz="650">
              <a:solidFill>
                <a:srgbClr val="263746"/>
              </a:solidFill>
              <a:latin typeface="Arial" panose="020B0604020202020204" pitchFamily="34" charset="0"/>
            </a:endParaRPr>
          </a:p>
        </p:txBody>
      </p:sp>
      <p:cxnSp>
        <p:nvCxnSpPr>
          <p:cNvPr id="1204" name="直接连接符 1203">
            <a:extLst>
              <a:ext uri="{FF2B5EF4-FFF2-40B4-BE49-F238E27FC236}">
                <a16:creationId xmlns:a16="http://schemas.microsoft.com/office/drawing/2014/main" id="{DBB44D0C-C7C1-B0D0-A824-18697C23FD89}"/>
              </a:ext>
            </a:extLst>
          </p:cNvPr>
          <p:cNvCxnSpPr/>
          <p:nvPr/>
        </p:nvCxnSpPr>
        <p:spPr>
          <a:xfrm>
            <a:off x="4749800" y="536432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205" name="直接连接符 1204">
            <a:extLst>
              <a:ext uri="{FF2B5EF4-FFF2-40B4-BE49-F238E27FC236}">
                <a16:creationId xmlns:a16="http://schemas.microsoft.com/office/drawing/2014/main" id="{CBB45A1A-9348-11EC-EC35-6ED6F0334535}"/>
              </a:ext>
            </a:extLst>
          </p:cNvPr>
          <p:cNvCxnSpPr/>
          <p:nvPr/>
        </p:nvCxnSpPr>
        <p:spPr>
          <a:xfrm>
            <a:off x="4818380" y="536432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206" name="直接连接符 1205">
            <a:extLst>
              <a:ext uri="{FF2B5EF4-FFF2-40B4-BE49-F238E27FC236}">
                <a16:creationId xmlns:a16="http://schemas.microsoft.com/office/drawing/2014/main" id="{3692250D-10F2-C3F6-8FC5-48582330DEEF}"/>
              </a:ext>
            </a:extLst>
          </p:cNvPr>
          <p:cNvCxnSpPr/>
          <p:nvPr/>
        </p:nvCxnSpPr>
        <p:spPr>
          <a:xfrm>
            <a:off x="4864100" y="536432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207" name="直接连接符 1206">
            <a:extLst>
              <a:ext uri="{FF2B5EF4-FFF2-40B4-BE49-F238E27FC236}">
                <a16:creationId xmlns:a16="http://schemas.microsoft.com/office/drawing/2014/main" id="{B221E130-44C1-CE49-AF40-24B1FCC341F0}"/>
              </a:ext>
            </a:extLst>
          </p:cNvPr>
          <p:cNvCxnSpPr/>
          <p:nvPr/>
        </p:nvCxnSpPr>
        <p:spPr>
          <a:xfrm>
            <a:off x="4886960" y="5364321"/>
            <a:ext cx="4572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208" name="直接连接符 1207">
            <a:extLst>
              <a:ext uri="{FF2B5EF4-FFF2-40B4-BE49-F238E27FC236}">
                <a16:creationId xmlns:a16="http://schemas.microsoft.com/office/drawing/2014/main" id="{E49EE756-A827-FB44-ACD6-C53806BA34B2}"/>
              </a:ext>
            </a:extLst>
          </p:cNvPr>
          <p:cNvCxnSpPr/>
          <p:nvPr/>
        </p:nvCxnSpPr>
        <p:spPr>
          <a:xfrm>
            <a:off x="4932680" y="5364321"/>
            <a:ext cx="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209" name="直接连接符 1208">
            <a:extLst>
              <a:ext uri="{FF2B5EF4-FFF2-40B4-BE49-F238E27FC236}">
                <a16:creationId xmlns:a16="http://schemas.microsoft.com/office/drawing/2014/main" id="{BE2263F6-0DA1-E934-375E-0DE0EC3252E8}"/>
              </a:ext>
            </a:extLst>
          </p:cNvPr>
          <p:cNvCxnSpPr/>
          <p:nvPr/>
        </p:nvCxnSpPr>
        <p:spPr>
          <a:xfrm>
            <a:off x="4955540" y="5364321"/>
            <a:ext cx="10160" cy="0"/>
          </a:xfrm>
          <a:prstGeom prst="line">
            <a:avLst/>
          </a:prstGeom>
          <a:ln w="11684">
            <a:solidFill>
              <a:srgbClr val="087E83"/>
            </a:solidFill>
          </a:ln>
        </p:spPr>
        <p:style>
          <a:lnRef idx="1">
            <a:schemeClr val="accent1"/>
          </a:lnRef>
          <a:fillRef idx="0">
            <a:schemeClr val="accent1"/>
          </a:fillRef>
          <a:effectRef idx="0">
            <a:schemeClr val="accent1"/>
          </a:effectRef>
          <a:fontRef idx="minor">
            <a:schemeClr val="tx1"/>
          </a:fontRef>
        </p:style>
      </p:cxnSp>
      <p:sp>
        <p:nvSpPr>
          <p:cNvPr id="1210" name="矩形 1209">
            <a:extLst>
              <a:ext uri="{FF2B5EF4-FFF2-40B4-BE49-F238E27FC236}">
                <a16:creationId xmlns:a16="http://schemas.microsoft.com/office/drawing/2014/main" id="{06CA9BC4-0FC8-3172-2155-154F055110EA}"/>
              </a:ext>
            </a:extLst>
          </p:cNvPr>
          <p:cNvSpPr/>
          <p:nvPr/>
        </p:nvSpPr>
        <p:spPr>
          <a:xfrm>
            <a:off x="4841558" y="5348130"/>
            <a:ext cx="32384" cy="32385"/>
          </a:xfrm>
          <a:prstGeom prst="rect">
            <a:avLst/>
          </a:prstGeom>
          <a:solidFill>
            <a:srgbClr val="087E83"/>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1" name="文本框 1210">
            <a:extLst>
              <a:ext uri="{FF2B5EF4-FFF2-40B4-BE49-F238E27FC236}">
                <a16:creationId xmlns:a16="http://schemas.microsoft.com/office/drawing/2014/main" id="{C1A2F20C-1F63-B905-D027-DD00DBAAFA1E}"/>
              </a:ext>
            </a:extLst>
          </p:cNvPr>
          <p:cNvSpPr txBox="1"/>
          <p:nvPr/>
        </p:nvSpPr>
        <p:spPr>
          <a:xfrm>
            <a:off x="5041899" y="530717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Best-of-50 · &lt;2 Å</a:t>
            </a:r>
            <a:endParaRPr lang="zh-CN" altLang="en-US" sz="650">
              <a:solidFill>
                <a:srgbClr val="263746"/>
              </a:solidFill>
              <a:latin typeface="Arial" panose="020B0604020202020204" pitchFamily="34" charset="0"/>
            </a:endParaRPr>
          </a:p>
        </p:txBody>
      </p:sp>
      <p:cxnSp>
        <p:nvCxnSpPr>
          <p:cNvPr id="1212" name="直接连接符 1211">
            <a:extLst>
              <a:ext uri="{FF2B5EF4-FFF2-40B4-BE49-F238E27FC236}">
                <a16:creationId xmlns:a16="http://schemas.microsoft.com/office/drawing/2014/main" id="{97F08853-7643-F9DA-422E-B26A5C8D3CEF}"/>
              </a:ext>
            </a:extLst>
          </p:cNvPr>
          <p:cNvCxnSpPr/>
          <p:nvPr/>
        </p:nvCxnSpPr>
        <p:spPr>
          <a:xfrm>
            <a:off x="4749800" y="5481161"/>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213" name="直接连接符 1212">
            <a:extLst>
              <a:ext uri="{FF2B5EF4-FFF2-40B4-BE49-F238E27FC236}">
                <a16:creationId xmlns:a16="http://schemas.microsoft.com/office/drawing/2014/main" id="{F94488A5-301F-5ADD-2FA7-4E12E9B8DDCB}"/>
              </a:ext>
            </a:extLst>
          </p:cNvPr>
          <p:cNvCxnSpPr/>
          <p:nvPr/>
        </p:nvCxnSpPr>
        <p:spPr>
          <a:xfrm>
            <a:off x="4818380" y="5481161"/>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214" name="直接连接符 1213">
            <a:extLst>
              <a:ext uri="{FF2B5EF4-FFF2-40B4-BE49-F238E27FC236}">
                <a16:creationId xmlns:a16="http://schemas.microsoft.com/office/drawing/2014/main" id="{35EB9A1C-7A19-4200-E1FA-A32F1EF5A93D}"/>
              </a:ext>
            </a:extLst>
          </p:cNvPr>
          <p:cNvCxnSpPr/>
          <p:nvPr/>
        </p:nvCxnSpPr>
        <p:spPr>
          <a:xfrm>
            <a:off x="4864100" y="5481161"/>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215" name="直接连接符 1214">
            <a:extLst>
              <a:ext uri="{FF2B5EF4-FFF2-40B4-BE49-F238E27FC236}">
                <a16:creationId xmlns:a16="http://schemas.microsoft.com/office/drawing/2014/main" id="{B0801B85-5DE2-E663-575C-C74123523108}"/>
              </a:ext>
            </a:extLst>
          </p:cNvPr>
          <p:cNvCxnSpPr/>
          <p:nvPr/>
        </p:nvCxnSpPr>
        <p:spPr>
          <a:xfrm>
            <a:off x="4886960" y="5481161"/>
            <a:ext cx="4572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216" name="直接连接符 1215">
            <a:extLst>
              <a:ext uri="{FF2B5EF4-FFF2-40B4-BE49-F238E27FC236}">
                <a16:creationId xmlns:a16="http://schemas.microsoft.com/office/drawing/2014/main" id="{53BF71E9-9D1E-3F30-C49E-644D1FFD8BFF}"/>
              </a:ext>
            </a:extLst>
          </p:cNvPr>
          <p:cNvCxnSpPr/>
          <p:nvPr/>
        </p:nvCxnSpPr>
        <p:spPr>
          <a:xfrm>
            <a:off x="4932680" y="5481161"/>
            <a:ext cx="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217" name="直接连接符 1216">
            <a:extLst>
              <a:ext uri="{FF2B5EF4-FFF2-40B4-BE49-F238E27FC236}">
                <a16:creationId xmlns:a16="http://schemas.microsoft.com/office/drawing/2014/main" id="{BC608F1B-04C0-E106-799A-79DB65009860}"/>
              </a:ext>
            </a:extLst>
          </p:cNvPr>
          <p:cNvCxnSpPr/>
          <p:nvPr/>
        </p:nvCxnSpPr>
        <p:spPr>
          <a:xfrm>
            <a:off x="4955540" y="5481161"/>
            <a:ext cx="10160" cy="0"/>
          </a:xfrm>
          <a:prstGeom prst="line">
            <a:avLst/>
          </a:prstGeom>
          <a:ln w="11684">
            <a:solidFill>
              <a:srgbClr val="BC762A"/>
            </a:solidFill>
          </a:ln>
        </p:spPr>
        <p:style>
          <a:lnRef idx="1">
            <a:schemeClr val="accent1"/>
          </a:lnRef>
          <a:fillRef idx="0">
            <a:schemeClr val="accent1"/>
          </a:fillRef>
          <a:effectRef idx="0">
            <a:schemeClr val="accent1"/>
          </a:effectRef>
          <a:fontRef idx="minor">
            <a:schemeClr val="tx1"/>
          </a:fontRef>
        </p:style>
      </p:cxnSp>
      <p:sp>
        <p:nvSpPr>
          <p:cNvPr id="1218" name="矩形 1217">
            <a:extLst>
              <a:ext uri="{FF2B5EF4-FFF2-40B4-BE49-F238E27FC236}">
                <a16:creationId xmlns:a16="http://schemas.microsoft.com/office/drawing/2014/main" id="{50F5AF9A-228C-0D99-AE42-37F0E0B13121}"/>
              </a:ext>
            </a:extLst>
          </p:cNvPr>
          <p:cNvSpPr/>
          <p:nvPr/>
        </p:nvSpPr>
        <p:spPr>
          <a:xfrm>
            <a:off x="4841558" y="5464970"/>
            <a:ext cx="32384" cy="32385"/>
          </a:xfrm>
          <a:prstGeom prst="rect">
            <a:avLst/>
          </a:prstGeom>
          <a:solidFill>
            <a:srgbClr val="BC762A"/>
          </a:solidFill>
          <a:ln w="4318">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9" name="文本框 1218">
            <a:extLst>
              <a:ext uri="{FF2B5EF4-FFF2-40B4-BE49-F238E27FC236}">
                <a16:creationId xmlns:a16="http://schemas.microsoft.com/office/drawing/2014/main" id="{0A23C197-112C-8B35-CD76-1475B8587E9E}"/>
              </a:ext>
            </a:extLst>
          </p:cNvPr>
          <p:cNvSpPr txBox="1"/>
          <p:nvPr/>
        </p:nvSpPr>
        <p:spPr>
          <a:xfrm>
            <a:off x="5041899" y="5424011"/>
            <a:ext cx="1485900" cy="127000"/>
          </a:xfrm>
          <a:prstGeom prst="rect">
            <a:avLst/>
          </a:prstGeom>
          <a:noFill/>
        </p:spPr>
        <p:txBody>
          <a:bodyPr vert="horz" wrap="none" lIns="0" tIns="0" rIns="0" bIns="0" rtlCol="0" anchor="ctr">
            <a:noAutofit/>
          </a:bodyPr>
          <a:lstStyle/>
          <a:p>
            <a:r>
              <a:rPr lang="en-US" altLang="zh-CN" sz="650">
                <a:solidFill>
                  <a:srgbClr val="263746"/>
                </a:solidFill>
                <a:latin typeface="Arial" panose="020B0604020202020204" pitchFamily="34" charset="0"/>
              </a:rPr>
              <a:t>Best-of-50 · &lt;3 Å</a:t>
            </a:r>
            <a:endParaRPr lang="zh-CN" altLang="en-US" sz="650">
              <a:solidFill>
                <a:srgbClr val="263746"/>
              </a:solidFill>
              <a:latin typeface="Arial" panose="020B0604020202020204" pitchFamily="34" charset="0"/>
            </a:endParaRPr>
          </a:p>
        </p:txBody>
      </p:sp>
    </p:spTree>
    <p:extLst>
      <p:ext uri="{BB962C8B-B14F-4D97-AF65-F5344CB8AC3E}">
        <p14:creationId xmlns:p14="http://schemas.microsoft.com/office/powerpoint/2010/main" val="1363310182"/>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4" name="03_assume_matched_5298">
            <a:extLst>
              <a:ext uri="{FF2B5EF4-FFF2-40B4-BE49-F238E27FC236}">
                <a16:creationId xmlns:a16="http://schemas.microsoft.com/office/drawing/2014/main" id="{68183750-C637-4607-90E5-682E0C45BC47}"/>
              </a:ext>
            </a:extLst>
          </p:cNvPr>
          <p:cNvSpPr>
            <a:spLocks noGrp="1"/>
          </p:cNvSpPr>
          <p:nvPr/>
        </p:nvSpPr>
        <p:spPr>
          <a:xfrm>
            <a:off x="55563" y="324000"/>
            <a:ext cx="6480000" cy="7992000"/>
          </a:xfrm>
          <a:custGeom>
            <a:avLst/>
            <a:gdLst/>
            <a:ahLst/>
            <a:cxnLst/>
            <a:rect l="0" t="0" r="0" b="0"/>
            <a:pathLst>
              <a:path w="6480000" h="7992000">
                <a:moveTo>
                  <a:pt x="0" y="7992000"/>
                </a:moveTo>
                <a:lnTo>
                  <a:pt x="6480000" y="7992000"/>
                </a:lnTo>
                <a:lnTo>
                  <a:pt x="6480000" y="0"/>
                </a:lnTo>
                <a:lnTo>
                  <a:pt x="0" y="0"/>
                </a:lnTo>
                <a:lnTo>
                  <a:pt x="0" y="7992000"/>
                </a:lnTo>
                <a:close/>
              </a:path>
            </a:pathLst>
          </a:custGeom>
          <a:solidFill>
            <a:srgbClr val="FFFFFF"/>
          </a:solidFill>
          <a:ln w="0">
            <a:noFill/>
            <a:prstDash val="solid"/>
          </a:ln>
        </p:spPr>
      </p:sp>
      <p:sp>
        <p:nvSpPr>
          <p:cNvPr id="2" name="03_assume_matched_5299">
            <a:extLst>
              <a:ext uri="{FF2B5EF4-FFF2-40B4-BE49-F238E27FC236}">
                <a16:creationId xmlns:a16="http://schemas.microsoft.com/office/drawing/2014/main" id="{39688988-F633-4AD0-97B2-12460E5F66D0}"/>
              </a:ext>
            </a:extLst>
          </p:cNvPr>
          <p:cNvSpPr>
            <a:spLocks noGrp="1"/>
          </p:cNvSpPr>
          <p:nvPr/>
        </p:nvSpPr>
        <p:spPr>
          <a:xfrm>
            <a:off x="768364" y="1362960"/>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 name="03_assume_matched_5300">
            <a:extLst>
              <a:ext uri="{FF2B5EF4-FFF2-40B4-BE49-F238E27FC236}">
                <a16:creationId xmlns:a16="http://schemas.microsoft.com/office/drawing/2014/main" id="{BDE50F8B-F28B-46A7-9EDC-C212064A2574}"/>
              </a:ext>
            </a:extLst>
          </p:cNvPr>
          <p:cNvSpPr>
            <a:spLocks noGrp="1"/>
          </p:cNvSpPr>
          <p:nvPr/>
        </p:nvSpPr>
        <p:spPr>
          <a:xfrm>
            <a:off x="1070117" y="1392204"/>
            <a:ext cx="196140" cy="584869"/>
          </a:xfrm>
          <a:custGeom>
            <a:avLst/>
            <a:gdLst/>
            <a:ahLst/>
            <a:cxnLst/>
            <a:rect l="0" t="0" r="0" b="0"/>
            <a:pathLst>
              <a:path w="196140" h="584869">
                <a:moveTo>
                  <a:pt x="196140" y="584869"/>
                </a:moveTo>
                <a:lnTo>
                  <a:pt x="0" y="584869"/>
                </a:lnTo>
                <a:lnTo>
                  <a:pt x="1087" y="579995"/>
                </a:lnTo>
                <a:lnTo>
                  <a:pt x="4273" y="575121"/>
                </a:lnTo>
                <a:lnTo>
                  <a:pt x="9346" y="570247"/>
                </a:lnTo>
                <a:lnTo>
                  <a:pt x="15979" y="565373"/>
                </a:lnTo>
                <a:lnTo>
                  <a:pt x="23762" y="560500"/>
                </a:lnTo>
                <a:lnTo>
                  <a:pt x="32248" y="555626"/>
                </a:lnTo>
                <a:lnTo>
                  <a:pt x="40993" y="550752"/>
                </a:lnTo>
                <a:lnTo>
                  <a:pt x="49592" y="545878"/>
                </a:lnTo>
                <a:lnTo>
                  <a:pt x="57709" y="541004"/>
                </a:lnTo>
                <a:lnTo>
                  <a:pt x="65094" y="536130"/>
                </a:lnTo>
                <a:lnTo>
                  <a:pt x="71585" y="531256"/>
                </a:lnTo>
                <a:lnTo>
                  <a:pt x="77107" y="526382"/>
                </a:lnTo>
                <a:lnTo>
                  <a:pt x="81658" y="521508"/>
                </a:lnTo>
                <a:lnTo>
                  <a:pt x="85292" y="516634"/>
                </a:lnTo>
                <a:lnTo>
                  <a:pt x="88103" y="511760"/>
                </a:lnTo>
                <a:lnTo>
                  <a:pt x="90203" y="506887"/>
                </a:lnTo>
                <a:lnTo>
                  <a:pt x="91712" y="502013"/>
                </a:lnTo>
                <a:lnTo>
                  <a:pt x="92745" y="497139"/>
                </a:lnTo>
                <a:lnTo>
                  <a:pt x="93406" y="492265"/>
                </a:lnTo>
                <a:lnTo>
                  <a:pt x="93783" y="487391"/>
                </a:lnTo>
                <a:lnTo>
                  <a:pt x="93948" y="482517"/>
                </a:lnTo>
                <a:lnTo>
                  <a:pt x="93958" y="477643"/>
                </a:lnTo>
                <a:lnTo>
                  <a:pt x="93854" y="472769"/>
                </a:lnTo>
                <a:lnTo>
                  <a:pt x="93671" y="467895"/>
                </a:lnTo>
                <a:lnTo>
                  <a:pt x="93433" y="463021"/>
                </a:lnTo>
                <a:lnTo>
                  <a:pt x="93159" y="458147"/>
                </a:lnTo>
                <a:lnTo>
                  <a:pt x="92866" y="453274"/>
                </a:lnTo>
                <a:lnTo>
                  <a:pt x="92569" y="448400"/>
                </a:lnTo>
                <a:lnTo>
                  <a:pt x="92280" y="443526"/>
                </a:lnTo>
                <a:lnTo>
                  <a:pt x="92012" y="438652"/>
                </a:lnTo>
                <a:lnTo>
                  <a:pt x="91777" y="433778"/>
                </a:lnTo>
                <a:lnTo>
                  <a:pt x="91584" y="428904"/>
                </a:lnTo>
                <a:lnTo>
                  <a:pt x="91443" y="424030"/>
                </a:lnTo>
                <a:lnTo>
                  <a:pt x="91359" y="419156"/>
                </a:lnTo>
                <a:lnTo>
                  <a:pt x="91335" y="414282"/>
                </a:lnTo>
                <a:lnTo>
                  <a:pt x="91372" y="409408"/>
                </a:lnTo>
                <a:lnTo>
                  <a:pt x="91469" y="404534"/>
                </a:lnTo>
                <a:lnTo>
                  <a:pt x="91620" y="399661"/>
                </a:lnTo>
                <a:lnTo>
                  <a:pt x="91819" y="394787"/>
                </a:lnTo>
                <a:lnTo>
                  <a:pt x="92055" y="389913"/>
                </a:lnTo>
                <a:lnTo>
                  <a:pt x="92317" y="385039"/>
                </a:lnTo>
                <a:lnTo>
                  <a:pt x="92591" y="380165"/>
                </a:lnTo>
                <a:lnTo>
                  <a:pt x="92861" y="375291"/>
                </a:lnTo>
                <a:lnTo>
                  <a:pt x="93112" y="370417"/>
                </a:lnTo>
                <a:lnTo>
                  <a:pt x="93324" y="365543"/>
                </a:lnTo>
                <a:lnTo>
                  <a:pt x="93482" y="360669"/>
                </a:lnTo>
                <a:lnTo>
                  <a:pt x="93568" y="355795"/>
                </a:lnTo>
                <a:lnTo>
                  <a:pt x="93568" y="350921"/>
                </a:lnTo>
                <a:lnTo>
                  <a:pt x="93472" y="346048"/>
                </a:lnTo>
                <a:lnTo>
                  <a:pt x="93275" y="341174"/>
                </a:lnTo>
                <a:lnTo>
                  <a:pt x="92980" y="336300"/>
                </a:lnTo>
                <a:lnTo>
                  <a:pt x="92595" y="331426"/>
                </a:lnTo>
                <a:lnTo>
                  <a:pt x="92141" y="326552"/>
                </a:lnTo>
                <a:lnTo>
                  <a:pt x="91645" y="321678"/>
                </a:lnTo>
                <a:lnTo>
                  <a:pt x="91139" y="316804"/>
                </a:lnTo>
                <a:lnTo>
                  <a:pt x="90663" y="311930"/>
                </a:lnTo>
                <a:lnTo>
                  <a:pt x="90256" y="307056"/>
                </a:lnTo>
                <a:lnTo>
                  <a:pt x="89954" y="302182"/>
                </a:lnTo>
                <a:lnTo>
                  <a:pt x="89788" y="297308"/>
                </a:lnTo>
                <a:lnTo>
                  <a:pt x="89778" y="292435"/>
                </a:lnTo>
                <a:lnTo>
                  <a:pt x="89934" y="287561"/>
                </a:lnTo>
                <a:lnTo>
                  <a:pt x="90252" y="282687"/>
                </a:lnTo>
                <a:lnTo>
                  <a:pt x="90718" y="277813"/>
                </a:lnTo>
                <a:lnTo>
                  <a:pt x="91306" y="272939"/>
                </a:lnTo>
                <a:lnTo>
                  <a:pt x="91983" y="268065"/>
                </a:lnTo>
                <a:lnTo>
                  <a:pt x="92714" y="263191"/>
                </a:lnTo>
                <a:lnTo>
                  <a:pt x="93462" y="258317"/>
                </a:lnTo>
                <a:lnTo>
                  <a:pt x="94194" y="253443"/>
                </a:lnTo>
                <a:lnTo>
                  <a:pt x="94883" y="248569"/>
                </a:lnTo>
                <a:lnTo>
                  <a:pt x="95509" y="243695"/>
                </a:lnTo>
                <a:lnTo>
                  <a:pt x="96058" y="238822"/>
                </a:lnTo>
                <a:lnTo>
                  <a:pt x="96526" y="233948"/>
                </a:lnTo>
                <a:lnTo>
                  <a:pt x="96911" y="229074"/>
                </a:lnTo>
                <a:lnTo>
                  <a:pt x="97220" y="224200"/>
                </a:lnTo>
                <a:lnTo>
                  <a:pt x="97461" y="219326"/>
                </a:lnTo>
                <a:lnTo>
                  <a:pt x="97643" y="214452"/>
                </a:lnTo>
                <a:lnTo>
                  <a:pt x="97778" y="209578"/>
                </a:lnTo>
                <a:lnTo>
                  <a:pt x="97875" y="204704"/>
                </a:lnTo>
                <a:lnTo>
                  <a:pt x="97942" y="199830"/>
                </a:lnTo>
                <a:lnTo>
                  <a:pt x="97988" y="194956"/>
                </a:lnTo>
                <a:lnTo>
                  <a:pt x="98019" y="190082"/>
                </a:lnTo>
                <a:lnTo>
                  <a:pt x="98039" y="185209"/>
                </a:lnTo>
                <a:lnTo>
                  <a:pt x="98052" y="180335"/>
                </a:lnTo>
                <a:lnTo>
                  <a:pt x="98059" y="175461"/>
                </a:lnTo>
                <a:lnTo>
                  <a:pt x="98064" y="170587"/>
                </a:lnTo>
                <a:lnTo>
                  <a:pt x="98067" y="165713"/>
                </a:lnTo>
                <a:lnTo>
                  <a:pt x="98068" y="160839"/>
                </a:lnTo>
                <a:lnTo>
                  <a:pt x="98069" y="155965"/>
                </a:lnTo>
                <a:lnTo>
                  <a:pt x="98070"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0" y="146217"/>
                </a:lnTo>
                <a:lnTo>
                  <a:pt x="98071" y="151091"/>
                </a:lnTo>
                <a:lnTo>
                  <a:pt x="98071" y="155965"/>
                </a:lnTo>
                <a:lnTo>
                  <a:pt x="98072" y="160839"/>
                </a:lnTo>
                <a:lnTo>
                  <a:pt x="98074" y="165713"/>
                </a:lnTo>
                <a:lnTo>
                  <a:pt x="98076" y="170587"/>
                </a:lnTo>
                <a:lnTo>
                  <a:pt x="98081" y="175461"/>
                </a:lnTo>
                <a:lnTo>
                  <a:pt x="98089" y="180335"/>
                </a:lnTo>
                <a:lnTo>
                  <a:pt x="98101" y="185209"/>
                </a:lnTo>
                <a:lnTo>
                  <a:pt x="98121" y="190082"/>
                </a:lnTo>
                <a:lnTo>
                  <a:pt x="98152" y="194956"/>
                </a:lnTo>
                <a:lnTo>
                  <a:pt x="98198" y="199830"/>
                </a:lnTo>
                <a:lnTo>
                  <a:pt x="98266" y="204704"/>
                </a:lnTo>
                <a:lnTo>
                  <a:pt x="98362" y="209578"/>
                </a:lnTo>
                <a:lnTo>
                  <a:pt x="98497" y="214452"/>
                </a:lnTo>
                <a:lnTo>
                  <a:pt x="98679" y="219326"/>
                </a:lnTo>
                <a:lnTo>
                  <a:pt x="98920" y="224200"/>
                </a:lnTo>
                <a:lnTo>
                  <a:pt x="99229" y="229074"/>
                </a:lnTo>
                <a:lnTo>
                  <a:pt x="99615" y="233948"/>
                </a:lnTo>
                <a:lnTo>
                  <a:pt x="100082" y="238822"/>
                </a:lnTo>
                <a:lnTo>
                  <a:pt x="100631" y="243695"/>
                </a:lnTo>
                <a:lnTo>
                  <a:pt x="101257" y="248569"/>
                </a:lnTo>
                <a:lnTo>
                  <a:pt x="101946" y="253443"/>
                </a:lnTo>
                <a:lnTo>
                  <a:pt x="102679" y="258317"/>
                </a:lnTo>
                <a:lnTo>
                  <a:pt x="103427" y="263191"/>
                </a:lnTo>
                <a:lnTo>
                  <a:pt x="104157" y="268065"/>
                </a:lnTo>
                <a:lnTo>
                  <a:pt x="104835" y="272939"/>
                </a:lnTo>
                <a:lnTo>
                  <a:pt x="105422" y="277813"/>
                </a:lnTo>
                <a:lnTo>
                  <a:pt x="105888" y="282687"/>
                </a:lnTo>
                <a:lnTo>
                  <a:pt x="106207" y="287561"/>
                </a:lnTo>
                <a:lnTo>
                  <a:pt x="106363" y="292435"/>
                </a:lnTo>
                <a:lnTo>
                  <a:pt x="106353" y="297308"/>
                </a:lnTo>
                <a:lnTo>
                  <a:pt x="106186" y="302182"/>
                </a:lnTo>
                <a:lnTo>
                  <a:pt x="105884" y="307056"/>
                </a:lnTo>
                <a:lnTo>
                  <a:pt x="105477" y="311930"/>
                </a:lnTo>
                <a:lnTo>
                  <a:pt x="105001" y="316804"/>
                </a:lnTo>
                <a:lnTo>
                  <a:pt x="104496" y="321678"/>
                </a:lnTo>
                <a:lnTo>
                  <a:pt x="103999" y="326552"/>
                </a:lnTo>
                <a:lnTo>
                  <a:pt x="103545" y="331426"/>
                </a:lnTo>
                <a:lnTo>
                  <a:pt x="103161" y="336300"/>
                </a:lnTo>
                <a:lnTo>
                  <a:pt x="102865" y="341174"/>
                </a:lnTo>
                <a:lnTo>
                  <a:pt x="102668" y="346048"/>
                </a:lnTo>
                <a:lnTo>
                  <a:pt x="102572" y="350921"/>
                </a:lnTo>
                <a:lnTo>
                  <a:pt x="102572" y="355795"/>
                </a:lnTo>
                <a:lnTo>
                  <a:pt x="102658" y="360669"/>
                </a:lnTo>
                <a:lnTo>
                  <a:pt x="102816" y="365543"/>
                </a:lnTo>
                <a:lnTo>
                  <a:pt x="103029" y="370417"/>
                </a:lnTo>
                <a:lnTo>
                  <a:pt x="103279" y="375291"/>
                </a:lnTo>
                <a:lnTo>
                  <a:pt x="103549" y="380165"/>
                </a:lnTo>
                <a:lnTo>
                  <a:pt x="103823" y="385039"/>
                </a:lnTo>
                <a:lnTo>
                  <a:pt x="104085" y="389913"/>
                </a:lnTo>
                <a:lnTo>
                  <a:pt x="104321" y="394787"/>
                </a:lnTo>
                <a:lnTo>
                  <a:pt x="104520" y="399661"/>
                </a:lnTo>
                <a:lnTo>
                  <a:pt x="104671" y="404534"/>
                </a:lnTo>
                <a:lnTo>
                  <a:pt x="104768" y="409408"/>
                </a:lnTo>
                <a:lnTo>
                  <a:pt x="104806" y="414282"/>
                </a:lnTo>
                <a:lnTo>
                  <a:pt x="104782" y="419156"/>
                </a:lnTo>
                <a:lnTo>
                  <a:pt x="104697" y="424030"/>
                </a:lnTo>
                <a:lnTo>
                  <a:pt x="104556" y="428904"/>
                </a:lnTo>
                <a:lnTo>
                  <a:pt x="104363" y="433778"/>
                </a:lnTo>
                <a:lnTo>
                  <a:pt x="104128" y="438652"/>
                </a:lnTo>
                <a:lnTo>
                  <a:pt x="103861" y="443526"/>
                </a:lnTo>
                <a:lnTo>
                  <a:pt x="103572" y="448400"/>
                </a:lnTo>
                <a:lnTo>
                  <a:pt x="103274" y="453274"/>
                </a:lnTo>
                <a:lnTo>
                  <a:pt x="102981" y="458147"/>
                </a:lnTo>
                <a:lnTo>
                  <a:pt x="102708" y="463021"/>
                </a:lnTo>
                <a:lnTo>
                  <a:pt x="102469" y="467895"/>
                </a:lnTo>
                <a:lnTo>
                  <a:pt x="102286" y="472769"/>
                </a:lnTo>
                <a:lnTo>
                  <a:pt x="102183" y="477643"/>
                </a:lnTo>
                <a:lnTo>
                  <a:pt x="102192" y="482517"/>
                </a:lnTo>
                <a:lnTo>
                  <a:pt x="102357" y="487391"/>
                </a:lnTo>
                <a:lnTo>
                  <a:pt x="102734" y="492265"/>
                </a:lnTo>
                <a:lnTo>
                  <a:pt x="103395" y="497139"/>
                </a:lnTo>
                <a:lnTo>
                  <a:pt x="104429" y="502013"/>
                </a:lnTo>
                <a:lnTo>
                  <a:pt x="105938" y="506887"/>
                </a:lnTo>
                <a:lnTo>
                  <a:pt x="108038" y="511760"/>
                </a:lnTo>
                <a:lnTo>
                  <a:pt x="110848" y="516634"/>
                </a:lnTo>
                <a:lnTo>
                  <a:pt x="114483" y="521508"/>
                </a:lnTo>
                <a:lnTo>
                  <a:pt x="119034" y="526382"/>
                </a:lnTo>
                <a:lnTo>
                  <a:pt x="124556" y="531256"/>
                </a:lnTo>
                <a:lnTo>
                  <a:pt x="131047" y="536130"/>
                </a:lnTo>
                <a:lnTo>
                  <a:pt x="138431" y="541004"/>
                </a:lnTo>
                <a:lnTo>
                  <a:pt x="146549" y="545878"/>
                </a:lnTo>
                <a:lnTo>
                  <a:pt x="155148" y="550752"/>
                </a:lnTo>
                <a:lnTo>
                  <a:pt x="163892" y="555626"/>
                </a:lnTo>
                <a:lnTo>
                  <a:pt x="172378" y="560500"/>
                </a:lnTo>
                <a:lnTo>
                  <a:pt x="180161" y="565373"/>
                </a:lnTo>
                <a:lnTo>
                  <a:pt x="186794" y="570247"/>
                </a:lnTo>
                <a:lnTo>
                  <a:pt x="191867" y="575121"/>
                </a:lnTo>
                <a:lnTo>
                  <a:pt x="195054"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4" name="03_assume_matched_5301">
            <a:extLst>
              <a:ext uri="{FF2B5EF4-FFF2-40B4-BE49-F238E27FC236}">
                <a16:creationId xmlns:a16="http://schemas.microsoft.com/office/drawing/2014/main" id="{09832253-CBE2-4AA0-8BBF-4B4494979C10}"/>
              </a:ext>
            </a:extLst>
          </p:cNvPr>
          <p:cNvSpPr>
            <a:spLocks noGrp="1"/>
          </p:cNvSpPr>
          <p:nvPr/>
        </p:nvSpPr>
        <p:spPr>
          <a:xfrm>
            <a:off x="1447310" y="1392204"/>
            <a:ext cx="196140" cy="584869"/>
          </a:xfrm>
          <a:custGeom>
            <a:avLst/>
            <a:gdLst/>
            <a:ahLst/>
            <a:cxnLst/>
            <a:rect l="0" t="0" r="0" b="0"/>
            <a:pathLst>
              <a:path w="196140" h="584869">
                <a:moveTo>
                  <a:pt x="196140" y="584869"/>
                </a:moveTo>
                <a:lnTo>
                  <a:pt x="0" y="584869"/>
                </a:lnTo>
                <a:lnTo>
                  <a:pt x="1084" y="579995"/>
                </a:lnTo>
                <a:lnTo>
                  <a:pt x="4265" y="575121"/>
                </a:lnTo>
                <a:lnTo>
                  <a:pt x="9329" y="570247"/>
                </a:lnTo>
                <a:lnTo>
                  <a:pt x="15951" y="565373"/>
                </a:lnTo>
                <a:lnTo>
                  <a:pt x="23724" y="560500"/>
                </a:lnTo>
                <a:lnTo>
                  <a:pt x="32204" y="555626"/>
                </a:lnTo>
                <a:lnTo>
                  <a:pt x="40950" y="550752"/>
                </a:lnTo>
                <a:lnTo>
                  <a:pt x="49558" y="545878"/>
                </a:lnTo>
                <a:lnTo>
                  <a:pt x="57696" y="541004"/>
                </a:lnTo>
                <a:lnTo>
                  <a:pt x="65115" y="536130"/>
                </a:lnTo>
                <a:lnTo>
                  <a:pt x="71655" y="531256"/>
                </a:lnTo>
                <a:lnTo>
                  <a:pt x="77242" y="526382"/>
                </a:lnTo>
                <a:lnTo>
                  <a:pt x="81874" y="521508"/>
                </a:lnTo>
                <a:lnTo>
                  <a:pt x="85606" y="516634"/>
                </a:lnTo>
                <a:lnTo>
                  <a:pt x="88528" y="511760"/>
                </a:lnTo>
                <a:lnTo>
                  <a:pt x="90752" y="506887"/>
                </a:lnTo>
                <a:lnTo>
                  <a:pt x="92399" y="502013"/>
                </a:lnTo>
                <a:lnTo>
                  <a:pt x="93580" y="497139"/>
                </a:lnTo>
                <a:lnTo>
                  <a:pt x="94400" y="492265"/>
                </a:lnTo>
                <a:lnTo>
                  <a:pt x="94947" y="487391"/>
                </a:lnTo>
                <a:lnTo>
                  <a:pt x="95293" y="482517"/>
                </a:lnTo>
                <a:lnTo>
                  <a:pt x="95496" y="477643"/>
                </a:lnTo>
                <a:lnTo>
                  <a:pt x="95602" y="472769"/>
                </a:lnTo>
                <a:lnTo>
                  <a:pt x="95645" y="467895"/>
                </a:lnTo>
                <a:lnTo>
                  <a:pt x="95653" y="463021"/>
                </a:lnTo>
                <a:lnTo>
                  <a:pt x="95646" y="458147"/>
                </a:lnTo>
                <a:lnTo>
                  <a:pt x="95639" y="453274"/>
                </a:lnTo>
                <a:lnTo>
                  <a:pt x="95644" y="448400"/>
                </a:lnTo>
                <a:lnTo>
                  <a:pt x="95669" y="443526"/>
                </a:lnTo>
                <a:lnTo>
                  <a:pt x="95716" y="438652"/>
                </a:lnTo>
                <a:lnTo>
                  <a:pt x="95787" y="433778"/>
                </a:lnTo>
                <a:lnTo>
                  <a:pt x="95879" y="428904"/>
                </a:lnTo>
                <a:lnTo>
                  <a:pt x="95984" y="424030"/>
                </a:lnTo>
                <a:lnTo>
                  <a:pt x="96096" y="419156"/>
                </a:lnTo>
                <a:lnTo>
                  <a:pt x="96202" y="414282"/>
                </a:lnTo>
                <a:lnTo>
                  <a:pt x="96294" y="409408"/>
                </a:lnTo>
                <a:lnTo>
                  <a:pt x="96360" y="404534"/>
                </a:lnTo>
                <a:lnTo>
                  <a:pt x="96391" y="399661"/>
                </a:lnTo>
                <a:lnTo>
                  <a:pt x="96381" y="394787"/>
                </a:lnTo>
                <a:lnTo>
                  <a:pt x="96325" y="389913"/>
                </a:lnTo>
                <a:lnTo>
                  <a:pt x="96222" y="385039"/>
                </a:lnTo>
                <a:lnTo>
                  <a:pt x="96074" y="380165"/>
                </a:lnTo>
                <a:lnTo>
                  <a:pt x="95885" y="375291"/>
                </a:lnTo>
                <a:lnTo>
                  <a:pt x="95657" y="370417"/>
                </a:lnTo>
                <a:lnTo>
                  <a:pt x="95398" y="365543"/>
                </a:lnTo>
                <a:lnTo>
                  <a:pt x="95112" y="360669"/>
                </a:lnTo>
                <a:lnTo>
                  <a:pt x="94804" y="355795"/>
                </a:lnTo>
                <a:lnTo>
                  <a:pt x="94476" y="350921"/>
                </a:lnTo>
                <a:lnTo>
                  <a:pt x="94133" y="346048"/>
                </a:lnTo>
                <a:lnTo>
                  <a:pt x="93777" y="341174"/>
                </a:lnTo>
                <a:lnTo>
                  <a:pt x="93412" y="336300"/>
                </a:lnTo>
                <a:lnTo>
                  <a:pt x="93044" y="331426"/>
                </a:lnTo>
                <a:lnTo>
                  <a:pt x="92680" y="326552"/>
                </a:lnTo>
                <a:lnTo>
                  <a:pt x="92331" y="321678"/>
                </a:lnTo>
                <a:lnTo>
                  <a:pt x="92010" y="316804"/>
                </a:lnTo>
                <a:lnTo>
                  <a:pt x="91733" y="311930"/>
                </a:lnTo>
                <a:lnTo>
                  <a:pt x="91517" y="307056"/>
                </a:lnTo>
                <a:lnTo>
                  <a:pt x="91376" y="302182"/>
                </a:lnTo>
                <a:lnTo>
                  <a:pt x="91324" y="297308"/>
                </a:lnTo>
                <a:lnTo>
                  <a:pt x="91370" y="292435"/>
                </a:lnTo>
                <a:lnTo>
                  <a:pt x="91516" y="287561"/>
                </a:lnTo>
                <a:lnTo>
                  <a:pt x="91760" y="282687"/>
                </a:lnTo>
                <a:lnTo>
                  <a:pt x="92093" y="277813"/>
                </a:lnTo>
                <a:lnTo>
                  <a:pt x="92499" y="272939"/>
                </a:lnTo>
                <a:lnTo>
                  <a:pt x="92959" y="268065"/>
                </a:lnTo>
                <a:lnTo>
                  <a:pt x="93450" y="263191"/>
                </a:lnTo>
                <a:lnTo>
                  <a:pt x="93949" y="258317"/>
                </a:lnTo>
                <a:lnTo>
                  <a:pt x="94434" y="253443"/>
                </a:lnTo>
                <a:lnTo>
                  <a:pt x="94886" y="248569"/>
                </a:lnTo>
                <a:lnTo>
                  <a:pt x="95288" y="243695"/>
                </a:lnTo>
                <a:lnTo>
                  <a:pt x="95630" y="238822"/>
                </a:lnTo>
                <a:lnTo>
                  <a:pt x="95905" y="233948"/>
                </a:lnTo>
                <a:lnTo>
                  <a:pt x="96112" y="229074"/>
                </a:lnTo>
                <a:lnTo>
                  <a:pt x="96255" y="224200"/>
                </a:lnTo>
                <a:lnTo>
                  <a:pt x="96339" y="219326"/>
                </a:lnTo>
                <a:lnTo>
                  <a:pt x="96374" y="214452"/>
                </a:lnTo>
                <a:lnTo>
                  <a:pt x="96372" y="209578"/>
                </a:lnTo>
                <a:lnTo>
                  <a:pt x="96344" y="204704"/>
                </a:lnTo>
                <a:lnTo>
                  <a:pt x="96303" y="199830"/>
                </a:lnTo>
                <a:lnTo>
                  <a:pt x="96260" y="194956"/>
                </a:lnTo>
                <a:lnTo>
                  <a:pt x="96224" y="190082"/>
                </a:lnTo>
                <a:lnTo>
                  <a:pt x="96202" y="185209"/>
                </a:lnTo>
                <a:lnTo>
                  <a:pt x="96200" y="180335"/>
                </a:lnTo>
                <a:lnTo>
                  <a:pt x="96219" y="175461"/>
                </a:lnTo>
                <a:lnTo>
                  <a:pt x="96260" y="170587"/>
                </a:lnTo>
                <a:lnTo>
                  <a:pt x="96320" y="165713"/>
                </a:lnTo>
                <a:lnTo>
                  <a:pt x="96394" y="160839"/>
                </a:lnTo>
                <a:lnTo>
                  <a:pt x="96477" y="155965"/>
                </a:lnTo>
                <a:lnTo>
                  <a:pt x="96563" y="151091"/>
                </a:lnTo>
                <a:lnTo>
                  <a:pt x="96645" y="146217"/>
                </a:lnTo>
                <a:lnTo>
                  <a:pt x="96718" y="141343"/>
                </a:lnTo>
                <a:lnTo>
                  <a:pt x="96780" y="136469"/>
                </a:lnTo>
                <a:lnTo>
                  <a:pt x="96826" y="131596"/>
                </a:lnTo>
                <a:lnTo>
                  <a:pt x="96857" y="126722"/>
                </a:lnTo>
                <a:lnTo>
                  <a:pt x="96873" y="121848"/>
                </a:lnTo>
                <a:lnTo>
                  <a:pt x="96876" y="116974"/>
                </a:lnTo>
                <a:lnTo>
                  <a:pt x="96867" y="112100"/>
                </a:lnTo>
                <a:lnTo>
                  <a:pt x="96847" y="107226"/>
                </a:lnTo>
                <a:lnTo>
                  <a:pt x="96813" y="102352"/>
                </a:lnTo>
                <a:lnTo>
                  <a:pt x="96760" y="97478"/>
                </a:lnTo>
                <a:lnTo>
                  <a:pt x="96678" y="92604"/>
                </a:lnTo>
                <a:lnTo>
                  <a:pt x="96552" y="87730"/>
                </a:lnTo>
                <a:lnTo>
                  <a:pt x="96361" y="82856"/>
                </a:lnTo>
                <a:lnTo>
                  <a:pt x="96080" y="77983"/>
                </a:lnTo>
                <a:lnTo>
                  <a:pt x="95678" y="73109"/>
                </a:lnTo>
                <a:lnTo>
                  <a:pt x="95123" y="68235"/>
                </a:lnTo>
                <a:lnTo>
                  <a:pt x="94387" y="63361"/>
                </a:lnTo>
                <a:lnTo>
                  <a:pt x="93442" y="58487"/>
                </a:lnTo>
                <a:lnTo>
                  <a:pt x="92273" y="53613"/>
                </a:lnTo>
                <a:lnTo>
                  <a:pt x="90877" y="48739"/>
                </a:lnTo>
                <a:lnTo>
                  <a:pt x="89267" y="43865"/>
                </a:lnTo>
                <a:lnTo>
                  <a:pt x="87481" y="38991"/>
                </a:lnTo>
                <a:lnTo>
                  <a:pt x="85574" y="34117"/>
                </a:lnTo>
                <a:lnTo>
                  <a:pt x="83624" y="29243"/>
                </a:lnTo>
                <a:lnTo>
                  <a:pt x="81723" y="24370"/>
                </a:lnTo>
                <a:lnTo>
                  <a:pt x="79974" y="19496"/>
                </a:lnTo>
                <a:lnTo>
                  <a:pt x="78480" y="14622"/>
                </a:lnTo>
                <a:lnTo>
                  <a:pt x="77335" y="9748"/>
                </a:lnTo>
                <a:lnTo>
                  <a:pt x="76615" y="4874"/>
                </a:lnTo>
                <a:lnTo>
                  <a:pt x="76370" y="0"/>
                </a:lnTo>
                <a:lnTo>
                  <a:pt x="119771" y="0"/>
                </a:lnTo>
                <a:lnTo>
                  <a:pt x="119771" y="0"/>
                </a:lnTo>
                <a:lnTo>
                  <a:pt x="119525" y="4874"/>
                </a:lnTo>
                <a:lnTo>
                  <a:pt x="118805" y="9748"/>
                </a:lnTo>
                <a:lnTo>
                  <a:pt x="117661" y="14622"/>
                </a:lnTo>
                <a:lnTo>
                  <a:pt x="116167" y="19496"/>
                </a:lnTo>
                <a:lnTo>
                  <a:pt x="114418" y="24370"/>
                </a:lnTo>
                <a:lnTo>
                  <a:pt x="112517" y="29243"/>
                </a:lnTo>
                <a:lnTo>
                  <a:pt x="110566" y="34117"/>
                </a:lnTo>
                <a:lnTo>
                  <a:pt x="108659" y="38991"/>
                </a:lnTo>
                <a:lnTo>
                  <a:pt x="106873" y="43865"/>
                </a:lnTo>
                <a:lnTo>
                  <a:pt x="105264" y="48739"/>
                </a:lnTo>
                <a:lnTo>
                  <a:pt x="103867" y="53613"/>
                </a:lnTo>
                <a:lnTo>
                  <a:pt x="102698" y="58487"/>
                </a:lnTo>
                <a:lnTo>
                  <a:pt x="101753" y="63361"/>
                </a:lnTo>
                <a:lnTo>
                  <a:pt x="101017" y="68235"/>
                </a:lnTo>
                <a:lnTo>
                  <a:pt x="100463" y="73109"/>
                </a:lnTo>
                <a:lnTo>
                  <a:pt x="100061" y="77983"/>
                </a:lnTo>
                <a:lnTo>
                  <a:pt x="99779" y="82856"/>
                </a:lnTo>
                <a:lnTo>
                  <a:pt x="99588" y="87730"/>
                </a:lnTo>
                <a:lnTo>
                  <a:pt x="99462" y="92604"/>
                </a:lnTo>
                <a:lnTo>
                  <a:pt x="99380" y="97478"/>
                </a:lnTo>
                <a:lnTo>
                  <a:pt x="99327" y="102352"/>
                </a:lnTo>
                <a:lnTo>
                  <a:pt x="99293" y="107226"/>
                </a:lnTo>
                <a:lnTo>
                  <a:pt x="99273" y="112100"/>
                </a:lnTo>
                <a:lnTo>
                  <a:pt x="99264" y="116974"/>
                </a:lnTo>
                <a:lnTo>
                  <a:pt x="99267" y="121848"/>
                </a:lnTo>
                <a:lnTo>
                  <a:pt x="99283" y="126722"/>
                </a:lnTo>
                <a:lnTo>
                  <a:pt x="99314" y="131596"/>
                </a:lnTo>
                <a:lnTo>
                  <a:pt x="99361" y="136469"/>
                </a:lnTo>
                <a:lnTo>
                  <a:pt x="99422" y="141343"/>
                </a:lnTo>
                <a:lnTo>
                  <a:pt x="99496" y="146217"/>
                </a:lnTo>
                <a:lnTo>
                  <a:pt x="99578" y="151091"/>
                </a:lnTo>
                <a:lnTo>
                  <a:pt x="99663" y="155965"/>
                </a:lnTo>
                <a:lnTo>
                  <a:pt x="99746" y="160839"/>
                </a:lnTo>
                <a:lnTo>
                  <a:pt x="99820" y="165713"/>
                </a:lnTo>
                <a:lnTo>
                  <a:pt x="99880" y="170587"/>
                </a:lnTo>
                <a:lnTo>
                  <a:pt x="99921" y="175461"/>
                </a:lnTo>
                <a:lnTo>
                  <a:pt x="99940" y="180335"/>
                </a:lnTo>
                <a:lnTo>
                  <a:pt x="99938" y="185209"/>
                </a:lnTo>
                <a:lnTo>
                  <a:pt x="99917" y="190082"/>
                </a:lnTo>
                <a:lnTo>
                  <a:pt x="99881" y="194956"/>
                </a:lnTo>
                <a:lnTo>
                  <a:pt x="99837" y="199830"/>
                </a:lnTo>
                <a:lnTo>
                  <a:pt x="99796" y="204704"/>
                </a:lnTo>
                <a:lnTo>
                  <a:pt x="99769" y="209578"/>
                </a:lnTo>
                <a:lnTo>
                  <a:pt x="99766" y="214452"/>
                </a:lnTo>
                <a:lnTo>
                  <a:pt x="99802" y="219326"/>
                </a:lnTo>
                <a:lnTo>
                  <a:pt x="99886" y="224200"/>
                </a:lnTo>
                <a:lnTo>
                  <a:pt x="100028" y="229074"/>
                </a:lnTo>
                <a:lnTo>
                  <a:pt x="100235" y="233948"/>
                </a:lnTo>
                <a:lnTo>
                  <a:pt x="100511" y="238822"/>
                </a:lnTo>
                <a:lnTo>
                  <a:pt x="100852" y="243695"/>
                </a:lnTo>
                <a:lnTo>
                  <a:pt x="101255" y="248569"/>
                </a:lnTo>
                <a:lnTo>
                  <a:pt x="101706" y="253443"/>
                </a:lnTo>
                <a:lnTo>
                  <a:pt x="102191" y="258317"/>
                </a:lnTo>
                <a:lnTo>
                  <a:pt x="102691" y="263191"/>
                </a:lnTo>
                <a:lnTo>
                  <a:pt x="103182" y="268065"/>
                </a:lnTo>
                <a:lnTo>
                  <a:pt x="103641" y="272939"/>
                </a:lnTo>
                <a:lnTo>
                  <a:pt x="104047" y="277813"/>
                </a:lnTo>
                <a:lnTo>
                  <a:pt x="104380" y="282687"/>
                </a:lnTo>
                <a:lnTo>
                  <a:pt x="104624" y="287561"/>
                </a:lnTo>
                <a:lnTo>
                  <a:pt x="104771" y="292435"/>
                </a:lnTo>
                <a:lnTo>
                  <a:pt x="104816" y="297308"/>
                </a:lnTo>
                <a:lnTo>
                  <a:pt x="104764" y="302182"/>
                </a:lnTo>
                <a:lnTo>
                  <a:pt x="104624" y="307056"/>
                </a:lnTo>
                <a:lnTo>
                  <a:pt x="104407" y="311930"/>
                </a:lnTo>
                <a:lnTo>
                  <a:pt x="104130" y="316804"/>
                </a:lnTo>
                <a:lnTo>
                  <a:pt x="103810" y="321678"/>
                </a:lnTo>
                <a:lnTo>
                  <a:pt x="103460" y="326552"/>
                </a:lnTo>
                <a:lnTo>
                  <a:pt x="103096" y="331426"/>
                </a:lnTo>
                <a:lnTo>
                  <a:pt x="102728" y="336300"/>
                </a:lnTo>
                <a:lnTo>
                  <a:pt x="102363" y="341174"/>
                </a:lnTo>
                <a:lnTo>
                  <a:pt x="102007" y="346048"/>
                </a:lnTo>
                <a:lnTo>
                  <a:pt x="101664" y="350921"/>
                </a:lnTo>
                <a:lnTo>
                  <a:pt x="101337" y="355795"/>
                </a:lnTo>
                <a:lnTo>
                  <a:pt x="101028" y="360669"/>
                </a:lnTo>
                <a:lnTo>
                  <a:pt x="100742" y="365543"/>
                </a:lnTo>
                <a:lnTo>
                  <a:pt x="100483" y="370417"/>
                </a:lnTo>
                <a:lnTo>
                  <a:pt x="100256" y="375291"/>
                </a:lnTo>
                <a:lnTo>
                  <a:pt x="100066" y="380165"/>
                </a:lnTo>
                <a:lnTo>
                  <a:pt x="99918" y="385039"/>
                </a:lnTo>
                <a:lnTo>
                  <a:pt x="99815" y="389913"/>
                </a:lnTo>
                <a:lnTo>
                  <a:pt x="99760" y="394787"/>
                </a:lnTo>
                <a:lnTo>
                  <a:pt x="99749" y="399661"/>
                </a:lnTo>
                <a:lnTo>
                  <a:pt x="99781" y="404534"/>
                </a:lnTo>
                <a:lnTo>
                  <a:pt x="99846" y="409408"/>
                </a:lnTo>
                <a:lnTo>
                  <a:pt x="99938" y="414282"/>
                </a:lnTo>
                <a:lnTo>
                  <a:pt x="100045" y="419156"/>
                </a:lnTo>
                <a:lnTo>
                  <a:pt x="100156" y="424030"/>
                </a:lnTo>
                <a:lnTo>
                  <a:pt x="100262" y="428904"/>
                </a:lnTo>
                <a:lnTo>
                  <a:pt x="100353" y="433778"/>
                </a:lnTo>
                <a:lnTo>
                  <a:pt x="100424" y="438652"/>
                </a:lnTo>
                <a:lnTo>
                  <a:pt x="100472" y="443526"/>
                </a:lnTo>
                <a:lnTo>
                  <a:pt x="100496" y="448400"/>
                </a:lnTo>
                <a:lnTo>
                  <a:pt x="100501" y="453274"/>
                </a:lnTo>
                <a:lnTo>
                  <a:pt x="100494" y="458147"/>
                </a:lnTo>
                <a:lnTo>
                  <a:pt x="100487" y="463021"/>
                </a:lnTo>
                <a:lnTo>
                  <a:pt x="100495" y="467895"/>
                </a:lnTo>
                <a:lnTo>
                  <a:pt x="100538" y="472769"/>
                </a:lnTo>
                <a:lnTo>
                  <a:pt x="100644" y="477643"/>
                </a:lnTo>
                <a:lnTo>
                  <a:pt x="100847" y="482517"/>
                </a:lnTo>
                <a:lnTo>
                  <a:pt x="101193" y="487391"/>
                </a:lnTo>
                <a:lnTo>
                  <a:pt x="101740" y="492265"/>
                </a:lnTo>
                <a:lnTo>
                  <a:pt x="102560" y="497139"/>
                </a:lnTo>
                <a:lnTo>
                  <a:pt x="103742" y="502013"/>
                </a:lnTo>
                <a:lnTo>
                  <a:pt x="105388" y="506887"/>
                </a:lnTo>
                <a:lnTo>
                  <a:pt x="107613" y="511760"/>
                </a:lnTo>
                <a:lnTo>
                  <a:pt x="110535" y="516634"/>
                </a:lnTo>
                <a:lnTo>
                  <a:pt x="114266" y="521508"/>
                </a:lnTo>
                <a:lnTo>
                  <a:pt x="118898" y="526382"/>
                </a:lnTo>
                <a:lnTo>
                  <a:pt x="124486" y="531256"/>
                </a:lnTo>
                <a:lnTo>
                  <a:pt x="131026" y="536130"/>
                </a:lnTo>
                <a:lnTo>
                  <a:pt x="138444" y="541004"/>
                </a:lnTo>
                <a:lnTo>
                  <a:pt x="146582" y="545878"/>
                </a:lnTo>
                <a:lnTo>
                  <a:pt x="155191" y="550752"/>
                </a:lnTo>
                <a:lnTo>
                  <a:pt x="163936" y="555626"/>
                </a:lnTo>
                <a:lnTo>
                  <a:pt x="172416" y="560500"/>
                </a:lnTo>
                <a:lnTo>
                  <a:pt x="180189" y="565373"/>
                </a:lnTo>
                <a:lnTo>
                  <a:pt x="186812" y="570247"/>
                </a:lnTo>
                <a:lnTo>
                  <a:pt x="191876" y="575121"/>
                </a:lnTo>
                <a:lnTo>
                  <a:pt x="195056"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5" name="03_assume_matched_5302">
            <a:extLst>
              <a:ext uri="{FF2B5EF4-FFF2-40B4-BE49-F238E27FC236}">
                <a16:creationId xmlns:a16="http://schemas.microsoft.com/office/drawing/2014/main" id="{C3DF1B7F-9B4F-4602-B8FB-5B60F58B8B69}"/>
              </a:ext>
            </a:extLst>
          </p:cNvPr>
          <p:cNvSpPr>
            <a:spLocks noGrp="1"/>
          </p:cNvSpPr>
          <p:nvPr/>
        </p:nvSpPr>
        <p:spPr>
          <a:xfrm>
            <a:off x="2201696" y="1392204"/>
            <a:ext cx="196140" cy="584869"/>
          </a:xfrm>
          <a:custGeom>
            <a:avLst/>
            <a:gdLst/>
            <a:ahLst/>
            <a:cxnLst/>
            <a:rect l="0" t="0" r="0" b="0"/>
            <a:pathLst>
              <a:path w="196140" h="584869">
                <a:moveTo>
                  <a:pt x="196140" y="584869"/>
                </a:moveTo>
                <a:lnTo>
                  <a:pt x="0" y="584869"/>
                </a:lnTo>
                <a:lnTo>
                  <a:pt x="1084" y="579995"/>
                </a:lnTo>
                <a:lnTo>
                  <a:pt x="4262" y="575121"/>
                </a:lnTo>
                <a:lnTo>
                  <a:pt x="9323" y="570247"/>
                </a:lnTo>
                <a:lnTo>
                  <a:pt x="15940" y="565373"/>
                </a:lnTo>
                <a:lnTo>
                  <a:pt x="23708" y="560500"/>
                </a:lnTo>
                <a:lnTo>
                  <a:pt x="32183" y="555626"/>
                </a:lnTo>
                <a:lnTo>
                  <a:pt x="40922" y="550752"/>
                </a:lnTo>
                <a:lnTo>
                  <a:pt x="49524" y="545878"/>
                </a:lnTo>
                <a:lnTo>
                  <a:pt x="57655" y="541004"/>
                </a:lnTo>
                <a:lnTo>
                  <a:pt x="65067" y="536130"/>
                </a:lnTo>
                <a:lnTo>
                  <a:pt x="71599" y="531256"/>
                </a:lnTo>
                <a:lnTo>
                  <a:pt x="77175" y="526382"/>
                </a:lnTo>
                <a:lnTo>
                  <a:pt x="81795" y="521508"/>
                </a:lnTo>
                <a:lnTo>
                  <a:pt x="85509" y="516634"/>
                </a:lnTo>
                <a:lnTo>
                  <a:pt x="88408" y="511760"/>
                </a:lnTo>
                <a:lnTo>
                  <a:pt x="90603" y="506887"/>
                </a:lnTo>
                <a:lnTo>
                  <a:pt x="92211" y="502013"/>
                </a:lnTo>
                <a:lnTo>
                  <a:pt x="93344" y="497139"/>
                </a:lnTo>
                <a:lnTo>
                  <a:pt x="94106" y="492265"/>
                </a:lnTo>
                <a:lnTo>
                  <a:pt x="94584" y="487391"/>
                </a:lnTo>
                <a:lnTo>
                  <a:pt x="94852" y="482517"/>
                </a:lnTo>
                <a:lnTo>
                  <a:pt x="94969" y="477643"/>
                </a:lnTo>
                <a:lnTo>
                  <a:pt x="94984" y="472769"/>
                </a:lnTo>
                <a:lnTo>
                  <a:pt x="94935" y="467895"/>
                </a:lnTo>
                <a:lnTo>
                  <a:pt x="94853" y="463021"/>
                </a:lnTo>
                <a:lnTo>
                  <a:pt x="94765" y="458147"/>
                </a:lnTo>
                <a:lnTo>
                  <a:pt x="94690" y="453274"/>
                </a:lnTo>
                <a:lnTo>
                  <a:pt x="94646" y="448400"/>
                </a:lnTo>
                <a:lnTo>
                  <a:pt x="94644" y="443526"/>
                </a:lnTo>
                <a:lnTo>
                  <a:pt x="94690" y="438652"/>
                </a:lnTo>
                <a:lnTo>
                  <a:pt x="94787" y="433778"/>
                </a:lnTo>
                <a:lnTo>
                  <a:pt x="94933" y="428904"/>
                </a:lnTo>
                <a:lnTo>
                  <a:pt x="95119" y="424030"/>
                </a:lnTo>
                <a:lnTo>
                  <a:pt x="95335" y="419156"/>
                </a:lnTo>
                <a:lnTo>
                  <a:pt x="95568" y="414282"/>
                </a:lnTo>
                <a:lnTo>
                  <a:pt x="95802" y="409408"/>
                </a:lnTo>
                <a:lnTo>
                  <a:pt x="96022" y="404534"/>
                </a:lnTo>
                <a:lnTo>
                  <a:pt x="96216" y="399661"/>
                </a:lnTo>
                <a:lnTo>
                  <a:pt x="96371" y="394787"/>
                </a:lnTo>
                <a:lnTo>
                  <a:pt x="96480" y="389913"/>
                </a:lnTo>
                <a:lnTo>
                  <a:pt x="96535" y="385039"/>
                </a:lnTo>
                <a:lnTo>
                  <a:pt x="96533" y="380165"/>
                </a:lnTo>
                <a:lnTo>
                  <a:pt x="96475" y="375291"/>
                </a:lnTo>
                <a:lnTo>
                  <a:pt x="96359" y="370417"/>
                </a:lnTo>
                <a:lnTo>
                  <a:pt x="96189" y="365543"/>
                </a:lnTo>
                <a:lnTo>
                  <a:pt x="95966" y="360669"/>
                </a:lnTo>
                <a:lnTo>
                  <a:pt x="95692" y="355795"/>
                </a:lnTo>
                <a:lnTo>
                  <a:pt x="95371" y="350921"/>
                </a:lnTo>
                <a:lnTo>
                  <a:pt x="95006" y="346048"/>
                </a:lnTo>
                <a:lnTo>
                  <a:pt x="94603" y="341174"/>
                </a:lnTo>
                <a:lnTo>
                  <a:pt x="94169" y="336300"/>
                </a:lnTo>
                <a:lnTo>
                  <a:pt x="93713" y="331426"/>
                </a:lnTo>
                <a:lnTo>
                  <a:pt x="93249" y="326552"/>
                </a:lnTo>
                <a:lnTo>
                  <a:pt x="92793" y="321678"/>
                </a:lnTo>
                <a:lnTo>
                  <a:pt x="92363" y="316804"/>
                </a:lnTo>
                <a:lnTo>
                  <a:pt x="91981" y="311930"/>
                </a:lnTo>
                <a:lnTo>
                  <a:pt x="91666" y="307056"/>
                </a:lnTo>
                <a:lnTo>
                  <a:pt x="91437" y="302182"/>
                </a:lnTo>
                <a:lnTo>
                  <a:pt x="91309" y="297308"/>
                </a:lnTo>
                <a:lnTo>
                  <a:pt x="91290" y="292435"/>
                </a:lnTo>
                <a:lnTo>
                  <a:pt x="91382" y="287561"/>
                </a:lnTo>
                <a:lnTo>
                  <a:pt x="91580" y="282687"/>
                </a:lnTo>
                <a:lnTo>
                  <a:pt x="91872" y="277813"/>
                </a:lnTo>
                <a:lnTo>
                  <a:pt x="92239" y="272939"/>
                </a:lnTo>
                <a:lnTo>
                  <a:pt x="92657" y="268065"/>
                </a:lnTo>
                <a:lnTo>
                  <a:pt x="93102" y="263191"/>
                </a:lnTo>
                <a:lnTo>
                  <a:pt x="93547" y="258317"/>
                </a:lnTo>
                <a:lnTo>
                  <a:pt x="93970" y="253443"/>
                </a:lnTo>
                <a:lnTo>
                  <a:pt x="94350" y="248569"/>
                </a:lnTo>
                <a:lnTo>
                  <a:pt x="94675" y="243695"/>
                </a:lnTo>
                <a:lnTo>
                  <a:pt x="94936" y="238822"/>
                </a:lnTo>
                <a:lnTo>
                  <a:pt x="95131" y="233948"/>
                </a:lnTo>
                <a:lnTo>
                  <a:pt x="95264" y="229074"/>
                </a:lnTo>
                <a:lnTo>
                  <a:pt x="95344" y="224200"/>
                </a:lnTo>
                <a:lnTo>
                  <a:pt x="95381" y="219326"/>
                </a:lnTo>
                <a:lnTo>
                  <a:pt x="95390" y="214452"/>
                </a:lnTo>
                <a:lnTo>
                  <a:pt x="95383" y="209578"/>
                </a:lnTo>
                <a:lnTo>
                  <a:pt x="95374" y="204704"/>
                </a:lnTo>
                <a:lnTo>
                  <a:pt x="95374" y="199830"/>
                </a:lnTo>
                <a:lnTo>
                  <a:pt x="95391" y="194956"/>
                </a:lnTo>
                <a:lnTo>
                  <a:pt x="95433" y="190082"/>
                </a:lnTo>
                <a:lnTo>
                  <a:pt x="95502" y="185209"/>
                </a:lnTo>
                <a:lnTo>
                  <a:pt x="95600" y="180335"/>
                </a:lnTo>
                <a:lnTo>
                  <a:pt x="95726" y="175461"/>
                </a:lnTo>
                <a:lnTo>
                  <a:pt x="95876" y="170587"/>
                </a:lnTo>
                <a:lnTo>
                  <a:pt x="96046" y="165713"/>
                </a:lnTo>
                <a:lnTo>
                  <a:pt x="96231" y="160839"/>
                </a:lnTo>
                <a:lnTo>
                  <a:pt x="96425" y="155965"/>
                </a:lnTo>
                <a:lnTo>
                  <a:pt x="96622" y="151091"/>
                </a:lnTo>
                <a:lnTo>
                  <a:pt x="96816" y="146217"/>
                </a:lnTo>
                <a:lnTo>
                  <a:pt x="97002" y="141343"/>
                </a:lnTo>
                <a:lnTo>
                  <a:pt x="97175" y="136469"/>
                </a:lnTo>
                <a:lnTo>
                  <a:pt x="97331" y="131596"/>
                </a:lnTo>
                <a:lnTo>
                  <a:pt x="97468" y="126722"/>
                </a:lnTo>
                <a:lnTo>
                  <a:pt x="97583" y="121848"/>
                </a:lnTo>
                <a:lnTo>
                  <a:pt x="97674" y="116974"/>
                </a:lnTo>
                <a:lnTo>
                  <a:pt x="97737" y="112100"/>
                </a:lnTo>
                <a:lnTo>
                  <a:pt x="97770" y="107226"/>
                </a:lnTo>
                <a:lnTo>
                  <a:pt x="97766" y="102352"/>
                </a:lnTo>
                <a:lnTo>
                  <a:pt x="97717" y="97478"/>
                </a:lnTo>
                <a:lnTo>
                  <a:pt x="97611" y="92604"/>
                </a:lnTo>
                <a:lnTo>
                  <a:pt x="97432" y="87730"/>
                </a:lnTo>
                <a:lnTo>
                  <a:pt x="97160" y="82856"/>
                </a:lnTo>
                <a:lnTo>
                  <a:pt x="96769" y="77983"/>
                </a:lnTo>
                <a:lnTo>
                  <a:pt x="96231" y="73109"/>
                </a:lnTo>
                <a:lnTo>
                  <a:pt x="95516" y="68235"/>
                </a:lnTo>
                <a:lnTo>
                  <a:pt x="94595" y="63361"/>
                </a:lnTo>
                <a:lnTo>
                  <a:pt x="93445" y="58487"/>
                </a:lnTo>
                <a:lnTo>
                  <a:pt x="92050" y="53613"/>
                </a:lnTo>
                <a:lnTo>
                  <a:pt x="90410" y="48739"/>
                </a:lnTo>
                <a:lnTo>
                  <a:pt x="88544" y="43865"/>
                </a:lnTo>
                <a:lnTo>
                  <a:pt x="86492" y="38991"/>
                </a:lnTo>
                <a:lnTo>
                  <a:pt x="84317" y="34117"/>
                </a:lnTo>
                <a:lnTo>
                  <a:pt x="82103" y="29243"/>
                </a:lnTo>
                <a:lnTo>
                  <a:pt x="79955" y="24370"/>
                </a:lnTo>
                <a:lnTo>
                  <a:pt x="77983" y="19496"/>
                </a:lnTo>
                <a:lnTo>
                  <a:pt x="76303" y="14622"/>
                </a:lnTo>
                <a:lnTo>
                  <a:pt x="75017" y="9748"/>
                </a:lnTo>
                <a:lnTo>
                  <a:pt x="74209" y="4874"/>
                </a:lnTo>
                <a:lnTo>
                  <a:pt x="73934" y="0"/>
                </a:lnTo>
                <a:lnTo>
                  <a:pt x="122207" y="0"/>
                </a:lnTo>
                <a:lnTo>
                  <a:pt x="122207" y="0"/>
                </a:lnTo>
                <a:lnTo>
                  <a:pt x="121931" y="4874"/>
                </a:lnTo>
                <a:lnTo>
                  <a:pt x="121124" y="9748"/>
                </a:lnTo>
                <a:lnTo>
                  <a:pt x="119838" y="14622"/>
                </a:lnTo>
                <a:lnTo>
                  <a:pt x="118157" y="19496"/>
                </a:lnTo>
                <a:lnTo>
                  <a:pt x="116186" y="24370"/>
                </a:lnTo>
                <a:lnTo>
                  <a:pt x="114037" y="29243"/>
                </a:lnTo>
                <a:lnTo>
                  <a:pt x="111824" y="34117"/>
                </a:lnTo>
                <a:lnTo>
                  <a:pt x="109649" y="38991"/>
                </a:lnTo>
                <a:lnTo>
                  <a:pt x="107596" y="43865"/>
                </a:lnTo>
                <a:lnTo>
                  <a:pt x="105730" y="48739"/>
                </a:lnTo>
                <a:lnTo>
                  <a:pt x="104091" y="53613"/>
                </a:lnTo>
                <a:lnTo>
                  <a:pt x="102696" y="58487"/>
                </a:lnTo>
                <a:lnTo>
                  <a:pt x="101545" y="63361"/>
                </a:lnTo>
                <a:lnTo>
                  <a:pt x="100624" y="68235"/>
                </a:lnTo>
                <a:lnTo>
                  <a:pt x="99909" y="73109"/>
                </a:lnTo>
                <a:lnTo>
                  <a:pt x="99371" y="77983"/>
                </a:lnTo>
                <a:lnTo>
                  <a:pt x="98980" y="82856"/>
                </a:lnTo>
                <a:lnTo>
                  <a:pt x="98708" y="87730"/>
                </a:lnTo>
                <a:lnTo>
                  <a:pt x="98529" y="92604"/>
                </a:lnTo>
                <a:lnTo>
                  <a:pt x="98423" y="97478"/>
                </a:lnTo>
                <a:lnTo>
                  <a:pt x="98374" y="102352"/>
                </a:lnTo>
                <a:lnTo>
                  <a:pt x="98370" y="107226"/>
                </a:lnTo>
                <a:lnTo>
                  <a:pt x="98403" y="112100"/>
                </a:lnTo>
                <a:lnTo>
                  <a:pt x="98467" y="116974"/>
                </a:lnTo>
                <a:lnTo>
                  <a:pt x="98557" y="121848"/>
                </a:lnTo>
                <a:lnTo>
                  <a:pt x="98672" y="126722"/>
                </a:lnTo>
                <a:lnTo>
                  <a:pt x="98809" y="131596"/>
                </a:lnTo>
                <a:lnTo>
                  <a:pt x="98966" y="136469"/>
                </a:lnTo>
                <a:lnTo>
                  <a:pt x="99139" y="141343"/>
                </a:lnTo>
                <a:lnTo>
                  <a:pt x="99324" y="146217"/>
                </a:lnTo>
                <a:lnTo>
                  <a:pt x="99518" y="151091"/>
                </a:lnTo>
                <a:lnTo>
                  <a:pt x="99715" y="155965"/>
                </a:lnTo>
                <a:lnTo>
                  <a:pt x="99909" y="160839"/>
                </a:lnTo>
                <a:lnTo>
                  <a:pt x="100094" y="165713"/>
                </a:lnTo>
                <a:lnTo>
                  <a:pt x="100264" y="170587"/>
                </a:lnTo>
                <a:lnTo>
                  <a:pt x="100415" y="175461"/>
                </a:lnTo>
                <a:lnTo>
                  <a:pt x="100540" y="180335"/>
                </a:lnTo>
                <a:lnTo>
                  <a:pt x="100638" y="185209"/>
                </a:lnTo>
                <a:lnTo>
                  <a:pt x="100708" y="190082"/>
                </a:lnTo>
                <a:lnTo>
                  <a:pt x="100749" y="194956"/>
                </a:lnTo>
                <a:lnTo>
                  <a:pt x="100767" y="199830"/>
                </a:lnTo>
                <a:lnTo>
                  <a:pt x="100766" y="204704"/>
                </a:lnTo>
                <a:lnTo>
                  <a:pt x="100757" y="209578"/>
                </a:lnTo>
                <a:lnTo>
                  <a:pt x="100750" y="214452"/>
                </a:lnTo>
                <a:lnTo>
                  <a:pt x="100759" y="219326"/>
                </a:lnTo>
                <a:lnTo>
                  <a:pt x="100796" y="224200"/>
                </a:lnTo>
                <a:lnTo>
                  <a:pt x="100876" y="229074"/>
                </a:lnTo>
                <a:lnTo>
                  <a:pt x="101009" y="233948"/>
                </a:lnTo>
                <a:lnTo>
                  <a:pt x="101205" y="238822"/>
                </a:lnTo>
                <a:lnTo>
                  <a:pt x="101466" y="243695"/>
                </a:lnTo>
                <a:lnTo>
                  <a:pt x="101790" y="248569"/>
                </a:lnTo>
                <a:lnTo>
                  <a:pt x="102171" y="253443"/>
                </a:lnTo>
                <a:lnTo>
                  <a:pt x="102593" y="258317"/>
                </a:lnTo>
                <a:lnTo>
                  <a:pt x="103039" y="263191"/>
                </a:lnTo>
                <a:lnTo>
                  <a:pt x="103483" y="268065"/>
                </a:lnTo>
                <a:lnTo>
                  <a:pt x="103902" y="272939"/>
                </a:lnTo>
                <a:lnTo>
                  <a:pt x="104268" y="277813"/>
                </a:lnTo>
                <a:lnTo>
                  <a:pt x="104560" y="282687"/>
                </a:lnTo>
                <a:lnTo>
                  <a:pt x="104759" y="287561"/>
                </a:lnTo>
                <a:lnTo>
                  <a:pt x="104851" y="292435"/>
                </a:lnTo>
                <a:lnTo>
                  <a:pt x="104832" y="297308"/>
                </a:lnTo>
                <a:lnTo>
                  <a:pt x="104703" y="302182"/>
                </a:lnTo>
                <a:lnTo>
                  <a:pt x="104474" y="307056"/>
                </a:lnTo>
                <a:lnTo>
                  <a:pt x="104159" y="311930"/>
                </a:lnTo>
                <a:lnTo>
                  <a:pt x="103777" y="316804"/>
                </a:lnTo>
                <a:lnTo>
                  <a:pt x="103348" y="321678"/>
                </a:lnTo>
                <a:lnTo>
                  <a:pt x="102892" y="326552"/>
                </a:lnTo>
                <a:lnTo>
                  <a:pt x="102428" y="331426"/>
                </a:lnTo>
                <a:lnTo>
                  <a:pt x="101972" y="336300"/>
                </a:lnTo>
                <a:lnTo>
                  <a:pt x="101537" y="341174"/>
                </a:lnTo>
                <a:lnTo>
                  <a:pt x="101134" y="346048"/>
                </a:lnTo>
                <a:lnTo>
                  <a:pt x="100770" y="350921"/>
                </a:lnTo>
                <a:lnTo>
                  <a:pt x="100448" y="355795"/>
                </a:lnTo>
                <a:lnTo>
                  <a:pt x="100175" y="360669"/>
                </a:lnTo>
                <a:lnTo>
                  <a:pt x="99951" y="365543"/>
                </a:lnTo>
                <a:lnTo>
                  <a:pt x="99781" y="370417"/>
                </a:lnTo>
                <a:lnTo>
                  <a:pt x="99666" y="375291"/>
                </a:lnTo>
                <a:lnTo>
                  <a:pt x="99607" y="380165"/>
                </a:lnTo>
                <a:lnTo>
                  <a:pt x="99606" y="385039"/>
                </a:lnTo>
                <a:lnTo>
                  <a:pt x="99661" y="389913"/>
                </a:lnTo>
                <a:lnTo>
                  <a:pt x="99769" y="394787"/>
                </a:lnTo>
                <a:lnTo>
                  <a:pt x="99924" y="399661"/>
                </a:lnTo>
                <a:lnTo>
                  <a:pt x="100118" y="404534"/>
                </a:lnTo>
                <a:lnTo>
                  <a:pt x="100339" y="409408"/>
                </a:lnTo>
                <a:lnTo>
                  <a:pt x="100573" y="414282"/>
                </a:lnTo>
                <a:lnTo>
                  <a:pt x="100805" y="419156"/>
                </a:lnTo>
                <a:lnTo>
                  <a:pt x="101021" y="424030"/>
                </a:lnTo>
                <a:lnTo>
                  <a:pt x="101208" y="428904"/>
                </a:lnTo>
                <a:lnTo>
                  <a:pt x="101353" y="433778"/>
                </a:lnTo>
                <a:lnTo>
                  <a:pt x="101450" y="438652"/>
                </a:lnTo>
                <a:lnTo>
                  <a:pt x="101497" y="443526"/>
                </a:lnTo>
                <a:lnTo>
                  <a:pt x="101494" y="448400"/>
                </a:lnTo>
                <a:lnTo>
                  <a:pt x="101450" y="453274"/>
                </a:lnTo>
                <a:lnTo>
                  <a:pt x="101376" y="458147"/>
                </a:lnTo>
                <a:lnTo>
                  <a:pt x="101287" y="463021"/>
                </a:lnTo>
                <a:lnTo>
                  <a:pt x="101206" y="467895"/>
                </a:lnTo>
                <a:lnTo>
                  <a:pt x="101157" y="472769"/>
                </a:lnTo>
                <a:lnTo>
                  <a:pt x="101171" y="477643"/>
                </a:lnTo>
                <a:lnTo>
                  <a:pt x="101288" y="482517"/>
                </a:lnTo>
                <a:lnTo>
                  <a:pt x="101556" y="487391"/>
                </a:lnTo>
                <a:lnTo>
                  <a:pt x="102034" y="492265"/>
                </a:lnTo>
                <a:lnTo>
                  <a:pt x="102796" y="497139"/>
                </a:lnTo>
                <a:lnTo>
                  <a:pt x="103930" y="502013"/>
                </a:lnTo>
                <a:lnTo>
                  <a:pt x="105537" y="506887"/>
                </a:lnTo>
                <a:lnTo>
                  <a:pt x="107732" y="511760"/>
                </a:lnTo>
                <a:lnTo>
                  <a:pt x="110632" y="516634"/>
                </a:lnTo>
                <a:lnTo>
                  <a:pt x="114346" y="521508"/>
                </a:lnTo>
                <a:lnTo>
                  <a:pt x="118965" y="526382"/>
                </a:lnTo>
                <a:lnTo>
                  <a:pt x="124542" y="531256"/>
                </a:lnTo>
                <a:lnTo>
                  <a:pt x="131073" y="536130"/>
                </a:lnTo>
                <a:lnTo>
                  <a:pt x="138485" y="541004"/>
                </a:lnTo>
                <a:lnTo>
                  <a:pt x="146616" y="545878"/>
                </a:lnTo>
                <a:lnTo>
                  <a:pt x="155218" y="550752"/>
                </a:lnTo>
                <a:lnTo>
                  <a:pt x="163957" y="555626"/>
                </a:lnTo>
                <a:lnTo>
                  <a:pt x="172432" y="560500"/>
                </a:lnTo>
                <a:lnTo>
                  <a:pt x="180200" y="565373"/>
                </a:lnTo>
                <a:lnTo>
                  <a:pt x="186818" y="570247"/>
                </a:lnTo>
                <a:lnTo>
                  <a:pt x="191879" y="575121"/>
                </a:lnTo>
                <a:lnTo>
                  <a:pt x="195057"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 name="03_assume_matched_5303">
            <a:extLst>
              <a:ext uri="{FF2B5EF4-FFF2-40B4-BE49-F238E27FC236}">
                <a16:creationId xmlns:a16="http://schemas.microsoft.com/office/drawing/2014/main" id="{637A1816-047E-423C-B4CE-BF12642CF9EB}"/>
              </a:ext>
            </a:extLst>
          </p:cNvPr>
          <p:cNvSpPr>
            <a:spLocks noGrp="1"/>
          </p:cNvSpPr>
          <p:nvPr/>
        </p:nvSpPr>
        <p:spPr>
          <a:xfrm>
            <a:off x="2956082" y="1392204"/>
            <a:ext cx="196140" cy="584869"/>
          </a:xfrm>
          <a:custGeom>
            <a:avLst/>
            <a:gdLst/>
            <a:ahLst/>
            <a:cxnLst/>
            <a:rect l="0" t="0" r="0" b="0"/>
            <a:pathLst>
              <a:path w="196140" h="584869">
                <a:moveTo>
                  <a:pt x="196140" y="584869"/>
                </a:moveTo>
                <a:lnTo>
                  <a:pt x="0" y="584869"/>
                </a:lnTo>
                <a:lnTo>
                  <a:pt x="1083" y="579995"/>
                </a:lnTo>
                <a:lnTo>
                  <a:pt x="4259" y="575121"/>
                </a:lnTo>
                <a:lnTo>
                  <a:pt x="9316" y="570247"/>
                </a:lnTo>
                <a:lnTo>
                  <a:pt x="15929" y="565373"/>
                </a:lnTo>
                <a:lnTo>
                  <a:pt x="23693" y="560500"/>
                </a:lnTo>
                <a:lnTo>
                  <a:pt x="32162" y="555626"/>
                </a:lnTo>
                <a:lnTo>
                  <a:pt x="40895" y="550752"/>
                </a:lnTo>
                <a:lnTo>
                  <a:pt x="49493" y="545878"/>
                </a:lnTo>
                <a:lnTo>
                  <a:pt x="57620" y="541004"/>
                </a:lnTo>
                <a:lnTo>
                  <a:pt x="65028" y="536130"/>
                </a:lnTo>
                <a:lnTo>
                  <a:pt x="71556" y="531256"/>
                </a:lnTo>
                <a:lnTo>
                  <a:pt x="77131" y="526382"/>
                </a:lnTo>
                <a:lnTo>
                  <a:pt x="81749" y="521508"/>
                </a:lnTo>
                <a:lnTo>
                  <a:pt x="85462" y="516634"/>
                </a:lnTo>
                <a:lnTo>
                  <a:pt x="88361" y="511760"/>
                </a:lnTo>
                <a:lnTo>
                  <a:pt x="90555" y="506887"/>
                </a:lnTo>
                <a:lnTo>
                  <a:pt x="92163" y="502013"/>
                </a:lnTo>
                <a:lnTo>
                  <a:pt x="93295" y="497139"/>
                </a:lnTo>
                <a:lnTo>
                  <a:pt x="94056" y="492265"/>
                </a:lnTo>
                <a:lnTo>
                  <a:pt x="94532" y="487391"/>
                </a:lnTo>
                <a:lnTo>
                  <a:pt x="94798" y="482517"/>
                </a:lnTo>
                <a:lnTo>
                  <a:pt x="94912" y="477643"/>
                </a:lnTo>
                <a:lnTo>
                  <a:pt x="94924" y="472769"/>
                </a:lnTo>
                <a:lnTo>
                  <a:pt x="94872" y="467895"/>
                </a:lnTo>
                <a:lnTo>
                  <a:pt x="94787" y="463021"/>
                </a:lnTo>
                <a:lnTo>
                  <a:pt x="94696" y="458147"/>
                </a:lnTo>
                <a:lnTo>
                  <a:pt x="94620" y="453274"/>
                </a:lnTo>
                <a:lnTo>
                  <a:pt x="94575" y="448400"/>
                </a:lnTo>
                <a:lnTo>
                  <a:pt x="94572" y="443526"/>
                </a:lnTo>
                <a:lnTo>
                  <a:pt x="94619" y="438652"/>
                </a:lnTo>
                <a:lnTo>
                  <a:pt x="94719" y="433778"/>
                </a:lnTo>
                <a:lnTo>
                  <a:pt x="94867" y="428904"/>
                </a:lnTo>
                <a:lnTo>
                  <a:pt x="95057" y="424030"/>
                </a:lnTo>
                <a:lnTo>
                  <a:pt x="95278" y="419156"/>
                </a:lnTo>
                <a:lnTo>
                  <a:pt x="95515" y="414282"/>
                </a:lnTo>
                <a:lnTo>
                  <a:pt x="95754" y="409408"/>
                </a:lnTo>
                <a:lnTo>
                  <a:pt x="95980" y="404534"/>
                </a:lnTo>
                <a:lnTo>
                  <a:pt x="96178" y="399661"/>
                </a:lnTo>
                <a:lnTo>
                  <a:pt x="96336" y="394787"/>
                </a:lnTo>
                <a:lnTo>
                  <a:pt x="96447" y="389913"/>
                </a:lnTo>
                <a:lnTo>
                  <a:pt x="96504" y="385039"/>
                </a:lnTo>
                <a:lnTo>
                  <a:pt x="96504" y="380165"/>
                </a:lnTo>
                <a:lnTo>
                  <a:pt x="96446" y="375291"/>
                </a:lnTo>
                <a:lnTo>
                  <a:pt x="96331" y="370417"/>
                </a:lnTo>
                <a:lnTo>
                  <a:pt x="96162" y="365543"/>
                </a:lnTo>
                <a:lnTo>
                  <a:pt x="95941" y="360669"/>
                </a:lnTo>
                <a:lnTo>
                  <a:pt x="95671" y="355795"/>
                </a:lnTo>
                <a:lnTo>
                  <a:pt x="95357" y="350921"/>
                </a:lnTo>
                <a:lnTo>
                  <a:pt x="95004" y="346048"/>
                </a:lnTo>
                <a:lnTo>
                  <a:pt x="94617" y="341174"/>
                </a:lnTo>
                <a:lnTo>
                  <a:pt x="94207" y="336300"/>
                </a:lnTo>
                <a:lnTo>
                  <a:pt x="93783" y="331426"/>
                </a:lnTo>
                <a:lnTo>
                  <a:pt x="93359" y="326552"/>
                </a:lnTo>
                <a:lnTo>
                  <a:pt x="92953" y="321678"/>
                </a:lnTo>
                <a:lnTo>
                  <a:pt x="92582" y="316804"/>
                </a:lnTo>
                <a:lnTo>
                  <a:pt x="92265" y="311930"/>
                </a:lnTo>
                <a:lnTo>
                  <a:pt x="92020" y="307056"/>
                </a:lnTo>
                <a:lnTo>
                  <a:pt x="91862" y="302182"/>
                </a:lnTo>
                <a:lnTo>
                  <a:pt x="91800" y="297308"/>
                </a:lnTo>
                <a:lnTo>
                  <a:pt x="91838" y="292435"/>
                </a:lnTo>
                <a:lnTo>
                  <a:pt x="91971" y="287561"/>
                </a:lnTo>
                <a:lnTo>
                  <a:pt x="92188" y="282687"/>
                </a:lnTo>
                <a:lnTo>
                  <a:pt x="92472" y="277813"/>
                </a:lnTo>
                <a:lnTo>
                  <a:pt x="92801" y="272939"/>
                </a:lnTo>
                <a:lnTo>
                  <a:pt x="93151" y="268065"/>
                </a:lnTo>
                <a:lnTo>
                  <a:pt x="93496" y="263191"/>
                </a:lnTo>
                <a:lnTo>
                  <a:pt x="93815" y="258317"/>
                </a:lnTo>
                <a:lnTo>
                  <a:pt x="94090" y="253443"/>
                </a:lnTo>
                <a:lnTo>
                  <a:pt x="94312" y="248569"/>
                </a:lnTo>
                <a:lnTo>
                  <a:pt x="94473" y="243695"/>
                </a:lnTo>
                <a:lnTo>
                  <a:pt x="94577" y="238822"/>
                </a:lnTo>
                <a:lnTo>
                  <a:pt x="94631" y="233948"/>
                </a:lnTo>
                <a:lnTo>
                  <a:pt x="94645" y="229074"/>
                </a:lnTo>
                <a:lnTo>
                  <a:pt x="94634" y="224200"/>
                </a:lnTo>
                <a:lnTo>
                  <a:pt x="94612" y="219326"/>
                </a:lnTo>
                <a:lnTo>
                  <a:pt x="94592" y="214452"/>
                </a:lnTo>
                <a:lnTo>
                  <a:pt x="94588" y="209578"/>
                </a:lnTo>
                <a:lnTo>
                  <a:pt x="94607" y="204704"/>
                </a:lnTo>
                <a:lnTo>
                  <a:pt x="94656" y="199830"/>
                </a:lnTo>
                <a:lnTo>
                  <a:pt x="94738" y="194956"/>
                </a:lnTo>
                <a:lnTo>
                  <a:pt x="94854" y="190082"/>
                </a:lnTo>
                <a:lnTo>
                  <a:pt x="95001" y="185209"/>
                </a:lnTo>
                <a:lnTo>
                  <a:pt x="95177" y="180335"/>
                </a:lnTo>
                <a:lnTo>
                  <a:pt x="95376" y="175461"/>
                </a:lnTo>
                <a:lnTo>
                  <a:pt x="95592" y="170587"/>
                </a:lnTo>
                <a:lnTo>
                  <a:pt x="95821" y="165713"/>
                </a:lnTo>
                <a:lnTo>
                  <a:pt x="96055" y="160839"/>
                </a:lnTo>
                <a:lnTo>
                  <a:pt x="96290" y="155965"/>
                </a:lnTo>
                <a:lnTo>
                  <a:pt x="96519" y="151091"/>
                </a:lnTo>
                <a:lnTo>
                  <a:pt x="96739" y="146217"/>
                </a:lnTo>
                <a:lnTo>
                  <a:pt x="96944" y="141343"/>
                </a:lnTo>
                <a:lnTo>
                  <a:pt x="97132" y="136469"/>
                </a:lnTo>
                <a:lnTo>
                  <a:pt x="97300" y="131596"/>
                </a:lnTo>
                <a:lnTo>
                  <a:pt x="97445" y="126722"/>
                </a:lnTo>
                <a:lnTo>
                  <a:pt x="97565" y="121848"/>
                </a:lnTo>
                <a:lnTo>
                  <a:pt x="97659" y="116974"/>
                </a:lnTo>
                <a:lnTo>
                  <a:pt x="97723" y="112100"/>
                </a:lnTo>
                <a:lnTo>
                  <a:pt x="97754" y="107226"/>
                </a:lnTo>
                <a:lnTo>
                  <a:pt x="97746" y="102352"/>
                </a:lnTo>
                <a:lnTo>
                  <a:pt x="97688" y="97478"/>
                </a:lnTo>
                <a:lnTo>
                  <a:pt x="97569" y="92604"/>
                </a:lnTo>
                <a:lnTo>
                  <a:pt x="97369" y="87730"/>
                </a:lnTo>
                <a:lnTo>
                  <a:pt x="97066" y="82856"/>
                </a:lnTo>
                <a:lnTo>
                  <a:pt x="96633" y="77983"/>
                </a:lnTo>
                <a:lnTo>
                  <a:pt x="96037" y="73109"/>
                </a:lnTo>
                <a:lnTo>
                  <a:pt x="95246" y="68235"/>
                </a:lnTo>
                <a:lnTo>
                  <a:pt x="94227" y="63361"/>
                </a:lnTo>
                <a:lnTo>
                  <a:pt x="92955" y="58487"/>
                </a:lnTo>
                <a:lnTo>
                  <a:pt x="91412" y="53613"/>
                </a:lnTo>
                <a:lnTo>
                  <a:pt x="89598" y="48739"/>
                </a:lnTo>
                <a:lnTo>
                  <a:pt x="87534" y="43865"/>
                </a:lnTo>
                <a:lnTo>
                  <a:pt x="85264" y="38991"/>
                </a:lnTo>
                <a:lnTo>
                  <a:pt x="82859" y="34117"/>
                </a:lnTo>
                <a:lnTo>
                  <a:pt x="80411" y="29243"/>
                </a:lnTo>
                <a:lnTo>
                  <a:pt x="78034" y="24370"/>
                </a:lnTo>
                <a:lnTo>
                  <a:pt x="75854" y="19496"/>
                </a:lnTo>
                <a:lnTo>
                  <a:pt x="73995" y="14622"/>
                </a:lnTo>
                <a:lnTo>
                  <a:pt x="72573" y="9748"/>
                </a:lnTo>
                <a:lnTo>
                  <a:pt x="71679" y="4874"/>
                </a:lnTo>
                <a:lnTo>
                  <a:pt x="71375" y="0"/>
                </a:lnTo>
                <a:lnTo>
                  <a:pt x="124766" y="0"/>
                </a:lnTo>
                <a:lnTo>
                  <a:pt x="124766" y="0"/>
                </a:lnTo>
                <a:lnTo>
                  <a:pt x="124461" y="4874"/>
                </a:lnTo>
                <a:lnTo>
                  <a:pt x="123568" y="9748"/>
                </a:lnTo>
                <a:lnTo>
                  <a:pt x="122145" y="14622"/>
                </a:lnTo>
                <a:lnTo>
                  <a:pt x="120287" y="19496"/>
                </a:lnTo>
                <a:lnTo>
                  <a:pt x="118106" y="24370"/>
                </a:lnTo>
                <a:lnTo>
                  <a:pt x="115730" y="29243"/>
                </a:lnTo>
                <a:lnTo>
                  <a:pt x="113282" y="34117"/>
                </a:lnTo>
                <a:lnTo>
                  <a:pt x="110876" y="38991"/>
                </a:lnTo>
                <a:lnTo>
                  <a:pt x="108606" y="43865"/>
                </a:lnTo>
                <a:lnTo>
                  <a:pt x="106542" y="48739"/>
                </a:lnTo>
                <a:lnTo>
                  <a:pt x="104729" y="53613"/>
                </a:lnTo>
                <a:lnTo>
                  <a:pt x="103186" y="58487"/>
                </a:lnTo>
                <a:lnTo>
                  <a:pt x="101913" y="63361"/>
                </a:lnTo>
                <a:lnTo>
                  <a:pt x="100894" y="68235"/>
                </a:lnTo>
                <a:lnTo>
                  <a:pt x="100103" y="73109"/>
                </a:lnTo>
                <a:lnTo>
                  <a:pt x="99507" y="77983"/>
                </a:lnTo>
                <a:lnTo>
                  <a:pt x="99074" y="82856"/>
                </a:lnTo>
                <a:lnTo>
                  <a:pt x="98771" y="87730"/>
                </a:lnTo>
                <a:lnTo>
                  <a:pt x="98572" y="92604"/>
                </a:lnTo>
                <a:lnTo>
                  <a:pt x="98452" y="97478"/>
                </a:lnTo>
                <a:lnTo>
                  <a:pt x="98394" y="102352"/>
                </a:lnTo>
                <a:lnTo>
                  <a:pt x="98386" y="107226"/>
                </a:lnTo>
                <a:lnTo>
                  <a:pt x="98417" y="112100"/>
                </a:lnTo>
                <a:lnTo>
                  <a:pt x="98481" y="116974"/>
                </a:lnTo>
                <a:lnTo>
                  <a:pt x="98575" y="121848"/>
                </a:lnTo>
                <a:lnTo>
                  <a:pt x="98695" y="126722"/>
                </a:lnTo>
                <a:lnTo>
                  <a:pt x="98840" y="131596"/>
                </a:lnTo>
                <a:lnTo>
                  <a:pt x="99008" y="136469"/>
                </a:lnTo>
                <a:lnTo>
                  <a:pt x="99196" y="141343"/>
                </a:lnTo>
                <a:lnTo>
                  <a:pt x="99401" y="146217"/>
                </a:lnTo>
                <a:lnTo>
                  <a:pt x="99621" y="151091"/>
                </a:lnTo>
                <a:lnTo>
                  <a:pt x="99851" y="155965"/>
                </a:lnTo>
                <a:lnTo>
                  <a:pt x="100085" y="160839"/>
                </a:lnTo>
                <a:lnTo>
                  <a:pt x="100319" y="165713"/>
                </a:lnTo>
                <a:lnTo>
                  <a:pt x="100548" y="170587"/>
                </a:lnTo>
                <a:lnTo>
                  <a:pt x="100764" y="175461"/>
                </a:lnTo>
                <a:lnTo>
                  <a:pt x="100963" y="180335"/>
                </a:lnTo>
                <a:lnTo>
                  <a:pt x="101139" y="185209"/>
                </a:lnTo>
                <a:lnTo>
                  <a:pt x="101286" y="190082"/>
                </a:lnTo>
                <a:lnTo>
                  <a:pt x="101402" y="194956"/>
                </a:lnTo>
                <a:lnTo>
                  <a:pt x="101485" y="199830"/>
                </a:lnTo>
                <a:lnTo>
                  <a:pt x="101534" y="204704"/>
                </a:lnTo>
                <a:lnTo>
                  <a:pt x="101553" y="209578"/>
                </a:lnTo>
                <a:lnTo>
                  <a:pt x="101548" y="214452"/>
                </a:lnTo>
                <a:lnTo>
                  <a:pt x="101529" y="219326"/>
                </a:lnTo>
                <a:lnTo>
                  <a:pt x="101506" y="224200"/>
                </a:lnTo>
                <a:lnTo>
                  <a:pt x="101495" y="229074"/>
                </a:lnTo>
                <a:lnTo>
                  <a:pt x="101509" y="233948"/>
                </a:lnTo>
                <a:lnTo>
                  <a:pt x="101563" y="238822"/>
                </a:lnTo>
                <a:lnTo>
                  <a:pt x="101667" y="243695"/>
                </a:lnTo>
                <a:lnTo>
                  <a:pt x="101829" y="248569"/>
                </a:lnTo>
                <a:lnTo>
                  <a:pt x="102050" y="253443"/>
                </a:lnTo>
                <a:lnTo>
                  <a:pt x="102326" y="258317"/>
                </a:lnTo>
                <a:lnTo>
                  <a:pt x="102645" y="263191"/>
                </a:lnTo>
                <a:lnTo>
                  <a:pt x="102990" y="268065"/>
                </a:lnTo>
                <a:lnTo>
                  <a:pt x="103339" y="272939"/>
                </a:lnTo>
                <a:lnTo>
                  <a:pt x="103668" y="277813"/>
                </a:lnTo>
                <a:lnTo>
                  <a:pt x="103952" y="282687"/>
                </a:lnTo>
                <a:lnTo>
                  <a:pt x="104169" y="287561"/>
                </a:lnTo>
                <a:lnTo>
                  <a:pt x="104302" y="292435"/>
                </a:lnTo>
                <a:lnTo>
                  <a:pt x="104340" y="297308"/>
                </a:lnTo>
                <a:lnTo>
                  <a:pt x="104278" y="302182"/>
                </a:lnTo>
                <a:lnTo>
                  <a:pt x="104120" y="307056"/>
                </a:lnTo>
                <a:lnTo>
                  <a:pt x="103875" y="311930"/>
                </a:lnTo>
                <a:lnTo>
                  <a:pt x="103559" y="316804"/>
                </a:lnTo>
                <a:lnTo>
                  <a:pt x="103188" y="321678"/>
                </a:lnTo>
                <a:lnTo>
                  <a:pt x="102781" y="326552"/>
                </a:lnTo>
                <a:lnTo>
                  <a:pt x="102358" y="331426"/>
                </a:lnTo>
                <a:lnTo>
                  <a:pt x="101934" y="336300"/>
                </a:lnTo>
                <a:lnTo>
                  <a:pt x="101523" y="341174"/>
                </a:lnTo>
                <a:lnTo>
                  <a:pt x="101137" y="346048"/>
                </a:lnTo>
                <a:lnTo>
                  <a:pt x="100783" y="350921"/>
                </a:lnTo>
                <a:lnTo>
                  <a:pt x="100469" y="355795"/>
                </a:lnTo>
                <a:lnTo>
                  <a:pt x="100200" y="360669"/>
                </a:lnTo>
                <a:lnTo>
                  <a:pt x="99979" y="365543"/>
                </a:lnTo>
                <a:lnTo>
                  <a:pt x="99809" y="370417"/>
                </a:lnTo>
                <a:lnTo>
                  <a:pt x="99694" y="375291"/>
                </a:lnTo>
                <a:lnTo>
                  <a:pt x="99636" y="380165"/>
                </a:lnTo>
                <a:lnTo>
                  <a:pt x="99636" y="385039"/>
                </a:lnTo>
                <a:lnTo>
                  <a:pt x="99693" y="389913"/>
                </a:lnTo>
                <a:lnTo>
                  <a:pt x="99804" y="394787"/>
                </a:lnTo>
                <a:lnTo>
                  <a:pt x="99963" y="399661"/>
                </a:lnTo>
                <a:lnTo>
                  <a:pt x="100161" y="404534"/>
                </a:lnTo>
                <a:lnTo>
                  <a:pt x="100386" y="409408"/>
                </a:lnTo>
                <a:lnTo>
                  <a:pt x="100625" y="414282"/>
                </a:lnTo>
                <a:lnTo>
                  <a:pt x="100863" y="419156"/>
                </a:lnTo>
                <a:lnTo>
                  <a:pt x="101083" y="424030"/>
                </a:lnTo>
                <a:lnTo>
                  <a:pt x="101273" y="428904"/>
                </a:lnTo>
                <a:lnTo>
                  <a:pt x="101422" y="433778"/>
                </a:lnTo>
                <a:lnTo>
                  <a:pt x="101521" y="438652"/>
                </a:lnTo>
                <a:lnTo>
                  <a:pt x="101568" y="443526"/>
                </a:lnTo>
                <a:lnTo>
                  <a:pt x="101566" y="448400"/>
                </a:lnTo>
                <a:lnTo>
                  <a:pt x="101520" y="453274"/>
                </a:lnTo>
                <a:lnTo>
                  <a:pt x="101444" y="458147"/>
                </a:lnTo>
                <a:lnTo>
                  <a:pt x="101353" y="463021"/>
                </a:lnTo>
                <a:lnTo>
                  <a:pt x="101269" y="467895"/>
                </a:lnTo>
                <a:lnTo>
                  <a:pt x="101216" y="472769"/>
                </a:lnTo>
                <a:lnTo>
                  <a:pt x="101228" y="477643"/>
                </a:lnTo>
                <a:lnTo>
                  <a:pt x="101343" y="482517"/>
                </a:lnTo>
                <a:lnTo>
                  <a:pt x="101608" y="487391"/>
                </a:lnTo>
                <a:lnTo>
                  <a:pt x="102085" y="492265"/>
                </a:lnTo>
                <a:lnTo>
                  <a:pt x="102845" y="497139"/>
                </a:lnTo>
                <a:lnTo>
                  <a:pt x="103978" y="502013"/>
                </a:lnTo>
                <a:lnTo>
                  <a:pt x="105585" y="506887"/>
                </a:lnTo>
                <a:lnTo>
                  <a:pt x="107780" y="511760"/>
                </a:lnTo>
                <a:lnTo>
                  <a:pt x="110678" y="516634"/>
                </a:lnTo>
                <a:lnTo>
                  <a:pt x="114391" y="521508"/>
                </a:lnTo>
                <a:lnTo>
                  <a:pt x="119009" y="526382"/>
                </a:lnTo>
                <a:lnTo>
                  <a:pt x="124584" y="531256"/>
                </a:lnTo>
                <a:lnTo>
                  <a:pt x="131113" y="536130"/>
                </a:lnTo>
                <a:lnTo>
                  <a:pt x="138521" y="541004"/>
                </a:lnTo>
                <a:lnTo>
                  <a:pt x="146648" y="545878"/>
                </a:lnTo>
                <a:lnTo>
                  <a:pt x="155245" y="550752"/>
                </a:lnTo>
                <a:lnTo>
                  <a:pt x="163979" y="555626"/>
                </a:lnTo>
                <a:lnTo>
                  <a:pt x="172448" y="560500"/>
                </a:lnTo>
                <a:lnTo>
                  <a:pt x="180211" y="565373"/>
                </a:lnTo>
                <a:lnTo>
                  <a:pt x="186824" y="570247"/>
                </a:lnTo>
                <a:lnTo>
                  <a:pt x="191882" y="575121"/>
                </a:lnTo>
                <a:lnTo>
                  <a:pt x="195057"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7" name="03_assume_matched_5304">
            <a:extLst>
              <a:ext uri="{FF2B5EF4-FFF2-40B4-BE49-F238E27FC236}">
                <a16:creationId xmlns:a16="http://schemas.microsoft.com/office/drawing/2014/main" id="{8545EE8D-1DF8-436F-B414-BAE6D7F2B36B}"/>
              </a:ext>
            </a:extLst>
          </p:cNvPr>
          <p:cNvSpPr>
            <a:spLocks noGrp="1"/>
          </p:cNvSpPr>
          <p:nvPr/>
        </p:nvSpPr>
        <p:spPr>
          <a:xfrm>
            <a:off x="790996"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8" name="03_assume_matched_5305">
            <a:extLst>
              <a:ext uri="{FF2B5EF4-FFF2-40B4-BE49-F238E27FC236}">
                <a16:creationId xmlns:a16="http://schemas.microsoft.com/office/drawing/2014/main" id="{F1636FC4-B687-4B7C-958F-AB78B7A655C1}"/>
              </a:ext>
            </a:extLst>
          </p:cNvPr>
          <p:cNvSpPr>
            <a:spLocks noGrp="1"/>
          </p:cNvSpPr>
          <p:nvPr/>
        </p:nvSpPr>
        <p:spPr>
          <a:xfrm>
            <a:off x="1168189"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9" name="03_assume_matched_5306">
            <a:extLst>
              <a:ext uri="{FF2B5EF4-FFF2-40B4-BE49-F238E27FC236}">
                <a16:creationId xmlns:a16="http://schemas.microsoft.com/office/drawing/2014/main" id="{CE7D63B3-DD80-4903-9490-B381181FA353}"/>
              </a:ext>
            </a:extLst>
          </p:cNvPr>
          <p:cNvSpPr>
            <a:spLocks noGrp="1"/>
          </p:cNvSpPr>
          <p:nvPr/>
        </p:nvSpPr>
        <p:spPr>
          <a:xfrm>
            <a:off x="1545382"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 name="03_assume_matched_5307">
            <a:extLst>
              <a:ext uri="{FF2B5EF4-FFF2-40B4-BE49-F238E27FC236}">
                <a16:creationId xmlns:a16="http://schemas.microsoft.com/office/drawing/2014/main" id="{B2D4FEC6-4389-425B-BA99-7A7B3F89614E}"/>
              </a:ext>
            </a:extLst>
          </p:cNvPr>
          <p:cNvSpPr>
            <a:spLocks noGrp="1"/>
          </p:cNvSpPr>
          <p:nvPr/>
        </p:nvSpPr>
        <p:spPr>
          <a:xfrm>
            <a:off x="2299768"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1" name="03_assume_matched_5308">
            <a:extLst>
              <a:ext uri="{FF2B5EF4-FFF2-40B4-BE49-F238E27FC236}">
                <a16:creationId xmlns:a16="http://schemas.microsoft.com/office/drawing/2014/main" id="{981C6EEB-59F8-4697-A842-76D18B853329}"/>
              </a:ext>
            </a:extLst>
          </p:cNvPr>
          <p:cNvSpPr>
            <a:spLocks noGrp="1"/>
          </p:cNvSpPr>
          <p:nvPr/>
        </p:nvSpPr>
        <p:spPr>
          <a:xfrm>
            <a:off x="3054153"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2" name="03_assume_matched_5309">
            <a:extLst>
              <a:ext uri="{FF2B5EF4-FFF2-40B4-BE49-F238E27FC236}">
                <a16:creationId xmlns:a16="http://schemas.microsoft.com/office/drawing/2014/main" id="{A7F39E66-AB2E-4D2C-B189-EF2820438DDA}"/>
              </a:ext>
            </a:extLst>
          </p:cNvPr>
          <p:cNvSpPr>
            <a:spLocks noGrp="1"/>
          </p:cNvSpPr>
          <p:nvPr/>
        </p:nvSpPr>
        <p:spPr>
          <a:xfrm>
            <a:off x="768364" y="197707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 name="03_assume_matched_5310">
            <a:extLst>
              <a:ext uri="{FF2B5EF4-FFF2-40B4-BE49-F238E27FC236}">
                <a16:creationId xmlns:a16="http://schemas.microsoft.com/office/drawing/2014/main" id="{63983308-8055-4610-95AE-BB767EBBE0A0}"/>
              </a:ext>
            </a:extLst>
          </p:cNvPr>
          <p:cNvSpPr>
            <a:spLocks noGrp="1"/>
          </p:cNvSpPr>
          <p:nvPr/>
        </p:nvSpPr>
        <p:spPr>
          <a:xfrm>
            <a:off x="730263" y="197707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4" name="text_5311">
            <a:extLst>
              <a:ext uri="{FF2B5EF4-FFF2-40B4-BE49-F238E27FC236}">
                <a16:creationId xmlns:a16="http://schemas.microsoft.com/office/drawing/2014/main" id="{2448BBCD-3579-410B-8E09-6E700B373079}"/>
              </a:ext>
            </a:extLst>
          </p:cNvPr>
          <p:cNvSpPr>
            <a:spLocks noGrp="1"/>
          </p:cNvSpPr>
          <p:nvPr/>
        </p:nvSpPr>
        <p:spPr>
          <a:xfrm>
            <a:off x="640617" y="193701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15" name="03_assume_matched_5312">
            <a:extLst>
              <a:ext uri="{FF2B5EF4-FFF2-40B4-BE49-F238E27FC236}">
                <a16:creationId xmlns:a16="http://schemas.microsoft.com/office/drawing/2014/main" id="{BD13CB13-6CB5-4E6E-A11D-B102E0B9300C}"/>
              </a:ext>
            </a:extLst>
          </p:cNvPr>
          <p:cNvSpPr>
            <a:spLocks noGrp="1"/>
          </p:cNvSpPr>
          <p:nvPr/>
        </p:nvSpPr>
        <p:spPr>
          <a:xfrm>
            <a:off x="768364" y="1684639"/>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6" name="03_assume_matched_5313">
            <a:extLst>
              <a:ext uri="{FF2B5EF4-FFF2-40B4-BE49-F238E27FC236}">
                <a16:creationId xmlns:a16="http://schemas.microsoft.com/office/drawing/2014/main" id="{D3EC979B-C884-4489-8619-8F58F5FB6C5A}"/>
              </a:ext>
            </a:extLst>
          </p:cNvPr>
          <p:cNvSpPr>
            <a:spLocks noGrp="1"/>
          </p:cNvSpPr>
          <p:nvPr/>
        </p:nvSpPr>
        <p:spPr>
          <a:xfrm>
            <a:off x="730263" y="168463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 name="text_5314">
            <a:extLst>
              <a:ext uri="{FF2B5EF4-FFF2-40B4-BE49-F238E27FC236}">
                <a16:creationId xmlns:a16="http://schemas.microsoft.com/office/drawing/2014/main" id="{045D576A-E5A6-4586-A6A7-EC0BEAC4D3BC}"/>
              </a:ext>
            </a:extLst>
          </p:cNvPr>
          <p:cNvSpPr>
            <a:spLocks noGrp="1"/>
          </p:cNvSpPr>
          <p:nvPr/>
        </p:nvSpPr>
        <p:spPr>
          <a:xfrm>
            <a:off x="589069" y="1644577"/>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18" name="03_assume_matched_5315">
            <a:extLst>
              <a:ext uri="{FF2B5EF4-FFF2-40B4-BE49-F238E27FC236}">
                <a16:creationId xmlns:a16="http://schemas.microsoft.com/office/drawing/2014/main" id="{D361D65E-8229-432D-9E6B-0B5DF32127BF}"/>
              </a:ext>
            </a:extLst>
          </p:cNvPr>
          <p:cNvSpPr>
            <a:spLocks noGrp="1"/>
          </p:cNvSpPr>
          <p:nvPr/>
        </p:nvSpPr>
        <p:spPr>
          <a:xfrm>
            <a:off x="768364" y="139220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9" name="03_assume_matched_5316">
            <a:extLst>
              <a:ext uri="{FF2B5EF4-FFF2-40B4-BE49-F238E27FC236}">
                <a16:creationId xmlns:a16="http://schemas.microsoft.com/office/drawing/2014/main" id="{421A71D4-5E53-4F37-BADA-9F532980379B}"/>
              </a:ext>
            </a:extLst>
          </p:cNvPr>
          <p:cNvSpPr>
            <a:spLocks noGrp="1"/>
          </p:cNvSpPr>
          <p:nvPr/>
        </p:nvSpPr>
        <p:spPr>
          <a:xfrm>
            <a:off x="730263" y="139220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 name="text_5317">
            <a:extLst>
              <a:ext uri="{FF2B5EF4-FFF2-40B4-BE49-F238E27FC236}">
                <a16:creationId xmlns:a16="http://schemas.microsoft.com/office/drawing/2014/main" id="{19417283-0893-49C4-A3DC-7EE619FD5A0A}"/>
              </a:ext>
            </a:extLst>
          </p:cNvPr>
          <p:cNvSpPr>
            <a:spLocks noGrp="1"/>
          </p:cNvSpPr>
          <p:nvPr/>
        </p:nvSpPr>
        <p:spPr>
          <a:xfrm>
            <a:off x="537523" y="135214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21" name="text_5318">
            <a:extLst>
              <a:ext uri="{FF2B5EF4-FFF2-40B4-BE49-F238E27FC236}">
                <a16:creationId xmlns:a16="http://schemas.microsoft.com/office/drawing/2014/main" id="{9425691F-C430-4C47-BEDD-B8BFC476BD46}"/>
              </a:ext>
            </a:extLst>
          </p:cNvPr>
          <p:cNvSpPr>
            <a:spLocks noGrp="1"/>
          </p:cNvSpPr>
          <p:nvPr/>
        </p:nvSpPr>
        <p:spPr>
          <a:xfrm rot="-5400000">
            <a:off x="122797" y="1625108"/>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a:solidFill>
                  <a:srgbClr val="273744"/>
                </a:solidFill>
                <a:latin typeface="Arial"/>
                <a:ea typeface="Arial"/>
                <a:cs typeface="Arial"/>
              </a:rPr>
              <a:t>Completion (%)</a:t>
            </a:r>
          </a:p>
        </p:txBody>
      </p:sp>
      <p:sp>
        <p:nvSpPr>
          <p:cNvPr id="22" name="03_assume_matched_5319">
            <a:extLst>
              <a:ext uri="{FF2B5EF4-FFF2-40B4-BE49-F238E27FC236}">
                <a16:creationId xmlns:a16="http://schemas.microsoft.com/office/drawing/2014/main" id="{3109A4BF-A551-49B3-96A3-009A87D21081}"/>
              </a:ext>
            </a:extLst>
          </p:cNvPr>
          <p:cNvSpPr>
            <a:spLocks noGrp="1"/>
          </p:cNvSpPr>
          <p:nvPr/>
        </p:nvSpPr>
        <p:spPr>
          <a:xfrm>
            <a:off x="1205940" y="1790412"/>
            <a:ext cx="28398" cy="28398"/>
          </a:xfrm>
          <a:prstGeom prst="ellipse">
            <a:avLst/>
          </a:prstGeom>
          <a:solidFill>
            <a:srgbClr val="7F8C97">
              <a:alpha val="48000"/>
            </a:srgbClr>
          </a:solidFill>
          <a:ln w="0">
            <a:noFill/>
            <a:prstDash val="solid"/>
          </a:ln>
        </p:spPr>
      </p:sp>
      <p:sp>
        <p:nvSpPr>
          <p:cNvPr id="23" name="03_assume_matched_5320">
            <a:extLst>
              <a:ext uri="{FF2B5EF4-FFF2-40B4-BE49-F238E27FC236}">
                <a16:creationId xmlns:a16="http://schemas.microsoft.com/office/drawing/2014/main" id="{76B0794A-D861-4ECA-B720-946704A47712}"/>
              </a:ext>
            </a:extLst>
          </p:cNvPr>
          <p:cNvSpPr>
            <a:spLocks noGrp="1"/>
          </p:cNvSpPr>
          <p:nvPr/>
        </p:nvSpPr>
        <p:spPr>
          <a:xfrm>
            <a:off x="1194427" y="1962874"/>
            <a:ext cx="28398" cy="28398"/>
          </a:xfrm>
          <a:prstGeom prst="ellipse">
            <a:avLst/>
          </a:prstGeom>
          <a:solidFill>
            <a:srgbClr val="7F8C97">
              <a:alpha val="48000"/>
            </a:srgbClr>
          </a:solidFill>
          <a:ln w="0">
            <a:noFill/>
            <a:prstDash val="solid"/>
          </a:ln>
        </p:spPr>
      </p:sp>
      <p:sp>
        <p:nvSpPr>
          <p:cNvPr id="24" name="03_assume_matched_5321">
            <a:extLst>
              <a:ext uri="{FF2B5EF4-FFF2-40B4-BE49-F238E27FC236}">
                <a16:creationId xmlns:a16="http://schemas.microsoft.com/office/drawing/2014/main" id="{2B19FDB0-6B3A-4681-9226-B4C37474D4AD}"/>
              </a:ext>
            </a:extLst>
          </p:cNvPr>
          <p:cNvSpPr>
            <a:spLocks noGrp="1"/>
          </p:cNvSpPr>
          <p:nvPr/>
        </p:nvSpPr>
        <p:spPr>
          <a:xfrm>
            <a:off x="1137295" y="1962874"/>
            <a:ext cx="28398" cy="28398"/>
          </a:xfrm>
          <a:prstGeom prst="ellipse">
            <a:avLst/>
          </a:prstGeom>
          <a:solidFill>
            <a:srgbClr val="7F8C97">
              <a:alpha val="48000"/>
            </a:srgbClr>
          </a:solidFill>
          <a:ln w="0">
            <a:noFill/>
            <a:prstDash val="solid"/>
          </a:ln>
        </p:spPr>
      </p:sp>
      <p:sp>
        <p:nvSpPr>
          <p:cNvPr id="25" name="03_assume_matched_5322">
            <a:extLst>
              <a:ext uri="{FF2B5EF4-FFF2-40B4-BE49-F238E27FC236}">
                <a16:creationId xmlns:a16="http://schemas.microsoft.com/office/drawing/2014/main" id="{68BFEF3B-DC86-4CD7-9E93-F67A15A4FC7A}"/>
              </a:ext>
            </a:extLst>
          </p:cNvPr>
          <p:cNvSpPr>
            <a:spLocks noGrp="1"/>
          </p:cNvSpPr>
          <p:nvPr/>
        </p:nvSpPr>
        <p:spPr>
          <a:xfrm>
            <a:off x="1216157" y="1670439"/>
            <a:ext cx="28398" cy="28398"/>
          </a:xfrm>
          <a:prstGeom prst="ellipse">
            <a:avLst/>
          </a:prstGeom>
          <a:solidFill>
            <a:srgbClr val="7F8C97">
              <a:alpha val="48000"/>
            </a:srgbClr>
          </a:solidFill>
          <a:ln w="0">
            <a:noFill/>
            <a:prstDash val="solid"/>
          </a:ln>
        </p:spPr>
      </p:sp>
      <p:sp>
        <p:nvSpPr>
          <p:cNvPr id="26" name="03_assume_matched_5323">
            <a:extLst>
              <a:ext uri="{FF2B5EF4-FFF2-40B4-BE49-F238E27FC236}">
                <a16:creationId xmlns:a16="http://schemas.microsoft.com/office/drawing/2014/main" id="{B30A8B9F-BC89-49BE-9813-6069FAD48CFF}"/>
              </a:ext>
            </a:extLst>
          </p:cNvPr>
          <p:cNvSpPr>
            <a:spLocks noGrp="1"/>
          </p:cNvSpPr>
          <p:nvPr/>
        </p:nvSpPr>
        <p:spPr>
          <a:xfrm>
            <a:off x="1183922" y="1795768"/>
            <a:ext cx="28398" cy="28398"/>
          </a:xfrm>
          <a:prstGeom prst="ellipse">
            <a:avLst/>
          </a:prstGeom>
          <a:solidFill>
            <a:srgbClr val="7F8C97">
              <a:alpha val="48000"/>
            </a:srgbClr>
          </a:solidFill>
          <a:ln w="0">
            <a:noFill/>
            <a:prstDash val="solid"/>
          </a:ln>
        </p:spPr>
      </p:sp>
      <p:sp>
        <p:nvSpPr>
          <p:cNvPr id="27" name="03_assume_matched_5324">
            <a:extLst>
              <a:ext uri="{FF2B5EF4-FFF2-40B4-BE49-F238E27FC236}">
                <a16:creationId xmlns:a16="http://schemas.microsoft.com/office/drawing/2014/main" id="{9C5559AF-E8A2-43CE-B680-A8E7E9D98AD2}"/>
              </a:ext>
            </a:extLst>
          </p:cNvPr>
          <p:cNvSpPr>
            <a:spLocks noGrp="1"/>
          </p:cNvSpPr>
          <p:nvPr/>
        </p:nvSpPr>
        <p:spPr>
          <a:xfrm>
            <a:off x="1088654" y="1750194"/>
            <a:ext cx="28398" cy="28398"/>
          </a:xfrm>
          <a:prstGeom prst="ellipse">
            <a:avLst/>
          </a:prstGeom>
          <a:solidFill>
            <a:srgbClr val="7F8C97">
              <a:alpha val="48000"/>
            </a:srgbClr>
          </a:solidFill>
          <a:ln w="0">
            <a:noFill/>
            <a:prstDash val="solid"/>
          </a:ln>
        </p:spPr>
      </p:sp>
      <p:sp>
        <p:nvSpPr>
          <p:cNvPr id="28" name="03_assume_matched_5325">
            <a:extLst>
              <a:ext uri="{FF2B5EF4-FFF2-40B4-BE49-F238E27FC236}">
                <a16:creationId xmlns:a16="http://schemas.microsoft.com/office/drawing/2014/main" id="{972B7105-481D-426C-B795-83CD52455C70}"/>
              </a:ext>
            </a:extLst>
          </p:cNvPr>
          <p:cNvSpPr>
            <a:spLocks noGrp="1"/>
          </p:cNvSpPr>
          <p:nvPr/>
        </p:nvSpPr>
        <p:spPr>
          <a:xfrm>
            <a:off x="1119306" y="1962874"/>
            <a:ext cx="28398" cy="28398"/>
          </a:xfrm>
          <a:prstGeom prst="ellipse">
            <a:avLst/>
          </a:prstGeom>
          <a:solidFill>
            <a:srgbClr val="7F8C97">
              <a:alpha val="48000"/>
            </a:srgbClr>
          </a:solidFill>
          <a:ln w="0">
            <a:noFill/>
            <a:prstDash val="solid"/>
          </a:ln>
        </p:spPr>
      </p:sp>
      <p:sp>
        <p:nvSpPr>
          <p:cNvPr id="29" name="03_assume_matched_5326">
            <a:extLst>
              <a:ext uri="{FF2B5EF4-FFF2-40B4-BE49-F238E27FC236}">
                <a16:creationId xmlns:a16="http://schemas.microsoft.com/office/drawing/2014/main" id="{E282B29A-53B4-4126-8450-BDEA667D0339}"/>
              </a:ext>
            </a:extLst>
          </p:cNvPr>
          <p:cNvSpPr>
            <a:spLocks noGrp="1"/>
          </p:cNvSpPr>
          <p:nvPr/>
        </p:nvSpPr>
        <p:spPr>
          <a:xfrm>
            <a:off x="1088366" y="1962874"/>
            <a:ext cx="28398" cy="28398"/>
          </a:xfrm>
          <a:prstGeom prst="ellipse">
            <a:avLst/>
          </a:prstGeom>
          <a:solidFill>
            <a:srgbClr val="7F8C97">
              <a:alpha val="48000"/>
            </a:srgbClr>
          </a:solidFill>
          <a:ln w="0">
            <a:noFill/>
            <a:prstDash val="solid"/>
          </a:ln>
        </p:spPr>
      </p:sp>
      <p:sp>
        <p:nvSpPr>
          <p:cNvPr id="30" name="03_assume_matched_5327">
            <a:extLst>
              <a:ext uri="{FF2B5EF4-FFF2-40B4-BE49-F238E27FC236}">
                <a16:creationId xmlns:a16="http://schemas.microsoft.com/office/drawing/2014/main" id="{F26AFCCB-026B-4C69-888A-87A3A6C885E3}"/>
              </a:ext>
            </a:extLst>
          </p:cNvPr>
          <p:cNvSpPr>
            <a:spLocks noGrp="1"/>
          </p:cNvSpPr>
          <p:nvPr/>
        </p:nvSpPr>
        <p:spPr>
          <a:xfrm>
            <a:off x="1169675" y="1962874"/>
            <a:ext cx="28398" cy="28398"/>
          </a:xfrm>
          <a:prstGeom prst="ellipse">
            <a:avLst/>
          </a:prstGeom>
          <a:solidFill>
            <a:srgbClr val="7F8C97">
              <a:alpha val="48000"/>
            </a:srgbClr>
          </a:solidFill>
          <a:ln w="0">
            <a:noFill/>
            <a:prstDash val="solid"/>
          </a:ln>
        </p:spPr>
      </p:sp>
      <p:sp>
        <p:nvSpPr>
          <p:cNvPr id="31" name="03_assume_matched_5328">
            <a:extLst>
              <a:ext uri="{FF2B5EF4-FFF2-40B4-BE49-F238E27FC236}">
                <a16:creationId xmlns:a16="http://schemas.microsoft.com/office/drawing/2014/main" id="{C6F89EFE-88B2-4A20-AE8F-635301635AB3}"/>
              </a:ext>
            </a:extLst>
          </p:cNvPr>
          <p:cNvSpPr>
            <a:spLocks noGrp="1"/>
          </p:cNvSpPr>
          <p:nvPr/>
        </p:nvSpPr>
        <p:spPr>
          <a:xfrm>
            <a:off x="1150966" y="1962874"/>
            <a:ext cx="28398" cy="28398"/>
          </a:xfrm>
          <a:prstGeom prst="ellipse">
            <a:avLst/>
          </a:prstGeom>
          <a:solidFill>
            <a:srgbClr val="7F8C97">
              <a:alpha val="48000"/>
            </a:srgbClr>
          </a:solidFill>
          <a:ln w="0">
            <a:noFill/>
            <a:prstDash val="solid"/>
          </a:ln>
        </p:spPr>
      </p:sp>
      <p:sp>
        <p:nvSpPr>
          <p:cNvPr id="32" name="03_assume_matched_5329">
            <a:extLst>
              <a:ext uri="{FF2B5EF4-FFF2-40B4-BE49-F238E27FC236}">
                <a16:creationId xmlns:a16="http://schemas.microsoft.com/office/drawing/2014/main" id="{4F4F799A-718B-4A4D-9342-E7F8C996F70A}"/>
              </a:ext>
            </a:extLst>
          </p:cNvPr>
          <p:cNvSpPr>
            <a:spLocks noGrp="1"/>
          </p:cNvSpPr>
          <p:nvPr/>
        </p:nvSpPr>
        <p:spPr>
          <a:xfrm>
            <a:off x="1135712" y="1962874"/>
            <a:ext cx="28398" cy="28398"/>
          </a:xfrm>
          <a:prstGeom prst="ellipse">
            <a:avLst/>
          </a:prstGeom>
          <a:solidFill>
            <a:srgbClr val="7F8C97">
              <a:alpha val="48000"/>
            </a:srgbClr>
          </a:solidFill>
          <a:ln w="0">
            <a:noFill/>
            <a:prstDash val="solid"/>
          </a:ln>
        </p:spPr>
      </p:sp>
      <p:sp>
        <p:nvSpPr>
          <p:cNvPr id="33" name="03_assume_matched_5330">
            <a:extLst>
              <a:ext uri="{FF2B5EF4-FFF2-40B4-BE49-F238E27FC236}">
                <a16:creationId xmlns:a16="http://schemas.microsoft.com/office/drawing/2014/main" id="{FBEE47FF-A994-4C17-9285-F8F4F961C792}"/>
              </a:ext>
            </a:extLst>
          </p:cNvPr>
          <p:cNvSpPr>
            <a:spLocks noGrp="1"/>
          </p:cNvSpPr>
          <p:nvPr/>
        </p:nvSpPr>
        <p:spPr>
          <a:xfrm>
            <a:off x="1121465" y="1962874"/>
            <a:ext cx="28398" cy="28398"/>
          </a:xfrm>
          <a:prstGeom prst="ellipse">
            <a:avLst/>
          </a:prstGeom>
          <a:solidFill>
            <a:srgbClr val="7F8C97">
              <a:alpha val="48000"/>
            </a:srgbClr>
          </a:solidFill>
          <a:ln w="0">
            <a:noFill/>
            <a:prstDash val="solid"/>
          </a:ln>
        </p:spPr>
      </p:sp>
      <p:sp>
        <p:nvSpPr>
          <p:cNvPr id="34" name="03_assume_matched_5331">
            <a:extLst>
              <a:ext uri="{FF2B5EF4-FFF2-40B4-BE49-F238E27FC236}">
                <a16:creationId xmlns:a16="http://schemas.microsoft.com/office/drawing/2014/main" id="{D2E6F1ED-60D7-40D0-92C7-C476728F431E}"/>
              </a:ext>
            </a:extLst>
          </p:cNvPr>
          <p:cNvSpPr>
            <a:spLocks noGrp="1"/>
          </p:cNvSpPr>
          <p:nvPr/>
        </p:nvSpPr>
        <p:spPr>
          <a:xfrm>
            <a:off x="1137871" y="1962874"/>
            <a:ext cx="28398" cy="28398"/>
          </a:xfrm>
          <a:prstGeom prst="ellipse">
            <a:avLst/>
          </a:prstGeom>
          <a:solidFill>
            <a:srgbClr val="7F8C97">
              <a:alpha val="48000"/>
            </a:srgbClr>
          </a:solidFill>
          <a:ln w="0">
            <a:noFill/>
            <a:prstDash val="solid"/>
          </a:ln>
        </p:spPr>
      </p:sp>
      <p:sp>
        <p:nvSpPr>
          <p:cNvPr id="35" name="03_assume_matched_5332">
            <a:extLst>
              <a:ext uri="{FF2B5EF4-FFF2-40B4-BE49-F238E27FC236}">
                <a16:creationId xmlns:a16="http://schemas.microsoft.com/office/drawing/2014/main" id="{0C1225F6-291F-420D-89B2-4F7F495B56BF}"/>
              </a:ext>
            </a:extLst>
          </p:cNvPr>
          <p:cNvSpPr>
            <a:spLocks noGrp="1"/>
          </p:cNvSpPr>
          <p:nvPr/>
        </p:nvSpPr>
        <p:spPr>
          <a:xfrm>
            <a:off x="1223065" y="1816656"/>
            <a:ext cx="28398" cy="28398"/>
          </a:xfrm>
          <a:prstGeom prst="ellipse">
            <a:avLst/>
          </a:prstGeom>
          <a:solidFill>
            <a:srgbClr val="7F8C97">
              <a:alpha val="48000"/>
            </a:srgbClr>
          </a:solidFill>
          <a:ln w="0">
            <a:noFill/>
            <a:prstDash val="solid"/>
          </a:ln>
        </p:spPr>
      </p:sp>
      <p:sp>
        <p:nvSpPr>
          <p:cNvPr id="36" name="03_assume_matched_5333">
            <a:extLst>
              <a:ext uri="{FF2B5EF4-FFF2-40B4-BE49-F238E27FC236}">
                <a16:creationId xmlns:a16="http://schemas.microsoft.com/office/drawing/2014/main" id="{7DAE38A9-AB75-4808-807D-5D7A022FA72C}"/>
              </a:ext>
            </a:extLst>
          </p:cNvPr>
          <p:cNvSpPr>
            <a:spLocks noGrp="1"/>
          </p:cNvSpPr>
          <p:nvPr/>
        </p:nvSpPr>
        <p:spPr>
          <a:xfrm>
            <a:off x="1178021" y="1767917"/>
            <a:ext cx="28398" cy="28398"/>
          </a:xfrm>
          <a:prstGeom prst="ellipse">
            <a:avLst/>
          </a:prstGeom>
          <a:solidFill>
            <a:srgbClr val="7F8C97">
              <a:alpha val="48000"/>
            </a:srgbClr>
          </a:solidFill>
          <a:ln w="0">
            <a:noFill/>
            <a:prstDash val="solid"/>
          </a:ln>
        </p:spPr>
      </p:sp>
      <p:sp>
        <p:nvSpPr>
          <p:cNvPr id="37" name="03_assume_matched_5334">
            <a:extLst>
              <a:ext uri="{FF2B5EF4-FFF2-40B4-BE49-F238E27FC236}">
                <a16:creationId xmlns:a16="http://schemas.microsoft.com/office/drawing/2014/main" id="{0014CFF2-A69E-42AE-AE15-2C8C70E1E520}"/>
              </a:ext>
            </a:extLst>
          </p:cNvPr>
          <p:cNvSpPr>
            <a:spLocks noGrp="1"/>
          </p:cNvSpPr>
          <p:nvPr/>
        </p:nvSpPr>
        <p:spPr>
          <a:xfrm>
            <a:off x="1187807" y="1962874"/>
            <a:ext cx="28398" cy="28398"/>
          </a:xfrm>
          <a:prstGeom prst="ellipse">
            <a:avLst/>
          </a:prstGeom>
          <a:solidFill>
            <a:srgbClr val="7F8C97">
              <a:alpha val="48000"/>
            </a:srgbClr>
          </a:solidFill>
          <a:ln w="0">
            <a:noFill/>
            <a:prstDash val="solid"/>
          </a:ln>
        </p:spPr>
      </p:sp>
      <p:sp>
        <p:nvSpPr>
          <p:cNvPr id="38" name="03_assume_matched_5335">
            <a:extLst>
              <a:ext uri="{FF2B5EF4-FFF2-40B4-BE49-F238E27FC236}">
                <a16:creationId xmlns:a16="http://schemas.microsoft.com/office/drawing/2014/main" id="{D6E32792-7766-427F-82B3-24B4027BBE10}"/>
              </a:ext>
            </a:extLst>
          </p:cNvPr>
          <p:cNvSpPr>
            <a:spLocks noGrp="1"/>
          </p:cNvSpPr>
          <p:nvPr/>
        </p:nvSpPr>
        <p:spPr>
          <a:xfrm>
            <a:off x="1124631" y="1865395"/>
            <a:ext cx="28398" cy="28398"/>
          </a:xfrm>
          <a:prstGeom prst="ellipse">
            <a:avLst/>
          </a:prstGeom>
          <a:solidFill>
            <a:srgbClr val="7F8C97">
              <a:alpha val="48000"/>
            </a:srgbClr>
          </a:solidFill>
          <a:ln w="0">
            <a:noFill/>
            <a:prstDash val="solid"/>
          </a:ln>
        </p:spPr>
      </p:sp>
      <p:sp>
        <p:nvSpPr>
          <p:cNvPr id="39" name="03_assume_matched_5336">
            <a:extLst>
              <a:ext uri="{FF2B5EF4-FFF2-40B4-BE49-F238E27FC236}">
                <a16:creationId xmlns:a16="http://schemas.microsoft.com/office/drawing/2014/main" id="{2F6FC5E2-DE19-4E35-99CD-9F38E246DFB7}"/>
              </a:ext>
            </a:extLst>
          </p:cNvPr>
          <p:cNvSpPr>
            <a:spLocks noGrp="1"/>
          </p:cNvSpPr>
          <p:nvPr/>
        </p:nvSpPr>
        <p:spPr>
          <a:xfrm>
            <a:off x="1215006" y="1962874"/>
            <a:ext cx="28398" cy="28398"/>
          </a:xfrm>
          <a:prstGeom prst="ellipse">
            <a:avLst/>
          </a:prstGeom>
          <a:solidFill>
            <a:srgbClr val="7F8C97">
              <a:alpha val="48000"/>
            </a:srgbClr>
          </a:solidFill>
          <a:ln w="0">
            <a:noFill/>
            <a:prstDash val="solid"/>
          </a:ln>
        </p:spPr>
      </p:sp>
      <p:sp>
        <p:nvSpPr>
          <p:cNvPr id="40" name="03_assume_matched_5337">
            <a:extLst>
              <a:ext uri="{FF2B5EF4-FFF2-40B4-BE49-F238E27FC236}">
                <a16:creationId xmlns:a16="http://schemas.microsoft.com/office/drawing/2014/main" id="{B1EB94E3-0B24-4DEF-9311-390187925A8B}"/>
              </a:ext>
            </a:extLst>
          </p:cNvPr>
          <p:cNvSpPr>
            <a:spLocks noGrp="1"/>
          </p:cNvSpPr>
          <p:nvPr/>
        </p:nvSpPr>
        <p:spPr>
          <a:xfrm>
            <a:off x="1188095" y="1856534"/>
            <a:ext cx="28398" cy="28398"/>
          </a:xfrm>
          <a:prstGeom prst="ellipse">
            <a:avLst/>
          </a:prstGeom>
          <a:solidFill>
            <a:srgbClr val="7F8C97">
              <a:alpha val="48000"/>
            </a:srgbClr>
          </a:solidFill>
          <a:ln w="0">
            <a:noFill/>
            <a:prstDash val="solid"/>
          </a:ln>
        </p:spPr>
      </p:sp>
      <p:sp>
        <p:nvSpPr>
          <p:cNvPr id="41" name="03_assume_matched_5338">
            <a:extLst>
              <a:ext uri="{FF2B5EF4-FFF2-40B4-BE49-F238E27FC236}">
                <a16:creationId xmlns:a16="http://schemas.microsoft.com/office/drawing/2014/main" id="{8BF0AE4D-67F3-46B0-8D54-620186E3F81E}"/>
              </a:ext>
            </a:extLst>
          </p:cNvPr>
          <p:cNvSpPr>
            <a:spLocks noGrp="1"/>
          </p:cNvSpPr>
          <p:nvPr/>
        </p:nvSpPr>
        <p:spPr>
          <a:xfrm>
            <a:off x="1105923" y="1962874"/>
            <a:ext cx="28398" cy="28398"/>
          </a:xfrm>
          <a:prstGeom prst="ellipse">
            <a:avLst/>
          </a:prstGeom>
          <a:solidFill>
            <a:srgbClr val="7F8C97">
              <a:alpha val="48000"/>
            </a:srgbClr>
          </a:solidFill>
          <a:ln w="0">
            <a:noFill/>
            <a:prstDash val="solid"/>
          </a:ln>
        </p:spPr>
      </p:sp>
      <p:sp>
        <p:nvSpPr>
          <p:cNvPr id="42" name="03_assume_matched_5339">
            <a:extLst>
              <a:ext uri="{FF2B5EF4-FFF2-40B4-BE49-F238E27FC236}">
                <a16:creationId xmlns:a16="http://schemas.microsoft.com/office/drawing/2014/main" id="{DCAEE460-EA85-488D-8C60-56CEE2108A1F}"/>
              </a:ext>
            </a:extLst>
          </p:cNvPr>
          <p:cNvSpPr>
            <a:spLocks noGrp="1"/>
          </p:cNvSpPr>
          <p:nvPr/>
        </p:nvSpPr>
        <p:spPr>
          <a:xfrm>
            <a:off x="1113262" y="1962874"/>
            <a:ext cx="28398" cy="28398"/>
          </a:xfrm>
          <a:prstGeom prst="ellipse">
            <a:avLst/>
          </a:prstGeom>
          <a:solidFill>
            <a:srgbClr val="7F8C97">
              <a:alpha val="48000"/>
            </a:srgbClr>
          </a:solidFill>
          <a:ln w="0">
            <a:noFill/>
            <a:prstDash val="solid"/>
          </a:ln>
        </p:spPr>
      </p:sp>
      <p:sp>
        <p:nvSpPr>
          <p:cNvPr id="43" name="03_assume_matched_5340">
            <a:extLst>
              <a:ext uri="{FF2B5EF4-FFF2-40B4-BE49-F238E27FC236}">
                <a16:creationId xmlns:a16="http://schemas.microsoft.com/office/drawing/2014/main" id="{8415200B-3F09-4AF2-A33D-10ADD73507BD}"/>
              </a:ext>
            </a:extLst>
          </p:cNvPr>
          <p:cNvSpPr>
            <a:spLocks noGrp="1"/>
          </p:cNvSpPr>
          <p:nvPr/>
        </p:nvSpPr>
        <p:spPr>
          <a:xfrm>
            <a:off x="1124487" y="1816656"/>
            <a:ext cx="28398" cy="28398"/>
          </a:xfrm>
          <a:prstGeom prst="ellipse">
            <a:avLst/>
          </a:prstGeom>
          <a:solidFill>
            <a:srgbClr val="7F8C97">
              <a:alpha val="48000"/>
            </a:srgbClr>
          </a:solidFill>
          <a:ln w="0">
            <a:noFill/>
            <a:prstDash val="solid"/>
          </a:ln>
        </p:spPr>
      </p:sp>
      <p:sp>
        <p:nvSpPr>
          <p:cNvPr id="44" name="03_assume_matched_5341">
            <a:extLst>
              <a:ext uri="{FF2B5EF4-FFF2-40B4-BE49-F238E27FC236}">
                <a16:creationId xmlns:a16="http://schemas.microsoft.com/office/drawing/2014/main" id="{D33E39C3-DBB7-41E9-8044-B16849B401BE}"/>
              </a:ext>
            </a:extLst>
          </p:cNvPr>
          <p:cNvSpPr>
            <a:spLocks noGrp="1"/>
          </p:cNvSpPr>
          <p:nvPr/>
        </p:nvSpPr>
        <p:spPr>
          <a:xfrm>
            <a:off x="1213855" y="1962874"/>
            <a:ext cx="28398" cy="28398"/>
          </a:xfrm>
          <a:prstGeom prst="ellipse">
            <a:avLst/>
          </a:prstGeom>
          <a:solidFill>
            <a:srgbClr val="7F8C97">
              <a:alpha val="48000"/>
            </a:srgbClr>
          </a:solidFill>
          <a:ln w="0">
            <a:noFill/>
            <a:prstDash val="solid"/>
          </a:ln>
        </p:spPr>
      </p:sp>
      <p:sp>
        <p:nvSpPr>
          <p:cNvPr id="45" name="03_assume_matched_5342">
            <a:extLst>
              <a:ext uri="{FF2B5EF4-FFF2-40B4-BE49-F238E27FC236}">
                <a16:creationId xmlns:a16="http://schemas.microsoft.com/office/drawing/2014/main" id="{D54E677F-BBA3-4706-90D7-BD64DDF76FAC}"/>
              </a:ext>
            </a:extLst>
          </p:cNvPr>
          <p:cNvSpPr>
            <a:spLocks noGrp="1"/>
          </p:cNvSpPr>
          <p:nvPr/>
        </p:nvSpPr>
        <p:spPr>
          <a:xfrm>
            <a:off x="1126790" y="1670439"/>
            <a:ext cx="28398" cy="28398"/>
          </a:xfrm>
          <a:prstGeom prst="ellipse">
            <a:avLst/>
          </a:prstGeom>
          <a:solidFill>
            <a:srgbClr val="7F8C97">
              <a:alpha val="48000"/>
            </a:srgbClr>
          </a:solidFill>
          <a:ln w="0">
            <a:noFill/>
            <a:prstDash val="solid"/>
          </a:ln>
        </p:spPr>
      </p:sp>
      <p:sp>
        <p:nvSpPr>
          <p:cNvPr id="46" name="03_assume_matched_5343">
            <a:extLst>
              <a:ext uri="{FF2B5EF4-FFF2-40B4-BE49-F238E27FC236}">
                <a16:creationId xmlns:a16="http://schemas.microsoft.com/office/drawing/2014/main" id="{C9F9EF1B-91E8-43A0-9F7E-EB77EE7B15FD}"/>
              </a:ext>
            </a:extLst>
          </p:cNvPr>
          <p:cNvSpPr>
            <a:spLocks noGrp="1"/>
          </p:cNvSpPr>
          <p:nvPr/>
        </p:nvSpPr>
        <p:spPr>
          <a:xfrm>
            <a:off x="1205796" y="1962874"/>
            <a:ext cx="28398" cy="28398"/>
          </a:xfrm>
          <a:prstGeom prst="ellipse">
            <a:avLst/>
          </a:prstGeom>
          <a:solidFill>
            <a:srgbClr val="7F8C97">
              <a:alpha val="48000"/>
            </a:srgbClr>
          </a:solidFill>
          <a:ln w="0">
            <a:noFill/>
            <a:prstDash val="solid"/>
          </a:ln>
        </p:spPr>
      </p:sp>
      <p:sp>
        <p:nvSpPr>
          <p:cNvPr id="47" name="03_assume_matched_5344">
            <a:extLst>
              <a:ext uri="{FF2B5EF4-FFF2-40B4-BE49-F238E27FC236}">
                <a16:creationId xmlns:a16="http://schemas.microsoft.com/office/drawing/2014/main" id="{8BBC4380-2BD7-4C06-8FB0-5BF0BA419CC8}"/>
              </a:ext>
            </a:extLst>
          </p:cNvPr>
          <p:cNvSpPr>
            <a:spLocks noGrp="1"/>
          </p:cNvSpPr>
          <p:nvPr/>
        </p:nvSpPr>
        <p:spPr>
          <a:xfrm>
            <a:off x="1206947" y="1767917"/>
            <a:ext cx="28398" cy="28398"/>
          </a:xfrm>
          <a:prstGeom prst="ellipse">
            <a:avLst/>
          </a:prstGeom>
          <a:solidFill>
            <a:srgbClr val="7F8C97">
              <a:alpha val="48000"/>
            </a:srgbClr>
          </a:solidFill>
          <a:ln w="0">
            <a:noFill/>
            <a:prstDash val="solid"/>
          </a:ln>
        </p:spPr>
      </p:sp>
      <p:sp>
        <p:nvSpPr>
          <p:cNvPr id="48" name="03_assume_matched_5345">
            <a:extLst>
              <a:ext uri="{FF2B5EF4-FFF2-40B4-BE49-F238E27FC236}">
                <a16:creationId xmlns:a16="http://schemas.microsoft.com/office/drawing/2014/main" id="{69451912-7B5F-4E45-B44F-41331BD78727}"/>
              </a:ext>
            </a:extLst>
          </p:cNvPr>
          <p:cNvSpPr>
            <a:spLocks noGrp="1"/>
          </p:cNvSpPr>
          <p:nvPr/>
        </p:nvSpPr>
        <p:spPr>
          <a:xfrm>
            <a:off x="1210689" y="1962874"/>
            <a:ext cx="28398" cy="28398"/>
          </a:xfrm>
          <a:prstGeom prst="ellipse">
            <a:avLst/>
          </a:prstGeom>
          <a:solidFill>
            <a:srgbClr val="7F8C97">
              <a:alpha val="48000"/>
            </a:srgbClr>
          </a:solidFill>
          <a:ln w="0">
            <a:noFill/>
            <a:prstDash val="solid"/>
          </a:ln>
        </p:spPr>
      </p:sp>
      <p:sp>
        <p:nvSpPr>
          <p:cNvPr id="49" name="03_assume_matched_5346">
            <a:extLst>
              <a:ext uri="{FF2B5EF4-FFF2-40B4-BE49-F238E27FC236}">
                <a16:creationId xmlns:a16="http://schemas.microsoft.com/office/drawing/2014/main" id="{3E4105BA-24D9-49AF-B935-8177CFCC9293}"/>
              </a:ext>
            </a:extLst>
          </p:cNvPr>
          <p:cNvSpPr>
            <a:spLocks noGrp="1"/>
          </p:cNvSpPr>
          <p:nvPr/>
        </p:nvSpPr>
        <p:spPr>
          <a:xfrm>
            <a:off x="1127941" y="1962874"/>
            <a:ext cx="28398" cy="28398"/>
          </a:xfrm>
          <a:prstGeom prst="ellipse">
            <a:avLst/>
          </a:prstGeom>
          <a:solidFill>
            <a:srgbClr val="7F8C97">
              <a:alpha val="48000"/>
            </a:srgbClr>
          </a:solidFill>
          <a:ln w="0">
            <a:noFill/>
            <a:prstDash val="solid"/>
          </a:ln>
        </p:spPr>
      </p:sp>
      <p:sp>
        <p:nvSpPr>
          <p:cNvPr id="50" name="03_assume_matched_5347">
            <a:extLst>
              <a:ext uri="{FF2B5EF4-FFF2-40B4-BE49-F238E27FC236}">
                <a16:creationId xmlns:a16="http://schemas.microsoft.com/office/drawing/2014/main" id="{6DF9A589-1DEB-4A0C-A740-FFC8E05FEF67}"/>
              </a:ext>
            </a:extLst>
          </p:cNvPr>
          <p:cNvSpPr>
            <a:spLocks noGrp="1"/>
          </p:cNvSpPr>
          <p:nvPr/>
        </p:nvSpPr>
        <p:spPr>
          <a:xfrm>
            <a:off x="1106211" y="1670439"/>
            <a:ext cx="28398" cy="28398"/>
          </a:xfrm>
          <a:prstGeom prst="ellipse">
            <a:avLst/>
          </a:prstGeom>
          <a:solidFill>
            <a:srgbClr val="7F8C97">
              <a:alpha val="48000"/>
            </a:srgbClr>
          </a:solidFill>
          <a:ln w="0">
            <a:noFill/>
            <a:prstDash val="solid"/>
          </a:ln>
        </p:spPr>
      </p:sp>
      <p:sp>
        <p:nvSpPr>
          <p:cNvPr id="51" name="03_assume_matched_5348">
            <a:extLst>
              <a:ext uri="{FF2B5EF4-FFF2-40B4-BE49-F238E27FC236}">
                <a16:creationId xmlns:a16="http://schemas.microsoft.com/office/drawing/2014/main" id="{3722F55C-8302-4EEF-96D1-9D10EA95A052}"/>
              </a:ext>
            </a:extLst>
          </p:cNvPr>
          <p:cNvSpPr>
            <a:spLocks noGrp="1"/>
          </p:cNvSpPr>
          <p:nvPr/>
        </p:nvSpPr>
        <p:spPr>
          <a:xfrm>
            <a:off x="1189966" y="1962874"/>
            <a:ext cx="28398" cy="28398"/>
          </a:xfrm>
          <a:prstGeom prst="ellipse">
            <a:avLst/>
          </a:prstGeom>
          <a:solidFill>
            <a:srgbClr val="7F8C97">
              <a:alpha val="48000"/>
            </a:srgbClr>
          </a:solidFill>
          <a:ln w="0">
            <a:noFill/>
            <a:prstDash val="solid"/>
          </a:ln>
        </p:spPr>
      </p:sp>
      <p:sp>
        <p:nvSpPr>
          <p:cNvPr id="52" name="03_assume_matched_5349">
            <a:extLst>
              <a:ext uri="{FF2B5EF4-FFF2-40B4-BE49-F238E27FC236}">
                <a16:creationId xmlns:a16="http://schemas.microsoft.com/office/drawing/2014/main" id="{E8615919-36DB-41BE-B83D-180634294552}"/>
              </a:ext>
            </a:extLst>
          </p:cNvPr>
          <p:cNvSpPr>
            <a:spLocks noGrp="1"/>
          </p:cNvSpPr>
          <p:nvPr/>
        </p:nvSpPr>
        <p:spPr>
          <a:xfrm>
            <a:off x="1099447" y="1962874"/>
            <a:ext cx="28398" cy="28398"/>
          </a:xfrm>
          <a:prstGeom prst="ellipse">
            <a:avLst/>
          </a:prstGeom>
          <a:solidFill>
            <a:srgbClr val="7F8C97">
              <a:alpha val="48000"/>
            </a:srgbClr>
          </a:solidFill>
          <a:ln w="0">
            <a:noFill/>
            <a:prstDash val="solid"/>
          </a:ln>
        </p:spPr>
      </p:sp>
      <p:sp>
        <p:nvSpPr>
          <p:cNvPr id="53" name="03_assume_matched_5350">
            <a:extLst>
              <a:ext uri="{FF2B5EF4-FFF2-40B4-BE49-F238E27FC236}">
                <a16:creationId xmlns:a16="http://schemas.microsoft.com/office/drawing/2014/main" id="{8D3E61B3-BC16-4F45-9A27-208E24CF9CC5}"/>
              </a:ext>
            </a:extLst>
          </p:cNvPr>
          <p:cNvSpPr>
            <a:spLocks noGrp="1"/>
          </p:cNvSpPr>
          <p:nvPr/>
        </p:nvSpPr>
        <p:spPr>
          <a:xfrm>
            <a:off x="1193563" y="1728926"/>
            <a:ext cx="28398" cy="28398"/>
          </a:xfrm>
          <a:prstGeom prst="ellipse">
            <a:avLst/>
          </a:prstGeom>
          <a:solidFill>
            <a:srgbClr val="7F8C97">
              <a:alpha val="48000"/>
            </a:srgbClr>
          </a:solidFill>
          <a:ln w="0">
            <a:noFill/>
            <a:prstDash val="solid"/>
          </a:ln>
        </p:spPr>
      </p:sp>
      <p:sp>
        <p:nvSpPr>
          <p:cNvPr id="54" name="03_assume_matched_5351">
            <a:extLst>
              <a:ext uri="{FF2B5EF4-FFF2-40B4-BE49-F238E27FC236}">
                <a16:creationId xmlns:a16="http://schemas.microsoft.com/office/drawing/2014/main" id="{CC6E3204-C5C3-48FB-B952-A17F06C8A794}"/>
              </a:ext>
            </a:extLst>
          </p:cNvPr>
          <p:cNvSpPr>
            <a:spLocks noGrp="1"/>
          </p:cNvSpPr>
          <p:nvPr/>
        </p:nvSpPr>
        <p:spPr>
          <a:xfrm>
            <a:off x="1100742" y="1962874"/>
            <a:ext cx="28398" cy="28398"/>
          </a:xfrm>
          <a:prstGeom prst="ellipse">
            <a:avLst/>
          </a:prstGeom>
          <a:solidFill>
            <a:srgbClr val="7F8C97">
              <a:alpha val="48000"/>
            </a:srgbClr>
          </a:solidFill>
          <a:ln w="0">
            <a:noFill/>
            <a:prstDash val="solid"/>
          </a:ln>
        </p:spPr>
      </p:sp>
      <p:sp>
        <p:nvSpPr>
          <p:cNvPr id="55" name="03_assume_matched_5352">
            <a:extLst>
              <a:ext uri="{FF2B5EF4-FFF2-40B4-BE49-F238E27FC236}">
                <a16:creationId xmlns:a16="http://schemas.microsoft.com/office/drawing/2014/main" id="{7B2B6D3B-5E67-478A-A8FF-D33AF65205EA}"/>
              </a:ext>
            </a:extLst>
          </p:cNvPr>
          <p:cNvSpPr>
            <a:spLocks noGrp="1"/>
          </p:cNvSpPr>
          <p:nvPr/>
        </p:nvSpPr>
        <p:spPr>
          <a:xfrm>
            <a:off x="1221194" y="1962874"/>
            <a:ext cx="28398" cy="28398"/>
          </a:xfrm>
          <a:prstGeom prst="ellipse">
            <a:avLst/>
          </a:prstGeom>
          <a:solidFill>
            <a:srgbClr val="7F8C97">
              <a:alpha val="48000"/>
            </a:srgbClr>
          </a:solidFill>
          <a:ln w="0">
            <a:noFill/>
            <a:prstDash val="solid"/>
          </a:ln>
        </p:spPr>
      </p:sp>
      <p:sp>
        <p:nvSpPr>
          <p:cNvPr id="56" name="03_assume_matched_5353">
            <a:extLst>
              <a:ext uri="{FF2B5EF4-FFF2-40B4-BE49-F238E27FC236}">
                <a16:creationId xmlns:a16="http://schemas.microsoft.com/office/drawing/2014/main" id="{F2FC6DF3-90C0-4295-AF9F-7ABCEAC74319}"/>
              </a:ext>
            </a:extLst>
          </p:cNvPr>
          <p:cNvSpPr>
            <a:spLocks noGrp="1"/>
          </p:cNvSpPr>
          <p:nvPr/>
        </p:nvSpPr>
        <p:spPr>
          <a:xfrm>
            <a:off x="1199176" y="1962874"/>
            <a:ext cx="28398" cy="28398"/>
          </a:xfrm>
          <a:prstGeom prst="ellipse">
            <a:avLst/>
          </a:prstGeom>
          <a:solidFill>
            <a:srgbClr val="7F8C97">
              <a:alpha val="48000"/>
            </a:srgbClr>
          </a:solidFill>
          <a:ln w="0">
            <a:noFill/>
            <a:prstDash val="solid"/>
          </a:ln>
        </p:spPr>
      </p:sp>
      <p:sp>
        <p:nvSpPr>
          <p:cNvPr id="57" name="03_assume_matched_5354">
            <a:extLst>
              <a:ext uri="{FF2B5EF4-FFF2-40B4-BE49-F238E27FC236}">
                <a16:creationId xmlns:a16="http://schemas.microsoft.com/office/drawing/2014/main" id="{2818A7F4-E425-4767-90CC-2B4F41BF1191}"/>
              </a:ext>
            </a:extLst>
          </p:cNvPr>
          <p:cNvSpPr>
            <a:spLocks noGrp="1"/>
          </p:cNvSpPr>
          <p:nvPr/>
        </p:nvSpPr>
        <p:spPr>
          <a:xfrm>
            <a:off x="1147081" y="1962874"/>
            <a:ext cx="28398" cy="28398"/>
          </a:xfrm>
          <a:prstGeom prst="ellipse">
            <a:avLst/>
          </a:prstGeom>
          <a:solidFill>
            <a:srgbClr val="7F8C97">
              <a:alpha val="48000"/>
            </a:srgbClr>
          </a:solidFill>
          <a:ln w="0">
            <a:noFill/>
            <a:prstDash val="solid"/>
          </a:ln>
        </p:spPr>
      </p:sp>
      <p:sp>
        <p:nvSpPr>
          <p:cNvPr id="58" name="03_assume_matched_5355">
            <a:extLst>
              <a:ext uri="{FF2B5EF4-FFF2-40B4-BE49-F238E27FC236}">
                <a16:creationId xmlns:a16="http://schemas.microsoft.com/office/drawing/2014/main" id="{BB0840F4-618F-44A2-977A-DE1FEF877AC3}"/>
              </a:ext>
            </a:extLst>
          </p:cNvPr>
          <p:cNvSpPr>
            <a:spLocks noGrp="1"/>
          </p:cNvSpPr>
          <p:nvPr/>
        </p:nvSpPr>
        <p:spPr>
          <a:xfrm>
            <a:off x="1122760" y="1962874"/>
            <a:ext cx="28398" cy="28398"/>
          </a:xfrm>
          <a:prstGeom prst="ellipse">
            <a:avLst/>
          </a:prstGeom>
          <a:solidFill>
            <a:srgbClr val="7F8C97">
              <a:alpha val="48000"/>
            </a:srgbClr>
          </a:solidFill>
          <a:ln w="0">
            <a:noFill/>
            <a:prstDash val="solid"/>
          </a:ln>
        </p:spPr>
      </p:sp>
      <p:sp>
        <p:nvSpPr>
          <p:cNvPr id="59" name="03_assume_matched_5356">
            <a:extLst>
              <a:ext uri="{FF2B5EF4-FFF2-40B4-BE49-F238E27FC236}">
                <a16:creationId xmlns:a16="http://schemas.microsoft.com/office/drawing/2014/main" id="{2A893BC5-748A-4784-9047-599CE5CD92EB}"/>
              </a:ext>
            </a:extLst>
          </p:cNvPr>
          <p:cNvSpPr>
            <a:spLocks noGrp="1"/>
          </p:cNvSpPr>
          <p:nvPr/>
        </p:nvSpPr>
        <p:spPr>
          <a:xfrm>
            <a:off x="1225223" y="1962874"/>
            <a:ext cx="28398" cy="28398"/>
          </a:xfrm>
          <a:prstGeom prst="ellipse">
            <a:avLst/>
          </a:prstGeom>
          <a:solidFill>
            <a:srgbClr val="7F8C97">
              <a:alpha val="48000"/>
            </a:srgbClr>
          </a:solidFill>
          <a:ln w="0">
            <a:noFill/>
            <a:prstDash val="solid"/>
          </a:ln>
        </p:spPr>
      </p:sp>
      <p:sp>
        <p:nvSpPr>
          <p:cNvPr id="60" name="03_assume_matched_5357">
            <a:extLst>
              <a:ext uri="{FF2B5EF4-FFF2-40B4-BE49-F238E27FC236}">
                <a16:creationId xmlns:a16="http://schemas.microsoft.com/office/drawing/2014/main" id="{F9651D41-DC9D-49A1-8CEC-D12585C3BBB8}"/>
              </a:ext>
            </a:extLst>
          </p:cNvPr>
          <p:cNvSpPr>
            <a:spLocks noGrp="1"/>
          </p:cNvSpPr>
          <p:nvPr/>
        </p:nvSpPr>
        <p:spPr>
          <a:xfrm>
            <a:off x="1172985" y="1962874"/>
            <a:ext cx="28398" cy="28398"/>
          </a:xfrm>
          <a:prstGeom prst="ellipse">
            <a:avLst/>
          </a:prstGeom>
          <a:solidFill>
            <a:srgbClr val="7F8C97">
              <a:alpha val="48000"/>
            </a:srgbClr>
          </a:solidFill>
          <a:ln w="0">
            <a:noFill/>
            <a:prstDash val="solid"/>
          </a:ln>
        </p:spPr>
      </p:sp>
      <p:sp>
        <p:nvSpPr>
          <p:cNvPr id="61" name="03_assume_matched_5358">
            <a:extLst>
              <a:ext uri="{FF2B5EF4-FFF2-40B4-BE49-F238E27FC236}">
                <a16:creationId xmlns:a16="http://schemas.microsoft.com/office/drawing/2014/main" id="{6F12B79E-0F42-4375-9520-EF3DFFB4FE0F}"/>
              </a:ext>
            </a:extLst>
          </p:cNvPr>
          <p:cNvSpPr>
            <a:spLocks noGrp="1"/>
          </p:cNvSpPr>
          <p:nvPr/>
        </p:nvSpPr>
        <p:spPr>
          <a:xfrm>
            <a:off x="1205796" y="1962874"/>
            <a:ext cx="28398" cy="28398"/>
          </a:xfrm>
          <a:prstGeom prst="ellipse">
            <a:avLst/>
          </a:prstGeom>
          <a:solidFill>
            <a:srgbClr val="7F8C97">
              <a:alpha val="48000"/>
            </a:srgbClr>
          </a:solidFill>
          <a:ln w="0">
            <a:noFill/>
            <a:prstDash val="solid"/>
          </a:ln>
        </p:spPr>
      </p:sp>
      <p:sp>
        <p:nvSpPr>
          <p:cNvPr id="62" name="03_assume_matched_5359">
            <a:extLst>
              <a:ext uri="{FF2B5EF4-FFF2-40B4-BE49-F238E27FC236}">
                <a16:creationId xmlns:a16="http://schemas.microsoft.com/office/drawing/2014/main" id="{DC1B6568-5C0B-4586-B4BA-8971270E8AE6}"/>
              </a:ext>
            </a:extLst>
          </p:cNvPr>
          <p:cNvSpPr>
            <a:spLocks noGrp="1"/>
          </p:cNvSpPr>
          <p:nvPr/>
        </p:nvSpPr>
        <p:spPr>
          <a:xfrm>
            <a:off x="1104916" y="1962874"/>
            <a:ext cx="28398" cy="28398"/>
          </a:xfrm>
          <a:prstGeom prst="ellipse">
            <a:avLst/>
          </a:prstGeom>
          <a:solidFill>
            <a:srgbClr val="7F8C97">
              <a:alpha val="48000"/>
            </a:srgbClr>
          </a:solidFill>
          <a:ln w="0">
            <a:noFill/>
            <a:prstDash val="solid"/>
          </a:ln>
        </p:spPr>
      </p:sp>
      <p:sp>
        <p:nvSpPr>
          <p:cNvPr id="63" name="03_assume_matched_5360">
            <a:extLst>
              <a:ext uri="{FF2B5EF4-FFF2-40B4-BE49-F238E27FC236}">
                <a16:creationId xmlns:a16="http://schemas.microsoft.com/office/drawing/2014/main" id="{A04C1E6E-1CAA-4150-976D-B80F69EE39C4}"/>
              </a:ext>
            </a:extLst>
          </p:cNvPr>
          <p:cNvSpPr>
            <a:spLocks noGrp="1"/>
          </p:cNvSpPr>
          <p:nvPr/>
        </p:nvSpPr>
        <p:spPr>
          <a:xfrm>
            <a:off x="1196873" y="1962874"/>
            <a:ext cx="28398" cy="28398"/>
          </a:xfrm>
          <a:prstGeom prst="ellipse">
            <a:avLst/>
          </a:prstGeom>
          <a:solidFill>
            <a:srgbClr val="7F8C97">
              <a:alpha val="48000"/>
            </a:srgbClr>
          </a:solidFill>
          <a:ln w="0">
            <a:noFill/>
            <a:prstDash val="solid"/>
          </a:ln>
        </p:spPr>
      </p:sp>
      <p:sp>
        <p:nvSpPr>
          <p:cNvPr id="64" name="03_assume_matched_5361">
            <a:extLst>
              <a:ext uri="{FF2B5EF4-FFF2-40B4-BE49-F238E27FC236}">
                <a16:creationId xmlns:a16="http://schemas.microsoft.com/office/drawing/2014/main" id="{0C34C574-6EE8-4C3B-8DF4-C6B32DF77CA0}"/>
              </a:ext>
            </a:extLst>
          </p:cNvPr>
          <p:cNvSpPr>
            <a:spLocks noGrp="1"/>
          </p:cNvSpPr>
          <p:nvPr/>
        </p:nvSpPr>
        <p:spPr>
          <a:xfrm>
            <a:off x="1176007" y="1962874"/>
            <a:ext cx="28398" cy="28398"/>
          </a:xfrm>
          <a:prstGeom prst="ellipse">
            <a:avLst/>
          </a:prstGeom>
          <a:solidFill>
            <a:srgbClr val="7F8C97">
              <a:alpha val="48000"/>
            </a:srgbClr>
          </a:solidFill>
          <a:ln w="0">
            <a:noFill/>
            <a:prstDash val="solid"/>
          </a:ln>
        </p:spPr>
      </p:sp>
      <p:sp>
        <p:nvSpPr>
          <p:cNvPr id="65" name="03_assume_matched_5362">
            <a:extLst>
              <a:ext uri="{FF2B5EF4-FFF2-40B4-BE49-F238E27FC236}">
                <a16:creationId xmlns:a16="http://schemas.microsoft.com/office/drawing/2014/main" id="{FECAD47A-3325-4C45-B4E9-FA2997027677}"/>
              </a:ext>
            </a:extLst>
          </p:cNvPr>
          <p:cNvSpPr>
            <a:spLocks noGrp="1"/>
          </p:cNvSpPr>
          <p:nvPr/>
        </p:nvSpPr>
        <p:spPr>
          <a:xfrm>
            <a:off x="1084624" y="1670439"/>
            <a:ext cx="28398" cy="28398"/>
          </a:xfrm>
          <a:prstGeom prst="ellipse">
            <a:avLst/>
          </a:prstGeom>
          <a:solidFill>
            <a:srgbClr val="7F8C97">
              <a:alpha val="48000"/>
            </a:srgbClr>
          </a:solidFill>
          <a:ln w="0">
            <a:noFill/>
            <a:prstDash val="solid"/>
          </a:ln>
        </p:spPr>
      </p:sp>
      <p:sp>
        <p:nvSpPr>
          <p:cNvPr id="66" name="03_assume_matched_5363">
            <a:extLst>
              <a:ext uri="{FF2B5EF4-FFF2-40B4-BE49-F238E27FC236}">
                <a16:creationId xmlns:a16="http://schemas.microsoft.com/office/drawing/2014/main" id="{767C8A07-E9DC-4500-A5B6-25482225588B}"/>
              </a:ext>
            </a:extLst>
          </p:cNvPr>
          <p:cNvSpPr>
            <a:spLocks noGrp="1"/>
          </p:cNvSpPr>
          <p:nvPr/>
        </p:nvSpPr>
        <p:spPr>
          <a:xfrm>
            <a:off x="1143915" y="1962874"/>
            <a:ext cx="28398" cy="28398"/>
          </a:xfrm>
          <a:prstGeom prst="ellipse">
            <a:avLst/>
          </a:prstGeom>
          <a:solidFill>
            <a:srgbClr val="7F8C97">
              <a:alpha val="48000"/>
            </a:srgbClr>
          </a:solidFill>
          <a:ln w="0">
            <a:noFill/>
            <a:prstDash val="solid"/>
          </a:ln>
        </p:spPr>
      </p:sp>
      <p:sp>
        <p:nvSpPr>
          <p:cNvPr id="67" name="03_assume_matched_5364">
            <a:extLst>
              <a:ext uri="{FF2B5EF4-FFF2-40B4-BE49-F238E27FC236}">
                <a16:creationId xmlns:a16="http://schemas.microsoft.com/office/drawing/2014/main" id="{CF97E270-D6BE-4C50-BF32-CEA14F06812B}"/>
              </a:ext>
            </a:extLst>
          </p:cNvPr>
          <p:cNvSpPr>
            <a:spLocks noGrp="1"/>
          </p:cNvSpPr>
          <p:nvPr/>
        </p:nvSpPr>
        <p:spPr>
          <a:xfrm>
            <a:off x="1126070" y="1962874"/>
            <a:ext cx="28398" cy="28398"/>
          </a:xfrm>
          <a:prstGeom prst="ellipse">
            <a:avLst/>
          </a:prstGeom>
          <a:solidFill>
            <a:srgbClr val="7F8C97">
              <a:alpha val="48000"/>
            </a:srgbClr>
          </a:solidFill>
          <a:ln w="0">
            <a:noFill/>
            <a:prstDash val="solid"/>
          </a:ln>
        </p:spPr>
      </p:sp>
      <p:sp>
        <p:nvSpPr>
          <p:cNvPr id="68" name="03_assume_matched_5365">
            <a:extLst>
              <a:ext uri="{FF2B5EF4-FFF2-40B4-BE49-F238E27FC236}">
                <a16:creationId xmlns:a16="http://schemas.microsoft.com/office/drawing/2014/main" id="{84F2F300-F81B-48C5-A750-DA6082C88EBD}"/>
              </a:ext>
            </a:extLst>
          </p:cNvPr>
          <p:cNvSpPr>
            <a:spLocks noGrp="1"/>
          </p:cNvSpPr>
          <p:nvPr/>
        </p:nvSpPr>
        <p:spPr>
          <a:xfrm>
            <a:off x="1158306" y="1962874"/>
            <a:ext cx="28398" cy="28398"/>
          </a:xfrm>
          <a:prstGeom prst="ellipse">
            <a:avLst/>
          </a:prstGeom>
          <a:solidFill>
            <a:srgbClr val="7F8C97">
              <a:alpha val="48000"/>
            </a:srgbClr>
          </a:solidFill>
          <a:ln w="0">
            <a:noFill/>
            <a:prstDash val="solid"/>
          </a:ln>
        </p:spPr>
      </p:sp>
      <p:sp>
        <p:nvSpPr>
          <p:cNvPr id="69" name="03_assume_matched_5366">
            <a:extLst>
              <a:ext uri="{FF2B5EF4-FFF2-40B4-BE49-F238E27FC236}">
                <a16:creationId xmlns:a16="http://schemas.microsoft.com/office/drawing/2014/main" id="{02A32F9F-4B1F-48BC-8B3F-4B2F14CE53FE}"/>
              </a:ext>
            </a:extLst>
          </p:cNvPr>
          <p:cNvSpPr>
            <a:spLocks noGrp="1"/>
          </p:cNvSpPr>
          <p:nvPr/>
        </p:nvSpPr>
        <p:spPr>
          <a:xfrm>
            <a:off x="1140173" y="1914134"/>
            <a:ext cx="28398" cy="28398"/>
          </a:xfrm>
          <a:prstGeom prst="ellipse">
            <a:avLst/>
          </a:prstGeom>
          <a:solidFill>
            <a:srgbClr val="7F8C97">
              <a:alpha val="48000"/>
            </a:srgbClr>
          </a:solidFill>
          <a:ln w="0">
            <a:noFill/>
            <a:prstDash val="solid"/>
          </a:ln>
        </p:spPr>
      </p:sp>
      <p:sp>
        <p:nvSpPr>
          <p:cNvPr id="70" name="03_assume_matched_5367">
            <a:extLst>
              <a:ext uri="{FF2B5EF4-FFF2-40B4-BE49-F238E27FC236}">
                <a16:creationId xmlns:a16="http://schemas.microsoft.com/office/drawing/2014/main" id="{F717A4FA-00CB-4041-8751-32052275F147}"/>
              </a:ext>
            </a:extLst>
          </p:cNvPr>
          <p:cNvSpPr>
            <a:spLocks noGrp="1"/>
          </p:cNvSpPr>
          <p:nvPr/>
        </p:nvSpPr>
        <p:spPr>
          <a:xfrm>
            <a:off x="1202342" y="1962874"/>
            <a:ext cx="28398" cy="28398"/>
          </a:xfrm>
          <a:prstGeom prst="ellipse">
            <a:avLst/>
          </a:prstGeom>
          <a:solidFill>
            <a:srgbClr val="7F8C97">
              <a:alpha val="48000"/>
            </a:srgbClr>
          </a:solidFill>
          <a:ln w="0">
            <a:noFill/>
            <a:prstDash val="solid"/>
          </a:ln>
        </p:spPr>
      </p:sp>
      <p:sp>
        <p:nvSpPr>
          <p:cNvPr id="71" name="03_assume_matched_5368">
            <a:extLst>
              <a:ext uri="{FF2B5EF4-FFF2-40B4-BE49-F238E27FC236}">
                <a16:creationId xmlns:a16="http://schemas.microsoft.com/office/drawing/2014/main" id="{50A24D2A-59C2-414F-8FF0-7D92CB340017}"/>
              </a:ext>
            </a:extLst>
          </p:cNvPr>
          <p:cNvSpPr>
            <a:spLocks noGrp="1"/>
          </p:cNvSpPr>
          <p:nvPr/>
        </p:nvSpPr>
        <p:spPr>
          <a:xfrm>
            <a:off x="1100454" y="1787413"/>
            <a:ext cx="28398" cy="28398"/>
          </a:xfrm>
          <a:prstGeom prst="ellipse">
            <a:avLst/>
          </a:prstGeom>
          <a:solidFill>
            <a:srgbClr val="7F8C97">
              <a:alpha val="48000"/>
            </a:srgbClr>
          </a:solidFill>
          <a:ln w="0">
            <a:noFill/>
            <a:prstDash val="solid"/>
          </a:ln>
        </p:spPr>
      </p:sp>
      <p:sp>
        <p:nvSpPr>
          <p:cNvPr id="72" name="03_assume_matched_5369">
            <a:extLst>
              <a:ext uri="{FF2B5EF4-FFF2-40B4-BE49-F238E27FC236}">
                <a16:creationId xmlns:a16="http://schemas.microsoft.com/office/drawing/2014/main" id="{D1DB3B3B-8426-43AF-BC61-B215EAC608C3}"/>
              </a:ext>
            </a:extLst>
          </p:cNvPr>
          <p:cNvSpPr>
            <a:spLocks noGrp="1"/>
          </p:cNvSpPr>
          <p:nvPr/>
        </p:nvSpPr>
        <p:spPr>
          <a:xfrm>
            <a:off x="1107074" y="1962874"/>
            <a:ext cx="28398" cy="28398"/>
          </a:xfrm>
          <a:prstGeom prst="ellipse">
            <a:avLst/>
          </a:prstGeom>
          <a:solidFill>
            <a:srgbClr val="7F8C97">
              <a:alpha val="48000"/>
            </a:srgbClr>
          </a:solidFill>
          <a:ln w="0">
            <a:noFill/>
            <a:prstDash val="solid"/>
          </a:ln>
        </p:spPr>
      </p:sp>
      <p:sp>
        <p:nvSpPr>
          <p:cNvPr id="73" name="03_assume_matched_5370">
            <a:extLst>
              <a:ext uri="{FF2B5EF4-FFF2-40B4-BE49-F238E27FC236}">
                <a16:creationId xmlns:a16="http://schemas.microsoft.com/office/drawing/2014/main" id="{44119BBB-D2C4-440B-9F82-CAC4F04B15AD}"/>
              </a:ext>
            </a:extLst>
          </p:cNvPr>
          <p:cNvSpPr>
            <a:spLocks noGrp="1"/>
          </p:cNvSpPr>
          <p:nvPr/>
        </p:nvSpPr>
        <p:spPr>
          <a:xfrm>
            <a:off x="1166940" y="1816656"/>
            <a:ext cx="28398" cy="28398"/>
          </a:xfrm>
          <a:prstGeom prst="ellipse">
            <a:avLst/>
          </a:prstGeom>
          <a:solidFill>
            <a:srgbClr val="7F8C97">
              <a:alpha val="48000"/>
            </a:srgbClr>
          </a:solidFill>
          <a:ln w="0">
            <a:noFill/>
            <a:prstDash val="solid"/>
          </a:ln>
        </p:spPr>
      </p:sp>
      <p:sp>
        <p:nvSpPr>
          <p:cNvPr id="74" name="03_assume_matched_5371">
            <a:extLst>
              <a:ext uri="{FF2B5EF4-FFF2-40B4-BE49-F238E27FC236}">
                <a16:creationId xmlns:a16="http://schemas.microsoft.com/office/drawing/2014/main" id="{6C74684B-E02B-47A4-9230-7F500E00CB15}"/>
              </a:ext>
            </a:extLst>
          </p:cNvPr>
          <p:cNvSpPr>
            <a:spLocks noGrp="1"/>
          </p:cNvSpPr>
          <p:nvPr/>
        </p:nvSpPr>
        <p:spPr>
          <a:xfrm>
            <a:off x="1165645" y="1670439"/>
            <a:ext cx="28398" cy="28398"/>
          </a:xfrm>
          <a:prstGeom prst="ellipse">
            <a:avLst/>
          </a:prstGeom>
          <a:solidFill>
            <a:srgbClr val="7F8C97">
              <a:alpha val="48000"/>
            </a:srgbClr>
          </a:solidFill>
          <a:ln w="0">
            <a:noFill/>
            <a:prstDash val="solid"/>
          </a:ln>
        </p:spPr>
      </p:sp>
      <p:sp>
        <p:nvSpPr>
          <p:cNvPr id="75" name="03_assume_matched_5372">
            <a:extLst>
              <a:ext uri="{FF2B5EF4-FFF2-40B4-BE49-F238E27FC236}">
                <a16:creationId xmlns:a16="http://schemas.microsoft.com/office/drawing/2014/main" id="{33698111-C8BC-4675-8C40-F77951416ACA}"/>
              </a:ext>
            </a:extLst>
          </p:cNvPr>
          <p:cNvSpPr>
            <a:spLocks noGrp="1"/>
          </p:cNvSpPr>
          <p:nvPr/>
        </p:nvSpPr>
        <p:spPr>
          <a:xfrm>
            <a:off x="1212416" y="1962874"/>
            <a:ext cx="28398" cy="28398"/>
          </a:xfrm>
          <a:prstGeom prst="ellipse">
            <a:avLst/>
          </a:prstGeom>
          <a:solidFill>
            <a:srgbClr val="7F8C97">
              <a:alpha val="48000"/>
            </a:srgbClr>
          </a:solidFill>
          <a:ln w="0">
            <a:noFill/>
            <a:prstDash val="solid"/>
          </a:ln>
        </p:spPr>
      </p:sp>
      <p:sp>
        <p:nvSpPr>
          <p:cNvPr id="76" name="03_assume_matched_5373">
            <a:extLst>
              <a:ext uri="{FF2B5EF4-FFF2-40B4-BE49-F238E27FC236}">
                <a16:creationId xmlns:a16="http://schemas.microsoft.com/office/drawing/2014/main" id="{178B372A-5E78-4755-BA61-040421023628}"/>
              </a:ext>
            </a:extLst>
          </p:cNvPr>
          <p:cNvSpPr>
            <a:spLocks noGrp="1"/>
          </p:cNvSpPr>
          <p:nvPr/>
        </p:nvSpPr>
        <p:spPr>
          <a:xfrm>
            <a:off x="1190685" y="1962874"/>
            <a:ext cx="28398" cy="28398"/>
          </a:xfrm>
          <a:prstGeom prst="ellipse">
            <a:avLst/>
          </a:prstGeom>
          <a:solidFill>
            <a:srgbClr val="7F8C97">
              <a:alpha val="48000"/>
            </a:srgbClr>
          </a:solidFill>
          <a:ln w="0">
            <a:noFill/>
            <a:prstDash val="solid"/>
          </a:ln>
        </p:spPr>
      </p:sp>
      <p:sp>
        <p:nvSpPr>
          <p:cNvPr id="77" name="03_assume_matched_5374">
            <a:extLst>
              <a:ext uri="{FF2B5EF4-FFF2-40B4-BE49-F238E27FC236}">
                <a16:creationId xmlns:a16="http://schemas.microsoft.com/office/drawing/2014/main" id="{79B2FA13-1BB8-49FD-9EAA-891EE3C5F457}"/>
              </a:ext>
            </a:extLst>
          </p:cNvPr>
          <p:cNvSpPr>
            <a:spLocks noGrp="1"/>
          </p:cNvSpPr>
          <p:nvPr/>
        </p:nvSpPr>
        <p:spPr>
          <a:xfrm>
            <a:off x="1122760" y="1962874"/>
            <a:ext cx="28398" cy="28398"/>
          </a:xfrm>
          <a:prstGeom prst="ellipse">
            <a:avLst/>
          </a:prstGeom>
          <a:solidFill>
            <a:srgbClr val="7F8C97">
              <a:alpha val="48000"/>
            </a:srgbClr>
          </a:solidFill>
          <a:ln w="0">
            <a:noFill/>
            <a:prstDash val="solid"/>
          </a:ln>
        </p:spPr>
      </p:sp>
      <p:sp>
        <p:nvSpPr>
          <p:cNvPr id="78" name="03_assume_matched_5375">
            <a:extLst>
              <a:ext uri="{FF2B5EF4-FFF2-40B4-BE49-F238E27FC236}">
                <a16:creationId xmlns:a16="http://schemas.microsoft.com/office/drawing/2014/main" id="{5A5097FA-621E-44FE-9FA2-AC2DC641D02C}"/>
              </a:ext>
            </a:extLst>
          </p:cNvPr>
          <p:cNvSpPr>
            <a:spLocks noGrp="1"/>
          </p:cNvSpPr>
          <p:nvPr/>
        </p:nvSpPr>
        <p:spPr>
          <a:xfrm>
            <a:off x="1193563" y="1962874"/>
            <a:ext cx="28398" cy="28398"/>
          </a:xfrm>
          <a:prstGeom prst="ellipse">
            <a:avLst/>
          </a:prstGeom>
          <a:solidFill>
            <a:srgbClr val="7F8C97">
              <a:alpha val="48000"/>
            </a:srgbClr>
          </a:solidFill>
          <a:ln w="0">
            <a:noFill/>
            <a:prstDash val="solid"/>
          </a:ln>
        </p:spPr>
      </p:sp>
      <p:sp>
        <p:nvSpPr>
          <p:cNvPr id="79" name="03_assume_matched_5376">
            <a:extLst>
              <a:ext uri="{FF2B5EF4-FFF2-40B4-BE49-F238E27FC236}">
                <a16:creationId xmlns:a16="http://schemas.microsoft.com/office/drawing/2014/main" id="{71F3B833-A937-43CF-8CAF-B4E1B15131D0}"/>
              </a:ext>
            </a:extLst>
          </p:cNvPr>
          <p:cNvSpPr>
            <a:spLocks noGrp="1"/>
          </p:cNvSpPr>
          <p:nvPr/>
        </p:nvSpPr>
        <p:spPr>
          <a:xfrm>
            <a:off x="1181907" y="1962874"/>
            <a:ext cx="28398" cy="28398"/>
          </a:xfrm>
          <a:prstGeom prst="ellipse">
            <a:avLst/>
          </a:prstGeom>
          <a:solidFill>
            <a:srgbClr val="7F8C97">
              <a:alpha val="48000"/>
            </a:srgbClr>
          </a:solidFill>
          <a:ln w="0">
            <a:noFill/>
            <a:prstDash val="solid"/>
          </a:ln>
        </p:spPr>
      </p:sp>
      <p:sp>
        <p:nvSpPr>
          <p:cNvPr id="80" name="03_assume_matched_5377">
            <a:extLst>
              <a:ext uri="{FF2B5EF4-FFF2-40B4-BE49-F238E27FC236}">
                <a16:creationId xmlns:a16="http://schemas.microsoft.com/office/drawing/2014/main" id="{CA740B73-4FFD-4754-9398-D834A1CE0344}"/>
              </a:ext>
            </a:extLst>
          </p:cNvPr>
          <p:cNvSpPr>
            <a:spLocks noGrp="1"/>
          </p:cNvSpPr>
          <p:nvPr/>
        </p:nvSpPr>
        <p:spPr>
          <a:xfrm>
            <a:off x="1188095" y="1962874"/>
            <a:ext cx="28398" cy="28398"/>
          </a:xfrm>
          <a:prstGeom prst="ellipse">
            <a:avLst/>
          </a:prstGeom>
          <a:solidFill>
            <a:srgbClr val="7F8C97">
              <a:alpha val="48000"/>
            </a:srgbClr>
          </a:solidFill>
          <a:ln w="0">
            <a:noFill/>
            <a:prstDash val="solid"/>
          </a:ln>
        </p:spPr>
      </p:sp>
      <p:sp>
        <p:nvSpPr>
          <p:cNvPr id="81" name="03_assume_matched_5378">
            <a:extLst>
              <a:ext uri="{FF2B5EF4-FFF2-40B4-BE49-F238E27FC236}">
                <a16:creationId xmlns:a16="http://schemas.microsoft.com/office/drawing/2014/main" id="{2EDE8454-2C53-4731-A975-299688CD4F69}"/>
              </a:ext>
            </a:extLst>
          </p:cNvPr>
          <p:cNvSpPr>
            <a:spLocks noGrp="1"/>
          </p:cNvSpPr>
          <p:nvPr/>
        </p:nvSpPr>
        <p:spPr>
          <a:xfrm>
            <a:off x="1201478" y="1962874"/>
            <a:ext cx="28398" cy="28398"/>
          </a:xfrm>
          <a:prstGeom prst="ellipse">
            <a:avLst/>
          </a:prstGeom>
          <a:solidFill>
            <a:srgbClr val="7F8C97">
              <a:alpha val="48000"/>
            </a:srgbClr>
          </a:solidFill>
          <a:ln w="0">
            <a:noFill/>
            <a:prstDash val="solid"/>
          </a:ln>
        </p:spPr>
      </p:sp>
      <p:sp>
        <p:nvSpPr>
          <p:cNvPr id="82" name="03_assume_matched_5379">
            <a:extLst>
              <a:ext uri="{FF2B5EF4-FFF2-40B4-BE49-F238E27FC236}">
                <a16:creationId xmlns:a16="http://schemas.microsoft.com/office/drawing/2014/main" id="{AD19B507-A251-4011-84F0-F0FB9D3CBD8D}"/>
              </a:ext>
            </a:extLst>
          </p:cNvPr>
          <p:cNvSpPr>
            <a:spLocks noGrp="1"/>
          </p:cNvSpPr>
          <p:nvPr/>
        </p:nvSpPr>
        <p:spPr>
          <a:xfrm>
            <a:off x="1110096" y="1670439"/>
            <a:ext cx="28398" cy="28398"/>
          </a:xfrm>
          <a:prstGeom prst="ellipse">
            <a:avLst/>
          </a:prstGeom>
          <a:solidFill>
            <a:srgbClr val="7F8C97">
              <a:alpha val="48000"/>
            </a:srgbClr>
          </a:solidFill>
          <a:ln w="0">
            <a:noFill/>
            <a:prstDash val="solid"/>
          </a:ln>
        </p:spPr>
      </p:sp>
      <p:sp>
        <p:nvSpPr>
          <p:cNvPr id="83" name="03_assume_matched_5380">
            <a:extLst>
              <a:ext uri="{FF2B5EF4-FFF2-40B4-BE49-F238E27FC236}">
                <a16:creationId xmlns:a16="http://schemas.microsoft.com/office/drawing/2014/main" id="{6FD1D5B2-83B3-4DEB-9266-1D6DB3D8B8C7}"/>
              </a:ext>
            </a:extLst>
          </p:cNvPr>
          <p:cNvSpPr>
            <a:spLocks noGrp="1"/>
          </p:cNvSpPr>
          <p:nvPr/>
        </p:nvSpPr>
        <p:spPr>
          <a:xfrm>
            <a:off x="1099303" y="1962874"/>
            <a:ext cx="28398" cy="28398"/>
          </a:xfrm>
          <a:prstGeom prst="ellipse">
            <a:avLst/>
          </a:prstGeom>
          <a:solidFill>
            <a:srgbClr val="7F8C97">
              <a:alpha val="48000"/>
            </a:srgbClr>
          </a:solidFill>
          <a:ln w="0">
            <a:noFill/>
            <a:prstDash val="solid"/>
          </a:ln>
        </p:spPr>
      </p:sp>
      <p:sp>
        <p:nvSpPr>
          <p:cNvPr id="84" name="03_assume_matched_5381">
            <a:extLst>
              <a:ext uri="{FF2B5EF4-FFF2-40B4-BE49-F238E27FC236}">
                <a16:creationId xmlns:a16="http://schemas.microsoft.com/office/drawing/2014/main" id="{5E3B26B9-8AC6-40CC-A24F-EF1126BB5AD8}"/>
              </a:ext>
            </a:extLst>
          </p:cNvPr>
          <p:cNvSpPr>
            <a:spLocks noGrp="1"/>
          </p:cNvSpPr>
          <p:nvPr/>
        </p:nvSpPr>
        <p:spPr>
          <a:xfrm>
            <a:off x="1182195" y="1962874"/>
            <a:ext cx="28398" cy="28398"/>
          </a:xfrm>
          <a:prstGeom prst="ellipse">
            <a:avLst/>
          </a:prstGeom>
          <a:solidFill>
            <a:srgbClr val="7F8C97">
              <a:alpha val="48000"/>
            </a:srgbClr>
          </a:solidFill>
          <a:ln w="0">
            <a:noFill/>
            <a:prstDash val="solid"/>
          </a:ln>
        </p:spPr>
      </p:sp>
      <p:sp>
        <p:nvSpPr>
          <p:cNvPr id="85" name="03_assume_matched_5382">
            <a:extLst>
              <a:ext uri="{FF2B5EF4-FFF2-40B4-BE49-F238E27FC236}">
                <a16:creationId xmlns:a16="http://schemas.microsoft.com/office/drawing/2014/main" id="{0F8FCDD3-8C91-463F-9488-9D6B7DFDA608}"/>
              </a:ext>
            </a:extLst>
          </p:cNvPr>
          <p:cNvSpPr>
            <a:spLocks noGrp="1"/>
          </p:cNvSpPr>
          <p:nvPr/>
        </p:nvSpPr>
        <p:spPr>
          <a:xfrm>
            <a:off x="1219323" y="1921097"/>
            <a:ext cx="28398" cy="28398"/>
          </a:xfrm>
          <a:prstGeom prst="ellipse">
            <a:avLst/>
          </a:prstGeom>
          <a:solidFill>
            <a:srgbClr val="7F8C97">
              <a:alpha val="48000"/>
            </a:srgbClr>
          </a:solidFill>
          <a:ln w="0">
            <a:noFill/>
            <a:prstDash val="solid"/>
          </a:ln>
        </p:spPr>
      </p:sp>
      <p:sp>
        <p:nvSpPr>
          <p:cNvPr id="86" name="03_assume_matched_5383">
            <a:extLst>
              <a:ext uri="{FF2B5EF4-FFF2-40B4-BE49-F238E27FC236}">
                <a16:creationId xmlns:a16="http://schemas.microsoft.com/office/drawing/2014/main" id="{09D774BB-E4DB-4EDC-A6CE-E7B3F8DD2E3B}"/>
              </a:ext>
            </a:extLst>
          </p:cNvPr>
          <p:cNvSpPr>
            <a:spLocks noGrp="1"/>
          </p:cNvSpPr>
          <p:nvPr/>
        </p:nvSpPr>
        <p:spPr>
          <a:xfrm>
            <a:off x="1225511" y="1670439"/>
            <a:ext cx="28398" cy="28398"/>
          </a:xfrm>
          <a:prstGeom prst="ellipse">
            <a:avLst/>
          </a:prstGeom>
          <a:solidFill>
            <a:srgbClr val="7F8C97">
              <a:alpha val="48000"/>
            </a:srgbClr>
          </a:solidFill>
          <a:ln w="0">
            <a:noFill/>
            <a:prstDash val="solid"/>
          </a:ln>
        </p:spPr>
      </p:sp>
      <p:sp>
        <p:nvSpPr>
          <p:cNvPr id="87" name="03_assume_matched_5384">
            <a:extLst>
              <a:ext uri="{FF2B5EF4-FFF2-40B4-BE49-F238E27FC236}">
                <a16:creationId xmlns:a16="http://schemas.microsoft.com/office/drawing/2014/main" id="{4FEC72EC-61C9-48DE-A870-772171AF8903}"/>
              </a:ext>
            </a:extLst>
          </p:cNvPr>
          <p:cNvSpPr>
            <a:spLocks noGrp="1"/>
          </p:cNvSpPr>
          <p:nvPr/>
        </p:nvSpPr>
        <p:spPr>
          <a:xfrm>
            <a:off x="1136576" y="1962874"/>
            <a:ext cx="28398" cy="28398"/>
          </a:xfrm>
          <a:prstGeom prst="ellipse">
            <a:avLst/>
          </a:prstGeom>
          <a:solidFill>
            <a:srgbClr val="7F8C97">
              <a:alpha val="48000"/>
            </a:srgbClr>
          </a:solidFill>
          <a:ln w="0">
            <a:noFill/>
            <a:prstDash val="solid"/>
          </a:ln>
        </p:spPr>
      </p:sp>
      <p:sp>
        <p:nvSpPr>
          <p:cNvPr id="88" name="03_assume_matched_5385">
            <a:extLst>
              <a:ext uri="{FF2B5EF4-FFF2-40B4-BE49-F238E27FC236}">
                <a16:creationId xmlns:a16="http://schemas.microsoft.com/office/drawing/2014/main" id="{3AED86F2-D650-4095-A15F-515F1EB84C03}"/>
              </a:ext>
            </a:extLst>
          </p:cNvPr>
          <p:cNvSpPr>
            <a:spLocks noGrp="1"/>
          </p:cNvSpPr>
          <p:nvPr/>
        </p:nvSpPr>
        <p:spPr>
          <a:xfrm>
            <a:off x="1189390" y="1962874"/>
            <a:ext cx="28398" cy="28398"/>
          </a:xfrm>
          <a:prstGeom prst="ellipse">
            <a:avLst/>
          </a:prstGeom>
          <a:solidFill>
            <a:srgbClr val="7F8C97">
              <a:alpha val="48000"/>
            </a:srgbClr>
          </a:solidFill>
          <a:ln w="0">
            <a:noFill/>
            <a:prstDash val="solid"/>
          </a:ln>
        </p:spPr>
      </p:sp>
      <p:sp>
        <p:nvSpPr>
          <p:cNvPr id="89" name="03_assume_matched_5386">
            <a:extLst>
              <a:ext uri="{FF2B5EF4-FFF2-40B4-BE49-F238E27FC236}">
                <a16:creationId xmlns:a16="http://schemas.microsoft.com/office/drawing/2014/main" id="{8A430353-1A1D-41F7-8787-0ADFA017F9CC}"/>
              </a:ext>
            </a:extLst>
          </p:cNvPr>
          <p:cNvSpPr>
            <a:spLocks noGrp="1"/>
          </p:cNvSpPr>
          <p:nvPr/>
        </p:nvSpPr>
        <p:spPr>
          <a:xfrm>
            <a:off x="1200327" y="1962874"/>
            <a:ext cx="28398" cy="28398"/>
          </a:xfrm>
          <a:prstGeom prst="ellipse">
            <a:avLst/>
          </a:prstGeom>
          <a:solidFill>
            <a:srgbClr val="7F8C97">
              <a:alpha val="48000"/>
            </a:srgbClr>
          </a:solidFill>
          <a:ln w="0">
            <a:noFill/>
            <a:prstDash val="solid"/>
          </a:ln>
        </p:spPr>
      </p:sp>
      <p:sp>
        <p:nvSpPr>
          <p:cNvPr id="90" name="03_assume_matched_5387">
            <a:extLst>
              <a:ext uri="{FF2B5EF4-FFF2-40B4-BE49-F238E27FC236}">
                <a16:creationId xmlns:a16="http://schemas.microsoft.com/office/drawing/2014/main" id="{C22F22CA-5000-4464-99AF-806BC68ACF94}"/>
              </a:ext>
            </a:extLst>
          </p:cNvPr>
          <p:cNvSpPr>
            <a:spLocks noGrp="1"/>
          </p:cNvSpPr>
          <p:nvPr/>
        </p:nvSpPr>
        <p:spPr>
          <a:xfrm>
            <a:off x="1217740" y="1962874"/>
            <a:ext cx="28398" cy="28398"/>
          </a:xfrm>
          <a:prstGeom prst="ellipse">
            <a:avLst/>
          </a:prstGeom>
          <a:solidFill>
            <a:srgbClr val="7F8C97">
              <a:alpha val="48000"/>
            </a:srgbClr>
          </a:solidFill>
          <a:ln w="0">
            <a:noFill/>
            <a:prstDash val="solid"/>
          </a:ln>
        </p:spPr>
      </p:sp>
      <p:sp>
        <p:nvSpPr>
          <p:cNvPr id="91" name="03_assume_matched_5388">
            <a:extLst>
              <a:ext uri="{FF2B5EF4-FFF2-40B4-BE49-F238E27FC236}">
                <a16:creationId xmlns:a16="http://schemas.microsoft.com/office/drawing/2014/main" id="{56F33414-1DC6-44C5-8D41-CC45788CF57C}"/>
              </a:ext>
            </a:extLst>
          </p:cNvPr>
          <p:cNvSpPr>
            <a:spLocks noGrp="1"/>
          </p:cNvSpPr>
          <p:nvPr/>
        </p:nvSpPr>
        <p:spPr>
          <a:xfrm>
            <a:off x="1202486" y="1962874"/>
            <a:ext cx="28398" cy="28398"/>
          </a:xfrm>
          <a:prstGeom prst="ellipse">
            <a:avLst/>
          </a:prstGeom>
          <a:solidFill>
            <a:srgbClr val="7F8C97">
              <a:alpha val="48000"/>
            </a:srgbClr>
          </a:solidFill>
          <a:ln w="0">
            <a:noFill/>
            <a:prstDash val="solid"/>
          </a:ln>
        </p:spPr>
      </p:sp>
      <p:sp>
        <p:nvSpPr>
          <p:cNvPr id="92" name="03_assume_matched_5389">
            <a:extLst>
              <a:ext uri="{FF2B5EF4-FFF2-40B4-BE49-F238E27FC236}">
                <a16:creationId xmlns:a16="http://schemas.microsoft.com/office/drawing/2014/main" id="{A33265C5-4E1A-461A-B5E5-0E8D6B44AD13}"/>
              </a:ext>
            </a:extLst>
          </p:cNvPr>
          <p:cNvSpPr>
            <a:spLocks noGrp="1"/>
          </p:cNvSpPr>
          <p:nvPr/>
        </p:nvSpPr>
        <p:spPr>
          <a:xfrm>
            <a:off x="1180756" y="1962874"/>
            <a:ext cx="28398" cy="28398"/>
          </a:xfrm>
          <a:prstGeom prst="ellipse">
            <a:avLst/>
          </a:prstGeom>
          <a:solidFill>
            <a:srgbClr val="7F8C97">
              <a:alpha val="48000"/>
            </a:srgbClr>
          </a:solidFill>
          <a:ln w="0">
            <a:noFill/>
            <a:prstDash val="solid"/>
          </a:ln>
        </p:spPr>
      </p:sp>
      <p:sp>
        <p:nvSpPr>
          <p:cNvPr id="93" name="03_assume_matched_5390">
            <a:extLst>
              <a:ext uri="{FF2B5EF4-FFF2-40B4-BE49-F238E27FC236}">
                <a16:creationId xmlns:a16="http://schemas.microsoft.com/office/drawing/2014/main" id="{8FCBD7AD-07AA-423E-9D3D-D156A44A84DB}"/>
              </a:ext>
            </a:extLst>
          </p:cNvPr>
          <p:cNvSpPr>
            <a:spLocks noGrp="1"/>
          </p:cNvSpPr>
          <p:nvPr/>
        </p:nvSpPr>
        <p:spPr>
          <a:xfrm>
            <a:off x="1092539" y="1670439"/>
            <a:ext cx="28398" cy="28398"/>
          </a:xfrm>
          <a:prstGeom prst="ellipse">
            <a:avLst/>
          </a:prstGeom>
          <a:solidFill>
            <a:srgbClr val="7F8C97">
              <a:alpha val="48000"/>
            </a:srgbClr>
          </a:solidFill>
          <a:ln w="0">
            <a:noFill/>
            <a:prstDash val="solid"/>
          </a:ln>
        </p:spPr>
      </p:sp>
      <p:sp>
        <p:nvSpPr>
          <p:cNvPr id="94" name="03_assume_matched_5391">
            <a:extLst>
              <a:ext uri="{FF2B5EF4-FFF2-40B4-BE49-F238E27FC236}">
                <a16:creationId xmlns:a16="http://schemas.microsoft.com/office/drawing/2014/main" id="{6456B38A-1631-4DB5-A8DF-75F05B3B2469}"/>
              </a:ext>
            </a:extLst>
          </p:cNvPr>
          <p:cNvSpPr>
            <a:spLocks noGrp="1"/>
          </p:cNvSpPr>
          <p:nvPr/>
        </p:nvSpPr>
        <p:spPr>
          <a:xfrm>
            <a:off x="1106499" y="1962874"/>
            <a:ext cx="28398" cy="28398"/>
          </a:xfrm>
          <a:prstGeom prst="ellipse">
            <a:avLst/>
          </a:prstGeom>
          <a:solidFill>
            <a:srgbClr val="7F8C97">
              <a:alpha val="48000"/>
            </a:srgbClr>
          </a:solidFill>
          <a:ln w="0">
            <a:noFill/>
            <a:prstDash val="solid"/>
          </a:ln>
        </p:spPr>
      </p:sp>
      <p:sp>
        <p:nvSpPr>
          <p:cNvPr id="95" name="03_assume_matched_5392">
            <a:extLst>
              <a:ext uri="{FF2B5EF4-FFF2-40B4-BE49-F238E27FC236}">
                <a16:creationId xmlns:a16="http://schemas.microsoft.com/office/drawing/2014/main" id="{D9FF4FF4-E548-487A-971C-6EE75484EDF9}"/>
              </a:ext>
            </a:extLst>
          </p:cNvPr>
          <p:cNvSpPr>
            <a:spLocks noGrp="1"/>
          </p:cNvSpPr>
          <p:nvPr/>
        </p:nvSpPr>
        <p:spPr>
          <a:xfrm>
            <a:off x="1167660" y="1670439"/>
            <a:ext cx="28398" cy="28398"/>
          </a:xfrm>
          <a:prstGeom prst="ellipse">
            <a:avLst/>
          </a:prstGeom>
          <a:solidFill>
            <a:srgbClr val="7F8C97">
              <a:alpha val="48000"/>
            </a:srgbClr>
          </a:solidFill>
          <a:ln w="0">
            <a:noFill/>
            <a:prstDash val="solid"/>
          </a:ln>
        </p:spPr>
      </p:sp>
      <p:sp>
        <p:nvSpPr>
          <p:cNvPr id="96" name="03_assume_matched_5393">
            <a:extLst>
              <a:ext uri="{FF2B5EF4-FFF2-40B4-BE49-F238E27FC236}">
                <a16:creationId xmlns:a16="http://schemas.microsoft.com/office/drawing/2014/main" id="{34B59DF6-D875-4526-9FD5-D63CC804C6AB}"/>
              </a:ext>
            </a:extLst>
          </p:cNvPr>
          <p:cNvSpPr>
            <a:spLocks noGrp="1"/>
          </p:cNvSpPr>
          <p:nvPr/>
        </p:nvSpPr>
        <p:spPr>
          <a:xfrm>
            <a:off x="1112543" y="1962874"/>
            <a:ext cx="28398" cy="28398"/>
          </a:xfrm>
          <a:prstGeom prst="ellipse">
            <a:avLst/>
          </a:prstGeom>
          <a:solidFill>
            <a:srgbClr val="7F8C97">
              <a:alpha val="48000"/>
            </a:srgbClr>
          </a:solidFill>
          <a:ln w="0">
            <a:noFill/>
            <a:prstDash val="solid"/>
          </a:ln>
        </p:spPr>
      </p:sp>
      <p:sp>
        <p:nvSpPr>
          <p:cNvPr id="97" name="03_assume_matched_5394">
            <a:extLst>
              <a:ext uri="{FF2B5EF4-FFF2-40B4-BE49-F238E27FC236}">
                <a16:creationId xmlns:a16="http://schemas.microsoft.com/office/drawing/2014/main" id="{6623C193-F33B-4FF9-9F13-DDAF714925F9}"/>
              </a:ext>
            </a:extLst>
          </p:cNvPr>
          <p:cNvSpPr>
            <a:spLocks noGrp="1"/>
          </p:cNvSpPr>
          <p:nvPr/>
        </p:nvSpPr>
        <p:spPr>
          <a:xfrm>
            <a:off x="1138590" y="1962874"/>
            <a:ext cx="28398" cy="28398"/>
          </a:xfrm>
          <a:prstGeom prst="ellipse">
            <a:avLst/>
          </a:prstGeom>
          <a:solidFill>
            <a:srgbClr val="7F8C97">
              <a:alpha val="48000"/>
            </a:srgbClr>
          </a:solidFill>
          <a:ln w="0">
            <a:noFill/>
            <a:prstDash val="solid"/>
          </a:ln>
        </p:spPr>
      </p:sp>
      <p:sp>
        <p:nvSpPr>
          <p:cNvPr id="98" name="03_assume_matched_5395">
            <a:extLst>
              <a:ext uri="{FF2B5EF4-FFF2-40B4-BE49-F238E27FC236}">
                <a16:creationId xmlns:a16="http://schemas.microsoft.com/office/drawing/2014/main" id="{10F626B6-9CBE-41F0-A9FF-C555BF65134D}"/>
              </a:ext>
            </a:extLst>
          </p:cNvPr>
          <p:cNvSpPr>
            <a:spLocks noGrp="1"/>
          </p:cNvSpPr>
          <p:nvPr/>
        </p:nvSpPr>
        <p:spPr>
          <a:xfrm>
            <a:off x="1087646" y="1962874"/>
            <a:ext cx="28398" cy="28398"/>
          </a:xfrm>
          <a:prstGeom prst="ellipse">
            <a:avLst/>
          </a:prstGeom>
          <a:solidFill>
            <a:srgbClr val="7F8C97">
              <a:alpha val="48000"/>
            </a:srgbClr>
          </a:solidFill>
          <a:ln w="0">
            <a:noFill/>
            <a:prstDash val="solid"/>
          </a:ln>
        </p:spPr>
      </p:sp>
      <p:sp>
        <p:nvSpPr>
          <p:cNvPr id="99" name="03_assume_matched_5396">
            <a:extLst>
              <a:ext uri="{FF2B5EF4-FFF2-40B4-BE49-F238E27FC236}">
                <a16:creationId xmlns:a16="http://schemas.microsoft.com/office/drawing/2014/main" id="{F6DB866F-2822-480C-8920-85F06DAB7F73}"/>
              </a:ext>
            </a:extLst>
          </p:cNvPr>
          <p:cNvSpPr>
            <a:spLocks noGrp="1"/>
          </p:cNvSpPr>
          <p:nvPr/>
        </p:nvSpPr>
        <p:spPr>
          <a:xfrm>
            <a:off x="1583133" y="1730426"/>
            <a:ext cx="28398" cy="28398"/>
          </a:xfrm>
          <a:prstGeom prst="ellipse">
            <a:avLst/>
          </a:prstGeom>
          <a:solidFill>
            <a:srgbClr val="7F8C97">
              <a:alpha val="48000"/>
            </a:srgbClr>
          </a:solidFill>
          <a:ln w="0">
            <a:noFill/>
            <a:prstDash val="solid"/>
          </a:ln>
        </p:spPr>
      </p:sp>
      <p:sp>
        <p:nvSpPr>
          <p:cNvPr id="100" name="03_assume_matched_5397">
            <a:extLst>
              <a:ext uri="{FF2B5EF4-FFF2-40B4-BE49-F238E27FC236}">
                <a16:creationId xmlns:a16="http://schemas.microsoft.com/office/drawing/2014/main" id="{90869238-2357-4A88-927A-E9DE200F2BB1}"/>
              </a:ext>
            </a:extLst>
          </p:cNvPr>
          <p:cNvSpPr>
            <a:spLocks noGrp="1"/>
          </p:cNvSpPr>
          <p:nvPr/>
        </p:nvSpPr>
        <p:spPr>
          <a:xfrm>
            <a:off x="1571620" y="1962874"/>
            <a:ext cx="28398" cy="28398"/>
          </a:xfrm>
          <a:prstGeom prst="ellipse">
            <a:avLst/>
          </a:prstGeom>
          <a:solidFill>
            <a:srgbClr val="7F8C97">
              <a:alpha val="48000"/>
            </a:srgbClr>
          </a:solidFill>
          <a:ln w="0">
            <a:noFill/>
            <a:prstDash val="solid"/>
          </a:ln>
        </p:spPr>
      </p:sp>
      <p:sp>
        <p:nvSpPr>
          <p:cNvPr id="101" name="03_assume_matched_5398">
            <a:extLst>
              <a:ext uri="{FF2B5EF4-FFF2-40B4-BE49-F238E27FC236}">
                <a16:creationId xmlns:a16="http://schemas.microsoft.com/office/drawing/2014/main" id="{19FCF991-6633-4EA8-861A-4EBC0E5796EA}"/>
              </a:ext>
            </a:extLst>
          </p:cNvPr>
          <p:cNvSpPr>
            <a:spLocks noGrp="1"/>
          </p:cNvSpPr>
          <p:nvPr/>
        </p:nvSpPr>
        <p:spPr>
          <a:xfrm>
            <a:off x="1514488" y="1962874"/>
            <a:ext cx="28398" cy="28398"/>
          </a:xfrm>
          <a:prstGeom prst="ellipse">
            <a:avLst/>
          </a:prstGeom>
          <a:solidFill>
            <a:srgbClr val="7F8C97">
              <a:alpha val="48000"/>
            </a:srgbClr>
          </a:solidFill>
          <a:ln w="0">
            <a:noFill/>
            <a:prstDash val="solid"/>
          </a:ln>
        </p:spPr>
      </p:sp>
      <p:sp>
        <p:nvSpPr>
          <p:cNvPr id="102" name="03_assume_matched_5399">
            <a:extLst>
              <a:ext uri="{FF2B5EF4-FFF2-40B4-BE49-F238E27FC236}">
                <a16:creationId xmlns:a16="http://schemas.microsoft.com/office/drawing/2014/main" id="{943578D2-F59B-4217-BB73-5B89388B6389}"/>
              </a:ext>
            </a:extLst>
          </p:cNvPr>
          <p:cNvSpPr>
            <a:spLocks noGrp="1"/>
          </p:cNvSpPr>
          <p:nvPr/>
        </p:nvSpPr>
        <p:spPr>
          <a:xfrm>
            <a:off x="1593350" y="1378004"/>
            <a:ext cx="28398" cy="28398"/>
          </a:xfrm>
          <a:prstGeom prst="ellipse">
            <a:avLst/>
          </a:prstGeom>
          <a:solidFill>
            <a:srgbClr val="7F8C97">
              <a:alpha val="48000"/>
            </a:srgbClr>
          </a:solidFill>
          <a:ln w="0">
            <a:noFill/>
            <a:prstDash val="solid"/>
          </a:ln>
        </p:spPr>
      </p:sp>
      <p:sp>
        <p:nvSpPr>
          <p:cNvPr id="103" name="03_assume_matched_5400">
            <a:extLst>
              <a:ext uri="{FF2B5EF4-FFF2-40B4-BE49-F238E27FC236}">
                <a16:creationId xmlns:a16="http://schemas.microsoft.com/office/drawing/2014/main" id="{D5C86408-B153-4676-B321-CA601AE0A0E5}"/>
              </a:ext>
            </a:extLst>
          </p:cNvPr>
          <p:cNvSpPr>
            <a:spLocks noGrp="1"/>
          </p:cNvSpPr>
          <p:nvPr/>
        </p:nvSpPr>
        <p:spPr>
          <a:xfrm>
            <a:off x="1561115" y="1545110"/>
            <a:ext cx="28398" cy="28398"/>
          </a:xfrm>
          <a:prstGeom prst="ellipse">
            <a:avLst/>
          </a:prstGeom>
          <a:solidFill>
            <a:srgbClr val="7F8C97">
              <a:alpha val="48000"/>
            </a:srgbClr>
          </a:solidFill>
          <a:ln w="0">
            <a:noFill/>
            <a:prstDash val="solid"/>
          </a:ln>
        </p:spPr>
      </p:sp>
      <p:sp>
        <p:nvSpPr>
          <p:cNvPr id="104" name="03_assume_matched_5401">
            <a:extLst>
              <a:ext uri="{FF2B5EF4-FFF2-40B4-BE49-F238E27FC236}">
                <a16:creationId xmlns:a16="http://schemas.microsoft.com/office/drawing/2014/main" id="{E3B833B3-1190-427F-9F42-B7230C623073}"/>
              </a:ext>
            </a:extLst>
          </p:cNvPr>
          <p:cNvSpPr>
            <a:spLocks noGrp="1"/>
          </p:cNvSpPr>
          <p:nvPr/>
        </p:nvSpPr>
        <p:spPr>
          <a:xfrm>
            <a:off x="1465847" y="1697024"/>
            <a:ext cx="28398" cy="28398"/>
          </a:xfrm>
          <a:prstGeom prst="ellipse">
            <a:avLst/>
          </a:prstGeom>
          <a:solidFill>
            <a:srgbClr val="7F8C97">
              <a:alpha val="48000"/>
            </a:srgbClr>
          </a:solidFill>
          <a:ln w="0">
            <a:noFill/>
            <a:prstDash val="solid"/>
          </a:ln>
        </p:spPr>
      </p:sp>
      <p:sp>
        <p:nvSpPr>
          <p:cNvPr id="105" name="03_assume_matched_5402">
            <a:extLst>
              <a:ext uri="{FF2B5EF4-FFF2-40B4-BE49-F238E27FC236}">
                <a16:creationId xmlns:a16="http://schemas.microsoft.com/office/drawing/2014/main" id="{A827A321-71CE-4205-9699-670E881A4F5B}"/>
              </a:ext>
            </a:extLst>
          </p:cNvPr>
          <p:cNvSpPr>
            <a:spLocks noGrp="1"/>
          </p:cNvSpPr>
          <p:nvPr/>
        </p:nvSpPr>
        <p:spPr>
          <a:xfrm>
            <a:off x="1496499" y="1962874"/>
            <a:ext cx="28398" cy="28398"/>
          </a:xfrm>
          <a:prstGeom prst="ellipse">
            <a:avLst/>
          </a:prstGeom>
          <a:solidFill>
            <a:srgbClr val="7F8C97">
              <a:alpha val="48000"/>
            </a:srgbClr>
          </a:solidFill>
          <a:ln w="0">
            <a:noFill/>
            <a:prstDash val="solid"/>
          </a:ln>
        </p:spPr>
      </p:sp>
      <p:sp>
        <p:nvSpPr>
          <p:cNvPr id="106" name="03_assume_matched_5403">
            <a:extLst>
              <a:ext uri="{FF2B5EF4-FFF2-40B4-BE49-F238E27FC236}">
                <a16:creationId xmlns:a16="http://schemas.microsoft.com/office/drawing/2014/main" id="{23695D4C-0502-4411-A504-DE73D17E2150}"/>
              </a:ext>
            </a:extLst>
          </p:cNvPr>
          <p:cNvSpPr>
            <a:spLocks noGrp="1"/>
          </p:cNvSpPr>
          <p:nvPr/>
        </p:nvSpPr>
        <p:spPr>
          <a:xfrm>
            <a:off x="1465559" y="1962874"/>
            <a:ext cx="28398" cy="28398"/>
          </a:xfrm>
          <a:prstGeom prst="ellipse">
            <a:avLst/>
          </a:prstGeom>
          <a:solidFill>
            <a:srgbClr val="7F8C97">
              <a:alpha val="48000"/>
            </a:srgbClr>
          </a:solidFill>
          <a:ln w="0">
            <a:noFill/>
            <a:prstDash val="solid"/>
          </a:ln>
        </p:spPr>
      </p:sp>
      <p:sp>
        <p:nvSpPr>
          <p:cNvPr id="107" name="03_assume_matched_5404">
            <a:extLst>
              <a:ext uri="{FF2B5EF4-FFF2-40B4-BE49-F238E27FC236}">
                <a16:creationId xmlns:a16="http://schemas.microsoft.com/office/drawing/2014/main" id="{A7A9C0E5-26A1-46C2-BEBA-A7332834BA9A}"/>
              </a:ext>
            </a:extLst>
          </p:cNvPr>
          <p:cNvSpPr>
            <a:spLocks noGrp="1"/>
          </p:cNvSpPr>
          <p:nvPr/>
        </p:nvSpPr>
        <p:spPr>
          <a:xfrm>
            <a:off x="1546868" y="1962874"/>
            <a:ext cx="28398" cy="28398"/>
          </a:xfrm>
          <a:prstGeom prst="ellipse">
            <a:avLst/>
          </a:prstGeom>
          <a:solidFill>
            <a:srgbClr val="7F8C97">
              <a:alpha val="48000"/>
            </a:srgbClr>
          </a:solidFill>
          <a:ln w="0">
            <a:noFill/>
            <a:prstDash val="solid"/>
          </a:ln>
        </p:spPr>
      </p:sp>
      <p:sp>
        <p:nvSpPr>
          <p:cNvPr id="108" name="03_assume_matched_5405">
            <a:extLst>
              <a:ext uri="{FF2B5EF4-FFF2-40B4-BE49-F238E27FC236}">
                <a16:creationId xmlns:a16="http://schemas.microsoft.com/office/drawing/2014/main" id="{F6439309-C6DD-4880-BD70-9DBE46A4A24F}"/>
              </a:ext>
            </a:extLst>
          </p:cNvPr>
          <p:cNvSpPr>
            <a:spLocks noGrp="1"/>
          </p:cNvSpPr>
          <p:nvPr/>
        </p:nvSpPr>
        <p:spPr>
          <a:xfrm>
            <a:off x="1528159" y="1962874"/>
            <a:ext cx="28398" cy="28398"/>
          </a:xfrm>
          <a:prstGeom prst="ellipse">
            <a:avLst/>
          </a:prstGeom>
          <a:solidFill>
            <a:srgbClr val="7F8C97">
              <a:alpha val="48000"/>
            </a:srgbClr>
          </a:solidFill>
          <a:ln w="0">
            <a:noFill/>
            <a:prstDash val="solid"/>
          </a:ln>
        </p:spPr>
      </p:sp>
      <p:sp>
        <p:nvSpPr>
          <p:cNvPr id="109" name="03_assume_matched_5406">
            <a:extLst>
              <a:ext uri="{FF2B5EF4-FFF2-40B4-BE49-F238E27FC236}">
                <a16:creationId xmlns:a16="http://schemas.microsoft.com/office/drawing/2014/main" id="{E43DB65E-7777-4B19-B7CF-C68F163100F6}"/>
              </a:ext>
            </a:extLst>
          </p:cNvPr>
          <p:cNvSpPr>
            <a:spLocks noGrp="1"/>
          </p:cNvSpPr>
          <p:nvPr/>
        </p:nvSpPr>
        <p:spPr>
          <a:xfrm>
            <a:off x="1512905" y="1962874"/>
            <a:ext cx="28398" cy="28398"/>
          </a:xfrm>
          <a:prstGeom prst="ellipse">
            <a:avLst/>
          </a:prstGeom>
          <a:solidFill>
            <a:srgbClr val="7F8C97">
              <a:alpha val="48000"/>
            </a:srgbClr>
          </a:solidFill>
          <a:ln w="0">
            <a:noFill/>
            <a:prstDash val="solid"/>
          </a:ln>
        </p:spPr>
      </p:sp>
      <p:sp>
        <p:nvSpPr>
          <p:cNvPr id="110" name="03_assume_matched_5407">
            <a:extLst>
              <a:ext uri="{FF2B5EF4-FFF2-40B4-BE49-F238E27FC236}">
                <a16:creationId xmlns:a16="http://schemas.microsoft.com/office/drawing/2014/main" id="{E723C89B-5C92-4352-B240-EBBE784B4C99}"/>
              </a:ext>
            </a:extLst>
          </p:cNvPr>
          <p:cNvSpPr>
            <a:spLocks noGrp="1"/>
          </p:cNvSpPr>
          <p:nvPr/>
        </p:nvSpPr>
        <p:spPr>
          <a:xfrm>
            <a:off x="1498658" y="1962874"/>
            <a:ext cx="28398" cy="28398"/>
          </a:xfrm>
          <a:prstGeom prst="ellipse">
            <a:avLst/>
          </a:prstGeom>
          <a:solidFill>
            <a:srgbClr val="7F8C97">
              <a:alpha val="48000"/>
            </a:srgbClr>
          </a:solidFill>
          <a:ln w="0">
            <a:noFill/>
            <a:prstDash val="solid"/>
          </a:ln>
        </p:spPr>
      </p:sp>
      <p:sp>
        <p:nvSpPr>
          <p:cNvPr id="111" name="03_assume_matched_5408">
            <a:extLst>
              <a:ext uri="{FF2B5EF4-FFF2-40B4-BE49-F238E27FC236}">
                <a16:creationId xmlns:a16="http://schemas.microsoft.com/office/drawing/2014/main" id="{B94FEA18-5675-4734-87FD-ACAC3548D8F6}"/>
              </a:ext>
            </a:extLst>
          </p:cNvPr>
          <p:cNvSpPr>
            <a:spLocks noGrp="1"/>
          </p:cNvSpPr>
          <p:nvPr/>
        </p:nvSpPr>
        <p:spPr>
          <a:xfrm>
            <a:off x="1515064" y="1962874"/>
            <a:ext cx="28398" cy="28398"/>
          </a:xfrm>
          <a:prstGeom prst="ellipse">
            <a:avLst/>
          </a:prstGeom>
          <a:solidFill>
            <a:srgbClr val="7F8C97">
              <a:alpha val="48000"/>
            </a:srgbClr>
          </a:solidFill>
          <a:ln w="0">
            <a:noFill/>
            <a:prstDash val="solid"/>
          </a:ln>
        </p:spPr>
      </p:sp>
      <p:sp>
        <p:nvSpPr>
          <p:cNvPr id="112" name="03_assume_matched_5409">
            <a:extLst>
              <a:ext uri="{FF2B5EF4-FFF2-40B4-BE49-F238E27FC236}">
                <a16:creationId xmlns:a16="http://schemas.microsoft.com/office/drawing/2014/main" id="{827B6980-3EA3-4DA4-92E3-84919765F1A9}"/>
              </a:ext>
            </a:extLst>
          </p:cNvPr>
          <p:cNvSpPr>
            <a:spLocks noGrp="1"/>
          </p:cNvSpPr>
          <p:nvPr/>
        </p:nvSpPr>
        <p:spPr>
          <a:xfrm>
            <a:off x="1600258" y="1816656"/>
            <a:ext cx="28398" cy="28398"/>
          </a:xfrm>
          <a:prstGeom prst="ellipse">
            <a:avLst/>
          </a:prstGeom>
          <a:solidFill>
            <a:srgbClr val="7F8C97">
              <a:alpha val="48000"/>
            </a:srgbClr>
          </a:solidFill>
          <a:ln w="0">
            <a:noFill/>
            <a:prstDash val="solid"/>
          </a:ln>
        </p:spPr>
      </p:sp>
      <p:sp>
        <p:nvSpPr>
          <p:cNvPr id="113" name="03_assume_matched_5410">
            <a:extLst>
              <a:ext uri="{FF2B5EF4-FFF2-40B4-BE49-F238E27FC236}">
                <a16:creationId xmlns:a16="http://schemas.microsoft.com/office/drawing/2014/main" id="{4A16E290-9412-4156-AEF0-FB103B51A17A}"/>
              </a:ext>
            </a:extLst>
          </p:cNvPr>
          <p:cNvSpPr>
            <a:spLocks noGrp="1"/>
          </p:cNvSpPr>
          <p:nvPr/>
        </p:nvSpPr>
        <p:spPr>
          <a:xfrm>
            <a:off x="1555214" y="1572961"/>
            <a:ext cx="28398" cy="28398"/>
          </a:xfrm>
          <a:prstGeom prst="ellipse">
            <a:avLst/>
          </a:prstGeom>
          <a:solidFill>
            <a:srgbClr val="7F8C97">
              <a:alpha val="48000"/>
            </a:srgbClr>
          </a:solidFill>
          <a:ln w="0">
            <a:noFill/>
            <a:prstDash val="solid"/>
          </a:ln>
        </p:spPr>
      </p:sp>
      <p:sp>
        <p:nvSpPr>
          <p:cNvPr id="114" name="03_assume_matched_5411">
            <a:extLst>
              <a:ext uri="{FF2B5EF4-FFF2-40B4-BE49-F238E27FC236}">
                <a16:creationId xmlns:a16="http://schemas.microsoft.com/office/drawing/2014/main" id="{A29F22EC-8839-4CCB-A29F-C2B3CCB639C5}"/>
              </a:ext>
            </a:extLst>
          </p:cNvPr>
          <p:cNvSpPr>
            <a:spLocks noGrp="1"/>
          </p:cNvSpPr>
          <p:nvPr/>
        </p:nvSpPr>
        <p:spPr>
          <a:xfrm>
            <a:off x="1565000" y="1962874"/>
            <a:ext cx="28398" cy="28398"/>
          </a:xfrm>
          <a:prstGeom prst="ellipse">
            <a:avLst/>
          </a:prstGeom>
          <a:solidFill>
            <a:srgbClr val="7F8C97">
              <a:alpha val="48000"/>
            </a:srgbClr>
          </a:solidFill>
          <a:ln w="0">
            <a:noFill/>
            <a:prstDash val="solid"/>
          </a:ln>
        </p:spPr>
      </p:sp>
      <p:sp>
        <p:nvSpPr>
          <p:cNvPr id="115" name="03_assume_matched_5412">
            <a:extLst>
              <a:ext uri="{FF2B5EF4-FFF2-40B4-BE49-F238E27FC236}">
                <a16:creationId xmlns:a16="http://schemas.microsoft.com/office/drawing/2014/main" id="{05784C20-6826-49B6-A554-CB918B37CEF0}"/>
              </a:ext>
            </a:extLst>
          </p:cNvPr>
          <p:cNvSpPr>
            <a:spLocks noGrp="1"/>
          </p:cNvSpPr>
          <p:nvPr/>
        </p:nvSpPr>
        <p:spPr>
          <a:xfrm>
            <a:off x="1501824" y="1865395"/>
            <a:ext cx="28398" cy="28398"/>
          </a:xfrm>
          <a:prstGeom prst="ellipse">
            <a:avLst/>
          </a:prstGeom>
          <a:solidFill>
            <a:srgbClr val="7F8C97">
              <a:alpha val="48000"/>
            </a:srgbClr>
          </a:solidFill>
          <a:ln w="0">
            <a:noFill/>
            <a:prstDash val="solid"/>
          </a:ln>
        </p:spPr>
      </p:sp>
      <p:sp>
        <p:nvSpPr>
          <p:cNvPr id="116" name="03_assume_matched_5413">
            <a:extLst>
              <a:ext uri="{FF2B5EF4-FFF2-40B4-BE49-F238E27FC236}">
                <a16:creationId xmlns:a16="http://schemas.microsoft.com/office/drawing/2014/main" id="{93A9BAFD-C58E-4208-9B29-1281D4695B9C}"/>
              </a:ext>
            </a:extLst>
          </p:cNvPr>
          <p:cNvSpPr>
            <a:spLocks noGrp="1"/>
          </p:cNvSpPr>
          <p:nvPr/>
        </p:nvSpPr>
        <p:spPr>
          <a:xfrm>
            <a:off x="1592199" y="1962874"/>
            <a:ext cx="28398" cy="28398"/>
          </a:xfrm>
          <a:prstGeom prst="ellipse">
            <a:avLst/>
          </a:prstGeom>
          <a:solidFill>
            <a:srgbClr val="7F8C97">
              <a:alpha val="48000"/>
            </a:srgbClr>
          </a:solidFill>
          <a:ln w="0">
            <a:noFill/>
            <a:prstDash val="solid"/>
          </a:ln>
        </p:spPr>
      </p:sp>
      <p:sp>
        <p:nvSpPr>
          <p:cNvPr id="117" name="03_assume_matched_5414">
            <a:extLst>
              <a:ext uri="{FF2B5EF4-FFF2-40B4-BE49-F238E27FC236}">
                <a16:creationId xmlns:a16="http://schemas.microsoft.com/office/drawing/2014/main" id="{A2591AF5-4E73-44FE-B8DC-EE7556D3BDA0}"/>
              </a:ext>
            </a:extLst>
          </p:cNvPr>
          <p:cNvSpPr>
            <a:spLocks noGrp="1"/>
          </p:cNvSpPr>
          <p:nvPr/>
        </p:nvSpPr>
        <p:spPr>
          <a:xfrm>
            <a:off x="1565288" y="1643854"/>
            <a:ext cx="28398" cy="28398"/>
          </a:xfrm>
          <a:prstGeom prst="ellipse">
            <a:avLst/>
          </a:prstGeom>
          <a:solidFill>
            <a:srgbClr val="7F8C97">
              <a:alpha val="48000"/>
            </a:srgbClr>
          </a:solidFill>
          <a:ln w="0">
            <a:noFill/>
            <a:prstDash val="solid"/>
          </a:ln>
        </p:spPr>
      </p:sp>
      <p:sp>
        <p:nvSpPr>
          <p:cNvPr id="118" name="03_assume_matched_5415">
            <a:extLst>
              <a:ext uri="{FF2B5EF4-FFF2-40B4-BE49-F238E27FC236}">
                <a16:creationId xmlns:a16="http://schemas.microsoft.com/office/drawing/2014/main" id="{5BFA0162-E9F8-4AB1-ACBF-AEA955D32A8B}"/>
              </a:ext>
            </a:extLst>
          </p:cNvPr>
          <p:cNvSpPr>
            <a:spLocks noGrp="1"/>
          </p:cNvSpPr>
          <p:nvPr/>
        </p:nvSpPr>
        <p:spPr>
          <a:xfrm>
            <a:off x="1483116" y="1962874"/>
            <a:ext cx="28398" cy="28398"/>
          </a:xfrm>
          <a:prstGeom prst="ellipse">
            <a:avLst/>
          </a:prstGeom>
          <a:solidFill>
            <a:srgbClr val="7F8C97">
              <a:alpha val="48000"/>
            </a:srgbClr>
          </a:solidFill>
          <a:ln w="0">
            <a:noFill/>
            <a:prstDash val="solid"/>
          </a:ln>
        </p:spPr>
      </p:sp>
      <p:sp>
        <p:nvSpPr>
          <p:cNvPr id="119" name="03_assume_matched_5416">
            <a:extLst>
              <a:ext uri="{FF2B5EF4-FFF2-40B4-BE49-F238E27FC236}">
                <a16:creationId xmlns:a16="http://schemas.microsoft.com/office/drawing/2014/main" id="{422F0144-5ACD-483B-8363-C09BE0C5207E}"/>
              </a:ext>
            </a:extLst>
          </p:cNvPr>
          <p:cNvSpPr>
            <a:spLocks noGrp="1"/>
          </p:cNvSpPr>
          <p:nvPr/>
        </p:nvSpPr>
        <p:spPr>
          <a:xfrm>
            <a:off x="1490455" y="1962874"/>
            <a:ext cx="28398" cy="28398"/>
          </a:xfrm>
          <a:prstGeom prst="ellipse">
            <a:avLst/>
          </a:prstGeom>
          <a:solidFill>
            <a:srgbClr val="7F8C97">
              <a:alpha val="48000"/>
            </a:srgbClr>
          </a:solidFill>
          <a:ln w="0">
            <a:noFill/>
            <a:prstDash val="solid"/>
          </a:ln>
        </p:spPr>
      </p:sp>
      <p:sp>
        <p:nvSpPr>
          <p:cNvPr id="120" name="03_assume_matched_5417">
            <a:extLst>
              <a:ext uri="{FF2B5EF4-FFF2-40B4-BE49-F238E27FC236}">
                <a16:creationId xmlns:a16="http://schemas.microsoft.com/office/drawing/2014/main" id="{E9A7A536-BF3A-4E7D-9507-E4CAE1F30461}"/>
              </a:ext>
            </a:extLst>
          </p:cNvPr>
          <p:cNvSpPr>
            <a:spLocks noGrp="1"/>
          </p:cNvSpPr>
          <p:nvPr/>
        </p:nvSpPr>
        <p:spPr>
          <a:xfrm>
            <a:off x="1501680" y="1816656"/>
            <a:ext cx="28398" cy="28398"/>
          </a:xfrm>
          <a:prstGeom prst="ellipse">
            <a:avLst/>
          </a:prstGeom>
          <a:solidFill>
            <a:srgbClr val="7F8C97">
              <a:alpha val="48000"/>
            </a:srgbClr>
          </a:solidFill>
          <a:ln w="0">
            <a:noFill/>
            <a:prstDash val="solid"/>
          </a:ln>
        </p:spPr>
      </p:sp>
      <p:sp>
        <p:nvSpPr>
          <p:cNvPr id="121" name="03_assume_matched_5418">
            <a:extLst>
              <a:ext uri="{FF2B5EF4-FFF2-40B4-BE49-F238E27FC236}">
                <a16:creationId xmlns:a16="http://schemas.microsoft.com/office/drawing/2014/main" id="{D15974AF-7C43-45A8-80E9-E42F198EFCD9}"/>
              </a:ext>
            </a:extLst>
          </p:cNvPr>
          <p:cNvSpPr>
            <a:spLocks noGrp="1"/>
          </p:cNvSpPr>
          <p:nvPr/>
        </p:nvSpPr>
        <p:spPr>
          <a:xfrm>
            <a:off x="1591048" y="1962874"/>
            <a:ext cx="28398" cy="28398"/>
          </a:xfrm>
          <a:prstGeom prst="ellipse">
            <a:avLst/>
          </a:prstGeom>
          <a:solidFill>
            <a:srgbClr val="7F8C97">
              <a:alpha val="48000"/>
            </a:srgbClr>
          </a:solidFill>
          <a:ln w="0">
            <a:noFill/>
            <a:prstDash val="solid"/>
          </a:ln>
        </p:spPr>
      </p:sp>
      <p:sp>
        <p:nvSpPr>
          <p:cNvPr id="122" name="03_assume_matched_5419">
            <a:extLst>
              <a:ext uri="{FF2B5EF4-FFF2-40B4-BE49-F238E27FC236}">
                <a16:creationId xmlns:a16="http://schemas.microsoft.com/office/drawing/2014/main" id="{B26DF873-66A2-4E7D-BE52-01E82D1121B3}"/>
              </a:ext>
            </a:extLst>
          </p:cNvPr>
          <p:cNvSpPr>
            <a:spLocks noGrp="1"/>
          </p:cNvSpPr>
          <p:nvPr/>
        </p:nvSpPr>
        <p:spPr>
          <a:xfrm>
            <a:off x="1503983" y="1670439"/>
            <a:ext cx="28398" cy="28398"/>
          </a:xfrm>
          <a:prstGeom prst="ellipse">
            <a:avLst/>
          </a:prstGeom>
          <a:solidFill>
            <a:srgbClr val="7F8C97">
              <a:alpha val="48000"/>
            </a:srgbClr>
          </a:solidFill>
          <a:ln w="0">
            <a:noFill/>
            <a:prstDash val="solid"/>
          </a:ln>
        </p:spPr>
      </p:sp>
      <p:sp>
        <p:nvSpPr>
          <p:cNvPr id="123" name="03_assume_matched_5420">
            <a:extLst>
              <a:ext uri="{FF2B5EF4-FFF2-40B4-BE49-F238E27FC236}">
                <a16:creationId xmlns:a16="http://schemas.microsoft.com/office/drawing/2014/main" id="{BEB3B8C4-2049-476A-A506-475FE5DD4256}"/>
              </a:ext>
            </a:extLst>
          </p:cNvPr>
          <p:cNvSpPr>
            <a:spLocks noGrp="1"/>
          </p:cNvSpPr>
          <p:nvPr/>
        </p:nvSpPr>
        <p:spPr>
          <a:xfrm>
            <a:off x="1582989" y="1962874"/>
            <a:ext cx="28398" cy="28398"/>
          </a:xfrm>
          <a:prstGeom prst="ellipse">
            <a:avLst/>
          </a:prstGeom>
          <a:solidFill>
            <a:srgbClr val="7F8C97">
              <a:alpha val="48000"/>
            </a:srgbClr>
          </a:solidFill>
          <a:ln w="0">
            <a:noFill/>
            <a:prstDash val="solid"/>
          </a:ln>
        </p:spPr>
      </p:sp>
      <p:sp>
        <p:nvSpPr>
          <p:cNvPr id="124" name="03_assume_matched_5421">
            <a:extLst>
              <a:ext uri="{FF2B5EF4-FFF2-40B4-BE49-F238E27FC236}">
                <a16:creationId xmlns:a16="http://schemas.microsoft.com/office/drawing/2014/main" id="{2AEA3C91-2AB7-473E-A30B-6EED69F94173}"/>
              </a:ext>
            </a:extLst>
          </p:cNvPr>
          <p:cNvSpPr>
            <a:spLocks noGrp="1"/>
          </p:cNvSpPr>
          <p:nvPr/>
        </p:nvSpPr>
        <p:spPr>
          <a:xfrm>
            <a:off x="1584140" y="1670439"/>
            <a:ext cx="28398" cy="28398"/>
          </a:xfrm>
          <a:prstGeom prst="ellipse">
            <a:avLst/>
          </a:prstGeom>
          <a:solidFill>
            <a:srgbClr val="7F8C97">
              <a:alpha val="48000"/>
            </a:srgbClr>
          </a:solidFill>
          <a:ln w="0">
            <a:noFill/>
            <a:prstDash val="solid"/>
          </a:ln>
        </p:spPr>
      </p:sp>
      <p:sp>
        <p:nvSpPr>
          <p:cNvPr id="125" name="03_assume_matched_5422">
            <a:extLst>
              <a:ext uri="{FF2B5EF4-FFF2-40B4-BE49-F238E27FC236}">
                <a16:creationId xmlns:a16="http://schemas.microsoft.com/office/drawing/2014/main" id="{C4DC0BF7-9B3E-4382-9DC4-3FA245B3B1EB}"/>
              </a:ext>
            </a:extLst>
          </p:cNvPr>
          <p:cNvSpPr>
            <a:spLocks noGrp="1"/>
          </p:cNvSpPr>
          <p:nvPr/>
        </p:nvSpPr>
        <p:spPr>
          <a:xfrm>
            <a:off x="1587882" y="1962874"/>
            <a:ext cx="28398" cy="28398"/>
          </a:xfrm>
          <a:prstGeom prst="ellipse">
            <a:avLst/>
          </a:prstGeom>
          <a:solidFill>
            <a:srgbClr val="7F8C97">
              <a:alpha val="48000"/>
            </a:srgbClr>
          </a:solidFill>
          <a:ln w="0">
            <a:noFill/>
            <a:prstDash val="solid"/>
          </a:ln>
        </p:spPr>
      </p:sp>
      <p:sp>
        <p:nvSpPr>
          <p:cNvPr id="126" name="03_assume_matched_5423">
            <a:extLst>
              <a:ext uri="{FF2B5EF4-FFF2-40B4-BE49-F238E27FC236}">
                <a16:creationId xmlns:a16="http://schemas.microsoft.com/office/drawing/2014/main" id="{5D8A9341-4086-4C11-AE2F-A656E8D3267C}"/>
              </a:ext>
            </a:extLst>
          </p:cNvPr>
          <p:cNvSpPr>
            <a:spLocks noGrp="1"/>
          </p:cNvSpPr>
          <p:nvPr/>
        </p:nvSpPr>
        <p:spPr>
          <a:xfrm>
            <a:off x="1505134" y="1962874"/>
            <a:ext cx="28398" cy="28398"/>
          </a:xfrm>
          <a:prstGeom prst="ellipse">
            <a:avLst/>
          </a:prstGeom>
          <a:solidFill>
            <a:srgbClr val="7F8C97">
              <a:alpha val="48000"/>
            </a:srgbClr>
          </a:solidFill>
          <a:ln w="0">
            <a:noFill/>
            <a:prstDash val="solid"/>
          </a:ln>
        </p:spPr>
      </p:sp>
      <p:sp>
        <p:nvSpPr>
          <p:cNvPr id="127" name="03_assume_matched_5424">
            <a:extLst>
              <a:ext uri="{FF2B5EF4-FFF2-40B4-BE49-F238E27FC236}">
                <a16:creationId xmlns:a16="http://schemas.microsoft.com/office/drawing/2014/main" id="{15C3C678-CF33-4C66-9AA7-F3233196706C}"/>
              </a:ext>
            </a:extLst>
          </p:cNvPr>
          <p:cNvSpPr>
            <a:spLocks noGrp="1"/>
          </p:cNvSpPr>
          <p:nvPr/>
        </p:nvSpPr>
        <p:spPr>
          <a:xfrm>
            <a:off x="1483404" y="1378004"/>
            <a:ext cx="28398" cy="28398"/>
          </a:xfrm>
          <a:prstGeom prst="ellipse">
            <a:avLst/>
          </a:prstGeom>
          <a:solidFill>
            <a:srgbClr val="7F8C97">
              <a:alpha val="48000"/>
            </a:srgbClr>
          </a:solidFill>
          <a:ln w="0">
            <a:noFill/>
            <a:prstDash val="solid"/>
          </a:ln>
        </p:spPr>
      </p:sp>
      <p:sp>
        <p:nvSpPr>
          <p:cNvPr id="128" name="03_assume_matched_5425">
            <a:extLst>
              <a:ext uri="{FF2B5EF4-FFF2-40B4-BE49-F238E27FC236}">
                <a16:creationId xmlns:a16="http://schemas.microsoft.com/office/drawing/2014/main" id="{62D7A641-31A5-481D-8271-88A82F48D94E}"/>
              </a:ext>
            </a:extLst>
          </p:cNvPr>
          <p:cNvSpPr>
            <a:spLocks noGrp="1"/>
          </p:cNvSpPr>
          <p:nvPr/>
        </p:nvSpPr>
        <p:spPr>
          <a:xfrm>
            <a:off x="1567159" y="1962874"/>
            <a:ext cx="28398" cy="28398"/>
          </a:xfrm>
          <a:prstGeom prst="ellipse">
            <a:avLst/>
          </a:prstGeom>
          <a:solidFill>
            <a:srgbClr val="7F8C97">
              <a:alpha val="48000"/>
            </a:srgbClr>
          </a:solidFill>
          <a:ln w="0">
            <a:noFill/>
            <a:prstDash val="solid"/>
          </a:ln>
        </p:spPr>
      </p:sp>
      <p:sp>
        <p:nvSpPr>
          <p:cNvPr id="129" name="03_assume_matched_5426">
            <a:extLst>
              <a:ext uri="{FF2B5EF4-FFF2-40B4-BE49-F238E27FC236}">
                <a16:creationId xmlns:a16="http://schemas.microsoft.com/office/drawing/2014/main" id="{72A0CAA7-D027-443C-A6A5-A1017810A00C}"/>
              </a:ext>
            </a:extLst>
          </p:cNvPr>
          <p:cNvSpPr>
            <a:spLocks noGrp="1"/>
          </p:cNvSpPr>
          <p:nvPr/>
        </p:nvSpPr>
        <p:spPr>
          <a:xfrm>
            <a:off x="1476640" y="1962874"/>
            <a:ext cx="28398" cy="28398"/>
          </a:xfrm>
          <a:prstGeom prst="ellipse">
            <a:avLst/>
          </a:prstGeom>
          <a:solidFill>
            <a:srgbClr val="7F8C97">
              <a:alpha val="48000"/>
            </a:srgbClr>
          </a:solidFill>
          <a:ln w="0">
            <a:noFill/>
            <a:prstDash val="solid"/>
          </a:ln>
        </p:spPr>
      </p:sp>
      <p:sp>
        <p:nvSpPr>
          <p:cNvPr id="130" name="03_assume_matched_5427">
            <a:extLst>
              <a:ext uri="{FF2B5EF4-FFF2-40B4-BE49-F238E27FC236}">
                <a16:creationId xmlns:a16="http://schemas.microsoft.com/office/drawing/2014/main" id="{9B626080-13D5-4508-B150-41E229CC4412}"/>
              </a:ext>
            </a:extLst>
          </p:cNvPr>
          <p:cNvSpPr>
            <a:spLocks noGrp="1"/>
          </p:cNvSpPr>
          <p:nvPr/>
        </p:nvSpPr>
        <p:spPr>
          <a:xfrm>
            <a:off x="1570756" y="1378004"/>
            <a:ext cx="28398" cy="28398"/>
          </a:xfrm>
          <a:prstGeom prst="ellipse">
            <a:avLst/>
          </a:prstGeom>
          <a:solidFill>
            <a:srgbClr val="7F8C97">
              <a:alpha val="48000"/>
            </a:srgbClr>
          </a:solidFill>
          <a:ln w="0">
            <a:noFill/>
            <a:prstDash val="solid"/>
          </a:ln>
        </p:spPr>
      </p:sp>
      <p:sp>
        <p:nvSpPr>
          <p:cNvPr id="131" name="03_assume_matched_5428">
            <a:extLst>
              <a:ext uri="{FF2B5EF4-FFF2-40B4-BE49-F238E27FC236}">
                <a16:creationId xmlns:a16="http://schemas.microsoft.com/office/drawing/2014/main" id="{CB54493F-DAC6-4A9E-9A4C-C45C3CD58521}"/>
              </a:ext>
            </a:extLst>
          </p:cNvPr>
          <p:cNvSpPr>
            <a:spLocks noGrp="1"/>
          </p:cNvSpPr>
          <p:nvPr/>
        </p:nvSpPr>
        <p:spPr>
          <a:xfrm>
            <a:off x="1477935" y="1962874"/>
            <a:ext cx="28398" cy="28398"/>
          </a:xfrm>
          <a:prstGeom prst="ellipse">
            <a:avLst/>
          </a:prstGeom>
          <a:solidFill>
            <a:srgbClr val="7F8C97">
              <a:alpha val="48000"/>
            </a:srgbClr>
          </a:solidFill>
          <a:ln w="0">
            <a:noFill/>
            <a:prstDash val="solid"/>
          </a:ln>
        </p:spPr>
      </p:sp>
      <p:sp>
        <p:nvSpPr>
          <p:cNvPr id="132" name="03_assume_matched_5429">
            <a:extLst>
              <a:ext uri="{FF2B5EF4-FFF2-40B4-BE49-F238E27FC236}">
                <a16:creationId xmlns:a16="http://schemas.microsoft.com/office/drawing/2014/main" id="{2965BA1D-099B-4F9C-937B-DDC01149976B}"/>
              </a:ext>
            </a:extLst>
          </p:cNvPr>
          <p:cNvSpPr>
            <a:spLocks noGrp="1"/>
          </p:cNvSpPr>
          <p:nvPr/>
        </p:nvSpPr>
        <p:spPr>
          <a:xfrm>
            <a:off x="1598387" y="1962874"/>
            <a:ext cx="28398" cy="28398"/>
          </a:xfrm>
          <a:prstGeom prst="ellipse">
            <a:avLst/>
          </a:prstGeom>
          <a:solidFill>
            <a:srgbClr val="7F8C97">
              <a:alpha val="48000"/>
            </a:srgbClr>
          </a:solidFill>
          <a:ln w="0">
            <a:noFill/>
            <a:prstDash val="solid"/>
          </a:ln>
        </p:spPr>
      </p:sp>
      <p:sp>
        <p:nvSpPr>
          <p:cNvPr id="133" name="03_assume_matched_5430">
            <a:extLst>
              <a:ext uri="{FF2B5EF4-FFF2-40B4-BE49-F238E27FC236}">
                <a16:creationId xmlns:a16="http://schemas.microsoft.com/office/drawing/2014/main" id="{A017194E-A156-4309-ADE7-FBB1B4F935AF}"/>
              </a:ext>
            </a:extLst>
          </p:cNvPr>
          <p:cNvSpPr>
            <a:spLocks noGrp="1"/>
          </p:cNvSpPr>
          <p:nvPr/>
        </p:nvSpPr>
        <p:spPr>
          <a:xfrm>
            <a:off x="1576369" y="1378004"/>
            <a:ext cx="28398" cy="28398"/>
          </a:xfrm>
          <a:prstGeom prst="ellipse">
            <a:avLst/>
          </a:prstGeom>
          <a:solidFill>
            <a:srgbClr val="7F8C97">
              <a:alpha val="48000"/>
            </a:srgbClr>
          </a:solidFill>
          <a:ln w="0">
            <a:noFill/>
            <a:prstDash val="solid"/>
          </a:ln>
        </p:spPr>
      </p:sp>
      <p:sp>
        <p:nvSpPr>
          <p:cNvPr id="134" name="03_assume_matched_5431">
            <a:extLst>
              <a:ext uri="{FF2B5EF4-FFF2-40B4-BE49-F238E27FC236}">
                <a16:creationId xmlns:a16="http://schemas.microsoft.com/office/drawing/2014/main" id="{783F2A32-FD1E-4F48-B376-9A7F517F24F7}"/>
              </a:ext>
            </a:extLst>
          </p:cNvPr>
          <p:cNvSpPr>
            <a:spLocks noGrp="1"/>
          </p:cNvSpPr>
          <p:nvPr/>
        </p:nvSpPr>
        <p:spPr>
          <a:xfrm>
            <a:off x="1524274" y="1378004"/>
            <a:ext cx="28398" cy="28398"/>
          </a:xfrm>
          <a:prstGeom prst="ellipse">
            <a:avLst/>
          </a:prstGeom>
          <a:solidFill>
            <a:srgbClr val="7F8C97">
              <a:alpha val="48000"/>
            </a:srgbClr>
          </a:solidFill>
          <a:ln w="0">
            <a:noFill/>
            <a:prstDash val="solid"/>
          </a:ln>
        </p:spPr>
      </p:sp>
      <p:sp>
        <p:nvSpPr>
          <p:cNvPr id="135" name="03_assume_matched_5432">
            <a:extLst>
              <a:ext uri="{FF2B5EF4-FFF2-40B4-BE49-F238E27FC236}">
                <a16:creationId xmlns:a16="http://schemas.microsoft.com/office/drawing/2014/main" id="{32B6B530-10E7-4D8B-B71E-B563E69736DE}"/>
              </a:ext>
            </a:extLst>
          </p:cNvPr>
          <p:cNvSpPr>
            <a:spLocks noGrp="1"/>
          </p:cNvSpPr>
          <p:nvPr/>
        </p:nvSpPr>
        <p:spPr>
          <a:xfrm>
            <a:off x="1499953" y="1962874"/>
            <a:ext cx="28398" cy="28398"/>
          </a:xfrm>
          <a:prstGeom prst="ellipse">
            <a:avLst/>
          </a:prstGeom>
          <a:solidFill>
            <a:srgbClr val="7F8C97">
              <a:alpha val="48000"/>
            </a:srgbClr>
          </a:solidFill>
          <a:ln w="0">
            <a:noFill/>
            <a:prstDash val="solid"/>
          </a:ln>
        </p:spPr>
      </p:sp>
      <p:sp>
        <p:nvSpPr>
          <p:cNvPr id="136" name="03_assume_matched_5433">
            <a:extLst>
              <a:ext uri="{FF2B5EF4-FFF2-40B4-BE49-F238E27FC236}">
                <a16:creationId xmlns:a16="http://schemas.microsoft.com/office/drawing/2014/main" id="{6F19067E-655C-4450-9C34-6D6EE71FABD1}"/>
              </a:ext>
            </a:extLst>
          </p:cNvPr>
          <p:cNvSpPr>
            <a:spLocks noGrp="1"/>
          </p:cNvSpPr>
          <p:nvPr/>
        </p:nvSpPr>
        <p:spPr>
          <a:xfrm>
            <a:off x="1602416" y="1962874"/>
            <a:ext cx="28398" cy="28398"/>
          </a:xfrm>
          <a:prstGeom prst="ellipse">
            <a:avLst/>
          </a:prstGeom>
          <a:solidFill>
            <a:srgbClr val="7F8C97">
              <a:alpha val="48000"/>
            </a:srgbClr>
          </a:solidFill>
          <a:ln w="0">
            <a:noFill/>
            <a:prstDash val="solid"/>
          </a:ln>
        </p:spPr>
      </p:sp>
      <p:sp>
        <p:nvSpPr>
          <p:cNvPr id="137" name="03_assume_matched_5434">
            <a:extLst>
              <a:ext uri="{FF2B5EF4-FFF2-40B4-BE49-F238E27FC236}">
                <a16:creationId xmlns:a16="http://schemas.microsoft.com/office/drawing/2014/main" id="{E60AB352-12FC-435D-B375-086D1344A029}"/>
              </a:ext>
            </a:extLst>
          </p:cNvPr>
          <p:cNvSpPr>
            <a:spLocks noGrp="1"/>
          </p:cNvSpPr>
          <p:nvPr/>
        </p:nvSpPr>
        <p:spPr>
          <a:xfrm>
            <a:off x="1550177" y="1962874"/>
            <a:ext cx="28398" cy="28398"/>
          </a:xfrm>
          <a:prstGeom prst="ellipse">
            <a:avLst/>
          </a:prstGeom>
          <a:solidFill>
            <a:srgbClr val="7F8C97">
              <a:alpha val="48000"/>
            </a:srgbClr>
          </a:solidFill>
          <a:ln w="0">
            <a:noFill/>
            <a:prstDash val="solid"/>
          </a:ln>
        </p:spPr>
      </p:sp>
      <p:sp>
        <p:nvSpPr>
          <p:cNvPr id="138" name="03_assume_matched_5435">
            <a:extLst>
              <a:ext uri="{FF2B5EF4-FFF2-40B4-BE49-F238E27FC236}">
                <a16:creationId xmlns:a16="http://schemas.microsoft.com/office/drawing/2014/main" id="{EE8E3B94-C69C-4380-9612-490235429017}"/>
              </a:ext>
            </a:extLst>
          </p:cNvPr>
          <p:cNvSpPr>
            <a:spLocks noGrp="1"/>
          </p:cNvSpPr>
          <p:nvPr/>
        </p:nvSpPr>
        <p:spPr>
          <a:xfrm>
            <a:off x="1582989" y="1962874"/>
            <a:ext cx="28398" cy="28398"/>
          </a:xfrm>
          <a:prstGeom prst="ellipse">
            <a:avLst/>
          </a:prstGeom>
          <a:solidFill>
            <a:srgbClr val="7F8C97">
              <a:alpha val="48000"/>
            </a:srgbClr>
          </a:solidFill>
          <a:ln w="0">
            <a:noFill/>
            <a:prstDash val="solid"/>
          </a:ln>
        </p:spPr>
      </p:sp>
      <p:sp>
        <p:nvSpPr>
          <p:cNvPr id="139" name="03_assume_matched_5436">
            <a:extLst>
              <a:ext uri="{FF2B5EF4-FFF2-40B4-BE49-F238E27FC236}">
                <a16:creationId xmlns:a16="http://schemas.microsoft.com/office/drawing/2014/main" id="{1782BFCC-9188-4A94-A37F-F9E97F559F8F}"/>
              </a:ext>
            </a:extLst>
          </p:cNvPr>
          <p:cNvSpPr>
            <a:spLocks noGrp="1"/>
          </p:cNvSpPr>
          <p:nvPr/>
        </p:nvSpPr>
        <p:spPr>
          <a:xfrm>
            <a:off x="1482109" y="1962874"/>
            <a:ext cx="28398" cy="28398"/>
          </a:xfrm>
          <a:prstGeom prst="ellipse">
            <a:avLst/>
          </a:prstGeom>
          <a:solidFill>
            <a:srgbClr val="7F8C97">
              <a:alpha val="48000"/>
            </a:srgbClr>
          </a:solidFill>
          <a:ln w="0">
            <a:noFill/>
            <a:prstDash val="solid"/>
          </a:ln>
        </p:spPr>
      </p:sp>
      <p:sp>
        <p:nvSpPr>
          <p:cNvPr id="140" name="03_assume_matched_5437">
            <a:extLst>
              <a:ext uri="{FF2B5EF4-FFF2-40B4-BE49-F238E27FC236}">
                <a16:creationId xmlns:a16="http://schemas.microsoft.com/office/drawing/2014/main" id="{CAB4585B-FDBC-4B64-9E6D-A5E3B29C9791}"/>
              </a:ext>
            </a:extLst>
          </p:cNvPr>
          <p:cNvSpPr>
            <a:spLocks noGrp="1"/>
          </p:cNvSpPr>
          <p:nvPr/>
        </p:nvSpPr>
        <p:spPr>
          <a:xfrm>
            <a:off x="1574066" y="1962874"/>
            <a:ext cx="28398" cy="28398"/>
          </a:xfrm>
          <a:prstGeom prst="ellipse">
            <a:avLst/>
          </a:prstGeom>
          <a:solidFill>
            <a:srgbClr val="7F8C97">
              <a:alpha val="48000"/>
            </a:srgbClr>
          </a:solidFill>
          <a:ln w="0">
            <a:noFill/>
            <a:prstDash val="solid"/>
          </a:ln>
        </p:spPr>
      </p:sp>
      <p:sp>
        <p:nvSpPr>
          <p:cNvPr id="141" name="03_assume_matched_5438">
            <a:extLst>
              <a:ext uri="{FF2B5EF4-FFF2-40B4-BE49-F238E27FC236}">
                <a16:creationId xmlns:a16="http://schemas.microsoft.com/office/drawing/2014/main" id="{E51D2E56-8A84-4514-8C8F-FB73ECC76A91}"/>
              </a:ext>
            </a:extLst>
          </p:cNvPr>
          <p:cNvSpPr>
            <a:spLocks noGrp="1"/>
          </p:cNvSpPr>
          <p:nvPr/>
        </p:nvSpPr>
        <p:spPr>
          <a:xfrm>
            <a:off x="1553200" y="1962874"/>
            <a:ext cx="28398" cy="28398"/>
          </a:xfrm>
          <a:prstGeom prst="ellipse">
            <a:avLst/>
          </a:prstGeom>
          <a:solidFill>
            <a:srgbClr val="7F8C97">
              <a:alpha val="48000"/>
            </a:srgbClr>
          </a:solidFill>
          <a:ln w="0">
            <a:noFill/>
            <a:prstDash val="solid"/>
          </a:ln>
        </p:spPr>
      </p:sp>
      <p:sp>
        <p:nvSpPr>
          <p:cNvPr id="142" name="03_assume_matched_5439">
            <a:extLst>
              <a:ext uri="{FF2B5EF4-FFF2-40B4-BE49-F238E27FC236}">
                <a16:creationId xmlns:a16="http://schemas.microsoft.com/office/drawing/2014/main" id="{2409EE93-F1F5-4F4E-939D-D54655E91468}"/>
              </a:ext>
            </a:extLst>
          </p:cNvPr>
          <p:cNvSpPr>
            <a:spLocks noGrp="1"/>
          </p:cNvSpPr>
          <p:nvPr/>
        </p:nvSpPr>
        <p:spPr>
          <a:xfrm>
            <a:off x="1461817" y="1670439"/>
            <a:ext cx="28398" cy="28398"/>
          </a:xfrm>
          <a:prstGeom prst="ellipse">
            <a:avLst/>
          </a:prstGeom>
          <a:solidFill>
            <a:srgbClr val="7F8C97">
              <a:alpha val="48000"/>
            </a:srgbClr>
          </a:solidFill>
          <a:ln w="0">
            <a:noFill/>
            <a:prstDash val="solid"/>
          </a:ln>
        </p:spPr>
      </p:sp>
      <p:sp>
        <p:nvSpPr>
          <p:cNvPr id="143" name="03_assume_matched_5440">
            <a:extLst>
              <a:ext uri="{FF2B5EF4-FFF2-40B4-BE49-F238E27FC236}">
                <a16:creationId xmlns:a16="http://schemas.microsoft.com/office/drawing/2014/main" id="{1D081618-A9E2-4792-BD14-CB4C344A8232}"/>
              </a:ext>
            </a:extLst>
          </p:cNvPr>
          <p:cNvSpPr>
            <a:spLocks noGrp="1"/>
          </p:cNvSpPr>
          <p:nvPr/>
        </p:nvSpPr>
        <p:spPr>
          <a:xfrm>
            <a:off x="1521108" y="1962874"/>
            <a:ext cx="28398" cy="28398"/>
          </a:xfrm>
          <a:prstGeom prst="ellipse">
            <a:avLst/>
          </a:prstGeom>
          <a:solidFill>
            <a:srgbClr val="7F8C97">
              <a:alpha val="48000"/>
            </a:srgbClr>
          </a:solidFill>
          <a:ln w="0">
            <a:noFill/>
            <a:prstDash val="solid"/>
          </a:ln>
        </p:spPr>
      </p:sp>
      <p:sp>
        <p:nvSpPr>
          <p:cNvPr id="144" name="03_assume_matched_5441">
            <a:extLst>
              <a:ext uri="{FF2B5EF4-FFF2-40B4-BE49-F238E27FC236}">
                <a16:creationId xmlns:a16="http://schemas.microsoft.com/office/drawing/2014/main" id="{22F8AA4F-7033-49BC-839C-C0B13A365FBD}"/>
              </a:ext>
            </a:extLst>
          </p:cNvPr>
          <p:cNvSpPr>
            <a:spLocks noGrp="1"/>
          </p:cNvSpPr>
          <p:nvPr/>
        </p:nvSpPr>
        <p:spPr>
          <a:xfrm>
            <a:off x="1503263" y="1962874"/>
            <a:ext cx="28398" cy="28398"/>
          </a:xfrm>
          <a:prstGeom prst="ellipse">
            <a:avLst/>
          </a:prstGeom>
          <a:solidFill>
            <a:srgbClr val="7F8C97">
              <a:alpha val="48000"/>
            </a:srgbClr>
          </a:solidFill>
          <a:ln w="0">
            <a:noFill/>
            <a:prstDash val="solid"/>
          </a:ln>
        </p:spPr>
      </p:sp>
      <p:sp>
        <p:nvSpPr>
          <p:cNvPr id="145" name="03_assume_matched_5442">
            <a:extLst>
              <a:ext uri="{FF2B5EF4-FFF2-40B4-BE49-F238E27FC236}">
                <a16:creationId xmlns:a16="http://schemas.microsoft.com/office/drawing/2014/main" id="{E60DECDD-64CE-4F97-9E59-2E46AE6575BE}"/>
              </a:ext>
            </a:extLst>
          </p:cNvPr>
          <p:cNvSpPr>
            <a:spLocks noGrp="1"/>
          </p:cNvSpPr>
          <p:nvPr/>
        </p:nvSpPr>
        <p:spPr>
          <a:xfrm>
            <a:off x="1535499" y="1962874"/>
            <a:ext cx="28398" cy="28398"/>
          </a:xfrm>
          <a:prstGeom prst="ellipse">
            <a:avLst/>
          </a:prstGeom>
          <a:solidFill>
            <a:srgbClr val="7F8C97">
              <a:alpha val="48000"/>
            </a:srgbClr>
          </a:solidFill>
          <a:ln w="0">
            <a:noFill/>
            <a:prstDash val="solid"/>
          </a:ln>
        </p:spPr>
      </p:sp>
      <p:sp>
        <p:nvSpPr>
          <p:cNvPr id="146" name="03_assume_matched_5443">
            <a:extLst>
              <a:ext uri="{FF2B5EF4-FFF2-40B4-BE49-F238E27FC236}">
                <a16:creationId xmlns:a16="http://schemas.microsoft.com/office/drawing/2014/main" id="{2757E963-0491-4AAE-877F-A4D762BBCB3B}"/>
              </a:ext>
            </a:extLst>
          </p:cNvPr>
          <p:cNvSpPr>
            <a:spLocks noGrp="1"/>
          </p:cNvSpPr>
          <p:nvPr/>
        </p:nvSpPr>
        <p:spPr>
          <a:xfrm>
            <a:off x="1517366" y="1914134"/>
            <a:ext cx="28398" cy="28398"/>
          </a:xfrm>
          <a:prstGeom prst="ellipse">
            <a:avLst/>
          </a:prstGeom>
          <a:solidFill>
            <a:srgbClr val="7F8C97">
              <a:alpha val="48000"/>
            </a:srgbClr>
          </a:solidFill>
          <a:ln w="0">
            <a:noFill/>
            <a:prstDash val="solid"/>
          </a:ln>
        </p:spPr>
      </p:sp>
      <p:sp>
        <p:nvSpPr>
          <p:cNvPr id="147" name="03_assume_matched_5444">
            <a:extLst>
              <a:ext uri="{FF2B5EF4-FFF2-40B4-BE49-F238E27FC236}">
                <a16:creationId xmlns:a16="http://schemas.microsoft.com/office/drawing/2014/main" id="{26EB98F0-9ECB-4FF6-BB8F-43BCE5142D68}"/>
              </a:ext>
            </a:extLst>
          </p:cNvPr>
          <p:cNvSpPr>
            <a:spLocks noGrp="1"/>
          </p:cNvSpPr>
          <p:nvPr/>
        </p:nvSpPr>
        <p:spPr>
          <a:xfrm>
            <a:off x="1579535" y="1962874"/>
            <a:ext cx="28398" cy="28398"/>
          </a:xfrm>
          <a:prstGeom prst="ellipse">
            <a:avLst/>
          </a:prstGeom>
          <a:solidFill>
            <a:srgbClr val="7F8C97">
              <a:alpha val="48000"/>
            </a:srgbClr>
          </a:solidFill>
          <a:ln w="0">
            <a:noFill/>
            <a:prstDash val="solid"/>
          </a:ln>
        </p:spPr>
      </p:sp>
      <p:sp>
        <p:nvSpPr>
          <p:cNvPr id="148" name="03_assume_matched_5445">
            <a:extLst>
              <a:ext uri="{FF2B5EF4-FFF2-40B4-BE49-F238E27FC236}">
                <a16:creationId xmlns:a16="http://schemas.microsoft.com/office/drawing/2014/main" id="{5D1E0BCA-0620-4EFC-9D03-8D928C417062}"/>
              </a:ext>
            </a:extLst>
          </p:cNvPr>
          <p:cNvSpPr>
            <a:spLocks noGrp="1"/>
          </p:cNvSpPr>
          <p:nvPr/>
        </p:nvSpPr>
        <p:spPr>
          <a:xfrm>
            <a:off x="1477647" y="1728926"/>
            <a:ext cx="28398" cy="28398"/>
          </a:xfrm>
          <a:prstGeom prst="ellipse">
            <a:avLst/>
          </a:prstGeom>
          <a:solidFill>
            <a:srgbClr val="7F8C97">
              <a:alpha val="48000"/>
            </a:srgbClr>
          </a:solidFill>
          <a:ln w="0">
            <a:noFill/>
            <a:prstDash val="solid"/>
          </a:ln>
        </p:spPr>
      </p:sp>
      <p:sp>
        <p:nvSpPr>
          <p:cNvPr id="149" name="03_assume_matched_5446">
            <a:extLst>
              <a:ext uri="{FF2B5EF4-FFF2-40B4-BE49-F238E27FC236}">
                <a16:creationId xmlns:a16="http://schemas.microsoft.com/office/drawing/2014/main" id="{D2A8C6A8-4655-4ACB-A5AE-D1AF7D8CA538}"/>
              </a:ext>
            </a:extLst>
          </p:cNvPr>
          <p:cNvSpPr>
            <a:spLocks noGrp="1"/>
          </p:cNvSpPr>
          <p:nvPr/>
        </p:nvSpPr>
        <p:spPr>
          <a:xfrm>
            <a:off x="1484267" y="1962874"/>
            <a:ext cx="28398" cy="28398"/>
          </a:xfrm>
          <a:prstGeom prst="ellipse">
            <a:avLst/>
          </a:prstGeom>
          <a:solidFill>
            <a:srgbClr val="7F8C97">
              <a:alpha val="48000"/>
            </a:srgbClr>
          </a:solidFill>
          <a:ln w="0">
            <a:noFill/>
            <a:prstDash val="solid"/>
          </a:ln>
        </p:spPr>
      </p:sp>
      <p:sp>
        <p:nvSpPr>
          <p:cNvPr id="150" name="03_assume_matched_5447">
            <a:extLst>
              <a:ext uri="{FF2B5EF4-FFF2-40B4-BE49-F238E27FC236}">
                <a16:creationId xmlns:a16="http://schemas.microsoft.com/office/drawing/2014/main" id="{12F9AA40-3D3A-4A7A-95EB-FB65F6041656}"/>
              </a:ext>
            </a:extLst>
          </p:cNvPr>
          <p:cNvSpPr>
            <a:spLocks noGrp="1"/>
          </p:cNvSpPr>
          <p:nvPr/>
        </p:nvSpPr>
        <p:spPr>
          <a:xfrm>
            <a:off x="1544133" y="1670439"/>
            <a:ext cx="28398" cy="28398"/>
          </a:xfrm>
          <a:prstGeom prst="ellipse">
            <a:avLst/>
          </a:prstGeom>
          <a:solidFill>
            <a:srgbClr val="7F8C97">
              <a:alpha val="48000"/>
            </a:srgbClr>
          </a:solidFill>
          <a:ln w="0">
            <a:noFill/>
            <a:prstDash val="solid"/>
          </a:ln>
        </p:spPr>
      </p:sp>
      <p:sp>
        <p:nvSpPr>
          <p:cNvPr id="151" name="03_assume_matched_5448">
            <a:extLst>
              <a:ext uri="{FF2B5EF4-FFF2-40B4-BE49-F238E27FC236}">
                <a16:creationId xmlns:a16="http://schemas.microsoft.com/office/drawing/2014/main" id="{D240F039-2B22-4625-AE51-D82CCEDFB359}"/>
              </a:ext>
            </a:extLst>
          </p:cNvPr>
          <p:cNvSpPr>
            <a:spLocks noGrp="1"/>
          </p:cNvSpPr>
          <p:nvPr/>
        </p:nvSpPr>
        <p:spPr>
          <a:xfrm>
            <a:off x="1542838" y="1670439"/>
            <a:ext cx="28398" cy="28398"/>
          </a:xfrm>
          <a:prstGeom prst="ellipse">
            <a:avLst/>
          </a:prstGeom>
          <a:solidFill>
            <a:srgbClr val="7F8C97">
              <a:alpha val="48000"/>
            </a:srgbClr>
          </a:solidFill>
          <a:ln w="0">
            <a:noFill/>
            <a:prstDash val="solid"/>
          </a:ln>
        </p:spPr>
      </p:sp>
      <p:sp>
        <p:nvSpPr>
          <p:cNvPr id="152" name="03_assume_matched_5449">
            <a:extLst>
              <a:ext uri="{FF2B5EF4-FFF2-40B4-BE49-F238E27FC236}">
                <a16:creationId xmlns:a16="http://schemas.microsoft.com/office/drawing/2014/main" id="{A0997518-0185-4EE3-9FFE-757135ED080D}"/>
              </a:ext>
            </a:extLst>
          </p:cNvPr>
          <p:cNvSpPr>
            <a:spLocks noGrp="1"/>
          </p:cNvSpPr>
          <p:nvPr/>
        </p:nvSpPr>
        <p:spPr>
          <a:xfrm>
            <a:off x="1589609" y="1962874"/>
            <a:ext cx="28398" cy="28398"/>
          </a:xfrm>
          <a:prstGeom prst="ellipse">
            <a:avLst/>
          </a:prstGeom>
          <a:solidFill>
            <a:srgbClr val="7F8C97">
              <a:alpha val="48000"/>
            </a:srgbClr>
          </a:solidFill>
          <a:ln w="0">
            <a:noFill/>
            <a:prstDash val="solid"/>
          </a:ln>
        </p:spPr>
      </p:sp>
      <p:sp>
        <p:nvSpPr>
          <p:cNvPr id="153" name="03_assume_matched_5450">
            <a:extLst>
              <a:ext uri="{FF2B5EF4-FFF2-40B4-BE49-F238E27FC236}">
                <a16:creationId xmlns:a16="http://schemas.microsoft.com/office/drawing/2014/main" id="{6C3FD5B9-1309-48E9-B7D7-B03F50921B18}"/>
              </a:ext>
            </a:extLst>
          </p:cNvPr>
          <p:cNvSpPr>
            <a:spLocks noGrp="1"/>
          </p:cNvSpPr>
          <p:nvPr/>
        </p:nvSpPr>
        <p:spPr>
          <a:xfrm>
            <a:off x="1567878" y="1962874"/>
            <a:ext cx="28398" cy="28398"/>
          </a:xfrm>
          <a:prstGeom prst="ellipse">
            <a:avLst/>
          </a:prstGeom>
          <a:solidFill>
            <a:srgbClr val="7F8C97">
              <a:alpha val="48000"/>
            </a:srgbClr>
          </a:solidFill>
          <a:ln w="0">
            <a:noFill/>
            <a:prstDash val="solid"/>
          </a:ln>
        </p:spPr>
      </p:sp>
      <p:sp>
        <p:nvSpPr>
          <p:cNvPr id="154" name="03_assume_matched_5451">
            <a:extLst>
              <a:ext uri="{FF2B5EF4-FFF2-40B4-BE49-F238E27FC236}">
                <a16:creationId xmlns:a16="http://schemas.microsoft.com/office/drawing/2014/main" id="{2CB4D91C-5D03-4BA3-97E0-DFDE1A45D447}"/>
              </a:ext>
            </a:extLst>
          </p:cNvPr>
          <p:cNvSpPr>
            <a:spLocks noGrp="1"/>
          </p:cNvSpPr>
          <p:nvPr/>
        </p:nvSpPr>
        <p:spPr>
          <a:xfrm>
            <a:off x="1499953" y="1962874"/>
            <a:ext cx="28398" cy="28398"/>
          </a:xfrm>
          <a:prstGeom prst="ellipse">
            <a:avLst/>
          </a:prstGeom>
          <a:solidFill>
            <a:srgbClr val="7F8C97">
              <a:alpha val="48000"/>
            </a:srgbClr>
          </a:solidFill>
          <a:ln w="0">
            <a:noFill/>
            <a:prstDash val="solid"/>
          </a:ln>
        </p:spPr>
      </p:sp>
      <p:sp>
        <p:nvSpPr>
          <p:cNvPr id="155" name="03_assume_matched_5452">
            <a:extLst>
              <a:ext uri="{FF2B5EF4-FFF2-40B4-BE49-F238E27FC236}">
                <a16:creationId xmlns:a16="http://schemas.microsoft.com/office/drawing/2014/main" id="{01CA39B6-E7D9-4C37-8BDE-701F2D5814E5}"/>
              </a:ext>
            </a:extLst>
          </p:cNvPr>
          <p:cNvSpPr>
            <a:spLocks noGrp="1"/>
          </p:cNvSpPr>
          <p:nvPr/>
        </p:nvSpPr>
        <p:spPr>
          <a:xfrm>
            <a:off x="1570756" y="1962874"/>
            <a:ext cx="28398" cy="28398"/>
          </a:xfrm>
          <a:prstGeom prst="ellipse">
            <a:avLst/>
          </a:prstGeom>
          <a:solidFill>
            <a:srgbClr val="7F8C97">
              <a:alpha val="48000"/>
            </a:srgbClr>
          </a:solidFill>
          <a:ln w="0">
            <a:noFill/>
            <a:prstDash val="solid"/>
          </a:ln>
        </p:spPr>
      </p:sp>
      <p:sp>
        <p:nvSpPr>
          <p:cNvPr id="156" name="03_assume_matched_5453">
            <a:extLst>
              <a:ext uri="{FF2B5EF4-FFF2-40B4-BE49-F238E27FC236}">
                <a16:creationId xmlns:a16="http://schemas.microsoft.com/office/drawing/2014/main" id="{73F21793-2088-4AC9-BB6D-10572B7D4911}"/>
              </a:ext>
            </a:extLst>
          </p:cNvPr>
          <p:cNvSpPr>
            <a:spLocks noGrp="1"/>
          </p:cNvSpPr>
          <p:nvPr/>
        </p:nvSpPr>
        <p:spPr>
          <a:xfrm>
            <a:off x="1559100" y="1962874"/>
            <a:ext cx="28398" cy="28398"/>
          </a:xfrm>
          <a:prstGeom prst="ellipse">
            <a:avLst/>
          </a:prstGeom>
          <a:solidFill>
            <a:srgbClr val="7F8C97">
              <a:alpha val="48000"/>
            </a:srgbClr>
          </a:solidFill>
          <a:ln w="0">
            <a:noFill/>
            <a:prstDash val="solid"/>
          </a:ln>
        </p:spPr>
      </p:sp>
      <p:sp>
        <p:nvSpPr>
          <p:cNvPr id="157" name="03_assume_matched_5454">
            <a:extLst>
              <a:ext uri="{FF2B5EF4-FFF2-40B4-BE49-F238E27FC236}">
                <a16:creationId xmlns:a16="http://schemas.microsoft.com/office/drawing/2014/main" id="{26F332AF-E280-4D2A-AB96-3905E3D966A5}"/>
              </a:ext>
            </a:extLst>
          </p:cNvPr>
          <p:cNvSpPr>
            <a:spLocks noGrp="1"/>
          </p:cNvSpPr>
          <p:nvPr/>
        </p:nvSpPr>
        <p:spPr>
          <a:xfrm>
            <a:off x="1565288" y="1962874"/>
            <a:ext cx="28398" cy="28398"/>
          </a:xfrm>
          <a:prstGeom prst="ellipse">
            <a:avLst/>
          </a:prstGeom>
          <a:solidFill>
            <a:srgbClr val="7F8C97">
              <a:alpha val="48000"/>
            </a:srgbClr>
          </a:solidFill>
          <a:ln w="0">
            <a:noFill/>
            <a:prstDash val="solid"/>
          </a:ln>
        </p:spPr>
      </p:sp>
      <p:sp>
        <p:nvSpPr>
          <p:cNvPr id="158" name="03_assume_matched_5455">
            <a:extLst>
              <a:ext uri="{FF2B5EF4-FFF2-40B4-BE49-F238E27FC236}">
                <a16:creationId xmlns:a16="http://schemas.microsoft.com/office/drawing/2014/main" id="{1439447F-651B-4ED5-8B5D-11E10B4CCEF7}"/>
              </a:ext>
            </a:extLst>
          </p:cNvPr>
          <p:cNvSpPr>
            <a:spLocks noGrp="1"/>
          </p:cNvSpPr>
          <p:nvPr/>
        </p:nvSpPr>
        <p:spPr>
          <a:xfrm>
            <a:off x="1578671" y="1962874"/>
            <a:ext cx="28398" cy="28398"/>
          </a:xfrm>
          <a:prstGeom prst="ellipse">
            <a:avLst/>
          </a:prstGeom>
          <a:solidFill>
            <a:srgbClr val="7F8C97">
              <a:alpha val="48000"/>
            </a:srgbClr>
          </a:solidFill>
          <a:ln w="0">
            <a:noFill/>
            <a:prstDash val="solid"/>
          </a:ln>
        </p:spPr>
      </p:sp>
      <p:sp>
        <p:nvSpPr>
          <p:cNvPr id="159" name="03_assume_matched_5456">
            <a:extLst>
              <a:ext uri="{FF2B5EF4-FFF2-40B4-BE49-F238E27FC236}">
                <a16:creationId xmlns:a16="http://schemas.microsoft.com/office/drawing/2014/main" id="{881238D3-8DB2-4311-AA0D-2F24573D8567}"/>
              </a:ext>
            </a:extLst>
          </p:cNvPr>
          <p:cNvSpPr>
            <a:spLocks noGrp="1"/>
          </p:cNvSpPr>
          <p:nvPr/>
        </p:nvSpPr>
        <p:spPr>
          <a:xfrm>
            <a:off x="1487289" y="1378004"/>
            <a:ext cx="28398" cy="28398"/>
          </a:xfrm>
          <a:prstGeom prst="ellipse">
            <a:avLst/>
          </a:prstGeom>
          <a:solidFill>
            <a:srgbClr val="7F8C97">
              <a:alpha val="48000"/>
            </a:srgbClr>
          </a:solidFill>
          <a:ln w="0">
            <a:noFill/>
            <a:prstDash val="solid"/>
          </a:ln>
        </p:spPr>
      </p:sp>
      <p:sp>
        <p:nvSpPr>
          <p:cNvPr id="160" name="03_assume_matched_5457">
            <a:extLst>
              <a:ext uri="{FF2B5EF4-FFF2-40B4-BE49-F238E27FC236}">
                <a16:creationId xmlns:a16="http://schemas.microsoft.com/office/drawing/2014/main" id="{E539E483-E895-4E61-89E8-A3DFD494D2FF}"/>
              </a:ext>
            </a:extLst>
          </p:cNvPr>
          <p:cNvSpPr>
            <a:spLocks noGrp="1"/>
          </p:cNvSpPr>
          <p:nvPr/>
        </p:nvSpPr>
        <p:spPr>
          <a:xfrm>
            <a:off x="1476496" y="1962874"/>
            <a:ext cx="28398" cy="28398"/>
          </a:xfrm>
          <a:prstGeom prst="ellipse">
            <a:avLst/>
          </a:prstGeom>
          <a:solidFill>
            <a:srgbClr val="7F8C97">
              <a:alpha val="48000"/>
            </a:srgbClr>
          </a:solidFill>
          <a:ln w="0">
            <a:noFill/>
            <a:prstDash val="solid"/>
          </a:ln>
        </p:spPr>
      </p:sp>
      <p:sp>
        <p:nvSpPr>
          <p:cNvPr id="161" name="03_assume_matched_5458">
            <a:extLst>
              <a:ext uri="{FF2B5EF4-FFF2-40B4-BE49-F238E27FC236}">
                <a16:creationId xmlns:a16="http://schemas.microsoft.com/office/drawing/2014/main" id="{C2BE5457-A192-41C2-B2DB-48667957D458}"/>
              </a:ext>
            </a:extLst>
          </p:cNvPr>
          <p:cNvSpPr>
            <a:spLocks noGrp="1"/>
          </p:cNvSpPr>
          <p:nvPr/>
        </p:nvSpPr>
        <p:spPr>
          <a:xfrm>
            <a:off x="1559388" y="1962874"/>
            <a:ext cx="28398" cy="28398"/>
          </a:xfrm>
          <a:prstGeom prst="ellipse">
            <a:avLst/>
          </a:prstGeom>
          <a:solidFill>
            <a:srgbClr val="7F8C97">
              <a:alpha val="48000"/>
            </a:srgbClr>
          </a:solidFill>
          <a:ln w="0">
            <a:noFill/>
            <a:prstDash val="solid"/>
          </a:ln>
        </p:spPr>
      </p:sp>
      <p:sp>
        <p:nvSpPr>
          <p:cNvPr id="162" name="03_assume_matched_5459">
            <a:extLst>
              <a:ext uri="{FF2B5EF4-FFF2-40B4-BE49-F238E27FC236}">
                <a16:creationId xmlns:a16="http://schemas.microsoft.com/office/drawing/2014/main" id="{6B4EBB25-21C8-44BF-9783-DA485CEC29EE}"/>
              </a:ext>
            </a:extLst>
          </p:cNvPr>
          <p:cNvSpPr>
            <a:spLocks noGrp="1"/>
          </p:cNvSpPr>
          <p:nvPr/>
        </p:nvSpPr>
        <p:spPr>
          <a:xfrm>
            <a:off x="1596516" y="1921097"/>
            <a:ext cx="28398" cy="28398"/>
          </a:xfrm>
          <a:prstGeom prst="ellipse">
            <a:avLst/>
          </a:prstGeom>
          <a:solidFill>
            <a:srgbClr val="7F8C97">
              <a:alpha val="48000"/>
            </a:srgbClr>
          </a:solidFill>
          <a:ln w="0">
            <a:noFill/>
            <a:prstDash val="solid"/>
          </a:ln>
        </p:spPr>
      </p:sp>
      <p:sp>
        <p:nvSpPr>
          <p:cNvPr id="163" name="03_assume_matched_5460">
            <a:extLst>
              <a:ext uri="{FF2B5EF4-FFF2-40B4-BE49-F238E27FC236}">
                <a16:creationId xmlns:a16="http://schemas.microsoft.com/office/drawing/2014/main" id="{B88D8B9C-94F5-41A1-970A-9944265DC4A1}"/>
              </a:ext>
            </a:extLst>
          </p:cNvPr>
          <p:cNvSpPr>
            <a:spLocks noGrp="1"/>
          </p:cNvSpPr>
          <p:nvPr/>
        </p:nvSpPr>
        <p:spPr>
          <a:xfrm>
            <a:off x="1602704" y="1475483"/>
            <a:ext cx="28398" cy="28398"/>
          </a:xfrm>
          <a:prstGeom prst="ellipse">
            <a:avLst/>
          </a:prstGeom>
          <a:solidFill>
            <a:srgbClr val="7F8C97">
              <a:alpha val="48000"/>
            </a:srgbClr>
          </a:solidFill>
          <a:ln w="0">
            <a:noFill/>
            <a:prstDash val="solid"/>
          </a:ln>
        </p:spPr>
      </p:sp>
      <p:sp>
        <p:nvSpPr>
          <p:cNvPr id="164" name="03_assume_matched_5461">
            <a:extLst>
              <a:ext uri="{FF2B5EF4-FFF2-40B4-BE49-F238E27FC236}">
                <a16:creationId xmlns:a16="http://schemas.microsoft.com/office/drawing/2014/main" id="{FB9B39CF-D0E9-403E-8BED-BD874966FC0B}"/>
              </a:ext>
            </a:extLst>
          </p:cNvPr>
          <p:cNvSpPr>
            <a:spLocks noGrp="1"/>
          </p:cNvSpPr>
          <p:nvPr/>
        </p:nvSpPr>
        <p:spPr>
          <a:xfrm>
            <a:off x="1513769" y="1962874"/>
            <a:ext cx="28398" cy="28398"/>
          </a:xfrm>
          <a:prstGeom prst="ellipse">
            <a:avLst/>
          </a:prstGeom>
          <a:solidFill>
            <a:srgbClr val="7F8C97">
              <a:alpha val="48000"/>
            </a:srgbClr>
          </a:solidFill>
          <a:ln w="0">
            <a:noFill/>
            <a:prstDash val="solid"/>
          </a:ln>
        </p:spPr>
      </p:sp>
      <p:sp>
        <p:nvSpPr>
          <p:cNvPr id="165" name="03_assume_matched_5462">
            <a:extLst>
              <a:ext uri="{FF2B5EF4-FFF2-40B4-BE49-F238E27FC236}">
                <a16:creationId xmlns:a16="http://schemas.microsoft.com/office/drawing/2014/main" id="{A97DD97D-64F6-4AA9-802F-19AE41BE613F}"/>
              </a:ext>
            </a:extLst>
          </p:cNvPr>
          <p:cNvSpPr>
            <a:spLocks noGrp="1"/>
          </p:cNvSpPr>
          <p:nvPr/>
        </p:nvSpPr>
        <p:spPr>
          <a:xfrm>
            <a:off x="1566583" y="1962874"/>
            <a:ext cx="28398" cy="28398"/>
          </a:xfrm>
          <a:prstGeom prst="ellipse">
            <a:avLst/>
          </a:prstGeom>
          <a:solidFill>
            <a:srgbClr val="7F8C97">
              <a:alpha val="48000"/>
            </a:srgbClr>
          </a:solidFill>
          <a:ln w="0">
            <a:noFill/>
            <a:prstDash val="solid"/>
          </a:ln>
        </p:spPr>
      </p:sp>
      <p:sp>
        <p:nvSpPr>
          <p:cNvPr id="166" name="03_assume_matched_5463">
            <a:extLst>
              <a:ext uri="{FF2B5EF4-FFF2-40B4-BE49-F238E27FC236}">
                <a16:creationId xmlns:a16="http://schemas.microsoft.com/office/drawing/2014/main" id="{A9E4CE68-71A2-4908-A162-054E78FBAC32}"/>
              </a:ext>
            </a:extLst>
          </p:cNvPr>
          <p:cNvSpPr>
            <a:spLocks noGrp="1"/>
          </p:cNvSpPr>
          <p:nvPr/>
        </p:nvSpPr>
        <p:spPr>
          <a:xfrm>
            <a:off x="1577520" y="1378004"/>
            <a:ext cx="28398" cy="28398"/>
          </a:xfrm>
          <a:prstGeom prst="ellipse">
            <a:avLst/>
          </a:prstGeom>
          <a:solidFill>
            <a:srgbClr val="7F8C97">
              <a:alpha val="48000"/>
            </a:srgbClr>
          </a:solidFill>
          <a:ln w="0">
            <a:noFill/>
            <a:prstDash val="solid"/>
          </a:ln>
        </p:spPr>
      </p:sp>
      <p:sp>
        <p:nvSpPr>
          <p:cNvPr id="167" name="03_assume_matched_5464">
            <a:extLst>
              <a:ext uri="{FF2B5EF4-FFF2-40B4-BE49-F238E27FC236}">
                <a16:creationId xmlns:a16="http://schemas.microsoft.com/office/drawing/2014/main" id="{DBCA7B7A-22F1-4928-9D8B-0010072BC140}"/>
              </a:ext>
            </a:extLst>
          </p:cNvPr>
          <p:cNvSpPr>
            <a:spLocks noGrp="1"/>
          </p:cNvSpPr>
          <p:nvPr/>
        </p:nvSpPr>
        <p:spPr>
          <a:xfrm>
            <a:off x="1594933" y="1378004"/>
            <a:ext cx="28398" cy="28398"/>
          </a:xfrm>
          <a:prstGeom prst="ellipse">
            <a:avLst/>
          </a:prstGeom>
          <a:solidFill>
            <a:srgbClr val="7F8C97">
              <a:alpha val="48000"/>
            </a:srgbClr>
          </a:solidFill>
          <a:ln w="0">
            <a:noFill/>
            <a:prstDash val="solid"/>
          </a:ln>
        </p:spPr>
      </p:sp>
      <p:sp>
        <p:nvSpPr>
          <p:cNvPr id="168" name="03_assume_matched_5465">
            <a:extLst>
              <a:ext uri="{FF2B5EF4-FFF2-40B4-BE49-F238E27FC236}">
                <a16:creationId xmlns:a16="http://schemas.microsoft.com/office/drawing/2014/main" id="{A3EC96A6-9C34-4378-BEBD-479B711561E5}"/>
              </a:ext>
            </a:extLst>
          </p:cNvPr>
          <p:cNvSpPr>
            <a:spLocks noGrp="1"/>
          </p:cNvSpPr>
          <p:nvPr/>
        </p:nvSpPr>
        <p:spPr>
          <a:xfrm>
            <a:off x="1579679" y="1378004"/>
            <a:ext cx="28398" cy="28398"/>
          </a:xfrm>
          <a:prstGeom prst="ellipse">
            <a:avLst/>
          </a:prstGeom>
          <a:solidFill>
            <a:srgbClr val="7F8C97">
              <a:alpha val="48000"/>
            </a:srgbClr>
          </a:solidFill>
          <a:ln w="0">
            <a:noFill/>
            <a:prstDash val="solid"/>
          </a:ln>
        </p:spPr>
      </p:sp>
      <p:sp>
        <p:nvSpPr>
          <p:cNvPr id="169" name="03_assume_matched_5466">
            <a:extLst>
              <a:ext uri="{FF2B5EF4-FFF2-40B4-BE49-F238E27FC236}">
                <a16:creationId xmlns:a16="http://schemas.microsoft.com/office/drawing/2014/main" id="{FCA17719-80BC-406D-8175-BE9C7CCEC859}"/>
              </a:ext>
            </a:extLst>
          </p:cNvPr>
          <p:cNvSpPr>
            <a:spLocks noGrp="1"/>
          </p:cNvSpPr>
          <p:nvPr/>
        </p:nvSpPr>
        <p:spPr>
          <a:xfrm>
            <a:off x="1557949" y="1962874"/>
            <a:ext cx="28398" cy="28398"/>
          </a:xfrm>
          <a:prstGeom prst="ellipse">
            <a:avLst/>
          </a:prstGeom>
          <a:solidFill>
            <a:srgbClr val="7F8C97">
              <a:alpha val="48000"/>
            </a:srgbClr>
          </a:solidFill>
          <a:ln w="0">
            <a:noFill/>
            <a:prstDash val="solid"/>
          </a:ln>
        </p:spPr>
      </p:sp>
      <p:sp>
        <p:nvSpPr>
          <p:cNvPr id="170" name="03_assume_matched_5467">
            <a:extLst>
              <a:ext uri="{FF2B5EF4-FFF2-40B4-BE49-F238E27FC236}">
                <a16:creationId xmlns:a16="http://schemas.microsoft.com/office/drawing/2014/main" id="{C815EEC3-8B01-4DF1-A673-BAA931906D20}"/>
              </a:ext>
            </a:extLst>
          </p:cNvPr>
          <p:cNvSpPr>
            <a:spLocks noGrp="1"/>
          </p:cNvSpPr>
          <p:nvPr/>
        </p:nvSpPr>
        <p:spPr>
          <a:xfrm>
            <a:off x="1469732" y="1378004"/>
            <a:ext cx="28398" cy="28398"/>
          </a:xfrm>
          <a:prstGeom prst="ellipse">
            <a:avLst/>
          </a:prstGeom>
          <a:solidFill>
            <a:srgbClr val="7F8C97">
              <a:alpha val="48000"/>
            </a:srgbClr>
          </a:solidFill>
          <a:ln w="0">
            <a:noFill/>
            <a:prstDash val="solid"/>
          </a:ln>
        </p:spPr>
      </p:sp>
      <p:sp>
        <p:nvSpPr>
          <p:cNvPr id="171" name="03_assume_matched_5468">
            <a:extLst>
              <a:ext uri="{FF2B5EF4-FFF2-40B4-BE49-F238E27FC236}">
                <a16:creationId xmlns:a16="http://schemas.microsoft.com/office/drawing/2014/main" id="{14E70648-9EC8-4CD3-8BF0-E5196267D93D}"/>
              </a:ext>
            </a:extLst>
          </p:cNvPr>
          <p:cNvSpPr>
            <a:spLocks noGrp="1"/>
          </p:cNvSpPr>
          <p:nvPr/>
        </p:nvSpPr>
        <p:spPr>
          <a:xfrm>
            <a:off x="1483692" y="1962874"/>
            <a:ext cx="28398" cy="28398"/>
          </a:xfrm>
          <a:prstGeom prst="ellipse">
            <a:avLst/>
          </a:prstGeom>
          <a:solidFill>
            <a:srgbClr val="7F8C97">
              <a:alpha val="48000"/>
            </a:srgbClr>
          </a:solidFill>
          <a:ln w="0">
            <a:noFill/>
            <a:prstDash val="solid"/>
          </a:ln>
        </p:spPr>
      </p:sp>
      <p:sp>
        <p:nvSpPr>
          <p:cNvPr id="172" name="03_assume_matched_5469">
            <a:extLst>
              <a:ext uri="{FF2B5EF4-FFF2-40B4-BE49-F238E27FC236}">
                <a16:creationId xmlns:a16="http://schemas.microsoft.com/office/drawing/2014/main" id="{8DC2D227-1137-44BF-93A4-A19808B174E4}"/>
              </a:ext>
            </a:extLst>
          </p:cNvPr>
          <p:cNvSpPr>
            <a:spLocks noGrp="1"/>
          </p:cNvSpPr>
          <p:nvPr/>
        </p:nvSpPr>
        <p:spPr>
          <a:xfrm>
            <a:off x="1544853" y="1378004"/>
            <a:ext cx="28398" cy="28398"/>
          </a:xfrm>
          <a:prstGeom prst="ellipse">
            <a:avLst/>
          </a:prstGeom>
          <a:solidFill>
            <a:srgbClr val="7F8C97">
              <a:alpha val="48000"/>
            </a:srgbClr>
          </a:solidFill>
          <a:ln w="0">
            <a:noFill/>
            <a:prstDash val="solid"/>
          </a:ln>
        </p:spPr>
      </p:sp>
      <p:sp>
        <p:nvSpPr>
          <p:cNvPr id="173" name="03_assume_matched_5470">
            <a:extLst>
              <a:ext uri="{FF2B5EF4-FFF2-40B4-BE49-F238E27FC236}">
                <a16:creationId xmlns:a16="http://schemas.microsoft.com/office/drawing/2014/main" id="{7BE6A729-ABE3-4D5D-99CA-5F1651873E00}"/>
              </a:ext>
            </a:extLst>
          </p:cNvPr>
          <p:cNvSpPr>
            <a:spLocks noGrp="1"/>
          </p:cNvSpPr>
          <p:nvPr/>
        </p:nvSpPr>
        <p:spPr>
          <a:xfrm>
            <a:off x="1489736" y="1962874"/>
            <a:ext cx="28398" cy="28398"/>
          </a:xfrm>
          <a:prstGeom prst="ellipse">
            <a:avLst/>
          </a:prstGeom>
          <a:solidFill>
            <a:srgbClr val="7F8C97">
              <a:alpha val="48000"/>
            </a:srgbClr>
          </a:solidFill>
          <a:ln w="0">
            <a:noFill/>
            <a:prstDash val="solid"/>
          </a:ln>
        </p:spPr>
      </p:sp>
      <p:sp>
        <p:nvSpPr>
          <p:cNvPr id="174" name="03_assume_matched_5471">
            <a:extLst>
              <a:ext uri="{FF2B5EF4-FFF2-40B4-BE49-F238E27FC236}">
                <a16:creationId xmlns:a16="http://schemas.microsoft.com/office/drawing/2014/main" id="{8B607D60-3341-41BF-B3C2-915D84CB30CB}"/>
              </a:ext>
            </a:extLst>
          </p:cNvPr>
          <p:cNvSpPr>
            <a:spLocks noGrp="1"/>
          </p:cNvSpPr>
          <p:nvPr/>
        </p:nvSpPr>
        <p:spPr>
          <a:xfrm>
            <a:off x="1515783" y="1962874"/>
            <a:ext cx="28398" cy="28398"/>
          </a:xfrm>
          <a:prstGeom prst="ellipse">
            <a:avLst/>
          </a:prstGeom>
          <a:solidFill>
            <a:srgbClr val="7F8C97">
              <a:alpha val="48000"/>
            </a:srgbClr>
          </a:solidFill>
          <a:ln w="0">
            <a:noFill/>
            <a:prstDash val="solid"/>
          </a:ln>
        </p:spPr>
      </p:sp>
      <p:sp>
        <p:nvSpPr>
          <p:cNvPr id="175" name="03_assume_matched_5472">
            <a:extLst>
              <a:ext uri="{FF2B5EF4-FFF2-40B4-BE49-F238E27FC236}">
                <a16:creationId xmlns:a16="http://schemas.microsoft.com/office/drawing/2014/main" id="{41E03E15-5CC2-4D91-8E75-130001EF3271}"/>
              </a:ext>
            </a:extLst>
          </p:cNvPr>
          <p:cNvSpPr>
            <a:spLocks noGrp="1"/>
          </p:cNvSpPr>
          <p:nvPr/>
        </p:nvSpPr>
        <p:spPr>
          <a:xfrm>
            <a:off x="1464839" y="1962874"/>
            <a:ext cx="28398" cy="28398"/>
          </a:xfrm>
          <a:prstGeom prst="ellipse">
            <a:avLst/>
          </a:prstGeom>
          <a:solidFill>
            <a:srgbClr val="7F8C97">
              <a:alpha val="48000"/>
            </a:srgbClr>
          </a:solidFill>
          <a:ln w="0">
            <a:noFill/>
            <a:prstDash val="solid"/>
          </a:ln>
        </p:spPr>
      </p:sp>
      <p:sp>
        <p:nvSpPr>
          <p:cNvPr id="176" name="03_assume_matched_5473">
            <a:extLst>
              <a:ext uri="{FF2B5EF4-FFF2-40B4-BE49-F238E27FC236}">
                <a16:creationId xmlns:a16="http://schemas.microsoft.com/office/drawing/2014/main" id="{3EDC23F5-9524-4658-B023-4F8A76EAB3AE}"/>
              </a:ext>
            </a:extLst>
          </p:cNvPr>
          <p:cNvSpPr>
            <a:spLocks noGrp="1"/>
          </p:cNvSpPr>
          <p:nvPr/>
        </p:nvSpPr>
        <p:spPr>
          <a:xfrm>
            <a:off x="2337519" y="1647944"/>
            <a:ext cx="28398" cy="28398"/>
          </a:xfrm>
          <a:prstGeom prst="ellipse">
            <a:avLst/>
          </a:prstGeom>
          <a:solidFill>
            <a:srgbClr val="7F8C97">
              <a:alpha val="48000"/>
            </a:srgbClr>
          </a:solidFill>
          <a:ln w="0">
            <a:noFill/>
            <a:prstDash val="solid"/>
          </a:ln>
        </p:spPr>
      </p:sp>
      <p:sp>
        <p:nvSpPr>
          <p:cNvPr id="177" name="03_assume_matched_5474">
            <a:extLst>
              <a:ext uri="{FF2B5EF4-FFF2-40B4-BE49-F238E27FC236}">
                <a16:creationId xmlns:a16="http://schemas.microsoft.com/office/drawing/2014/main" id="{22532ED4-8B47-4B1F-AEBF-AEFC302EF307}"/>
              </a:ext>
            </a:extLst>
          </p:cNvPr>
          <p:cNvSpPr>
            <a:spLocks noGrp="1"/>
          </p:cNvSpPr>
          <p:nvPr/>
        </p:nvSpPr>
        <p:spPr>
          <a:xfrm>
            <a:off x="2326006" y="1962874"/>
            <a:ext cx="28398" cy="28398"/>
          </a:xfrm>
          <a:prstGeom prst="ellipse">
            <a:avLst/>
          </a:prstGeom>
          <a:solidFill>
            <a:srgbClr val="7F8C97">
              <a:alpha val="48000"/>
            </a:srgbClr>
          </a:solidFill>
          <a:ln w="0">
            <a:noFill/>
            <a:prstDash val="solid"/>
          </a:ln>
        </p:spPr>
      </p:sp>
      <p:sp>
        <p:nvSpPr>
          <p:cNvPr id="178" name="03_assume_matched_5475">
            <a:extLst>
              <a:ext uri="{FF2B5EF4-FFF2-40B4-BE49-F238E27FC236}">
                <a16:creationId xmlns:a16="http://schemas.microsoft.com/office/drawing/2014/main" id="{4F728759-856F-4BE4-BB0C-1783DB065338}"/>
              </a:ext>
            </a:extLst>
          </p:cNvPr>
          <p:cNvSpPr>
            <a:spLocks noGrp="1"/>
          </p:cNvSpPr>
          <p:nvPr/>
        </p:nvSpPr>
        <p:spPr>
          <a:xfrm>
            <a:off x="2268874" y="1962874"/>
            <a:ext cx="28398" cy="28398"/>
          </a:xfrm>
          <a:prstGeom prst="ellipse">
            <a:avLst/>
          </a:prstGeom>
          <a:solidFill>
            <a:srgbClr val="7F8C97">
              <a:alpha val="48000"/>
            </a:srgbClr>
          </a:solidFill>
          <a:ln w="0">
            <a:noFill/>
            <a:prstDash val="solid"/>
          </a:ln>
        </p:spPr>
      </p:sp>
      <p:sp>
        <p:nvSpPr>
          <p:cNvPr id="179" name="03_assume_matched_5476">
            <a:extLst>
              <a:ext uri="{FF2B5EF4-FFF2-40B4-BE49-F238E27FC236}">
                <a16:creationId xmlns:a16="http://schemas.microsoft.com/office/drawing/2014/main" id="{D35F3916-EE0C-4646-ABD7-9561B067CBA6}"/>
              </a:ext>
            </a:extLst>
          </p:cNvPr>
          <p:cNvSpPr>
            <a:spLocks noGrp="1"/>
          </p:cNvSpPr>
          <p:nvPr/>
        </p:nvSpPr>
        <p:spPr>
          <a:xfrm>
            <a:off x="2347736" y="1378004"/>
            <a:ext cx="28398" cy="28398"/>
          </a:xfrm>
          <a:prstGeom prst="ellipse">
            <a:avLst/>
          </a:prstGeom>
          <a:solidFill>
            <a:srgbClr val="7F8C97">
              <a:alpha val="48000"/>
            </a:srgbClr>
          </a:solidFill>
          <a:ln w="0">
            <a:noFill/>
            <a:prstDash val="solid"/>
          </a:ln>
        </p:spPr>
      </p:sp>
      <p:sp>
        <p:nvSpPr>
          <p:cNvPr id="180" name="03_assume_matched_5477">
            <a:extLst>
              <a:ext uri="{FF2B5EF4-FFF2-40B4-BE49-F238E27FC236}">
                <a16:creationId xmlns:a16="http://schemas.microsoft.com/office/drawing/2014/main" id="{DE608966-0C34-4E2E-9857-28E7C3AD539E}"/>
              </a:ext>
            </a:extLst>
          </p:cNvPr>
          <p:cNvSpPr>
            <a:spLocks noGrp="1"/>
          </p:cNvSpPr>
          <p:nvPr/>
        </p:nvSpPr>
        <p:spPr>
          <a:xfrm>
            <a:off x="2315501" y="1545110"/>
            <a:ext cx="28398" cy="28398"/>
          </a:xfrm>
          <a:prstGeom prst="ellipse">
            <a:avLst/>
          </a:prstGeom>
          <a:solidFill>
            <a:srgbClr val="7F8C97">
              <a:alpha val="48000"/>
            </a:srgbClr>
          </a:solidFill>
          <a:ln w="0">
            <a:noFill/>
            <a:prstDash val="solid"/>
          </a:ln>
        </p:spPr>
      </p:sp>
      <p:sp>
        <p:nvSpPr>
          <p:cNvPr id="181" name="03_assume_matched_5478">
            <a:extLst>
              <a:ext uri="{FF2B5EF4-FFF2-40B4-BE49-F238E27FC236}">
                <a16:creationId xmlns:a16="http://schemas.microsoft.com/office/drawing/2014/main" id="{9A9013E1-03E9-4A91-BBC8-EA628165705A}"/>
              </a:ext>
            </a:extLst>
          </p:cNvPr>
          <p:cNvSpPr>
            <a:spLocks noGrp="1"/>
          </p:cNvSpPr>
          <p:nvPr/>
        </p:nvSpPr>
        <p:spPr>
          <a:xfrm>
            <a:off x="2220233" y="1697024"/>
            <a:ext cx="28398" cy="28398"/>
          </a:xfrm>
          <a:prstGeom prst="ellipse">
            <a:avLst/>
          </a:prstGeom>
          <a:solidFill>
            <a:srgbClr val="7F8C97">
              <a:alpha val="48000"/>
            </a:srgbClr>
          </a:solidFill>
          <a:ln w="0">
            <a:noFill/>
            <a:prstDash val="solid"/>
          </a:ln>
        </p:spPr>
      </p:sp>
      <p:sp>
        <p:nvSpPr>
          <p:cNvPr id="182" name="03_assume_matched_5479">
            <a:extLst>
              <a:ext uri="{FF2B5EF4-FFF2-40B4-BE49-F238E27FC236}">
                <a16:creationId xmlns:a16="http://schemas.microsoft.com/office/drawing/2014/main" id="{10CCFF26-4AB1-4DD6-98AE-3EA1B9BD683F}"/>
              </a:ext>
            </a:extLst>
          </p:cNvPr>
          <p:cNvSpPr>
            <a:spLocks noGrp="1"/>
          </p:cNvSpPr>
          <p:nvPr/>
        </p:nvSpPr>
        <p:spPr>
          <a:xfrm>
            <a:off x="2250885" y="1962874"/>
            <a:ext cx="28398" cy="28398"/>
          </a:xfrm>
          <a:prstGeom prst="ellipse">
            <a:avLst/>
          </a:prstGeom>
          <a:solidFill>
            <a:srgbClr val="7F8C97">
              <a:alpha val="48000"/>
            </a:srgbClr>
          </a:solidFill>
          <a:ln w="0">
            <a:noFill/>
            <a:prstDash val="solid"/>
          </a:ln>
        </p:spPr>
      </p:sp>
      <p:sp>
        <p:nvSpPr>
          <p:cNvPr id="183" name="03_assume_matched_5480">
            <a:extLst>
              <a:ext uri="{FF2B5EF4-FFF2-40B4-BE49-F238E27FC236}">
                <a16:creationId xmlns:a16="http://schemas.microsoft.com/office/drawing/2014/main" id="{D3BE1AFE-51FC-4A57-BE6B-48C7B2E5B4D8}"/>
              </a:ext>
            </a:extLst>
          </p:cNvPr>
          <p:cNvSpPr>
            <a:spLocks noGrp="1"/>
          </p:cNvSpPr>
          <p:nvPr/>
        </p:nvSpPr>
        <p:spPr>
          <a:xfrm>
            <a:off x="2219945" y="1962874"/>
            <a:ext cx="28398" cy="28398"/>
          </a:xfrm>
          <a:prstGeom prst="ellipse">
            <a:avLst/>
          </a:prstGeom>
          <a:solidFill>
            <a:srgbClr val="7F8C97">
              <a:alpha val="48000"/>
            </a:srgbClr>
          </a:solidFill>
          <a:ln w="0">
            <a:noFill/>
            <a:prstDash val="solid"/>
          </a:ln>
        </p:spPr>
      </p:sp>
      <p:sp>
        <p:nvSpPr>
          <p:cNvPr id="184" name="03_assume_matched_5481">
            <a:extLst>
              <a:ext uri="{FF2B5EF4-FFF2-40B4-BE49-F238E27FC236}">
                <a16:creationId xmlns:a16="http://schemas.microsoft.com/office/drawing/2014/main" id="{E00023CE-DF63-4525-8ADC-0FFBC45E10F6}"/>
              </a:ext>
            </a:extLst>
          </p:cNvPr>
          <p:cNvSpPr>
            <a:spLocks noGrp="1"/>
          </p:cNvSpPr>
          <p:nvPr/>
        </p:nvSpPr>
        <p:spPr>
          <a:xfrm>
            <a:off x="2301254" y="1962874"/>
            <a:ext cx="28398" cy="28398"/>
          </a:xfrm>
          <a:prstGeom prst="ellipse">
            <a:avLst/>
          </a:prstGeom>
          <a:solidFill>
            <a:srgbClr val="7F8C97">
              <a:alpha val="48000"/>
            </a:srgbClr>
          </a:solidFill>
          <a:ln w="0">
            <a:noFill/>
            <a:prstDash val="solid"/>
          </a:ln>
        </p:spPr>
      </p:sp>
      <p:sp>
        <p:nvSpPr>
          <p:cNvPr id="185" name="03_assume_matched_5482">
            <a:extLst>
              <a:ext uri="{FF2B5EF4-FFF2-40B4-BE49-F238E27FC236}">
                <a16:creationId xmlns:a16="http://schemas.microsoft.com/office/drawing/2014/main" id="{1F1A9415-BD59-451A-B188-F3887A58DEA7}"/>
              </a:ext>
            </a:extLst>
          </p:cNvPr>
          <p:cNvSpPr>
            <a:spLocks noGrp="1"/>
          </p:cNvSpPr>
          <p:nvPr/>
        </p:nvSpPr>
        <p:spPr>
          <a:xfrm>
            <a:off x="2282545" y="1962874"/>
            <a:ext cx="28398" cy="28398"/>
          </a:xfrm>
          <a:prstGeom prst="ellipse">
            <a:avLst/>
          </a:prstGeom>
          <a:solidFill>
            <a:srgbClr val="7F8C97">
              <a:alpha val="48000"/>
            </a:srgbClr>
          </a:solidFill>
          <a:ln w="0">
            <a:noFill/>
            <a:prstDash val="solid"/>
          </a:ln>
        </p:spPr>
      </p:sp>
      <p:sp>
        <p:nvSpPr>
          <p:cNvPr id="186" name="03_assume_matched_5483">
            <a:extLst>
              <a:ext uri="{FF2B5EF4-FFF2-40B4-BE49-F238E27FC236}">
                <a16:creationId xmlns:a16="http://schemas.microsoft.com/office/drawing/2014/main" id="{00C68D7E-650F-4777-A617-D9C12C5AE37D}"/>
              </a:ext>
            </a:extLst>
          </p:cNvPr>
          <p:cNvSpPr>
            <a:spLocks noGrp="1"/>
          </p:cNvSpPr>
          <p:nvPr/>
        </p:nvSpPr>
        <p:spPr>
          <a:xfrm>
            <a:off x="2267291" y="1962874"/>
            <a:ext cx="28398" cy="28398"/>
          </a:xfrm>
          <a:prstGeom prst="ellipse">
            <a:avLst/>
          </a:prstGeom>
          <a:solidFill>
            <a:srgbClr val="7F8C97">
              <a:alpha val="48000"/>
            </a:srgbClr>
          </a:solidFill>
          <a:ln w="0">
            <a:noFill/>
            <a:prstDash val="solid"/>
          </a:ln>
        </p:spPr>
      </p:sp>
      <p:sp>
        <p:nvSpPr>
          <p:cNvPr id="187" name="03_assume_matched_5484">
            <a:extLst>
              <a:ext uri="{FF2B5EF4-FFF2-40B4-BE49-F238E27FC236}">
                <a16:creationId xmlns:a16="http://schemas.microsoft.com/office/drawing/2014/main" id="{26B19325-84AC-4CE3-A5C6-21DFB402067D}"/>
              </a:ext>
            </a:extLst>
          </p:cNvPr>
          <p:cNvSpPr>
            <a:spLocks noGrp="1"/>
          </p:cNvSpPr>
          <p:nvPr/>
        </p:nvSpPr>
        <p:spPr>
          <a:xfrm>
            <a:off x="2253044" y="1962874"/>
            <a:ext cx="28398" cy="28398"/>
          </a:xfrm>
          <a:prstGeom prst="ellipse">
            <a:avLst/>
          </a:prstGeom>
          <a:solidFill>
            <a:srgbClr val="7F8C97">
              <a:alpha val="48000"/>
            </a:srgbClr>
          </a:solidFill>
          <a:ln w="0">
            <a:noFill/>
            <a:prstDash val="solid"/>
          </a:ln>
        </p:spPr>
      </p:sp>
      <p:sp>
        <p:nvSpPr>
          <p:cNvPr id="188" name="03_assume_matched_5485">
            <a:extLst>
              <a:ext uri="{FF2B5EF4-FFF2-40B4-BE49-F238E27FC236}">
                <a16:creationId xmlns:a16="http://schemas.microsoft.com/office/drawing/2014/main" id="{857190F9-14DA-4ECB-A5A3-BDCD4A256776}"/>
              </a:ext>
            </a:extLst>
          </p:cNvPr>
          <p:cNvSpPr>
            <a:spLocks noGrp="1"/>
          </p:cNvSpPr>
          <p:nvPr/>
        </p:nvSpPr>
        <p:spPr>
          <a:xfrm>
            <a:off x="2269450" y="1962874"/>
            <a:ext cx="28398" cy="28398"/>
          </a:xfrm>
          <a:prstGeom prst="ellipse">
            <a:avLst/>
          </a:prstGeom>
          <a:solidFill>
            <a:srgbClr val="7F8C97">
              <a:alpha val="48000"/>
            </a:srgbClr>
          </a:solidFill>
          <a:ln w="0">
            <a:noFill/>
            <a:prstDash val="solid"/>
          </a:ln>
        </p:spPr>
      </p:sp>
      <p:sp>
        <p:nvSpPr>
          <p:cNvPr id="189" name="03_assume_matched_5486">
            <a:extLst>
              <a:ext uri="{FF2B5EF4-FFF2-40B4-BE49-F238E27FC236}">
                <a16:creationId xmlns:a16="http://schemas.microsoft.com/office/drawing/2014/main" id="{5321F5C9-EC71-4A8D-B905-E70088B1D196}"/>
              </a:ext>
            </a:extLst>
          </p:cNvPr>
          <p:cNvSpPr>
            <a:spLocks noGrp="1"/>
          </p:cNvSpPr>
          <p:nvPr/>
        </p:nvSpPr>
        <p:spPr>
          <a:xfrm>
            <a:off x="2354644" y="1816656"/>
            <a:ext cx="28398" cy="28398"/>
          </a:xfrm>
          <a:prstGeom prst="ellipse">
            <a:avLst/>
          </a:prstGeom>
          <a:solidFill>
            <a:srgbClr val="7F8C97">
              <a:alpha val="48000"/>
            </a:srgbClr>
          </a:solidFill>
          <a:ln w="0">
            <a:noFill/>
            <a:prstDash val="solid"/>
          </a:ln>
        </p:spPr>
      </p:sp>
      <p:sp>
        <p:nvSpPr>
          <p:cNvPr id="190" name="03_assume_matched_5487">
            <a:extLst>
              <a:ext uri="{FF2B5EF4-FFF2-40B4-BE49-F238E27FC236}">
                <a16:creationId xmlns:a16="http://schemas.microsoft.com/office/drawing/2014/main" id="{437D088B-A88C-40EE-98E3-778CEC6F5701}"/>
              </a:ext>
            </a:extLst>
          </p:cNvPr>
          <p:cNvSpPr>
            <a:spLocks noGrp="1"/>
          </p:cNvSpPr>
          <p:nvPr/>
        </p:nvSpPr>
        <p:spPr>
          <a:xfrm>
            <a:off x="2309600" y="1572961"/>
            <a:ext cx="28398" cy="28398"/>
          </a:xfrm>
          <a:prstGeom prst="ellipse">
            <a:avLst/>
          </a:prstGeom>
          <a:solidFill>
            <a:srgbClr val="7F8C97">
              <a:alpha val="48000"/>
            </a:srgbClr>
          </a:solidFill>
          <a:ln w="0">
            <a:noFill/>
            <a:prstDash val="solid"/>
          </a:ln>
        </p:spPr>
      </p:sp>
      <p:sp>
        <p:nvSpPr>
          <p:cNvPr id="191" name="03_assume_matched_5488">
            <a:extLst>
              <a:ext uri="{FF2B5EF4-FFF2-40B4-BE49-F238E27FC236}">
                <a16:creationId xmlns:a16="http://schemas.microsoft.com/office/drawing/2014/main" id="{3E778151-FDAD-42BF-8096-7C8516A0FCCF}"/>
              </a:ext>
            </a:extLst>
          </p:cNvPr>
          <p:cNvSpPr>
            <a:spLocks noGrp="1"/>
          </p:cNvSpPr>
          <p:nvPr/>
        </p:nvSpPr>
        <p:spPr>
          <a:xfrm>
            <a:off x="2319386" y="1962874"/>
            <a:ext cx="28398" cy="28398"/>
          </a:xfrm>
          <a:prstGeom prst="ellipse">
            <a:avLst/>
          </a:prstGeom>
          <a:solidFill>
            <a:srgbClr val="7F8C97">
              <a:alpha val="48000"/>
            </a:srgbClr>
          </a:solidFill>
          <a:ln w="0">
            <a:noFill/>
            <a:prstDash val="solid"/>
          </a:ln>
        </p:spPr>
      </p:sp>
      <p:sp>
        <p:nvSpPr>
          <p:cNvPr id="192" name="03_assume_matched_5489">
            <a:extLst>
              <a:ext uri="{FF2B5EF4-FFF2-40B4-BE49-F238E27FC236}">
                <a16:creationId xmlns:a16="http://schemas.microsoft.com/office/drawing/2014/main" id="{BAE8AD7B-7E54-4123-AD9F-844B40B9CF8F}"/>
              </a:ext>
            </a:extLst>
          </p:cNvPr>
          <p:cNvSpPr>
            <a:spLocks noGrp="1"/>
          </p:cNvSpPr>
          <p:nvPr/>
        </p:nvSpPr>
        <p:spPr>
          <a:xfrm>
            <a:off x="2256210" y="1865395"/>
            <a:ext cx="28398" cy="28398"/>
          </a:xfrm>
          <a:prstGeom prst="ellipse">
            <a:avLst/>
          </a:prstGeom>
          <a:solidFill>
            <a:srgbClr val="7F8C97">
              <a:alpha val="48000"/>
            </a:srgbClr>
          </a:solidFill>
          <a:ln w="0">
            <a:noFill/>
            <a:prstDash val="solid"/>
          </a:ln>
        </p:spPr>
      </p:sp>
      <p:sp>
        <p:nvSpPr>
          <p:cNvPr id="193" name="03_assume_matched_5490">
            <a:extLst>
              <a:ext uri="{FF2B5EF4-FFF2-40B4-BE49-F238E27FC236}">
                <a16:creationId xmlns:a16="http://schemas.microsoft.com/office/drawing/2014/main" id="{EDBDDB71-6B9A-4DB6-8B10-505327E1349D}"/>
              </a:ext>
            </a:extLst>
          </p:cNvPr>
          <p:cNvSpPr>
            <a:spLocks noGrp="1"/>
          </p:cNvSpPr>
          <p:nvPr/>
        </p:nvSpPr>
        <p:spPr>
          <a:xfrm>
            <a:off x="2346585" y="1962874"/>
            <a:ext cx="28398" cy="28398"/>
          </a:xfrm>
          <a:prstGeom prst="ellipse">
            <a:avLst/>
          </a:prstGeom>
          <a:solidFill>
            <a:srgbClr val="7F8C97">
              <a:alpha val="48000"/>
            </a:srgbClr>
          </a:solidFill>
          <a:ln w="0">
            <a:noFill/>
            <a:prstDash val="solid"/>
          </a:ln>
        </p:spPr>
      </p:sp>
      <p:sp>
        <p:nvSpPr>
          <p:cNvPr id="194" name="03_assume_matched_5491">
            <a:extLst>
              <a:ext uri="{FF2B5EF4-FFF2-40B4-BE49-F238E27FC236}">
                <a16:creationId xmlns:a16="http://schemas.microsoft.com/office/drawing/2014/main" id="{D4B5636D-4309-4A16-8334-6141CC6561B8}"/>
              </a:ext>
            </a:extLst>
          </p:cNvPr>
          <p:cNvSpPr>
            <a:spLocks noGrp="1"/>
          </p:cNvSpPr>
          <p:nvPr/>
        </p:nvSpPr>
        <p:spPr>
          <a:xfrm>
            <a:off x="2319674" y="1590684"/>
            <a:ext cx="28398" cy="28398"/>
          </a:xfrm>
          <a:prstGeom prst="ellipse">
            <a:avLst/>
          </a:prstGeom>
          <a:solidFill>
            <a:srgbClr val="7F8C97">
              <a:alpha val="48000"/>
            </a:srgbClr>
          </a:solidFill>
          <a:ln w="0">
            <a:noFill/>
            <a:prstDash val="solid"/>
          </a:ln>
        </p:spPr>
      </p:sp>
      <p:sp>
        <p:nvSpPr>
          <p:cNvPr id="195" name="03_assume_matched_5492">
            <a:extLst>
              <a:ext uri="{FF2B5EF4-FFF2-40B4-BE49-F238E27FC236}">
                <a16:creationId xmlns:a16="http://schemas.microsoft.com/office/drawing/2014/main" id="{E3D436BD-263A-448E-9674-377871FD8305}"/>
              </a:ext>
            </a:extLst>
          </p:cNvPr>
          <p:cNvSpPr>
            <a:spLocks noGrp="1"/>
          </p:cNvSpPr>
          <p:nvPr/>
        </p:nvSpPr>
        <p:spPr>
          <a:xfrm>
            <a:off x="2237502" y="1962874"/>
            <a:ext cx="28398" cy="28398"/>
          </a:xfrm>
          <a:prstGeom prst="ellipse">
            <a:avLst/>
          </a:prstGeom>
          <a:solidFill>
            <a:srgbClr val="7F8C97">
              <a:alpha val="48000"/>
            </a:srgbClr>
          </a:solidFill>
          <a:ln w="0">
            <a:noFill/>
            <a:prstDash val="solid"/>
          </a:ln>
        </p:spPr>
      </p:sp>
      <p:sp>
        <p:nvSpPr>
          <p:cNvPr id="196" name="03_assume_matched_5493">
            <a:extLst>
              <a:ext uri="{FF2B5EF4-FFF2-40B4-BE49-F238E27FC236}">
                <a16:creationId xmlns:a16="http://schemas.microsoft.com/office/drawing/2014/main" id="{488D87EC-D32A-449A-9C11-4F104C0E2F09}"/>
              </a:ext>
            </a:extLst>
          </p:cNvPr>
          <p:cNvSpPr>
            <a:spLocks noGrp="1"/>
          </p:cNvSpPr>
          <p:nvPr/>
        </p:nvSpPr>
        <p:spPr>
          <a:xfrm>
            <a:off x="2244841" y="1962874"/>
            <a:ext cx="28398" cy="28398"/>
          </a:xfrm>
          <a:prstGeom prst="ellipse">
            <a:avLst/>
          </a:prstGeom>
          <a:solidFill>
            <a:srgbClr val="7F8C97">
              <a:alpha val="48000"/>
            </a:srgbClr>
          </a:solidFill>
          <a:ln w="0">
            <a:noFill/>
            <a:prstDash val="solid"/>
          </a:ln>
        </p:spPr>
      </p:sp>
      <p:sp>
        <p:nvSpPr>
          <p:cNvPr id="197" name="03_assume_matched_5494">
            <a:extLst>
              <a:ext uri="{FF2B5EF4-FFF2-40B4-BE49-F238E27FC236}">
                <a16:creationId xmlns:a16="http://schemas.microsoft.com/office/drawing/2014/main" id="{E347285A-34CE-4BAE-B454-552BF50EA64A}"/>
              </a:ext>
            </a:extLst>
          </p:cNvPr>
          <p:cNvSpPr>
            <a:spLocks noGrp="1"/>
          </p:cNvSpPr>
          <p:nvPr/>
        </p:nvSpPr>
        <p:spPr>
          <a:xfrm>
            <a:off x="2256066" y="1816656"/>
            <a:ext cx="28398" cy="28398"/>
          </a:xfrm>
          <a:prstGeom prst="ellipse">
            <a:avLst/>
          </a:prstGeom>
          <a:solidFill>
            <a:srgbClr val="7F8C97">
              <a:alpha val="48000"/>
            </a:srgbClr>
          </a:solidFill>
          <a:ln w="0">
            <a:noFill/>
            <a:prstDash val="solid"/>
          </a:ln>
        </p:spPr>
      </p:sp>
      <p:sp>
        <p:nvSpPr>
          <p:cNvPr id="198" name="03_assume_matched_5495">
            <a:extLst>
              <a:ext uri="{FF2B5EF4-FFF2-40B4-BE49-F238E27FC236}">
                <a16:creationId xmlns:a16="http://schemas.microsoft.com/office/drawing/2014/main" id="{4C2E9CA4-AFEA-46A5-BE70-5AFDC9FE8751}"/>
              </a:ext>
            </a:extLst>
          </p:cNvPr>
          <p:cNvSpPr>
            <a:spLocks noGrp="1"/>
          </p:cNvSpPr>
          <p:nvPr/>
        </p:nvSpPr>
        <p:spPr>
          <a:xfrm>
            <a:off x="2345434" y="1962874"/>
            <a:ext cx="28398" cy="28398"/>
          </a:xfrm>
          <a:prstGeom prst="ellipse">
            <a:avLst/>
          </a:prstGeom>
          <a:solidFill>
            <a:srgbClr val="7F8C97">
              <a:alpha val="48000"/>
            </a:srgbClr>
          </a:solidFill>
          <a:ln w="0">
            <a:noFill/>
            <a:prstDash val="solid"/>
          </a:ln>
        </p:spPr>
      </p:sp>
      <p:sp>
        <p:nvSpPr>
          <p:cNvPr id="199" name="03_assume_matched_5496">
            <a:extLst>
              <a:ext uri="{FF2B5EF4-FFF2-40B4-BE49-F238E27FC236}">
                <a16:creationId xmlns:a16="http://schemas.microsoft.com/office/drawing/2014/main" id="{D153DD21-F192-4B79-8DC6-E3D8E579E8AD}"/>
              </a:ext>
            </a:extLst>
          </p:cNvPr>
          <p:cNvSpPr>
            <a:spLocks noGrp="1"/>
          </p:cNvSpPr>
          <p:nvPr/>
        </p:nvSpPr>
        <p:spPr>
          <a:xfrm>
            <a:off x="2258369" y="1670439"/>
            <a:ext cx="28398" cy="28398"/>
          </a:xfrm>
          <a:prstGeom prst="ellipse">
            <a:avLst/>
          </a:prstGeom>
          <a:solidFill>
            <a:srgbClr val="7F8C97">
              <a:alpha val="48000"/>
            </a:srgbClr>
          </a:solidFill>
          <a:ln w="0">
            <a:noFill/>
            <a:prstDash val="solid"/>
          </a:ln>
        </p:spPr>
      </p:sp>
      <p:sp>
        <p:nvSpPr>
          <p:cNvPr id="200" name="03_assume_matched_5497">
            <a:extLst>
              <a:ext uri="{FF2B5EF4-FFF2-40B4-BE49-F238E27FC236}">
                <a16:creationId xmlns:a16="http://schemas.microsoft.com/office/drawing/2014/main" id="{A7A55CBF-0F89-4393-AF9A-655B350D1037}"/>
              </a:ext>
            </a:extLst>
          </p:cNvPr>
          <p:cNvSpPr>
            <a:spLocks noGrp="1"/>
          </p:cNvSpPr>
          <p:nvPr/>
        </p:nvSpPr>
        <p:spPr>
          <a:xfrm>
            <a:off x="2337375" y="1962874"/>
            <a:ext cx="28398" cy="28398"/>
          </a:xfrm>
          <a:prstGeom prst="ellipse">
            <a:avLst/>
          </a:prstGeom>
          <a:solidFill>
            <a:srgbClr val="7F8C97">
              <a:alpha val="48000"/>
            </a:srgbClr>
          </a:solidFill>
          <a:ln w="0">
            <a:noFill/>
            <a:prstDash val="solid"/>
          </a:ln>
        </p:spPr>
      </p:sp>
      <p:sp>
        <p:nvSpPr>
          <p:cNvPr id="201" name="03_assume_matched_5498">
            <a:extLst>
              <a:ext uri="{FF2B5EF4-FFF2-40B4-BE49-F238E27FC236}">
                <a16:creationId xmlns:a16="http://schemas.microsoft.com/office/drawing/2014/main" id="{FF109431-AEB0-4472-B890-B4E583FEB32A}"/>
              </a:ext>
            </a:extLst>
          </p:cNvPr>
          <p:cNvSpPr>
            <a:spLocks noGrp="1"/>
          </p:cNvSpPr>
          <p:nvPr/>
        </p:nvSpPr>
        <p:spPr>
          <a:xfrm>
            <a:off x="2338526" y="1670439"/>
            <a:ext cx="28398" cy="28398"/>
          </a:xfrm>
          <a:prstGeom prst="ellipse">
            <a:avLst/>
          </a:prstGeom>
          <a:solidFill>
            <a:srgbClr val="7F8C97">
              <a:alpha val="48000"/>
            </a:srgbClr>
          </a:solidFill>
          <a:ln w="0">
            <a:noFill/>
            <a:prstDash val="solid"/>
          </a:ln>
        </p:spPr>
      </p:sp>
      <p:sp>
        <p:nvSpPr>
          <p:cNvPr id="202" name="03_assume_matched_5499">
            <a:extLst>
              <a:ext uri="{FF2B5EF4-FFF2-40B4-BE49-F238E27FC236}">
                <a16:creationId xmlns:a16="http://schemas.microsoft.com/office/drawing/2014/main" id="{D8725D61-21B8-4CD9-8B6D-1A94560EA605}"/>
              </a:ext>
            </a:extLst>
          </p:cNvPr>
          <p:cNvSpPr>
            <a:spLocks noGrp="1"/>
          </p:cNvSpPr>
          <p:nvPr/>
        </p:nvSpPr>
        <p:spPr>
          <a:xfrm>
            <a:off x="2342268" y="1962874"/>
            <a:ext cx="28398" cy="28398"/>
          </a:xfrm>
          <a:prstGeom prst="ellipse">
            <a:avLst/>
          </a:prstGeom>
          <a:solidFill>
            <a:srgbClr val="7F8C97">
              <a:alpha val="48000"/>
            </a:srgbClr>
          </a:solidFill>
          <a:ln w="0">
            <a:noFill/>
            <a:prstDash val="solid"/>
          </a:ln>
        </p:spPr>
      </p:sp>
      <p:sp>
        <p:nvSpPr>
          <p:cNvPr id="203" name="03_assume_matched_5500">
            <a:extLst>
              <a:ext uri="{FF2B5EF4-FFF2-40B4-BE49-F238E27FC236}">
                <a16:creationId xmlns:a16="http://schemas.microsoft.com/office/drawing/2014/main" id="{552B00AF-BD46-420E-9EC3-945FAA105BEF}"/>
              </a:ext>
            </a:extLst>
          </p:cNvPr>
          <p:cNvSpPr>
            <a:spLocks noGrp="1"/>
          </p:cNvSpPr>
          <p:nvPr/>
        </p:nvSpPr>
        <p:spPr>
          <a:xfrm>
            <a:off x="2259520" y="1962874"/>
            <a:ext cx="28398" cy="28398"/>
          </a:xfrm>
          <a:prstGeom prst="ellipse">
            <a:avLst/>
          </a:prstGeom>
          <a:solidFill>
            <a:srgbClr val="7F8C97">
              <a:alpha val="48000"/>
            </a:srgbClr>
          </a:solidFill>
          <a:ln w="0">
            <a:noFill/>
            <a:prstDash val="solid"/>
          </a:ln>
        </p:spPr>
      </p:sp>
      <p:sp>
        <p:nvSpPr>
          <p:cNvPr id="204" name="03_assume_matched_5501">
            <a:extLst>
              <a:ext uri="{FF2B5EF4-FFF2-40B4-BE49-F238E27FC236}">
                <a16:creationId xmlns:a16="http://schemas.microsoft.com/office/drawing/2014/main" id="{651C44D4-33DE-4318-B0F0-EFC300BA4076}"/>
              </a:ext>
            </a:extLst>
          </p:cNvPr>
          <p:cNvSpPr>
            <a:spLocks noGrp="1"/>
          </p:cNvSpPr>
          <p:nvPr/>
        </p:nvSpPr>
        <p:spPr>
          <a:xfrm>
            <a:off x="2237790" y="1378004"/>
            <a:ext cx="28398" cy="28398"/>
          </a:xfrm>
          <a:prstGeom prst="ellipse">
            <a:avLst/>
          </a:prstGeom>
          <a:solidFill>
            <a:srgbClr val="7F8C97">
              <a:alpha val="48000"/>
            </a:srgbClr>
          </a:solidFill>
          <a:ln w="0">
            <a:noFill/>
            <a:prstDash val="solid"/>
          </a:ln>
        </p:spPr>
      </p:sp>
      <p:sp>
        <p:nvSpPr>
          <p:cNvPr id="205" name="03_assume_matched_5502">
            <a:extLst>
              <a:ext uri="{FF2B5EF4-FFF2-40B4-BE49-F238E27FC236}">
                <a16:creationId xmlns:a16="http://schemas.microsoft.com/office/drawing/2014/main" id="{A6271BCC-A4C7-475D-BBE2-AE24463B1FC8}"/>
              </a:ext>
            </a:extLst>
          </p:cNvPr>
          <p:cNvSpPr>
            <a:spLocks noGrp="1"/>
          </p:cNvSpPr>
          <p:nvPr/>
        </p:nvSpPr>
        <p:spPr>
          <a:xfrm>
            <a:off x="2321545" y="1962874"/>
            <a:ext cx="28398" cy="28398"/>
          </a:xfrm>
          <a:prstGeom prst="ellipse">
            <a:avLst/>
          </a:prstGeom>
          <a:solidFill>
            <a:srgbClr val="7F8C97">
              <a:alpha val="48000"/>
            </a:srgbClr>
          </a:solidFill>
          <a:ln w="0">
            <a:noFill/>
            <a:prstDash val="solid"/>
          </a:ln>
        </p:spPr>
      </p:sp>
      <p:sp>
        <p:nvSpPr>
          <p:cNvPr id="206" name="03_assume_matched_5503">
            <a:extLst>
              <a:ext uri="{FF2B5EF4-FFF2-40B4-BE49-F238E27FC236}">
                <a16:creationId xmlns:a16="http://schemas.microsoft.com/office/drawing/2014/main" id="{DE29EE45-E8BB-432F-B567-9F80EAE18F23}"/>
              </a:ext>
            </a:extLst>
          </p:cNvPr>
          <p:cNvSpPr>
            <a:spLocks noGrp="1"/>
          </p:cNvSpPr>
          <p:nvPr/>
        </p:nvSpPr>
        <p:spPr>
          <a:xfrm>
            <a:off x="2231026" y="1962874"/>
            <a:ext cx="28398" cy="28398"/>
          </a:xfrm>
          <a:prstGeom prst="ellipse">
            <a:avLst/>
          </a:prstGeom>
          <a:solidFill>
            <a:srgbClr val="7F8C97">
              <a:alpha val="48000"/>
            </a:srgbClr>
          </a:solidFill>
          <a:ln w="0">
            <a:noFill/>
            <a:prstDash val="solid"/>
          </a:ln>
        </p:spPr>
      </p:sp>
      <p:sp>
        <p:nvSpPr>
          <p:cNvPr id="207" name="03_assume_matched_5504">
            <a:extLst>
              <a:ext uri="{FF2B5EF4-FFF2-40B4-BE49-F238E27FC236}">
                <a16:creationId xmlns:a16="http://schemas.microsoft.com/office/drawing/2014/main" id="{9F02D39F-F204-48DD-B6CD-E655BBE26B1D}"/>
              </a:ext>
            </a:extLst>
          </p:cNvPr>
          <p:cNvSpPr>
            <a:spLocks noGrp="1"/>
          </p:cNvSpPr>
          <p:nvPr/>
        </p:nvSpPr>
        <p:spPr>
          <a:xfrm>
            <a:off x="2325142" y="1378004"/>
            <a:ext cx="28398" cy="28398"/>
          </a:xfrm>
          <a:prstGeom prst="ellipse">
            <a:avLst/>
          </a:prstGeom>
          <a:solidFill>
            <a:srgbClr val="7F8C97">
              <a:alpha val="48000"/>
            </a:srgbClr>
          </a:solidFill>
          <a:ln w="0">
            <a:noFill/>
            <a:prstDash val="solid"/>
          </a:ln>
        </p:spPr>
      </p:sp>
      <p:sp>
        <p:nvSpPr>
          <p:cNvPr id="208" name="03_assume_matched_5505">
            <a:extLst>
              <a:ext uri="{FF2B5EF4-FFF2-40B4-BE49-F238E27FC236}">
                <a16:creationId xmlns:a16="http://schemas.microsoft.com/office/drawing/2014/main" id="{8BB0322D-4AAC-4A68-9D49-A4AB600CD9D6}"/>
              </a:ext>
            </a:extLst>
          </p:cNvPr>
          <p:cNvSpPr>
            <a:spLocks noGrp="1"/>
          </p:cNvSpPr>
          <p:nvPr/>
        </p:nvSpPr>
        <p:spPr>
          <a:xfrm>
            <a:off x="2232321" y="1962874"/>
            <a:ext cx="28398" cy="28398"/>
          </a:xfrm>
          <a:prstGeom prst="ellipse">
            <a:avLst/>
          </a:prstGeom>
          <a:solidFill>
            <a:srgbClr val="7F8C97">
              <a:alpha val="48000"/>
            </a:srgbClr>
          </a:solidFill>
          <a:ln w="0">
            <a:noFill/>
            <a:prstDash val="solid"/>
          </a:ln>
        </p:spPr>
      </p:sp>
      <p:sp>
        <p:nvSpPr>
          <p:cNvPr id="209" name="03_assume_matched_5506">
            <a:extLst>
              <a:ext uri="{FF2B5EF4-FFF2-40B4-BE49-F238E27FC236}">
                <a16:creationId xmlns:a16="http://schemas.microsoft.com/office/drawing/2014/main" id="{2C32B036-92C4-492E-BEAD-F33F9E3EA29F}"/>
              </a:ext>
            </a:extLst>
          </p:cNvPr>
          <p:cNvSpPr>
            <a:spLocks noGrp="1"/>
          </p:cNvSpPr>
          <p:nvPr/>
        </p:nvSpPr>
        <p:spPr>
          <a:xfrm>
            <a:off x="2352773" y="1962874"/>
            <a:ext cx="28398" cy="28398"/>
          </a:xfrm>
          <a:prstGeom prst="ellipse">
            <a:avLst/>
          </a:prstGeom>
          <a:solidFill>
            <a:srgbClr val="7F8C97">
              <a:alpha val="48000"/>
            </a:srgbClr>
          </a:solidFill>
          <a:ln w="0">
            <a:noFill/>
            <a:prstDash val="solid"/>
          </a:ln>
        </p:spPr>
      </p:sp>
      <p:sp>
        <p:nvSpPr>
          <p:cNvPr id="210" name="03_assume_matched_5507">
            <a:extLst>
              <a:ext uri="{FF2B5EF4-FFF2-40B4-BE49-F238E27FC236}">
                <a16:creationId xmlns:a16="http://schemas.microsoft.com/office/drawing/2014/main" id="{1BDC3B4A-91EF-4AC8-B385-D09F39B1DA0E}"/>
              </a:ext>
            </a:extLst>
          </p:cNvPr>
          <p:cNvSpPr>
            <a:spLocks noGrp="1"/>
          </p:cNvSpPr>
          <p:nvPr/>
        </p:nvSpPr>
        <p:spPr>
          <a:xfrm>
            <a:off x="2330755" y="1378004"/>
            <a:ext cx="28398" cy="28398"/>
          </a:xfrm>
          <a:prstGeom prst="ellipse">
            <a:avLst/>
          </a:prstGeom>
          <a:solidFill>
            <a:srgbClr val="7F8C97">
              <a:alpha val="48000"/>
            </a:srgbClr>
          </a:solidFill>
          <a:ln w="0">
            <a:noFill/>
            <a:prstDash val="solid"/>
          </a:ln>
        </p:spPr>
      </p:sp>
      <p:sp>
        <p:nvSpPr>
          <p:cNvPr id="211" name="03_assume_matched_5508">
            <a:extLst>
              <a:ext uri="{FF2B5EF4-FFF2-40B4-BE49-F238E27FC236}">
                <a16:creationId xmlns:a16="http://schemas.microsoft.com/office/drawing/2014/main" id="{45EEAF2C-5F5C-4B99-A065-8825C4194EA7}"/>
              </a:ext>
            </a:extLst>
          </p:cNvPr>
          <p:cNvSpPr>
            <a:spLocks noGrp="1"/>
          </p:cNvSpPr>
          <p:nvPr/>
        </p:nvSpPr>
        <p:spPr>
          <a:xfrm>
            <a:off x="2278660" y="1378004"/>
            <a:ext cx="28398" cy="28398"/>
          </a:xfrm>
          <a:prstGeom prst="ellipse">
            <a:avLst/>
          </a:prstGeom>
          <a:solidFill>
            <a:srgbClr val="7F8C97">
              <a:alpha val="48000"/>
            </a:srgbClr>
          </a:solidFill>
          <a:ln w="0">
            <a:noFill/>
            <a:prstDash val="solid"/>
          </a:ln>
        </p:spPr>
      </p:sp>
      <p:sp>
        <p:nvSpPr>
          <p:cNvPr id="212" name="03_assume_matched_5509">
            <a:extLst>
              <a:ext uri="{FF2B5EF4-FFF2-40B4-BE49-F238E27FC236}">
                <a16:creationId xmlns:a16="http://schemas.microsoft.com/office/drawing/2014/main" id="{03AEB11E-3DE0-49F3-BF34-DC28409D1049}"/>
              </a:ext>
            </a:extLst>
          </p:cNvPr>
          <p:cNvSpPr>
            <a:spLocks noGrp="1"/>
          </p:cNvSpPr>
          <p:nvPr/>
        </p:nvSpPr>
        <p:spPr>
          <a:xfrm>
            <a:off x="2254339" y="1962874"/>
            <a:ext cx="28398" cy="28398"/>
          </a:xfrm>
          <a:prstGeom prst="ellipse">
            <a:avLst/>
          </a:prstGeom>
          <a:solidFill>
            <a:srgbClr val="7F8C97">
              <a:alpha val="48000"/>
            </a:srgbClr>
          </a:solidFill>
          <a:ln w="0">
            <a:noFill/>
            <a:prstDash val="solid"/>
          </a:ln>
        </p:spPr>
      </p:sp>
      <p:sp>
        <p:nvSpPr>
          <p:cNvPr id="213" name="03_assume_matched_5510">
            <a:extLst>
              <a:ext uri="{FF2B5EF4-FFF2-40B4-BE49-F238E27FC236}">
                <a16:creationId xmlns:a16="http://schemas.microsoft.com/office/drawing/2014/main" id="{B2D0131C-8338-4A4C-989A-76BA6D1B8A73}"/>
              </a:ext>
            </a:extLst>
          </p:cNvPr>
          <p:cNvSpPr>
            <a:spLocks noGrp="1"/>
          </p:cNvSpPr>
          <p:nvPr/>
        </p:nvSpPr>
        <p:spPr>
          <a:xfrm>
            <a:off x="2356802" y="1962874"/>
            <a:ext cx="28398" cy="28398"/>
          </a:xfrm>
          <a:prstGeom prst="ellipse">
            <a:avLst/>
          </a:prstGeom>
          <a:solidFill>
            <a:srgbClr val="7F8C97">
              <a:alpha val="48000"/>
            </a:srgbClr>
          </a:solidFill>
          <a:ln w="0">
            <a:noFill/>
            <a:prstDash val="solid"/>
          </a:ln>
        </p:spPr>
      </p:sp>
      <p:sp>
        <p:nvSpPr>
          <p:cNvPr id="214" name="03_assume_matched_5511">
            <a:extLst>
              <a:ext uri="{FF2B5EF4-FFF2-40B4-BE49-F238E27FC236}">
                <a16:creationId xmlns:a16="http://schemas.microsoft.com/office/drawing/2014/main" id="{FF21DDA5-74B7-4CD0-B7E3-A1413C01B344}"/>
              </a:ext>
            </a:extLst>
          </p:cNvPr>
          <p:cNvSpPr>
            <a:spLocks noGrp="1"/>
          </p:cNvSpPr>
          <p:nvPr/>
        </p:nvSpPr>
        <p:spPr>
          <a:xfrm>
            <a:off x="2304563" y="1962874"/>
            <a:ext cx="28398" cy="28398"/>
          </a:xfrm>
          <a:prstGeom prst="ellipse">
            <a:avLst/>
          </a:prstGeom>
          <a:solidFill>
            <a:srgbClr val="7F8C97">
              <a:alpha val="48000"/>
            </a:srgbClr>
          </a:solidFill>
          <a:ln w="0">
            <a:noFill/>
            <a:prstDash val="solid"/>
          </a:ln>
        </p:spPr>
      </p:sp>
      <p:sp>
        <p:nvSpPr>
          <p:cNvPr id="215" name="03_assume_matched_5512">
            <a:extLst>
              <a:ext uri="{FF2B5EF4-FFF2-40B4-BE49-F238E27FC236}">
                <a16:creationId xmlns:a16="http://schemas.microsoft.com/office/drawing/2014/main" id="{D3D78566-5A66-4157-AC91-606BBF1DFB65}"/>
              </a:ext>
            </a:extLst>
          </p:cNvPr>
          <p:cNvSpPr>
            <a:spLocks noGrp="1"/>
          </p:cNvSpPr>
          <p:nvPr/>
        </p:nvSpPr>
        <p:spPr>
          <a:xfrm>
            <a:off x="2337375" y="1962874"/>
            <a:ext cx="28398" cy="28398"/>
          </a:xfrm>
          <a:prstGeom prst="ellipse">
            <a:avLst/>
          </a:prstGeom>
          <a:solidFill>
            <a:srgbClr val="7F8C97">
              <a:alpha val="48000"/>
            </a:srgbClr>
          </a:solidFill>
          <a:ln w="0">
            <a:noFill/>
            <a:prstDash val="solid"/>
          </a:ln>
        </p:spPr>
      </p:sp>
      <p:sp>
        <p:nvSpPr>
          <p:cNvPr id="216" name="03_assume_matched_5513">
            <a:extLst>
              <a:ext uri="{FF2B5EF4-FFF2-40B4-BE49-F238E27FC236}">
                <a16:creationId xmlns:a16="http://schemas.microsoft.com/office/drawing/2014/main" id="{C3F40FDE-3ED0-44C4-B3CA-79C633559D0C}"/>
              </a:ext>
            </a:extLst>
          </p:cNvPr>
          <p:cNvSpPr>
            <a:spLocks noGrp="1"/>
          </p:cNvSpPr>
          <p:nvPr/>
        </p:nvSpPr>
        <p:spPr>
          <a:xfrm>
            <a:off x="2236495" y="1962874"/>
            <a:ext cx="28398" cy="28398"/>
          </a:xfrm>
          <a:prstGeom prst="ellipse">
            <a:avLst/>
          </a:prstGeom>
          <a:solidFill>
            <a:srgbClr val="7F8C97">
              <a:alpha val="48000"/>
            </a:srgbClr>
          </a:solidFill>
          <a:ln w="0">
            <a:noFill/>
            <a:prstDash val="solid"/>
          </a:ln>
        </p:spPr>
      </p:sp>
      <p:sp>
        <p:nvSpPr>
          <p:cNvPr id="217" name="03_assume_matched_5514">
            <a:extLst>
              <a:ext uri="{FF2B5EF4-FFF2-40B4-BE49-F238E27FC236}">
                <a16:creationId xmlns:a16="http://schemas.microsoft.com/office/drawing/2014/main" id="{9421E99C-DC8F-48D0-A4A7-FDE15F6B9C65}"/>
              </a:ext>
            </a:extLst>
          </p:cNvPr>
          <p:cNvSpPr>
            <a:spLocks noGrp="1"/>
          </p:cNvSpPr>
          <p:nvPr/>
        </p:nvSpPr>
        <p:spPr>
          <a:xfrm>
            <a:off x="2328452" y="1962874"/>
            <a:ext cx="28398" cy="28398"/>
          </a:xfrm>
          <a:prstGeom prst="ellipse">
            <a:avLst/>
          </a:prstGeom>
          <a:solidFill>
            <a:srgbClr val="7F8C97">
              <a:alpha val="48000"/>
            </a:srgbClr>
          </a:solidFill>
          <a:ln w="0">
            <a:noFill/>
            <a:prstDash val="solid"/>
          </a:ln>
        </p:spPr>
      </p:sp>
      <p:sp>
        <p:nvSpPr>
          <p:cNvPr id="218" name="03_assume_matched_5515">
            <a:extLst>
              <a:ext uri="{FF2B5EF4-FFF2-40B4-BE49-F238E27FC236}">
                <a16:creationId xmlns:a16="http://schemas.microsoft.com/office/drawing/2014/main" id="{DD535358-B308-40E3-9B1F-BE04CD29F60B}"/>
              </a:ext>
            </a:extLst>
          </p:cNvPr>
          <p:cNvSpPr>
            <a:spLocks noGrp="1"/>
          </p:cNvSpPr>
          <p:nvPr/>
        </p:nvSpPr>
        <p:spPr>
          <a:xfrm>
            <a:off x="2307586" y="1962874"/>
            <a:ext cx="28398" cy="28398"/>
          </a:xfrm>
          <a:prstGeom prst="ellipse">
            <a:avLst/>
          </a:prstGeom>
          <a:solidFill>
            <a:srgbClr val="7F8C97">
              <a:alpha val="48000"/>
            </a:srgbClr>
          </a:solidFill>
          <a:ln w="0">
            <a:noFill/>
            <a:prstDash val="solid"/>
          </a:ln>
        </p:spPr>
      </p:sp>
      <p:sp>
        <p:nvSpPr>
          <p:cNvPr id="219" name="03_assume_matched_5516">
            <a:extLst>
              <a:ext uri="{FF2B5EF4-FFF2-40B4-BE49-F238E27FC236}">
                <a16:creationId xmlns:a16="http://schemas.microsoft.com/office/drawing/2014/main" id="{16886B21-C56C-4133-B8F5-1E9CBEEF39B6}"/>
              </a:ext>
            </a:extLst>
          </p:cNvPr>
          <p:cNvSpPr>
            <a:spLocks noGrp="1"/>
          </p:cNvSpPr>
          <p:nvPr/>
        </p:nvSpPr>
        <p:spPr>
          <a:xfrm>
            <a:off x="2216203" y="1670439"/>
            <a:ext cx="28398" cy="28398"/>
          </a:xfrm>
          <a:prstGeom prst="ellipse">
            <a:avLst/>
          </a:prstGeom>
          <a:solidFill>
            <a:srgbClr val="7F8C97">
              <a:alpha val="48000"/>
            </a:srgbClr>
          </a:solidFill>
          <a:ln w="0">
            <a:noFill/>
            <a:prstDash val="solid"/>
          </a:ln>
        </p:spPr>
      </p:sp>
      <p:sp>
        <p:nvSpPr>
          <p:cNvPr id="220" name="03_assume_matched_5517">
            <a:extLst>
              <a:ext uri="{FF2B5EF4-FFF2-40B4-BE49-F238E27FC236}">
                <a16:creationId xmlns:a16="http://schemas.microsoft.com/office/drawing/2014/main" id="{351F5D8D-CADC-4661-AA71-450D1821C24D}"/>
              </a:ext>
            </a:extLst>
          </p:cNvPr>
          <p:cNvSpPr>
            <a:spLocks noGrp="1"/>
          </p:cNvSpPr>
          <p:nvPr/>
        </p:nvSpPr>
        <p:spPr>
          <a:xfrm>
            <a:off x="2275494" y="1962874"/>
            <a:ext cx="28398" cy="28398"/>
          </a:xfrm>
          <a:prstGeom prst="ellipse">
            <a:avLst/>
          </a:prstGeom>
          <a:solidFill>
            <a:srgbClr val="7F8C97">
              <a:alpha val="48000"/>
            </a:srgbClr>
          </a:solidFill>
          <a:ln w="0">
            <a:noFill/>
            <a:prstDash val="solid"/>
          </a:ln>
        </p:spPr>
      </p:sp>
      <p:sp>
        <p:nvSpPr>
          <p:cNvPr id="221" name="03_assume_matched_5518">
            <a:extLst>
              <a:ext uri="{FF2B5EF4-FFF2-40B4-BE49-F238E27FC236}">
                <a16:creationId xmlns:a16="http://schemas.microsoft.com/office/drawing/2014/main" id="{634E9D01-5335-4F7D-9502-77683D18AE5D}"/>
              </a:ext>
            </a:extLst>
          </p:cNvPr>
          <p:cNvSpPr>
            <a:spLocks noGrp="1"/>
          </p:cNvSpPr>
          <p:nvPr/>
        </p:nvSpPr>
        <p:spPr>
          <a:xfrm>
            <a:off x="2257649" y="1962874"/>
            <a:ext cx="28398" cy="28398"/>
          </a:xfrm>
          <a:prstGeom prst="ellipse">
            <a:avLst/>
          </a:prstGeom>
          <a:solidFill>
            <a:srgbClr val="7F8C97">
              <a:alpha val="48000"/>
            </a:srgbClr>
          </a:solidFill>
          <a:ln w="0">
            <a:noFill/>
            <a:prstDash val="solid"/>
          </a:ln>
        </p:spPr>
      </p:sp>
      <p:sp>
        <p:nvSpPr>
          <p:cNvPr id="222" name="03_assume_matched_5519">
            <a:extLst>
              <a:ext uri="{FF2B5EF4-FFF2-40B4-BE49-F238E27FC236}">
                <a16:creationId xmlns:a16="http://schemas.microsoft.com/office/drawing/2014/main" id="{24B7B44C-679B-4928-A610-9DEA7A77C96F}"/>
              </a:ext>
            </a:extLst>
          </p:cNvPr>
          <p:cNvSpPr>
            <a:spLocks noGrp="1"/>
          </p:cNvSpPr>
          <p:nvPr/>
        </p:nvSpPr>
        <p:spPr>
          <a:xfrm>
            <a:off x="2289885" y="1962874"/>
            <a:ext cx="28398" cy="28398"/>
          </a:xfrm>
          <a:prstGeom prst="ellipse">
            <a:avLst/>
          </a:prstGeom>
          <a:solidFill>
            <a:srgbClr val="7F8C97">
              <a:alpha val="48000"/>
            </a:srgbClr>
          </a:solidFill>
          <a:ln w="0">
            <a:noFill/>
            <a:prstDash val="solid"/>
          </a:ln>
        </p:spPr>
      </p:sp>
      <p:sp>
        <p:nvSpPr>
          <p:cNvPr id="223" name="03_assume_matched_5520">
            <a:extLst>
              <a:ext uri="{FF2B5EF4-FFF2-40B4-BE49-F238E27FC236}">
                <a16:creationId xmlns:a16="http://schemas.microsoft.com/office/drawing/2014/main" id="{595034F6-A33B-4E68-9A00-5B46EBDCFA81}"/>
              </a:ext>
            </a:extLst>
          </p:cNvPr>
          <p:cNvSpPr>
            <a:spLocks noGrp="1"/>
          </p:cNvSpPr>
          <p:nvPr/>
        </p:nvSpPr>
        <p:spPr>
          <a:xfrm>
            <a:off x="2271752" y="1914134"/>
            <a:ext cx="28398" cy="28398"/>
          </a:xfrm>
          <a:prstGeom prst="ellipse">
            <a:avLst/>
          </a:prstGeom>
          <a:solidFill>
            <a:srgbClr val="7F8C97">
              <a:alpha val="48000"/>
            </a:srgbClr>
          </a:solidFill>
          <a:ln w="0">
            <a:noFill/>
            <a:prstDash val="solid"/>
          </a:ln>
        </p:spPr>
      </p:sp>
      <p:sp>
        <p:nvSpPr>
          <p:cNvPr id="224" name="03_assume_matched_5521">
            <a:extLst>
              <a:ext uri="{FF2B5EF4-FFF2-40B4-BE49-F238E27FC236}">
                <a16:creationId xmlns:a16="http://schemas.microsoft.com/office/drawing/2014/main" id="{06113D72-5D11-4CF6-B9FA-C0856E491743}"/>
              </a:ext>
            </a:extLst>
          </p:cNvPr>
          <p:cNvSpPr>
            <a:spLocks noGrp="1"/>
          </p:cNvSpPr>
          <p:nvPr/>
        </p:nvSpPr>
        <p:spPr>
          <a:xfrm>
            <a:off x="2333921" y="1962874"/>
            <a:ext cx="28398" cy="28398"/>
          </a:xfrm>
          <a:prstGeom prst="ellipse">
            <a:avLst/>
          </a:prstGeom>
          <a:solidFill>
            <a:srgbClr val="7F8C97">
              <a:alpha val="48000"/>
            </a:srgbClr>
          </a:solidFill>
          <a:ln w="0">
            <a:noFill/>
            <a:prstDash val="solid"/>
          </a:ln>
        </p:spPr>
      </p:sp>
      <p:sp>
        <p:nvSpPr>
          <p:cNvPr id="225" name="03_assume_matched_5522">
            <a:extLst>
              <a:ext uri="{FF2B5EF4-FFF2-40B4-BE49-F238E27FC236}">
                <a16:creationId xmlns:a16="http://schemas.microsoft.com/office/drawing/2014/main" id="{2AA720A5-3335-4CDD-B62A-3EC3D3E01E68}"/>
              </a:ext>
            </a:extLst>
          </p:cNvPr>
          <p:cNvSpPr>
            <a:spLocks noGrp="1"/>
          </p:cNvSpPr>
          <p:nvPr/>
        </p:nvSpPr>
        <p:spPr>
          <a:xfrm>
            <a:off x="2232033" y="1728926"/>
            <a:ext cx="28398" cy="28398"/>
          </a:xfrm>
          <a:prstGeom prst="ellipse">
            <a:avLst/>
          </a:prstGeom>
          <a:solidFill>
            <a:srgbClr val="7F8C97">
              <a:alpha val="48000"/>
            </a:srgbClr>
          </a:solidFill>
          <a:ln w="0">
            <a:noFill/>
            <a:prstDash val="solid"/>
          </a:ln>
        </p:spPr>
      </p:sp>
      <p:sp>
        <p:nvSpPr>
          <p:cNvPr id="226" name="03_assume_matched_5523">
            <a:extLst>
              <a:ext uri="{FF2B5EF4-FFF2-40B4-BE49-F238E27FC236}">
                <a16:creationId xmlns:a16="http://schemas.microsoft.com/office/drawing/2014/main" id="{CFC5947F-F4E8-4483-8D91-5EE6F9D298D5}"/>
              </a:ext>
            </a:extLst>
          </p:cNvPr>
          <p:cNvSpPr>
            <a:spLocks noGrp="1"/>
          </p:cNvSpPr>
          <p:nvPr/>
        </p:nvSpPr>
        <p:spPr>
          <a:xfrm>
            <a:off x="2238653" y="1962874"/>
            <a:ext cx="28398" cy="28398"/>
          </a:xfrm>
          <a:prstGeom prst="ellipse">
            <a:avLst/>
          </a:prstGeom>
          <a:solidFill>
            <a:srgbClr val="7F8C97">
              <a:alpha val="48000"/>
            </a:srgbClr>
          </a:solidFill>
          <a:ln w="0">
            <a:noFill/>
            <a:prstDash val="solid"/>
          </a:ln>
        </p:spPr>
      </p:sp>
      <p:sp>
        <p:nvSpPr>
          <p:cNvPr id="227" name="03_assume_matched_5524">
            <a:extLst>
              <a:ext uri="{FF2B5EF4-FFF2-40B4-BE49-F238E27FC236}">
                <a16:creationId xmlns:a16="http://schemas.microsoft.com/office/drawing/2014/main" id="{0420D3D2-A966-4309-8FC2-F133A5499CF6}"/>
              </a:ext>
            </a:extLst>
          </p:cNvPr>
          <p:cNvSpPr>
            <a:spLocks noGrp="1"/>
          </p:cNvSpPr>
          <p:nvPr/>
        </p:nvSpPr>
        <p:spPr>
          <a:xfrm>
            <a:off x="2298519" y="1670439"/>
            <a:ext cx="28398" cy="28398"/>
          </a:xfrm>
          <a:prstGeom prst="ellipse">
            <a:avLst/>
          </a:prstGeom>
          <a:solidFill>
            <a:srgbClr val="7F8C97">
              <a:alpha val="48000"/>
            </a:srgbClr>
          </a:solidFill>
          <a:ln w="0">
            <a:noFill/>
            <a:prstDash val="solid"/>
          </a:ln>
        </p:spPr>
      </p:sp>
      <p:sp>
        <p:nvSpPr>
          <p:cNvPr id="228" name="03_assume_matched_5525">
            <a:extLst>
              <a:ext uri="{FF2B5EF4-FFF2-40B4-BE49-F238E27FC236}">
                <a16:creationId xmlns:a16="http://schemas.microsoft.com/office/drawing/2014/main" id="{A31612D4-44E7-4C9D-8DF9-847A7837D77B}"/>
              </a:ext>
            </a:extLst>
          </p:cNvPr>
          <p:cNvSpPr>
            <a:spLocks noGrp="1"/>
          </p:cNvSpPr>
          <p:nvPr/>
        </p:nvSpPr>
        <p:spPr>
          <a:xfrm>
            <a:off x="2297224" y="1670439"/>
            <a:ext cx="28398" cy="28398"/>
          </a:xfrm>
          <a:prstGeom prst="ellipse">
            <a:avLst/>
          </a:prstGeom>
          <a:solidFill>
            <a:srgbClr val="7F8C97">
              <a:alpha val="48000"/>
            </a:srgbClr>
          </a:solidFill>
          <a:ln w="0">
            <a:noFill/>
            <a:prstDash val="solid"/>
          </a:ln>
        </p:spPr>
      </p:sp>
      <p:sp>
        <p:nvSpPr>
          <p:cNvPr id="229" name="03_assume_matched_5526">
            <a:extLst>
              <a:ext uri="{FF2B5EF4-FFF2-40B4-BE49-F238E27FC236}">
                <a16:creationId xmlns:a16="http://schemas.microsoft.com/office/drawing/2014/main" id="{07C92E77-47AA-47BE-B176-D89DF00BA3B7}"/>
              </a:ext>
            </a:extLst>
          </p:cNvPr>
          <p:cNvSpPr>
            <a:spLocks noGrp="1"/>
          </p:cNvSpPr>
          <p:nvPr/>
        </p:nvSpPr>
        <p:spPr>
          <a:xfrm>
            <a:off x="2343995" y="1962874"/>
            <a:ext cx="28398" cy="28398"/>
          </a:xfrm>
          <a:prstGeom prst="ellipse">
            <a:avLst/>
          </a:prstGeom>
          <a:solidFill>
            <a:srgbClr val="7F8C97">
              <a:alpha val="48000"/>
            </a:srgbClr>
          </a:solidFill>
          <a:ln w="0">
            <a:noFill/>
            <a:prstDash val="solid"/>
          </a:ln>
        </p:spPr>
      </p:sp>
      <p:sp>
        <p:nvSpPr>
          <p:cNvPr id="230" name="03_assume_matched_5527">
            <a:extLst>
              <a:ext uri="{FF2B5EF4-FFF2-40B4-BE49-F238E27FC236}">
                <a16:creationId xmlns:a16="http://schemas.microsoft.com/office/drawing/2014/main" id="{D52BFF80-C342-4E62-B0FE-6304BD4915D3}"/>
              </a:ext>
            </a:extLst>
          </p:cNvPr>
          <p:cNvSpPr>
            <a:spLocks noGrp="1"/>
          </p:cNvSpPr>
          <p:nvPr/>
        </p:nvSpPr>
        <p:spPr>
          <a:xfrm>
            <a:off x="2322264" y="1816656"/>
            <a:ext cx="28398" cy="28398"/>
          </a:xfrm>
          <a:prstGeom prst="ellipse">
            <a:avLst/>
          </a:prstGeom>
          <a:solidFill>
            <a:srgbClr val="7F8C97">
              <a:alpha val="48000"/>
            </a:srgbClr>
          </a:solidFill>
          <a:ln w="0">
            <a:noFill/>
            <a:prstDash val="solid"/>
          </a:ln>
        </p:spPr>
      </p:sp>
      <p:sp>
        <p:nvSpPr>
          <p:cNvPr id="231" name="03_assume_matched_5528">
            <a:extLst>
              <a:ext uri="{FF2B5EF4-FFF2-40B4-BE49-F238E27FC236}">
                <a16:creationId xmlns:a16="http://schemas.microsoft.com/office/drawing/2014/main" id="{220967F9-5B42-47F2-B0A2-59355AC139C9}"/>
              </a:ext>
            </a:extLst>
          </p:cNvPr>
          <p:cNvSpPr>
            <a:spLocks noGrp="1"/>
          </p:cNvSpPr>
          <p:nvPr/>
        </p:nvSpPr>
        <p:spPr>
          <a:xfrm>
            <a:off x="2254339" y="1962874"/>
            <a:ext cx="28398" cy="28398"/>
          </a:xfrm>
          <a:prstGeom prst="ellipse">
            <a:avLst/>
          </a:prstGeom>
          <a:solidFill>
            <a:srgbClr val="7F8C97">
              <a:alpha val="48000"/>
            </a:srgbClr>
          </a:solidFill>
          <a:ln w="0">
            <a:noFill/>
            <a:prstDash val="solid"/>
          </a:ln>
        </p:spPr>
      </p:sp>
      <p:sp>
        <p:nvSpPr>
          <p:cNvPr id="232" name="03_assume_matched_5529">
            <a:extLst>
              <a:ext uri="{FF2B5EF4-FFF2-40B4-BE49-F238E27FC236}">
                <a16:creationId xmlns:a16="http://schemas.microsoft.com/office/drawing/2014/main" id="{C9439179-ED62-4EBA-B27A-07251A72D769}"/>
              </a:ext>
            </a:extLst>
          </p:cNvPr>
          <p:cNvSpPr>
            <a:spLocks noGrp="1"/>
          </p:cNvSpPr>
          <p:nvPr/>
        </p:nvSpPr>
        <p:spPr>
          <a:xfrm>
            <a:off x="2325142" y="1962874"/>
            <a:ext cx="28398" cy="28398"/>
          </a:xfrm>
          <a:prstGeom prst="ellipse">
            <a:avLst/>
          </a:prstGeom>
          <a:solidFill>
            <a:srgbClr val="7F8C97">
              <a:alpha val="48000"/>
            </a:srgbClr>
          </a:solidFill>
          <a:ln w="0">
            <a:noFill/>
            <a:prstDash val="solid"/>
          </a:ln>
        </p:spPr>
      </p:sp>
      <p:sp>
        <p:nvSpPr>
          <p:cNvPr id="233" name="03_assume_matched_5530">
            <a:extLst>
              <a:ext uri="{FF2B5EF4-FFF2-40B4-BE49-F238E27FC236}">
                <a16:creationId xmlns:a16="http://schemas.microsoft.com/office/drawing/2014/main" id="{ABDAA1D5-FA1F-4673-ACD9-DB4063B74C65}"/>
              </a:ext>
            </a:extLst>
          </p:cNvPr>
          <p:cNvSpPr>
            <a:spLocks noGrp="1"/>
          </p:cNvSpPr>
          <p:nvPr/>
        </p:nvSpPr>
        <p:spPr>
          <a:xfrm>
            <a:off x="2313486" y="1962874"/>
            <a:ext cx="28398" cy="28398"/>
          </a:xfrm>
          <a:prstGeom prst="ellipse">
            <a:avLst/>
          </a:prstGeom>
          <a:solidFill>
            <a:srgbClr val="7F8C97">
              <a:alpha val="48000"/>
            </a:srgbClr>
          </a:solidFill>
          <a:ln w="0">
            <a:noFill/>
            <a:prstDash val="solid"/>
          </a:ln>
        </p:spPr>
      </p:sp>
      <p:sp>
        <p:nvSpPr>
          <p:cNvPr id="234" name="03_assume_matched_5531">
            <a:extLst>
              <a:ext uri="{FF2B5EF4-FFF2-40B4-BE49-F238E27FC236}">
                <a16:creationId xmlns:a16="http://schemas.microsoft.com/office/drawing/2014/main" id="{BB2A111B-0953-479C-9034-B765391C04D5}"/>
              </a:ext>
            </a:extLst>
          </p:cNvPr>
          <p:cNvSpPr>
            <a:spLocks noGrp="1"/>
          </p:cNvSpPr>
          <p:nvPr/>
        </p:nvSpPr>
        <p:spPr>
          <a:xfrm>
            <a:off x="2319674" y="1962874"/>
            <a:ext cx="28398" cy="28398"/>
          </a:xfrm>
          <a:prstGeom prst="ellipse">
            <a:avLst/>
          </a:prstGeom>
          <a:solidFill>
            <a:srgbClr val="7F8C97">
              <a:alpha val="48000"/>
            </a:srgbClr>
          </a:solidFill>
          <a:ln w="0">
            <a:noFill/>
            <a:prstDash val="solid"/>
          </a:ln>
        </p:spPr>
      </p:sp>
      <p:sp>
        <p:nvSpPr>
          <p:cNvPr id="235" name="03_assume_matched_5532">
            <a:extLst>
              <a:ext uri="{FF2B5EF4-FFF2-40B4-BE49-F238E27FC236}">
                <a16:creationId xmlns:a16="http://schemas.microsoft.com/office/drawing/2014/main" id="{313CF00A-DA37-42DE-B159-4A541DDD3D89}"/>
              </a:ext>
            </a:extLst>
          </p:cNvPr>
          <p:cNvSpPr>
            <a:spLocks noGrp="1"/>
          </p:cNvSpPr>
          <p:nvPr/>
        </p:nvSpPr>
        <p:spPr>
          <a:xfrm>
            <a:off x="2333057" y="1962874"/>
            <a:ext cx="28398" cy="28398"/>
          </a:xfrm>
          <a:prstGeom prst="ellipse">
            <a:avLst/>
          </a:prstGeom>
          <a:solidFill>
            <a:srgbClr val="7F8C97">
              <a:alpha val="48000"/>
            </a:srgbClr>
          </a:solidFill>
          <a:ln w="0">
            <a:noFill/>
            <a:prstDash val="solid"/>
          </a:ln>
        </p:spPr>
      </p:sp>
      <p:sp>
        <p:nvSpPr>
          <p:cNvPr id="236" name="03_assume_matched_5533">
            <a:extLst>
              <a:ext uri="{FF2B5EF4-FFF2-40B4-BE49-F238E27FC236}">
                <a16:creationId xmlns:a16="http://schemas.microsoft.com/office/drawing/2014/main" id="{8956FE45-9FC0-4B04-8146-D87A125B8D05}"/>
              </a:ext>
            </a:extLst>
          </p:cNvPr>
          <p:cNvSpPr>
            <a:spLocks noGrp="1"/>
          </p:cNvSpPr>
          <p:nvPr/>
        </p:nvSpPr>
        <p:spPr>
          <a:xfrm>
            <a:off x="2241675" y="1378004"/>
            <a:ext cx="28398" cy="28398"/>
          </a:xfrm>
          <a:prstGeom prst="ellipse">
            <a:avLst/>
          </a:prstGeom>
          <a:solidFill>
            <a:srgbClr val="7F8C97">
              <a:alpha val="48000"/>
            </a:srgbClr>
          </a:solidFill>
          <a:ln w="0">
            <a:noFill/>
            <a:prstDash val="solid"/>
          </a:ln>
        </p:spPr>
      </p:sp>
      <p:sp>
        <p:nvSpPr>
          <p:cNvPr id="237" name="03_assume_matched_5534">
            <a:extLst>
              <a:ext uri="{FF2B5EF4-FFF2-40B4-BE49-F238E27FC236}">
                <a16:creationId xmlns:a16="http://schemas.microsoft.com/office/drawing/2014/main" id="{2783EFFE-CC6C-40D9-8322-816EF482BC39}"/>
              </a:ext>
            </a:extLst>
          </p:cNvPr>
          <p:cNvSpPr>
            <a:spLocks noGrp="1"/>
          </p:cNvSpPr>
          <p:nvPr/>
        </p:nvSpPr>
        <p:spPr>
          <a:xfrm>
            <a:off x="2230882" y="1962874"/>
            <a:ext cx="28398" cy="28398"/>
          </a:xfrm>
          <a:prstGeom prst="ellipse">
            <a:avLst/>
          </a:prstGeom>
          <a:solidFill>
            <a:srgbClr val="7F8C97">
              <a:alpha val="48000"/>
            </a:srgbClr>
          </a:solidFill>
          <a:ln w="0">
            <a:noFill/>
            <a:prstDash val="solid"/>
          </a:ln>
        </p:spPr>
      </p:sp>
      <p:sp>
        <p:nvSpPr>
          <p:cNvPr id="238" name="03_assume_matched_5535">
            <a:extLst>
              <a:ext uri="{FF2B5EF4-FFF2-40B4-BE49-F238E27FC236}">
                <a16:creationId xmlns:a16="http://schemas.microsoft.com/office/drawing/2014/main" id="{A7065777-18B9-4DE5-A7A6-810E91BCC6EC}"/>
              </a:ext>
            </a:extLst>
          </p:cNvPr>
          <p:cNvSpPr>
            <a:spLocks noGrp="1"/>
          </p:cNvSpPr>
          <p:nvPr/>
        </p:nvSpPr>
        <p:spPr>
          <a:xfrm>
            <a:off x="2313774" y="1962874"/>
            <a:ext cx="28398" cy="28398"/>
          </a:xfrm>
          <a:prstGeom prst="ellipse">
            <a:avLst/>
          </a:prstGeom>
          <a:solidFill>
            <a:srgbClr val="7F8C97">
              <a:alpha val="48000"/>
            </a:srgbClr>
          </a:solidFill>
          <a:ln w="0">
            <a:noFill/>
            <a:prstDash val="solid"/>
          </a:ln>
        </p:spPr>
      </p:sp>
      <p:sp>
        <p:nvSpPr>
          <p:cNvPr id="239" name="03_assume_matched_5536">
            <a:extLst>
              <a:ext uri="{FF2B5EF4-FFF2-40B4-BE49-F238E27FC236}">
                <a16:creationId xmlns:a16="http://schemas.microsoft.com/office/drawing/2014/main" id="{212D395C-9392-4933-B674-3B214CA4DD61}"/>
              </a:ext>
            </a:extLst>
          </p:cNvPr>
          <p:cNvSpPr>
            <a:spLocks noGrp="1"/>
          </p:cNvSpPr>
          <p:nvPr/>
        </p:nvSpPr>
        <p:spPr>
          <a:xfrm>
            <a:off x="2350902" y="1921097"/>
            <a:ext cx="28398" cy="28398"/>
          </a:xfrm>
          <a:prstGeom prst="ellipse">
            <a:avLst/>
          </a:prstGeom>
          <a:solidFill>
            <a:srgbClr val="7F8C97">
              <a:alpha val="48000"/>
            </a:srgbClr>
          </a:solidFill>
          <a:ln w="0">
            <a:noFill/>
            <a:prstDash val="solid"/>
          </a:ln>
        </p:spPr>
      </p:sp>
      <p:sp>
        <p:nvSpPr>
          <p:cNvPr id="240" name="03_assume_matched_5537">
            <a:extLst>
              <a:ext uri="{FF2B5EF4-FFF2-40B4-BE49-F238E27FC236}">
                <a16:creationId xmlns:a16="http://schemas.microsoft.com/office/drawing/2014/main" id="{F900741A-D9F4-412E-91FA-986A5D3AAB30}"/>
              </a:ext>
            </a:extLst>
          </p:cNvPr>
          <p:cNvSpPr>
            <a:spLocks noGrp="1"/>
          </p:cNvSpPr>
          <p:nvPr/>
        </p:nvSpPr>
        <p:spPr>
          <a:xfrm>
            <a:off x="2357090" y="1378004"/>
            <a:ext cx="28398" cy="28398"/>
          </a:xfrm>
          <a:prstGeom prst="ellipse">
            <a:avLst/>
          </a:prstGeom>
          <a:solidFill>
            <a:srgbClr val="7F8C97">
              <a:alpha val="48000"/>
            </a:srgbClr>
          </a:solidFill>
          <a:ln w="0">
            <a:noFill/>
            <a:prstDash val="solid"/>
          </a:ln>
        </p:spPr>
      </p:sp>
      <p:sp>
        <p:nvSpPr>
          <p:cNvPr id="241" name="03_assume_matched_5538">
            <a:extLst>
              <a:ext uri="{FF2B5EF4-FFF2-40B4-BE49-F238E27FC236}">
                <a16:creationId xmlns:a16="http://schemas.microsoft.com/office/drawing/2014/main" id="{0C262FB4-5FD6-401D-9363-EC208A8060BE}"/>
              </a:ext>
            </a:extLst>
          </p:cNvPr>
          <p:cNvSpPr>
            <a:spLocks noGrp="1"/>
          </p:cNvSpPr>
          <p:nvPr/>
        </p:nvSpPr>
        <p:spPr>
          <a:xfrm>
            <a:off x="2268154" y="1962874"/>
            <a:ext cx="28398" cy="28398"/>
          </a:xfrm>
          <a:prstGeom prst="ellipse">
            <a:avLst/>
          </a:prstGeom>
          <a:solidFill>
            <a:srgbClr val="7F8C97">
              <a:alpha val="48000"/>
            </a:srgbClr>
          </a:solidFill>
          <a:ln w="0">
            <a:noFill/>
            <a:prstDash val="solid"/>
          </a:ln>
        </p:spPr>
      </p:sp>
      <p:sp>
        <p:nvSpPr>
          <p:cNvPr id="242" name="03_assume_matched_5539">
            <a:extLst>
              <a:ext uri="{FF2B5EF4-FFF2-40B4-BE49-F238E27FC236}">
                <a16:creationId xmlns:a16="http://schemas.microsoft.com/office/drawing/2014/main" id="{9D569471-BA1F-4612-BBC3-4BE7820CE467}"/>
              </a:ext>
            </a:extLst>
          </p:cNvPr>
          <p:cNvSpPr>
            <a:spLocks noGrp="1"/>
          </p:cNvSpPr>
          <p:nvPr/>
        </p:nvSpPr>
        <p:spPr>
          <a:xfrm>
            <a:off x="2320969" y="1962874"/>
            <a:ext cx="28398" cy="28398"/>
          </a:xfrm>
          <a:prstGeom prst="ellipse">
            <a:avLst/>
          </a:prstGeom>
          <a:solidFill>
            <a:srgbClr val="7F8C97">
              <a:alpha val="48000"/>
            </a:srgbClr>
          </a:solidFill>
          <a:ln w="0">
            <a:noFill/>
            <a:prstDash val="solid"/>
          </a:ln>
        </p:spPr>
      </p:sp>
      <p:sp>
        <p:nvSpPr>
          <p:cNvPr id="243" name="03_assume_matched_5540">
            <a:extLst>
              <a:ext uri="{FF2B5EF4-FFF2-40B4-BE49-F238E27FC236}">
                <a16:creationId xmlns:a16="http://schemas.microsoft.com/office/drawing/2014/main" id="{B955C5E1-CE38-44DD-804A-22E21E6A734E}"/>
              </a:ext>
            </a:extLst>
          </p:cNvPr>
          <p:cNvSpPr>
            <a:spLocks noGrp="1"/>
          </p:cNvSpPr>
          <p:nvPr/>
        </p:nvSpPr>
        <p:spPr>
          <a:xfrm>
            <a:off x="2331906" y="1378004"/>
            <a:ext cx="28398" cy="28398"/>
          </a:xfrm>
          <a:prstGeom prst="ellipse">
            <a:avLst/>
          </a:prstGeom>
          <a:solidFill>
            <a:srgbClr val="7F8C97">
              <a:alpha val="48000"/>
            </a:srgbClr>
          </a:solidFill>
          <a:ln w="0">
            <a:noFill/>
            <a:prstDash val="solid"/>
          </a:ln>
        </p:spPr>
      </p:sp>
      <p:sp>
        <p:nvSpPr>
          <p:cNvPr id="244" name="03_assume_matched_5541">
            <a:extLst>
              <a:ext uri="{FF2B5EF4-FFF2-40B4-BE49-F238E27FC236}">
                <a16:creationId xmlns:a16="http://schemas.microsoft.com/office/drawing/2014/main" id="{962B83DB-98D2-4BCC-9A28-8075FD369165}"/>
              </a:ext>
            </a:extLst>
          </p:cNvPr>
          <p:cNvSpPr>
            <a:spLocks noGrp="1"/>
          </p:cNvSpPr>
          <p:nvPr/>
        </p:nvSpPr>
        <p:spPr>
          <a:xfrm>
            <a:off x="2349319" y="1378004"/>
            <a:ext cx="28398" cy="28398"/>
          </a:xfrm>
          <a:prstGeom prst="ellipse">
            <a:avLst/>
          </a:prstGeom>
          <a:solidFill>
            <a:srgbClr val="7F8C97">
              <a:alpha val="48000"/>
            </a:srgbClr>
          </a:solidFill>
          <a:ln w="0">
            <a:noFill/>
            <a:prstDash val="solid"/>
          </a:ln>
        </p:spPr>
      </p:sp>
      <p:sp>
        <p:nvSpPr>
          <p:cNvPr id="245" name="03_assume_matched_5542">
            <a:extLst>
              <a:ext uri="{FF2B5EF4-FFF2-40B4-BE49-F238E27FC236}">
                <a16:creationId xmlns:a16="http://schemas.microsoft.com/office/drawing/2014/main" id="{18496B2A-4972-4317-BB32-DDE0E5D1262E}"/>
              </a:ext>
            </a:extLst>
          </p:cNvPr>
          <p:cNvSpPr>
            <a:spLocks noGrp="1"/>
          </p:cNvSpPr>
          <p:nvPr/>
        </p:nvSpPr>
        <p:spPr>
          <a:xfrm>
            <a:off x="2334065" y="1378004"/>
            <a:ext cx="28398" cy="28398"/>
          </a:xfrm>
          <a:prstGeom prst="ellipse">
            <a:avLst/>
          </a:prstGeom>
          <a:solidFill>
            <a:srgbClr val="7F8C97">
              <a:alpha val="48000"/>
            </a:srgbClr>
          </a:solidFill>
          <a:ln w="0">
            <a:noFill/>
            <a:prstDash val="solid"/>
          </a:ln>
        </p:spPr>
      </p:sp>
      <p:sp>
        <p:nvSpPr>
          <p:cNvPr id="246" name="03_assume_matched_5543">
            <a:extLst>
              <a:ext uri="{FF2B5EF4-FFF2-40B4-BE49-F238E27FC236}">
                <a16:creationId xmlns:a16="http://schemas.microsoft.com/office/drawing/2014/main" id="{9C7E845A-189A-44A8-AA72-D2B6102D7003}"/>
              </a:ext>
            </a:extLst>
          </p:cNvPr>
          <p:cNvSpPr>
            <a:spLocks noGrp="1"/>
          </p:cNvSpPr>
          <p:nvPr/>
        </p:nvSpPr>
        <p:spPr>
          <a:xfrm>
            <a:off x="2312335" y="1962874"/>
            <a:ext cx="28398" cy="28398"/>
          </a:xfrm>
          <a:prstGeom prst="ellipse">
            <a:avLst/>
          </a:prstGeom>
          <a:solidFill>
            <a:srgbClr val="7F8C97">
              <a:alpha val="48000"/>
            </a:srgbClr>
          </a:solidFill>
          <a:ln w="0">
            <a:noFill/>
            <a:prstDash val="solid"/>
          </a:ln>
        </p:spPr>
      </p:sp>
      <p:sp>
        <p:nvSpPr>
          <p:cNvPr id="247" name="03_assume_matched_5544">
            <a:extLst>
              <a:ext uri="{FF2B5EF4-FFF2-40B4-BE49-F238E27FC236}">
                <a16:creationId xmlns:a16="http://schemas.microsoft.com/office/drawing/2014/main" id="{0BD0B185-FD36-4D21-9326-522437E003B1}"/>
              </a:ext>
            </a:extLst>
          </p:cNvPr>
          <p:cNvSpPr>
            <a:spLocks noGrp="1"/>
          </p:cNvSpPr>
          <p:nvPr/>
        </p:nvSpPr>
        <p:spPr>
          <a:xfrm>
            <a:off x="2224118" y="1378004"/>
            <a:ext cx="28398" cy="28398"/>
          </a:xfrm>
          <a:prstGeom prst="ellipse">
            <a:avLst/>
          </a:prstGeom>
          <a:solidFill>
            <a:srgbClr val="7F8C97">
              <a:alpha val="48000"/>
            </a:srgbClr>
          </a:solidFill>
          <a:ln w="0">
            <a:noFill/>
            <a:prstDash val="solid"/>
          </a:ln>
        </p:spPr>
      </p:sp>
      <p:sp>
        <p:nvSpPr>
          <p:cNvPr id="248" name="03_assume_matched_5545">
            <a:extLst>
              <a:ext uri="{FF2B5EF4-FFF2-40B4-BE49-F238E27FC236}">
                <a16:creationId xmlns:a16="http://schemas.microsoft.com/office/drawing/2014/main" id="{D2F74A2E-A7F5-447F-9E22-F9E849BAEB7D}"/>
              </a:ext>
            </a:extLst>
          </p:cNvPr>
          <p:cNvSpPr>
            <a:spLocks noGrp="1"/>
          </p:cNvSpPr>
          <p:nvPr/>
        </p:nvSpPr>
        <p:spPr>
          <a:xfrm>
            <a:off x="2238078" y="1962874"/>
            <a:ext cx="28398" cy="28398"/>
          </a:xfrm>
          <a:prstGeom prst="ellipse">
            <a:avLst/>
          </a:prstGeom>
          <a:solidFill>
            <a:srgbClr val="7F8C97">
              <a:alpha val="48000"/>
            </a:srgbClr>
          </a:solidFill>
          <a:ln w="0">
            <a:noFill/>
            <a:prstDash val="solid"/>
          </a:ln>
        </p:spPr>
      </p:sp>
      <p:sp>
        <p:nvSpPr>
          <p:cNvPr id="249" name="03_assume_matched_5546">
            <a:extLst>
              <a:ext uri="{FF2B5EF4-FFF2-40B4-BE49-F238E27FC236}">
                <a16:creationId xmlns:a16="http://schemas.microsoft.com/office/drawing/2014/main" id="{D5A745C8-A1D5-4CAF-90BB-5C8F7AFBC953}"/>
              </a:ext>
            </a:extLst>
          </p:cNvPr>
          <p:cNvSpPr>
            <a:spLocks noGrp="1"/>
          </p:cNvSpPr>
          <p:nvPr/>
        </p:nvSpPr>
        <p:spPr>
          <a:xfrm>
            <a:off x="2299239" y="1378004"/>
            <a:ext cx="28398" cy="28398"/>
          </a:xfrm>
          <a:prstGeom prst="ellipse">
            <a:avLst/>
          </a:prstGeom>
          <a:solidFill>
            <a:srgbClr val="7F8C97">
              <a:alpha val="48000"/>
            </a:srgbClr>
          </a:solidFill>
          <a:ln w="0">
            <a:noFill/>
            <a:prstDash val="solid"/>
          </a:ln>
        </p:spPr>
      </p:sp>
      <p:sp>
        <p:nvSpPr>
          <p:cNvPr id="250" name="03_assume_matched_5547">
            <a:extLst>
              <a:ext uri="{FF2B5EF4-FFF2-40B4-BE49-F238E27FC236}">
                <a16:creationId xmlns:a16="http://schemas.microsoft.com/office/drawing/2014/main" id="{3D1A4EC8-FC27-4B58-B5A0-AC5E6676A233}"/>
              </a:ext>
            </a:extLst>
          </p:cNvPr>
          <p:cNvSpPr>
            <a:spLocks noGrp="1"/>
          </p:cNvSpPr>
          <p:nvPr/>
        </p:nvSpPr>
        <p:spPr>
          <a:xfrm>
            <a:off x="2244122" y="1962874"/>
            <a:ext cx="28398" cy="28398"/>
          </a:xfrm>
          <a:prstGeom prst="ellipse">
            <a:avLst/>
          </a:prstGeom>
          <a:solidFill>
            <a:srgbClr val="7F8C97">
              <a:alpha val="48000"/>
            </a:srgbClr>
          </a:solidFill>
          <a:ln w="0">
            <a:noFill/>
            <a:prstDash val="solid"/>
          </a:ln>
        </p:spPr>
      </p:sp>
      <p:sp>
        <p:nvSpPr>
          <p:cNvPr id="251" name="03_assume_matched_5548">
            <a:extLst>
              <a:ext uri="{FF2B5EF4-FFF2-40B4-BE49-F238E27FC236}">
                <a16:creationId xmlns:a16="http://schemas.microsoft.com/office/drawing/2014/main" id="{9F0A81F4-1C88-47B7-96CF-BDAC4E757454}"/>
              </a:ext>
            </a:extLst>
          </p:cNvPr>
          <p:cNvSpPr>
            <a:spLocks noGrp="1"/>
          </p:cNvSpPr>
          <p:nvPr/>
        </p:nvSpPr>
        <p:spPr>
          <a:xfrm>
            <a:off x="2270169" y="1962874"/>
            <a:ext cx="28398" cy="28398"/>
          </a:xfrm>
          <a:prstGeom prst="ellipse">
            <a:avLst/>
          </a:prstGeom>
          <a:solidFill>
            <a:srgbClr val="7F8C97">
              <a:alpha val="48000"/>
            </a:srgbClr>
          </a:solidFill>
          <a:ln w="0">
            <a:noFill/>
            <a:prstDash val="solid"/>
          </a:ln>
        </p:spPr>
      </p:sp>
      <p:sp>
        <p:nvSpPr>
          <p:cNvPr id="252" name="03_assume_matched_5549">
            <a:extLst>
              <a:ext uri="{FF2B5EF4-FFF2-40B4-BE49-F238E27FC236}">
                <a16:creationId xmlns:a16="http://schemas.microsoft.com/office/drawing/2014/main" id="{C91B21EF-EF7D-4619-8940-614C87C32D6E}"/>
              </a:ext>
            </a:extLst>
          </p:cNvPr>
          <p:cNvSpPr>
            <a:spLocks noGrp="1"/>
          </p:cNvSpPr>
          <p:nvPr/>
        </p:nvSpPr>
        <p:spPr>
          <a:xfrm>
            <a:off x="2219225" y="1962874"/>
            <a:ext cx="28398" cy="28398"/>
          </a:xfrm>
          <a:prstGeom prst="ellipse">
            <a:avLst/>
          </a:prstGeom>
          <a:solidFill>
            <a:srgbClr val="7F8C97">
              <a:alpha val="48000"/>
            </a:srgbClr>
          </a:solidFill>
          <a:ln w="0">
            <a:noFill/>
            <a:prstDash val="solid"/>
          </a:ln>
        </p:spPr>
      </p:sp>
      <p:sp>
        <p:nvSpPr>
          <p:cNvPr id="253" name="03_assume_matched_5550">
            <a:extLst>
              <a:ext uri="{FF2B5EF4-FFF2-40B4-BE49-F238E27FC236}">
                <a16:creationId xmlns:a16="http://schemas.microsoft.com/office/drawing/2014/main" id="{59F56AF8-5402-4C8F-98E8-FCEBD24650B5}"/>
              </a:ext>
            </a:extLst>
          </p:cNvPr>
          <p:cNvSpPr>
            <a:spLocks noGrp="1"/>
          </p:cNvSpPr>
          <p:nvPr/>
        </p:nvSpPr>
        <p:spPr>
          <a:xfrm>
            <a:off x="3091905" y="1602954"/>
            <a:ext cx="28398" cy="28398"/>
          </a:xfrm>
          <a:prstGeom prst="ellipse">
            <a:avLst/>
          </a:prstGeom>
          <a:solidFill>
            <a:srgbClr val="7F8C97">
              <a:alpha val="48000"/>
            </a:srgbClr>
          </a:solidFill>
          <a:ln w="0">
            <a:noFill/>
            <a:prstDash val="solid"/>
          </a:ln>
        </p:spPr>
      </p:sp>
      <p:sp>
        <p:nvSpPr>
          <p:cNvPr id="254" name="03_assume_matched_5551">
            <a:extLst>
              <a:ext uri="{FF2B5EF4-FFF2-40B4-BE49-F238E27FC236}">
                <a16:creationId xmlns:a16="http://schemas.microsoft.com/office/drawing/2014/main" id="{B65B14D2-0213-49F5-9F9F-4A1D25EE43E4}"/>
              </a:ext>
            </a:extLst>
          </p:cNvPr>
          <p:cNvSpPr>
            <a:spLocks noGrp="1"/>
          </p:cNvSpPr>
          <p:nvPr/>
        </p:nvSpPr>
        <p:spPr>
          <a:xfrm>
            <a:off x="3080392" y="1962874"/>
            <a:ext cx="28398" cy="28398"/>
          </a:xfrm>
          <a:prstGeom prst="ellipse">
            <a:avLst/>
          </a:prstGeom>
          <a:solidFill>
            <a:srgbClr val="7F8C97">
              <a:alpha val="48000"/>
            </a:srgbClr>
          </a:solidFill>
          <a:ln w="0">
            <a:noFill/>
            <a:prstDash val="solid"/>
          </a:ln>
        </p:spPr>
      </p:sp>
      <p:sp>
        <p:nvSpPr>
          <p:cNvPr id="255" name="03_assume_matched_5552">
            <a:extLst>
              <a:ext uri="{FF2B5EF4-FFF2-40B4-BE49-F238E27FC236}">
                <a16:creationId xmlns:a16="http://schemas.microsoft.com/office/drawing/2014/main" id="{1FD9FE40-BCBF-4F54-87BF-592084A41DB9}"/>
              </a:ext>
            </a:extLst>
          </p:cNvPr>
          <p:cNvSpPr>
            <a:spLocks noGrp="1"/>
          </p:cNvSpPr>
          <p:nvPr/>
        </p:nvSpPr>
        <p:spPr>
          <a:xfrm>
            <a:off x="3023260" y="1962874"/>
            <a:ext cx="28398" cy="28398"/>
          </a:xfrm>
          <a:prstGeom prst="ellipse">
            <a:avLst/>
          </a:prstGeom>
          <a:solidFill>
            <a:srgbClr val="7F8C97">
              <a:alpha val="48000"/>
            </a:srgbClr>
          </a:solidFill>
          <a:ln w="0">
            <a:noFill/>
            <a:prstDash val="solid"/>
          </a:ln>
        </p:spPr>
      </p:sp>
      <p:sp>
        <p:nvSpPr>
          <p:cNvPr id="256" name="03_assume_matched_5553">
            <a:extLst>
              <a:ext uri="{FF2B5EF4-FFF2-40B4-BE49-F238E27FC236}">
                <a16:creationId xmlns:a16="http://schemas.microsoft.com/office/drawing/2014/main" id="{B4A3C09A-3F62-412C-8D85-2C84481D5039}"/>
              </a:ext>
            </a:extLst>
          </p:cNvPr>
          <p:cNvSpPr>
            <a:spLocks noGrp="1"/>
          </p:cNvSpPr>
          <p:nvPr/>
        </p:nvSpPr>
        <p:spPr>
          <a:xfrm>
            <a:off x="3102122" y="1378004"/>
            <a:ext cx="28398" cy="28398"/>
          </a:xfrm>
          <a:prstGeom prst="ellipse">
            <a:avLst/>
          </a:prstGeom>
          <a:solidFill>
            <a:srgbClr val="7F8C97">
              <a:alpha val="48000"/>
            </a:srgbClr>
          </a:solidFill>
          <a:ln w="0">
            <a:noFill/>
            <a:prstDash val="solid"/>
          </a:ln>
        </p:spPr>
      </p:sp>
      <p:sp>
        <p:nvSpPr>
          <p:cNvPr id="257" name="03_assume_matched_5554">
            <a:extLst>
              <a:ext uri="{FF2B5EF4-FFF2-40B4-BE49-F238E27FC236}">
                <a16:creationId xmlns:a16="http://schemas.microsoft.com/office/drawing/2014/main" id="{3FA80151-27E1-423A-A9A9-327E2CF3F153}"/>
              </a:ext>
            </a:extLst>
          </p:cNvPr>
          <p:cNvSpPr>
            <a:spLocks noGrp="1"/>
          </p:cNvSpPr>
          <p:nvPr/>
        </p:nvSpPr>
        <p:spPr>
          <a:xfrm>
            <a:off x="3069887" y="1545110"/>
            <a:ext cx="28398" cy="28398"/>
          </a:xfrm>
          <a:prstGeom prst="ellipse">
            <a:avLst/>
          </a:prstGeom>
          <a:solidFill>
            <a:srgbClr val="7F8C97">
              <a:alpha val="48000"/>
            </a:srgbClr>
          </a:solidFill>
          <a:ln w="0">
            <a:noFill/>
            <a:prstDash val="solid"/>
          </a:ln>
        </p:spPr>
      </p:sp>
      <p:sp>
        <p:nvSpPr>
          <p:cNvPr id="258" name="03_assume_matched_5555">
            <a:extLst>
              <a:ext uri="{FF2B5EF4-FFF2-40B4-BE49-F238E27FC236}">
                <a16:creationId xmlns:a16="http://schemas.microsoft.com/office/drawing/2014/main" id="{DD0A12DF-D83A-4BB1-BB29-837BE84D4CB7}"/>
              </a:ext>
            </a:extLst>
          </p:cNvPr>
          <p:cNvSpPr>
            <a:spLocks noGrp="1"/>
          </p:cNvSpPr>
          <p:nvPr/>
        </p:nvSpPr>
        <p:spPr>
          <a:xfrm>
            <a:off x="2974619" y="1697024"/>
            <a:ext cx="28398" cy="28398"/>
          </a:xfrm>
          <a:prstGeom prst="ellipse">
            <a:avLst/>
          </a:prstGeom>
          <a:solidFill>
            <a:srgbClr val="7F8C97">
              <a:alpha val="48000"/>
            </a:srgbClr>
          </a:solidFill>
          <a:ln w="0">
            <a:noFill/>
            <a:prstDash val="solid"/>
          </a:ln>
        </p:spPr>
      </p:sp>
      <p:sp>
        <p:nvSpPr>
          <p:cNvPr id="259" name="03_assume_matched_5556">
            <a:extLst>
              <a:ext uri="{FF2B5EF4-FFF2-40B4-BE49-F238E27FC236}">
                <a16:creationId xmlns:a16="http://schemas.microsoft.com/office/drawing/2014/main" id="{1F66F6B7-0FCA-4C5C-ADB2-F9CE8E617817}"/>
              </a:ext>
            </a:extLst>
          </p:cNvPr>
          <p:cNvSpPr>
            <a:spLocks noGrp="1"/>
          </p:cNvSpPr>
          <p:nvPr/>
        </p:nvSpPr>
        <p:spPr>
          <a:xfrm>
            <a:off x="3005271" y="1962874"/>
            <a:ext cx="28398" cy="28398"/>
          </a:xfrm>
          <a:prstGeom prst="ellipse">
            <a:avLst/>
          </a:prstGeom>
          <a:solidFill>
            <a:srgbClr val="7F8C97">
              <a:alpha val="48000"/>
            </a:srgbClr>
          </a:solidFill>
          <a:ln w="0">
            <a:noFill/>
            <a:prstDash val="solid"/>
          </a:ln>
        </p:spPr>
      </p:sp>
      <p:sp>
        <p:nvSpPr>
          <p:cNvPr id="260" name="03_assume_matched_5557">
            <a:extLst>
              <a:ext uri="{FF2B5EF4-FFF2-40B4-BE49-F238E27FC236}">
                <a16:creationId xmlns:a16="http://schemas.microsoft.com/office/drawing/2014/main" id="{CE595998-DA90-47BB-B15A-8AD32A9BBE75}"/>
              </a:ext>
            </a:extLst>
          </p:cNvPr>
          <p:cNvSpPr>
            <a:spLocks noGrp="1"/>
          </p:cNvSpPr>
          <p:nvPr/>
        </p:nvSpPr>
        <p:spPr>
          <a:xfrm>
            <a:off x="2974331" y="1962874"/>
            <a:ext cx="28398" cy="28398"/>
          </a:xfrm>
          <a:prstGeom prst="ellipse">
            <a:avLst/>
          </a:prstGeom>
          <a:solidFill>
            <a:srgbClr val="7F8C97">
              <a:alpha val="48000"/>
            </a:srgbClr>
          </a:solidFill>
          <a:ln w="0">
            <a:noFill/>
            <a:prstDash val="solid"/>
          </a:ln>
        </p:spPr>
      </p:sp>
      <p:sp>
        <p:nvSpPr>
          <p:cNvPr id="261" name="03_assume_matched_5558">
            <a:extLst>
              <a:ext uri="{FF2B5EF4-FFF2-40B4-BE49-F238E27FC236}">
                <a16:creationId xmlns:a16="http://schemas.microsoft.com/office/drawing/2014/main" id="{1CAF7252-6E26-4AD3-8325-E4C10072461D}"/>
              </a:ext>
            </a:extLst>
          </p:cNvPr>
          <p:cNvSpPr>
            <a:spLocks noGrp="1"/>
          </p:cNvSpPr>
          <p:nvPr/>
        </p:nvSpPr>
        <p:spPr>
          <a:xfrm>
            <a:off x="3055640" y="1962874"/>
            <a:ext cx="28398" cy="28398"/>
          </a:xfrm>
          <a:prstGeom prst="ellipse">
            <a:avLst/>
          </a:prstGeom>
          <a:solidFill>
            <a:srgbClr val="7F8C97">
              <a:alpha val="48000"/>
            </a:srgbClr>
          </a:solidFill>
          <a:ln w="0">
            <a:noFill/>
            <a:prstDash val="solid"/>
          </a:ln>
        </p:spPr>
      </p:sp>
      <p:sp>
        <p:nvSpPr>
          <p:cNvPr id="262" name="03_assume_matched_5559">
            <a:extLst>
              <a:ext uri="{FF2B5EF4-FFF2-40B4-BE49-F238E27FC236}">
                <a16:creationId xmlns:a16="http://schemas.microsoft.com/office/drawing/2014/main" id="{06098BF7-AECE-49D5-93DE-98D2E62429CF}"/>
              </a:ext>
            </a:extLst>
          </p:cNvPr>
          <p:cNvSpPr>
            <a:spLocks noGrp="1"/>
          </p:cNvSpPr>
          <p:nvPr/>
        </p:nvSpPr>
        <p:spPr>
          <a:xfrm>
            <a:off x="3036931" y="1962874"/>
            <a:ext cx="28398" cy="28398"/>
          </a:xfrm>
          <a:prstGeom prst="ellipse">
            <a:avLst/>
          </a:prstGeom>
          <a:solidFill>
            <a:srgbClr val="7F8C97">
              <a:alpha val="48000"/>
            </a:srgbClr>
          </a:solidFill>
          <a:ln w="0">
            <a:noFill/>
            <a:prstDash val="solid"/>
          </a:ln>
        </p:spPr>
      </p:sp>
      <p:sp>
        <p:nvSpPr>
          <p:cNvPr id="263" name="03_assume_matched_5560">
            <a:extLst>
              <a:ext uri="{FF2B5EF4-FFF2-40B4-BE49-F238E27FC236}">
                <a16:creationId xmlns:a16="http://schemas.microsoft.com/office/drawing/2014/main" id="{1D8D362E-7412-461D-9B25-7FC56B14EBFC}"/>
              </a:ext>
            </a:extLst>
          </p:cNvPr>
          <p:cNvSpPr>
            <a:spLocks noGrp="1"/>
          </p:cNvSpPr>
          <p:nvPr/>
        </p:nvSpPr>
        <p:spPr>
          <a:xfrm>
            <a:off x="3021677" y="1962874"/>
            <a:ext cx="28398" cy="28398"/>
          </a:xfrm>
          <a:prstGeom prst="ellipse">
            <a:avLst/>
          </a:prstGeom>
          <a:solidFill>
            <a:srgbClr val="7F8C97">
              <a:alpha val="48000"/>
            </a:srgbClr>
          </a:solidFill>
          <a:ln w="0">
            <a:noFill/>
            <a:prstDash val="solid"/>
          </a:ln>
        </p:spPr>
      </p:sp>
      <p:sp>
        <p:nvSpPr>
          <p:cNvPr id="264" name="03_assume_matched_5561">
            <a:extLst>
              <a:ext uri="{FF2B5EF4-FFF2-40B4-BE49-F238E27FC236}">
                <a16:creationId xmlns:a16="http://schemas.microsoft.com/office/drawing/2014/main" id="{70C9E9B3-96BA-4873-AF19-0FC31BB5674C}"/>
              </a:ext>
            </a:extLst>
          </p:cNvPr>
          <p:cNvSpPr>
            <a:spLocks noGrp="1"/>
          </p:cNvSpPr>
          <p:nvPr/>
        </p:nvSpPr>
        <p:spPr>
          <a:xfrm>
            <a:off x="3007430" y="1962874"/>
            <a:ext cx="28398" cy="28398"/>
          </a:xfrm>
          <a:prstGeom prst="ellipse">
            <a:avLst/>
          </a:prstGeom>
          <a:solidFill>
            <a:srgbClr val="7F8C97">
              <a:alpha val="48000"/>
            </a:srgbClr>
          </a:solidFill>
          <a:ln w="0">
            <a:noFill/>
            <a:prstDash val="solid"/>
          </a:ln>
        </p:spPr>
      </p:sp>
      <p:sp>
        <p:nvSpPr>
          <p:cNvPr id="265" name="03_assume_matched_5562">
            <a:extLst>
              <a:ext uri="{FF2B5EF4-FFF2-40B4-BE49-F238E27FC236}">
                <a16:creationId xmlns:a16="http://schemas.microsoft.com/office/drawing/2014/main" id="{371B2A6D-AB0C-4B4D-9E93-58C886FCF988}"/>
              </a:ext>
            </a:extLst>
          </p:cNvPr>
          <p:cNvSpPr>
            <a:spLocks noGrp="1"/>
          </p:cNvSpPr>
          <p:nvPr/>
        </p:nvSpPr>
        <p:spPr>
          <a:xfrm>
            <a:off x="3023836" y="1962874"/>
            <a:ext cx="28398" cy="28398"/>
          </a:xfrm>
          <a:prstGeom prst="ellipse">
            <a:avLst/>
          </a:prstGeom>
          <a:solidFill>
            <a:srgbClr val="7F8C97">
              <a:alpha val="48000"/>
            </a:srgbClr>
          </a:solidFill>
          <a:ln w="0">
            <a:noFill/>
            <a:prstDash val="solid"/>
          </a:ln>
        </p:spPr>
      </p:sp>
      <p:sp>
        <p:nvSpPr>
          <p:cNvPr id="266" name="03_assume_matched_5563">
            <a:extLst>
              <a:ext uri="{FF2B5EF4-FFF2-40B4-BE49-F238E27FC236}">
                <a16:creationId xmlns:a16="http://schemas.microsoft.com/office/drawing/2014/main" id="{6F5CD090-3412-44AA-94A6-500677990E32}"/>
              </a:ext>
            </a:extLst>
          </p:cNvPr>
          <p:cNvSpPr>
            <a:spLocks noGrp="1"/>
          </p:cNvSpPr>
          <p:nvPr/>
        </p:nvSpPr>
        <p:spPr>
          <a:xfrm>
            <a:off x="3109030" y="1816656"/>
            <a:ext cx="28398" cy="28398"/>
          </a:xfrm>
          <a:prstGeom prst="ellipse">
            <a:avLst/>
          </a:prstGeom>
          <a:solidFill>
            <a:srgbClr val="7F8C97">
              <a:alpha val="48000"/>
            </a:srgbClr>
          </a:solidFill>
          <a:ln w="0">
            <a:noFill/>
            <a:prstDash val="solid"/>
          </a:ln>
        </p:spPr>
      </p:sp>
      <p:sp>
        <p:nvSpPr>
          <p:cNvPr id="267" name="03_assume_matched_5564">
            <a:extLst>
              <a:ext uri="{FF2B5EF4-FFF2-40B4-BE49-F238E27FC236}">
                <a16:creationId xmlns:a16="http://schemas.microsoft.com/office/drawing/2014/main" id="{4038EEBA-7344-4560-B645-589301FFD97B}"/>
              </a:ext>
            </a:extLst>
          </p:cNvPr>
          <p:cNvSpPr>
            <a:spLocks noGrp="1"/>
          </p:cNvSpPr>
          <p:nvPr/>
        </p:nvSpPr>
        <p:spPr>
          <a:xfrm>
            <a:off x="3063986" y="1572961"/>
            <a:ext cx="28398" cy="28398"/>
          </a:xfrm>
          <a:prstGeom prst="ellipse">
            <a:avLst/>
          </a:prstGeom>
          <a:solidFill>
            <a:srgbClr val="7F8C97">
              <a:alpha val="48000"/>
            </a:srgbClr>
          </a:solidFill>
          <a:ln w="0">
            <a:noFill/>
            <a:prstDash val="solid"/>
          </a:ln>
        </p:spPr>
      </p:sp>
      <p:sp>
        <p:nvSpPr>
          <p:cNvPr id="268" name="03_assume_matched_5565">
            <a:extLst>
              <a:ext uri="{FF2B5EF4-FFF2-40B4-BE49-F238E27FC236}">
                <a16:creationId xmlns:a16="http://schemas.microsoft.com/office/drawing/2014/main" id="{A97F7A6E-B117-4670-B9B1-3E5B82026296}"/>
              </a:ext>
            </a:extLst>
          </p:cNvPr>
          <p:cNvSpPr>
            <a:spLocks noGrp="1"/>
          </p:cNvSpPr>
          <p:nvPr/>
        </p:nvSpPr>
        <p:spPr>
          <a:xfrm>
            <a:off x="3073772" y="1962874"/>
            <a:ext cx="28398" cy="28398"/>
          </a:xfrm>
          <a:prstGeom prst="ellipse">
            <a:avLst/>
          </a:prstGeom>
          <a:solidFill>
            <a:srgbClr val="7F8C97">
              <a:alpha val="48000"/>
            </a:srgbClr>
          </a:solidFill>
          <a:ln w="0">
            <a:noFill/>
            <a:prstDash val="solid"/>
          </a:ln>
        </p:spPr>
      </p:sp>
      <p:sp>
        <p:nvSpPr>
          <p:cNvPr id="269" name="03_assume_matched_5566">
            <a:extLst>
              <a:ext uri="{FF2B5EF4-FFF2-40B4-BE49-F238E27FC236}">
                <a16:creationId xmlns:a16="http://schemas.microsoft.com/office/drawing/2014/main" id="{416225D4-90D9-4FE5-9C60-69FCDF851251}"/>
              </a:ext>
            </a:extLst>
          </p:cNvPr>
          <p:cNvSpPr>
            <a:spLocks noGrp="1"/>
          </p:cNvSpPr>
          <p:nvPr/>
        </p:nvSpPr>
        <p:spPr>
          <a:xfrm>
            <a:off x="3010596" y="1865395"/>
            <a:ext cx="28398" cy="28398"/>
          </a:xfrm>
          <a:prstGeom prst="ellipse">
            <a:avLst/>
          </a:prstGeom>
          <a:solidFill>
            <a:srgbClr val="7F8C97">
              <a:alpha val="48000"/>
            </a:srgbClr>
          </a:solidFill>
          <a:ln w="0">
            <a:noFill/>
            <a:prstDash val="solid"/>
          </a:ln>
        </p:spPr>
      </p:sp>
      <p:sp>
        <p:nvSpPr>
          <p:cNvPr id="270" name="03_assume_matched_5567">
            <a:extLst>
              <a:ext uri="{FF2B5EF4-FFF2-40B4-BE49-F238E27FC236}">
                <a16:creationId xmlns:a16="http://schemas.microsoft.com/office/drawing/2014/main" id="{0FEEA34E-B3DC-447D-A069-B0ED4C3A0BAB}"/>
              </a:ext>
            </a:extLst>
          </p:cNvPr>
          <p:cNvSpPr>
            <a:spLocks noGrp="1"/>
          </p:cNvSpPr>
          <p:nvPr/>
        </p:nvSpPr>
        <p:spPr>
          <a:xfrm>
            <a:off x="3100971" y="1962874"/>
            <a:ext cx="28398" cy="28398"/>
          </a:xfrm>
          <a:prstGeom prst="ellipse">
            <a:avLst/>
          </a:prstGeom>
          <a:solidFill>
            <a:srgbClr val="7F8C97">
              <a:alpha val="48000"/>
            </a:srgbClr>
          </a:solidFill>
          <a:ln w="0">
            <a:noFill/>
            <a:prstDash val="solid"/>
          </a:ln>
        </p:spPr>
      </p:sp>
      <p:sp>
        <p:nvSpPr>
          <p:cNvPr id="271" name="03_assume_matched_5568">
            <a:extLst>
              <a:ext uri="{FF2B5EF4-FFF2-40B4-BE49-F238E27FC236}">
                <a16:creationId xmlns:a16="http://schemas.microsoft.com/office/drawing/2014/main" id="{770FCE9D-E4BB-4CA1-AC02-15EAD81E4DB8}"/>
              </a:ext>
            </a:extLst>
          </p:cNvPr>
          <p:cNvSpPr>
            <a:spLocks noGrp="1"/>
          </p:cNvSpPr>
          <p:nvPr/>
        </p:nvSpPr>
        <p:spPr>
          <a:xfrm>
            <a:off x="3074060" y="1590684"/>
            <a:ext cx="28398" cy="28398"/>
          </a:xfrm>
          <a:prstGeom prst="ellipse">
            <a:avLst/>
          </a:prstGeom>
          <a:solidFill>
            <a:srgbClr val="7F8C97">
              <a:alpha val="48000"/>
            </a:srgbClr>
          </a:solidFill>
          <a:ln w="0">
            <a:noFill/>
            <a:prstDash val="solid"/>
          </a:ln>
        </p:spPr>
      </p:sp>
      <p:sp>
        <p:nvSpPr>
          <p:cNvPr id="272" name="03_assume_matched_5569">
            <a:extLst>
              <a:ext uri="{FF2B5EF4-FFF2-40B4-BE49-F238E27FC236}">
                <a16:creationId xmlns:a16="http://schemas.microsoft.com/office/drawing/2014/main" id="{F9818497-5194-4D8E-B907-408FC5B5F539}"/>
              </a:ext>
            </a:extLst>
          </p:cNvPr>
          <p:cNvSpPr>
            <a:spLocks noGrp="1"/>
          </p:cNvSpPr>
          <p:nvPr/>
        </p:nvSpPr>
        <p:spPr>
          <a:xfrm>
            <a:off x="2991888" y="1962874"/>
            <a:ext cx="28398" cy="28398"/>
          </a:xfrm>
          <a:prstGeom prst="ellipse">
            <a:avLst/>
          </a:prstGeom>
          <a:solidFill>
            <a:srgbClr val="7F8C97">
              <a:alpha val="48000"/>
            </a:srgbClr>
          </a:solidFill>
          <a:ln w="0">
            <a:noFill/>
            <a:prstDash val="solid"/>
          </a:ln>
        </p:spPr>
      </p:sp>
      <p:sp>
        <p:nvSpPr>
          <p:cNvPr id="273" name="03_assume_matched_5570">
            <a:extLst>
              <a:ext uri="{FF2B5EF4-FFF2-40B4-BE49-F238E27FC236}">
                <a16:creationId xmlns:a16="http://schemas.microsoft.com/office/drawing/2014/main" id="{EB5087BB-C0D9-448A-921A-1AE199190D68}"/>
              </a:ext>
            </a:extLst>
          </p:cNvPr>
          <p:cNvSpPr>
            <a:spLocks noGrp="1"/>
          </p:cNvSpPr>
          <p:nvPr/>
        </p:nvSpPr>
        <p:spPr>
          <a:xfrm>
            <a:off x="2999227" y="1962874"/>
            <a:ext cx="28398" cy="28398"/>
          </a:xfrm>
          <a:prstGeom prst="ellipse">
            <a:avLst/>
          </a:prstGeom>
          <a:solidFill>
            <a:srgbClr val="7F8C97">
              <a:alpha val="48000"/>
            </a:srgbClr>
          </a:solidFill>
          <a:ln w="0">
            <a:noFill/>
            <a:prstDash val="solid"/>
          </a:ln>
        </p:spPr>
      </p:sp>
      <p:sp>
        <p:nvSpPr>
          <p:cNvPr id="274" name="03_assume_matched_5571">
            <a:extLst>
              <a:ext uri="{FF2B5EF4-FFF2-40B4-BE49-F238E27FC236}">
                <a16:creationId xmlns:a16="http://schemas.microsoft.com/office/drawing/2014/main" id="{3A069DE0-CDBF-4455-A8FF-24E592AE28FB}"/>
              </a:ext>
            </a:extLst>
          </p:cNvPr>
          <p:cNvSpPr>
            <a:spLocks noGrp="1"/>
          </p:cNvSpPr>
          <p:nvPr/>
        </p:nvSpPr>
        <p:spPr>
          <a:xfrm>
            <a:off x="3010452" y="1816656"/>
            <a:ext cx="28398" cy="28398"/>
          </a:xfrm>
          <a:prstGeom prst="ellipse">
            <a:avLst/>
          </a:prstGeom>
          <a:solidFill>
            <a:srgbClr val="7F8C97">
              <a:alpha val="48000"/>
            </a:srgbClr>
          </a:solidFill>
          <a:ln w="0">
            <a:noFill/>
            <a:prstDash val="solid"/>
          </a:ln>
        </p:spPr>
      </p:sp>
      <p:sp>
        <p:nvSpPr>
          <p:cNvPr id="275" name="03_assume_matched_5572">
            <a:extLst>
              <a:ext uri="{FF2B5EF4-FFF2-40B4-BE49-F238E27FC236}">
                <a16:creationId xmlns:a16="http://schemas.microsoft.com/office/drawing/2014/main" id="{59840176-C46C-4CB5-A30A-BCEBE235E262}"/>
              </a:ext>
            </a:extLst>
          </p:cNvPr>
          <p:cNvSpPr>
            <a:spLocks noGrp="1"/>
          </p:cNvSpPr>
          <p:nvPr/>
        </p:nvSpPr>
        <p:spPr>
          <a:xfrm>
            <a:off x="3099820" y="1962874"/>
            <a:ext cx="28398" cy="28398"/>
          </a:xfrm>
          <a:prstGeom prst="ellipse">
            <a:avLst/>
          </a:prstGeom>
          <a:solidFill>
            <a:srgbClr val="7F8C97">
              <a:alpha val="48000"/>
            </a:srgbClr>
          </a:solidFill>
          <a:ln w="0">
            <a:noFill/>
            <a:prstDash val="solid"/>
          </a:ln>
        </p:spPr>
      </p:sp>
      <p:sp>
        <p:nvSpPr>
          <p:cNvPr id="276" name="03_assume_matched_5573">
            <a:extLst>
              <a:ext uri="{FF2B5EF4-FFF2-40B4-BE49-F238E27FC236}">
                <a16:creationId xmlns:a16="http://schemas.microsoft.com/office/drawing/2014/main" id="{56678051-D2CD-4A89-863C-5348FFC8A3CC}"/>
              </a:ext>
            </a:extLst>
          </p:cNvPr>
          <p:cNvSpPr>
            <a:spLocks noGrp="1"/>
          </p:cNvSpPr>
          <p:nvPr/>
        </p:nvSpPr>
        <p:spPr>
          <a:xfrm>
            <a:off x="3012755" y="1670439"/>
            <a:ext cx="28398" cy="28398"/>
          </a:xfrm>
          <a:prstGeom prst="ellipse">
            <a:avLst/>
          </a:prstGeom>
          <a:solidFill>
            <a:srgbClr val="7F8C97">
              <a:alpha val="48000"/>
            </a:srgbClr>
          </a:solidFill>
          <a:ln w="0">
            <a:noFill/>
            <a:prstDash val="solid"/>
          </a:ln>
        </p:spPr>
      </p:sp>
      <p:sp>
        <p:nvSpPr>
          <p:cNvPr id="277" name="03_assume_matched_5574">
            <a:extLst>
              <a:ext uri="{FF2B5EF4-FFF2-40B4-BE49-F238E27FC236}">
                <a16:creationId xmlns:a16="http://schemas.microsoft.com/office/drawing/2014/main" id="{B1CB6852-9F51-4DB0-86DA-CE397627ABEB}"/>
              </a:ext>
            </a:extLst>
          </p:cNvPr>
          <p:cNvSpPr>
            <a:spLocks noGrp="1"/>
          </p:cNvSpPr>
          <p:nvPr/>
        </p:nvSpPr>
        <p:spPr>
          <a:xfrm>
            <a:off x="3091761" y="1962874"/>
            <a:ext cx="28398" cy="28398"/>
          </a:xfrm>
          <a:prstGeom prst="ellipse">
            <a:avLst/>
          </a:prstGeom>
          <a:solidFill>
            <a:srgbClr val="7F8C97">
              <a:alpha val="48000"/>
            </a:srgbClr>
          </a:solidFill>
          <a:ln w="0">
            <a:noFill/>
            <a:prstDash val="solid"/>
          </a:ln>
        </p:spPr>
      </p:sp>
      <p:sp>
        <p:nvSpPr>
          <p:cNvPr id="278" name="03_assume_matched_5575">
            <a:extLst>
              <a:ext uri="{FF2B5EF4-FFF2-40B4-BE49-F238E27FC236}">
                <a16:creationId xmlns:a16="http://schemas.microsoft.com/office/drawing/2014/main" id="{4D13E3C8-30F7-4500-860D-347D137073AC}"/>
              </a:ext>
            </a:extLst>
          </p:cNvPr>
          <p:cNvSpPr>
            <a:spLocks noGrp="1"/>
          </p:cNvSpPr>
          <p:nvPr/>
        </p:nvSpPr>
        <p:spPr>
          <a:xfrm>
            <a:off x="3092912" y="1670439"/>
            <a:ext cx="28398" cy="28398"/>
          </a:xfrm>
          <a:prstGeom prst="ellipse">
            <a:avLst/>
          </a:prstGeom>
          <a:solidFill>
            <a:srgbClr val="7F8C97">
              <a:alpha val="48000"/>
            </a:srgbClr>
          </a:solidFill>
          <a:ln w="0">
            <a:noFill/>
            <a:prstDash val="solid"/>
          </a:ln>
        </p:spPr>
      </p:sp>
      <p:sp>
        <p:nvSpPr>
          <p:cNvPr id="279" name="03_assume_matched_5576">
            <a:extLst>
              <a:ext uri="{FF2B5EF4-FFF2-40B4-BE49-F238E27FC236}">
                <a16:creationId xmlns:a16="http://schemas.microsoft.com/office/drawing/2014/main" id="{235E5224-D31C-465C-8BDB-87704BB1786B}"/>
              </a:ext>
            </a:extLst>
          </p:cNvPr>
          <p:cNvSpPr>
            <a:spLocks noGrp="1"/>
          </p:cNvSpPr>
          <p:nvPr/>
        </p:nvSpPr>
        <p:spPr>
          <a:xfrm>
            <a:off x="3096654" y="1962874"/>
            <a:ext cx="28398" cy="28398"/>
          </a:xfrm>
          <a:prstGeom prst="ellipse">
            <a:avLst/>
          </a:prstGeom>
          <a:solidFill>
            <a:srgbClr val="7F8C97">
              <a:alpha val="48000"/>
            </a:srgbClr>
          </a:solidFill>
          <a:ln w="0">
            <a:noFill/>
            <a:prstDash val="solid"/>
          </a:ln>
        </p:spPr>
      </p:sp>
      <p:sp>
        <p:nvSpPr>
          <p:cNvPr id="280" name="03_assume_matched_5577">
            <a:extLst>
              <a:ext uri="{FF2B5EF4-FFF2-40B4-BE49-F238E27FC236}">
                <a16:creationId xmlns:a16="http://schemas.microsoft.com/office/drawing/2014/main" id="{F997EF4C-E55A-434D-B3A3-C07889974533}"/>
              </a:ext>
            </a:extLst>
          </p:cNvPr>
          <p:cNvSpPr>
            <a:spLocks noGrp="1"/>
          </p:cNvSpPr>
          <p:nvPr/>
        </p:nvSpPr>
        <p:spPr>
          <a:xfrm>
            <a:off x="3013906" y="1962874"/>
            <a:ext cx="28398" cy="28398"/>
          </a:xfrm>
          <a:prstGeom prst="ellipse">
            <a:avLst/>
          </a:prstGeom>
          <a:solidFill>
            <a:srgbClr val="7F8C97">
              <a:alpha val="48000"/>
            </a:srgbClr>
          </a:solidFill>
          <a:ln w="0">
            <a:noFill/>
            <a:prstDash val="solid"/>
          </a:ln>
        </p:spPr>
      </p:sp>
      <p:sp>
        <p:nvSpPr>
          <p:cNvPr id="281" name="03_assume_matched_5578">
            <a:extLst>
              <a:ext uri="{FF2B5EF4-FFF2-40B4-BE49-F238E27FC236}">
                <a16:creationId xmlns:a16="http://schemas.microsoft.com/office/drawing/2014/main" id="{6F1097B9-D3C8-41AB-AEA0-D29E4348D26E}"/>
              </a:ext>
            </a:extLst>
          </p:cNvPr>
          <p:cNvSpPr>
            <a:spLocks noGrp="1"/>
          </p:cNvSpPr>
          <p:nvPr/>
        </p:nvSpPr>
        <p:spPr>
          <a:xfrm>
            <a:off x="2992176" y="1378004"/>
            <a:ext cx="28398" cy="28398"/>
          </a:xfrm>
          <a:prstGeom prst="ellipse">
            <a:avLst/>
          </a:prstGeom>
          <a:solidFill>
            <a:srgbClr val="7F8C97">
              <a:alpha val="48000"/>
            </a:srgbClr>
          </a:solidFill>
          <a:ln w="0">
            <a:noFill/>
            <a:prstDash val="solid"/>
          </a:ln>
        </p:spPr>
      </p:sp>
      <p:sp>
        <p:nvSpPr>
          <p:cNvPr id="282" name="03_assume_matched_5579">
            <a:extLst>
              <a:ext uri="{FF2B5EF4-FFF2-40B4-BE49-F238E27FC236}">
                <a16:creationId xmlns:a16="http://schemas.microsoft.com/office/drawing/2014/main" id="{ABC26487-0F91-4784-B5F9-E4E5BA26A0DB}"/>
              </a:ext>
            </a:extLst>
          </p:cNvPr>
          <p:cNvSpPr>
            <a:spLocks noGrp="1"/>
          </p:cNvSpPr>
          <p:nvPr/>
        </p:nvSpPr>
        <p:spPr>
          <a:xfrm>
            <a:off x="3075931" y="1378004"/>
            <a:ext cx="28398" cy="28398"/>
          </a:xfrm>
          <a:prstGeom prst="ellipse">
            <a:avLst/>
          </a:prstGeom>
          <a:solidFill>
            <a:srgbClr val="7F8C97">
              <a:alpha val="48000"/>
            </a:srgbClr>
          </a:solidFill>
          <a:ln w="0">
            <a:noFill/>
            <a:prstDash val="solid"/>
          </a:ln>
        </p:spPr>
      </p:sp>
      <p:sp>
        <p:nvSpPr>
          <p:cNvPr id="283" name="03_assume_matched_5580">
            <a:extLst>
              <a:ext uri="{FF2B5EF4-FFF2-40B4-BE49-F238E27FC236}">
                <a16:creationId xmlns:a16="http://schemas.microsoft.com/office/drawing/2014/main" id="{FE35FCE8-3B4F-49BE-B6CE-188C368FA420}"/>
              </a:ext>
            </a:extLst>
          </p:cNvPr>
          <p:cNvSpPr>
            <a:spLocks noGrp="1"/>
          </p:cNvSpPr>
          <p:nvPr/>
        </p:nvSpPr>
        <p:spPr>
          <a:xfrm>
            <a:off x="2985412" y="1962874"/>
            <a:ext cx="28398" cy="28398"/>
          </a:xfrm>
          <a:prstGeom prst="ellipse">
            <a:avLst/>
          </a:prstGeom>
          <a:solidFill>
            <a:srgbClr val="7F8C97">
              <a:alpha val="48000"/>
            </a:srgbClr>
          </a:solidFill>
          <a:ln w="0">
            <a:noFill/>
            <a:prstDash val="solid"/>
          </a:ln>
        </p:spPr>
      </p:sp>
      <p:sp>
        <p:nvSpPr>
          <p:cNvPr id="284" name="03_assume_matched_5581">
            <a:extLst>
              <a:ext uri="{FF2B5EF4-FFF2-40B4-BE49-F238E27FC236}">
                <a16:creationId xmlns:a16="http://schemas.microsoft.com/office/drawing/2014/main" id="{2C2325EE-11CD-4A49-9D30-06A4B57D9385}"/>
              </a:ext>
            </a:extLst>
          </p:cNvPr>
          <p:cNvSpPr>
            <a:spLocks noGrp="1"/>
          </p:cNvSpPr>
          <p:nvPr/>
        </p:nvSpPr>
        <p:spPr>
          <a:xfrm>
            <a:off x="3079528" y="1378004"/>
            <a:ext cx="28398" cy="28398"/>
          </a:xfrm>
          <a:prstGeom prst="ellipse">
            <a:avLst/>
          </a:prstGeom>
          <a:solidFill>
            <a:srgbClr val="7F8C97">
              <a:alpha val="48000"/>
            </a:srgbClr>
          </a:solidFill>
          <a:ln w="0">
            <a:noFill/>
            <a:prstDash val="solid"/>
          </a:ln>
        </p:spPr>
      </p:sp>
      <p:sp>
        <p:nvSpPr>
          <p:cNvPr id="285" name="03_assume_matched_5582">
            <a:extLst>
              <a:ext uri="{FF2B5EF4-FFF2-40B4-BE49-F238E27FC236}">
                <a16:creationId xmlns:a16="http://schemas.microsoft.com/office/drawing/2014/main" id="{45558718-4515-4FE1-A2AE-A5C7F81E2D78}"/>
              </a:ext>
            </a:extLst>
          </p:cNvPr>
          <p:cNvSpPr>
            <a:spLocks noGrp="1"/>
          </p:cNvSpPr>
          <p:nvPr/>
        </p:nvSpPr>
        <p:spPr>
          <a:xfrm>
            <a:off x="2986707" y="1962874"/>
            <a:ext cx="28398" cy="28398"/>
          </a:xfrm>
          <a:prstGeom prst="ellipse">
            <a:avLst/>
          </a:prstGeom>
          <a:solidFill>
            <a:srgbClr val="7F8C97">
              <a:alpha val="48000"/>
            </a:srgbClr>
          </a:solidFill>
          <a:ln w="0">
            <a:noFill/>
            <a:prstDash val="solid"/>
          </a:ln>
        </p:spPr>
      </p:sp>
      <p:sp>
        <p:nvSpPr>
          <p:cNvPr id="286" name="03_assume_matched_5583">
            <a:extLst>
              <a:ext uri="{FF2B5EF4-FFF2-40B4-BE49-F238E27FC236}">
                <a16:creationId xmlns:a16="http://schemas.microsoft.com/office/drawing/2014/main" id="{2F0BFD76-BD74-41F4-9177-52421EC2BCEC}"/>
              </a:ext>
            </a:extLst>
          </p:cNvPr>
          <p:cNvSpPr>
            <a:spLocks noGrp="1"/>
          </p:cNvSpPr>
          <p:nvPr/>
        </p:nvSpPr>
        <p:spPr>
          <a:xfrm>
            <a:off x="3107159" y="1962874"/>
            <a:ext cx="28398" cy="28398"/>
          </a:xfrm>
          <a:prstGeom prst="ellipse">
            <a:avLst/>
          </a:prstGeom>
          <a:solidFill>
            <a:srgbClr val="7F8C97">
              <a:alpha val="48000"/>
            </a:srgbClr>
          </a:solidFill>
          <a:ln w="0">
            <a:noFill/>
            <a:prstDash val="solid"/>
          </a:ln>
        </p:spPr>
      </p:sp>
      <p:sp>
        <p:nvSpPr>
          <p:cNvPr id="287" name="03_assume_matched_5584">
            <a:extLst>
              <a:ext uri="{FF2B5EF4-FFF2-40B4-BE49-F238E27FC236}">
                <a16:creationId xmlns:a16="http://schemas.microsoft.com/office/drawing/2014/main" id="{4B35EF3D-4676-48AC-9F56-8D6CAE8C80D1}"/>
              </a:ext>
            </a:extLst>
          </p:cNvPr>
          <p:cNvSpPr>
            <a:spLocks noGrp="1"/>
          </p:cNvSpPr>
          <p:nvPr/>
        </p:nvSpPr>
        <p:spPr>
          <a:xfrm>
            <a:off x="3085141" y="1378004"/>
            <a:ext cx="28398" cy="28398"/>
          </a:xfrm>
          <a:prstGeom prst="ellipse">
            <a:avLst/>
          </a:prstGeom>
          <a:solidFill>
            <a:srgbClr val="7F8C97">
              <a:alpha val="48000"/>
            </a:srgbClr>
          </a:solidFill>
          <a:ln w="0">
            <a:noFill/>
            <a:prstDash val="solid"/>
          </a:ln>
        </p:spPr>
      </p:sp>
      <p:sp>
        <p:nvSpPr>
          <p:cNvPr id="288" name="03_assume_matched_5585">
            <a:extLst>
              <a:ext uri="{FF2B5EF4-FFF2-40B4-BE49-F238E27FC236}">
                <a16:creationId xmlns:a16="http://schemas.microsoft.com/office/drawing/2014/main" id="{8470854E-2AF8-440B-B354-92654860A1C3}"/>
              </a:ext>
            </a:extLst>
          </p:cNvPr>
          <p:cNvSpPr>
            <a:spLocks noGrp="1"/>
          </p:cNvSpPr>
          <p:nvPr/>
        </p:nvSpPr>
        <p:spPr>
          <a:xfrm>
            <a:off x="3033046" y="1378004"/>
            <a:ext cx="28398" cy="28398"/>
          </a:xfrm>
          <a:prstGeom prst="ellipse">
            <a:avLst/>
          </a:prstGeom>
          <a:solidFill>
            <a:srgbClr val="7F8C97">
              <a:alpha val="48000"/>
            </a:srgbClr>
          </a:solidFill>
          <a:ln w="0">
            <a:noFill/>
            <a:prstDash val="solid"/>
          </a:ln>
        </p:spPr>
      </p:sp>
      <p:sp>
        <p:nvSpPr>
          <p:cNvPr id="289" name="03_assume_matched_5586">
            <a:extLst>
              <a:ext uri="{FF2B5EF4-FFF2-40B4-BE49-F238E27FC236}">
                <a16:creationId xmlns:a16="http://schemas.microsoft.com/office/drawing/2014/main" id="{2123DC87-7465-413E-84D8-BDA8DDC1157A}"/>
              </a:ext>
            </a:extLst>
          </p:cNvPr>
          <p:cNvSpPr>
            <a:spLocks noGrp="1"/>
          </p:cNvSpPr>
          <p:nvPr/>
        </p:nvSpPr>
        <p:spPr>
          <a:xfrm>
            <a:off x="3008725" y="1962874"/>
            <a:ext cx="28398" cy="28398"/>
          </a:xfrm>
          <a:prstGeom prst="ellipse">
            <a:avLst/>
          </a:prstGeom>
          <a:solidFill>
            <a:srgbClr val="7F8C97">
              <a:alpha val="48000"/>
            </a:srgbClr>
          </a:solidFill>
          <a:ln w="0">
            <a:noFill/>
            <a:prstDash val="solid"/>
          </a:ln>
        </p:spPr>
      </p:sp>
      <p:sp>
        <p:nvSpPr>
          <p:cNvPr id="290" name="03_assume_matched_5587">
            <a:extLst>
              <a:ext uri="{FF2B5EF4-FFF2-40B4-BE49-F238E27FC236}">
                <a16:creationId xmlns:a16="http://schemas.microsoft.com/office/drawing/2014/main" id="{AA0E3789-D9A4-43CF-B2F6-EE18F55F0C77}"/>
              </a:ext>
            </a:extLst>
          </p:cNvPr>
          <p:cNvSpPr>
            <a:spLocks noGrp="1"/>
          </p:cNvSpPr>
          <p:nvPr/>
        </p:nvSpPr>
        <p:spPr>
          <a:xfrm>
            <a:off x="3111188" y="1962874"/>
            <a:ext cx="28398" cy="28398"/>
          </a:xfrm>
          <a:prstGeom prst="ellipse">
            <a:avLst/>
          </a:prstGeom>
          <a:solidFill>
            <a:srgbClr val="7F8C97">
              <a:alpha val="48000"/>
            </a:srgbClr>
          </a:solidFill>
          <a:ln w="0">
            <a:noFill/>
            <a:prstDash val="solid"/>
          </a:ln>
        </p:spPr>
      </p:sp>
      <p:sp>
        <p:nvSpPr>
          <p:cNvPr id="291" name="03_assume_matched_5588">
            <a:extLst>
              <a:ext uri="{FF2B5EF4-FFF2-40B4-BE49-F238E27FC236}">
                <a16:creationId xmlns:a16="http://schemas.microsoft.com/office/drawing/2014/main" id="{7481883E-66FD-4A2E-9A80-9480377A5AFE}"/>
              </a:ext>
            </a:extLst>
          </p:cNvPr>
          <p:cNvSpPr>
            <a:spLocks noGrp="1"/>
          </p:cNvSpPr>
          <p:nvPr/>
        </p:nvSpPr>
        <p:spPr>
          <a:xfrm>
            <a:off x="3058949" y="1962874"/>
            <a:ext cx="28398" cy="28398"/>
          </a:xfrm>
          <a:prstGeom prst="ellipse">
            <a:avLst/>
          </a:prstGeom>
          <a:solidFill>
            <a:srgbClr val="7F8C97">
              <a:alpha val="48000"/>
            </a:srgbClr>
          </a:solidFill>
          <a:ln w="0">
            <a:noFill/>
            <a:prstDash val="solid"/>
          </a:ln>
        </p:spPr>
      </p:sp>
      <p:sp>
        <p:nvSpPr>
          <p:cNvPr id="292" name="03_assume_matched_5589">
            <a:extLst>
              <a:ext uri="{FF2B5EF4-FFF2-40B4-BE49-F238E27FC236}">
                <a16:creationId xmlns:a16="http://schemas.microsoft.com/office/drawing/2014/main" id="{17B28DE3-78F0-478B-A71D-3907F1D4DFCE}"/>
              </a:ext>
            </a:extLst>
          </p:cNvPr>
          <p:cNvSpPr>
            <a:spLocks noGrp="1"/>
          </p:cNvSpPr>
          <p:nvPr/>
        </p:nvSpPr>
        <p:spPr>
          <a:xfrm>
            <a:off x="3091761" y="1962874"/>
            <a:ext cx="28398" cy="28398"/>
          </a:xfrm>
          <a:prstGeom prst="ellipse">
            <a:avLst/>
          </a:prstGeom>
          <a:solidFill>
            <a:srgbClr val="7F8C97">
              <a:alpha val="48000"/>
            </a:srgbClr>
          </a:solidFill>
          <a:ln w="0">
            <a:noFill/>
            <a:prstDash val="solid"/>
          </a:ln>
        </p:spPr>
      </p:sp>
      <p:sp>
        <p:nvSpPr>
          <p:cNvPr id="293" name="03_assume_matched_5590">
            <a:extLst>
              <a:ext uri="{FF2B5EF4-FFF2-40B4-BE49-F238E27FC236}">
                <a16:creationId xmlns:a16="http://schemas.microsoft.com/office/drawing/2014/main" id="{64215B46-A297-473A-B881-B1008D854BA9}"/>
              </a:ext>
            </a:extLst>
          </p:cNvPr>
          <p:cNvSpPr>
            <a:spLocks noGrp="1"/>
          </p:cNvSpPr>
          <p:nvPr/>
        </p:nvSpPr>
        <p:spPr>
          <a:xfrm>
            <a:off x="2990880" y="1962874"/>
            <a:ext cx="28398" cy="28398"/>
          </a:xfrm>
          <a:prstGeom prst="ellipse">
            <a:avLst/>
          </a:prstGeom>
          <a:solidFill>
            <a:srgbClr val="7F8C97">
              <a:alpha val="48000"/>
            </a:srgbClr>
          </a:solidFill>
          <a:ln w="0">
            <a:noFill/>
            <a:prstDash val="solid"/>
          </a:ln>
        </p:spPr>
      </p:sp>
      <p:sp>
        <p:nvSpPr>
          <p:cNvPr id="294" name="03_assume_matched_5591">
            <a:extLst>
              <a:ext uri="{FF2B5EF4-FFF2-40B4-BE49-F238E27FC236}">
                <a16:creationId xmlns:a16="http://schemas.microsoft.com/office/drawing/2014/main" id="{EABDA3DF-925F-4E77-9D56-31DD868A4A86}"/>
              </a:ext>
            </a:extLst>
          </p:cNvPr>
          <p:cNvSpPr>
            <a:spLocks noGrp="1"/>
          </p:cNvSpPr>
          <p:nvPr/>
        </p:nvSpPr>
        <p:spPr>
          <a:xfrm>
            <a:off x="3082838" y="1962874"/>
            <a:ext cx="28398" cy="28398"/>
          </a:xfrm>
          <a:prstGeom prst="ellipse">
            <a:avLst/>
          </a:prstGeom>
          <a:solidFill>
            <a:srgbClr val="7F8C97">
              <a:alpha val="48000"/>
            </a:srgbClr>
          </a:solidFill>
          <a:ln w="0">
            <a:noFill/>
            <a:prstDash val="solid"/>
          </a:ln>
        </p:spPr>
      </p:sp>
      <p:sp>
        <p:nvSpPr>
          <p:cNvPr id="295" name="03_assume_matched_5592">
            <a:extLst>
              <a:ext uri="{FF2B5EF4-FFF2-40B4-BE49-F238E27FC236}">
                <a16:creationId xmlns:a16="http://schemas.microsoft.com/office/drawing/2014/main" id="{0DE40A73-8845-42FC-B7A1-2E410D7665D5}"/>
              </a:ext>
            </a:extLst>
          </p:cNvPr>
          <p:cNvSpPr>
            <a:spLocks noGrp="1"/>
          </p:cNvSpPr>
          <p:nvPr/>
        </p:nvSpPr>
        <p:spPr>
          <a:xfrm>
            <a:off x="3061972" y="1962874"/>
            <a:ext cx="28398" cy="28398"/>
          </a:xfrm>
          <a:prstGeom prst="ellipse">
            <a:avLst/>
          </a:prstGeom>
          <a:solidFill>
            <a:srgbClr val="7F8C97">
              <a:alpha val="48000"/>
            </a:srgbClr>
          </a:solidFill>
          <a:ln w="0">
            <a:noFill/>
            <a:prstDash val="solid"/>
          </a:ln>
        </p:spPr>
      </p:sp>
      <p:sp>
        <p:nvSpPr>
          <p:cNvPr id="296" name="03_assume_matched_5593">
            <a:extLst>
              <a:ext uri="{FF2B5EF4-FFF2-40B4-BE49-F238E27FC236}">
                <a16:creationId xmlns:a16="http://schemas.microsoft.com/office/drawing/2014/main" id="{12FDE57B-2F20-414E-A20A-A400CEF509C0}"/>
              </a:ext>
            </a:extLst>
          </p:cNvPr>
          <p:cNvSpPr>
            <a:spLocks noGrp="1"/>
          </p:cNvSpPr>
          <p:nvPr/>
        </p:nvSpPr>
        <p:spPr>
          <a:xfrm>
            <a:off x="2970589" y="1670439"/>
            <a:ext cx="28398" cy="28398"/>
          </a:xfrm>
          <a:prstGeom prst="ellipse">
            <a:avLst/>
          </a:prstGeom>
          <a:solidFill>
            <a:srgbClr val="7F8C97">
              <a:alpha val="48000"/>
            </a:srgbClr>
          </a:solidFill>
          <a:ln w="0">
            <a:noFill/>
            <a:prstDash val="solid"/>
          </a:ln>
        </p:spPr>
      </p:sp>
      <p:sp>
        <p:nvSpPr>
          <p:cNvPr id="297" name="03_assume_matched_5594">
            <a:extLst>
              <a:ext uri="{FF2B5EF4-FFF2-40B4-BE49-F238E27FC236}">
                <a16:creationId xmlns:a16="http://schemas.microsoft.com/office/drawing/2014/main" id="{7E4A83DC-1E95-40DE-8F09-3165F744115E}"/>
              </a:ext>
            </a:extLst>
          </p:cNvPr>
          <p:cNvSpPr>
            <a:spLocks noGrp="1"/>
          </p:cNvSpPr>
          <p:nvPr/>
        </p:nvSpPr>
        <p:spPr>
          <a:xfrm>
            <a:off x="3029880" y="1962874"/>
            <a:ext cx="28398" cy="28398"/>
          </a:xfrm>
          <a:prstGeom prst="ellipse">
            <a:avLst/>
          </a:prstGeom>
          <a:solidFill>
            <a:srgbClr val="7F8C97">
              <a:alpha val="48000"/>
            </a:srgbClr>
          </a:solidFill>
          <a:ln w="0">
            <a:noFill/>
            <a:prstDash val="solid"/>
          </a:ln>
        </p:spPr>
      </p:sp>
      <p:sp>
        <p:nvSpPr>
          <p:cNvPr id="298" name="03_assume_matched_5595">
            <a:extLst>
              <a:ext uri="{FF2B5EF4-FFF2-40B4-BE49-F238E27FC236}">
                <a16:creationId xmlns:a16="http://schemas.microsoft.com/office/drawing/2014/main" id="{60DAF87D-F713-4180-B35C-F30D4AAD0786}"/>
              </a:ext>
            </a:extLst>
          </p:cNvPr>
          <p:cNvSpPr>
            <a:spLocks noGrp="1"/>
          </p:cNvSpPr>
          <p:nvPr/>
        </p:nvSpPr>
        <p:spPr>
          <a:xfrm>
            <a:off x="3012035" y="1962874"/>
            <a:ext cx="28398" cy="28398"/>
          </a:xfrm>
          <a:prstGeom prst="ellipse">
            <a:avLst/>
          </a:prstGeom>
          <a:solidFill>
            <a:srgbClr val="7F8C97">
              <a:alpha val="48000"/>
            </a:srgbClr>
          </a:solidFill>
          <a:ln w="0">
            <a:noFill/>
            <a:prstDash val="solid"/>
          </a:ln>
        </p:spPr>
      </p:sp>
      <p:sp>
        <p:nvSpPr>
          <p:cNvPr id="299" name="03_assume_matched_5596">
            <a:extLst>
              <a:ext uri="{FF2B5EF4-FFF2-40B4-BE49-F238E27FC236}">
                <a16:creationId xmlns:a16="http://schemas.microsoft.com/office/drawing/2014/main" id="{442D9C9E-4EA2-473C-B8A2-9B05D3325467}"/>
              </a:ext>
            </a:extLst>
          </p:cNvPr>
          <p:cNvSpPr>
            <a:spLocks noGrp="1"/>
          </p:cNvSpPr>
          <p:nvPr/>
        </p:nvSpPr>
        <p:spPr>
          <a:xfrm>
            <a:off x="3044271" y="1962874"/>
            <a:ext cx="28398" cy="28398"/>
          </a:xfrm>
          <a:prstGeom prst="ellipse">
            <a:avLst/>
          </a:prstGeom>
          <a:solidFill>
            <a:srgbClr val="7F8C97">
              <a:alpha val="48000"/>
            </a:srgbClr>
          </a:solidFill>
          <a:ln w="0">
            <a:noFill/>
            <a:prstDash val="solid"/>
          </a:ln>
        </p:spPr>
      </p:sp>
      <p:sp>
        <p:nvSpPr>
          <p:cNvPr id="300" name="03_assume_matched_5597">
            <a:extLst>
              <a:ext uri="{FF2B5EF4-FFF2-40B4-BE49-F238E27FC236}">
                <a16:creationId xmlns:a16="http://schemas.microsoft.com/office/drawing/2014/main" id="{24F2FFE6-6CFE-4F55-B36B-6206EE6AB015}"/>
              </a:ext>
            </a:extLst>
          </p:cNvPr>
          <p:cNvSpPr>
            <a:spLocks noGrp="1"/>
          </p:cNvSpPr>
          <p:nvPr/>
        </p:nvSpPr>
        <p:spPr>
          <a:xfrm>
            <a:off x="3026138" y="1914134"/>
            <a:ext cx="28398" cy="28398"/>
          </a:xfrm>
          <a:prstGeom prst="ellipse">
            <a:avLst/>
          </a:prstGeom>
          <a:solidFill>
            <a:srgbClr val="7F8C97">
              <a:alpha val="48000"/>
            </a:srgbClr>
          </a:solidFill>
          <a:ln w="0">
            <a:noFill/>
            <a:prstDash val="solid"/>
          </a:ln>
        </p:spPr>
      </p:sp>
      <p:sp>
        <p:nvSpPr>
          <p:cNvPr id="301" name="03_assume_matched_5598">
            <a:extLst>
              <a:ext uri="{FF2B5EF4-FFF2-40B4-BE49-F238E27FC236}">
                <a16:creationId xmlns:a16="http://schemas.microsoft.com/office/drawing/2014/main" id="{5A6C917E-4AFC-47FD-A1ED-416342E6D6AA}"/>
              </a:ext>
            </a:extLst>
          </p:cNvPr>
          <p:cNvSpPr>
            <a:spLocks noGrp="1"/>
          </p:cNvSpPr>
          <p:nvPr/>
        </p:nvSpPr>
        <p:spPr>
          <a:xfrm>
            <a:off x="3088307" y="1962874"/>
            <a:ext cx="28398" cy="28398"/>
          </a:xfrm>
          <a:prstGeom prst="ellipse">
            <a:avLst/>
          </a:prstGeom>
          <a:solidFill>
            <a:srgbClr val="7F8C97">
              <a:alpha val="48000"/>
            </a:srgbClr>
          </a:solidFill>
          <a:ln w="0">
            <a:noFill/>
            <a:prstDash val="solid"/>
          </a:ln>
        </p:spPr>
      </p:sp>
      <p:sp>
        <p:nvSpPr>
          <p:cNvPr id="302" name="03_assume_matched_5599">
            <a:extLst>
              <a:ext uri="{FF2B5EF4-FFF2-40B4-BE49-F238E27FC236}">
                <a16:creationId xmlns:a16="http://schemas.microsoft.com/office/drawing/2014/main" id="{CF383D65-48A2-49E5-A527-02D8A23980D3}"/>
              </a:ext>
            </a:extLst>
          </p:cNvPr>
          <p:cNvSpPr>
            <a:spLocks noGrp="1"/>
          </p:cNvSpPr>
          <p:nvPr/>
        </p:nvSpPr>
        <p:spPr>
          <a:xfrm>
            <a:off x="2986419" y="1728926"/>
            <a:ext cx="28398" cy="28398"/>
          </a:xfrm>
          <a:prstGeom prst="ellipse">
            <a:avLst/>
          </a:prstGeom>
          <a:solidFill>
            <a:srgbClr val="7F8C97">
              <a:alpha val="48000"/>
            </a:srgbClr>
          </a:solidFill>
          <a:ln w="0">
            <a:noFill/>
            <a:prstDash val="solid"/>
          </a:ln>
        </p:spPr>
      </p:sp>
      <p:sp>
        <p:nvSpPr>
          <p:cNvPr id="303" name="03_assume_matched_5600">
            <a:extLst>
              <a:ext uri="{FF2B5EF4-FFF2-40B4-BE49-F238E27FC236}">
                <a16:creationId xmlns:a16="http://schemas.microsoft.com/office/drawing/2014/main" id="{633FE6D1-47A7-4BA6-95B9-B4CA89180A7F}"/>
              </a:ext>
            </a:extLst>
          </p:cNvPr>
          <p:cNvSpPr>
            <a:spLocks noGrp="1"/>
          </p:cNvSpPr>
          <p:nvPr/>
        </p:nvSpPr>
        <p:spPr>
          <a:xfrm>
            <a:off x="2993039" y="1962874"/>
            <a:ext cx="28398" cy="28398"/>
          </a:xfrm>
          <a:prstGeom prst="ellipse">
            <a:avLst/>
          </a:prstGeom>
          <a:solidFill>
            <a:srgbClr val="7F8C97">
              <a:alpha val="48000"/>
            </a:srgbClr>
          </a:solidFill>
          <a:ln w="0">
            <a:noFill/>
            <a:prstDash val="solid"/>
          </a:ln>
        </p:spPr>
      </p:sp>
      <p:sp>
        <p:nvSpPr>
          <p:cNvPr id="304" name="03_assume_matched_5601">
            <a:extLst>
              <a:ext uri="{FF2B5EF4-FFF2-40B4-BE49-F238E27FC236}">
                <a16:creationId xmlns:a16="http://schemas.microsoft.com/office/drawing/2014/main" id="{0D5ADC61-279C-451F-A2A9-0BF1998728FF}"/>
              </a:ext>
            </a:extLst>
          </p:cNvPr>
          <p:cNvSpPr>
            <a:spLocks noGrp="1"/>
          </p:cNvSpPr>
          <p:nvPr/>
        </p:nvSpPr>
        <p:spPr>
          <a:xfrm>
            <a:off x="3052905" y="1670439"/>
            <a:ext cx="28398" cy="28398"/>
          </a:xfrm>
          <a:prstGeom prst="ellipse">
            <a:avLst/>
          </a:prstGeom>
          <a:solidFill>
            <a:srgbClr val="7F8C97">
              <a:alpha val="48000"/>
            </a:srgbClr>
          </a:solidFill>
          <a:ln w="0">
            <a:noFill/>
            <a:prstDash val="solid"/>
          </a:ln>
        </p:spPr>
      </p:sp>
      <p:sp>
        <p:nvSpPr>
          <p:cNvPr id="305" name="03_assume_matched_5602">
            <a:extLst>
              <a:ext uri="{FF2B5EF4-FFF2-40B4-BE49-F238E27FC236}">
                <a16:creationId xmlns:a16="http://schemas.microsoft.com/office/drawing/2014/main" id="{74748650-2523-4053-994A-8FE81BF4EC0E}"/>
              </a:ext>
            </a:extLst>
          </p:cNvPr>
          <p:cNvSpPr>
            <a:spLocks noGrp="1"/>
          </p:cNvSpPr>
          <p:nvPr/>
        </p:nvSpPr>
        <p:spPr>
          <a:xfrm>
            <a:off x="3051610" y="1670439"/>
            <a:ext cx="28398" cy="28398"/>
          </a:xfrm>
          <a:prstGeom prst="ellipse">
            <a:avLst/>
          </a:prstGeom>
          <a:solidFill>
            <a:srgbClr val="7F8C97">
              <a:alpha val="48000"/>
            </a:srgbClr>
          </a:solidFill>
          <a:ln w="0">
            <a:noFill/>
            <a:prstDash val="solid"/>
          </a:ln>
        </p:spPr>
      </p:sp>
      <p:sp>
        <p:nvSpPr>
          <p:cNvPr id="306" name="03_assume_matched_5603">
            <a:extLst>
              <a:ext uri="{FF2B5EF4-FFF2-40B4-BE49-F238E27FC236}">
                <a16:creationId xmlns:a16="http://schemas.microsoft.com/office/drawing/2014/main" id="{A00DEF8B-7C13-4FF4-9383-E28926AAF3B7}"/>
              </a:ext>
            </a:extLst>
          </p:cNvPr>
          <p:cNvSpPr>
            <a:spLocks noGrp="1"/>
          </p:cNvSpPr>
          <p:nvPr/>
        </p:nvSpPr>
        <p:spPr>
          <a:xfrm>
            <a:off x="3098380" y="1962874"/>
            <a:ext cx="28398" cy="28398"/>
          </a:xfrm>
          <a:prstGeom prst="ellipse">
            <a:avLst/>
          </a:prstGeom>
          <a:solidFill>
            <a:srgbClr val="7F8C97">
              <a:alpha val="48000"/>
            </a:srgbClr>
          </a:solidFill>
          <a:ln w="0">
            <a:noFill/>
            <a:prstDash val="solid"/>
          </a:ln>
        </p:spPr>
      </p:sp>
      <p:sp>
        <p:nvSpPr>
          <p:cNvPr id="307" name="03_assume_matched_5604">
            <a:extLst>
              <a:ext uri="{FF2B5EF4-FFF2-40B4-BE49-F238E27FC236}">
                <a16:creationId xmlns:a16="http://schemas.microsoft.com/office/drawing/2014/main" id="{E42B45FB-32C6-470B-88C4-199118D0248D}"/>
              </a:ext>
            </a:extLst>
          </p:cNvPr>
          <p:cNvSpPr>
            <a:spLocks noGrp="1"/>
          </p:cNvSpPr>
          <p:nvPr/>
        </p:nvSpPr>
        <p:spPr>
          <a:xfrm>
            <a:off x="3076650" y="1816656"/>
            <a:ext cx="28398" cy="28398"/>
          </a:xfrm>
          <a:prstGeom prst="ellipse">
            <a:avLst/>
          </a:prstGeom>
          <a:solidFill>
            <a:srgbClr val="7F8C97">
              <a:alpha val="48000"/>
            </a:srgbClr>
          </a:solidFill>
          <a:ln w="0">
            <a:noFill/>
            <a:prstDash val="solid"/>
          </a:ln>
        </p:spPr>
      </p:sp>
      <p:sp>
        <p:nvSpPr>
          <p:cNvPr id="308" name="03_assume_matched_5605">
            <a:extLst>
              <a:ext uri="{FF2B5EF4-FFF2-40B4-BE49-F238E27FC236}">
                <a16:creationId xmlns:a16="http://schemas.microsoft.com/office/drawing/2014/main" id="{BBF92629-1534-4796-B856-EF3B7130D7A3}"/>
              </a:ext>
            </a:extLst>
          </p:cNvPr>
          <p:cNvSpPr>
            <a:spLocks noGrp="1"/>
          </p:cNvSpPr>
          <p:nvPr/>
        </p:nvSpPr>
        <p:spPr>
          <a:xfrm>
            <a:off x="3008725" y="1962874"/>
            <a:ext cx="28398" cy="28398"/>
          </a:xfrm>
          <a:prstGeom prst="ellipse">
            <a:avLst/>
          </a:prstGeom>
          <a:solidFill>
            <a:srgbClr val="7F8C97">
              <a:alpha val="48000"/>
            </a:srgbClr>
          </a:solidFill>
          <a:ln w="0">
            <a:noFill/>
            <a:prstDash val="solid"/>
          </a:ln>
        </p:spPr>
      </p:sp>
      <p:sp>
        <p:nvSpPr>
          <p:cNvPr id="309" name="03_assume_matched_5606">
            <a:extLst>
              <a:ext uri="{FF2B5EF4-FFF2-40B4-BE49-F238E27FC236}">
                <a16:creationId xmlns:a16="http://schemas.microsoft.com/office/drawing/2014/main" id="{08C4C392-E67F-43AB-A861-1A07C2FD805F}"/>
              </a:ext>
            </a:extLst>
          </p:cNvPr>
          <p:cNvSpPr>
            <a:spLocks noGrp="1"/>
          </p:cNvSpPr>
          <p:nvPr/>
        </p:nvSpPr>
        <p:spPr>
          <a:xfrm>
            <a:off x="3079528" y="1962874"/>
            <a:ext cx="28398" cy="28398"/>
          </a:xfrm>
          <a:prstGeom prst="ellipse">
            <a:avLst/>
          </a:prstGeom>
          <a:solidFill>
            <a:srgbClr val="7F8C97">
              <a:alpha val="48000"/>
            </a:srgbClr>
          </a:solidFill>
          <a:ln w="0">
            <a:noFill/>
            <a:prstDash val="solid"/>
          </a:ln>
        </p:spPr>
      </p:sp>
      <p:sp>
        <p:nvSpPr>
          <p:cNvPr id="310" name="03_assume_matched_5607">
            <a:extLst>
              <a:ext uri="{FF2B5EF4-FFF2-40B4-BE49-F238E27FC236}">
                <a16:creationId xmlns:a16="http://schemas.microsoft.com/office/drawing/2014/main" id="{C7C5864F-EC07-4153-B889-DE7FE0CD228B}"/>
              </a:ext>
            </a:extLst>
          </p:cNvPr>
          <p:cNvSpPr>
            <a:spLocks noGrp="1"/>
          </p:cNvSpPr>
          <p:nvPr/>
        </p:nvSpPr>
        <p:spPr>
          <a:xfrm>
            <a:off x="3067872" y="1962874"/>
            <a:ext cx="28398" cy="28398"/>
          </a:xfrm>
          <a:prstGeom prst="ellipse">
            <a:avLst/>
          </a:prstGeom>
          <a:solidFill>
            <a:srgbClr val="7F8C97">
              <a:alpha val="48000"/>
            </a:srgbClr>
          </a:solidFill>
          <a:ln w="0">
            <a:noFill/>
            <a:prstDash val="solid"/>
          </a:ln>
        </p:spPr>
      </p:sp>
      <p:sp>
        <p:nvSpPr>
          <p:cNvPr id="311" name="03_assume_matched_5608">
            <a:extLst>
              <a:ext uri="{FF2B5EF4-FFF2-40B4-BE49-F238E27FC236}">
                <a16:creationId xmlns:a16="http://schemas.microsoft.com/office/drawing/2014/main" id="{A1E2354B-E2AA-48FC-9EC0-B56FF21ACBA4}"/>
              </a:ext>
            </a:extLst>
          </p:cNvPr>
          <p:cNvSpPr>
            <a:spLocks noGrp="1"/>
          </p:cNvSpPr>
          <p:nvPr/>
        </p:nvSpPr>
        <p:spPr>
          <a:xfrm>
            <a:off x="3074060" y="1962874"/>
            <a:ext cx="28398" cy="28398"/>
          </a:xfrm>
          <a:prstGeom prst="ellipse">
            <a:avLst/>
          </a:prstGeom>
          <a:solidFill>
            <a:srgbClr val="7F8C97">
              <a:alpha val="48000"/>
            </a:srgbClr>
          </a:solidFill>
          <a:ln w="0">
            <a:noFill/>
            <a:prstDash val="solid"/>
          </a:ln>
        </p:spPr>
      </p:sp>
      <p:sp>
        <p:nvSpPr>
          <p:cNvPr id="312" name="03_assume_matched_5609">
            <a:extLst>
              <a:ext uri="{FF2B5EF4-FFF2-40B4-BE49-F238E27FC236}">
                <a16:creationId xmlns:a16="http://schemas.microsoft.com/office/drawing/2014/main" id="{2ABF8DA4-6D85-4C59-AA86-61B866CFAFC5}"/>
              </a:ext>
            </a:extLst>
          </p:cNvPr>
          <p:cNvSpPr>
            <a:spLocks noGrp="1"/>
          </p:cNvSpPr>
          <p:nvPr/>
        </p:nvSpPr>
        <p:spPr>
          <a:xfrm>
            <a:off x="3087443" y="1962874"/>
            <a:ext cx="28398" cy="28398"/>
          </a:xfrm>
          <a:prstGeom prst="ellipse">
            <a:avLst/>
          </a:prstGeom>
          <a:solidFill>
            <a:srgbClr val="7F8C97">
              <a:alpha val="48000"/>
            </a:srgbClr>
          </a:solidFill>
          <a:ln w="0">
            <a:noFill/>
            <a:prstDash val="solid"/>
          </a:ln>
        </p:spPr>
      </p:sp>
      <p:sp>
        <p:nvSpPr>
          <p:cNvPr id="313" name="03_assume_matched_5610">
            <a:extLst>
              <a:ext uri="{FF2B5EF4-FFF2-40B4-BE49-F238E27FC236}">
                <a16:creationId xmlns:a16="http://schemas.microsoft.com/office/drawing/2014/main" id="{D26520F7-6C61-449C-8C0A-735E529FE367}"/>
              </a:ext>
            </a:extLst>
          </p:cNvPr>
          <p:cNvSpPr>
            <a:spLocks noGrp="1"/>
          </p:cNvSpPr>
          <p:nvPr/>
        </p:nvSpPr>
        <p:spPr>
          <a:xfrm>
            <a:off x="2996061" y="1378004"/>
            <a:ext cx="28398" cy="28398"/>
          </a:xfrm>
          <a:prstGeom prst="ellipse">
            <a:avLst/>
          </a:prstGeom>
          <a:solidFill>
            <a:srgbClr val="7F8C97">
              <a:alpha val="48000"/>
            </a:srgbClr>
          </a:solidFill>
          <a:ln w="0">
            <a:noFill/>
            <a:prstDash val="solid"/>
          </a:ln>
        </p:spPr>
      </p:sp>
      <p:sp>
        <p:nvSpPr>
          <p:cNvPr id="314" name="03_assume_matched_5611">
            <a:extLst>
              <a:ext uri="{FF2B5EF4-FFF2-40B4-BE49-F238E27FC236}">
                <a16:creationId xmlns:a16="http://schemas.microsoft.com/office/drawing/2014/main" id="{C4317B6F-A50F-4AA2-B71B-1906BB2A384D}"/>
              </a:ext>
            </a:extLst>
          </p:cNvPr>
          <p:cNvSpPr>
            <a:spLocks noGrp="1"/>
          </p:cNvSpPr>
          <p:nvPr/>
        </p:nvSpPr>
        <p:spPr>
          <a:xfrm>
            <a:off x="2985268" y="1962874"/>
            <a:ext cx="28398" cy="28398"/>
          </a:xfrm>
          <a:prstGeom prst="ellipse">
            <a:avLst/>
          </a:prstGeom>
          <a:solidFill>
            <a:srgbClr val="7F8C97">
              <a:alpha val="48000"/>
            </a:srgbClr>
          </a:solidFill>
          <a:ln w="0">
            <a:noFill/>
            <a:prstDash val="solid"/>
          </a:ln>
        </p:spPr>
      </p:sp>
      <p:sp>
        <p:nvSpPr>
          <p:cNvPr id="315" name="03_assume_matched_5612">
            <a:extLst>
              <a:ext uri="{FF2B5EF4-FFF2-40B4-BE49-F238E27FC236}">
                <a16:creationId xmlns:a16="http://schemas.microsoft.com/office/drawing/2014/main" id="{ED224B17-B4B4-4DA9-893C-D17A59785BB1}"/>
              </a:ext>
            </a:extLst>
          </p:cNvPr>
          <p:cNvSpPr>
            <a:spLocks noGrp="1"/>
          </p:cNvSpPr>
          <p:nvPr/>
        </p:nvSpPr>
        <p:spPr>
          <a:xfrm>
            <a:off x="3068160" y="1962874"/>
            <a:ext cx="28398" cy="28398"/>
          </a:xfrm>
          <a:prstGeom prst="ellipse">
            <a:avLst/>
          </a:prstGeom>
          <a:solidFill>
            <a:srgbClr val="7F8C97">
              <a:alpha val="48000"/>
            </a:srgbClr>
          </a:solidFill>
          <a:ln w="0">
            <a:noFill/>
            <a:prstDash val="solid"/>
          </a:ln>
        </p:spPr>
      </p:sp>
      <p:sp>
        <p:nvSpPr>
          <p:cNvPr id="316" name="03_assume_matched_5613">
            <a:extLst>
              <a:ext uri="{FF2B5EF4-FFF2-40B4-BE49-F238E27FC236}">
                <a16:creationId xmlns:a16="http://schemas.microsoft.com/office/drawing/2014/main" id="{9C308A35-E219-4012-A4E0-F6FE77E26E35}"/>
              </a:ext>
            </a:extLst>
          </p:cNvPr>
          <p:cNvSpPr>
            <a:spLocks noGrp="1"/>
          </p:cNvSpPr>
          <p:nvPr/>
        </p:nvSpPr>
        <p:spPr>
          <a:xfrm>
            <a:off x="3105288" y="1921097"/>
            <a:ext cx="28398" cy="28398"/>
          </a:xfrm>
          <a:prstGeom prst="ellipse">
            <a:avLst/>
          </a:prstGeom>
          <a:solidFill>
            <a:srgbClr val="7F8C97">
              <a:alpha val="48000"/>
            </a:srgbClr>
          </a:solidFill>
          <a:ln w="0">
            <a:noFill/>
            <a:prstDash val="solid"/>
          </a:ln>
        </p:spPr>
      </p:sp>
      <p:sp>
        <p:nvSpPr>
          <p:cNvPr id="317" name="03_assume_matched_5614">
            <a:extLst>
              <a:ext uri="{FF2B5EF4-FFF2-40B4-BE49-F238E27FC236}">
                <a16:creationId xmlns:a16="http://schemas.microsoft.com/office/drawing/2014/main" id="{4EA7B9CD-CAE0-4D90-AA9F-07730E8443B5}"/>
              </a:ext>
            </a:extLst>
          </p:cNvPr>
          <p:cNvSpPr>
            <a:spLocks noGrp="1"/>
          </p:cNvSpPr>
          <p:nvPr/>
        </p:nvSpPr>
        <p:spPr>
          <a:xfrm>
            <a:off x="3111476" y="1378004"/>
            <a:ext cx="28398" cy="28398"/>
          </a:xfrm>
          <a:prstGeom prst="ellipse">
            <a:avLst/>
          </a:prstGeom>
          <a:solidFill>
            <a:srgbClr val="7F8C97">
              <a:alpha val="48000"/>
            </a:srgbClr>
          </a:solidFill>
          <a:ln w="0">
            <a:noFill/>
            <a:prstDash val="solid"/>
          </a:ln>
        </p:spPr>
      </p:sp>
      <p:sp>
        <p:nvSpPr>
          <p:cNvPr id="318" name="03_assume_matched_5615">
            <a:extLst>
              <a:ext uri="{FF2B5EF4-FFF2-40B4-BE49-F238E27FC236}">
                <a16:creationId xmlns:a16="http://schemas.microsoft.com/office/drawing/2014/main" id="{1DA7CB9F-10CA-4DB7-874F-0305FCD5AE10}"/>
              </a:ext>
            </a:extLst>
          </p:cNvPr>
          <p:cNvSpPr>
            <a:spLocks noGrp="1"/>
          </p:cNvSpPr>
          <p:nvPr/>
        </p:nvSpPr>
        <p:spPr>
          <a:xfrm>
            <a:off x="3022540" y="1962874"/>
            <a:ext cx="28398" cy="28398"/>
          </a:xfrm>
          <a:prstGeom prst="ellipse">
            <a:avLst/>
          </a:prstGeom>
          <a:solidFill>
            <a:srgbClr val="7F8C97">
              <a:alpha val="48000"/>
            </a:srgbClr>
          </a:solidFill>
          <a:ln w="0">
            <a:noFill/>
            <a:prstDash val="solid"/>
          </a:ln>
        </p:spPr>
      </p:sp>
      <p:sp>
        <p:nvSpPr>
          <p:cNvPr id="319" name="03_assume_matched_5616">
            <a:extLst>
              <a:ext uri="{FF2B5EF4-FFF2-40B4-BE49-F238E27FC236}">
                <a16:creationId xmlns:a16="http://schemas.microsoft.com/office/drawing/2014/main" id="{19C10291-C40A-45B0-91F8-B5CF2116489D}"/>
              </a:ext>
            </a:extLst>
          </p:cNvPr>
          <p:cNvSpPr>
            <a:spLocks noGrp="1"/>
          </p:cNvSpPr>
          <p:nvPr/>
        </p:nvSpPr>
        <p:spPr>
          <a:xfrm>
            <a:off x="3075355" y="1962874"/>
            <a:ext cx="28398" cy="28398"/>
          </a:xfrm>
          <a:prstGeom prst="ellipse">
            <a:avLst/>
          </a:prstGeom>
          <a:solidFill>
            <a:srgbClr val="7F8C97">
              <a:alpha val="48000"/>
            </a:srgbClr>
          </a:solidFill>
          <a:ln w="0">
            <a:noFill/>
            <a:prstDash val="solid"/>
          </a:ln>
        </p:spPr>
      </p:sp>
      <p:sp>
        <p:nvSpPr>
          <p:cNvPr id="320" name="03_assume_matched_5617">
            <a:extLst>
              <a:ext uri="{FF2B5EF4-FFF2-40B4-BE49-F238E27FC236}">
                <a16:creationId xmlns:a16="http://schemas.microsoft.com/office/drawing/2014/main" id="{458F56EC-8833-4BDB-9231-D7B1B56277FE}"/>
              </a:ext>
            </a:extLst>
          </p:cNvPr>
          <p:cNvSpPr>
            <a:spLocks noGrp="1"/>
          </p:cNvSpPr>
          <p:nvPr/>
        </p:nvSpPr>
        <p:spPr>
          <a:xfrm>
            <a:off x="3086292" y="1378004"/>
            <a:ext cx="28398" cy="28398"/>
          </a:xfrm>
          <a:prstGeom prst="ellipse">
            <a:avLst/>
          </a:prstGeom>
          <a:solidFill>
            <a:srgbClr val="7F8C97">
              <a:alpha val="48000"/>
            </a:srgbClr>
          </a:solidFill>
          <a:ln w="0">
            <a:noFill/>
            <a:prstDash val="solid"/>
          </a:ln>
        </p:spPr>
      </p:sp>
      <p:sp>
        <p:nvSpPr>
          <p:cNvPr id="321" name="03_assume_matched_5618">
            <a:extLst>
              <a:ext uri="{FF2B5EF4-FFF2-40B4-BE49-F238E27FC236}">
                <a16:creationId xmlns:a16="http://schemas.microsoft.com/office/drawing/2014/main" id="{D297BB7A-6348-4E83-BE35-6764111B179D}"/>
              </a:ext>
            </a:extLst>
          </p:cNvPr>
          <p:cNvSpPr>
            <a:spLocks noGrp="1"/>
          </p:cNvSpPr>
          <p:nvPr/>
        </p:nvSpPr>
        <p:spPr>
          <a:xfrm>
            <a:off x="3103705" y="1378004"/>
            <a:ext cx="28398" cy="28398"/>
          </a:xfrm>
          <a:prstGeom prst="ellipse">
            <a:avLst/>
          </a:prstGeom>
          <a:solidFill>
            <a:srgbClr val="7F8C97">
              <a:alpha val="48000"/>
            </a:srgbClr>
          </a:solidFill>
          <a:ln w="0">
            <a:noFill/>
            <a:prstDash val="solid"/>
          </a:ln>
        </p:spPr>
      </p:sp>
      <p:sp>
        <p:nvSpPr>
          <p:cNvPr id="322" name="03_assume_matched_5619">
            <a:extLst>
              <a:ext uri="{FF2B5EF4-FFF2-40B4-BE49-F238E27FC236}">
                <a16:creationId xmlns:a16="http://schemas.microsoft.com/office/drawing/2014/main" id="{654B1C5D-7AF1-4D86-8CDF-1200D2E7EC10}"/>
              </a:ext>
            </a:extLst>
          </p:cNvPr>
          <p:cNvSpPr>
            <a:spLocks noGrp="1"/>
          </p:cNvSpPr>
          <p:nvPr/>
        </p:nvSpPr>
        <p:spPr>
          <a:xfrm>
            <a:off x="3088451" y="1378004"/>
            <a:ext cx="28398" cy="28398"/>
          </a:xfrm>
          <a:prstGeom prst="ellipse">
            <a:avLst/>
          </a:prstGeom>
          <a:solidFill>
            <a:srgbClr val="7F8C97">
              <a:alpha val="48000"/>
            </a:srgbClr>
          </a:solidFill>
          <a:ln w="0">
            <a:noFill/>
            <a:prstDash val="solid"/>
          </a:ln>
        </p:spPr>
      </p:sp>
      <p:sp>
        <p:nvSpPr>
          <p:cNvPr id="323" name="03_assume_matched_5620">
            <a:extLst>
              <a:ext uri="{FF2B5EF4-FFF2-40B4-BE49-F238E27FC236}">
                <a16:creationId xmlns:a16="http://schemas.microsoft.com/office/drawing/2014/main" id="{8858D531-FEBB-4360-A9B7-F88BA288E1CF}"/>
              </a:ext>
            </a:extLst>
          </p:cNvPr>
          <p:cNvSpPr>
            <a:spLocks noGrp="1"/>
          </p:cNvSpPr>
          <p:nvPr/>
        </p:nvSpPr>
        <p:spPr>
          <a:xfrm>
            <a:off x="3066721" y="1962874"/>
            <a:ext cx="28398" cy="28398"/>
          </a:xfrm>
          <a:prstGeom prst="ellipse">
            <a:avLst/>
          </a:prstGeom>
          <a:solidFill>
            <a:srgbClr val="7F8C97">
              <a:alpha val="48000"/>
            </a:srgbClr>
          </a:solidFill>
          <a:ln w="0">
            <a:noFill/>
            <a:prstDash val="solid"/>
          </a:ln>
        </p:spPr>
      </p:sp>
      <p:sp>
        <p:nvSpPr>
          <p:cNvPr id="324" name="03_assume_matched_5621">
            <a:extLst>
              <a:ext uri="{FF2B5EF4-FFF2-40B4-BE49-F238E27FC236}">
                <a16:creationId xmlns:a16="http://schemas.microsoft.com/office/drawing/2014/main" id="{753AA770-D6BB-4413-A597-B2D7241BC6DB}"/>
              </a:ext>
            </a:extLst>
          </p:cNvPr>
          <p:cNvSpPr>
            <a:spLocks noGrp="1"/>
          </p:cNvSpPr>
          <p:nvPr/>
        </p:nvSpPr>
        <p:spPr>
          <a:xfrm>
            <a:off x="2978504" y="1378004"/>
            <a:ext cx="28398" cy="28398"/>
          </a:xfrm>
          <a:prstGeom prst="ellipse">
            <a:avLst/>
          </a:prstGeom>
          <a:solidFill>
            <a:srgbClr val="7F8C97">
              <a:alpha val="48000"/>
            </a:srgbClr>
          </a:solidFill>
          <a:ln w="0">
            <a:noFill/>
            <a:prstDash val="solid"/>
          </a:ln>
        </p:spPr>
      </p:sp>
      <p:sp>
        <p:nvSpPr>
          <p:cNvPr id="325" name="03_assume_matched_5622">
            <a:extLst>
              <a:ext uri="{FF2B5EF4-FFF2-40B4-BE49-F238E27FC236}">
                <a16:creationId xmlns:a16="http://schemas.microsoft.com/office/drawing/2014/main" id="{A3389CD8-46C9-4898-89DC-0F3E70D6A416}"/>
              </a:ext>
            </a:extLst>
          </p:cNvPr>
          <p:cNvSpPr>
            <a:spLocks noGrp="1"/>
          </p:cNvSpPr>
          <p:nvPr/>
        </p:nvSpPr>
        <p:spPr>
          <a:xfrm>
            <a:off x="2992463" y="1962874"/>
            <a:ext cx="28398" cy="28398"/>
          </a:xfrm>
          <a:prstGeom prst="ellipse">
            <a:avLst/>
          </a:prstGeom>
          <a:solidFill>
            <a:srgbClr val="7F8C97">
              <a:alpha val="48000"/>
            </a:srgbClr>
          </a:solidFill>
          <a:ln w="0">
            <a:noFill/>
            <a:prstDash val="solid"/>
          </a:ln>
        </p:spPr>
      </p:sp>
      <p:sp>
        <p:nvSpPr>
          <p:cNvPr id="326" name="03_assume_matched_5623">
            <a:extLst>
              <a:ext uri="{FF2B5EF4-FFF2-40B4-BE49-F238E27FC236}">
                <a16:creationId xmlns:a16="http://schemas.microsoft.com/office/drawing/2014/main" id="{16647BA6-E45B-46FA-8173-DCBDE99A2586}"/>
              </a:ext>
            </a:extLst>
          </p:cNvPr>
          <p:cNvSpPr>
            <a:spLocks noGrp="1"/>
          </p:cNvSpPr>
          <p:nvPr/>
        </p:nvSpPr>
        <p:spPr>
          <a:xfrm>
            <a:off x="3053625" y="1378004"/>
            <a:ext cx="28398" cy="28398"/>
          </a:xfrm>
          <a:prstGeom prst="ellipse">
            <a:avLst/>
          </a:prstGeom>
          <a:solidFill>
            <a:srgbClr val="7F8C97">
              <a:alpha val="48000"/>
            </a:srgbClr>
          </a:solidFill>
          <a:ln w="0">
            <a:noFill/>
            <a:prstDash val="solid"/>
          </a:ln>
        </p:spPr>
      </p:sp>
      <p:sp>
        <p:nvSpPr>
          <p:cNvPr id="327" name="03_assume_matched_5624">
            <a:extLst>
              <a:ext uri="{FF2B5EF4-FFF2-40B4-BE49-F238E27FC236}">
                <a16:creationId xmlns:a16="http://schemas.microsoft.com/office/drawing/2014/main" id="{903D7BAC-8CCD-4E3D-A461-CE2FD5448285}"/>
              </a:ext>
            </a:extLst>
          </p:cNvPr>
          <p:cNvSpPr>
            <a:spLocks noGrp="1"/>
          </p:cNvSpPr>
          <p:nvPr/>
        </p:nvSpPr>
        <p:spPr>
          <a:xfrm>
            <a:off x="2998508" y="1962874"/>
            <a:ext cx="28398" cy="28398"/>
          </a:xfrm>
          <a:prstGeom prst="ellipse">
            <a:avLst/>
          </a:prstGeom>
          <a:solidFill>
            <a:srgbClr val="7F8C97">
              <a:alpha val="48000"/>
            </a:srgbClr>
          </a:solidFill>
          <a:ln w="0">
            <a:noFill/>
            <a:prstDash val="solid"/>
          </a:ln>
        </p:spPr>
      </p:sp>
      <p:sp>
        <p:nvSpPr>
          <p:cNvPr id="328" name="03_assume_matched_5625">
            <a:extLst>
              <a:ext uri="{FF2B5EF4-FFF2-40B4-BE49-F238E27FC236}">
                <a16:creationId xmlns:a16="http://schemas.microsoft.com/office/drawing/2014/main" id="{5B0B4E30-11AC-43EB-884B-46475722ED00}"/>
              </a:ext>
            </a:extLst>
          </p:cNvPr>
          <p:cNvSpPr>
            <a:spLocks noGrp="1"/>
          </p:cNvSpPr>
          <p:nvPr/>
        </p:nvSpPr>
        <p:spPr>
          <a:xfrm>
            <a:off x="3024555" y="1962874"/>
            <a:ext cx="28398" cy="28398"/>
          </a:xfrm>
          <a:prstGeom prst="ellipse">
            <a:avLst/>
          </a:prstGeom>
          <a:solidFill>
            <a:srgbClr val="7F8C97">
              <a:alpha val="48000"/>
            </a:srgbClr>
          </a:solidFill>
          <a:ln w="0">
            <a:noFill/>
            <a:prstDash val="solid"/>
          </a:ln>
        </p:spPr>
      </p:sp>
      <p:sp>
        <p:nvSpPr>
          <p:cNvPr id="329" name="03_assume_matched_5626">
            <a:extLst>
              <a:ext uri="{FF2B5EF4-FFF2-40B4-BE49-F238E27FC236}">
                <a16:creationId xmlns:a16="http://schemas.microsoft.com/office/drawing/2014/main" id="{BDA73C04-9421-4A6D-86FD-CB659C8903FC}"/>
              </a:ext>
            </a:extLst>
          </p:cNvPr>
          <p:cNvSpPr>
            <a:spLocks noGrp="1"/>
          </p:cNvSpPr>
          <p:nvPr/>
        </p:nvSpPr>
        <p:spPr>
          <a:xfrm>
            <a:off x="2973611" y="1962874"/>
            <a:ext cx="28398" cy="28398"/>
          </a:xfrm>
          <a:prstGeom prst="ellipse">
            <a:avLst/>
          </a:prstGeom>
          <a:solidFill>
            <a:srgbClr val="7F8C97">
              <a:alpha val="48000"/>
            </a:srgbClr>
          </a:solidFill>
          <a:ln w="0">
            <a:noFill/>
            <a:prstDash val="solid"/>
          </a:ln>
        </p:spPr>
      </p:sp>
      <p:sp>
        <p:nvSpPr>
          <p:cNvPr id="330" name="03_assume_matched_5627">
            <a:extLst>
              <a:ext uri="{FF2B5EF4-FFF2-40B4-BE49-F238E27FC236}">
                <a16:creationId xmlns:a16="http://schemas.microsoft.com/office/drawing/2014/main" id="{F798C146-3764-40E3-BC9D-D32A5A3DF2BD}"/>
              </a:ext>
            </a:extLst>
          </p:cNvPr>
          <p:cNvSpPr>
            <a:spLocks noGrp="1"/>
          </p:cNvSpPr>
          <p:nvPr/>
        </p:nvSpPr>
        <p:spPr>
          <a:xfrm>
            <a:off x="768364" y="1362960"/>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31" name="03_assume_matched_5628">
            <a:extLst>
              <a:ext uri="{FF2B5EF4-FFF2-40B4-BE49-F238E27FC236}">
                <a16:creationId xmlns:a16="http://schemas.microsoft.com/office/drawing/2014/main" id="{3BBC6EF1-8F18-4164-8BC4-ABC7A5F33108}"/>
              </a:ext>
            </a:extLst>
          </p:cNvPr>
          <p:cNvSpPr>
            <a:spLocks noGrp="1"/>
          </p:cNvSpPr>
          <p:nvPr/>
        </p:nvSpPr>
        <p:spPr>
          <a:xfrm>
            <a:off x="768364" y="2006317"/>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32" name="text_5629">
            <a:extLst>
              <a:ext uri="{FF2B5EF4-FFF2-40B4-BE49-F238E27FC236}">
                <a16:creationId xmlns:a16="http://schemas.microsoft.com/office/drawing/2014/main" id="{22729552-8480-4327-A1D5-1965C7F8A475}"/>
              </a:ext>
            </a:extLst>
          </p:cNvPr>
          <p:cNvSpPr>
            <a:spLocks noGrp="1"/>
          </p:cNvSpPr>
          <p:nvPr/>
        </p:nvSpPr>
        <p:spPr>
          <a:xfrm>
            <a:off x="426174" y="1064024"/>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a</a:t>
            </a:r>
          </a:p>
        </p:txBody>
      </p:sp>
      <p:sp>
        <p:nvSpPr>
          <p:cNvPr id="333" name="text_5630">
            <a:extLst>
              <a:ext uri="{FF2B5EF4-FFF2-40B4-BE49-F238E27FC236}">
                <a16:creationId xmlns:a16="http://schemas.microsoft.com/office/drawing/2014/main" id="{93E75DDE-057F-4E84-86C5-3911B3899D03}"/>
              </a:ext>
            </a:extLst>
          </p:cNvPr>
          <p:cNvSpPr>
            <a:spLocks noGrp="1"/>
          </p:cNvSpPr>
          <p:nvPr/>
        </p:nvSpPr>
        <p:spPr>
          <a:xfrm>
            <a:off x="768364" y="1163379"/>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Top-1, RMSD &lt;2 Å</a:t>
            </a:r>
          </a:p>
        </p:txBody>
      </p:sp>
      <p:sp>
        <p:nvSpPr>
          <p:cNvPr id="334" name="03_assume_matched_5631">
            <a:extLst>
              <a:ext uri="{FF2B5EF4-FFF2-40B4-BE49-F238E27FC236}">
                <a16:creationId xmlns:a16="http://schemas.microsoft.com/office/drawing/2014/main" id="{D0F11AC0-19C8-4D4E-B968-A7B3FC45D67B}"/>
              </a:ext>
            </a:extLst>
          </p:cNvPr>
          <p:cNvSpPr>
            <a:spLocks noGrp="1"/>
          </p:cNvSpPr>
          <p:nvPr/>
        </p:nvSpPr>
        <p:spPr>
          <a:xfrm>
            <a:off x="790995" y="1824713"/>
            <a:ext cx="2263158" cy="152360"/>
          </a:xfrm>
          <a:custGeom>
            <a:avLst/>
            <a:gdLst/>
            <a:ahLst/>
            <a:cxnLst/>
            <a:rect l="0" t="0" r="0" b="0"/>
            <a:pathLst>
              <a:path w="2263158" h="152360">
                <a:moveTo>
                  <a:pt x="0" y="152360"/>
                </a:moveTo>
                <a:lnTo>
                  <a:pt x="62865" y="151970"/>
                </a:lnTo>
                <a:lnTo>
                  <a:pt x="62865" y="150704"/>
                </a:lnTo>
                <a:lnTo>
                  <a:pt x="96716" y="149328"/>
                </a:lnTo>
                <a:lnTo>
                  <a:pt x="96716" y="149231"/>
                </a:lnTo>
                <a:lnTo>
                  <a:pt x="125731" y="149133"/>
                </a:lnTo>
                <a:lnTo>
                  <a:pt x="125731" y="145968"/>
                </a:lnTo>
                <a:lnTo>
                  <a:pt x="150877" y="145180"/>
                </a:lnTo>
                <a:lnTo>
                  <a:pt x="150877" y="143661"/>
                </a:lnTo>
                <a:lnTo>
                  <a:pt x="188596" y="143466"/>
                </a:lnTo>
                <a:lnTo>
                  <a:pt x="188596" y="133339"/>
                </a:lnTo>
                <a:lnTo>
                  <a:pt x="209552" y="131958"/>
                </a:lnTo>
                <a:lnTo>
                  <a:pt x="209552" y="131536"/>
                </a:lnTo>
                <a:lnTo>
                  <a:pt x="226316" y="130256"/>
                </a:lnTo>
                <a:lnTo>
                  <a:pt x="226316" y="129496"/>
                </a:lnTo>
                <a:lnTo>
                  <a:pt x="251462" y="129302"/>
                </a:lnTo>
                <a:lnTo>
                  <a:pt x="251462" y="124238"/>
                </a:lnTo>
                <a:lnTo>
                  <a:pt x="274322" y="123598"/>
                </a:lnTo>
                <a:lnTo>
                  <a:pt x="274322" y="122217"/>
                </a:lnTo>
                <a:lnTo>
                  <a:pt x="301754" y="121600"/>
                </a:lnTo>
                <a:lnTo>
                  <a:pt x="301754" y="120081"/>
                </a:lnTo>
                <a:lnTo>
                  <a:pt x="342903" y="118704"/>
                </a:lnTo>
                <a:lnTo>
                  <a:pt x="342903" y="118013"/>
                </a:lnTo>
                <a:lnTo>
                  <a:pt x="377193" y="117818"/>
                </a:lnTo>
                <a:lnTo>
                  <a:pt x="377193" y="91107"/>
                </a:lnTo>
                <a:lnTo>
                  <a:pt x="411483" y="90912"/>
                </a:lnTo>
                <a:lnTo>
                  <a:pt x="411483" y="89531"/>
                </a:lnTo>
                <a:lnTo>
                  <a:pt x="452632" y="88446"/>
                </a:lnTo>
                <a:lnTo>
                  <a:pt x="452632" y="86927"/>
                </a:lnTo>
                <a:lnTo>
                  <a:pt x="502924" y="85944"/>
                </a:lnTo>
                <a:lnTo>
                  <a:pt x="502924" y="84581"/>
                </a:lnTo>
                <a:lnTo>
                  <a:pt x="548644" y="83496"/>
                </a:lnTo>
                <a:lnTo>
                  <a:pt x="548644" y="82805"/>
                </a:lnTo>
                <a:lnTo>
                  <a:pt x="565789" y="82708"/>
                </a:lnTo>
                <a:lnTo>
                  <a:pt x="565789" y="77011"/>
                </a:lnTo>
                <a:lnTo>
                  <a:pt x="603509" y="76914"/>
                </a:lnTo>
                <a:lnTo>
                  <a:pt x="603509" y="74635"/>
                </a:lnTo>
                <a:lnTo>
                  <a:pt x="628655" y="74635"/>
                </a:lnTo>
                <a:lnTo>
                  <a:pt x="628655" y="72103"/>
                </a:lnTo>
                <a:lnTo>
                  <a:pt x="754386" y="72103"/>
                </a:lnTo>
                <a:lnTo>
                  <a:pt x="754386" y="13107"/>
                </a:lnTo>
                <a:lnTo>
                  <a:pt x="880117" y="12912"/>
                </a:lnTo>
                <a:lnTo>
                  <a:pt x="880117" y="11646"/>
                </a:lnTo>
                <a:lnTo>
                  <a:pt x="1218623" y="10274"/>
                </a:lnTo>
                <a:lnTo>
                  <a:pt x="1218623" y="10176"/>
                </a:lnTo>
                <a:lnTo>
                  <a:pt x="1320175" y="10176"/>
                </a:lnTo>
                <a:lnTo>
                  <a:pt x="1320175" y="8277"/>
                </a:lnTo>
                <a:lnTo>
                  <a:pt x="2263158" y="7596"/>
                </a:lnTo>
                <a:lnTo>
                  <a:pt x="2263158" y="0"/>
                </a:lnTo>
                <a:lnTo>
                  <a:pt x="2263158" y="0"/>
                </a:lnTo>
              </a:path>
            </a:pathLst>
          </a:custGeom>
          <a:noFill/>
          <a:ln w="22860">
            <a:solidFill>
              <a:srgbClr val="00878B"/>
            </a:solidFill>
            <a:prstDash val="solid"/>
          </a:ln>
        </p:spPr>
      </p:sp>
      <p:sp>
        <p:nvSpPr>
          <p:cNvPr id="335" name="03_assume_matched_5632">
            <a:extLst>
              <a:ext uri="{FF2B5EF4-FFF2-40B4-BE49-F238E27FC236}">
                <a16:creationId xmlns:a16="http://schemas.microsoft.com/office/drawing/2014/main" id="{9CA1E97F-428B-4EA2-8AA0-9272FE7CD2EF}"/>
              </a:ext>
            </a:extLst>
          </p:cNvPr>
          <p:cNvSpPr>
            <a:spLocks noGrp="1"/>
          </p:cNvSpPr>
          <p:nvPr/>
        </p:nvSpPr>
        <p:spPr>
          <a:xfrm>
            <a:off x="790995" y="1977074"/>
            <a:ext cx="2263158" cy="191"/>
          </a:xfrm>
          <a:custGeom>
            <a:avLst/>
            <a:gdLst/>
            <a:ahLst/>
            <a:cxnLst/>
            <a:rect l="0" t="0" r="0" b="0"/>
            <a:pathLst>
              <a:path w="2263158" h="191">
                <a:moveTo>
                  <a:pt x="0" y="0"/>
                </a:moveTo>
                <a:lnTo>
                  <a:pt x="2263158" y="0"/>
                </a:lnTo>
                <a:lnTo>
                  <a:pt x="2263158" y="0"/>
                </a:lnTo>
              </a:path>
            </a:pathLst>
          </a:custGeom>
          <a:noFill/>
          <a:ln w="13335">
            <a:solidFill>
              <a:srgbClr val="3A64C8"/>
            </a:solidFill>
            <a:prstDash val="solid"/>
          </a:ln>
        </p:spPr>
      </p:sp>
      <p:sp>
        <p:nvSpPr>
          <p:cNvPr id="336" name="03_assume_matched_5633">
            <a:extLst>
              <a:ext uri="{FF2B5EF4-FFF2-40B4-BE49-F238E27FC236}">
                <a16:creationId xmlns:a16="http://schemas.microsoft.com/office/drawing/2014/main" id="{2D5B30F6-3F21-43FA-BCAF-9459402C7509}"/>
              </a:ext>
            </a:extLst>
          </p:cNvPr>
          <p:cNvSpPr>
            <a:spLocks noGrp="1"/>
          </p:cNvSpPr>
          <p:nvPr/>
        </p:nvSpPr>
        <p:spPr>
          <a:xfrm>
            <a:off x="1146598" y="1894230"/>
            <a:ext cx="43180" cy="43180"/>
          </a:xfrm>
          <a:prstGeom prst="ellipse">
            <a:avLst/>
          </a:prstGeom>
          <a:solidFill>
            <a:srgbClr val="00878B"/>
          </a:solidFill>
          <a:ln w="4445">
            <a:solidFill>
              <a:srgbClr val="FFFFFF"/>
            </a:solidFill>
            <a:prstDash val="solid"/>
          </a:ln>
        </p:spPr>
      </p:sp>
      <p:sp>
        <p:nvSpPr>
          <p:cNvPr id="337" name="03_assume_matched_5634">
            <a:extLst>
              <a:ext uri="{FF2B5EF4-FFF2-40B4-BE49-F238E27FC236}">
                <a16:creationId xmlns:a16="http://schemas.microsoft.com/office/drawing/2014/main" id="{93055420-C3B0-49F2-8A6B-D4349AC9702F}"/>
              </a:ext>
            </a:extLst>
          </p:cNvPr>
          <p:cNvSpPr>
            <a:spLocks noGrp="1"/>
          </p:cNvSpPr>
          <p:nvPr/>
        </p:nvSpPr>
        <p:spPr>
          <a:xfrm>
            <a:off x="1523791" y="1816229"/>
            <a:ext cx="43180" cy="43180"/>
          </a:xfrm>
          <a:prstGeom prst="ellipse">
            <a:avLst/>
          </a:prstGeom>
          <a:solidFill>
            <a:srgbClr val="00878B"/>
          </a:solidFill>
          <a:ln w="4445">
            <a:solidFill>
              <a:srgbClr val="FFFFFF"/>
            </a:solidFill>
            <a:prstDash val="solid"/>
          </a:ln>
        </p:spPr>
      </p:sp>
      <p:sp>
        <p:nvSpPr>
          <p:cNvPr id="338" name="03_assume_matched_5635">
            <a:extLst>
              <a:ext uri="{FF2B5EF4-FFF2-40B4-BE49-F238E27FC236}">
                <a16:creationId xmlns:a16="http://schemas.microsoft.com/office/drawing/2014/main" id="{5B8598D1-AE5D-48F6-9DB2-D7C675AEB28C}"/>
              </a:ext>
            </a:extLst>
          </p:cNvPr>
          <p:cNvSpPr>
            <a:spLocks noGrp="1"/>
          </p:cNvSpPr>
          <p:nvPr/>
        </p:nvSpPr>
        <p:spPr>
          <a:xfrm>
            <a:off x="2278177" y="1811303"/>
            <a:ext cx="43180" cy="43180"/>
          </a:xfrm>
          <a:prstGeom prst="ellipse">
            <a:avLst/>
          </a:prstGeom>
          <a:solidFill>
            <a:srgbClr val="00878B"/>
          </a:solidFill>
          <a:ln w="4445">
            <a:solidFill>
              <a:srgbClr val="FFFFFF"/>
            </a:solidFill>
            <a:prstDash val="solid"/>
          </a:ln>
        </p:spPr>
      </p:sp>
      <p:sp>
        <p:nvSpPr>
          <p:cNvPr id="339" name="03_assume_matched_5636">
            <a:extLst>
              <a:ext uri="{FF2B5EF4-FFF2-40B4-BE49-F238E27FC236}">
                <a16:creationId xmlns:a16="http://schemas.microsoft.com/office/drawing/2014/main" id="{68E80BD6-F76D-44FC-87DC-55458582F4F4}"/>
              </a:ext>
            </a:extLst>
          </p:cNvPr>
          <p:cNvSpPr>
            <a:spLocks noGrp="1"/>
          </p:cNvSpPr>
          <p:nvPr/>
        </p:nvSpPr>
        <p:spPr>
          <a:xfrm>
            <a:off x="3032562" y="1803123"/>
            <a:ext cx="43180" cy="43180"/>
          </a:xfrm>
          <a:prstGeom prst="ellipse">
            <a:avLst/>
          </a:prstGeom>
          <a:solidFill>
            <a:srgbClr val="00878B"/>
          </a:solidFill>
          <a:ln w="4445">
            <a:solidFill>
              <a:srgbClr val="FFFFFF"/>
            </a:solidFill>
            <a:prstDash val="solid"/>
          </a:ln>
        </p:spPr>
      </p:sp>
      <p:sp>
        <p:nvSpPr>
          <p:cNvPr id="340" name="03_assume_matched_5637">
            <a:extLst>
              <a:ext uri="{FF2B5EF4-FFF2-40B4-BE49-F238E27FC236}">
                <a16:creationId xmlns:a16="http://schemas.microsoft.com/office/drawing/2014/main" id="{AA122842-15DA-4D4C-8987-0BFA9574D40B}"/>
              </a:ext>
            </a:extLst>
          </p:cNvPr>
          <p:cNvSpPr>
            <a:spLocks noGrp="1"/>
          </p:cNvSpPr>
          <p:nvPr/>
        </p:nvSpPr>
        <p:spPr>
          <a:xfrm>
            <a:off x="1132267"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 name="03_assume_matched_5638">
            <a:extLst>
              <a:ext uri="{FF2B5EF4-FFF2-40B4-BE49-F238E27FC236}">
                <a16:creationId xmlns:a16="http://schemas.microsoft.com/office/drawing/2014/main" id="{14897D34-58D2-4E20-B718-F8F95D46F6C2}"/>
              </a:ext>
            </a:extLst>
          </p:cNvPr>
          <p:cNvSpPr>
            <a:spLocks noGrp="1"/>
          </p:cNvSpPr>
          <p:nvPr/>
        </p:nvSpPr>
        <p:spPr>
          <a:xfrm>
            <a:off x="1509460"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2" name="03_assume_matched_5639">
            <a:extLst>
              <a:ext uri="{FF2B5EF4-FFF2-40B4-BE49-F238E27FC236}">
                <a16:creationId xmlns:a16="http://schemas.microsoft.com/office/drawing/2014/main" id="{2CDA6E3A-75B3-4A02-919A-D8AACD480445}"/>
              </a:ext>
            </a:extLst>
          </p:cNvPr>
          <p:cNvSpPr>
            <a:spLocks noGrp="1"/>
          </p:cNvSpPr>
          <p:nvPr/>
        </p:nvSpPr>
        <p:spPr>
          <a:xfrm>
            <a:off x="2263845"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3" name="03_assume_matched_5640">
            <a:extLst>
              <a:ext uri="{FF2B5EF4-FFF2-40B4-BE49-F238E27FC236}">
                <a16:creationId xmlns:a16="http://schemas.microsoft.com/office/drawing/2014/main" id="{E31EAC22-4776-4FB7-A7F2-E6D41CE8190D}"/>
              </a:ext>
            </a:extLst>
          </p:cNvPr>
          <p:cNvSpPr>
            <a:spLocks noGrp="1"/>
          </p:cNvSpPr>
          <p:nvPr/>
        </p:nvSpPr>
        <p:spPr>
          <a:xfrm>
            <a:off x="3018231"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4" name="03_assume_matched_5641">
            <a:extLst>
              <a:ext uri="{FF2B5EF4-FFF2-40B4-BE49-F238E27FC236}">
                <a16:creationId xmlns:a16="http://schemas.microsoft.com/office/drawing/2014/main" id="{C280AECA-5B8A-41E8-BF25-485CAE63BBB9}"/>
              </a:ext>
            </a:extLst>
          </p:cNvPr>
          <p:cNvSpPr>
            <a:spLocks noGrp="1"/>
          </p:cNvSpPr>
          <p:nvPr/>
        </p:nvSpPr>
        <p:spPr>
          <a:xfrm>
            <a:off x="3896953" y="1362960"/>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45" name="03_assume_matched_5642">
            <a:extLst>
              <a:ext uri="{FF2B5EF4-FFF2-40B4-BE49-F238E27FC236}">
                <a16:creationId xmlns:a16="http://schemas.microsoft.com/office/drawing/2014/main" id="{6BCACF38-219B-474E-BDDF-6AF88302DD60}"/>
              </a:ext>
            </a:extLst>
          </p:cNvPr>
          <p:cNvSpPr>
            <a:spLocks noGrp="1"/>
          </p:cNvSpPr>
          <p:nvPr/>
        </p:nvSpPr>
        <p:spPr>
          <a:xfrm>
            <a:off x="4198707" y="1392204"/>
            <a:ext cx="196140" cy="584869"/>
          </a:xfrm>
          <a:custGeom>
            <a:avLst/>
            <a:gdLst/>
            <a:ahLst/>
            <a:cxnLst/>
            <a:rect l="0" t="0" r="0" b="0"/>
            <a:pathLst>
              <a:path w="196140" h="584869">
                <a:moveTo>
                  <a:pt x="196140" y="584869"/>
                </a:moveTo>
                <a:lnTo>
                  <a:pt x="0" y="584869"/>
                </a:lnTo>
                <a:lnTo>
                  <a:pt x="1110" y="579995"/>
                </a:lnTo>
                <a:lnTo>
                  <a:pt x="4362" y="575121"/>
                </a:lnTo>
                <a:lnTo>
                  <a:pt x="9535" y="570247"/>
                </a:lnTo>
                <a:lnTo>
                  <a:pt x="16289" y="565373"/>
                </a:lnTo>
                <a:lnTo>
                  <a:pt x="24199" y="560500"/>
                </a:lnTo>
                <a:lnTo>
                  <a:pt x="32800" y="555626"/>
                </a:lnTo>
                <a:lnTo>
                  <a:pt x="41631" y="550752"/>
                </a:lnTo>
                <a:lnTo>
                  <a:pt x="50274" y="545878"/>
                </a:lnTo>
                <a:lnTo>
                  <a:pt x="58382" y="541004"/>
                </a:lnTo>
                <a:lnTo>
                  <a:pt x="65699" y="536130"/>
                </a:lnTo>
                <a:lnTo>
                  <a:pt x="72066" y="531256"/>
                </a:lnTo>
                <a:lnTo>
                  <a:pt x="77415" y="526382"/>
                </a:lnTo>
                <a:lnTo>
                  <a:pt x="81755" y="521508"/>
                </a:lnTo>
                <a:lnTo>
                  <a:pt x="85156" y="516634"/>
                </a:lnTo>
                <a:lnTo>
                  <a:pt x="87731" y="511760"/>
                </a:lnTo>
                <a:lnTo>
                  <a:pt x="89614" y="506887"/>
                </a:lnTo>
                <a:lnTo>
                  <a:pt x="90944" y="502013"/>
                </a:lnTo>
                <a:lnTo>
                  <a:pt x="91854" y="497139"/>
                </a:lnTo>
                <a:lnTo>
                  <a:pt x="92465" y="492265"/>
                </a:lnTo>
                <a:lnTo>
                  <a:pt x="92875" y="487391"/>
                </a:lnTo>
                <a:lnTo>
                  <a:pt x="93162" y="482517"/>
                </a:lnTo>
                <a:lnTo>
                  <a:pt x="93384" y="477643"/>
                </a:lnTo>
                <a:lnTo>
                  <a:pt x="93579" y="472769"/>
                </a:lnTo>
                <a:lnTo>
                  <a:pt x="93768" y="467895"/>
                </a:lnTo>
                <a:lnTo>
                  <a:pt x="93962" y="463021"/>
                </a:lnTo>
                <a:lnTo>
                  <a:pt x="94157" y="458147"/>
                </a:lnTo>
                <a:lnTo>
                  <a:pt x="94348" y="453274"/>
                </a:lnTo>
                <a:lnTo>
                  <a:pt x="94521" y="448400"/>
                </a:lnTo>
                <a:lnTo>
                  <a:pt x="94663" y="443526"/>
                </a:lnTo>
                <a:lnTo>
                  <a:pt x="94761" y="438652"/>
                </a:lnTo>
                <a:lnTo>
                  <a:pt x="94805" y="433778"/>
                </a:lnTo>
                <a:lnTo>
                  <a:pt x="94787" y="428904"/>
                </a:lnTo>
                <a:lnTo>
                  <a:pt x="94705" y="424030"/>
                </a:lnTo>
                <a:lnTo>
                  <a:pt x="94561" y="419156"/>
                </a:lnTo>
                <a:lnTo>
                  <a:pt x="94361" y="414282"/>
                </a:lnTo>
                <a:lnTo>
                  <a:pt x="94115" y="409408"/>
                </a:lnTo>
                <a:lnTo>
                  <a:pt x="93836" y="404534"/>
                </a:lnTo>
                <a:lnTo>
                  <a:pt x="93536" y="399661"/>
                </a:lnTo>
                <a:lnTo>
                  <a:pt x="93227" y="394787"/>
                </a:lnTo>
                <a:lnTo>
                  <a:pt x="92919" y="389913"/>
                </a:lnTo>
                <a:lnTo>
                  <a:pt x="92617" y="385039"/>
                </a:lnTo>
                <a:lnTo>
                  <a:pt x="92322" y="380165"/>
                </a:lnTo>
                <a:lnTo>
                  <a:pt x="92029" y="375291"/>
                </a:lnTo>
                <a:lnTo>
                  <a:pt x="91731" y="370417"/>
                </a:lnTo>
                <a:lnTo>
                  <a:pt x="91413" y="365543"/>
                </a:lnTo>
                <a:lnTo>
                  <a:pt x="91060" y="360669"/>
                </a:lnTo>
                <a:lnTo>
                  <a:pt x="90656" y="355795"/>
                </a:lnTo>
                <a:lnTo>
                  <a:pt x="90188" y="350921"/>
                </a:lnTo>
                <a:lnTo>
                  <a:pt x="89644" y="346048"/>
                </a:lnTo>
                <a:lnTo>
                  <a:pt x="89021" y="341174"/>
                </a:lnTo>
                <a:lnTo>
                  <a:pt x="88325" y="336300"/>
                </a:lnTo>
                <a:lnTo>
                  <a:pt x="87571" y="331426"/>
                </a:lnTo>
                <a:lnTo>
                  <a:pt x="86785" y="326552"/>
                </a:lnTo>
                <a:lnTo>
                  <a:pt x="86005" y="321678"/>
                </a:lnTo>
                <a:lnTo>
                  <a:pt x="85273" y="316804"/>
                </a:lnTo>
                <a:lnTo>
                  <a:pt x="84640" y="311930"/>
                </a:lnTo>
                <a:lnTo>
                  <a:pt x="84154" y="307056"/>
                </a:lnTo>
                <a:lnTo>
                  <a:pt x="83861" y="302182"/>
                </a:lnTo>
                <a:lnTo>
                  <a:pt x="83795" y="297308"/>
                </a:lnTo>
                <a:lnTo>
                  <a:pt x="83978" y="292435"/>
                </a:lnTo>
                <a:lnTo>
                  <a:pt x="84414" y="287561"/>
                </a:lnTo>
                <a:lnTo>
                  <a:pt x="85091" y="282687"/>
                </a:lnTo>
                <a:lnTo>
                  <a:pt x="85980" y="277813"/>
                </a:lnTo>
                <a:lnTo>
                  <a:pt x="87037" y="272939"/>
                </a:lnTo>
                <a:lnTo>
                  <a:pt x="88212" y="268065"/>
                </a:lnTo>
                <a:lnTo>
                  <a:pt x="89448" y="263191"/>
                </a:lnTo>
                <a:lnTo>
                  <a:pt x="90691" y="258317"/>
                </a:lnTo>
                <a:lnTo>
                  <a:pt x="91892" y="253443"/>
                </a:lnTo>
                <a:lnTo>
                  <a:pt x="93010" y="248569"/>
                </a:lnTo>
                <a:lnTo>
                  <a:pt x="94017" y="243695"/>
                </a:lnTo>
                <a:lnTo>
                  <a:pt x="94896" y="238822"/>
                </a:lnTo>
                <a:lnTo>
                  <a:pt x="95639" y="233948"/>
                </a:lnTo>
                <a:lnTo>
                  <a:pt x="96250" y="229074"/>
                </a:lnTo>
                <a:lnTo>
                  <a:pt x="96737" y="224200"/>
                </a:lnTo>
                <a:lnTo>
                  <a:pt x="97116" y="219326"/>
                </a:lnTo>
                <a:lnTo>
                  <a:pt x="97403" y="214452"/>
                </a:lnTo>
                <a:lnTo>
                  <a:pt x="97614" y="209578"/>
                </a:lnTo>
                <a:lnTo>
                  <a:pt x="97765" y="204704"/>
                </a:lnTo>
                <a:lnTo>
                  <a:pt x="97871" y="199830"/>
                </a:lnTo>
                <a:lnTo>
                  <a:pt x="97943" y="194956"/>
                </a:lnTo>
                <a:lnTo>
                  <a:pt x="97991" y="190082"/>
                </a:lnTo>
                <a:lnTo>
                  <a:pt x="98022" y="185209"/>
                </a:lnTo>
                <a:lnTo>
                  <a:pt x="98041" y="180335"/>
                </a:lnTo>
                <a:lnTo>
                  <a:pt x="98053" y="175461"/>
                </a:lnTo>
                <a:lnTo>
                  <a:pt x="98061" y="170587"/>
                </a:lnTo>
                <a:lnTo>
                  <a:pt x="98065" y="165713"/>
                </a:lnTo>
                <a:lnTo>
                  <a:pt x="98067" y="160839"/>
                </a:lnTo>
                <a:lnTo>
                  <a:pt x="98069"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3" y="160839"/>
                </a:lnTo>
                <a:lnTo>
                  <a:pt x="98076" y="165713"/>
                </a:lnTo>
                <a:lnTo>
                  <a:pt x="98080" y="170587"/>
                </a:lnTo>
                <a:lnTo>
                  <a:pt x="98087" y="175461"/>
                </a:lnTo>
                <a:lnTo>
                  <a:pt x="98099" y="180335"/>
                </a:lnTo>
                <a:lnTo>
                  <a:pt x="98119" y="185209"/>
                </a:lnTo>
                <a:lnTo>
                  <a:pt x="98150" y="190082"/>
                </a:lnTo>
                <a:lnTo>
                  <a:pt x="98197" y="194956"/>
                </a:lnTo>
                <a:lnTo>
                  <a:pt x="98269" y="199830"/>
                </a:lnTo>
                <a:lnTo>
                  <a:pt x="98375" y="204704"/>
                </a:lnTo>
                <a:lnTo>
                  <a:pt x="98526" y="209578"/>
                </a:lnTo>
                <a:lnTo>
                  <a:pt x="98737" y="214452"/>
                </a:lnTo>
                <a:lnTo>
                  <a:pt x="99024" y="219326"/>
                </a:lnTo>
                <a:lnTo>
                  <a:pt x="99403" y="224200"/>
                </a:lnTo>
                <a:lnTo>
                  <a:pt x="99891" y="229074"/>
                </a:lnTo>
                <a:lnTo>
                  <a:pt x="100502" y="233948"/>
                </a:lnTo>
                <a:lnTo>
                  <a:pt x="101245" y="238822"/>
                </a:lnTo>
                <a:lnTo>
                  <a:pt x="102123" y="243695"/>
                </a:lnTo>
                <a:lnTo>
                  <a:pt x="103130" y="248569"/>
                </a:lnTo>
                <a:lnTo>
                  <a:pt x="104249" y="253443"/>
                </a:lnTo>
                <a:lnTo>
                  <a:pt x="105449" y="258317"/>
                </a:lnTo>
                <a:lnTo>
                  <a:pt x="106692" y="263191"/>
                </a:lnTo>
                <a:lnTo>
                  <a:pt x="107928" y="268065"/>
                </a:lnTo>
                <a:lnTo>
                  <a:pt x="109103" y="272939"/>
                </a:lnTo>
                <a:lnTo>
                  <a:pt x="110161" y="277813"/>
                </a:lnTo>
                <a:lnTo>
                  <a:pt x="111049" y="282687"/>
                </a:lnTo>
                <a:lnTo>
                  <a:pt x="111726" y="287561"/>
                </a:lnTo>
                <a:lnTo>
                  <a:pt x="112163" y="292435"/>
                </a:lnTo>
                <a:lnTo>
                  <a:pt x="112346" y="297308"/>
                </a:lnTo>
                <a:lnTo>
                  <a:pt x="112280" y="302182"/>
                </a:lnTo>
                <a:lnTo>
                  <a:pt x="111986" y="307056"/>
                </a:lnTo>
                <a:lnTo>
                  <a:pt x="111501" y="311930"/>
                </a:lnTo>
                <a:lnTo>
                  <a:pt x="110867" y="316804"/>
                </a:lnTo>
                <a:lnTo>
                  <a:pt x="110136" y="321678"/>
                </a:lnTo>
                <a:lnTo>
                  <a:pt x="109355" y="326552"/>
                </a:lnTo>
                <a:lnTo>
                  <a:pt x="108569" y="331426"/>
                </a:lnTo>
                <a:lnTo>
                  <a:pt x="107815" y="336300"/>
                </a:lnTo>
                <a:lnTo>
                  <a:pt x="107119" y="341174"/>
                </a:lnTo>
                <a:lnTo>
                  <a:pt x="106496" y="346048"/>
                </a:lnTo>
                <a:lnTo>
                  <a:pt x="105953" y="350921"/>
                </a:lnTo>
                <a:lnTo>
                  <a:pt x="105484" y="355795"/>
                </a:lnTo>
                <a:lnTo>
                  <a:pt x="105080" y="360669"/>
                </a:lnTo>
                <a:lnTo>
                  <a:pt x="104728" y="365543"/>
                </a:lnTo>
                <a:lnTo>
                  <a:pt x="104410" y="370417"/>
                </a:lnTo>
                <a:lnTo>
                  <a:pt x="104111" y="375291"/>
                </a:lnTo>
                <a:lnTo>
                  <a:pt x="103819" y="380165"/>
                </a:lnTo>
                <a:lnTo>
                  <a:pt x="103524" y="385039"/>
                </a:lnTo>
                <a:lnTo>
                  <a:pt x="103222" y="389913"/>
                </a:lnTo>
                <a:lnTo>
                  <a:pt x="102914" y="394787"/>
                </a:lnTo>
                <a:lnTo>
                  <a:pt x="102605" y="399661"/>
                </a:lnTo>
                <a:lnTo>
                  <a:pt x="102305" y="404534"/>
                </a:lnTo>
                <a:lnTo>
                  <a:pt x="102026" y="409408"/>
                </a:lnTo>
                <a:lnTo>
                  <a:pt x="101780" y="414282"/>
                </a:lnTo>
                <a:lnTo>
                  <a:pt x="101580" y="419156"/>
                </a:lnTo>
                <a:lnTo>
                  <a:pt x="101435" y="424030"/>
                </a:lnTo>
                <a:lnTo>
                  <a:pt x="101353" y="428904"/>
                </a:lnTo>
                <a:lnTo>
                  <a:pt x="101335" y="433778"/>
                </a:lnTo>
                <a:lnTo>
                  <a:pt x="101379" y="438652"/>
                </a:lnTo>
                <a:lnTo>
                  <a:pt x="101477" y="443526"/>
                </a:lnTo>
                <a:lnTo>
                  <a:pt x="101619" y="448400"/>
                </a:lnTo>
                <a:lnTo>
                  <a:pt x="101792" y="453274"/>
                </a:lnTo>
                <a:lnTo>
                  <a:pt x="101983" y="458147"/>
                </a:lnTo>
                <a:lnTo>
                  <a:pt x="102179" y="463021"/>
                </a:lnTo>
                <a:lnTo>
                  <a:pt x="102372" y="467895"/>
                </a:lnTo>
                <a:lnTo>
                  <a:pt x="102562" y="472769"/>
                </a:lnTo>
                <a:lnTo>
                  <a:pt x="102756" y="477643"/>
                </a:lnTo>
                <a:lnTo>
                  <a:pt x="102978" y="482517"/>
                </a:lnTo>
                <a:lnTo>
                  <a:pt x="103266" y="487391"/>
                </a:lnTo>
                <a:lnTo>
                  <a:pt x="103676" y="492265"/>
                </a:lnTo>
                <a:lnTo>
                  <a:pt x="104286" y="497139"/>
                </a:lnTo>
                <a:lnTo>
                  <a:pt x="105197" y="502013"/>
                </a:lnTo>
                <a:lnTo>
                  <a:pt x="106527" y="506887"/>
                </a:lnTo>
                <a:lnTo>
                  <a:pt x="108409" y="511760"/>
                </a:lnTo>
                <a:lnTo>
                  <a:pt x="110984" y="516634"/>
                </a:lnTo>
                <a:lnTo>
                  <a:pt x="114386" y="521508"/>
                </a:lnTo>
                <a:lnTo>
                  <a:pt x="118725" y="526382"/>
                </a:lnTo>
                <a:lnTo>
                  <a:pt x="124074" y="531256"/>
                </a:lnTo>
                <a:lnTo>
                  <a:pt x="130441" y="536130"/>
                </a:lnTo>
                <a:lnTo>
                  <a:pt x="137759" y="541004"/>
                </a:lnTo>
                <a:lnTo>
                  <a:pt x="145867" y="545878"/>
                </a:lnTo>
                <a:lnTo>
                  <a:pt x="154509" y="550752"/>
                </a:lnTo>
                <a:lnTo>
                  <a:pt x="163340" y="555626"/>
                </a:lnTo>
                <a:lnTo>
                  <a:pt x="171941" y="560500"/>
                </a:lnTo>
                <a:lnTo>
                  <a:pt x="179851" y="565373"/>
                </a:lnTo>
                <a:lnTo>
                  <a:pt x="186605" y="570247"/>
                </a:lnTo>
                <a:lnTo>
                  <a:pt x="191779" y="575121"/>
                </a:lnTo>
                <a:lnTo>
                  <a:pt x="195031"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6" name="03_assume_matched_5643">
            <a:extLst>
              <a:ext uri="{FF2B5EF4-FFF2-40B4-BE49-F238E27FC236}">
                <a16:creationId xmlns:a16="http://schemas.microsoft.com/office/drawing/2014/main" id="{81FC3FC7-047C-4784-890D-E729AF2913D0}"/>
              </a:ext>
            </a:extLst>
          </p:cNvPr>
          <p:cNvSpPr>
            <a:spLocks noGrp="1"/>
          </p:cNvSpPr>
          <p:nvPr/>
        </p:nvSpPr>
        <p:spPr>
          <a:xfrm>
            <a:off x="4575900" y="1392204"/>
            <a:ext cx="196140" cy="584869"/>
          </a:xfrm>
          <a:custGeom>
            <a:avLst/>
            <a:gdLst/>
            <a:ahLst/>
            <a:cxnLst/>
            <a:rect l="0" t="0" r="0" b="0"/>
            <a:pathLst>
              <a:path w="196140" h="584869">
                <a:moveTo>
                  <a:pt x="196140" y="584869"/>
                </a:moveTo>
                <a:lnTo>
                  <a:pt x="0" y="584869"/>
                </a:lnTo>
                <a:lnTo>
                  <a:pt x="1107" y="579995"/>
                </a:lnTo>
                <a:lnTo>
                  <a:pt x="4351" y="575121"/>
                </a:lnTo>
                <a:lnTo>
                  <a:pt x="9510" y="570247"/>
                </a:lnTo>
                <a:lnTo>
                  <a:pt x="16244" y="565373"/>
                </a:lnTo>
                <a:lnTo>
                  <a:pt x="24126" y="560500"/>
                </a:lnTo>
                <a:lnTo>
                  <a:pt x="32691" y="555626"/>
                </a:lnTo>
                <a:lnTo>
                  <a:pt x="41478" y="550752"/>
                </a:lnTo>
                <a:lnTo>
                  <a:pt x="50067" y="545878"/>
                </a:lnTo>
                <a:lnTo>
                  <a:pt x="58111" y="541004"/>
                </a:lnTo>
                <a:lnTo>
                  <a:pt x="65356" y="536130"/>
                </a:lnTo>
                <a:lnTo>
                  <a:pt x="71641" y="531256"/>
                </a:lnTo>
                <a:lnTo>
                  <a:pt x="76900" y="526382"/>
                </a:lnTo>
                <a:lnTo>
                  <a:pt x="81145" y="521508"/>
                </a:lnTo>
                <a:lnTo>
                  <a:pt x="84450" y="516634"/>
                </a:lnTo>
                <a:lnTo>
                  <a:pt x="86929" y="511760"/>
                </a:lnTo>
                <a:lnTo>
                  <a:pt x="88719" y="506887"/>
                </a:lnTo>
                <a:lnTo>
                  <a:pt x="89966" y="502013"/>
                </a:lnTo>
                <a:lnTo>
                  <a:pt x="90806" y="497139"/>
                </a:lnTo>
                <a:lnTo>
                  <a:pt x="91362" y="492265"/>
                </a:lnTo>
                <a:lnTo>
                  <a:pt x="91736" y="487391"/>
                </a:lnTo>
                <a:lnTo>
                  <a:pt x="92008" y="482517"/>
                </a:lnTo>
                <a:lnTo>
                  <a:pt x="92237" y="477643"/>
                </a:lnTo>
                <a:lnTo>
                  <a:pt x="92463" y="472769"/>
                </a:lnTo>
                <a:lnTo>
                  <a:pt x="92705" y="467895"/>
                </a:lnTo>
                <a:lnTo>
                  <a:pt x="92974" y="463021"/>
                </a:lnTo>
                <a:lnTo>
                  <a:pt x="93266" y="458147"/>
                </a:lnTo>
                <a:lnTo>
                  <a:pt x="93573" y="453274"/>
                </a:lnTo>
                <a:lnTo>
                  <a:pt x="93880" y="448400"/>
                </a:lnTo>
                <a:lnTo>
                  <a:pt x="94175" y="443526"/>
                </a:lnTo>
                <a:lnTo>
                  <a:pt x="94442" y="438652"/>
                </a:lnTo>
                <a:lnTo>
                  <a:pt x="94672" y="433778"/>
                </a:lnTo>
                <a:lnTo>
                  <a:pt x="94858" y="428904"/>
                </a:lnTo>
                <a:lnTo>
                  <a:pt x="94999" y="424030"/>
                </a:lnTo>
                <a:lnTo>
                  <a:pt x="95096" y="419156"/>
                </a:lnTo>
                <a:lnTo>
                  <a:pt x="95158" y="414282"/>
                </a:lnTo>
                <a:lnTo>
                  <a:pt x="95196" y="409408"/>
                </a:lnTo>
                <a:lnTo>
                  <a:pt x="95222" y="404534"/>
                </a:lnTo>
                <a:lnTo>
                  <a:pt x="95249" y="399661"/>
                </a:lnTo>
                <a:lnTo>
                  <a:pt x="95290" y="394787"/>
                </a:lnTo>
                <a:lnTo>
                  <a:pt x="95355" y="389913"/>
                </a:lnTo>
                <a:lnTo>
                  <a:pt x="95448" y="385039"/>
                </a:lnTo>
                <a:lnTo>
                  <a:pt x="95572" y="380165"/>
                </a:lnTo>
                <a:lnTo>
                  <a:pt x="95723" y="375291"/>
                </a:lnTo>
                <a:lnTo>
                  <a:pt x="95894" y="370417"/>
                </a:lnTo>
                <a:lnTo>
                  <a:pt x="96076" y="365543"/>
                </a:lnTo>
                <a:lnTo>
                  <a:pt x="96256" y="360669"/>
                </a:lnTo>
                <a:lnTo>
                  <a:pt x="96422" y="355795"/>
                </a:lnTo>
                <a:lnTo>
                  <a:pt x="96563" y="350921"/>
                </a:lnTo>
                <a:lnTo>
                  <a:pt x="96668" y="346048"/>
                </a:lnTo>
                <a:lnTo>
                  <a:pt x="96730" y="341174"/>
                </a:lnTo>
                <a:lnTo>
                  <a:pt x="96745" y="336300"/>
                </a:lnTo>
                <a:lnTo>
                  <a:pt x="96714" y="331426"/>
                </a:lnTo>
                <a:lnTo>
                  <a:pt x="96638" y="326552"/>
                </a:lnTo>
                <a:lnTo>
                  <a:pt x="96526" y="321678"/>
                </a:lnTo>
                <a:lnTo>
                  <a:pt x="96386" y="316804"/>
                </a:lnTo>
                <a:lnTo>
                  <a:pt x="96231" y="311930"/>
                </a:lnTo>
                <a:lnTo>
                  <a:pt x="96073" y="307056"/>
                </a:lnTo>
                <a:lnTo>
                  <a:pt x="95926" y="302182"/>
                </a:lnTo>
                <a:lnTo>
                  <a:pt x="95802" y="297308"/>
                </a:lnTo>
                <a:lnTo>
                  <a:pt x="95710" y="292435"/>
                </a:lnTo>
                <a:lnTo>
                  <a:pt x="95659" y="287561"/>
                </a:lnTo>
                <a:lnTo>
                  <a:pt x="95652" y="282687"/>
                </a:lnTo>
                <a:lnTo>
                  <a:pt x="95689" y="277813"/>
                </a:lnTo>
                <a:lnTo>
                  <a:pt x="95766" y="272939"/>
                </a:lnTo>
                <a:lnTo>
                  <a:pt x="95875" y="268065"/>
                </a:lnTo>
                <a:lnTo>
                  <a:pt x="96007" y="263191"/>
                </a:lnTo>
                <a:lnTo>
                  <a:pt x="96148" y="258317"/>
                </a:lnTo>
                <a:lnTo>
                  <a:pt x="96287" y="253443"/>
                </a:lnTo>
                <a:lnTo>
                  <a:pt x="96410" y="248569"/>
                </a:lnTo>
                <a:lnTo>
                  <a:pt x="96507" y="243695"/>
                </a:lnTo>
                <a:lnTo>
                  <a:pt x="96569" y="238822"/>
                </a:lnTo>
                <a:lnTo>
                  <a:pt x="96589" y="233948"/>
                </a:lnTo>
                <a:lnTo>
                  <a:pt x="96565" y="229074"/>
                </a:lnTo>
                <a:lnTo>
                  <a:pt x="96495" y="224200"/>
                </a:lnTo>
                <a:lnTo>
                  <a:pt x="96384" y="219326"/>
                </a:lnTo>
                <a:lnTo>
                  <a:pt x="96236" y="214452"/>
                </a:lnTo>
                <a:lnTo>
                  <a:pt x="96058" y="209578"/>
                </a:lnTo>
                <a:lnTo>
                  <a:pt x="95859" y="204704"/>
                </a:lnTo>
                <a:lnTo>
                  <a:pt x="95650" y="199830"/>
                </a:lnTo>
                <a:lnTo>
                  <a:pt x="95441" y="194956"/>
                </a:lnTo>
                <a:lnTo>
                  <a:pt x="95243" y="190082"/>
                </a:lnTo>
                <a:lnTo>
                  <a:pt x="95067" y="185209"/>
                </a:lnTo>
                <a:lnTo>
                  <a:pt x="94920" y="180335"/>
                </a:lnTo>
                <a:lnTo>
                  <a:pt x="94810" y="175461"/>
                </a:lnTo>
                <a:lnTo>
                  <a:pt x="94743" y="170587"/>
                </a:lnTo>
                <a:lnTo>
                  <a:pt x="94720" y="165713"/>
                </a:lnTo>
                <a:lnTo>
                  <a:pt x="94741" y="160839"/>
                </a:lnTo>
                <a:lnTo>
                  <a:pt x="94801" y="155965"/>
                </a:lnTo>
                <a:lnTo>
                  <a:pt x="94895" y="151091"/>
                </a:lnTo>
                <a:lnTo>
                  <a:pt x="95013" y="146217"/>
                </a:lnTo>
                <a:lnTo>
                  <a:pt x="95146" y="141343"/>
                </a:lnTo>
                <a:lnTo>
                  <a:pt x="95282" y="136469"/>
                </a:lnTo>
                <a:lnTo>
                  <a:pt x="95411" y="131596"/>
                </a:lnTo>
                <a:lnTo>
                  <a:pt x="95522" y="126722"/>
                </a:lnTo>
                <a:lnTo>
                  <a:pt x="95606" y="121848"/>
                </a:lnTo>
                <a:lnTo>
                  <a:pt x="95655" y="116974"/>
                </a:lnTo>
                <a:lnTo>
                  <a:pt x="95660" y="112100"/>
                </a:lnTo>
                <a:lnTo>
                  <a:pt x="95612" y="107226"/>
                </a:lnTo>
                <a:lnTo>
                  <a:pt x="95496" y="102352"/>
                </a:lnTo>
                <a:lnTo>
                  <a:pt x="95294" y="97478"/>
                </a:lnTo>
                <a:lnTo>
                  <a:pt x="94980" y="92604"/>
                </a:lnTo>
                <a:lnTo>
                  <a:pt x="94517" y="87730"/>
                </a:lnTo>
                <a:lnTo>
                  <a:pt x="93860" y="82856"/>
                </a:lnTo>
                <a:lnTo>
                  <a:pt x="92951" y="77983"/>
                </a:lnTo>
                <a:lnTo>
                  <a:pt x="91724" y="73109"/>
                </a:lnTo>
                <a:lnTo>
                  <a:pt x="90110" y="68235"/>
                </a:lnTo>
                <a:lnTo>
                  <a:pt x="88040" y="63361"/>
                </a:lnTo>
                <a:lnTo>
                  <a:pt x="85456" y="58487"/>
                </a:lnTo>
                <a:lnTo>
                  <a:pt x="82322" y="53613"/>
                </a:lnTo>
                <a:lnTo>
                  <a:pt x="78632" y="48739"/>
                </a:lnTo>
                <a:lnTo>
                  <a:pt x="74426" y="43865"/>
                </a:lnTo>
                <a:lnTo>
                  <a:pt x="69790" y="38991"/>
                </a:lnTo>
                <a:lnTo>
                  <a:pt x="64867" y="34117"/>
                </a:lnTo>
                <a:lnTo>
                  <a:pt x="59850" y="29243"/>
                </a:lnTo>
                <a:lnTo>
                  <a:pt x="54971" y="24370"/>
                </a:lnTo>
                <a:lnTo>
                  <a:pt x="50488" y="19496"/>
                </a:lnTo>
                <a:lnTo>
                  <a:pt x="46663" y="14622"/>
                </a:lnTo>
                <a:lnTo>
                  <a:pt x="43734" y="9748"/>
                </a:lnTo>
                <a:lnTo>
                  <a:pt x="41893" y="4874"/>
                </a:lnTo>
                <a:lnTo>
                  <a:pt x="41265" y="0"/>
                </a:lnTo>
                <a:lnTo>
                  <a:pt x="154875" y="0"/>
                </a:lnTo>
                <a:lnTo>
                  <a:pt x="154875" y="0"/>
                </a:lnTo>
                <a:lnTo>
                  <a:pt x="154247" y="4874"/>
                </a:lnTo>
                <a:lnTo>
                  <a:pt x="152406" y="9748"/>
                </a:lnTo>
                <a:lnTo>
                  <a:pt x="149477" y="14622"/>
                </a:lnTo>
                <a:lnTo>
                  <a:pt x="145652" y="19496"/>
                </a:lnTo>
                <a:lnTo>
                  <a:pt x="141170" y="24370"/>
                </a:lnTo>
                <a:lnTo>
                  <a:pt x="136291" y="29243"/>
                </a:lnTo>
                <a:lnTo>
                  <a:pt x="131273" y="34117"/>
                </a:lnTo>
                <a:lnTo>
                  <a:pt x="126350" y="38991"/>
                </a:lnTo>
                <a:lnTo>
                  <a:pt x="121714" y="43865"/>
                </a:lnTo>
                <a:lnTo>
                  <a:pt x="117508" y="48739"/>
                </a:lnTo>
                <a:lnTo>
                  <a:pt x="113819" y="53613"/>
                </a:lnTo>
                <a:lnTo>
                  <a:pt x="110684" y="58487"/>
                </a:lnTo>
                <a:lnTo>
                  <a:pt x="108101" y="63361"/>
                </a:lnTo>
                <a:lnTo>
                  <a:pt x="106030" y="68235"/>
                </a:lnTo>
                <a:lnTo>
                  <a:pt x="104416" y="73109"/>
                </a:lnTo>
                <a:lnTo>
                  <a:pt x="103190" y="77983"/>
                </a:lnTo>
                <a:lnTo>
                  <a:pt x="102280" y="82856"/>
                </a:lnTo>
                <a:lnTo>
                  <a:pt x="101623" y="87730"/>
                </a:lnTo>
                <a:lnTo>
                  <a:pt x="101161" y="92604"/>
                </a:lnTo>
                <a:lnTo>
                  <a:pt x="100846" y="97478"/>
                </a:lnTo>
                <a:lnTo>
                  <a:pt x="100645" y="102352"/>
                </a:lnTo>
                <a:lnTo>
                  <a:pt x="100529" y="107226"/>
                </a:lnTo>
                <a:lnTo>
                  <a:pt x="100480" y="112100"/>
                </a:lnTo>
                <a:lnTo>
                  <a:pt x="100485" y="116974"/>
                </a:lnTo>
                <a:lnTo>
                  <a:pt x="100534" y="121848"/>
                </a:lnTo>
                <a:lnTo>
                  <a:pt x="100618" y="126722"/>
                </a:lnTo>
                <a:lnTo>
                  <a:pt x="100729" y="131596"/>
                </a:lnTo>
                <a:lnTo>
                  <a:pt x="100858" y="136469"/>
                </a:lnTo>
                <a:lnTo>
                  <a:pt x="100994" y="141343"/>
                </a:lnTo>
                <a:lnTo>
                  <a:pt x="101127" y="146217"/>
                </a:lnTo>
                <a:lnTo>
                  <a:pt x="101245" y="151091"/>
                </a:lnTo>
                <a:lnTo>
                  <a:pt x="101339" y="155965"/>
                </a:lnTo>
                <a:lnTo>
                  <a:pt x="101400" y="160839"/>
                </a:lnTo>
                <a:lnTo>
                  <a:pt x="101421" y="165713"/>
                </a:lnTo>
                <a:lnTo>
                  <a:pt x="101398" y="170587"/>
                </a:lnTo>
                <a:lnTo>
                  <a:pt x="101330" y="175461"/>
                </a:lnTo>
                <a:lnTo>
                  <a:pt x="101221" y="180335"/>
                </a:lnTo>
                <a:lnTo>
                  <a:pt x="101074" y="185209"/>
                </a:lnTo>
                <a:lnTo>
                  <a:pt x="100897" y="190082"/>
                </a:lnTo>
                <a:lnTo>
                  <a:pt x="100699" y="194956"/>
                </a:lnTo>
                <a:lnTo>
                  <a:pt x="100490" y="199830"/>
                </a:lnTo>
                <a:lnTo>
                  <a:pt x="100281" y="204704"/>
                </a:lnTo>
                <a:lnTo>
                  <a:pt x="100083" y="209578"/>
                </a:lnTo>
                <a:lnTo>
                  <a:pt x="99905" y="214452"/>
                </a:lnTo>
                <a:lnTo>
                  <a:pt x="99756" y="219326"/>
                </a:lnTo>
                <a:lnTo>
                  <a:pt x="99645" y="224200"/>
                </a:lnTo>
                <a:lnTo>
                  <a:pt x="99576" y="229074"/>
                </a:lnTo>
                <a:lnTo>
                  <a:pt x="99551" y="233948"/>
                </a:lnTo>
                <a:lnTo>
                  <a:pt x="99571" y="238822"/>
                </a:lnTo>
                <a:lnTo>
                  <a:pt x="99633" y="243695"/>
                </a:lnTo>
                <a:lnTo>
                  <a:pt x="99730" y="248569"/>
                </a:lnTo>
                <a:lnTo>
                  <a:pt x="99853" y="253443"/>
                </a:lnTo>
                <a:lnTo>
                  <a:pt x="99992" y="258317"/>
                </a:lnTo>
                <a:lnTo>
                  <a:pt x="100133" y="263191"/>
                </a:lnTo>
                <a:lnTo>
                  <a:pt x="100265" y="268065"/>
                </a:lnTo>
                <a:lnTo>
                  <a:pt x="100374" y="272939"/>
                </a:lnTo>
                <a:lnTo>
                  <a:pt x="100451" y="277813"/>
                </a:lnTo>
                <a:lnTo>
                  <a:pt x="100488" y="282687"/>
                </a:lnTo>
                <a:lnTo>
                  <a:pt x="100481" y="287561"/>
                </a:lnTo>
                <a:lnTo>
                  <a:pt x="100430" y="292435"/>
                </a:lnTo>
                <a:lnTo>
                  <a:pt x="100339" y="297308"/>
                </a:lnTo>
                <a:lnTo>
                  <a:pt x="100214" y="302182"/>
                </a:lnTo>
                <a:lnTo>
                  <a:pt x="100067" y="307056"/>
                </a:lnTo>
                <a:lnTo>
                  <a:pt x="99909" y="311930"/>
                </a:lnTo>
                <a:lnTo>
                  <a:pt x="99754" y="316804"/>
                </a:lnTo>
                <a:lnTo>
                  <a:pt x="99614" y="321678"/>
                </a:lnTo>
                <a:lnTo>
                  <a:pt x="99502" y="326552"/>
                </a:lnTo>
                <a:lnTo>
                  <a:pt x="99427" y="331426"/>
                </a:lnTo>
                <a:lnTo>
                  <a:pt x="99395" y="336300"/>
                </a:lnTo>
                <a:lnTo>
                  <a:pt x="99410" y="341174"/>
                </a:lnTo>
                <a:lnTo>
                  <a:pt x="99473" y="346048"/>
                </a:lnTo>
                <a:lnTo>
                  <a:pt x="99578" y="350921"/>
                </a:lnTo>
                <a:lnTo>
                  <a:pt x="99718" y="355795"/>
                </a:lnTo>
                <a:lnTo>
                  <a:pt x="99885" y="360669"/>
                </a:lnTo>
                <a:lnTo>
                  <a:pt x="100065" y="365543"/>
                </a:lnTo>
                <a:lnTo>
                  <a:pt x="100246" y="370417"/>
                </a:lnTo>
                <a:lnTo>
                  <a:pt x="100417" y="375291"/>
                </a:lnTo>
                <a:lnTo>
                  <a:pt x="100568" y="380165"/>
                </a:lnTo>
                <a:lnTo>
                  <a:pt x="100692" y="385039"/>
                </a:lnTo>
                <a:lnTo>
                  <a:pt x="100785" y="389913"/>
                </a:lnTo>
                <a:lnTo>
                  <a:pt x="100850" y="394787"/>
                </a:lnTo>
                <a:lnTo>
                  <a:pt x="100891" y="399661"/>
                </a:lnTo>
                <a:lnTo>
                  <a:pt x="100919" y="404534"/>
                </a:lnTo>
                <a:lnTo>
                  <a:pt x="100945" y="409408"/>
                </a:lnTo>
                <a:lnTo>
                  <a:pt x="100982" y="414282"/>
                </a:lnTo>
                <a:lnTo>
                  <a:pt x="101044" y="419156"/>
                </a:lnTo>
                <a:lnTo>
                  <a:pt x="101142" y="424030"/>
                </a:lnTo>
                <a:lnTo>
                  <a:pt x="101282" y="428904"/>
                </a:lnTo>
                <a:lnTo>
                  <a:pt x="101468" y="433778"/>
                </a:lnTo>
                <a:lnTo>
                  <a:pt x="101698" y="438652"/>
                </a:lnTo>
                <a:lnTo>
                  <a:pt x="101966" y="443526"/>
                </a:lnTo>
                <a:lnTo>
                  <a:pt x="102260" y="448400"/>
                </a:lnTo>
                <a:lnTo>
                  <a:pt x="102568" y="453274"/>
                </a:lnTo>
                <a:lnTo>
                  <a:pt x="102874" y="458147"/>
                </a:lnTo>
                <a:lnTo>
                  <a:pt x="103166" y="463021"/>
                </a:lnTo>
                <a:lnTo>
                  <a:pt x="103435" y="467895"/>
                </a:lnTo>
                <a:lnTo>
                  <a:pt x="103678" y="472769"/>
                </a:lnTo>
                <a:lnTo>
                  <a:pt x="103903" y="477643"/>
                </a:lnTo>
                <a:lnTo>
                  <a:pt x="104132" y="482517"/>
                </a:lnTo>
                <a:lnTo>
                  <a:pt x="104405" y="487391"/>
                </a:lnTo>
                <a:lnTo>
                  <a:pt x="104779" y="492265"/>
                </a:lnTo>
                <a:lnTo>
                  <a:pt x="105334" y="497139"/>
                </a:lnTo>
                <a:lnTo>
                  <a:pt x="106174" y="502013"/>
                </a:lnTo>
                <a:lnTo>
                  <a:pt x="107421" y="506887"/>
                </a:lnTo>
                <a:lnTo>
                  <a:pt x="109212" y="511760"/>
                </a:lnTo>
                <a:lnTo>
                  <a:pt x="111691" y="516634"/>
                </a:lnTo>
                <a:lnTo>
                  <a:pt x="114995" y="521508"/>
                </a:lnTo>
                <a:lnTo>
                  <a:pt x="119240" y="526382"/>
                </a:lnTo>
                <a:lnTo>
                  <a:pt x="124499" y="531256"/>
                </a:lnTo>
                <a:lnTo>
                  <a:pt x="130785" y="536130"/>
                </a:lnTo>
                <a:lnTo>
                  <a:pt x="138029" y="541004"/>
                </a:lnTo>
                <a:lnTo>
                  <a:pt x="146074" y="545878"/>
                </a:lnTo>
                <a:lnTo>
                  <a:pt x="154662" y="550752"/>
                </a:lnTo>
                <a:lnTo>
                  <a:pt x="163449" y="555626"/>
                </a:lnTo>
                <a:lnTo>
                  <a:pt x="172014" y="560500"/>
                </a:lnTo>
                <a:lnTo>
                  <a:pt x="179897" y="565373"/>
                </a:lnTo>
                <a:lnTo>
                  <a:pt x="186630" y="570247"/>
                </a:lnTo>
                <a:lnTo>
                  <a:pt x="191790" y="575121"/>
                </a:lnTo>
                <a:lnTo>
                  <a:pt x="195034"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7" name="03_assume_matched_5644">
            <a:extLst>
              <a:ext uri="{FF2B5EF4-FFF2-40B4-BE49-F238E27FC236}">
                <a16:creationId xmlns:a16="http://schemas.microsoft.com/office/drawing/2014/main" id="{AED4765D-DBCF-4E6F-A93A-F225ECDDD011}"/>
              </a:ext>
            </a:extLst>
          </p:cNvPr>
          <p:cNvSpPr>
            <a:spLocks noGrp="1"/>
          </p:cNvSpPr>
          <p:nvPr/>
        </p:nvSpPr>
        <p:spPr>
          <a:xfrm>
            <a:off x="5330286" y="1392204"/>
            <a:ext cx="196140" cy="584869"/>
          </a:xfrm>
          <a:custGeom>
            <a:avLst/>
            <a:gdLst/>
            <a:ahLst/>
            <a:cxnLst/>
            <a:rect l="0" t="0" r="0" b="0"/>
            <a:pathLst>
              <a:path w="196140" h="584869">
                <a:moveTo>
                  <a:pt x="196140" y="584869"/>
                </a:moveTo>
                <a:lnTo>
                  <a:pt x="0" y="584869"/>
                </a:lnTo>
                <a:lnTo>
                  <a:pt x="1106" y="579995"/>
                </a:lnTo>
                <a:lnTo>
                  <a:pt x="4347" y="575121"/>
                </a:lnTo>
                <a:lnTo>
                  <a:pt x="9501" y="570247"/>
                </a:lnTo>
                <a:lnTo>
                  <a:pt x="16227" y="565373"/>
                </a:lnTo>
                <a:lnTo>
                  <a:pt x="24099" y="560500"/>
                </a:lnTo>
                <a:lnTo>
                  <a:pt x="32651" y="555626"/>
                </a:lnTo>
                <a:lnTo>
                  <a:pt x="41420" y="550752"/>
                </a:lnTo>
                <a:lnTo>
                  <a:pt x="49989" y="545878"/>
                </a:lnTo>
                <a:lnTo>
                  <a:pt x="58010" y="541004"/>
                </a:lnTo>
                <a:lnTo>
                  <a:pt x="65227" y="536130"/>
                </a:lnTo>
                <a:lnTo>
                  <a:pt x="71481" y="531256"/>
                </a:lnTo>
                <a:lnTo>
                  <a:pt x="76706" y="526382"/>
                </a:lnTo>
                <a:lnTo>
                  <a:pt x="80916" y="521508"/>
                </a:lnTo>
                <a:lnTo>
                  <a:pt x="84183" y="516634"/>
                </a:lnTo>
                <a:lnTo>
                  <a:pt x="86626" y="511760"/>
                </a:lnTo>
                <a:lnTo>
                  <a:pt x="88381" y="506887"/>
                </a:lnTo>
                <a:lnTo>
                  <a:pt x="89595" y="502013"/>
                </a:lnTo>
                <a:lnTo>
                  <a:pt x="90405" y="497139"/>
                </a:lnTo>
                <a:lnTo>
                  <a:pt x="90936" y="492265"/>
                </a:lnTo>
                <a:lnTo>
                  <a:pt x="91290" y="487391"/>
                </a:lnTo>
                <a:lnTo>
                  <a:pt x="91547" y="482517"/>
                </a:lnTo>
                <a:lnTo>
                  <a:pt x="91764" y="477643"/>
                </a:lnTo>
                <a:lnTo>
                  <a:pt x="91979" y="472769"/>
                </a:lnTo>
                <a:lnTo>
                  <a:pt x="92212" y="467895"/>
                </a:lnTo>
                <a:lnTo>
                  <a:pt x="92467" y="463021"/>
                </a:lnTo>
                <a:lnTo>
                  <a:pt x="92741" y="458147"/>
                </a:lnTo>
                <a:lnTo>
                  <a:pt x="93020" y="453274"/>
                </a:lnTo>
                <a:lnTo>
                  <a:pt x="93289" y="448400"/>
                </a:lnTo>
                <a:lnTo>
                  <a:pt x="93530" y="443526"/>
                </a:lnTo>
                <a:lnTo>
                  <a:pt x="93729" y="438652"/>
                </a:lnTo>
                <a:lnTo>
                  <a:pt x="93875" y="433778"/>
                </a:lnTo>
                <a:lnTo>
                  <a:pt x="93963" y="428904"/>
                </a:lnTo>
                <a:lnTo>
                  <a:pt x="93995" y="424030"/>
                </a:lnTo>
                <a:lnTo>
                  <a:pt x="93979" y="419156"/>
                </a:lnTo>
                <a:lnTo>
                  <a:pt x="93927" y="414282"/>
                </a:lnTo>
                <a:lnTo>
                  <a:pt x="93858" y="409408"/>
                </a:lnTo>
                <a:lnTo>
                  <a:pt x="93792" y="404534"/>
                </a:lnTo>
                <a:lnTo>
                  <a:pt x="93748" y="399661"/>
                </a:lnTo>
                <a:lnTo>
                  <a:pt x="93742" y="394787"/>
                </a:lnTo>
                <a:lnTo>
                  <a:pt x="93788" y="389913"/>
                </a:lnTo>
                <a:lnTo>
                  <a:pt x="93891" y="385039"/>
                </a:lnTo>
                <a:lnTo>
                  <a:pt x="94050" y="380165"/>
                </a:lnTo>
                <a:lnTo>
                  <a:pt x="94256" y="375291"/>
                </a:lnTo>
                <a:lnTo>
                  <a:pt x="94497" y="370417"/>
                </a:lnTo>
                <a:lnTo>
                  <a:pt x="94752" y="365543"/>
                </a:lnTo>
                <a:lnTo>
                  <a:pt x="95001" y="360669"/>
                </a:lnTo>
                <a:lnTo>
                  <a:pt x="95222" y="355795"/>
                </a:lnTo>
                <a:lnTo>
                  <a:pt x="95396" y="350921"/>
                </a:lnTo>
                <a:lnTo>
                  <a:pt x="95508" y="346048"/>
                </a:lnTo>
                <a:lnTo>
                  <a:pt x="95548" y="341174"/>
                </a:lnTo>
                <a:lnTo>
                  <a:pt x="95512" y="336300"/>
                </a:lnTo>
                <a:lnTo>
                  <a:pt x="95405" y="331426"/>
                </a:lnTo>
                <a:lnTo>
                  <a:pt x="95237" y="326552"/>
                </a:lnTo>
                <a:lnTo>
                  <a:pt x="95025" y="321678"/>
                </a:lnTo>
                <a:lnTo>
                  <a:pt x="94790" y="316804"/>
                </a:lnTo>
                <a:lnTo>
                  <a:pt x="94556" y="311930"/>
                </a:lnTo>
                <a:lnTo>
                  <a:pt x="94346" y="307056"/>
                </a:lnTo>
                <a:lnTo>
                  <a:pt x="94182" y="302182"/>
                </a:lnTo>
                <a:lnTo>
                  <a:pt x="94082" y="297308"/>
                </a:lnTo>
                <a:lnTo>
                  <a:pt x="94059" y="292435"/>
                </a:lnTo>
                <a:lnTo>
                  <a:pt x="94118" y="287561"/>
                </a:lnTo>
                <a:lnTo>
                  <a:pt x="94259" y="282687"/>
                </a:lnTo>
                <a:lnTo>
                  <a:pt x="94473" y="277813"/>
                </a:lnTo>
                <a:lnTo>
                  <a:pt x="94748" y="272939"/>
                </a:lnTo>
                <a:lnTo>
                  <a:pt x="95067" y="268065"/>
                </a:lnTo>
                <a:lnTo>
                  <a:pt x="95410" y="263191"/>
                </a:lnTo>
                <a:lnTo>
                  <a:pt x="95758" y="258317"/>
                </a:lnTo>
                <a:lnTo>
                  <a:pt x="96091" y="253443"/>
                </a:lnTo>
                <a:lnTo>
                  <a:pt x="96394" y="248569"/>
                </a:lnTo>
                <a:lnTo>
                  <a:pt x="96653" y="243695"/>
                </a:lnTo>
                <a:lnTo>
                  <a:pt x="96859" y="238822"/>
                </a:lnTo>
                <a:lnTo>
                  <a:pt x="97006" y="233948"/>
                </a:lnTo>
                <a:lnTo>
                  <a:pt x="97090" y="229074"/>
                </a:lnTo>
                <a:lnTo>
                  <a:pt x="97113" y="224200"/>
                </a:lnTo>
                <a:lnTo>
                  <a:pt x="97076" y="219326"/>
                </a:lnTo>
                <a:lnTo>
                  <a:pt x="96986" y="214452"/>
                </a:lnTo>
                <a:lnTo>
                  <a:pt x="96849" y="209578"/>
                </a:lnTo>
                <a:lnTo>
                  <a:pt x="96675" y="204704"/>
                </a:lnTo>
                <a:lnTo>
                  <a:pt x="96474" y="199830"/>
                </a:lnTo>
                <a:lnTo>
                  <a:pt x="96259" y="194956"/>
                </a:lnTo>
                <a:lnTo>
                  <a:pt x="96043" y="190082"/>
                </a:lnTo>
                <a:lnTo>
                  <a:pt x="95838" y="185209"/>
                </a:lnTo>
                <a:lnTo>
                  <a:pt x="95656" y="180335"/>
                </a:lnTo>
                <a:lnTo>
                  <a:pt x="95507" y="175461"/>
                </a:lnTo>
                <a:lnTo>
                  <a:pt x="95399" y="170587"/>
                </a:lnTo>
                <a:lnTo>
                  <a:pt x="95336" y="165713"/>
                </a:lnTo>
                <a:lnTo>
                  <a:pt x="95317" y="160839"/>
                </a:lnTo>
                <a:lnTo>
                  <a:pt x="95340" y="155965"/>
                </a:lnTo>
                <a:lnTo>
                  <a:pt x="95399" y="151091"/>
                </a:lnTo>
                <a:lnTo>
                  <a:pt x="95484" y="146217"/>
                </a:lnTo>
                <a:lnTo>
                  <a:pt x="95586" y="141343"/>
                </a:lnTo>
                <a:lnTo>
                  <a:pt x="95695" y="136469"/>
                </a:lnTo>
                <a:lnTo>
                  <a:pt x="95802" y="131596"/>
                </a:lnTo>
                <a:lnTo>
                  <a:pt x="95897" y="126722"/>
                </a:lnTo>
                <a:lnTo>
                  <a:pt x="95974" y="121848"/>
                </a:lnTo>
                <a:lnTo>
                  <a:pt x="96025" y="116974"/>
                </a:lnTo>
                <a:lnTo>
                  <a:pt x="96044" y="112100"/>
                </a:lnTo>
                <a:lnTo>
                  <a:pt x="96018" y="107226"/>
                </a:lnTo>
                <a:lnTo>
                  <a:pt x="95930" y="102352"/>
                </a:lnTo>
                <a:lnTo>
                  <a:pt x="95756" y="97478"/>
                </a:lnTo>
                <a:lnTo>
                  <a:pt x="95458" y="92604"/>
                </a:lnTo>
                <a:lnTo>
                  <a:pt x="94986" y="87730"/>
                </a:lnTo>
                <a:lnTo>
                  <a:pt x="94278" y="82856"/>
                </a:lnTo>
                <a:lnTo>
                  <a:pt x="93255" y="77983"/>
                </a:lnTo>
                <a:lnTo>
                  <a:pt x="91830" y="73109"/>
                </a:lnTo>
                <a:lnTo>
                  <a:pt x="89910" y="68235"/>
                </a:lnTo>
                <a:lnTo>
                  <a:pt x="87407" y="63361"/>
                </a:lnTo>
                <a:lnTo>
                  <a:pt x="84247" y="58487"/>
                </a:lnTo>
                <a:lnTo>
                  <a:pt x="80383" y="53613"/>
                </a:lnTo>
                <a:lnTo>
                  <a:pt x="75811" y="48739"/>
                </a:lnTo>
                <a:lnTo>
                  <a:pt x="70582" y="43865"/>
                </a:lnTo>
                <a:lnTo>
                  <a:pt x="64808" y="38991"/>
                </a:lnTo>
                <a:lnTo>
                  <a:pt x="58670" y="34117"/>
                </a:lnTo>
                <a:lnTo>
                  <a:pt x="52411" y="29243"/>
                </a:lnTo>
                <a:lnTo>
                  <a:pt x="46324" y="24370"/>
                </a:lnTo>
                <a:lnTo>
                  <a:pt x="40733" y="19496"/>
                </a:lnTo>
                <a:lnTo>
                  <a:pt x="35963" y="14622"/>
                </a:lnTo>
                <a:lnTo>
                  <a:pt x="32311" y="9748"/>
                </a:lnTo>
                <a:lnTo>
                  <a:pt x="30016" y="4874"/>
                </a:lnTo>
                <a:lnTo>
                  <a:pt x="29234" y="0"/>
                </a:lnTo>
                <a:lnTo>
                  <a:pt x="166907" y="0"/>
                </a:lnTo>
                <a:lnTo>
                  <a:pt x="166907" y="0"/>
                </a:lnTo>
                <a:lnTo>
                  <a:pt x="166124" y="4874"/>
                </a:lnTo>
                <a:lnTo>
                  <a:pt x="163829" y="9748"/>
                </a:lnTo>
                <a:lnTo>
                  <a:pt x="160177" y="14622"/>
                </a:lnTo>
                <a:lnTo>
                  <a:pt x="155407" y="19496"/>
                </a:lnTo>
                <a:lnTo>
                  <a:pt x="149816" y="24370"/>
                </a:lnTo>
                <a:lnTo>
                  <a:pt x="143729" y="29243"/>
                </a:lnTo>
                <a:lnTo>
                  <a:pt x="137470" y="34117"/>
                </a:lnTo>
                <a:lnTo>
                  <a:pt x="131332" y="38991"/>
                </a:lnTo>
                <a:lnTo>
                  <a:pt x="125559" y="43865"/>
                </a:lnTo>
                <a:lnTo>
                  <a:pt x="120329" y="48739"/>
                </a:lnTo>
                <a:lnTo>
                  <a:pt x="115758" y="53613"/>
                </a:lnTo>
                <a:lnTo>
                  <a:pt x="111894" y="58487"/>
                </a:lnTo>
                <a:lnTo>
                  <a:pt x="108733" y="63361"/>
                </a:lnTo>
                <a:lnTo>
                  <a:pt x="106230" y="68235"/>
                </a:lnTo>
                <a:lnTo>
                  <a:pt x="104311" y="73109"/>
                </a:lnTo>
                <a:lnTo>
                  <a:pt x="102886" y="77983"/>
                </a:lnTo>
                <a:lnTo>
                  <a:pt x="101863" y="82856"/>
                </a:lnTo>
                <a:lnTo>
                  <a:pt x="101154" y="87730"/>
                </a:lnTo>
                <a:lnTo>
                  <a:pt x="100683" y="92604"/>
                </a:lnTo>
                <a:lnTo>
                  <a:pt x="100385" y="97478"/>
                </a:lnTo>
                <a:lnTo>
                  <a:pt x="100210" y="102352"/>
                </a:lnTo>
                <a:lnTo>
                  <a:pt x="100123" y="107226"/>
                </a:lnTo>
                <a:lnTo>
                  <a:pt x="100096" y="112100"/>
                </a:lnTo>
                <a:lnTo>
                  <a:pt x="100115" y="116974"/>
                </a:lnTo>
                <a:lnTo>
                  <a:pt x="100167" y="121848"/>
                </a:lnTo>
                <a:lnTo>
                  <a:pt x="100244" y="126722"/>
                </a:lnTo>
                <a:lnTo>
                  <a:pt x="100339" y="131596"/>
                </a:lnTo>
                <a:lnTo>
                  <a:pt x="100445" y="136469"/>
                </a:lnTo>
                <a:lnTo>
                  <a:pt x="100554" y="141343"/>
                </a:lnTo>
                <a:lnTo>
                  <a:pt x="100656" y="146217"/>
                </a:lnTo>
                <a:lnTo>
                  <a:pt x="100741" y="151091"/>
                </a:lnTo>
                <a:lnTo>
                  <a:pt x="100800" y="155965"/>
                </a:lnTo>
                <a:lnTo>
                  <a:pt x="100823" y="160839"/>
                </a:lnTo>
                <a:lnTo>
                  <a:pt x="100805" y="165713"/>
                </a:lnTo>
                <a:lnTo>
                  <a:pt x="100741" y="170587"/>
                </a:lnTo>
                <a:lnTo>
                  <a:pt x="100633" y="175461"/>
                </a:lnTo>
                <a:lnTo>
                  <a:pt x="100485" y="180335"/>
                </a:lnTo>
                <a:lnTo>
                  <a:pt x="100303" y="185209"/>
                </a:lnTo>
                <a:lnTo>
                  <a:pt x="100098" y="190082"/>
                </a:lnTo>
                <a:lnTo>
                  <a:pt x="99881" y="194956"/>
                </a:lnTo>
                <a:lnTo>
                  <a:pt x="99666" y="199830"/>
                </a:lnTo>
                <a:lnTo>
                  <a:pt x="99466" y="204704"/>
                </a:lnTo>
                <a:lnTo>
                  <a:pt x="99291" y="209578"/>
                </a:lnTo>
                <a:lnTo>
                  <a:pt x="99154" y="214452"/>
                </a:lnTo>
                <a:lnTo>
                  <a:pt x="99064" y="219326"/>
                </a:lnTo>
                <a:lnTo>
                  <a:pt x="99027" y="224200"/>
                </a:lnTo>
                <a:lnTo>
                  <a:pt x="99050" y="229074"/>
                </a:lnTo>
                <a:lnTo>
                  <a:pt x="99134" y="233948"/>
                </a:lnTo>
                <a:lnTo>
                  <a:pt x="99281" y="238822"/>
                </a:lnTo>
                <a:lnTo>
                  <a:pt x="99487" y="243695"/>
                </a:lnTo>
                <a:lnTo>
                  <a:pt x="99746" y="248569"/>
                </a:lnTo>
                <a:lnTo>
                  <a:pt x="100049" y="253443"/>
                </a:lnTo>
                <a:lnTo>
                  <a:pt x="100383" y="258317"/>
                </a:lnTo>
                <a:lnTo>
                  <a:pt x="100730" y="263191"/>
                </a:lnTo>
                <a:lnTo>
                  <a:pt x="101073" y="268065"/>
                </a:lnTo>
                <a:lnTo>
                  <a:pt x="101392" y="272939"/>
                </a:lnTo>
                <a:lnTo>
                  <a:pt x="101667" y="277813"/>
                </a:lnTo>
                <a:lnTo>
                  <a:pt x="101882" y="282687"/>
                </a:lnTo>
                <a:lnTo>
                  <a:pt x="102022" y="287561"/>
                </a:lnTo>
                <a:lnTo>
                  <a:pt x="102082" y="292435"/>
                </a:lnTo>
                <a:lnTo>
                  <a:pt x="102058" y="297308"/>
                </a:lnTo>
                <a:lnTo>
                  <a:pt x="101959" y="302182"/>
                </a:lnTo>
                <a:lnTo>
                  <a:pt x="101795" y="307056"/>
                </a:lnTo>
                <a:lnTo>
                  <a:pt x="101584" y="311930"/>
                </a:lnTo>
                <a:lnTo>
                  <a:pt x="101350" y="316804"/>
                </a:lnTo>
                <a:lnTo>
                  <a:pt x="101115" y="321678"/>
                </a:lnTo>
                <a:lnTo>
                  <a:pt x="100903" y="326552"/>
                </a:lnTo>
                <a:lnTo>
                  <a:pt x="100736" y="331426"/>
                </a:lnTo>
                <a:lnTo>
                  <a:pt x="100629" y="336300"/>
                </a:lnTo>
                <a:lnTo>
                  <a:pt x="100593" y="341174"/>
                </a:lnTo>
                <a:lnTo>
                  <a:pt x="100632" y="346048"/>
                </a:lnTo>
                <a:lnTo>
                  <a:pt x="100744" y="350921"/>
                </a:lnTo>
                <a:lnTo>
                  <a:pt x="100918" y="355795"/>
                </a:lnTo>
                <a:lnTo>
                  <a:pt x="101139" y="360669"/>
                </a:lnTo>
                <a:lnTo>
                  <a:pt x="101388" y="365543"/>
                </a:lnTo>
                <a:lnTo>
                  <a:pt x="101643" y="370417"/>
                </a:lnTo>
                <a:lnTo>
                  <a:pt x="101884" y="375291"/>
                </a:lnTo>
                <a:lnTo>
                  <a:pt x="102091" y="380165"/>
                </a:lnTo>
                <a:lnTo>
                  <a:pt x="102249" y="385039"/>
                </a:lnTo>
                <a:lnTo>
                  <a:pt x="102352" y="389913"/>
                </a:lnTo>
                <a:lnTo>
                  <a:pt x="102398" y="394787"/>
                </a:lnTo>
                <a:lnTo>
                  <a:pt x="102393" y="399661"/>
                </a:lnTo>
                <a:lnTo>
                  <a:pt x="102348" y="404534"/>
                </a:lnTo>
                <a:lnTo>
                  <a:pt x="102282" y="409408"/>
                </a:lnTo>
                <a:lnTo>
                  <a:pt x="102213" y="414282"/>
                </a:lnTo>
                <a:lnTo>
                  <a:pt x="102162" y="419156"/>
                </a:lnTo>
                <a:lnTo>
                  <a:pt x="102145" y="424030"/>
                </a:lnTo>
                <a:lnTo>
                  <a:pt x="102177" y="428904"/>
                </a:lnTo>
                <a:lnTo>
                  <a:pt x="102265" y="433778"/>
                </a:lnTo>
                <a:lnTo>
                  <a:pt x="102412" y="438652"/>
                </a:lnTo>
                <a:lnTo>
                  <a:pt x="102611" y="443526"/>
                </a:lnTo>
                <a:lnTo>
                  <a:pt x="102852" y="448400"/>
                </a:lnTo>
                <a:lnTo>
                  <a:pt x="103120" y="453274"/>
                </a:lnTo>
                <a:lnTo>
                  <a:pt x="103399" y="458147"/>
                </a:lnTo>
                <a:lnTo>
                  <a:pt x="103673" y="463021"/>
                </a:lnTo>
                <a:lnTo>
                  <a:pt x="103929" y="467895"/>
                </a:lnTo>
                <a:lnTo>
                  <a:pt x="104161" y="472769"/>
                </a:lnTo>
                <a:lnTo>
                  <a:pt x="104377" y="477643"/>
                </a:lnTo>
                <a:lnTo>
                  <a:pt x="104594" y="482517"/>
                </a:lnTo>
                <a:lnTo>
                  <a:pt x="104850" y="487391"/>
                </a:lnTo>
                <a:lnTo>
                  <a:pt x="105204" y="492265"/>
                </a:lnTo>
                <a:lnTo>
                  <a:pt x="105735" y="497139"/>
                </a:lnTo>
                <a:lnTo>
                  <a:pt x="106546" y="502013"/>
                </a:lnTo>
                <a:lnTo>
                  <a:pt x="107759" y="506887"/>
                </a:lnTo>
                <a:lnTo>
                  <a:pt x="109515" y="511760"/>
                </a:lnTo>
                <a:lnTo>
                  <a:pt x="111957" y="516634"/>
                </a:lnTo>
                <a:lnTo>
                  <a:pt x="115225" y="521508"/>
                </a:lnTo>
                <a:lnTo>
                  <a:pt x="119434" y="526382"/>
                </a:lnTo>
                <a:lnTo>
                  <a:pt x="124659" y="531256"/>
                </a:lnTo>
                <a:lnTo>
                  <a:pt x="130914" y="536130"/>
                </a:lnTo>
                <a:lnTo>
                  <a:pt x="138131" y="541004"/>
                </a:lnTo>
                <a:lnTo>
                  <a:pt x="146151" y="545878"/>
                </a:lnTo>
                <a:lnTo>
                  <a:pt x="154720" y="550752"/>
                </a:lnTo>
                <a:lnTo>
                  <a:pt x="163490" y="555626"/>
                </a:lnTo>
                <a:lnTo>
                  <a:pt x="172042" y="560500"/>
                </a:lnTo>
                <a:lnTo>
                  <a:pt x="179914" y="565373"/>
                </a:lnTo>
                <a:lnTo>
                  <a:pt x="186639" y="570247"/>
                </a:lnTo>
                <a:lnTo>
                  <a:pt x="191794" y="575121"/>
                </a:lnTo>
                <a:lnTo>
                  <a:pt x="195035"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8" name="03_assume_matched_5645">
            <a:extLst>
              <a:ext uri="{FF2B5EF4-FFF2-40B4-BE49-F238E27FC236}">
                <a16:creationId xmlns:a16="http://schemas.microsoft.com/office/drawing/2014/main" id="{C46D5BF0-54B8-4494-B5CD-7F8FD6DCA4F2}"/>
              </a:ext>
            </a:extLst>
          </p:cNvPr>
          <p:cNvSpPr>
            <a:spLocks noGrp="1"/>
          </p:cNvSpPr>
          <p:nvPr/>
        </p:nvSpPr>
        <p:spPr>
          <a:xfrm>
            <a:off x="6084672" y="1392204"/>
            <a:ext cx="196140" cy="584869"/>
          </a:xfrm>
          <a:custGeom>
            <a:avLst/>
            <a:gdLst/>
            <a:ahLst/>
            <a:cxnLst/>
            <a:rect l="0" t="0" r="0" b="0"/>
            <a:pathLst>
              <a:path w="196140" h="584869">
                <a:moveTo>
                  <a:pt x="196140" y="584869"/>
                </a:moveTo>
                <a:lnTo>
                  <a:pt x="0" y="584869"/>
                </a:lnTo>
                <a:lnTo>
                  <a:pt x="1105" y="579995"/>
                </a:lnTo>
                <a:lnTo>
                  <a:pt x="4345" y="575121"/>
                </a:lnTo>
                <a:lnTo>
                  <a:pt x="9497" y="570247"/>
                </a:lnTo>
                <a:lnTo>
                  <a:pt x="16220" y="565373"/>
                </a:lnTo>
                <a:lnTo>
                  <a:pt x="24088" y="560500"/>
                </a:lnTo>
                <a:lnTo>
                  <a:pt x="32635" y="555626"/>
                </a:lnTo>
                <a:lnTo>
                  <a:pt x="41399" y="550752"/>
                </a:lnTo>
                <a:lnTo>
                  <a:pt x="49960" y="545878"/>
                </a:lnTo>
                <a:lnTo>
                  <a:pt x="57972" y="541004"/>
                </a:lnTo>
                <a:lnTo>
                  <a:pt x="65179" y="536130"/>
                </a:lnTo>
                <a:lnTo>
                  <a:pt x="71422" y="531256"/>
                </a:lnTo>
                <a:lnTo>
                  <a:pt x="76635" y="526382"/>
                </a:lnTo>
                <a:lnTo>
                  <a:pt x="80831" y="521508"/>
                </a:lnTo>
                <a:lnTo>
                  <a:pt x="84086" y="516634"/>
                </a:lnTo>
                <a:lnTo>
                  <a:pt x="86515" y="511760"/>
                </a:lnTo>
                <a:lnTo>
                  <a:pt x="88258" y="506887"/>
                </a:lnTo>
                <a:lnTo>
                  <a:pt x="89461" y="502013"/>
                </a:lnTo>
                <a:lnTo>
                  <a:pt x="90264" y="497139"/>
                </a:lnTo>
                <a:lnTo>
                  <a:pt x="90790" y="492265"/>
                </a:lnTo>
                <a:lnTo>
                  <a:pt x="91143" y="487391"/>
                </a:lnTo>
                <a:lnTo>
                  <a:pt x="91404" y="482517"/>
                </a:lnTo>
                <a:lnTo>
                  <a:pt x="91632" y="477643"/>
                </a:lnTo>
                <a:lnTo>
                  <a:pt x="91866" y="472769"/>
                </a:lnTo>
                <a:lnTo>
                  <a:pt x="92125" y="467895"/>
                </a:lnTo>
                <a:lnTo>
                  <a:pt x="92417" y="463021"/>
                </a:lnTo>
                <a:lnTo>
                  <a:pt x="92738" y="458147"/>
                </a:lnTo>
                <a:lnTo>
                  <a:pt x="93076" y="453274"/>
                </a:lnTo>
                <a:lnTo>
                  <a:pt x="93417" y="448400"/>
                </a:lnTo>
                <a:lnTo>
                  <a:pt x="93743" y="443526"/>
                </a:lnTo>
                <a:lnTo>
                  <a:pt x="94040" y="438652"/>
                </a:lnTo>
                <a:lnTo>
                  <a:pt x="94295" y="433778"/>
                </a:lnTo>
                <a:lnTo>
                  <a:pt x="94502" y="428904"/>
                </a:lnTo>
                <a:lnTo>
                  <a:pt x="94658" y="424030"/>
                </a:lnTo>
                <a:lnTo>
                  <a:pt x="94766" y="419156"/>
                </a:lnTo>
                <a:lnTo>
                  <a:pt x="94834" y="414282"/>
                </a:lnTo>
                <a:lnTo>
                  <a:pt x="94875" y="409408"/>
                </a:lnTo>
                <a:lnTo>
                  <a:pt x="94903" y="404534"/>
                </a:lnTo>
                <a:lnTo>
                  <a:pt x="94932" y="399661"/>
                </a:lnTo>
                <a:lnTo>
                  <a:pt x="94975" y="394787"/>
                </a:lnTo>
                <a:lnTo>
                  <a:pt x="95043" y="389913"/>
                </a:lnTo>
                <a:lnTo>
                  <a:pt x="95141" y="385039"/>
                </a:lnTo>
                <a:lnTo>
                  <a:pt x="95270" y="380165"/>
                </a:lnTo>
                <a:lnTo>
                  <a:pt x="95427" y="375291"/>
                </a:lnTo>
                <a:lnTo>
                  <a:pt x="95602" y="370417"/>
                </a:lnTo>
                <a:lnTo>
                  <a:pt x="95784" y="365543"/>
                </a:lnTo>
                <a:lnTo>
                  <a:pt x="95959" y="360669"/>
                </a:lnTo>
                <a:lnTo>
                  <a:pt x="96114" y="355795"/>
                </a:lnTo>
                <a:lnTo>
                  <a:pt x="96235" y="350921"/>
                </a:lnTo>
                <a:lnTo>
                  <a:pt x="96313" y="346048"/>
                </a:lnTo>
                <a:lnTo>
                  <a:pt x="96341" y="341174"/>
                </a:lnTo>
                <a:lnTo>
                  <a:pt x="96317" y="336300"/>
                </a:lnTo>
                <a:lnTo>
                  <a:pt x="96243" y="331426"/>
                </a:lnTo>
                <a:lnTo>
                  <a:pt x="96129" y="326552"/>
                </a:lnTo>
                <a:lnTo>
                  <a:pt x="95983" y="321678"/>
                </a:lnTo>
                <a:lnTo>
                  <a:pt x="95822" y="316804"/>
                </a:lnTo>
                <a:lnTo>
                  <a:pt x="95661" y="311930"/>
                </a:lnTo>
                <a:lnTo>
                  <a:pt x="95515" y="307056"/>
                </a:lnTo>
                <a:lnTo>
                  <a:pt x="95401" y="302182"/>
                </a:lnTo>
                <a:lnTo>
                  <a:pt x="95329" y="297308"/>
                </a:lnTo>
                <a:lnTo>
                  <a:pt x="95309" y="292435"/>
                </a:lnTo>
                <a:lnTo>
                  <a:pt x="95342" y="287561"/>
                </a:lnTo>
                <a:lnTo>
                  <a:pt x="95428" y="282687"/>
                </a:lnTo>
                <a:lnTo>
                  <a:pt x="95560" y="277813"/>
                </a:lnTo>
                <a:lnTo>
                  <a:pt x="95728" y="272939"/>
                </a:lnTo>
                <a:lnTo>
                  <a:pt x="95918" y="268065"/>
                </a:lnTo>
                <a:lnTo>
                  <a:pt x="96117" y="263191"/>
                </a:lnTo>
                <a:lnTo>
                  <a:pt x="96309" y="258317"/>
                </a:lnTo>
                <a:lnTo>
                  <a:pt x="96480" y="253443"/>
                </a:lnTo>
                <a:lnTo>
                  <a:pt x="96618" y="248569"/>
                </a:lnTo>
                <a:lnTo>
                  <a:pt x="96715" y="243695"/>
                </a:lnTo>
                <a:lnTo>
                  <a:pt x="96765" y="238822"/>
                </a:lnTo>
                <a:lnTo>
                  <a:pt x="96765" y="233948"/>
                </a:lnTo>
                <a:lnTo>
                  <a:pt x="96714" y="229074"/>
                </a:lnTo>
                <a:lnTo>
                  <a:pt x="96616" y="224200"/>
                </a:lnTo>
                <a:lnTo>
                  <a:pt x="96476" y="219326"/>
                </a:lnTo>
                <a:lnTo>
                  <a:pt x="96298" y="214452"/>
                </a:lnTo>
                <a:lnTo>
                  <a:pt x="96089" y="209578"/>
                </a:lnTo>
                <a:lnTo>
                  <a:pt x="95857" y="204704"/>
                </a:lnTo>
                <a:lnTo>
                  <a:pt x="95607" y="199830"/>
                </a:lnTo>
                <a:lnTo>
                  <a:pt x="95346" y="194956"/>
                </a:lnTo>
                <a:lnTo>
                  <a:pt x="95080" y="190082"/>
                </a:lnTo>
                <a:lnTo>
                  <a:pt x="94815" y="185209"/>
                </a:lnTo>
                <a:lnTo>
                  <a:pt x="94558" y="180335"/>
                </a:lnTo>
                <a:lnTo>
                  <a:pt x="94313" y="175461"/>
                </a:lnTo>
                <a:lnTo>
                  <a:pt x="94088" y="170587"/>
                </a:lnTo>
                <a:lnTo>
                  <a:pt x="93888" y="165713"/>
                </a:lnTo>
                <a:lnTo>
                  <a:pt x="93719" y="160839"/>
                </a:lnTo>
                <a:lnTo>
                  <a:pt x="93587" y="155965"/>
                </a:lnTo>
                <a:lnTo>
                  <a:pt x="93496" y="151091"/>
                </a:lnTo>
                <a:lnTo>
                  <a:pt x="93448" y="146217"/>
                </a:lnTo>
                <a:lnTo>
                  <a:pt x="93446" y="141343"/>
                </a:lnTo>
                <a:lnTo>
                  <a:pt x="93489" y="136469"/>
                </a:lnTo>
                <a:lnTo>
                  <a:pt x="93574" y="131596"/>
                </a:lnTo>
                <a:lnTo>
                  <a:pt x="93695" y="126722"/>
                </a:lnTo>
                <a:lnTo>
                  <a:pt x="93845" y="121848"/>
                </a:lnTo>
                <a:lnTo>
                  <a:pt x="94011" y="116974"/>
                </a:lnTo>
                <a:lnTo>
                  <a:pt x="94178" y="112100"/>
                </a:lnTo>
                <a:lnTo>
                  <a:pt x="94323" y="107226"/>
                </a:lnTo>
                <a:lnTo>
                  <a:pt x="94419" y="102352"/>
                </a:lnTo>
                <a:lnTo>
                  <a:pt x="94428" y="97478"/>
                </a:lnTo>
                <a:lnTo>
                  <a:pt x="94301" y="92604"/>
                </a:lnTo>
                <a:lnTo>
                  <a:pt x="93977" y="87730"/>
                </a:lnTo>
                <a:lnTo>
                  <a:pt x="93384" y="82856"/>
                </a:lnTo>
                <a:lnTo>
                  <a:pt x="92434" y="77983"/>
                </a:lnTo>
                <a:lnTo>
                  <a:pt x="91033" y="73109"/>
                </a:lnTo>
                <a:lnTo>
                  <a:pt x="89082" y="68235"/>
                </a:lnTo>
                <a:lnTo>
                  <a:pt x="86488" y="63361"/>
                </a:lnTo>
                <a:lnTo>
                  <a:pt x="83175" y="58487"/>
                </a:lnTo>
                <a:lnTo>
                  <a:pt x="79096" y="53613"/>
                </a:lnTo>
                <a:lnTo>
                  <a:pt x="74250" y="48739"/>
                </a:lnTo>
                <a:lnTo>
                  <a:pt x="68691" y="43865"/>
                </a:lnTo>
                <a:lnTo>
                  <a:pt x="62545" y="38991"/>
                </a:lnTo>
                <a:lnTo>
                  <a:pt x="56004" y="34117"/>
                </a:lnTo>
                <a:lnTo>
                  <a:pt x="49331" y="29243"/>
                </a:lnTo>
                <a:lnTo>
                  <a:pt x="42839" y="24370"/>
                </a:lnTo>
                <a:lnTo>
                  <a:pt x="36874" y="19496"/>
                </a:lnTo>
                <a:lnTo>
                  <a:pt x="31784" y="14622"/>
                </a:lnTo>
                <a:lnTo>
                  <a:pt x="27887" y="9748"/>
                </a:lnTo>
                <a:lnTo>
                  <a:pt x="25439" y="4874"/>
                </a:lnTo>
                <a:lnTo>
                  <a:pt x="24603" y="0"/>
                </a:lnTo>
                <a:lnTo>
                  <a:pt x="171537" y="0"/>
                </a:lnTo>
                <a:lnTo>
                  <a:pt x="171537" y="0"/>
                </a:lnTo>
                <a:lnTo>
                  <a:pt x="170702" y="4874"/>
                </a:lnTo>
                <a:lnTo>
                  <a:pt x="168253" y="9748"/>
                </a:lnTo>
                <a:lnTo>
                  <a:pt x="164356" y="14622"/>
                </a:lnTo>
                <a:lnTo>
                  <a:pt x="159266" y="19496"/>
                </a:lnTo>
                <a:lnTo>
                  <a:pt x="153302" y="24370"/>
                </a:lnTo>
                <a:lnTo>
                  <a:pt x="146810" y="29243"/>
                </a:lnTo>
                <a:lnTo>
                  <a:pt x="140136" y="34117"/>
                </a:lnTo>
                <a:lnTo>
                  <a:pt x="133596" y="38991"/>
                </a:lnTo>
                <a:lnTo>
                  <a:pt x="127449" y="43865"/>
                </a:lnTo>
                <a:lnTo>
                  <a:pt x="121891" y="48739"/>
                </a:lnTo>
                <a:lnTo>
                  <a:pt x="117044" y="53613"/>
                </a:lnTo>
                <a:lnTo>
                  <a:pt x="112965" y="58487"/>
                </a:lnTo>
                <a:lnTo>
                  <a:pt x="109652" y="63361"/>
                </a:lnTo>
                <a:lnTo>
                  <a:pt x="107058" y="68235"/>
                </a:lnTo>
                <a:lnTo>
                  <a:pt x="105108" y="73109"/>
                </a:lnTo>
                <a:lnTo>
                  <a:pt x="103707" y="77983"/>
                </a:lnTo>
                <a:lnTo>
                  <a:pt x="102757" y="82856"/>
                </a:lnTo>
                <a:lnTo>
                  <a:pt x="102163" y="87730"/>
                </a:lnTo>
                <a:lnTo>
                  <a:pt x="101840" y="92604"/>
                </a:lnTo>
                <a:lnTo>
                  <a:pt x="101712" y="97478"/>
                </a:lnTo>
                <a:lnTo>
                  <a:pt x="101721" y="102352"/>
                </a:lnTo>
                <a:lnTo>
                  <a:pt x="101817" y="107226"/>
                </a:lnTo>
                <a:lnTo>
                  <a:pt x="101963" y="112100"/>
                </a:lnTo>
                <a:lnTo>
                  <a:pt x="102129" y="116974"/>
                </a:lnTo>
                <a:lnTo>
                  <a:pt x="102295" y="121848"/>
                </a:lnTo>
                <a:lnTo>
                  <a:pt x="102445" y="126722"/>
                </a:lnTo>
                <a:lnTo>
                  <a:pt x="102566" y="131596"/>
                </a:lnTo>
                <a:lnTo>
                  <a:pt x="102651" y="136469"/>
                </a:lnTo>
                <a:lnTo>
                  <a:pt x="102694" y="141343"/>
                </a:lnTo>
                <a:lnTo>
                  <a:pt x="102692" y="146217"/>
                </a:lnTo>
                <a:lnTo>
                  <a:pt x="102645" y="151091"/>
                </a:lnTo>
                <a:lnTo>
                  <a:pt x="102553" y="155965"/>
                </a:lnTo>
                <a:lnTo>
                  <a:pt x="102421" y="160839"/>
                </a:lnTo>
                <a:lnTo>
                  <a:pt x="102252" y="165713"/>
                </a:lnTo>
                <a:lnTo>
                  <a:pt x="102052" y="170587"/>
                </a:lnTo>
                <a:lnTo>
                  <a:pt x="101827" y="175461"/>
                </a:lnTo>
                <a:lnTo>
                  <a:pt x="101582" y="180335"/>
                </a:lnTo>
                <a:lnTo>
                  <a:pt x="101325" y="185209"/>
                </a:lnTo>
                <a:lnTo>
                  <a:pt x="101060" y="190082"/>
                </a:lnTo>
                <a:lnTo>
                  <a:pt x="100795" y="194956"/>
                </a:lnTo>
                <a:lnTo>
                  <a:pt x="100534" y="199830"/>
                </a:lnTo>
                <a:lnTo>
                  <a:pt x="100284" y="204704"/>
                </a:lnTo>
                <a:lnTo>
                  <a:pt x="100051" y="209578"/>
                </a:lnTo>
                <a:lnTo>
                  <a:pt x="99843" y="214452"/>
                </a:lnTo>
                <a:lnTo>
                  <a:pt x="99665" y="219326"/>
                </a:lnTo>
                <a:lnTo>
                  <a:pt x="99524" y="224200"/>
                </a:lnTo>
                <a:lnTo>
                  <a:pt x="99426" y="229074"/>
                </a:lnTo>
                <a:lnTo>
                  <a:pt x="99376" y="233948"/>
                </a:lnTo>
                <a:lnTo>
                  <a:pt x="99375" y="238822"/>
                </a:lnTo>
                <a:lnTo>
                  <a:pt x="99425" y="243695"/>
                </a:lnTo>
                <a:lnTo>
                  <a:pt x="99522" y="248569"/>
                </a:lnTo>
                <a:lnTo>
                  <a:pt x="99661" y="253443"/>
                </a:lnTo>
                <a:lnTo>
                  <a:pt x="99832" y="258317"/>
                </a:lnTo>
                <a:lnTo>
                  <a:pt x="100024" y="263191"/>
                </a:lnTo>
                <a:lnTo>
                  <a:pt x="100222" y="268065"/>
                </a:lnTo>
                <a:lnTo>
                  <a:pt x="100413" y="272939"/>
                </a:lnTo>
                <a:lnTo>
                  <a:pt x="100581" y="277813"/>
                </a:lnTo>
                <a:lnTo>
                  <a:pt x="100713" y="282687"/>
                </a:lnTo>
                <a:lnTo>
                  <a:pt x="100798" y="287561"/>
                </a:lnTo>
                <a:lnTo>
                  <a:pt x="100832" y="292435"/>
                </a:lnTo>
                <a:lnTo>
                  <a:pt x="100811" y="297308"/>
                </a:lnTo>
                <a:lnTo>
                  <a:pt x="100739" y="302182"/>
                </a:lnTo>
                <a:lnTo>
                  <a:pt x="100625" y="307056"/>
                </a:lnTo>
                <a:lnTo>
                  <a:pt x="100480" y="311930"/>
                </a:lnTo>
                <a:lnTo>
                  <a:pt x="100318" y="316804"/>
                </a:lnTo>
                <a:lnTo>
                  <a:pt x="100157" y="321678"/>
                </a:lnTo>
                <a:lnTo>
                  <a:pt x="100012" y="326552"/>
                </a:lnTo>
                <a:lnTo>
                  <a:pt x="99897" y="331426"/>
                </a:lnTo>
                <a:lnTo>
                  <a:pt x="99824" y="336300"/>
                </a:lnTo>
                <a:lnTo>
                  <a:pt x="99800" y="341174"/>
                </a:lnTo>
                <a:lnTo>
                  <a:pt x="99828" y="346048"/>
                </a:lnTo>
                <a:lnTo>
                  <a:pt x="99905" y="350921"/>
                </a:lnTo>
                <a:lnTo>
                  <a:pt x="100027" y="355795"/>
                </a:lnTo>
                <a:lnTo>
                  <a:pt x="100181" y="360669"/>
                </a:lnTo>
                <a:lnTo>
                  <a:pt x="100357" y="365543"/>
                </a:lnTo>
                <a:lnTo>
                  <a:pt x="100539" y="370417"/>
                </a:lnTo>
                <a:lnTo>
                  <a:pt x="100714" y="375291"/>
                </a:lnTo>
                <a:lnTo>
                  <a:pt x="100870" y="380165"/>
                </a:lnTo>
                <a:lnTo>
                  <a:pt x="100999" y="385039"/>
                </a:lnTo>
                <a:lnTo>
                  <a:pt x="101097" y="389913"/>
                </a:lnTo>
                <a:lnTo>
                  <a:pt x="101165" y="394787"/>
                </a:lnTo>
                <a:lnTo>
                  <a:pt x="101208" y="399661"/>
                </a:lnTo>
                <a:lnTo>
                  <a:pt x="101237" y="404534"/>
                </a:lnTo>
                <a:lnTo>
                  <a:pt x="101265" y="409408"/>
                </a:lnTo>
                <a:lnTo>
                  <a:pt x="101306" y="414282"/>
                </a:lnTo>
                <a:lnTo>
                  <a:pt x="101375" y="419156"/>
                </a:lnTo>
                <a:lnTo>
                  <a:pt x="101483" y="424030"/>
                </a:lnTo>
                <a:lnTo>
                  <a:pt x="101638" y="428904"/>
                </a:lnTo>
                <a:lnTo>
                  <a:pt x="101845" y="433778"/>
                </a:lnTo>
                <a:lnTo>
                  <a:pt x="102100" y="438652"/>
                </a:lnTo>
                <a:lnTo>
                  <a:pt x="102397" y="443526"/>
                </a:lnTo>
                <a:lnTo>
                  <a:pt x="102724" y="448400"/>
                </a:lnTo>
                <a:lnTo>
                  <a:pt x="103064" y="453274"/>
                </a:lnTo>
                <a:lnTo>
                  <a:pt x="103403" y="458147"/>
                </a:lnTo>
                <a:lnTo>
                  <a:pt x="103723" y="463021"/>
                </a:lnTo>
                <a:lnTo>
                  <a:pt x="104016" y="467895"/>
                </a:lnTo>
                <a:lnTo>
                  <a:pt x="104275" y="472769"/>
                </a:lnTo>
                <a:lnTo>
                  <a:pt x="104508" y="477643"/>
                </a:lnTo>
                <a:lnTo>
                  <a:pt x="104736" y="482517"/>
                </a:lnTo>
                <a:lnTo>
                  <a:pt x="104997" y="487391"/>
                </a:lnTo>
                <a:lnTo>
                  <a:pt x="105350" y="492265"/>
                </a:lnTo>
                <a:lnTo>
                  <a:pt x="105876" y="497139"/>
                </a:lnTo>
                <a:lnTo>
                  <a:pt x="106679" y="502013"/>
                </a:lnTo>
                <a:lnTo>
                  <a:pt x="107882" y="506887"/>
                </a:lnTo>
                <a:lnTo>
                  <a:pt x="109626" y="511760"/>
                </a:lnTo>
                <a:lnTo>
                  <a:pt x="112055" y="516634"/>
                </a:lnTo>
                <a:lnTo>
                  <a:pt x="115309" y="521508"/>
                </a:lnTo>
                <a:lnTo>
                  <a:pt x="119505" y="526382"/>
                </a:lnTo>
                <a:lnTo>
                  <a:pt x="124719" y="531256"/>
                </a:lnTo>
                <a:lnTo>
                  <a:pt x="130962" y="536130"/>
                </a:lnTo>
                <a:lnTo>
                  <a:pt x="138168" y="541004"/>
                </a:lnTo>
                <a:lnTo>
                  <a:pt x="146180" y="545878"/>
                </a:lnTo>
                <a:lnTo>
                  <a:pt x="154741" y="550752"/>
                </a:lnTo>
                <a:lnTo>
                  <a:pt x="163505" y="555626"/>
                </a:lnTo>
                <a:lnTo>
                  <a:pt x="172052" y="560500"/>
                </a:lnTo>
                <a:lnTo>
                  <a:pt x="179920" y="565373"/>
                </a:lnTo>
                <a:lnTo>
                  <a:pt x="186643" y="570247"/>
                </a:lnTo>
                <a:lnTo>
                  <a:pt x="191795" y="575121"/>
                </a:lnTo>
                <a:lnTo>
                  <a:pt x="195035"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9" name="03_assume_matched_5646">
            <a:extLst>
              <a:ext uri="{FF2B5EF4-FFF2-40B4-BE49-F238E27FC236}">
                <a16:creationId xmlns:a16="http://schemas.microsoft.com/office/drawing/2014/main" id="{E3F72CB7-1FDB-4BF2-8886-2FA02EF87801}"/>
              </a:ext>
            </a:extLst>
          </p:cNvPr>
          <p:cNvSpPr>
            <a:spLocks noGrp="1"/>
          </p:cNvSpPr>
          <p:nvPr/>
        </p:nvSpPr>
        <p:spPr>
          <a:xfrm>
            <a:off x="3919585"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0" name="03_assume_matched_5647">
            <a:extLst>
              <a:ext uri="{FF2B5EF4-FFF2-40B4-BE49-F238E27FC236}">
                <a16:creationId xmlns:a16="http://schemas.microsoft.com/office/drawing/2014/main" id="{0B83E69D-4827-48FA-AB34-DAD092A8DF03}"/>
              </a:ext>
            </a:extLst>
          </p:cNvPr>
          <p:cNvSpPr>
            <a:spLocks noGrp="1"/>
          </p:cNvSpPr>
          <p:nvPr/>
        </p:nvSpPr>
        <p:spPr>
          <a:xfrm>
            <a:off x="4296778"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1" name="03_assume_matched_5648">
            <a:extLst>
              <a:ext uri="{FF2B5EF4-FFF2-40B4-BE49-F238E27FC236}">
                <a16:creationId xmlns:a16="http://schemas.microsoft.com/office/drawing/2014/main" id="{DACB1F9F-229B-4A7F-A4BA-39C20ECCDBD4}"/>
              </a:ext>
            </a:extLst>
          </p:cNvPr>
          <p:cNvSpPr>
            <a:spLocks noGrp="1"/>
          </p:cNvSpPr>
          <p:nvPr/>
        </p:nvSpPr>
        <p:spPr>
          <a:xfrm>
            <a:off x="4673971"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2" name="03_assume_matched_5649">
            <a:extLst>
              <a:ext uri="{FF2B5EF4-FFF2-40B4-BE49-F238E27FC236}">
                <a16:creationId xmlns:a16="http://schemas.microsoft.com/office/drawing/2014/main" id="{17847E2A-9E18-45F1-AE42-51AF9EF82B99}"/>
              </a:ext>
            </a:extLst>
          </p:cNvPr>
          <p:cNvSpPr>
            <a:spLocks noGrp="1"/>
          </p:cNvSpPr>
          <p:nvPr/>
        </p:nvSpPr>
        <p:spPr>
          <a:xfrm>
            <a:off x="5428357"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3" name="03_assume_matched_5650">
            <a:extLst>
              <a:ext uri="{FF2B5EF4-FFF2-40B4-BE49-F238E27FC236}">
                <a16:creationId xmlns:a16="http://schemas.microsoft.com/office/drawing/2014/main" id="{2C1A2B31-4380-46D6-8FFC-DA1AF7C9D168}"/>
              </a:ext>
            </a:extLst>
          </p:cNvPr>
          <p:cNvSpPr>
            <a:spLocks noGrp="1"/>
          </p:cNvSpPr>
          <p:nvPr/>
        </p:nvSpPr>
        <p:spPr>
          <a:xfrm>
            <a:off x="6182743"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4" name="03_assume_matched_5651">
            <a:extLst>
              <a:ext uri="{FF2B5EF4-FFF2-40B4-BE49-F238E27FC236}">
                <a16:creationId xmlns:a16="http://schemas.microsoft.com/office/drawing/2014/main" id="{F042996C-F62F-4677-ACD6-8BF96F1C8AC3}"/>
              </a:ext>
            </a:extLst>
          </p:cNvPr>
          <p:cNvSpPr>
            <a:spLocks noGrp="1"/>
          </p:cNvSpPr>
          <p:nvPr/>
        </p:nvSpPr>
        <p:spPr>
          <a:xfrm>
            <a:off x="3896953" y="197707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55" name="03_assume_matched_5652">
            <a:extLst>
              <a:ext uri="{FF2B5EF4-FFF2-40B4-BE49-F238E27FC236}">
                <a16:creationId xmlns:a16="http://schemas.microsoft.com/office/drawing/2014/main" id="{CD8E6A96-F1B0-4C1D-82FA-3A333EC7C866}"/>
              </a:ext>
            </a:extLst>
          </p:cNvPr>
          <p:cNvSpPr>
            <a:spLocks noGrp="1"/>
          </p:cNvSpPr>
          <p:nvPr/>
        </p:nvSpPr>
        <p:spPr>
          <a:xfrm>
            <a:off x="3858852" y="197707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56" name="text_5653">
            <a:extLst>
              <a:ext uri="{FF2B5EF4-FFF2-40B4-BE49-F238E27FC236}">
                <a16:creationId xmlns:a16="http://schemas.microsoft.com/office/drawing/2014/main" id="{A749B63E-4834-40FC-99EC-BC8651C77F22}"/>
              </a:ext>
            </a:extLst>
          </p:cNvPr>
          <p:cNvSpPr>
            <a:spLocks noGrp="1"/>
          </p:cNvSpPr>
          <p:nvPr/>
        </p:nvSpPr>
        <p:spPr>
          <a:xfrm>
            <a:off x="3769207" y="193701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357" name="03_assume_matched_5654">
            <a:extLst>
              <a:ext uri="{FF2B5EF4-FFF2-40B4-BE49-F238E27FC236}">
                <a16:creationId xmlns:a16="http://schemas.microsoft.com/office/drawing/2014/main" id="{52260581-8A6E-4A5B-B312-DA87BFAD1C9B}"/>
              </a:ext>
            </a:extLst>
          </p:cNvPr>
          <p:cNvSpPr>
            <a:spLocks noGrp="1"/>
          </p:cNvSpPr>
          <p:nvPr/>
        </p:nvSpPr>
        <p:spPr>
          <a:xfrm>
            <a:off x="3896953" y="1684639"/>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58" name="03_assume_matched_5655">
            <a:extLst>
              <a:ext uri="{FF2B5EF4-FFF2-40B4-BE49-F238E27FC236}">
                <a16:creationId xmlns:a16="http://schemas.microsoft.com/office/drawing/2014/main" id="{77BCBDE0-1DE7-4B89-9314-BE5E7EF25728}"/>
              </a:ext>
            </a:extLst>
          </p:cNvPr>
          <p:cNvSpPr>
            <a:spLocks noGrp="1"/>
          </p:cNvSpPr>
          <p:nvPr/>
        </p:nvSpPr>
        <p:spPr>
          <a:xfrm>
            <a:off x="3858852" y="168463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59" name="text_5656">
            <a:extLst>
              <a:ext uri="{FF2B5EF4-FFF2-40B4-BE49-F238E27FC236}">
                <a16:creationId xmlns:a16="http://schemas.microsoft.com/office/drawing/2014/main" id="{7CE5D095-ED30-4794-9CBE-C6AA0A9D4D0D}"/>
              </a:ext>
            </a:extLst>
          </p:cNvPr>
          <p:cNvSpPr>
            <a:spLocks noGrp="1"/>
          </p:cNvSpPr>
          <p:nvPr/>
        </p:nvSpPr>
        <p:spPr>
          <a:xfrm>
            <a:off x="3717659" y="1644577"/>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360" name="03_assume_matched_5657">
            <a:extLst>
              <a:ext uri="{FF2B5EF4-FFF2-40B4-BE49-F238E27FC236}">
                <a16:creationId xmlns:a16="http://schemas.microsoft.com/office/drawing/2014/main" id="{2E5E323B-48B3-49BD-9895-2D071867D79E}"/>
              </a:ext>
            </a:extLst>
          </p:cNvPr>
          <p:cNvSpPr>
            <a:spLocks noGrp="1"/>
          </p:cNvSpPr>
          <p:nvPr/>
        </p:nvSpPr>
        <p:spPr>
          <a:xfrm>
            <a:off x="3896953" y="139220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61" name="03_assume_matched_5658">
            <a:extLst>
              <a:ext uri="{FF2B5EF4-FFF2-40B4-BE49-F238E27FC236}">
                <a16:creationId xmlns:a16="http://schemas.microsoft.com/office/drawing/2014/main" id="{7B81A9E9-32F4-491B-A564-A4E3D55C8DBA}"/>
              </a:ext>
            </a:extLst>
          </p:cNvPr>
          <p:cNvSpPr>
            <a:spLocks noGrp="1"/>
          </p:cNvSpPr>
          <p:nvPr/>
        </p:nvSpPr>
        <p:spPr>
          <a:xfrm>
            <a:off x="3858852" y="139220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62" name="text_5659">
            <a:extLst>
              <a:ext uri="{FF2B5EF4-FFF2-40B4-BE49-F238E27FC236}">
                <a16:creationId xmlns:a16="http://schemas.microsoft.com/office/drawing/2014/main" id="{ACF215CF-C037-475D-9276-E9F4FA00D7F1}"/>
              </a:ext>
            </a:extLst>
          </p:cNvPr>
          <p:cNvSpPr>
            <a:spLocks noGrp="1"/>
          </p:cNvSpPr>
          <p:nvPr/>
        </p:nvSpPr>
        <p:spPr>
          <a:xfrm>
            <a:off x="3666112" y="135214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363" name="03_assume_matched_5660">
            <a:extLst>
              <a:ext uri="{FF2B5EF4-FFF2-40B4-BE49-F238E27FC236}">
                <a16:creationId xmlns:a16="http://schemas.microsoft.com/office/drawing/2014/main" id="{9144E6C6-ED60-422E-91A8-1BA9AF4CD3EA}"/>
              </a:ext>
            </a:extLst>
          </p:cNvPr>
          <p:cNvSpPr>
            <a:spLocks noGrp="1"/>
          </p:cNvSpPr>
          <p:nvPr/>
        </p:nvSpPr>
        <p:spPr>
          <a:xfrm>
            <a:off x="4334529" y="1722927"/>
            <a:ext cx="28398" cy="28398"/>
          </a:xfrm>
          <a:prstGeom prst="ellipse">
            <a:avLst/>
          </a:prstGeom>
          <a:solidFill>
            <a:srgbClr val="7F8C97">
              <a:alpha val="48000"/>
            </a:srgbClr>
          </a:solidFill>
          <a:ln w="0">
            <a:noFill/>
            <a:prstDash val="solid"/>
          </a:ln>
        </p:spPr>
      </p:sp>
      <p:sp>
        <p:nvSpPr>
          <p:cNvPr id="364" name="03_assume_matched_5661">
            <a:extLst>
              <a:ext uri="{FF2B5EF4-FFF2-40B4-BE49-F238E27FC236}">
                <a16:creationId xmlns:a16="http://schemas.microsoft.com/office/drawing/2014/main" id="{2D25A545-6195-4C24-A4B9-AF0240C7435D}"/>
              </a:ext>
            </a:extLst>
          </p:cNvPr>
          <p:cNvSpPr>
            <a:spLocks noGrp="1"/>
          </p:cNvSpPr>
          <p:nvPr/>
        </p:nvSpPr>
        <p:spPr>
          <a:xfrm>
            <a:off x="4323016" y="1962874"/>
            <a:ext cx="28398" cy="28398"/>
          </a:xfrm>
          <a:prstGeom prst="ellipse">
            <a:avLst/>
          </a:prstGeom>
          <a:solidFill>
            <a:srgbClr val="7F8C97">
              <a:alpha val="48000"/>
            </a:srgbClr>
          </a:solidFill>
          <a:ln w="0">
            <a:noFill/>
            <a:prstDash val="solid"/>
          </a:ln>
        </p:spPr>
      </p:sp>
      <p:sp>
        <p:nvSpPr>
          <p:cNvPr id="365" name="03_assume_matched_5662">
            <a:extLst>
              <a:ext uri="{FF2B5EF4-FFF2-40B4-BE49-F238E27FC236}">
                <a16:creationId xmlns:a16="http://schemas.microsoft.com/office/drawing/2014/main" id="{C3A06AD6-D084-436E-B704-75BD1DCE7A5F}"/>
              </a:ext>
            </a:extLst>
          </p:cNvPr>
          <p:cNvSpPr>
            <a:spLocks noGrp="1"/>
          </p:cNvSpPr>
          <p:nvPr/>
        </p:nvSpPr>
        <p:spPr>
          <a:xfrm>
            <a:off x="4265885" y="1962874"/>
            <a:ext cx="28398" cy="28398"/>
          </a:xfrm>
          <a:prstGeom prst="ellipse">
            <a:avLst/>
          </a:prstGeom>
          <a:solidFill>
            <a:srgbClr val="7F8C97">
              <a:alpha val="48000"/>
            </a:srgbClr>
          </a:solidFill>
          <a:ln w="0">
            <a:noFill/>
            <a:prstDash val="solid"/>
          </a:ln>
        </p:spPr>
      </p:sp>
      <p:sp>
        <p:nvSpPr>
          <p:cNvPr id="366" name="03_assume_matched_5663">
            <a:extLst>
              <a:ext uri="{FF2B5EF4-FFF2-40B4-BE49-F238E27FC236}">
                <a16:creationId xmlns:a16="http://schemas.microsoft.com/office/drawing/2014/main" id="{EEE63129-7578-43C7-93F2-B70A7FD39691}"/>
              </a:ext>
            </a:extLst>
          </p:cNvPr>
          <p:cNvSpPr>
            <a:spLocks noGrp="1"/>
          </p:cNvSpPr>
          <p:nvPr/>
        </p:nvSpPr>
        <p:spPr>
          <a:xfrm>
            <a:off x="4344747" y="1670439"/>
            <a:ext cx="28398" cy="28398"/>
          </a:xfrm>
          <a:prstGeom prst="ellipse">
            <a:avLst/>
          </a:prstGeom>
          <a:solidFill>
            <a:srgbClr val="7F8C97">
              <a:alpha val="48000"/>
            </a:srgbClr>
          </a:solidFill>
          <a:ln w="0">
            <a:noFill/>
            <a:prstDash val="solid"/>
          </a:ln>
        </p:spPr>
      </p:sp>
      <p:sp>
        <p:nvSpPr>
          <p:cNvPr id="367" name="03_assume_matched_5664">
            <a:extLst>
              <a:ext uri="{FF2B5EF4-FFF2-40B4-BE49-F238E27FC236}">
                <a16:creationId xmlns:a16="http://schemas.microsoft.com/office/drawing/2014/main" id="{FF4A9C98-119C-44B0-8DA6-F454E474AB99}"/>
              </a:ext>
            </a:extLst>
          </p:cNvPr>
          <p:cNvSpPr>
            <a:spLocks noGrp="1"/>
          </p:cNvSpPr>
          <p:nvPr/>
        </p:nvSpPr>
        <p:spPr>
          <a:xfrm>
            <a:off x="4312511" y="1712215"/>
            <a:ext cx="28398" cy="28398"/>
          </a:xfrm>
          <a:prstGeom prst="ellipse">
            <a:avLst/>
          </a:prstGeom>
          <a:solidFill>
            <a:srgbClr val="7F8C97">
              <a:alpha val="48000"/>
            </a:srgbClr>
          </a:solidFill>
          <a:ln w="0">
            <a:noFill/>
            <a:prstDash val="solid"/>
          </a:ln>
        </p:spPr>
      </p:sp>
      <p:sp>
        <p:nvSpPr>
          <p:cNvPr id="368" name="03_assume_matched_5665">
            <a:extLst>
              <a:ext uri="{FF2B5EF4-FFF2-40B4-BE49-F238E27FC236}">
                <a16:creationId xmlns:a16="http://schemas.microsoft.com/office/drawing/2014/main" id="{E4E39721-BA39-45FB-99C1-0D96E4A1B6AB}"/>
              </a:ext>
            </a:extLst>
          </p:cNvPr>
          <p:cNvSpPr>
            <a:spLocks noGrp="1"/>
          </p:cNvSpPr>
          <p:nvPr/>
        </p:nvSpPr>
        <p:spPr>
          <a:xfrm>
            <a:off x="4217243" y="1697024"/>
            <a:ext cx="28398" cy="28398"/>
          </a:xfrm>
          <a:prstGeom prst="ellipse">
            <a:avLst/>
          </a:prstGeom>
          <a:solidFill>
            <a:srgbClr val="7F8C97">
              <a:alpha val="48000"/>
            </a:srgbClr>
          </a:solidFill>
          <a:ln w="0">
            <a:noFill/>
            <a:prstDash val="solid"/>
          </a:ln>
        </p:spPr>
      </p:sp>
      <p:sp>
        <p:nvSpPr>
          <p:cNvPr id="369" name="03_assume_matched_5666">
            <a:extLst>
              <a:ext uri="{FF2B5EF4-FFF2-40B4-BE49-F238E27FC236}">
                <a16:creationId xmlns:a16="http://schemas.microsoft.com/office/drawing/2014/main" id="{E855A471-FC34-4B5F-AF92-3D5881DB618F}"/>
              </a:ext>
            </a:extLst>
          </p:cNvPr>
          <p:cNvSpPr>
            <a:spLocks noGrp="1"/>
          </p:cNvSpPr>
          <p:nvPr/>
        </p:nvSpPr>
        <p:spPr>
          <a:xfrm>
            <a:off x="4247896" y="1962874"/>
            <a:ext cx="28398" cy="28398"/>
          </a:xfrm>
          <a:prstGeom prst="ellipse">
            <a:avLst/>
          </a:prstGeom>
          <a:solidFill>
            <a:srgbClr val="7F8C97">
              <a:alpha val="48000"/>
            </a:srgbClr>
          </a:solidFill>
          <a:ln w="0">
            <a:noFill/>
            <a:prstDash val="solid"/>
          </a:ln>
        </p:spPr>
      </p:sp>
      <p:sp>
        <p:nvSpPr>
          <p:cNvPr id="370" name="03_assume_matched_5667">
            <a:extLst>
              <a:ext uri="{FF2B5EF4-FFF2-40B4-BE49-F238E27FC236}">
                <a16:creationId xmlns:a16="http://schemas.microsoft.com/office/drawing/2014/main" id="{CBBCD78F-1588-441C-81A5-7F06213F5D4F}"/>
              </a:ext>
            </a:extLst>
          </p:cNvPr>
          <p:cNvSpPr>
            <a:spLocks noGrp="1"/>
          </p:cNvSpPr>
          <p:nvPr/>
        </p:nvSpPr>
        <p:spPr>
          <a:xfrm>
            <a:off x="4216956" y="1962874"/>
            <a:ext cx="28398" cy="28398"/>
          </a:xfrm>
          <a:prstGeom prst="ellipse">
            <a:avLst/>
          </a:prstGeom>
          <a:solidFill>
            <a:srgbClr val="7F8C97">
              <a:alpha val="48000"/>
            </a:srgbClr>
          </a:solidFill>
          <a:ln w="0">
            <a:noFill/>
            <a:prstDash val="solid"/>
          </a:ln>
        </p:spPr>
      </p:sp>
      <p:sp>
        <p:nvSpPr>
          <p:cNvPr id="371" name="03_assume_matched_5668">
            <a:extLst>
              <a:ext uri="{FF2B5EF4-FFF2-40B4-BE49-F238E27FC236}">
                <a16:creationId xmlns:a16="http://schemas.microsoft.com/office/drawing/2014/main" id="{C0CB6DAD-FA62-478E-A701-47BB3EBACC74}"/>
              </a:ext>
            </a:extLst>
          </p:cNvPr>
          <p:cNvSpPr>
            <a:spLocks noGrp="1"/>
          </p:cNvSpPr>
          <p:nvPr/>
        </p:nvSpPr>
        <p:spPr>
          <a:xfrm>
            <a:off x="4298264" y="1962874"/>
            <a:ext cx="28398" cy="28398"/>
          </a:xfrm>
          <a:prstGeom prst="ellipse">
            <a:avLst/>
          </a:prstGeom>
          <a:solidFill>
            <a:srgbClr val="7F8C97">
              <a:alpha val="48000"/>
            </a:srgbClr>
          </a:solidFill>
          <a:ln w="0">
            <a:noFill/>
            <a:prstDash val="solid"/>
          </a:ln>
        </p:spPr>
      </p:sp>
      <p:sp>
        <p:nvSpPr>
          <p:cNvPr id="372" name="03_assume_matched_5669">
            <a:extLst>
              <a:ext uri="{FF2B5EF4-FFF2-40B4-BE49-F238E27FC236}">
                <a16:creationId xmlns:a16="http://schemas.microsoft.com/office/drawing/2014/main" id="{EA4F2E71-FE89-4AF1-B2DC-FBDD377A5D88}"/>
              </a:ext>
            </a:extLst>
          </p:cNvPr>
          <p:cNvSpPr>
            <a:spLocks noGrp="1"/>
          </p:cNvSpPr>
          <p:nvPr/>
        </p:nvSpPr>
        <p:spPr>
          <a:xfrm>
            <a:off x="4279556" y="1962874"/>
            <a:ext cx="28398" cy="28398"/>
          </a:xfrm>
          <a:prstGeom prst="ellipse">
            <a:avLst/>
          </a:prstGeom>
          <a:solidFill>
            <a:srgbClr val="7F8C97">
              <a:alpha val="48000"/>
            </a:srgbClr>
          </a:solidFill>
          <a:ln w="0">
            <a:noFill/>
            <a:prstDash val="solid"/>
          </a:ln>
        </p:spPr>
      </p:sp>
      <p:sp>
        <p:nvSpPr>
          <p:cNvPr id="373" name="03_assume_matched_5670">
            <a:extLst>
              <a:ext uri="{FF2B5EF4-FFF2-40B4-BE49-F238E27FC236}">
                <a16:creationId xmlns:a16="http://schemas.microsoft.com/office/drawing/2014/main" id="{449D98D8-EC3A-4CD8-9054-1FE87721EA43}"/>
              </a:ext>
            </a:extLst>
          </p:cNvPr>
          <p:cNvSpPr>
            <a:spLocks noGrp="1"/>
          </p:cNvSpPr>
          <p:nvPr/>
        </p:nvSpPr>
        <p:spPr>
          <a:xfrm>
            <a:off x="4264302" y="1962874"/>
            <a:ext cx="28398" cy="28398"/>
          </a:xfrm>
          <a:prstGeom prst="ellipse">
            <a:avLst/>
          </a:prstGeom>
          <a:solidFill>
            <a:srgbClr val="7F8C97">
              <a:alpha val="48000"/>
            </a:srgbClr>
          </a:solidFill>
          <a:ln w="0">
            <a:noFill/>
            <a:prstDash val="solid"/>
          </a:ln>
        </p:spPr>
      </p:sp>
      <p:sp>
        <p:nvSpPr>
          <p:cNvPr id="374" name="03_assume_matched_5671">
            <a:extLst>
              <a:ext uri="{FF2B5EF4-FFF2-40B4-BE49-F238E27FC236}">
                <a16:creationId xmlns:a16="http://schemas.microsoft.com/office/drawing/2014/main" id="{DBC5C391-A626-435C-A6ED-1C8961DF598A}"/>
              </a:ext>
            </a:extLst>
          </p:cNvPr>
          <p:cNvSpPr>
            <a:spLocks noGrp="1"/>
          </p:cNvSpPr>
          <p:nvPr/>
        </p:nvSpPr>
        <p:spPr>
          <a:xfrm>
            <a:off x="4250055" y="1962874"/>
            <a:ext cx="28398" cy="28398"/>
          </a:xfrm>
          <a:prstGeom prst="ellipse">
            <a:avLst/>
          </a:prstGeom>
          <a:solidFill>
            <a:srgbClr val="7F8C97">
              <a:alpha val="48000"/>
            </a:srgbClr>
          </a:solidFill>
          <a:ln w="0">
            <a:noFill/>
            <a:prstDash val="solid"/>
          </a:ln>
        </p:spPr>
      </p:sp>
      <p:sp>
        <p:nvSpPr>
          <p:cNvPr id="375" name="03_assume_matched_5672">
            <a:extLst>
              <a:ext uri="{FF2B5EF4-FFF2-40B4-BE49-F238E27FC236}">
                <a16:creationId xmlns:a16="http://schemas.microsoft.com/office/drawing/2014/main" id="{18F0608C-573F-4EDD-8B06-2383B2284AD1}"/>
              </a:ext>
            </a:extLst>
          </p:cNvPr>
          <p:cNvSpPr>
            <a:spLocks noGrp="1"/>
          </p:cNvSpPr>
          <p:nvPr/>
        </p:nvSpPr>
        <p:spPr>
          <a:xfrm>
            <a:off x="4266460" y="1962874"/>
            <a:ext cx="28398" cy="28398"/>
          </a:xfrm>
          <a:prstGeom prst="ellipse">
            <a:avLst/>
          </a:prstGeom>
          <a:solidFill>
            <a:srgbClr val="7F8C97">
              <a:alpha val="48000"/>
            </a:srgbClr>
          </a:solidFill>
          <a:ln w="0">
            <a:noFill/>
            <a:prstDash val="solid"/>
          </a:ln>
        </p:spPr>
      </p:sp>
      <p:sp>
        <p:nvSpPr>
          <p:cNvPr id="376" name="03_assume_matched_5673">
            <a:extLst>
              <a:ext uri="{FF2B5EF4-FFF2-40B4-BE49-F238E27FC236}">
                <a16:creationId xmlns:a16="http://schemas.microsoft.com/office/drawing/2014/main" id="{95584565-3874-4EBF-AE1D-A3FABED58D1C}"/>
              </a:ext>
            </a:extLst>
          </p:cNvPr>
          <p:cNvSpPr>
            <a:spLocks noGrp="1"/>
          </p:cNvSpPr>
          <p:nvPr/>
        </p:nvSpPr>
        <p:spPr>
          <a:xfrm>
            <a:off x="4351654" y="1670439"/>
            <a:ext cx="28398" cy="28398"/>
          </a:xfrm>
          <a:prstGeom prst="ellipse">
            <a:avLst/>
          </a:prstGeom>
          <a:solidFill>
            <a:srgbClr val="7F8C97">
              <a:alpha val="48000"/>
            </a:srgbClr>
          </a:solidFill>
          <a:ln w="0">
            <a:noFill/>
            <a:prstDash val="solid"/>
          </a:ln>
        </p:spPr>
      </p:sp>
      <p:sp>
        <p:nvSpPr>
          <p:cNvPr id="377" name="03_assume_matched_5674">
            <a:extLst>
              <a:ext uri="{FF2B5EF4-FFF2-40B4-BE49-F238E27FC236}">
                <a16:creationId xmlns:a16="http://schemas.microsoft.com/office/drawing/2014/main" id="{071811C2-A3BC-420A-82E4-0999F47FC86C}"/>
              </a:ext>
            </a:extLst>
          </p:cNvPr>
          <p:cNvSpPr>
            <a:spLocks noGrp="1"/>
          </p:cNvSpPr>
          <p:nvPr/>
        </p:nvSpPr>
        <p:spPr>
          <a:xfrm>
            <a:off x="4306611" y="1767917"/>
            <a:ext cx="28398" cy="28398"/>
          </a:xfrm>
          <a:prstGeom prst="ellipse">
            <a:avLst/>
          </a:prstGeom>
          <a:solidFill>
            <a:srgbClr val="7F8C97">
              <a:alpha val="48000"/>
            </a:srgbClr>
          </a:solidFill>
          <a:ln w="0">
            <a:noFill/>
            <a:prstDash val="solid"/>
          </a:ln>
        </p:spPr>
      </p:sp>
      <p:sp>
        <p:nvSpPr>
          <p:cNvPr id="378" name="03_assume_matched_5675">
            <a:extLst>
              <a:ext uri="{FF2B5EF4-FFF2-40B4-BE49-F238E27FC236}">
                <a16:creationId xmlns:a16="http://schemas.microsoft.com/office/drawing/2014/main" id="{1E962BEA-ED2F-4E5B-A20D-9CEDB6F2ECCA}"/>
              </a:ext>
            </a:extLst>
          </p:cNvPr>
          <p:cNvSpPr>
            <a:spLocks noGrp="1"/>
          </p:cNvSpPr>
          <p:nvPr/>
        </p:nvSpPr>
        <p:spPr>
          <a:xfrm>
            <a:off x="4316397" y="1962874"/>
            <a:ext cx="28398" cy="28398"/>
          </a:xfrm>
          <a:prstGeom prst="ellipse">
            <a:avLst/>
          </a:prstGeom>
          <a:solidFill>
            <a:srgbClr val="7F8C97">
              <a:alpha val="48000"/>
            </a:srgbClr>
          </a:solidFill>
          <a:ln w="0">
            <a:noFill/>
            <a:prstDash val="solid"/>
          </a:ln>
        </p:spPr>
      </p:sp>
      <p:sp>
        <p:nvSpPr>
          <p:cNvPr id="379" name="03_assume_matched_5676">
            <a:extLst>
              <a:ext uri="{FF2B5EF4-FFF2-40B4-BE49-F238E27FC236}">
                <a16:creationId xmlns:a16="http://schemas.microsoft.com/office/drawing/2014/main" id="{5B932D9F-20DD-4164-859C-8DCF0F6A7F14}"/>
              </a:ext>
            </a:extLst>
          </p:cNvPr>
          <p:cNvSpPr>
            <a:spLocks noGrp="1"/>
          </p:cNvSpPr>
          <p:nvPr/>
        </p:nvSpPr>
        <p:spPr>
          <a:xfrm>
            <a:off x="4253221" y="1832903"/>
            <a:ext cx="28398" cy="28398"/>
          </a:xfrm>
          <a:prstGeom prst="ellipse">
            <a:avLst/>
          </a:prstGeom>
          <a:solidFill>
            <a:srgbClr val="7F8C97">
              <a:alpha val="48000"/>
            </a:srgbClr>
          </a:solidFill>
          <a:ln w="0">
            <a:noFill/>
            <a:prstDash val="solid"/>
          </a:ln>
        </p:spPr>
      </p:sp>
      <p:sp>
        <p:nvSpPr>
          <p:cNvPr id="380" name="03_assume_matched_5677">
            <a:extLst>
              <a:ext uri="{FF2B5EF4-FFF2-40B4-BE49-F238E27FC236}">
                <a16:creationId xmlns:a16="http://schemas.microsoft.com/office/drawing/2014/main" id="{D7564B18-0ED6-46CF-9A25-D6DC2F4212F0}"/>
              </a:ext>
            </a:extLst>
          </p:cNvPr>
          <p:cNvSpPr>
            <a:spLocks noGrp="1"/>
          </p:cNvSpPr>
          <p:nvPr/>
        </p:nvSpPr>
        <p:spPr>
          <a:xfrm>
            <a:off x="4343595" y="1962874"/>
            <a:ext cx="28398" cy="28398"/>
          </a:xfrm>
          <a:prstGeom prst="ellipse">
            <a:avLst/>
          </a:prstGeom>
          <a:solidFill>
            <a:srgbClr val="7F8C97">
              <a:alpha val="48000"/>
            </a:srgbClr>
          </a:solidFill>
          <a:ln w="0">
            <a:noFill/>
            <a:prstDash val="solid"/>
          </a:ln>
        </p:spPr>
      </p:sp>
      <p:sp>
        <p:nvSpPr>
          <p:cNvPr id="381" name="03_assume_matched_5678">
            <a:extLst>
              <a:ext uri="{FF2B5EF4-FFF2-40B4-BE49-F238E27FC236}">
                <a16:creationId xmlns:a16="http://schemas.microsoft.com/office/drawing/2014/main" id="{A3A1D8EC-15A0-4064-8189-D4A11AEB1764}"/>
              </a:ext>
            </a:extLst>
          </p:cNvPr>
          <p:cNvSpPr>
            <a:spLocks noGrp="1"/>
          </p:cNvSpPr>
          <p:nvPr/>
        </p:nvSpPr>
        <p:spPr>
          <a:xfrm>
            <a:off x="4316684" y="1750194"/>
            <a:ext cx="28398" cy="28398"/>
          </a:xfrm>
          <a:prstGeom prst="ellipse">
            <a:avLst/>
          </a:prstGeom>
          <a:solidFill>
            <a:srgbClr val="7F8C97">
              <a:alpha val="48000"/>
            </a:srgbClr>
          </a:solidFill>
          <a:ln w="0">
            <a:noFill/>
            <a:prstDash val="solid"/>
          </a:ln>
        </p:spPr>
      </p:sp>
      <p:sp>
        <p:nvSpPr>
          <p:cNvPr id="382" name="03_assume_matched_5679">
            <a:extLst>
              <a:ext uri="{FF2B5EF4-FFF2-40B4-BE49-F238E27FC236}">
                <a16:creationId xmlns:a16="http://schemas.microsoft.com/office/drawing/2014/main" id="{C96FBEDB-9011-4B3F-9E15-51AB1D7EF389}"/>
              </a:ext>
            </a:extLst>
          </p:cNvPr>
          <p:cNvSpPr>
            <a:spLocks noGrp="1"/>
          </p:cNvSpPr>
          <p:nvPr/>
        </p:nvSpPr>
        <p:spPr>
          <a:xfrm>
            <a:off x="4234512" y="1962874"/>
            <a:ext cx="28398" cy="28398"/>
          </a:xfrm>
          <a:prstGeom prst="ellipse">
            <a:avLst/>
          </a:prstGeom>
          <a:solidFill>
            <a:srgbClr val="7F8C97">
              <a:alpha val="48000"/>
            </a:srgbClr>
          </a:solidFill>
          <a:ln w="0">
            <a:noFill/>
            <a:prstDash val="solid"/>
          </a:ln>
        </p:spPr>
      </p:sp>
      <p:sp>
        <p:nvSpPr>
          <p:cNvPr id="383" name="03_assume_matched_5680">
            <a:extLst>
              <a:ext uri="{FF2B5EF4-FFF2-40B4-BE49-F238E27FC236}">
                <a16:creationId xmlns:a16="http://schemas.microsoft.com/office/drawing/2014/main" id="{38ED7672-70FC-4486-B96A-2EDFB0F773A3}"/>
              </a:ext>
            </a:extLst>
          </p:cNvPr>
          <p:cNvSpPr>
            <a:spLocks noGrp="1"/>
          </p:cNvSpPr>
          <p:nvPr/>
        </p:nvSpPr>
        <p:spPr>
          <a:xfrm>
            <a:off x="4241852" y="1962874"/>
            <a:ext cx="28398" cy="28398"/>
          </a:xfrm>
          <a:prstGeom prst="ellipse">
            <a:avLst/>
          </a:prstGeom>
          <a:solidFill>
            <a:srgbClr val="7F8C97">
              <a:alpha val="48000"/>
            </a:srgbClr>
          </a:solidFill>
          <a:ln w="0">
            <a:noFill/>
            <a:prstDash val="solid"/>
          </a:ln>
        </p:spPr>
      </p:sp>
      <p:sp>
        <p:nvSpPr>
          <p:cNvPr id="384" name="03_assume_matched_5681">
            <a:extLst>
              <a:ext uri="{FF2B5EF4-FFF2-40B4-BE49-F238E27FC236}">
                <a16:creationId xmlns:a16="http://schemas.microsoft.com/office/drawing/2014/main" id="{1032F7C8-F8DF-4301-8855-9BFFDA0EC8F7}"/>
              </a:ext>
            </a:extLst>
          </p:cNvPr>
          <p:cNvSpPr>
            <a:spLocks noGrp="1"/>
          </p:cNvSpPr>
          <p:nvPr/>
        </p:nvSpPr>
        <p:spPr>
          <a:xfrm>
            <a:off x="4253077" y="1767917"/>
            <a:ext cx="28398" cy="28398"/>
          </a:xfrm>
          <a:prstGeom prst="ellipse">
            <a:avLst/>
          </a:prstGeom>
          <a:solidFill>
            <a:srgbClr val="7F8C97">
              <a:alpha val="48000"/>
            </a:srgbClr>
          </a:solidFill>
          <a:ln w="0">
            <a:noFill/>
            <a:prstDash val="solid"/>
          </a:ln>
        </p:spPr>
      </p:sp>
      <p:sp>
        <p:nvSpPr>
          <p:cNvPr id="385" name="03_assume_matched_5682">
            <a:extLst>
              <a:ext uri="{FF2B5EF4-FFF2-40B4-BE49-F238E27FC236}">
                <a16:creationId xmlns:a16="http://schemas.microsoft.com/office/drawing/2014/main" id="{92DDFE24-DE2A-42B8-9C4A-3096A968F7E8}"/>
              </a:ext>
            </a:extLst>
          </p:cNvPr>
          <p:cNvSpPr>
            <a:spLocks noGrp="1"/>
          </p:cNvSpPr>
          <p:nvPr/>
        </p:nvSpPr>
        <p:spPr>
          <a:xfrm>
            <a:off x="4342444" y="1962874"/>
            <a:ext cx="28398" cy="28398"/>
          </a:xfrm>
          <a:prstGeom prst="ellipse">
            <a:avLst/>
          </a:prstGeom>
          <a:solidFill>
            <a:srgbClr val="7F8C97">
              <a:alpha val="48000"/>
            </a:srgbClr>
          </a:solidFill>
          <a:ln w="0">
            <a:noFill/>
            <a:prstDash val="solid"/>
          </a:ln>
        </p:spPr>
      </p:sp>
      <p:sp>
        <p:nvSpPr>
          <p:cNvPr id="386" name="03_assume_matched_5683">
            <a:extLst>
              <a:ext uri="{FF2B5EF4-FFF2-40B4-BE49-F238E27FC236}">
                <a16:creationId xmlns:a16="http://schemas.microsoft.com/office/drawing/2014/main" id="{201F8891-01AE-4029-AF42-F9AAF4D9E18B}"/>
              </a:ext>
            </a:extLst>
          </p:cNvPr>
          <p:cNvSpPr>
            <a:spLocks noGrp="1"/>
          </p:cNvSpPr>
          <p:nvPr/>
        </p:nvSpPr>
        <p:spPr>
          <a:xfrm>
            <a:off x="4255379" y="1670439"/>
            <a:ext cx="28398" cy="28398"/>
          </a:xfrm>
          <a:prstGeom prst="ellipse">
            <a:avLst/>
          </a:prstGeom>
          <a:solidFill>
            <a:srgbClr val="7F8C97">
              <a:alpha val="48000"/>
            </a:srgbClr>
          </a:solidFill>
          <a:ln w="0">
            <a:noFill/>
            <a:prstDash val="solid"/>
          </a:ln>
        </p:spPr>
      </p:sp>
      <p:sp>
        <p:nvSpPr>
          <p:cNvPr id="387" name="03_assume_matched_5684">
            <a:extLst>
              <a:ext uri="{FF2B5EF4-FFF2-40B4-BE49-F238E27FC236}">
                <a16:creationId xmlns:a16="http://schemas.microsoft.com/office/drawing/2014/main" id="{7FD9A133-AD24-4F75-AB3C-CD2C51729577}"/>
              </a:ext>
            </a:extLst>
          </p:cNvPr>
          <p:cNvSpPr>
            <a:spLocks noGrp="1"/>
          </p:cNvSpPr>
          <p:nvPr/>
        </p:nvSpPr>
        <p:spPr>
          <a:xfrm>
            <a:off x="4334385" y="1962874"/>
            <a:ext cx="28398" cy="28398"/>
          </a:xfrm>
          <a:prstGeom prst="ellipse">
            <a:avLst/>
          </a:prstGeom>
          <a:solidFill>
            <a:srgbClr val="7F8C97">
              <a:alpha val="48000"/>
            </a:srgbClr>
          </a:solidFill>
          <a:ln w="0">
            <a:noFill/>
            <a:prstDash val="solid"/>
          </a:ln>
        </p:spPr>
      </p:sp>
      <p:sp>
        <p:nvSpPr>
          <p:cNvPr id="388" name="03_assume_matched_5685">
            <a:extLst>
              <a:ext uri="{FF2B5EF4-FFF2-40B4-BE49-F238E27FC236}">
                <a16:creationId xmlns:a16="http://schemas.microsoft.com/office/drawing/2014/main" id="{508F5F25-3B78-43DF-A4EF-F590197DBE99}"/>
              </a:ext>
            </a:extLst>
          </p:cNvPr>
          <p:cNvSpPr>
            <a:spLocks noGrp="1"/>
          </p:cNvSpPr>
          <p:nvPr/>
        </p:nvSpPr>
        <p:spPr>
          <a:xfrm>
            <a:off x="4335537" y="1670439"/>
            <a:ext cx="28398" cy="28398"/>
          </a:xfrm>
          <a:prstGeom prst="ellipse">
            <a:avLst/>
          </a:prstGeom>
          <a:solidFill>
            <a:srgbClr val="7F8C97">
              <a:alpha val="48000"/>
            </a:srgbClr>
          </a:solidFill>
          <a:ln w="0">
            <a:noFill/>
            <a:prstDash val="solid"/>
          </a:ln>
        </p:spPr>
      </p:sp>
      <p:sp>
        <p:nvSpPr>
          <p:cNvPr id="389" name="03_assume_matched_5686">
            <a:extLst>
              <a:ext uri="{FF2B5EF4-FFF2-40B4-BE49-F238E27FC236}">
                <a16:creationId xmlns:a16="http://schemas.microsoft.com/office/drawing/2014/main" id="{9622F81E-F5B1-4CC0-941F-D10ABF63E731}"/>
              </a:ext>
            </a:extLst>
          </p:cNvPr>
          <p:cNvSpPr>
            <a:spLocks noGrp="1"/>
          </p:cNvSpPr>
          <p:nvPr/>
        </p:nvSpPr>
        <p:spPr>
          <a:xfrm>
            <a:off x="4339278" y="1962874"/>
            <a:ext cx="28398" cy="28398"/>
          </a:xfrm>
          <a:prstGeom prst="ellipse">
            <a:avLst/>
          </a:prstGeom>
          <a:solidFill>
            <a:srgbClr val="7F8C97">
              <a:alpha val="48000"/>
            </a:srgbClr>
          </a:solidFill>
          <a:ln w="0">
            <a:noFill/>
            <a:prstDash val="solid"/>
          </a:ln>
        </p:spPr>
      </p:sp>
      <p:sp>
        <p:nvSpPr>
          <p:cNvPr id="390" name="03_assume_matched_5687">
            <a:extLst>
              <a:ext uri="{FF2B5EF4-FFF2-40B4-BE49-F238E27FC236}">
                <a16:creationId xmlns:a16="http://schemas.microsoft.com/office/drawing/2014/main" id="{814FAFD9-89C7-4F82-91D2-3DBE5217FEE5}"/>
              </a:ext>
            </a:extLst>
          </p:cNvPr>
          <p:cNvSpPr>
            <a:spLocks noGrp="1"/>
          </p:cNvSpPr>
          <p:nvPr/>
        </p:nvSpPr>
        <p:spPr>
          <a:xfrm>
            <a:off x="4256530" y="1962874"/>
            <a:ext cx="28398" cy="28398"/>
          </a:xfrm>
          <a:prstGeom prst="ellipse">
            <a:avLst/>
          </a:prstGeom>
          <a:solidFill>
            <a:srgbClr val="7F8C97">
              <a:alpha val="48000"/>
            </a:srgbClr>
          </a:solidFill>
          <a:ln w="0">
            <a:noFill/>
            <a:prstDash val="solid"/>
          </a:ln>
        </p:spPr>
      </p:sp>
      <p:sp>
        <p:nvSpPr>
          <p:cNvPr id="391" name="03_assume_matched_5688">
            <a:extLst>
              <a:ext uri="{FF2B5EF4-FFF2-40B4-BE49-F238E27FC236}">
                <a16:creationId xmlns:a16="http://schemas.microsoft.com/office/drawing/2014/main" id="{51695A29-4C24-43B8-B1D9-4C498D2FF752}"/>
              </a:ext>
            </a:extLst>
          </p:cNvPr>
          <p:cNvSpPr>
            <a:spLocks noGrp="1"/>
          </p:cNvSpPr>
          <p:nvPr/>
        </p:nvSpPr>
        <p:spPr>
          <a:xfrm>
            <a:off x="4234800" y="1670439"/>
            <a:ext cx="28398" cy="28398"/>
          </a:xfrm>
          <a:prstGeom prst="ellipse">
            <a:avLst/>
          </a:prstGeom>
          <a:solidFill>
            <a:srgbClr val="7F8C97">
              <a:alpha val="48000"/>
            </a:srgbClr>
          </a:solidFill>
          <a:ln w="0">
            <a:noFill/>
            <a:prstDash val="solid"/>
          </a:ln>
        </p:spPr>
      </p:sp>
      <p:sp>
        <p:nvSpPr>
          <p:cNvPr id="392" name="03_assume_matched_5689">
            <a:extLst>
              <a:ext uri="{FF2B5EF4-FFF2-40B4-BE49-F238E27FC236}">
                <a16:creationId xmlns:a16="http://schemas.microsoft.com/office/drawing/2014/main" id="{DF2F1F61-C139-427C-8021-64A35FB63410}"/>
              </a:ext>
            </a:extLst>
          </p:cNvPr>
          <p:cNvSpPr>
            <a:spLocks noGrp="1"/>
          </p:cNvSpPr>
          <p:nvPr/>
        </p:nvSpPr>
        <p:spPr>
          <a:xfrm>
            <a:off x="4318555" y="1962874"/>
            <a:ext cx="28398" cy="28398"/>
          </a:xfrm>
          <a:prstGeom prst="ellipse">
            <a:avLst/>
          </a:prstGeom>
          <a:solidFill>
            <a:srgbClr val="7F8C97">
              <a:alpha val="48000"/>
            </a:srgbClr>
          </a:solidFill>
          <a:ln w="0">
            <a:noFill/>
            <a:prstDash val="solid"/>
          </a:ln>
        </p:spPr>
      </p:sp>
      <p:sp>
        <p:nvSpPr>
          <p:cNvPr id="393" name="03_assume_matched_5690">
            <a:extLst>
              <a:ext uri="{FF2B5EF4-FFF2-40B4-BE49-F238E27FC236}">
                <a16:creationId xmlns:a16="http://schemas.microsoft.com/office/drawing/2014/main" id="{FD066BCC-C305-402A-B669-AF7EF84DBA63}"/>
              </a:ext>
            </a:extLst>
          </p:cNvPr>
          <p:cNvSpPr>
            <a:spLocks noGrp="1"/>
          </p:cNvSpPr>
          <p:nvPr/>
        </p:nvSpPr>
        <p:spPr>
          <a:xfrm>
            <a:off x="4228037" y="1962874"/>
            <a:ext cx="28398" cy="28398"/>
          </a:xfrm>
          <a:prstGeom prst="ellipse">
            <a:avLst/>
          </a:prstGeom>
          <a:solidFill>
            <a:srgbClr val="7F8C97">
              <a:alpha val="48000"/>
            </a:srgbClr>
          </a:solidFill>
          <a:ln w="0">
            <a:noFill/>
            <a:prstDash val="solid"/>
          </a:ln>
        </p:spPr>
      </p:sp>
      <p:sp>
        <p:nvSpPr>
          <p:cNvPr id="394" name="03_assume_matched_5691">
            <a:extLst>
              <a:ext uri="{FF2B5EF4-FFF2-40B4-BE49-F238E27FC236}">
                <a16:creationId xmlns:a16="http://schemas.microsoft.com/office/drawing/2014/main" id="{63E253BD-B708-4651-9D2C-3DEE2D004747}"/>
              </a:ext>
            </a:extLst>
          </p:cNvPr>
          <p:cNvSpPr>
            <a:spLocks noGrp="1"/>
          </p:cNvSpPr>
          <p:nvPr/>
        </p:nvSpPr>
        <p:spPr>
          <a:xfrm>
            <a:off x="4322153" y="1728926"/>
            <a:ext cx="28398" cy="28398"/>
          </a:xfrm>
          <a:prstGeom prst="ellipse">
            <a:avLst/>
          </a:prstGeom>
          <a:solidFill>
            <a:srgbClr val="7F8C97">
              <a:alpha val="48000"/>
            </a:srgbClr>
          </a:solidFill>
          <a:ln w="0">
            <a:noFill/>
            <a:prstDash val="solid"/>
          </a:ln>
        </p:spPr>
      </p:sp>
      <p:sp>
        <p:nvSpPr>
          <p:cNvPr id="395" name="03_assume_matched_5692">
            <a:extLst>
              <a:ext uri="{FF2B5EF4-FFF2-40B4-BE49-F238E27FC236}">
                <a16:creationId xmlns:a16="http://schemas.microsoft.com/office/drawing/2014/main" id="{D43C83D6-018C-40F3-8CA2-180C7385A21F}"/>
              </a:ext>
            </a:extLst>
          </p:cNvPr>
          <p:cNvSpPr>
            <a:spLocks noGrp="1"/>
          </p:cNvSpPr>
          <p:nvPr/>
        </p:nvSpPr>
        <p:spPr>
          <a:xfrm>
            <a:off x="4229332" y="1962874"/>
            <a:ext cx="28398" cy="28398"/>
          </a:xfrm>
          <a:prstGeom prst="ellipse">
            <a:avLst/>
          </a:prstGeom>
          <a:solidFill>
            <a:srgbClr val="7F8C97">
              <a:alpha val="48000"/>
            </a:srgbClr>
          </a:solidFill>
          <a:ln w="0">
            <a:noFill/>
            <a:prstDash val="solid"/>
          </a:ln>
        </p:spPr>
      </p:sp>
      <p:sp>
        <p:nvSpPr>
          <p:cNvPr id="396" name="03_assume_matched_5693">
            <a:extLst>
              <a:ext uri="{FF2B5EF4-FFF2-40B4-BE49-F238E27FC236}">
                <a16:creationId xmlns:a16="http://schemas.microsoft.com/office/drawing/2014/main" id="{3C682ADB-A6AE-4E34-AF14-DB66ACA2D1C8}"/>
              </a:ext>
            </a:extLst>
          </p:cNvPr>
          <p:cNvSpPr>
            <a:spLocks noGrp="1"/>
          </p:cNvSpPr>
          <p:nvPr/>
        </p:nvSpPr>
        <p:spPr>
          <a:xfrm>
            <a:off x="4349783" y="1962874"/>
            <a:ext cx="28398" cy="28398"/>
          </a:xfrm>
          <a:prstGeom prst="ellipse">
            <a:avLst/>
          </a:prstGeom>
          <a:solidFill>
            <a:srgbClr val="7F8C97">
              <a:alpha val="48000"/>
            </a:srgbClr>
          </a:solidFill>
          <a:ln w="0">
            <a:noFill/>
            <a:prstDash val="solid"/>
          </a:ln>
        </p:spPr>
      </p:sp>
      <p:sp>
        <p:nvSpPr>
          <p:cNvPr id="397" name="03_assume_matched_5694">
            <a:extLst>
              <a:ext uri="{FF2B5EF4-FFF2-40B4-BE49-F238E27FC236}">
                <a16:creationId xmlns:a16="http://schemas.microsoft.com/office/drawing/2014/main" id="{3EA87EDB-9448-450C-ACAF-21F193F3B727}"/>
              </a:ext>
            </a:extLst>
          </p:cNvPr>
          <p:cNvSpPr>
            <a:spLocks noGrp="1"/>
          </p:cNvSpPr>
          <p:nvPr/>
        </p:nvSpPr>
        <p:spPr>
          <a:xfrm>
            <a:off x="4327765" y="1962874"/>
            <a:ext cx="28398" cy="28398"/>
          </a:xfrm>
          <a:prstGeom prst="ellipse">
            <a:avLst/>
          </a:prstGeom>
          <a:solidFill>
            <a:srgbClr val="7F8C97">
              <a:alpha val="48000"/>
            </a:srgbClr>
          </a:solidFill>
          <a:ln w="0">
            <a:noFill/>
            <a:prstDash val="solid"/>
          </a:ln>
        </p:spPr>
      </p:sp>
      <p:sp>
        <p:nvSpPr>
          <p:cNvPr id="398" name="03_assume_matched_5695">
            <a:extLst>
              <a:ext uri="{FF2B5EF4-FFF2-40B4-BE49-F238E27FC236}">
                <a16:creationId xmlns:a16="http://schemas.microsoft.com/office/drawing/2014/main" id="{FFED6145-1A39-40F2-BC53-B7D2FCD41968}"/>
              </a:ext>
            </a:extLst>
          </p:cNvPr>
          <p:cNvSpPr>
            <a:spLocks noGrp="1"/>
          </p:cNvSpPr>
          <p:nvPr/>
        </p:nvSpPr>
        <p:spPr>
          <a:xfrm>
            <a:off x="4275670" y="1962874"/>
            <a:ext cx="28398" cy="28398"/>
          </a:xfrm>
          <a:prstGeom prst="ellipse">
            <a:avLst/>
          </a:prstGeom>
          <a:solidFill>
            <a:srgbClr val="7F8C97">
              <a:alpha val="48000"/>
            </a:srgbClr>
          </a:solidFill>
          <a:ln w="0">
            <a:noFill/>
            <a:prstDash val="solid"/>
          </a:ln>
        </p:spPr>
      </p:sp>
      <p:sp>
        <p:nvSpPr>
          <p:cNvPr id="399" name="03_assume_matched_5696">
            <a:extLst>
              <a:ext uri="{FF2B5EF4-FFF2-40B4-BE49-F238E27FC236}">
                <a16:creationId xmlns:a16="http://schemas.microsoft.com/office/drawing/2014/main" id="{0FDA0BF0-4F7E-44F8-B1FA-FB32B6771B23}"/>
              </a:ext>
            </a:extLst>
          </p:cNvPr>
          <p:cNvSpPr>
            <a:spLocks noGrp="1"/>
          </p:cNvSpPr>
          <p:nvPr/>
        </p:nvSpPr>
        <p:spPr>
          <a:xfrm>
            <a:off x="4251350" y="1962874"/>
            <a:ext cx="28398" cy="28398"/>
          </a:xfrm>
          <a:prstGeom prst="ellipse">
            <a:avLst/>
          </a:prstGeom>
          <a:solidFill>
            <a:srgbClr val="7F8C97">
              <a:alpha val="48000"/>
            </a:srgbClr>
          </a:solidFill>
          <a:ln w="0">
            <a:noFill/>
            <a:prstDash val="solid"/>
          </a:ln>
        </p:spPr>
      </p:sp>
      <p:sp>
        <p:nvSpPr>
          <p:cNvPr id="400" name="03_assume_matched_5697">
            <a:extLst>
              <a:ext uri="{FF2B5EF4-FFF2-40B4-BE49-F238E27FC236}">
                <a16:creationId xmlns:a16="http://schemas.microsoft.com/office/drawing/2014/main" id="{AC791866-2BC1-4FD9-8F15-76BEF3FAF48E}"/>
              </a:ext>
            </a:extLst>
          </p:cNvPr>
          <p:cNvSpPr>
            <a:spLocks noGrp="1"/>
          </p:cNvSpPr>
          <p:nvPr/>
        </p:nvSpPr>
        <p:spPr>
          <a:xfrm>
            <a:off x="4353813" y="1962874"/>
            <a:ext cx="28398" cy="28398"/>
          </a:xfrm>
          <a:prstGeom prst="ellipse">
            <a:avLst/>
          </a:prstGeom>
          <a:solidFill>
            <a:srgbClr val="7F8C97">
              <a:alpha val="48000"/>
            </a:srgbClr>
          </a:solidFill>
          <a:ln w="0">
            <a:noFill/>
            <a:prstDash val="solid"/>
          </a:ln>
        </p:spPr>
      </p:sp>
      <p:sp>
        <p:nvSpPr>
          <p:cNvPr id="401" name="03_assume_matched_5698">
            <a:extLst>
              <a:ext uri="{FF2B5EF4-FFF2-40B4-BE49-F238E27FC236}">
                <a16:creationId xmlns:a16="http://schemas.microsoft.com/office/drawing/2014/main" id="{1F18DA55-9353-48E9-AA8C-036510F7B5C2}"/>
              </a:ext>
            </a:extLst>
          </p:cNvPr>
          <p:cNvSpPr>
            <a:spLocks noGrp="1"/>
          </p:cNvSpPr>
          <p:nvPr/>
        </p:nvSpPr>
        <p:spPr>
          <a:xfrm>
            <a:off x="4301574" y="1962874"/>
            <a:ext cx="28398" cy="28398"/>
          </a:xfrm>
          <a:prstGeom prst="ellipse">
            <a:avLst/>
          </a:prstGeom>
          <a:solidFill>
            <a:srgbClr val="7F8C97">
              <a:alpha val="48000"/>
            </a:srgbClr>
          </a:solidFill>
          <a:ln w="0">
            <a:noFill/>
            <a:prstDash val="solid"/>
          </a:ln>
        </p:spPr>
      </p:sp>
      <p:sp>
        <p:nvSpPr>
          <p:cNvPr id="402" name="03_assume_matched_5699">
            <a:extLst>
              <a:ext uri="{FF2B5EF4-FFF2-40B4-BE49-F238E27FC236}">
                <a16:creationId xmlns:a16="http://schemas.microsoft.com/office/drawing/2014/main" id="{5741A016-C2E5-459C-9D97-A902C59B3D06}"/>
              </a:ext>
            </a:extLst>
          </p:cNvPr>
          <p:cNvSpPr>
            <a:spLocks noGrp="1"/>
          </p:cNvSpPr>
          <p:nvPr/>
        </p:nvSpPr>
        <p:spPr>
          <a:xfrm>
            <a:off x="4334385" y="1962874"/>
            <a:ext cx="28398" cy="28398"/>
          </a:xfrm>
          <a:prstGeom prst="ellipse">
            <a:avLst/>
          </a:prstGeom>
          <a:solidFill>
            <a:srgbClr val="7F8C97">
              <a:alpha val="48000"/>
            </a:srgbClr>
          </a:solidFill>
          <a:ln w="0">
            <a:noFill/>
            <a:prstDash val="solid"/>
          </a:ln>
        </p:spPr>
      </p:sp>
      <p:sp>
        <p:nvSpPr>
          <p:cNvPr id="403" name="03_assume_matched_5700">
            <a:extLst>
              <a:ext uri="{FF2B5EF4-FFF2-40B4-BE49-F238E27FC236}">
                <a16:creationId xmlns:a16="http://schemas.microsoft.com/office/drawing/2014/main" id="{6C0BD1B5-BDF1-4584-9E81-9221C8B97F64}"/>
              </a:ext>
            </a:extLst>
          </p:cNvPr>
          <p:cNvSpPr>
            <a:spLocks noGrp="1"/>
          </p:cNvSpPr>
          <p:nvPr/>
        </p:nvSpPr>
        <p:spPr>
          <a:xfrm>
            <a:off x="4233505" y="1845900"/>
            <a:ext cx="28398" cy="28398"/>
          </a:xfrm>
          <a:prstGeom prst="ellipse">
            <a:avLst/>
          </a:prstGeom>
          <a:solidFill>
            <a:srgbClr val="7F8C97">
              <a:alpha val="48000"/>
            </a:srgbClr>
          </a:solidFill>
          <a:ln w="0">
            <a:noFill/>
            <a:prstDash val="solid"/>
          </a:ln>
        </p:spPr>
      </p:sp>
      <p:sp>
        <p:nvSpPr>
          <p:cNvPr id="404" name="03_assume_matched_5701">
            <a:extLst>
              <a:ext uri="{FF2B5EF4-FFF2-40B4-BE49-F238E27FC236}">
                <a16:creationId xmlns:a16="http://schemas.microsoft.com/office/drawing/2014/main" id="{21C176AF-5EC9-4715-BD48-F9FFD6113CC3}"/>
              </a:ext>
            </a:extLst>
          </p:cNvPr>
          <p:cNvSpPr>
            <a:spLocks noGrp="1"/>
          </p:cNvSpPr>
          <p:nvPr/>
        </p:nvSpPr>
        <p:spPr>
          <a:xfrm>
            <a:off x="4325463" y="1962874"/>
            <a:ext cx="28398" cy="28398"/>
          </a:xfrm>
          <a:prstGeom prst="ellipse">
            <a:avLst/>
          </a:prstGeom>
          <a:solidFill>
            <a:srgbClr val="7F8C97">
              <a:alpha val="48000"/>
            </a:srgbClr>
          </a:solidFill>
          <a:ln w="0">
            <a:noFill/>
            <a:prstDash val="solid"/>
          </a:ln>
        </p:spPr>
      </p:sp>
      <p:sp>
        <p:nvSpPr>
          <p:cNvPr id="405" name="03_assume_matched_5702">
            <a:extLst>
              <a:ext uri="{FF2B5EF4-FFF2-40B4-BE49-F238E27FC236}">
                <a16:creationId xmlns:a16="http://schemas.microsoft.com/office/drawing/2014/main" id="{E2A19442-DF11-41C6-9354-C0DCB4451550}"/>
              </a:ext>
            </a:extLst>
          </p:cNvPr>
          <p:cNvSpPr>
            <a:spLocks noGrp="1"/>
          </p:cNvSpPr>
          <p:nvPr/>
        </p:nvSpPr>
        <p:spPr>
          <a:xfrm>
            <a:off x="4304596" y="1962874"/>
            <a:ext cx="28398" cy="28398"/>
          </a:xfrm>
          <a:prstGeom prst="ellipse">
            <a:avLst/>
          </a:prstGeom>
          <a:solidFill>
            <a:srgbClr val="7F8C97">
              <a:alpha val="48000"/>
            </a:srgbClr>
          </a:solidFill>
          <a:ln w="0">
            <a:noFill/>
            <a:prstDash val="solid"/>
          </a:ln>
        </p:spPr>
      </p:sp>
      <p:sp>
        <p:nvSpPr>
          <p:cNvPr id="406" name="03_assume_matched_5703">
            <a:extLst>
              <a:ext uri="{FF2B5EF4-FFF2-40B4-BE49-F238E27FC236}">
                <a16:creationId xmlns:a16="http://schemas.microsoft.com/office/drawing/2014/main" id="{BF28F30F-8BC4-419F-BEB2-6C47FA7C202C}"/>
              </a:ext>
            </a:extLst>
          </p:cNvPr>
          <p:cNvSpPr>
            <a:spLocks noGrp="1"/>
          </p:cNvSpPr>
          <p:nvPr/>
        </p:nvSpPr>
        <p:spPr>
          <a:xfrm>
            <a:off x="4213214" y="1670439"/>
            <a:ext cx="28398" cy="28398"/>
          </a:xfrm>
          <a:prstGeom prst="ellipse">
            <a:avLst/>
          </a:prstGeom>
          <a:solidFill>
            <a:srgbClr val="7F8C97">
              <a:alpha val="48000"/>
            </a:srgbClr>
          </a:solidFill>
          <a:ln w="0">
            <a:noFill/>
            <a:prstDash val="solid"/>
          </a:ln>
        </p:spPr>
      </p:sp>
      <p:sp>
        <p:nvSpPr>
          <p:cNvPr id="407" name="03_assume_matched_5704">
            <a:extLst>
              <a:ext uri="{FF2B5EF4-FFF2-40B4-BE49-F238E27FC236}">
                <a16:creationId xmlns:a16="http://schemas.microsoft.com/office/drawing/2014/main" id="{C0B374DC-D374-4853-8466-C7E3C0084AFA}"/>
              </a:ext>
            </a:extLst>
          </p:cNvPr>
          <p:cNvSpPr>
            <a:spLocks noGrp="1"/>
          </p:cNvSpPr>
          <p:nvPr/>
        </p:nvSpPr>
        <p:spPr>
          <a:xfrm>
            <a:off x="4272504" y="1962874"/>
            <a:ext cx="28398" cy="28398"/>
          </a:xfrm>
          <a:prstGeom prst="ellipse">
            <a:avLst/>
          </a:prstGeom>
          <a:solidFill>
            <a:srgbClr val="7F8C97">
              <a:alpha val="48000"/>
            </a:srgbClr>
          </a:solidFill>
          <a:ln w="0">
            <a:noFill/>
            <a:prstDash val="solid"/>
          </a:ln>
        </p:spPr>
      </p:sp>
      <p:sp>
        <p:nvSpPr>
          <p:cNvPr id="408" name="03_assume_matched_5705">
            <a:extLst>
              <a:ext uri="{FF2B5EF4-FFF2-40B4-BE49-F238E27FC236}">
                <a16:creationId xmlns:a16="http://schemas.microsoft.com/office/drawing/2014/main" id="{4C1B5BB9-BA36-4024-ADE7-EDE8472D3324}"/>
              </a:ext>
            </a:extLst>
          </p:cNvPr>
          <p:cNvSpPr>
            <a:spLocks noGrp="1"/>
          </p:cNvSpPr>
          <p:nvPr/>
        </p:nvSpPr>
        <p:spPr>
          <a:xfrm>
            <a:off x="4254660" y="1962874"/>
            <a:ext cx="28398" cy="28398"/>
          </a:xfrm>
          <a:prstGeom prst="ellipse">
            <a:avLst/>
          </a:prstGeom>
          <a:solidFill>
            <a:srgbClr val="7F8C97">
              <a:alpha val="48000"/>
            </a:srgbClr>
          </a:solidFill>
          <a:ln w="0">
            <a:noFill/>
            <a:prstDash val="solid"/>
          </a:ln>
        </p:spPr>
      </p:sp>
      <p:sp>
        <p:nvSpPr>
          <p:cNvPr id="409" name="03_assume_matched_5706">
            <a:extLst>
              <a:ext uri="{FF2B5EF4-FFF2-40B4-BE49-F238E27FC236}">
                <a16:creationId xmlns:a16="http://schemas.microsoft.com/office/drawing/2014/main" id="{F21E6ADF-97AE-4E34-AED4-0899CF3C8FE4}"/>
              </a:ext>
            </a:extLst>
          </p:cNvPr>
          <p:cNvSpPr>
            <a:spLocks noGrp="1"/>
          </p:cNvSpPr>
          <p:nvPr/>
        </p:nvSpPr>
        <p:spPr>
          <a:xfrm>
            <a:off x="4286895" y="1767917"/>
            <a:ext cx="28398" cy="28398"/>
          </a:xfrm>
          <a:prstGeom prst="ellipse">
            <a:avLst/>
          </a:prstGeom>
          <a:solidFill>
            <a:srgbClr val="7F8C97">
              <a:alpha val="48000"/>
            </a:srgbClr>
          </a:solidFill>
          <a:ln w="0">
            <a:noFill/>
            <a:prstDash val="solid"/>
          </a:ln>
        </p:spPr>
      </p:sp>
      <p:sp>
        <p:nvSpPr>
          <p:cNvPr id="410" name="03_assume_matched_5707">
            <a:extLst>
              <a:ext uri="{FF2B5EF4-FFF2-40B4-BE49-F238E27FC236}">
                <a16:creationId xmlns:a16="http://schemas.microsoft.com/office/drawing/2014/main" id="{5DA5C8E9-EC0B-4328-B088-82E722F4B286}"/>
              </a:ext>
            </a:extLst>
          </p:cNvPr>
          <p:cNvSpPr>
            <a:spLocks noGrp="1"/>
          </p:cNvSpPr>
          <p:nvPr/>
        </p:nvSpPr>
        <p:spPr>
          <a:xfrm>
            <a:off x="4268763" y="1865395"/>
            <a:ext cx="28398" cy="28398"/>
          </a:xfrm>
          <a:prstGeom prst="ellipse">
            <a:avLst/>
          </a:prstGeom>
          <a:solidFill>
            <a:srgbClr val="7F8C97">
              <a:alpha val="48000"/>
            </a:srgbClr>
          </a:solidFill>
          <a:ln w="0">
            <a:noFill/>
            <a:prstDash val="solid"/>
          </a:ln>
        </p:spPr>
      </p:sp>
      <p:sp>
        <p:nvSpPr>
          <p:cNvPr id="411" name="03_assume_matched_5708">
            <a:extLst>
              <a:ext uri="{FF2B5EF4-FFF2-40B4-BE49-F238E27FC236}">
                <a16:creationId xmlns:a16="http://schemas.microsoft.com/office/drawing/2014/main" id="{976AF7A3-AE9B-4EA2-A955-1AAD0E27709F}"/>
              </a:ext>
            </a:extLst>
          </p:cNvPr>
          <p:cNvSpPr>
            <a:spLocks noGrp="1"/>
          </p:cNvSpPr>
          <p:nvPr/>
        </p:nvSpPr>
        <p:spPr>
          <a:xfrm>
            <a:off x="4330931" y="1962874"/>
            <a:ext cx="28398" cy="28398"/>
          </a:xfrm>
          <a:prstGeom prst="ellipse">
            <a:avLst/>
          </a:prstGeom>
          <a:solidFill>
            <a:srgbClr val="7F8C97">
              <a:alpha val="48000"/>
            </a:srgbClr>
          </a:solidFill>
          <a:ln w="0">
            <a:noFill/>
            <a:prstDash val="solid"/>
          </a:ln>
        </p:spPr>
      </p:sp>
      <p:sp>
        <p:nvSpPr>
          <p:cNvPr id="412" name="03_assume_matched_5709">
            <a:extLst>
              <a:ext uri="{FF2B5EF4-FFF2-40B4-BE49-F238E27FC236}">
                <a16:creationId xmlns:a16="http://schemas.microsoft.com/office/drawing/2014/main" id="{D1C155EB-6CB1-488B-87A6-2263604C0D22}"/>
              </a:ext>
            </a:extLst>
          </p:cNvPr>
          <p:cNvSpPr>
            <a:spLocks noGrp="1"/>
          </p:cNvSpPr>
          <p:nvPr/>
        </p:nvSpPr>
        <p:spPr>
          <a:xfrm>
            <a:off x="4229044" y="1670439"/>
            <a:ext cx="28398" cy="28398"/>
          </a:xfrm>
          <a:prstGeom prst="ellipse">
            <a:avLst/>
          </a:prstGeom>
          <a:solidFill>
            <a:srgbClr val="7F8C97">
              <a:alpha val="48000"/>
            </a:srgbClr>
          </a:solidFill>
          <a:ln w="0">
            <a:noFill/>
            <a:prstDash val="solid"/>
          </a:ln>
        </p:spPr>
      </p:sp>
      <p:sp>
        <p:nvSpPr>
          <p:cNvPr id="413" name="03_assume_matched_5710">
            <a:extLst>
              <a:ext uri="{FF2B5EF4-FFF2-40B4-BE49-F238E27FC236}">
                <a16:creationId xmlns:a16="http://schemas.microsoft.com/office/drawing/2014/main" id="{8B59F6EE-74D9-4D69-AB05-2A378EE243C1}"/>
              </a:ext>
            </a:extLst>
          </p:cNvPr>
          <p:cNvSpPr>
            <a:spLocks noGrp="1"/>
          </p:cNvSpPr>
          <p:nvPr/>
        </p:nvSpPr>
        <p:spPr>
          <a:xfrm>
            <a:off x="4235664" y="1962874"/>
            <a:ext cx="28398" cy="28398"/>
          </a:xfrm>
          <a:prstGeom prst="ellipse">
            <a:avLst/>
          </a:prstGeom>
          <a:solidFill>
            <a:srgbClr val="7F8C97">
              <a:alpha val="48000"/>
            </a:srgbClr>
          </a:solidFill>
          <a:ln w="0">
            <a:noFill/>
            <a:prstDash val="solid"/>
          </a:ln>
        </p:spPr>
      </p:sp>
      <p:sp>
        <p:nvSpPr>
          <p:cNvPr id="414" name="03_assume_matched_5711">
            <a:extLst>
              <a:ext uri="{FF2B5EF4-FFF2-40B4-BE49-F238E27FC236}">
                <a16:creationId xmlns:a16="http://schemas.microsoft.com/office/drawing/2014/main" id="{67861402-3068-463B-846A-058A46753534}"/>
              </a:ext>
            </a:extLst>
          </p:cNvPr>
          <p:cNvSpPr>
            <a:spLocks noGrp="1"/>
          </p:cNvSpPr>
          <p:nvPr/>
        </p:nvSpPr>
        <p:spPr>
          <a:xfrm>
            <a:off x="4295530" y="1670439"/>
            <a:ext cx="28398" cy="28398"/>
          </a:xfrm>
          <a:prstGeom prst="ellipse">
            <a:avLst/>
          </a:prstGeom>
          <a:solidFill>
            <a:srgbClr val="7F8C97">
              <a:alpha val="48000"/>
            </a:srgbClr>
          </a:solidFill>
          <a:ln w="0">
            <a:noFill/>
            <a:prstDash val="solid"/>
          </a:ln>
        </p:spPr>
      </p:sp>
      <p:sp>
        <p:nvSpPr>
          <p:cNvPr id="415" name="03_assume_matched_5712">
            <a:extLst>
              <a:ext uri="{FF2B5EF4-FFF2-40B4-BE49-F238E27FC236}">
                <a16:creationId xmlns:a16="http://schemas.microsoft.com/office/drawing/2014/main" id="{46DB0FD7-817E-4224-A4DF-D65F2E790099}"/>
              </a:ext>
            </a:extLst>
          </p:cNvPr>
          <p:cNvSpPr>
            <a:spLocks noGrp="1"/>
          </p:cNvSpPr>
          <p:nvPr/>
        </p:nvSpPr>
        <p:spPr>
          <a:xfrm>
            <a:off x="4294235" y="1670439"/>
            <a:ext cx="28398" cy="28398"/>
          </a:xfrm>
          <a:prstGeom prst="ellipse">
            <a:avLst/>
          </a:prstGeom>
          <a:solidFill>
            <a:srgbClr val="7F8C97">
              <a:alpha val="48000"/>
            </a:srgbClr>
          </a:solidFill>
          <a:ln w="0">
            <a:noFill/>
            <a:prstDash val="solid"/>
          </a:ln>
        </p:spPr>
      </p:sp>
      <p:sp>
        <p:nvSpPr>
          <p:cNvPr id="416" name="03_assume_matched_5713">
            <a:extLst>
              <a:ext uri="{FF2B5EF4-FFF2-40B4-BE49-F238E27FC236}">
                <a16:creationId xmlns:a16="http://schemas.microsoft.com/office/drawing/2014/main" id="{09DAD299-EC90-4573-80F7-17B09C869E2D}"/>
              </a:ext>
            </a:extLst>
          </p:cNvPr>
          <p:cNvSpPr>
            <a:spLocks noGrp="1"/>
          </p:cNvSpPr>
          <p:nvPr/>
        </p:nvSpPr>
        <p:spPr>
          <a:xfrm>
            <a:off x="4341005" y="1962874"/>
            <a:ext cx="28398" cy="28398"/>
          </a:xfrm>
          <a:prstGeom prst="ellipse">
            <a:avLst/>
          </a:prstGeom>
          <a:solidFill>
            <a:srgbClr val="7F8C97">
              <a:alpha val="48000"/>
            </a:srgbClr>
          </a:solidFill>
          <a:ln w="0">
            <a:noFill/>
            <a:prstDash val="solid"/>
          </a:ln>
        </p:spPr>
      </p:sp>
      <p:sp>
        <p:nvSpPr>
          <p:cNvPr id="417" name="03_assume_matched_5714">
            <a:extLst>
              <a:ext uri="{FF2B5EF4-FFF2-40B4-BE49-F238E27FC236}">
                <a16:creationId xmlns:a16="http://schemas.microsoft.com/office/drawing/2014/main" id="{4BB2DD5E-60F3-485A-96E3-600DC07BE462}"/>
              </a:ext>
            </a:extLst>
          </p:cNvPr>
          <p:cNvSpPr>
            <a:spLocks noGrp="1"/>
          </p:cNvSpPr>
          <p:nvPr/>
        </p:nvSpPr>
        <p:spPr>
          <a:xfrm>
            <a:off x="4319275" y="1962874"/>
            <a:ext cx="28398" cy="28398"/>
          </a:xfrm>
          <a:prstGeom prst="ellipse">
            <a:avLst/>
          </a:prstGeom>
          <a:solidFill>
            <a:srgbClr val="7F8C97">
              <a:alpha val="48000"/>
            </a:srgbClr>
          </a:solidFill>
          <a:ln w="0">
            <a:noFill/>
            <a:prstDash val="solid"/>
          </a:ln>
        </p:spPr>
      </p:sp>
      <p:sp>
        <p:nvSpPr>
          <p:cNvPr id="418" name="03_assume_matched_5715">
            <a:extLst>
              <a:ext uri="{FF2B5EF4-FFF2-40B4-BE49-F238E27FC236}">
                <a16:creationId xmlns:a16="http://schemas.microsoft.com/office/drawing/2014/main" id="{E064CBC2-6366-4FF8-8630-B0CD9C51CD21}"/>
              </a:ext>
            </a:extLst>
          </p:cNvPr>
          <p:cNvSpPr>
            <a:spLocks noGrp="1"/>
          </p:cNvSpPr>
          <p:nvPr/>
        </p:nvSpPr>
        <p:spPr>
          <a:xfrm>
            <a:off x="4251350" y="1962874"/>
            <a:ext cx="28398" cy="28398"/>
          </a:xfrm>
          <a:prstGeom prst="ellipse">
            <a:avLst/>
          </a:prstGeom>
          <a:solidFill>
            <a:srgbClr val="7F8C97">
              <a:alpha val="48000"/>
            </a:srgbClr>
          </a:solidFill>
          <a:ln w="0">
            <a:noFill/>
            <a:prstDash val="solid"/>
          </a:ln>
        </p:spPr>
      </p:sp>
      <p:sp>
        <p:nvSpPr>
          <p:cNvPr id="419" name="03_assume_matched_5716">
            <a:extLst>
              <a:ext uri="{FF2B5EF4-FFF2-40B4-BE49-F238E27FC236}">
                <a16:creationId xmlns:a16="http://schemas.microsoft.com/office/drawing/2014/main" id="{4DF82FA2-2660-4552-9A14-2F218476ED49}"/>
              </a:ext>
            </a:extLst>
          </p:cNvPr>
          <p:cNvSpPr>
            <a:spLocks noGrp="1"/>
          </p:cNvSpPr>
          <p:nvPr/>
        </p:nvSpPr>
        <p:spPr>
          <a:xfrm>
            <a:off x="4322153" y="1962874"/>
            <a:ext cx="28398" cy="28398"/>
          </a:xfrm>
          <a:prstGeom prst="ellipse">
            <a:avLst/>
          </a:prstGeom>
          <a:solidFill>
            <a:srgbClr val="7F8C97">
              <a:alpha val="48000"/>
            </a:srgbClr>
          </a:solidFill>
          <a:ln w="0">
            <a:noFill/>
            <a:prstDash val="solid"/>
          </a:ln>
        </p:spPr>
      </p:sp>
      <p:sp>
        <p:nvSpPr>
          <p:cNvPr id="420" name="03_assume_matched_5717">
            <a:extLst>
              <a:ext uri="{FF2B5EF4-FFF2-40B4-BE49-F238E27FC236}">
                <a16:creationId xmlns:a16="http://schemas.microsoft.com/office/drawing/2014/main" id="{DF4DF24D-117E-4EEB-8688-18D41FFA6CD8}"/>
              </a:ext>
            </a:extLst>
          </p:cNvPr>
          <p:cNvSpPr>
            <a:spLocks noGrp="1"/>
          </p:cNvSpPr>
          <p:nvPr/>
        </p:nvSpPr>
        <p:spPr>
          <a:xfrm>
            <a:off x="4310496" y="1962874"/>
            <a:ext cx="28398" cy="28398"/>
          </a:xfrm>
          <a:prstGeom prst="ellipse">
            <a:avLst/>
          </a:prstGeom>
          <a:solidFill>
            <a:srgbClr val="7F8C97">
              <a:alpha val="48000"/>
            </a:srgbClr>
          </a:solidFill>
          <a:ln w="0">
            <a:noFill/>
            <a:prstDash val="solid"/>
          </a:ln>
        </p:spPr>
      </p:sp>
      <p:sp>
        <p:nvSpPr>
          <p:cNvPr id="421" name="03_assume_matched_5718">
            <a:extLst>
              <a:ext uri="{FF2B5EF4-FFF2-40B4-BE49-F238E27FC236}">
                <a16:creationId xmlns:a16="http://schemas.microsoft.com/office/drawing/2014/main" id="{B89F11EA-5293-4E25-814E-DC7F39E25445}"/>
              </a:ext>
            </a:extLst>
          </p:cNvPr>
          <p:cNvSpPr>
            <a:spLocks noGrp="1"/>
          </p:cNvSpPr>
          <p:nvPr/>
        </p:nvSpPr>
        <p:spPr>
          <a:xfrm>
            <a:off x="4316684" y="1962874"/>
            <a:ext cx="28398" cy="28398"/>
          </a:xfrm>
          <a:prstGeom prst="ellipse">
            <a:avLst/>
          </a:prstGeom>
          <a:solidFill>
            <a:srgbClr val="7F8C97">
              <a:alpha val="48000"/>
            </a:srgbClr>
          </a:solidFill>
          <a:ln w="0">
            <a:noFill/>
            <a:prstDash val="solid"/>
          </a:ln>
        </p:spPr>
      </p:sp>
      <p:sp>
        <p:nvSpPr>
          <p:cNvPr id="422" name="03_assume_matched_5719">
            <a:extLst>
              <a:ext uri="{FF2B5EF4-FFF2-40B4-BE49-F238E27FC236}">
                <a16:creationId xmlns:a16="http://schemas.microsoft.com/office/drawing/2014/main" id="{69644677-1AAB-4D77-8CC2-C649F860FBE8}"/>
              </a:ext>
            </a:extLst>
          </p:cNvPr>
          <p:cNvSpPr>
            <a:spLocks noGrp="1"/>
          </p:cNvSpPr>
          <p:nvPr/>
        </p:nvSpPr>
        <p:spPr>
          <a:xfrm>
            <a:off x="4330068" y="1962874"/>
            <a:ext cx="28398" cy="28398"/>
          </a:xfrm>
          <a:prstGeom prst="ellipse">
            <a:avLst/>
          </a:prstGeom>
          <a:solidFill>
            <a:srgbClr val="7F8C97">
              <a:alpha val="48000"/>
            </a:srgbClr>
          </a:solidFill>
          <a:ln w="0">
            <a:noFill/>
            <a:prstDash val="solid"/>
          </a:ln>
        </p:spPr>
      </p:sp>
      <p:sp>
        <p:nvSpPr>
          <p:cNvPr id="423" name="03_assume_matched_5720">
            <a:extLst>
              <a:ext uri="{FF2B5EF4-FFF2-40B4-BE49-F238E27FC236}">
                <a16:creationId xmlns:a16="http://schemas.microsoft.com/office/drawing/2014/main" id="{A4BF46A1-BB21-4C3A-A11D-7780514CF4C4}"/>
              </a:ext>
            </a:extLst>
          </p:cNvPr>
          <p:cNvSpPr>
            <a:spLocks noGrp="1"/>
          </p:cNvSpPr>
          <p:nvPr/>
        </p:nvSpPr>
        <p:spPr>
          <a:xfrm>
            <a:off x="4238686" y="1670439"/>
            <a:ext cx="28398" cy="28398"/>
          </a:xfrm>
          <a:prstGeom prst="ellipse">
            <a:avLst/>
          </a:prstGeom>
          <a:solidFill>
            <a:srgbClr val="7F8C97">
              <a:alpha val="48000"/>
            </a:srgbClr>
          </a:solidFill>
          <a:ln w="0">
            <a:noFill/>
            <a:prstDash val="solid"/>
          </a:ln>
        </p:spPr>
      </p:sp>
      <p:sp>
        <p:nvSpPr>
          <p:cNvPr id="424" name="03_assume_matched_5721">
            <a:extLst>
              <a:ext uri="{FF2B5EF4-FFF2-40B4-BE49-F238E27FC236}">
                <a16:creationId xmlns:a16="http://schemas.microsoft.com/office/drawing/2014/main" id="{FF28784A-F7B7-4297-B48E-49DCA7B81559}"/>
              </a:ext>
            </a:extLst>
          </p:cNvPr>
          <p:cNvSpPr>
            <a:spLocks noGrp="1"/>
          </p:cNvSpPr>
          <p:nvPr/>
        </p:nvSpPr>
        <p:spPr>
          <a:xfrm>
            <a:off x="4227893" y="1865395"/>
            <a:ext cx="28398" cy="28398"/>
          </a:xfrm>
          <a:prstGeom prst="ellipse">
            <a:avLst/>
          </a:prstGeom>
          <a:solidFill>
            <a:srgbClr val="7F8C97">
              <a:alpha val="48000"/>
            </a:srgbClr>
          </a:solidFill>
          <a:ln w="0">
            <a:noFill/>
            <a:prstDash val="solid"/>
          </a:ln>
        </p:spPr>
      </p:sp>
      <p:sp>
        <p:nvSpPr>
          <p:cNvPr id="425" name="03_assume_matched_5722">
            <a:extLst>
              <a:ext uri="{FF2B5EF4-FFF2-40B4-BE49-F238E27FC236}">
                <a16:creationId xmlns:a16="http://schemas.microsoft.com/office/drawing/2014/main" id="{7DC79C9F-1EFD-4752-9707-7AB35A468BA3}"/>
              </a:ext>
            </a:extLst>
          </p:cNvPr>
          <p:cNvSpPr>
            <a:spLocks noGrp="1"/>
          </p:cNvSpPr>
          <p:nvPr/>
        </p:nvSpPr>
        <p:spPr>
          <a:xfrm>
            <a:off x="4310784" y="1962874"/>
            <a:ext cx="28398" cy="28398"/>
          </a:xfrm>
          <a:prstGeom prst="ellipse">
            <a:avLst/>
          </a:prstGeom>
          <a:solidFill>
            <a:srgbClr val="7F8C97">
              <a:alpha val="48000"/>
            </a:srgbClr>
          </a:solidFill>
          <a:ln w="0">
            <a:noFill/>
            <a:prstDash val="solid"/>
          </a:ln>
        </p:spPr>
      </p:sp>
      <p:sp>
        <p:nvSpPr>
          <p:cNvPr id="426" name="03_assume_matched_5723">
            <a:extLst>
              <a:ext uri="{FF2B5EF4-FFF2-40B4-BE49-F238E27FC236}">
                <a16:creationId xmlns:a16="http://schemas.microsoft.com/office/drawing/2014/main" id="{1A604F9F-17E5-4976-BBCA-8F1EA3748787}"/>
              </a:ext>
            </a:extLst>
          </p:cNvPr>
          <p:cNvSpPr>
            <a:spLocks noGrp="1"/>
          </p:cNvSpPr>
          <p:nvPr/>
        </p:nvSpPr>
        <p:spPr>
          <a:xfrm>
            <a:off x="4347913" y="1879321"/>
            <a:ext cx="28398" cy="28398"/>
          </a:xfrm>
          <a:prstGeom prst="ellipse">
            <a:avLst/>
          </a:prstGeom>
          <a:solidFill>
            <a:srgbClr val="7F8C97">
              <a:alpha val="48000"/>
            </a:srgbClr>
          </a:solidFill>
          <a:ln w="0">
            <a:noFill/>
            <a:prstDash val="solid"/>
          </a:ln>
        </p:spPr>
      </p:sp>
      <p:sp>
        <p:nvSpPr>
          <p:cNvPr id="427" name="03_assume_matched_5724">
            <a:extLst>
              <a:ext uri="{FF2B5EF4-FFF2-40B4-BE49-F238E27FC236}">
                <a16:creationId xmlns:a16="http://schemas.microsoft.com/office/drawing/2014/main" id="{A4DF7D09-1107-417E-92C4-6678B1ED0247}"/>
              </a:ext>
            </a:extLst>
          </p:cNvPr>
          <p:cNvSpPr>
            <a:spLocks noGrp="1"/>
          </p:cNvSpPr>
          <p:nvPr/>
        </p:nvSpPr>
        <p:spPr>
          <a:xfrm>
            <a:off x="4354101" y="1670439"/>
            <a:ext cx="28398" cy="28398"/>
          </a:xfrm>
          <a:prstGeom prst="ellipse">
            <a:avLst/>
          </a:prstGeom>
          <a:solidFill>
            <a:srgbClr val="7F8C97">
              <a:alpha val="48000"/>
            </a:srgbClr>
          </a:solidFill>
          <a:ln w="0">
            <a:noFill/>
            <a:prstDash val="solid"/>
          </a:ln>
        </p:spPr>
      </p:sp>
      <p:sp>
        <p:nvSpPr>
          <p:cNvPr id="428" name="03_assume_matched_5725">
            <a:extLst>
              <a:ext uri="{FF2B5EF4-FFF2-40B4-BE49-F238E27FC236}">
                <a16:creationId xmlns:a16="http://schemas.microsoft.com/office/drawing/2014/main" id="{62712390-86E3-4254-9592-71D1BAAE2C1D}"/>
              </a:ext>
            </a:extLst>
          </p:cNvPr>
          <p:cNvSpPr>
            <a:spLocks noGrp="1"/>
          </p:cNvSpPr>
          <p:nvPr/>
        </p:nvSpPr>
        <p:spPr>
          <a:xfrm>
            <a:off x="4265165" y="1962874"/>
            <a:ext cx="28398" cy="28398"/>
          </a:xfrm>
          <a:prstGeom prst="ellipse">
            <a:avLst/>
          </a:prstGeom>
          <a:solidFill>
            <a:srgbClr val="7F8C97">
              <a:alpha val="48000"/>
            </a:srgbClr>
          </a:solidFill>
          <a:ln w="0">
            <a:noFill/>
            <a:prstDash val="solid"/>
          </a:ln>
        </p:spPr>
      </p:sp>
      <p:sp>
        <p:nvSpPr>
          <p:cNvPr id="429" name="03_assume_matched_5726">
            <a:extLst>
              <a:ext uri="{FF2B5EF4-FFF2-40B4-BE49-F238E27FC236}">
                <a16:creationId xmlns:a16="http://schemas.microsoft.com/office/drawing/2014/main" id="{88AB69E4-0AF1-46C5-9AC9-1D0F6D9AE4E9}"/>
              </a:ext>
            </a:extLst>
          </p:cNvPr>
          <p:cNvSpPr>
            <a:spLocks noGrp="1"/>
          </p:cNvSpPr>
          <p:nvPr/>
        </p:nvSpPr>
        <p:spPr>
          <a:xfrm>
            <a:off x="4317980" y="1962874"/>
            <a:ext cx="28398" cy="28398"/>
          </a:xfrm>
          <a:prstGeom prst="ellipse">
            <a:avLst/>
          </a:prstGeom>
          <a:solidFill>
            <a:srgbClr val="7F8C97">
              <a:alpha val="48000"/>
            </a:srgbClr>
          </a:solidFill>
          <a:ln w="0">
            <a:noFill/>
            <a:prstDash val="solid"/>
          </a:ln>
        </p:spPr>
      </p:sp>
      <p:sp>
        <p:nvSpPr>
          <p:cNvPr id="430" name="03_assume_matched_5727">
            <a:extLst>
              <a:ext uri="{FF2B5EF4-FFF2-40B4-BE49-F238E27FC236}">
                <a16:creationId xmlns:a16="http://schemas.microsoft.com/office/drawing/2014/main" id="{041F5DA4-A0C0-4EA7-81CA-80C82CCAE0F2}"/>
              </a:ext>
            </a:extLst>
          </p:cNvPr>
          <p:cNvSpPr>
            <a:spLocks noGrp="1"/>
          </p:cNvSpPr>
          <p:nvPr/>
        </p:nvSpPr>
        <p:spPr>
          <a:xfrm>
            <a:off x="4328917" y="1962874"/>
            <a:ext cx="28398" cy="28398"/>
          </a:xfrm>
          <a:prstGeom prst="ellipse">
            <a:avLst/>
          </a:prstGeom>
          <a:solidFill>
            <a:srgbClr val="7F8C97">
              <a:alpha val="48000"/>
            </a:srgbClr>
          </a:solidFill>
          <a:ln w="0">
            <a:noFill/>
            <a:prstDash val="solid"/>
          </a:ln>
        </p:spPr>
      </p:sp>
      <p:sp>
        <p:nvSpPr>
          <p:cNvPr id="431" name="03_assume_matched_5728">
            <a:extLst>
              <a:ext uri="{FF2B5EF4-FFF2-40B4-BE49-F238E27FC236}">
                <a16:creationId xmlns:a16="http://schemas.microsoft.com/office/drawing/2014/main" id="{15E08E26-D30D-4072-B7CE-B27DC07CEAE1}"/>
              </a:ext>
            </a:extLst>
          </p:cNvPr>
          <p:cNvSpPr>
            <a:spLocks noGrp="1"/>
          </p:cNvSpPr>
          <p:nvPr/>
        </p:nvSpPr>
        <p:spPr>
          <a:xfrm>
            <a:off x="4346330" y="1962874"/>
            <a:ext cx="28398" cy="28398"/>
          </a:xfrm>
          <a:prstGeom prst="ellipse">
            <a:avLst/>
          </a:prstGeom>
          <a:solidFill>
            <a:srgbClr val="7F8C97">
              <a:alpha val="48000"/>
            </a:srgbClr>
          </a:solidFill>
          <a:ln w="0">
            <a:noFill/>
            <a:prstDash val="solid"/>
          </a:ln>
        </p:spPr>
      </p:sp>
      <p:sp>
        <p:nvSpPr>
          <p:cNvPr id="432" name="03_assume_matched_5729">
            <a:extLst>
              <a:ext uri="{FF2B5EF4-FFF2-40B4-BE49-F238E27FC236}">
                <a16:creationId xmlns:a16="http://schemas.microsoft.com/office/drawing/2014/main" id="{74CE7852-6543-417B-93B4-3A60885B1B05}"/>
              </a:ext>
            </a:extLst>
          </p:cNvPr>
          <p:cNvSpPr>
            <a:spLocks noGrp="1"/>
          </p:cNvSpPr>
          <p:nvPr/>
        </p:nvSpPr>
        <p:spPr>
          <a:xfrm>
            <a:off x="4331075" y="1962874"/>
            <a:ext cx="28398" cy="28398"/>
          </a:xfrm>
          <a:prstGeom prst="ellipse">
            <a:avLst/>
          </a:prstGeom>
          <a:solidFill>
            <a:srgbClr val="7F8C97">
              <a:alpha val="48000"/>
            </a:srgbClr>
          </a:solidFill>
          <a:ln w="0">
            <a:noFill/>
            <a:prstDash val="solid"/>
          </a:ln>
        </p:spPr>
      </p:sp>
      <p:sp>
        <p:nvSpPr>
          <p:cNvPr id="433" name="03_assume_matched_5730">
            <a:extLst>
              <a:ext uri="{FF2B5EF4-FFF2-40B4-BE49-F238E27FC236}">
                <a16:creationId xmlns:a16="http://schemas.microsoft.com/office/drawing/2014/main" id="{3ECDF493-4B34-430A-BC27-F0C7C0E2B6BD}"/>
              </a:ext>
            </a:extLst>
          </p:cNvPr>
          <p:cNvSpPr>
            <a:spLocks noGrp="1"/>
          </p:cNvSpPr>
          <p:nvPr/>
        </p:nvSpPr>
        <p:spPr>
          <a:xfrm>
            <a:off x="4309345" y="1962874"/>
            <a:ext cx="28398" cy="28398"/>
          </a:xfrm>
          <a:prstGeom prst="ellipse">
            <a:avLst/>
          </a:prstGeom>
          <a:solidFill>
            <a:srgbClr val="7F8C97">
              <a:alpha val="48000"/>
            </a:srgbClr>
          </a:solidFill>
          <a:ln w="0">
            <a:noFill/>
            <a:prstDash val="solid"/>
          </a:ln>
        </p:spPr>
      </p:sp>
      <p:sp>
        <p:nvSpPr>
          <p:cNvPr id="434" name="03_assume_matched_5731">
            <a:extLst>
              <a:ext uri="{FF2B5EF4-FFF2-40B4-BE49-F238E27FC236}">
                <a16:creationId xmlns:a16="http://schemas.microsoft.com/office/drawing/2014/main" id="{69C9DDFB-C20C-4550-8552-1DBDF2DDCF13}"/>
              </a:ext>
            </a:extLst>
          </p:cNvPr>
          <p:cNvSpPr>
            <a:spLocks noGrp="1"/>
          </p:cNvSpPr>
          <p:nvPr/>
        </p:nvSpPr>
        <p:spPr>
          <a:xfrm>
            <a:off x="4221129" y="1670439"/>
            <a:ext cx="28398" cy="28398"/>
          </a:xfrm>
          <a:prstGeom prst="ellipse">
            <a:avLst/>
          </a:prstGeom>
          <a:solidFill>
            <a:srgbClr val="7F8C97">
              <a:alpha val="48000"/>
            </a:srgbClr>
          </a:solidFill>
          <a:ln w="0">
            <a:noFill/>
            <a:prstDash val="solid"/>
          </a:ln>
        </p:spPr>
      </p:sp>
      <p:sp>
        <p:nvSpPr>
          <p:cNvPr id="435" name="03_assume_matched_5732">
            <a:extLst>
              <a:ext uri="{FF2B5EF4-FFF2-40B4-BE49-F238E27FC236}">
                <a16:creationId xmlns:a16="http://schemas.microsoft.com/office/drawing/2014/main" id="{B543778B-204E-49C0-A547-83275AA1F8FD}"/>
              </a:ext>
            </a:extLst>
          </p:cNvPr>
          <p:cNvSpPr>
            <a:spLocks noGrp="1"/>
          </p:cNvSpPr>
          <p:nvPr/>
        </p:nvSpPr>
        <p:spPr>
          <a:xfrm>
            <a:off x="4235088" y="1962874"/>
            <a:ext cx="28398" cy="28398"/>
          </a:xfrm>
          <a:prstGeom prst="ellipse">
            <a:avLst/>
          </a:prstGeom>
          <a:solidFill>
            <a:srgbClr val="7F8C97">
              <a:alpha val="48000"/>
            </a:srgbClr>
          </a:solidFill>
          <a:ln w="0">
            <a:noFill/>
            <a:prstDash val="solid"/>
          </a:ln>
        </p:spPr>
      </p:sp>
      <p:sp>
        <p:nvSpPr>
          <p:cNvPr id="436" name="03_assume_matched_5733">
            <a:extLst>
              <a:ext uri="{FF2B5EF4-FFF2-40B4-BE49-F238E27FC236}">
                <a16:creationId xmlns:a16="http://schemas.microsoft.com/office/drawing/2014/main" id="{160B2481-08EC-4BD5-9618-88CBC6CD1839}"/>
              </a:ext>
            </a:extLst>
          </p:cNvPr>
          <p:cNvSpPr>
            <a:spLocks noGrp="1"/>
          </p:cNvSpPr>
          <p:nvPr/>
        </p:nvSpPr>
        <p:spPr>
          <a:xfrm>
            <a:off x="4296249" y="1670439"/>
            <a:ext cx="28398" cy="28398"/>
          </a:xfrm>
          <a:prstGeom prst="ellipse">
            <a:avLst/>
          </a:prstGeom>
          <a:solidFill>
            <a:srgbClr val="7F8C97">
              <a:alpha val="48000"/>
            </a:srgbClr>
          </a:solidFill>
          <a:ln w="0">
            <a:noFill/>
            <a:prstDash val="solid"/>
          </a:ln>
        </p:spPr>
      </p:sp>
      <p:sp>
        <p:nvSpPr>
          <p:cNvPr id="437" name="03_assume_matched_5734">
            <a:extLst>
              <a:ext uri="{FF2B5EF4-FFF2-40B4-BE49-F238E27FC236}">
                <a16:creationId xmlns:a16="http://schemas.microsoft.com/office/drawing/2014/main" id="{FD931304-E0E3-474D-AAB3-C8BDD527E9DB}"/>
              </a:ext>
            </a:extLst>
          </p:cNvPr>
          <p:cNvSpPr>
            <a:spLocks noGrp="1"/>
          </p:cNvSpPr>
          <p:nvPr/>
        </p:nvSpPr>
        <p:spPr>
          <a:xfrm>
            <a:off x="4241132" y="1962874"/>
            <a:ext cx="28398" cy="28398"/>
          </a:xfrm>
          <a:prstGeom prst="ellipse">
            <a:avLst/>
          </a:prstGeom>
          <a:solidFill>
            <a:srgbClr val="7F8C97">
              <a:alpha val="48000"/>
            </a:srgbClr>
          </a:solidFill>
          <a:ln w="0">
            <a:noFill/>
            <a:prstDash val="solid"/>
          </a:ln>
        </p:spPr>
      </p:sp>
      <p:sp>
        <p:nvSpPr>
          <p:cNvPr id="438" name="03_assume_matched_5735">
            <a:extLst>
              <a:ext uri="{FF2B5EF4-FFF2-40B4-BE49-F238E27FC236}">
                <a16:creationId xmlns:a16="http://schemas.microsoft.com/office/drawing/2014/main" id="{2FE0E3A8-55E2-4E4A-8E2F-12089FB898A5}"/>
              </a:ext>
            </a:extLst>
          </p:cNvPr>
          <p:cNvSpPr>
            <a:spLocks noGrp="1"/>
          </p:cNvSpPr>
          <p:nvPr/>
        </p:nvSpPr>
        <p:spPr>
          <a:xfrm>
            <a:off x="4267180" y="1962874"/>
            <a:ext cx="28398" cy="28398"/>
          </a:xfrm>
          <a:prstGeom prst="ellipse">
            <a:avLst/>
          </a:prstGeom>
          <a:solidFill>
            <a:srgbClr val="7F8C97">
              <a:alpha val="48000"/>
            </a:srgbClr>
          </a:solidFill>
          <a:ln w="0">
            <a:noFill/>
            <a:prstDash val="solid"/>
          </a:ln>
        </p:spPr>
      </p:sp>
      <p:sp>
        <p:nvSpPr>
          <p:cNvPr id="439" name="03_assume_matched_5736">
            <a:extLst>
              <a:ext uri="{FF2B5EF4-FFF2-40B4-BE49-F238E27FC236}">
                <a16:creationId xmlns:a16="http://schemas.microsoft.com/office/drawing/2014/main" id="{ECCFEBB6-55F7-4C5A-995F-5B5BB86B079E}"/>
              </a:ext>
            </a:extLst>
          </p:cNvPr>
          <p:cNvSpPr>
            <a:spLocks noGrp="1"/>
          </p:cNvSpPr>
          <p:nvPr/>
        </p:nvSpPr>
        <p:spPr>
          <a:xfrm>
            <a:off x="4216236" y="1962874"/>
            <a:ext cx="28398" cy="28398"/>
          </a:xfrm>
          <a:prstGeom prst="ellipse">
            <a:avLst/>
          </a:prstGeom>
          <a:solidFill>
            <a:srgbClr val="7F8C97">
              <a:alpha val="48000"/>
            </a:srgbClr>
          </a:solidFill>
          <a:ln w="0">
            <a:noFill/>
            <a:prstDash val="solid"/>
          </a:ln>
        </p:spPr>
      </p:sp>
      <p:sp>
        <p:nvSpPr>
          <p:cNvPr id="440" name="03_assume_matched_5737">
            <a:extLst>
              <a:ext uri="{FF2B5EF4-FFF2-40B4-BE49-F238E27FC236}">
                <a16:creationId xmlns:a16="http://schemas.microsoft.com/office/drawing/2014/main" id="{6A4736AF-BE50-4570-A181-43BD08AEFBCC}"/>
              </a:ext>
            </a:extLst>
          </p:cNvPr>
          <p:cNvSpPr>
            <a:spLocks noGrp="1"/>
          </p:cNvSpPr>
          <p:nvPr/>
        </p:nvSpPr>
        <p:spPr>
          <a:xfrm>
            <a:off x="4711722" y="1655442"/>
            <a:ext cx="28398" cy="28398"/>
          </a:xfrm>
          <a:prstGeom prst="ellipse">
            <a:avLst/>
          </a:prstGeom>
          <a:solidFill>
            <a:srgbClr val="7F8C97">
              <a:alpha val="48000"/>
            </a:srgbClr>
          </a:solidFill>
          <a:ln w="0">
            <a:noFill/>
            <a:prstDash val="solid"/>
          </a:ln>
        </p:spPr>
      </p:sp>
      <p:sp>
        <p:nvSpPr>
          <p:cNvPr id="441" name="03_assume_matched_5738">
            <a:extLst>
              <a:ext uri="{FF2B5EF4-FFF2-40B4-BE49-F238E27FC236}">
                <a16:creationId xmlns:a16="http://schemas.microsoft.com/office/drawing/2014/main" id="{90709B41-5F9E-4EC3-82AF-10BC85959F09}"/>
              </a:ext>
            </a:extLst>
          </p:cNvPr>
          <p:cNvSpPr>
            <a:spLocks noGrp="1"/>
          </p:cNvSpPr>
          <p:nvPr/>
        </p:nvSpPr>
        <p:spPr>
          <a:xfrm>
            <a:off x="4700209" y="1962874"/>
            <a:ext cx="28398" cy="28398"/>
          </a:xfrm>
          <a:prstGeom prst="ellipse">
            <a:avLst/>
          </a:prstGeom>
          <a:solidFill>
            <a:srgbClr val="7F8C97">
              <a:alpha val="48000"/>
            </a:srgbClr>
          </a:solidFill>
          <a:ln w="0">
            <a:noFill/>
            <a:prstDash val="solid"/>
          </a:ln>
        </p:spPr>
      </p:sp>
      <p:sp>
        <p:nvSpPr>
          <p:cNvPr id="442" name="03_assume_matched_5739">
            <a:extLst>
              <a:ext uri="{FF2B5EF4-FFF2-40B4-BE49-F238E27FC236}">
                <a16:creationId xmlns:a16="http://schemas.microsoft.com/office/drawing/2014/main" id="{1E5EDF11-81F1-4942-AD01-C8207D732977}"/>
              </a:ext>
            </a:extLst>
          </p:cNvPr>
          <p:cNvSpPr>
            <a:spLocks noGrp="1"/>
          </p:cNvSpPr>
          <p:nvPr/>
        </p:nvSpPr>
        <p:spPr>
          <a:xfrm>
            <a:off x="4643078" y="1962874"/>
            <a:ext cx="28398" cy="28398"/>
          </a:xfrm>
          <a:prstGeom prst="ellipse">
            <a:avLst/>
          </a:prstGeom>
          <a:solidFill>
            <a:srgbClr val="7F8C97">
              <a:alpha val="48000"/>
            </a:srgbClr>
          </a:solidFill>
          <a:ln w="0">
            <a:noFill/>
            <a:prstDash val="solid"/>
          </a:ln>
        </p:spPr>
      </p:sp>
      <p:sp>
        <p:nvSpPr>
          <p:cNvPr id="443" name="03_assume_matched_5740">
            <a:extLst>
              <a:ext uri="{FF2B5EF4-FFF2-40B4-BE49-F238E27FC236}">
                <a16:creationId xmlns:a16="http://schemas.microsoft.com/office/drawing/2014/main" id="{AD812E06-EE4A-4063-A52E-5E51B939E032}"/>
              </a:ext>
            </a:extLst>
          </p:cNvPr>
          <p:cNvSpPr>
            <a:spLocks noGrp="1"/>
          </p:cNvSpPr>
          <p:nvPr/>
        </p:nvSpPr>
        <p:spPr>
          <a:xfrm>
            <a:off x="4721940" y="1378004"/>
            <a:ext cx="28398" cy="28398"/>
          </a:xfrm>
          <a:prstGeom prst="ellipse">
            <a:avLst/>
          </a:prstGeom>
          <a:solidFill>
            <a:srgbClr val="7F8C97">
              <a:alpha val="48000"/>
            </a:srgbClr>
          </a:solidFill>
          <a:ln w="0">
            <a:noFill/>
            <a:prstDash val="solid"/>
          </a:ln>
        </p:spPr>
      </p:sp>
      <p:sp>
        <p:nvSpPr>
          <p:cNvPr id="444" name="03_assume_matched_5741">
            <a:extLst>
              <a:ext uri="{FF2B5EF4-FFF2-40B4-BE49-F238E27FC236}">
                <a16:creationId xmlns:a16="http://schemas.microsoft.com/office/drawing/2014/main" id="{37CE6106-81A4-4DCA-A686-08B4367A336F}"/>
              </a:ext>
            </a:extLst>
          </p:cNvPr>
          <p:cNvSpPr>
            <a:spLocks noGrp="1"/>
          </p:cNvSpPr>
          <p:nvPr/>
        </p:nvSpPr>
        <p:spPr>
          <a:xfrm>
            <a:off x="4689704" y="1378004"/>
            <a:ext cx="28398" cy="28398"/>
          </a:xfrm>
          <a:prstGeom prst="ellipse">
            <a:avLst/>
          </a:prstGeom>
          <a:solidFill>
            <a:srgbClr val="7F8C97">
              <a:alpha val="48000"/>
            </a:srgbClr>
          </a:solidFill>
          <a:ln w="0">
            <a:noFill/>
            <a:prstDash val="solid"/>
          </a:ln>
        </p:spPr>
      </p:sp>
      <p:sp>
        <p:nvSpPr>
          <p:cNvPr id="445" name="03_assume_matched_5742">
            <a:extLst>
              <a:ext uri="{FF2B5EF4-FFF2-40B4-BE49-F238E27FC236}">
                <a16:creationId xmlns:a16="http://schemas.microsoft.com/office/drawing/2014/main" id="{947578C8-2A94-4005-8BA5-948BFBE90318}"/>
              </a:ext>
            </a:extLst>
          </p:cNvPr>
          <p:cNvSpPr>
            <a:spLocks noGrp="1"/>
          </p:cNvSpPr>
          <p:nvPr/>
        </p:nvSpPr>
        <p:spPr>
          <a:xfrm>
            <a:off x="4594436" y="1537514"/>
            <a:ext cx="28398" cy="28398"/>
          </a:xfrm>
          <a:prstGeom prst="ellipse">
            <a:avLst/>
          </a:prstGeom>
          <a:solidFill>
            <a:srgbClr val="7F8C97">
              <a:alpha val="48000"/>
            </a:srgbClr>
          </a:solidFill>
          <a:ln w="0">
            <a:noFill/>
            <a:prstDash val="solid"/>
          </a:ln>
        </p:spPr>
      </p:sp>
      <p:sp>
        <p:nvSpPr>
          <p:cNvPr id="446" name="03_assume_matched_5743">
            <a:extLst>
              <a:ext uri="{FF2B5EF4-FFF2-40B4-BE49-F238E27FC236}">
                <a16:creationId xmlns:a16="http://schemas.microsoft.com/office/drawing/2014/main" id="{A9CA008E-4664-4E18-BA65-8FF9DF4C34DC}"/>
              </a:ext>
            </a:extLst>
          </p:cNvPr>
          <p:cNvSpPr>
            <a:spLocks noGrp="1"/>
          </p:cNvSpPr>
          <p:nvPr/>
        </p:nvSpPr>
        <p:spPr>
          <a:xfrm>
            <a:off x="4625089" y="1962874"/>
            <a:ext cx="28398" cy="28398"/>
          </a:xfrm>
          <a:prstGeom prst="ellipse">
            <a:avLst/>
          </a:prstGeom>
          <a:solidFill>
            <a:srgbClr val="7F8C97">
              <a:alpha val="48000"/>
            </a:srgbClr>
          </a:solidFill>
          <a:ln w="0">
            <a:noFill/>
            <a:prstDash val="solid"/>
          </a:ln>
        </p:spPr>
      </p:sp>
      <p:sp>
        <p:nvSpPr>
          <p:cNvPr id="447" name="03_assume_matched_5744">
            <a:extLst>
              <a:ext uri="{FF2B5EF4-FFF2-40B4-BE49-F238E27FC236}">
                <a16:creationId xmlns:a16="http://schemas.microsoft.com/office/drawing/2014/main" id="{F05F5172-3F14-400E-A473-9DC9FB7BE09C}"/>
              </a:ext>
            </a:extLst>
          </p:cNvPr>
          <p:cNvSpPr>
            <a:spLocks noGrp="1"/>
          </p:cNvSpPr>
          <p:nvPr/>
        </p:nvSpPr>
        <p:spPr>
          <a:xfrm>
            <a:off x="4594148" y="1962874"/>
            <a:ext cx="28398" cy="28398"/>
          </a:xfrm>
          <a:prstGeom prst="ellipse">
            <a:avLst/>
          </a:prstGeom>
          <a:solidFill>
            <a:srgbClr val="7F8C97">
              <a:alpha val="48000"/>
            </a:srgbClr>
          </a:solidFill>
          <a:ln w="0">
            <a:noFill/>
            <a:prstDash val="solid"/>
          </a:ln>
        </p:spPr>
      </p:sp>
      <p:sp>
        <p:nvSpPr>
          <p:cNvPr id="448" name="03_assume_matched_5745">
            <a:extLst>
              <a:ext uri="{FF2B5EF4-FFF2-40B4-BE49-F238E27FC236}">
                <a16:creationId xmlns:a16="http://schemas.microsoft.com/office/drawing/2014/main" id="{6AA5E8CE-8152-40CE-94BD-C9EC8CB79EBD}"/>
              </a:ext>
            </a:extLst>
          </p:cNvPr>
          <p:cNvSpPr>
            <a:spLocks noGrp="1"/>
          </p:cNvSpPr>
          <p:nvPr/>
        </p:nvSpPr>
        <p:spPr>
          <a:xfrm>
            <a:off x="4675457" y="1962874"/>
            <a:ext cx="28398" cy="28398"/>
          </a:xfrm>
          <a:prstGeom prst="ellipse">
            <a:avLst/>
          </a:prstGeom>
          <a:solidFill>
            <a:srgbClr val="7F8C97">
              <a:alpha val="48000"/>
            </a:srgbClr>
          </a:solidFill>
          <a:ln w="0">
            <a:noFill/>
            <a:prstDash val="solid"/>
          </a:ln>
        </p:spPr>
      </p:sp>
      <p:sp>
        <p:nvSpPr>
          <p:cNvPr id="449" name="03_assume_matched_5746">
            <a:extLst>
              <a:ext uri="{FF2B5EF4-FFF2-40B4-BE49-F238E27FC236}">
                <a16:creationId xmlns:a16="http://schemas.microsoft.com/office/drawing/2014/main" id="{CD4259F0-A0CE-4B1E-999D-2F70E0E8A11B}"/>
              </a:ext>
            </a:extLst>
          </p:cNvPr>
          <p:cNvSpPr>
            <a:spLocks noGrp="1"/>
          </p:cNvSpPr>
          <p:nvPr/>
        </p:nvSpPr>
        <p:spPr>
          <a:xfrm>
            <a:off x="4656749" y="1962874"/>
            <a:ext cx="28398" cy="28398"/>
          </a:xfrm>
          <a:prstGeom prst="ellipse">
            <a:avLst/>
          </a:prstGeom>
          <a:solidFill>
            <a:srgbClr val="7F8C97">
              <a:alpha val="48000"/>
            </a:srgbClr>
          </a:solidFill>
          <a:ln w="0">
            <a:noFill/>
            <a:prstDash val="solid"/>
          </a:ln>
        </p:spPr>
      </p:sp>
      <p:sp>
        <p:nvSpPr>
          <p:cNvPr id="450" name="03_assume_matched_5747">
            <a:extLst>
              <a:ext uri="{FF2B5EF4-FFF2-40B4-BE49-F238E27FC236}">
                <a16:creationId xmlns:a16="http://schemas.microsoft.com/office/drawing/2014/main" id="{A2F963FD-B912-4B16-87C7-8963C7C0BF7A}"/>
              </a:ext>
            </a:extLst>
          </p:cNvPr>
          <p:cNvSpPr>
            <a:spLocks noGrp="1"/>
          </p:cNvSpPr>
          <p:nvPr/>
        </p:nvSpPr>
        <p:spPr>
          <a:xfrm>
            <a:off x="4641495" y="1962874"/>
            <a:ext cx="28398" cy="28398"/>
          </a:xfrm>
          <a:prstGeom prst="ellipse">
            <a:avLst/>
          </a:prstGeom>
          <a:solidFill>
            <a:srgbClr val="7F8C97">
              <a:alpha val="48000"/>
            </a:srgbClr>
          </a:solidFill>
          <a:ln w="0">
            <a:noFill/>
            <a:prstDash val="solid"/>
          </a:ln>
        </p:spPr>
      </p:sp>
      <p:sp>
        <p:nvSpPr>
          <p:cNvPr id="451" name="03_assume_matched_5748">
            <a:extLst>
              <a:ext uri="{FF2B5EF4-FFF2-40B4-BE49-F238E27FC236}">
                <a16:creationId xmlns:a16="http://schemas.microsoft.com/office/drawing/2014/main" id="{1B06868F-00FF-436B-8611-EA41BE494B20}"/>
              </a:ext>
            </a:extLst>
          </p:cNvPr>
          <p:cNvSpPr>
            <a:spLocks noGrp="1"/>
          </p:cNvSpPr>
          <p:nvPr/>
        </p:nvSpPr>
        <p:spPr>
          <a:xfrm>
            <a:off x="4627248" y="1962874"/>
            <a:ext cx="28398" cy="28398"/>
          </a:xfrm>
          <a:prstGeom prst="ellipse">
            <a:avLst/>
          </a:prstGeom>
          <a:solidFill>
            <a:srgbClr val="7F8C97">
              <a:alpha val="48000"/>
            </a:srgbClr>
          </a:solidFill>
          <a:ln w="0">
            <a:noFill/>
            <a:prstDash val="solid"/>
          </a:ln>
        </p:spPr>
      </p:sp>
      <p:sp>
        <p:nvSpPr>
          <p:cNvPr id="452" name="03_assume_matched_5749">
            <a:extLst>
              <a:ext uri="{FF2B5EF4-FFF2-40B4-BE49-F238E27FC236}">
                <a16:creationId xmlns:a16="http://schemas.microsoft.com/office/drawing/2014/main" id="{78FC8D70-843D-4A87-AE4B-893E1AA46C1E}"/>
              </a:ext>
            </a:extLst>
          </p:cNvPr>
          <p:cNvSpPr>
            <a:spLocks noGrp="1"/>
          </p:cNvSpPr>
          <p:nvPr/>
        </p:nvSpPr>
        <p:spPr>
          <a:xfrm>
            <a:off x="4643653" y="1962874"/>
            <a:ext cx="28398" cy="28398"/>
          </a:xfrm>
          <a:prstGeom prst="ellipse">
            <a:avLst/>
          </a:prstGeom>
          <a:solidFill>
            <a:srgbClr val="7F8C97">
              <a:alpha val="48000"/>
            </a:srgbClr>
          </a:solidFill>
          <a:ln w="0">
            <a:noFill/>
            <a:prstDash val="solid"/>
          </a:ln>
        </p:spPr>
      </p:sp>
      <p:sp>
        <p:nvSpPr>
          <p:cNvPr id="453" name="03_assume_matched_5750">
            <a:extLst>
              <a:ext uri="{FF2B5EF4-FFF2-40B4-BE49-F238E27FC236}">
                <a16:creationId xmlns:a16="http://schemas.microsoft.com/office/drawing/2014/main" id="{032DE4FF-B214-4F5D-89C4-D57AA5EF840D}"/>
              </a:ext>
            </a:extLst>
          </p:cNvPr>
          <p:cNvSpPr>
            <a:spLocks noGrp="1"/>
          </p:cNvSpPr>
          <p:nvPr/>
        </p:nvSpPr>
        <p:spPr>
          <a:xfrm>
            <a:off x="4728847" y="1670439"/>
            <a:ext cx="28398" cy="28398"/>
          </a:xfrm>
          <a:prstGeom prst="ellipse">
            <a:avLst/>
          </a:prstGeom>
          <a:solidFill>
            <a:srgbClr val="7F8C97">
              <a:alpha val="48000"/>
            </a:srgbClr>
          </a:solidFill>
          <a:ln w="0">
            <a:noFill/>
            <a:prstDash val="solid"/>
          </a:ln>
        </p:spPr>
      </p:sp>
      <p:sp>
        <p:nvSpPr>
          <p:cNvPr id="454" name="03_assume_matched_5751">
            <a:extLst>
              <a:ext uri="{FF2B5EF4-FFF2-40B4-BE49-F238E27FC236}">
                <a16:creationId xmlns:a16="http://schemas.microsoft.com/office/drawing/2014/main" id="{BA987CF4-9D7C-4505-A204-E6827CBAF7FC}"/>
              </a:ext>
            </a:extLst>
          </p:cNvPr>
          <p:cNvSpPr>
            <a:spLocks noGrp="1"/>
          </p:cNvSpPr>
          <p:nvPr/>
        </p:nvSpPr>
        <p:spPr>
          <a:xfrm>
            <a:off x="4683804" y="1378004"/>
            <a:ext cx="28398" cy="28398"/>
          </a:xfrm>
          <a:prstGeom prst="ellipse">
            <a:avLst/>
          </a:prstGeom>
          <a:solidFill>
            <a:srgbClr val="7F8C97">
              <a:alpha val="48000"/>
            </a:srgbClr>
          </a:solidFill>
          <a:ln w="0">
            <a:noFill/>
            <a:prstDash val="solid"/>
          </a:ln>
        </p:spPr>
      </p:sp>
      <p:sp>
        <p:nvSpPr>
          <p:cNvPr id="455" name="03_assume_matched_5752">
            <a:extLst>
              <a:ext uri="{FF2B5EF4-FFF2-40B4-BE49-F238E27FC236}">
                <a16:creationId xmlns:a16="http://schemas.microsoft.com/office/drawing/2014/main" id="{57FDF772-DD0A-4FF9-BA6D-F16ECC49B507}"/>
              </a:ext>
            </a:extLst>
          </p:cNvPr>
          <p:cNvSpPr>
            <a:spLocks noGrp="1"/>
          </p:cNvSpPr>
          <p:nvPr/>
        </p:nvSpPr>
        <p:spPr>
          <a:xfrm>
            <a:off x="4693590" y="1962874"/>
            <a:ext cx="28398" cy="28398"/>
          </a:xfrm>
          <a:prstGeom prst="ellipse">
            <a:avLst/>
          </a:prstGeom>
          <a:solidFill>
            <a:srgbClr val="7F8C97">
              <a:alpha val="48000"/>
            </a:srgbClr>
          </a:solidFill>
          <a:ln w="0">
            <a:noFill/>
            <a:prstDash val="solid"/>
          </a:ln>
        </p:spPr>
      </p:sp>
      <p:sp>
        <p:nvSpPr>
          <p:cNvPr id="456" name="03_assume_matched_5753">
            <a:extLst>
              <a:ext uri="{FF2B5EF4-FFF2-40B4-BE49-F238E27FC236}">
                <a16:creationId xmlns:a16="http://schemas.microsoft.com/office/drawing/2014/main" id="{C10814D6-5ABB-40AD-8EB9-CD057D114693}"/>
              </a:ext>
            </a:extLst>
          </p:cNvPr>
          <p:cNvSpPr>
            <a:spLocks noGrp="1"/>
          </p:cNvSpPr>
          <p:nvPr/>
        </p:nvSpPr>
        <p:spPr>
          <a:xfrm>
            <a:off x="4630414" y="1832903"/>
            <a:ext cx="28398" cy="28398"/>
          </a:xfrm>
          <a:prstGeom prst="ellipse">
            <a:avLst/>
          </a:prstGeom>
          <a:solidFill>
            <a:srgbClr val="7F8C97">
              <a:alpha val="48000"/>
            </a:srgbClr>
          </a:solidFill>
          <a:ln w="0">
            <a:noFill/>
            <a:prstDash val="solid"/>
          </a:ln>
        </p:spPr>
      </p:sp>
      <p:sp>
        <p:nvSpPr>
          <p:cNvPr id="457" name="03_assume_matched_5754">
            <a:extLst>
              <a:ext uri="{FF2B5EF4-FFF2-40B4-BE49-F238E27FC236}">
                <a16:creationId xmlns:a16="http://schemas.microsoft.com/office/drawing/2014/main" id="{530434B2-D2F6-448C-8C38-D50850858F0F}"/>
              </a:ext>
            </a:extLst>
          </p:cNvPr>
          <p:cNvSpPr>
            <a:spLocks noGrp="1"/>
          </p:cNvSpPr>
          <p:nvPr/>
        </p:nvSpPr>
        <p:spPr>
          <a:xfrm>
            <a:off x="4720788" y="1962874"/>
            <a:ext cx="28398" cy="28398"/>
          </a:xfrm>
          <a:prstGeom prst="ellipse">
            <a:avLst/>
          </a:prstGeom>
          <a:solidFill>
            <a:srgbClr val="7F8C97">
              <a:alpha val="48000"/>
            </a:srgbClr>
          </a:solidFill>
          <a:ln w="0">
            <a:noFill/>
            <a:prstDash val="solid"/>
          </a:ln>
        </p:spPr>
      </p:sp>
      <p:sp>
        <p:nvSpPr>
          <p:cNvPr id="458" name="03_assume_matched_5755">
            <a:extLst>
              <a:ext uri="{FF2B5EF4-FFF2-40B4-BE49-F238E27FC236}">
                <a16:creationId xmlns:a16="http://schemas.microsoft.com/office/drawing/2014/main" id="{A0267108-A26D-4E25-AE62-370E20158E0A}"/>
              </a:ext>
            </a:extLst>
          </p:cNvPr>
          <p:cNvSpPr>
            <a:spLocks noGrp="1"/>
          </p:cNvSpPr>
          <p:nvPr/>
        </p:nvSpPr>
        <p:spPr>
          <a:xfrm>
            <a:off x="4693877" y="1537514"/>
            <a:ext cx="28398" cy="28398"/>
          </a:xfrm>
          <a:prstGeom prst="ellipse">
            <a:avLst/>
          </a:prstGeom>
          <a:solidFill>
            <a:srgbClr val="7F8C97">
              <a:alpha val="48000"/>
            </a:srgbClr>
          </a:solidFill>
          <a:ln w="0">
            <a:noFill/>
            <a:prstDash val="solid"/>
          </a:ln>
        </p:spPr>
      </p:sp>
      <p:sp>
        <p:nvSpPr>
          <p:cNvPr id="459" name="03_assume_matched_5756">
            <a:extLst>
              <a:ext uri="{FF2B5EF4-FFF2-40B4-BE49-F238E27FC236}">
                <a16:creationId xmlns:a16="http://schemas.microsoft.com/office/drawing/2014/main" id="{B8422200-77CD-4753-9CEE-FA42E5A664F0}"/>
              </a:ext>
            </a:extLst>
          </p:cNvPr>
          <p:cNvSpPr>
            <a:spLocks noGrp="1"/>
          </p:cNvSpPr>
          <p:nvPr/>
        </p:nvSpPr>
        <p:spPr>
          <a:xfrm>
            <a:off x="4611705" y="1962874"/>
            <a:ext cx="28398" cy="28398"/>
          </a:xfrm>
          <a:prstGeom prst="ellipse">
            <a:avLst/>
          </a:prstGeom>
          <a:solidFill>
            <a:srgbClr val="7F8C97">
              <a:alpha val="48000"/>
            </a:srgbClr>
          </a:solidFill>
          <a:ln w="0">
            <a:noFill/>
            <a:prstDash val="solid"/>
          </a:ln>
        </p:spPr>
      </p:sp>
      <p:sp>
        <p:nvSpPr>
          <p:cNvPr id="460" name="03_assume_matched_5757">
            <a:extLst>
              <a:ext uri="{FF2B5EF4-FFF2-40B4-BE49-F238E27FC236}">
                <a16:creationId xmlns:a16="http://schemas.microsoft.com/office/drawing/2014/main" id="{B0CB3E4D-11AE-43F8-8B6C-1E7F91B8E709}"/>
              </a:ext>
            </a:extLst>
          </p:cNvPr>
          <p:cNvSpPr>
            <a:spLocks noGrp="1"/>
          </p:cNvSpPr>
          <p:nvPr/>
        </p:nvSpPr>
        <p:spPr>
          <a:xfrm>
            <a:off x="4619045" y="1962874"/>
            <a:ext cx="28398" cy="28398"/>
          </a:xfrm>
          <a:prstGeom prst="ellipse">
            <a:avLst/>
          </a:prstGeom>
          <a:solidFill>
            <a:srgbClr val="7F8C97">
              <a:alpha val="48000"/>
            </a:srgbClr>
          </a:solidFill>
          <a:ln w="0">
            <a:noFill/>
            <a:prstDash val="solid"/>
          </a:ln>
        </p:spPr>
      </p:sp>
      <p:sp>
        <p:nvSpPr>
          <p:cNvPr id="461" name="03_assume_matched_5758">
            <a:extLst>
              <a:ext uri="{FF2B5EF4-FFF2-40B4-BE49-F238E27FC236}">
                <a16:creationId xmlns:a16="http://schemas.microsoft.com/office/drawing/2014/main" id="{C5A9A9BB-C3C7-4AEA-893F-A36FE7F08687}"/>
              </a:ext>
            </a:extLst>
          </p:cNvPr>
          <p:cNvSpPr>
            <a:spLocks noGrp="1"/>
          </p:cNvSpPr>
          <p:nvPr/>
        </p:nvSpPr>
        <p:spPr>
          <a:xfrm>
            <a:off x="4630270" y="1767917"/>
            <a:ext cx="28398" cy="28398"/>
          </a:xfrm>
          <a:prstGeom prst="ellipse">
            <a:avLst/>
          </a:prstGeom>
          <a:solidFill>
            <a:srgbClr val="7F8C97">
              <a:alpha val="48000"/>
            </a:srgbClr>
          </a:solidFill>
          <a:ln w="0">
            <a:noFill/>
            <a:prstDash val="solid"/>
          </a:ln>
        </p:spPr>
      </p:sp>
      <p:sp>
        <p:nvSpPr>
          <p:cNvPr id="462" name="03_assume_matched_5759">
            <a:extLst>
              <a:ext uri="{FF2B5EF4-FFF2-40B4-BE49-F238E27FC236}">
                <a16:creationId xmlns:a16="http://schemas.microsoft.com/office/drawing/2014/main" id="{E9950DB9-66FD-40A9-B415-0CC36306574B}"/>
              </a:ext>
            </a:extLst>
          </p:cNvPr>
          <p:cNvSpPr>
            <a:spLocks noGrp="1"/>
          </p:cNvSpPr>
          <p:nvPr/>
        </p:nvSpPr>
        <p:spPr>
          <a:xfrm>
            <a:off x="4719637" y="1962874"/>
            <a:ext cx="28398" cy="28398"/>
          </a:xfrm>
          <a:prstGeom prst="ellipse">
            <a:avLst/>
          </a:prstGeom>
          <a:solidFill>
            <a:srgbClr val="7F8C97">
              <a:alpha val="48000"/>
            </a:srgbClr>
          </a:solidFill>
          <a:ln w="0">
            <a:noFill/>
            <a:prstDash val="solid"/>
          </a:ln>
        </p:spPr>
      </p:sp>
      <p:sp>
        <p:nvSpPr>
          <p:cNvPr id="463" name="03_assume_matched_5760">
            <a:extLst>
              <a:ext uri="{FF2B5EF4-FFF2-40B4-BE49-F238E27FC236}">
                <a16:creationId xmlns:a16="http://schemas.microsoft.com/office/drawing/2014/main" id="{43A36F8A-57E9-4A0F-A63D-AC765880B656}"/>
              </a:ext>
            </a:extLst>
          </p:cNvPr>
          <p:cNvSpPr>
            <a:spLocks noGrp="1"/>
          </p:cNvSpPr>
          <p:nvPr/>
        </p:nvSpPr>
        <p:spPr>
          <a:xfrm>
            <a:off x="4632572" y="1378004"/>
            <a:ext cx="28398" cy="28398"/>
          </a:xfrm>
          <a:prstGeom prst="ellipse">
            <a:avLst/>
          </a:prstGeom>
          <a:solidFill>
            <a:srgbClr val="7F8C97">
              <a:alpha val="48000"/>
            </a:srgbClr>
          </a:solidFill>
          <a:ln w="0">
            <a:noFill/>
            <a:prstDash val="solid"/>
          </a:ln>
        </p:spPr>
      </p:sp>
      <p:sp>
        <p:nvSpPr>
          <p:cNvPr id="464" name="03_assume_matched_5761">
            <a:extLst>
              <a:ext uri="{FF2B5EF4-FFF2-40B4-BE49-F238E27FC236}">
                <a16:creationId xmlns:a16="http://schemas.microsoft.com/office/drawing/2014/main" id="{86D486F8-E665-45CC-8CCF-6169F647BE68}"/>
              </a:ext>
            </a:extLst>
          </p:cNvPr>
          <p:cNvSpPr>
            <a:spLocks noGrp="1"/>
          </p:cNvSpPr>
          <p:nvPr/>
        </p:nvSpPr>
        <p:spPr>
          <a:xfrm>
            <a:off x="4711578" y="1962874"/>
            <a:ext cx="28398" cy="28398"/>
          </a:xfrm>
          <a:prstGeom prst="ellipse">
            <a:avLst/>
          </a:prstGeom>
          <a:solidFill>
            <a:srgbClr val="7F8C97">
              <a:alpha val="48000"/>
            </a:srgbClr>
          </a:solidFill>
          <a:ln w="0">
            <a:noFill/>
            <a:prstDash val="solid"/>
          </a:ln>
        </p:spPr>
      </p:sp>
      <p:sp>
        <p:nvSpPr>
          <p:cNvPr id="465" name="03_assume_matched_5762">
            <a:extLst>
              <a:ext uri="{FF2B5EF4-FFF2-40B4-BE49-F238E27FC236}">
                <a16:creationId xmlns:a16="http://schemas.microsoft.com/office/drawing/2014/main" id="{1C49297C-A088-411D-9F71-6AD8609F0433}"/>
              </a:ext>
            </a:extLst>
          </p:cNvPr>
          <p:cNvSpPr>
            <a:spLocks noGrp="1"/>
          </p:cNvSpPr>
          <p:nvPr/>
        </p:nvSpPr>
        <p:spPr>
          <a:xfrm>
            <a:off x="4712729" y="1378004"/>
            <a:ext cx="28398" cy="28398"/>
          </a:xfrm>
          <a:prstGeom prst="ellipse">
            <a:avLst/>
          </a:prstGeom>
          <a:solidFill>
            <a:srgbClr val="7F8C97">
              <a:alpha val="48000"/>
            </a:srgbClr>
          </a:solidFill>
          <a:ln w="0">
            <a:noFill/>
            <a:prstDash val="solid"/>
          </a:ln>
        </p:spPr>
      </p:sp>
      <p:sp>
        <p:nvSpPr>
          <p:cNvPr id="466" name="03_assume_matched_5763">
            <a:extLst>
              <a:ext uri="{FF2B5EF4-FFF2-40B4-BE49-F238E27FC236}">
                <a16:creationId xmlns:a16="http://schemas.microsoft.com/office/drawing/2014/main" id="{258BE999-F4C5-4216-AF26-3A1DDA595768}"/>
              </a:ext>
            </a:extLst>
          </p:cNvPr>
          <p:cNvSpPr>
            <a:spLocks noGrp="1"/>
          </p:cNvSpPr>
          <p:nvPr/>
        </p:nvSpPr>
        <p:spPr>
          <a:xfrm>
            <a:off x="4716471" y="1962874"/>
            <a:ext cx="28398" cy="28398"/>
          </a:xfrm>
          <a:prstGeom prst="ellipse">
            <a:avLst/>
          </a:prstGeom>
          <a:solidFill>
            <a:srgbClr val="7F8C97">
              <a:alpha val="48000"/>
            </a:srgbClr>
          </a:solidFill>
          <a:ln w="0">
            <a:noFill/>
            <a:prstDash val="solid"/>
          </a:ln>
        </p:spPr>
      </p:sp>
      <p:sp>
        <p:nvSpPr>
          <p:cNvPr id="467" name="03_assume_matched_5764">
            <a:extLst>
              <a:ext uri="{FF2B5EF4-FFF2-40B4-BE49-F238E27FC236}">
                <a16:creationId xmlns:a16="http://schemas.microsoft.com/office/drawing/2014/main" id="{B03107DE-6F59-4970-A038-9C9D379BABB0}"/>
              </a:ext>
            </a:extLst>
          </p:cNvPr>
          <p:cNvSpPr>
            <a:spLocks noGrp="1"/>
          </p:cNvSpPr>
          <p:nvPr/>
        </p:nvSpPr>
        <p:spPr>
          <a:xfrm>
            <a:off x="4633723" y="1962874"/>
            <a:ext cx="28398" cy="28398"/>
          </a:xfrm>
          <a:prstGeom prst="ellipse">
            <a:avLst/>
          </a:prstGeom>
          <a:solidFill>
            <a:srgbClr val="7F8C97">
              <a:alpha val="48000"/>
            </a:srgbClr>
          </a:solidFill>
          <a:ln w="0">
            <a:noFill/>
            <a:prstDash val="solid"/>
          </a:ln>
        </p:spPr>
      </p:sp>
      <p:sp>
        <p:nvSpPr>
          <p:cNvPr id="468" name="03_assume_matched_5765">
            <a:extLst>
              <a:ext uri="{FF2B5EF4-FFF2-40B4-BE49-F238E27FC236}">
                <a16:creationId xmlns:a16="http://schemas.microsoft.com/office/drawing/2014/main" id="{8A7A06F1-4D24-46B2-A29F-D9C4A86924DA}"/>
              </a:ext>
            </a:extLst>
          </p:cNvPr>
          <p:cNvSpPr>
            <a:spLocks noGrp="1"/>
          </p:cNvSpPr>
          <p:nvPr/>
        </p:nvSpPr>
        <p:spPr>
          <a:xfrm>
            <a:off x="4611993" y="1378004"/>
            <a:ext cx="28398" cy="28398"/>
          </a:xfrm>
          <a:prstGeom prst="ellipse">
            <a:avLst/>
          </a:prstGeom>
          <a:solidFill>
            <a:srgbClr val="7F8C97">
              <a:alpha val="48000"/>
            </a:srgbClr>
          </a:solidFill>
          <a:ln w="0">
            <a:noFill/>
            <a:prstDash val="solid"/>
          </a:ln>
        </p:spPr>
      </p:sp>
      <p:sp>
        <p:nvSpPr>
          <p:cNvPr id="469" name="03_assume_matched_5766">
            <a:extLst>
              <a:ext uri="{FF2B5EF4-FFF2-40B4-BE49-F238E27FC236}">
                <a16:creationId xmlns:a16="http://schemas.microsoft.com/office/drawing/2014/main" id="{0CE48715-EE68-4DDD-B340-985DA3077664}"/>
              </a:ext>
            </a:extLst>
          </p:cNvPr>
          <p:cNvSpPr>
            <a:spLocks noGrp="1"/>
          </p:cNvSpPr>
          <p:nvPr/>
        </p:nvSpPr>
        <p:spPr>
          <a:xfrm>
            <a:off x="4695748" y="1962874"/>
            <a:ext cx="28398" cy="28398"/>
          </a:xfrm>
          <a:prstGeom prst="ellipse">
            <a:avLst/>
          </a:prstGeom>
          <a:solidFill>
            <a:srgbClr val="7F8C97">
              <a:alpha val="48000"/>
            </a:srgbClr>
          </a:solidFill>
          <a:ln w="0">
            <a:noFill/>
            <a:prstDash val="solid"/>
          </a:ln>
        </p:spPr>
      </p:sp>
      <p:sp>
        <p:nvSpPr>
          <p:cNvPr id="470" name="03_assume_matched_5767">
            <a:extLst>
              <a:ext uri="{FF2B5EF4-FFF2-40B4-BE49-F238E27FC236}">
                <a16:creationId xmlns:a16="http://schemas.microsoft.com/office/drawing/2014/main" id="{4D76ACC8-CE5E-4145-9CE5-3ED81AF8F072}"/>
              </a:ext>
            </a:extLst>
          </p:cNvPr>
          <p:cNvSpPr>
            <a:spLocks noGrp="1"/>
          </p:cNvSpPr>
          <p:nvPr/>
        </p:nvSpPr>
        <p:spPr>
          <a:xfrm>
            <a:off x="4605229" y="1962874"/>
            <a:ext cx="28398" cy="28398"/>
          </a:xfrm>
          <a:prstGeom prst="ellipse">
            <a:avLst/>
          </a:prstGeom>
          <a:solidFill>
            <a:srgbClr val="7F8C97">
              <a:alpha val="48000"/>
            </a:srgbClr>
          </a:solidFill>
          <a:ln w="0">
            <a:noFill/>
            <a:prstDash val="solid"/>
          </a:ln>
        </p:spPr>
      </p:sp>
      <p:sp>
        <p:nvSpPr>
          <p:cNvPr id="471" name="03_assume_matched_5768">
            <a:extLst>
              <a:ext uri="{FF2B5EF4-FFF2-40B4-BE49-F238E27FC236}">
                <a16:creationId xmlns:a16="http://schemas.microsoft.com/office/drawing/2014/main" id="{A7E01B5D-D354-4276-89AC-00789584CF31}"/>
              </a:ext>
            </a:extLst>
          </p:cNvPr>
          <p:cNvSpPr>
            <a:spLocks noGrp="1"/>
          </p:cNvSpPr>
          <p:nvPr/>
        </p:nvSpPr>
        <p:spPr>
          <a:xfrm>
            <a:off x="4699346" y="1378004"/>
            <a:ext cx="28398" cy="28398"/>
          </a:xfrm>
          <a:prstGeom prst="ellipse">
            <a:avLst/>
          </a:prstGeom>
          <a:solidFill>
            <a:srgbClr val="7F8C97">
              <a:alpha val="48000"/>
            </a:srgbClr>
          </a:solidFill>
          <a:ln w="0">
            <a:noFill/>
            <a:prstDash val="solid"/>
          </a:ln>
        </p:spPr>
      </p:sp>
      <p:sp>
        <p:nvSpPr>
          <p:cNvPr id="472" name="03_assume_matched_5769">
            <a:extLst>
              <a:ext uri="{FF2B5EF4-FFF2-40B4-BE49-F238E27FC236}">
                <a16:creationId xmlns:a16="http://schemas.microsoft.com/office/drawing/2014/main" id="{45EF7CB6-DCB4-4EED-8380-4E7619BCF37E}"/>
              </a:ext>
            </a:extLst>
          </p:cNvPr>
          <p:cNvSpPr>
            <a:spLocks noGrp="1"/>
          </p:cNvSpPr>
          <p:nvPr/>
        </p:nvSpPr>
        <p:spPr>
          <a:xfrm>
            <a:off x="4606525" y="1962874"/>
            <a:ext cx="28398" cy="28398"/>
          </a:xfrm>
          <a:prstGeom prst="ellipse">
            <a:avLst/>
          </a:prstGeom>
          <a:solidFill>
            <a:srgbClr val="7F8C97">
              <a:alpha val="48000"/>
            </a:srgbClr>
          </a:solidFill>
          <a:ln w="0">
            <a:noFill/>
            <a:prstDash val="solid"/>
          </a:ln>
        </p:spPr>
      </p:sp>
      <p:sp>
        <p:nvSpPr>
          <p:cNvPr id="473" name="03_assume_matched_5770">
            <a:extLst>
              <a:ext uri="{FF2B5EF4-FFF2-40B4-BE49-F238E27FC236}">
                <a16:creationId xmlns:a16="http://schemas.microsoft.com/office/drawing/2014/main" id="{FC840339-B984-4F0A-B91D-19AD906B780D}"/>
              </a:ext>
            </a:extLst>
          </p:cNvPr>
          <p:cNvSpPr>
            <a:spLocks noGrp="1"/>
          </p:cNvSpPr>
          <p:nvPr/>
        </p:nvSpPr>
        <p:spPr>
          <a:xfrm>
            <a:off x="4726976" y="1378004"/>
            <a:ext cx="28398" cy="28398"/>
          </a:xfrm>
          <a:prstGeom prst="ellipse">
            <a:avLst/>
          </a:prstGeom>
          <a:solidFill>
            <a:srgbClr val="7F8C97">
              <a:alpha val="48000"/>
            </a:srgbClr>
          </a:solidFill>
          <a:ln w="0">
            <a:noFill/>
            <a:prstDash val="solid"/>
          </a:ln>
        </p:spPr>
      </p:sp>
      <p:sp>
        <p:nvSpPr>
          <p:cNvPr id="474" name="03_assume_matched_5771">
            <a:extLst>
              <a:ext uri="{FF2B5EF4-FFF2-40B4-BE49-F238E27FC236}">
                <a16:creationId xmlns:a16="http://schemas.microsoft.com/office/drawing/2014/main" id="{E6821B11-E00B-4EBF-B2D8-3571524E4462}"/>
              </a:ext>
            </a:extLst>
          </p:cNvPr>
          <p:cNvSpPr>
            <a:spLocks noGrp="1"/>
          </p:cNvSpPr>
          <p:nvPr/>
        </p:nvSpPr>
        <p:spPr>
          <a:xfrm>
            <a:off x="4704958" y="1378004"/>
            <a:ext cx="28398" cy="28398"/>
          </a:xfrm>
          <a:prstGeom prst="ellipse">
            <a:avLst/>
          </a:prstGeom>
          <a:solidFill>
            <a:srgbClr val="7F8C97">
              <a:alpha val="48000"/>
            </a:srgbClr>
          </a:solidFill>
          <a:ln w="0">
            <a:noFill/>
            <a:prstDash val="solid"/>
          </a:ln>
        </p:spPr>
      </p:sp>
      <p:sp>
        <p:nvSpPr>
          <p:cNvPr id="475" name="03_assume_matched_5772">
            <a:extLst>
              <a:ext uri="{FF2B5EF4-FFF2-40B4-BE49-F238E27FC236}">
                <a16:creationId xmlns:a16="http://schemas.microsoft.com/office/drawing/2014/main" id="{91B9CA30-887D-46AA-ADD6-8E1A6C6FC42A}"/>
              </a:ext>
            </a:extLst>
          </p:cNvPr>
          <p:cNvSpPr>
            <a:spLocks noGrp="1"/>
          </p:cNvSpPr>
          <p:nvPr/>
        </p:nvSpPr>
        <p:spPr>
          <a:xfrm>
            <a:off x="4652863" y="1378004"/>
            <a:ext cx="28398" cy="28398"/>
          </a:xfrm>
          <a:prstGeom prst="ellipse">
            <a:avLst/>
          </a:prstGeom>
          <a:solidFill>
            <a:srgbClr val="7F8C97">
              <a:alpha val="48000"/>
            </a:srgbClr>
          </a:solidFill>
          <a:ln w="0">
            <a:noFill/>
            <a:prstDash val="solid"/>
          </a:ln>
        </p:spPr>
      </p:sp>
      <p:sp>
        <p:nvSpPr>
          <p:cNvPr id="476" name="03_assume_matched_5773">
            <a:extLst>
              <a:ext uri="{FF2B5EF4-FFF2-40B4-BE49-F238E27FC236}">
                <a16:creationId xmlns:a16="http://schemas.microsoft.com/office/drawing/2014/main" id="{FF7CF0A7-E271-4828-9740-05A20FB3AAA7}"/>
              </a:ext>
            </a:extLst>
          </p:cNvPr>
          <p:cNvSpPr>
            <a:spLocks noGrp="1"/>
          </p:cNvSpPr>
          <p:nvPr/>
        </p:nvSpPr>
        <p:spPr>
          <a:xfrm>
            <a:off x="4628543" y="1962874"/>
            <a:ext cx="28398" cy="28398"/>
          </a:xfrm>
          <a:prstGeom prst="ellipse">
            <a:avLst/>
          </a:prstGeom>
          <a:solidFill>
            <a:srgbClr val="7F8C97">
              <a:alpha val="48000"/>
            </a:srgbClr>
          </a:solidFill>
          <a:ln w="0">
            <a:noFill/>
            <a:prstDash val="solid"/>
          </a:ln>
        </p:spPr>
      </p:sp>
      <p:sp>
        <p:nvSpPr>
          <p:cNvPr id="477" name="03_assume_matched_5774">
            <a:extLst>
              <a:ext uri="{FF2B5EF4-FFF2-40B4-BE49-F238E27FC236}">
                <a16:creationId xmlns:a16="http://schemas.microsoft.com/office/drawing/2014/main" id="{F84EC43A-47DA-442B-8D36-86C47684B341}"/>
              </a:ext>
            </a:extLst>
          </p:cNvPr>
          <p:cNvSpPr>
            <a:spLocks noGrp="1"/>
          </p:cNvSpPr>
          <p:nvPr/>
        </p:nvSpPr>
        <p:spPr>
          <a:xfrm>
            <a:off x="4731006" y="1962874"/>
            <a:ext cx="28398" cy="28398"/>
          </a:xfrm>
          <a:prstGeom prst="ellipse">
            <a:avLst/>
          </a:prstGeom>
          <a:solidFill>
            <a:srgbClr val="7F8C97">
              <a:alpha val="48000"/>
            </a:srgbClr>
          </a:solidFill>
          <a:ln w="0">
            <a:noFill/>
            <a:prstDash val="solid"/>
          </a:ln>
        </p:spPr>
      </p:sp>
      <p:sp>
        <p:nvSpPr>
          <p:cNvPr id="478" name="03_assume_matched_5775">
            <a:extLst>
              <a:ext uri="{FF2B5EF4-FFF2-40B4-BE49-F238E27FC236}">
                <a16:creationId xmlns:a16="http://schemas.microsoft.com/office/drawing/2014/main" id="{6C1ED194-DCD0-4271-B3A9-DE66CD39AF9E}"/>
              </a:ext>
            </a:extLst>
          </p:cNvPr>
          <p:cNvSpPr>
            <a:spLocks noGrp="1"/>
          </p:cNvSpPr>
          <p:nvPr/>
        </p:nvSpPr>
        <p:spPr>
          <a:xfrm>
            <a:off x="4678767" y="1962874"/>
            <a:ext cx="28398" cy="28398"/>
          </a:xfrm>
          <a:prstGeom prst="ellipse">
            <a:avLst/>
          </a:prstGeom>
          <a:solidFill>
            <a:srgbClr val="7F8C97">
              <a:alpha val="48000"/>
            </a:srgbClr>
          </a:solidFill>
          <a:ln w="0">
            <a:noFill/>
            <a:prstDash val="solid"/>
          </a:ln>
        </p:spPr>
      </p:sp>
      <p:sp>
        <p:nvSpPr>
          <p:cNvPr id="479" name="03_assume_matched_5776">
            <a:extLst>
              <a:ext uri="{FF2B5EF4-FFF2-40B4-BE49-F238E27FC236}">
                <a16:creationId xmlns:a16="http://schemas.microsoft.com/office/drawing/2014/main" id="{6B3303F7-EE04-4BD9-9222-AD716884FFCA}"/>
              </a:ext>
            </a:extLst>
          </p:cNvPr>
          <p:cNvSpPr>
            <a:spLocks noGrp="1"/>
          </p:cNvSpPr>
          <p:nvPr/>
        </p:nvSpPr>
        <p:spPr>
          <a:xfrm>
            <a:off x="4711578" y="1962874"/>
            <a:ext cx="28398" cy="28398"/>
          </a:xfrm>
          <a:prstGeom prst="ellipse">
            <a:avLst/>
          </a:prstGeom>
          <a:solidFill>
            <a:srgbClr val="7F8C97">
              <a:alpha val="48000"/>
            </a:srgbClr>
          </a:solidFill>
          <a:ln w="0">
            <a:noFill/>
            <a:prstDash val="solid"/>
          </a:ln>
        </p:spPr>
      </p:sp>
      <p:sp>
        <p:nvSpPr>
          <p:cNvPr id="480" name="03_assume_matched_5777">
            <a:extLst>
              <a:ext uri="{FF2B5EF4-FFF2-40B4-BE49-F238E27FC236}">
                <a16:creationId xmlns:a16="http://schemas.microsoft.com/office/drawing/2014/main" id="{9FBAFBE6-C596-4811-91D3-AF6EEC5565A5}"/>
              </a:ext>
            </a:extLst>
          </p:cNvPr>
          <p:cNvSpPr>
            <a:spLocks noGrp="1"/>
          </p:cNvSpPr>
          <p:nvPr/>
        </p:nvSpPr>
        <p:spPr>
          <a:xfrm>
            <a:off x="4610698" y="1845900"/>
            <a:ext cx="28398" cy="28398"/>
          </a:xfrm>
          <a:prstGeom prst="ellipse">
            <a:avLst/>
          </a:prstGeom>
          <a:solidFill>
            <a:srgbClr val="7F8C97">
              <a:alpha val="48000"/>
            </a:srgbClr>
          </a:solidFill>
          <a:ln w="0">
            <a:noFill/>
            <a:prstDash val="solid"/>
          </a:ln>
        </p:spPr>
      </p:sp>
      <p:sp>
        <p:nvSpPr>
          <p:cNvPr id="481" name="03_assume_matched_5778">
            <a:extLst>
              <a:ext uri="{FF2B5EF4-FFF2-40B4-BE49-F238E27FC236}">
                <a16:creationId xmlns:a16="http://schemas.microsoft.com/office/drawing/2014/main" id="{261FBF67-D265-4AE4-A03A-F5BAB9D8C5FA}"/>
              </a:ext>
            </a:extLst>
          </p:cNvPr>
          <p:cNvSpPr>
            <a:spLocks noGrp="1"/>
          </p:cNvSpPr>
          <p:nvPr/>
        </p:nvSpPr>
        <p:spPr>
          <a:xfrm>
            <a:off x="4702656" y="1962874"/>
            <a:ext cx="28398" cy="28398"/>
          </a:xfrm>
          <a:prstGeom prst="ellipse">
            <a:avLst/>
          </a:prstGeom>
          <a:solidFill>
            <a:srgbClr val="7F8C97">
              <a:alpha val="48000"/>
            </a:srgbClr>
          </a:solidFill>
          <a:ln w="0">
            <a:noFill/>
            <a:prstDash val="solid"/>
          </a:ln>
        </p:spPr>
      </p:sp>
      <p:sp>
        <p:nvSpPr>
          <p:cNvPr id="482" name="03_assume_matched_5779">
            <a:extLst>
              <a:ext uri="{FF2B5EF4-FFF2-40B4-BE49-F238E27FC236}">
                <a16:creationId xmlns:a16="http://schemas.microsoft.com/office/drawing/2014/main" id="{91DC1432-2E15-4A86-A96F-F22BA07203A0}"/>
              </a:ext>
            </a:extLst>
          </p:cNvPr>
          <p:cNvSpPr>
            <a:spLocks noGrp="1"/>
          </p:cNvSpPr>
          <p:nvPr/>
        </p:nvSpPr>
        <p:spPr>
          <a:xfrm>
            <a:off x="4681789" y="1962874"/>
            <a:ext cx="28398" cy="28398"/>
          </a:xfrm>
          <a:prstGeom prst="ellipse">
            <a:avLst/>
          </a:prstGeom>
          <a:solidFill>
            <a:srgbClr val="7F8C97">
              <a:alpha val="48000"/>
            </a:srgbClr>
          </a:solidFill>
          <a:ln w="0">
            <a:noFill/>
            <a:prstDash val="solid"/>
          </a:ln>
        </p:spPr>
      </p:sp>
      <p:sp>
        <p:nvSpPr>
          <p:cNvPr id="483" name="03_assume_matched_5780">
            <a:extLst>
              <a:ext uri="{FF2B5EF4-FFF2-40B4-BE49-F238E27FC236}">
                <a16:creationId xmlns:a16="http://schemas.microsoft.com/office/drawing/2014/main" id="{9B4C58EF-E832-4601-AE60-E339468FE8D5}"/>
              </a:ext>
            </a:extLst>
          </p:cNvPr>
          <p:cNvSpPr>
            <a:spLocks noGrp="1"/>
          </p:cNvSpPr>
          <p:nvPr/>
        </p:nvSpPr>
        <p:spPr>
          <a:xfrm>
            <a:off x="4590407" y="1378004"/>
            <a:ext cx="28398" cy="28398"/>
          </a:xfrm>
          <a:prstGeom prst="ellipse">
            <a:avLst/>
          </a:prstGeom>
          <a:solidFill>
            <a:srgbClr val="7F8C97">
              <a:alpha val="48000"/>
            </a:srgbClr>
          </a:solidFill>
          <a:ln w="0">
            <a:noFill/>
            <a:prstDash val="solid"/>
          </a:ln>
        </p:spPr>
      </p:sp>
      <p:sp>
        <p:nvSpPr>
          <p:cNvPr id="484" name="03_assume_matched_5781">
            <a:extLst>
              <a:ext uri="{FF2B5EF4-FFF2-40B4-BE49-F238E27FC236}">
                <a16:creationId xmlns:a16="http://schemas.microsoft.com/office/drawing/2014/main" id="{440D437A-62A5-44BD-88A6-4B04BDB1BC21}"/>
              </a:ext>
            </a:extLst>
          </p:cNvPr>
          <p:cNvSpPr>
            <a:spLocks noGrp="1"/>
          </p:cNvSpPr>
          <p:nvPr/>
        </p:nvSpPr>
        <p:spPr>
          <a:xfrm>
            <a:off x="4649697" y="1962874"/>
            <a:ext cx="28398" cy="28398"/>
          </a:xfrm>
          <a:prstGeom prst="ellipse">
            <a:avLst/>
          </a:prstGeom>
          <a:solidFill>
            <a:srgbClr val="7F8C97">
              <a:alpha val="48000"/>
            </a:srgbClr>
          </a:solidFill>
          <a:ln w="0">
            <a:noFill/>
            <a:prstDash val="solid"/>
          </a:ln>
        </p:spPr>
      </p:sp>
      <p:sp>
        <p:nvSpPr>
          <p:cNvPr id="485" name="03_assume_matched_5782">
            <a:extLst>
              <a:ext uri="{FF2B5EF4-FFF2-40B4-BE49-F238E27FC236}">
                <a16:creationId xmlns:a16="http://schemas.microsoft.com/office/drawing/2014/main" id="{F95365C9-A07D-425B-A37C-F75BD2D9AEC5}"/>
              </a:ext>
            </a:extLst>
          </p:cNvPr>
          <p:cNvSpPr>
            <a:spLocks noGrp="1"/>
          </p:cNvSpPr>
          <p:nvPr/>
        </p:nvSpPr>
        <p:spPr>
          <a:xfrm>
            <a:off x="4631853" y="1962874"/>
            <a:ext cx="28398" cy="28398"/>
          </a:xfrm>
          <a:prstGeom prst="ellipse">
            <a:avLst/>
          </a:prstGeom>
          <a:solidFill>
            <a:srgbClr val="7F8C97">
              <a:alpha val="48000"/>
            </a:srgbClr>
          </a:solidFill>
          <a:ln w="0">
            <a:noFill/>
            <a:prstDash val="solid"/>
          </a:ln>
        </p:spPr>
      </p:sp>
      <p:sp>
        <p:nvSpPr>
          <p:cNvPr id="486" name="03_assume_matched_5783">
            <a:extLst>
              <a:ext uri="{FF2B5EF4-FFF2-40B4-BE49-F238E27FC236}">
                <a16:creationId xmlns:a16="http://schemas.microsoft.com/office/drawing/2014/main" id="{A34862F8-E14B-450E-BA24-C9EDD4FE36E7}"/>
              </a:ext>
            </a:extLst>
          </p:cNvPr>
          <p:cNvSpPr>
            <a:spLocks noGrp="1"/>
          </p:cNvSpPr>
          <p:nvPr/>
        </p:nvSpPr>
        <p:spPr>
          <a:xfrm>
            <a:off x="4664088" y="1572961"/>
            <a:ext cx="28398" cy="28398"/>
          </a:xfrm>
          <a:prstGeom prst="ellipse">
            <a:avLst/>
          </a:prstGeom>
          <a:solidFill>
            <a:srgbClr val="7F8C97">
              <a:alpha val="48000"/>
            </a:srgbClr>
          </a:solidFill>
          <a:ln w="0">
            <a:noFill/>
            <a:prstDash val="solid"/>
          </a:ln>
        </p:spPr>
      </p:sp>
      <p:sp>
        <p:nvSpPr>
          <p:cNvPr id="487" name="03_assume_matched_5784">
            <a:extLst>
              <a:ext uri="{FF2B5EF4-FFF2-40B4-BE49-F238E27FC236}">
                <a16:creationId xmlns:a16="http://schemas.microsoft.com/office/drawing/2014/main" id="{38A524A9-F4D5-4C46-898E-89B61D73A52A}"/>
              </a:ext>
            </a:extLst>
          </p:cNvPr>
          <p:cNvSpPr>
            <a:spLocks noGrp="1"/>
          </p:cNvSpPr>
          <p:nvPr/>
        </p:nvSpPr>
        <p:spPr>
          <a:xfrm>
            <a:off x="4645956" y="1865395"/>
            <a:ext cx="28398" cy="28398"/>
          </a:xfrm>
          <a:prstGeom prst="ellipse">
            <a:avLst/>
          </a:prstGeom>
          <a:solidFill>
            <a:srgbClr val="7F8C97">
              <a:alpha val="48000"/>
            </a:srgbClr>
          </a:solidFill>
          <a:ln w="0">
            <a:noFill/>
            <a:prstDash val="solid"/>
          </a:ln>
        </p:spPr>
      </p:sp>
      <p:sp>
        <p:nvSpPr>
          <p:cNvPr id="488" name="03_assume_matched_5785">
            <a:extLst>
              <a:ext uri="{FF2B5EF4-FFF2-40B4-BE49-F238E27FC236}">
                <a16:creationId xmlns:a16="http://schemas.microsoft.com/office/drawing/2014/main" id="{548C9794-F9C7-4A00-BD16-8EF70416218C}"/>
              </a:ext>
            </a:extLst>
          </p:cNvPr>
          <p:cNvSpPr>
            <a:spLocks noGrp="1"/>
          </p:cNvSpPr>
          <p:nvPr/>
        </p:nvSpPr>
        <p:spPr>
          <a:xfrm>
            <a:off x="4708124" y="1962874"/>
            <a:ext cx="28398" cy="28398"/>
          </a:xfrm>
          <a:prstGeom prst="ellipse">
            <a:avLst/>
          </a:prstGeom>
          <a:solidFill>
            <a:srgbClr val="7F8C97">
              <a:alpha val="48000"/>
            </a:srgbClr>
          </a:solidFill>
          <a:ln w="0">
            <a:noFill/>
            <a:prstDash val="solid"/>
          </a:ln>
        </p:spPr>
      </p:sp>
      <p:sp>
        <p:nvSpPr>
          <p:cNvPr id="489" name="03_assume_matched_5786">
            <a:extLst>
              <a:ext uri="{FF2B5EF4-FFF2-40B4-BE49-F238E27FC236}">
                <a16:creationId xmlns:a16="http://schemas.microsoft.com/office/drawing/2014/main" id="{EA87649A-8519-4AF2-9017-10AD60A2BF39}"/>
              </a:ext>
            </a:extLst>
          </p:cNvPr>
          <p:cNvSpPr>
            <a:spLocks noGrp="1"/>
          </p:cNvSpPr>
          <p:nvPr/>
        </p:nvSpPr>
        <p:spPr>
          <a:xfrm>
            <a:off x="4606237" y="1436491"/>
            <a:ext cx="28398" cy="28398"/>
          </a:xfrm>
          <a:prstGeom prst="ellipse">
            <a:avLst/>
          </a:prstGeom>
          <a:solidFill>
            <a:srgbClr val="7F8C97">
              <a:alpha val="48000"/>
            </a:srgbClr>
          </a:solidFill>
          <a:ln w="0">
            <a:noFill/>
            <a:prstDash val="solid"/>
          </a:ln>
        </p:spPr>
      </p:sp>
      <p:sp>
        <p:nvSpPr>
          <p:cNvPr id="490" name="03_assume_matched_5787">
            <a:extLst>
              <a:ext uri="{FF2B5EF4-FFF2-40B4-BE49-F238E27FC236}">
                <a16:creationId xmlns:a16="http://schemas.microsoft.com/office/drawing/2014/main" id="{8C349257-1FD3-4472-8974-8AA4412DB84B}"/>
              </a:ext>
            </a:extLst>
          </p:cNvPr>
          <p:cNvSpPr>
            <a:spLocks noGrp="1"/>
          </p:cNvSpPr>
          <p:nvPr/>
        </p:nvSpPr>
        <p:spPr>
          <a:xfrm>
            <a:off x="4612857" y="1962874"/>
            <a:ext cx="28398" cy="28398"/>
          </a:xfrm>
          <a:prstGeom prst="ellipse">
            <a:avLst/>
          </a:prstGeom>
          <a:solidFill>
            <a:srgbClr val="7F8C97">
              <a:alpha val="48000"/>
            </a:srgbClr>
          </a:solidFill>
          <a:ln w="0">
            <a:noFill/>
            <a:prstDash val="solid"/>
          </a:ln>
        </p:spPr>
      </p:sp>
      <p:sp>
        <p:nvSpPr>
          <p:cNvPr id="491" name="03_assume_matched_5788">
            <a:extLst>
              <a:ext uri="{FF2B5EF4-FFF2-40B4-BE49-F238E27FC236}">
                <a16:creationId xmlns:a16="http://schemas.microsoft.com/office/drawing/2014/main" id="{5AA0DFCD-A12E-433E-A5C4-2F2A3DA43FD6}"/>
              </a:ext>
            </a:extLst>
          </p:cNvPr>
          <p:cNvSpPr>
            <a:spLocks noGrp="1"/>
          </p:cNvSpPr>
          <p:nvPr/>
        </p:nvSpPr>
        <p:spPr>
          <a:xfrm>
            <a:off x="4672723" y="1378004"/>
            <a:ext cx="28398" cy="28398"/>
          </a:xfrm>
          <a:prstGeom prst="ellipse">
            <a:avLst/>
          </a:prstGeom>
          <a:solidFill>
            <a:srgbClr val="7F8C97">
              <a:alpha val="48000"/>
            </a:srgbClr>
          </a:solidFill>
          <a:ln w="0">
            <a:noFill/>
            <a:prstDash val="solid"/>
          </a:ln>
        </p:spPr>
      </p:sp>
      <p:sp>
        <p:nvSpPr>
          <p:cNvPr id="492" name="03_assume_matched_5789">
            <a:extLst>
              <a:ext uri="{FF2B5EF4-FFF2-40B4-BE49-F238E27FC236}">
                <a16:creationId xmlns:a16="http://schemas.microsoft.com/office/drawing/2014/main" id="{4282CBF7-7809-4F85-8BA9-BF768A4D8268}"/>
              </a:ext>
            </a:extLst>
          </p:cNvPr>
          <p:cNvSpPr>
            <a:spLocks noGrp="1"/>
          </p:cNvSpPr>
          <p:nvPr/>
        </p:nvSpPr>
        <p:spPr>
          <a:xfrm>
            <a:off x="4671428" y="1378004"/>
            <a:ext cx="28398" cy="28398"/>
          </a:xfrm>
          <a:prstGeom prst="ellipse">
            <a:avLst/>
          </a:prstGeom>
          <a:solidFill>
            <a:srgbClr val="7F8C97">
              <a:alpha val="48000"/>
            </a:srgbClr>
          </a:solidFill>
          <a:ln w="0">
            <a:noFill/>
            <a:prstDash val="solid"/>
          </a:ln>
        </p:spPr>
      </p:sp>
      <p:sp>
        <p:nvSpPr>
          <p:cNvPr id="493" name="03_assume_matched_5790">
            <a:extLst>
              <a:ext uri="{FF2B5EF4-FFF2-40B4-BE49-F238E27FC236}">
                <a16:creationId xmlns:a16="http://schemas.microsoft.com/office/drawing/2014/main" id="{E9CD003B-EB10-4395-97C9-EBC9FFCE4B08}"/>
              </a:ext>
            </a:extLst>
          </p:cNvPr>
          <p:cNvSpPr>
            <a:spLocks noGrp="1"/>
          </p:cNvSpPr>
          <p:nvPr/>
        </p:nvSpPr>
        <p:spPr>
          <a:xfrm>
            <a:off x="4718198" y="1378004"/>
            <a:ext cx="28398" cy="28398"/>
          </a:xfrm>
          <a:prstGeom prst="ellipse">
            <a:avLst/>
          </a:prstGeom>
          <a:solidFill>
            <a:srgbClr val="7F8C97">
              <a:alpha val="48000"/>
            </a:srgbClr>
          </a:solidFill>
          <a:ln w="0">
            <a:noFill/>
            <a:prstDash val="solid"/>
          </a:ln>
        </p:spPr>
      </p:sp>
      <p:sp>
        <p:nvSpPr>
          <p:cNvPr id="494" name="03_assume_matched_5791">
            <a:extLst>
              <a:ext uri="{FF2B5EF4-FFF2-40B4-BE49-F238E27FC236}">
                <a16:creationId xmlns:a16="http://schemas.microsoft.com/office/drawing/2014/main" id="{8494EF93-F5F7-45B9-BD19-301A7EC93FD2}"/>
              </a:ext>
            </a:extLst>
          </p:cNvPr>
          <p:cNvSpPr>
            <a:spLocks noGrp="1"/>
          </p:cNvSpPr>
          <p:nvPr/>
        </p:nvSpPr>
        <p:spPr>
          <a:xfrm>
            <a:off x="4696468" y="1962874"/>
            <a:ext cx="28398" cy="28398"/>
          </a:xfrm>
          <a:prstGeom prst="ellipse">
            <a:avLst/>
          </a:prstGeom>
          <a:solidFill>
            <a:srgbClr val="7F8C97">
              <a:alpha val="48000"/>
            </a:srgbClr>
          </a:solidFill>
          <a:ln w="0">
            <a:noFill/>
            <a:prstDash val="solid"/>
          </a:ln>
        </p:spPr>
      </p:sp>
      <p:sp>
        <p:nvSpPr>
          <p:cNvPr id="495" name="03_assume_matched_5792">
            <a:extLst>
              <a:ext uri="{FF2B5EF4-FFF2-40B4-BE49-F238E27FC236}">
                <a16:creationId xmlns:a16="http://schemas.microsoft.com/office/drawing/2014/main" id="{353A37F3-8C9B-4F10-AAA8-1828B7B5FD31}"/>
              </a:ext>
            </a:extLst>
          </p:cNvPr>
          <p:cNvSpPr>
            <a:spLocks noGrp="1"/>
          </p:cNvSpPr>
          <p:nvPr/>
        </p:nvSpPr>
        <p:spPr>
          <a:xfrm>
            <a:off x="4628543" y="1962874"/>
            <a:ext cx="28398" cy="28398"/>
          </a:xfrm>
          <a:prstGeom prst="ellipse">
            <a:avLst/>
          </a:prstGeom>
          <a:solidFill>
            <a:srgbClr val="7F8C97">
              <a:alpha val="48000"/>
            </a:srgbClr>
          </a:solidFill>
          <a:ln w="0">
            <a:noFill/>
            <a:prstDash val="solid"/>
          </a:ln>
        </p:spPr>
      </p:sp>
      <p:sp>
        <p:nvSpPr>
          <p:cNvPr id="496" name="03_assume_matched_5793">
            <a:extLst>
              <a:ext uri="{FF2B5EF4-FFF2-40B4-BE49-F238E27FC236}">
                <a16:creationId xmlns:a16="http://schemas.microsoft.com/office/drawing/2014/main" id="{F2513E78-9F66-431D-BA7F-22DBCF0C4D54}"/>
              </a:ext>
            </a:extLst>
          </p:cNvPr>
          <p:cNvSpPr>
            <a:spLocks noGrp="1"/>
          </p:cNvSpPr>
          <p:nvPr/>
        </p:nvSpPr>
        <p:spPr>
          <a:xfrm>
            <a:off x="4699346" y="1962874"/>
            <a:ext cx="28398" cy="28398"/>
          </a:xfrm>
          <a:prstGeom prst="ellipse">
            <a:avLst/>
          </a:prstGeom>
          <a:solidFill>
            <a:srgbClr val="7F8C97">
              <a:alpha val="48000"/>
            </a:srgbClr>
          </a:solidFill>
          <a:ln w="0">
            <a:noFill/>
            <a:prstDash val="solid"/>
          </a:ln>
        </p:spPr>
      </p:sp>
      <p:sp>
        <p:nvSpPr>
          <p:cNvPr id="497" name="03_assume_matched_5794">
            <a:extLst>
              <a:ext uri="{FF2B5EF4-FFF2-40B4-BE49-F238E27FC236}">
                <a16:creationId xmlns:a16="http://schemas.microsoft.com/office/drawing/2014/main" id="{EA027850-E2A3-4484-8A5E-4D383EE3E444}"/>
              </a:ext>
            </a:extLst>
          </p:cNvPr>
          <p:cNvSpPr>
            <a:spLocks noGrp="1"/>
          </p:cNvSpPr>
          <p:nvPr/>
        </p:nvSpPr>
        <p:spPr>
          <a:xfrm>
            <a:off x="4687689" y="1767917"/>
            <a:ext cx="28398" cy="28398"/>
          </a:xfrm>
          <a:prstGeom prst="ellipse">
            <a:avLst/>
          </a:prstGeom>
          <a:solidFill>
            <a:srgbClr val="7F8C97">
              <a:alpha val="48000"/>
            </a:srgbClr>
          </a:solidFill>
          <a:ln w="0">
            <a:noFill/>
            <a:prstDash val="solid"/>
          </a:ln>
        </p:spPr>
      </p:sp>
      <p:sp>
        <p:nvSpPr>
          <p:cNvPr id="498" name="03_assume_matched_5795">
            <a:extLst>
              <a:ext uri="{FF2B5EF4-FFF2-40B4-BE49-F238E27FC236}">
                <a16:creationId xmlns:a16="http://schemas.microsoft.com/office/drawing/2014/main" id="{9A18A3E3-10DD-4175-BF54-D0B5BA8C894B}"/>
              </a:ext>
            </a:extLst>
          </p:cNvPr>
          <p:cNvSpPr>
            <a:spLocks noGrp="1"/>
          </p:cNvSpPr>
          <p:nvPr/>
        </p:nvSpPr>
        <p:spPr>
          <a:xfrm>
            <a:off x="4693877" y="1962874"/>
            <a:ext cx="28398" cy="28398"/>
          </a:xfrm>
          <a:prstGeom prst="ellipse">
            <a:avLst/>
          </a:prstGeom>
          <a:solidFill>
            <a:srgbClr val="7F8C97">
              <a:alpha val="48000"/>
            </a:srgbClr>
          </a:solidFill>
          <a:ln w="0">
            <a:noFill/>
            <a:prstDash val="solid"/>
          </a:ln>
        </p:spPr>
      </p:sp>
      <p:sp>
        <p:nvSpPr>
          <p:cNvPr id="499" name="03_assume_matched_5796">
            <a:extLst>
              <a:ext uri="{FF2B5EF4-FFF2-40B4-BE49-F238E27FC236}">
                <a16:creationId xmlns:a16="http://schemas.microsoft.com/office/drawing/2014/main" id="{0AC86073-AD72-4548-AAD5-06BF68A67925}"/>
              </a:ext>
            </a:extLst>
          </p:cNvPr>
          <p:cNvSpPr>
            <a:spLocks noGrp="1"/>
          </p:cNvSpPr>
          <p:nvPr/>
        </p:nvSpPr>
        <p:spPr>
          <a:xfrm>
            <a:off x="4707261" y="1962874"/>
            <a:ext cx="28398" cy="28398"/>
          </a:xfrm>
          <a:prstGeom prst="ellipse">
            <a:avLst/>
          </a:prstGeom>
          <a:solidFill>
            <a:srgbClr val="7F8C97">
              <a:alpha val="48000"/>
            </a:srgbClr>
          </a:solidFill>
          <a:ln w="0">
            <a:noFill/>
            <a:prstDash val="solid"/>
          </a:ln>
        </p:spPr>
      </p:sp>
      <p:sp>
        <p:nvSpPr>
          <p:cNvPr id="500" name="03_assume_matched_5797">
            <a:extLst>
              <a:ext uri="{FF2B5EF4-FFF2-40B4-BE49-F238E27FC236}">
                <a16:creationId xmlns:a16="http://schemas.microsoft.com/office/drawing/2014/main" id="{7CF7514E-ADA4-486E-889E-93D4036FDCE7}"/>
              </a:ext>
            </a:extLst>
          </p:cNvPr>
          <p:cNvSpPr>
            <a:spLocks noGrp="1"/>
          </p:cNvSpPr>
          <p:nvPr/>
        </p:nvSpPr>
        <p:spPr>
          <a:xfrm>
            <a:off x="4615879" y="1378004"/>
            <a:ext cx="28398" cy="28398"/>
          </a:xfrm>
          <a:prstGeom prst="ellipse">
            <a:avLst/>
          </a:prstGeom>
          <a:solidFill>
            <a:srgbClr val="7F8C97">
              <a:alpha val="48000"/>
            </a:srgbClr>
          </a:solidFill>
          <a:ln w="0">
            <a:noFill/>
            <a:prstDash val="solid"/>
          </a:ln>
        </p:spPr>
      </p:sp>
      <p:sp>
        <p:nvSpPr>
          <p:cNvPr id="501" name="03_assume_matched_5798">
            <a:extLst>
              <a:ext uri="{FF2B5EF4-FFF2-40B4-BE49-F238E27FC236}">
                <a16:creationId xmlns:a16="http://schemas.microsoft.com/office/drawing/2014/main" id="{1849B067-CF79-4CC8-B43A-6A3FE23A5E25}"/>
              </a:ext>
            </a:extLst>
          </p:cNvPr>
          <p:cNvSpPr>
            <a:spLocks noGrp="1"/>
          </p:cNvSpPr>
          <p:nvPr/>
        </p:nvSpPr>
        <p:spPr>
          <a:xfrm>
            <a:off x="4605086" y="1865395"/>
            <a:ext cx="28398" cy="28398"/>
          </a:xfrm>
          <a:prstGeom prst="ellipse">
            <a:avLst/>
          </a:prstGeom>
          <a:solidFill>
            <a:srgbClr val="7F8C97">
              <a:alpha val="48000"/>
            </a:srgbClr>
          </a:solidFill>
          <a:ln w="0">
            <a:noFill/>
            <a:prstDash val="solid"/>
          </a:ln>
        </p:spPr>
      </p:sp>
      <p:sp>
        <p:nvSpPr>
          <p:cNvPr id="502" name="03_assume_matched_5799">
            <a:extLst>
              <a:ext uri="{FF2B5EF4-FFF2-40B4-BE49-F238E27FC236}">
                <a16:creationId xmlns:a16="http://schemas.microsoft.com/office/drawing/2014/main" id="{AD21F720-425B-42F4-B122-DAAF4063BB11}"/>
              </a:ext>
            </a:extLst>
          </p:cNvPr>
          <p:cNvSpPr>
            <a:spLocks noGrp="1"/>
          </p:cNvSpPr>
          <p:nvPr/>
        </p:nvSpPr>
        <p:spPr>
          <a:xfrm>
            <a:off x="4687977" y="1962874"/>
            <a:ext cx="28398" cy="28398"/>
          </a:xfrm>
          <a:prstGeom prst="ellipse">
            <a:avLst/>
          </a:prstGeom>
          <a:solidFill>
            <a:srgbClr val="7F8C97">
              <a:alpha val="48000"/>
            </a:srgbClr>
          </a:solidFill>
          <a:ln w="0">
            <a:noFill/>
            <a:prstDash val="solid"/>
          </a:ln>
        </p:spPr>
      </p:sp>
      <p:sp>
        <p:nvSpPr>
          <p:cNvPr id="503" name="03_assume_matched_5800">
            <a:extLst>
              <a:ext uri="{FF2B5EF4-FFF2-40B4-BE49-F238E27FC236}">
                <a16:creationId xmlns:a16="http://schemas.microsoft.com/office/drawing/2014/main" id="{FAD7783B-ADF2-4A69-9D39-806A1D775E5E}"/>
              </a:ext>
            </a:extLst>
          </p:cNvPr>
          <p:cNvSpPr>
            <a:spLocks noGrp="1"/>
          </p:cNvSpPr>
          <p:nvPr/>
        </p:nvSpPr>
        <p:spPr>
          <a:xfrm>
            <a:off x="4725106" y="1879321"/>
            <a:ext cx="28398" cy="28398"/>
          </a:xfrm>
          <a:prstGeom prst="ellipse">
            <a:avLst/>
          </a:prstGeom>
          <a:solidFill>
            <a:srgbClr val="7F8C97">
              <a:alpha val="48000"/>
            </a:srgbClr>
          </a:solidFill>
          <a:ln w="0">
            <a:noFill/>
            <a:prstDash val="solid"/>
          </a:ln>
        </p:spPr>
      </p:sp>
      <p:sp>
        <p:nvSpPr>
          <p:cNvPr id="504" name="03_assume_matched_5801">
            <a:extLst>
              <a:ext uri="{FF2B5EF4-FFF2-40B4-BE49-F238E27FC236}">
                <a16:creationId xmlns:a16="http://schemas.microsoft.com/office/drawing/2014/main" id="{923FCF3C-4915-4497-9C01-BC0924107ED3}"/>
              </a:ext>
            </a:extLst>
          </p:cNvPr>
          <p:cNvSpPr>
            <a:spLocks noGrp="1"/>
          </p:cNvSpPr>
          <p:nvPr/>
        </p:nvSpPr>
        <p:spPr>
          <a:xfrm>
            <a:off x="4731294" y="1475483"/>
            <a:ext cx="28398" cy="28398"/>
          </a:xfrm>
          <a:prstGeom prst="ellipse">
            <a:avLst/>
          </a:prstGeom>
          <a:solidFill>
            <a:srgbClr val="7F8C97">
              <a:alpha val="48000"/>
            </a:srgbClr>
          </a:solidFill>
          <a:ln w="0">
            <a:noFill/>
            <a:prstDash val="solid"/>
          </a:ln>
        </p:spPr>
      </p:sp>
      <p:sp>
        <p:nvSpPr>
          <p:cNvPr id="505" name="03_assume_matched_5802">
            <a:extLst>
              <a:ext uri="{FF2B5EF4-FFF2-40B4-BE49-F238E27FC236}">
                <a16:creationId xmlns:a16="http://schemas.microsoft.com/office/drawing/2014/main" id="{E1F7F560-1C75-49EB-95A1-FF117157DC80}"/>
              </a:ext>
            </a:extLst>
          </p:cNvPr>
          <p:cNvSpPr>
            <a:spLocks noGrp="1"/>
          </p:cNvSpPr>
          <p:nvPr/>
        </p:nvSpPr>
        <p:spPr>
          <a:xfrm>
            <a:off x="4642358" y="1962874"/>
            <a:ext cx="28398" cy="28398"/>
          </a:xfrm>
          <a:prstGeom prst="ellipse">
            <a:avLst/>
          </a:prstGeom>
          <a:solidFill>
            <a:srgbClr val="7F8C97">
              <a:alpha val="48000"/>
            </a:srgbClr>
          </a:solidFill>
          <a:ln w="0">
            <a:noFill/>
            <a:prstDash val="solid"/>
          </a:ln>
        </p:spPr>
      </p:sp>
      <p:sp>
        <p:nvSpPr>
          <p:cNvPr id="506" name="03_assume_matched_5803">
            <a:extLst>
              <a:ext uri="{FF2B5EF4-FFF2-40B4-BE49-F238E27FC236}">
                <a16:creationId xmlns:a16="http://schemas.microsoft.com/office/drawing/2014/main" id="{7DE8AFF7-85AE-456C-8EA9-5B189608E474}"/>
              </a:ext>
            </a:extLst>
          </p:cNvPr>
          <p:cNvSpPr>
            <a:spLocks noGrp="1"/>
          </p:cNvSpPr>
          <p:nvPr/>
        </p:nvSpPr>
        <p:spPr>
          <a:xfrm>
            <a:off x="4695173" y="1962874"/>
            <a:ext cx="28398" cy="28398"/>
          </a:xfrm>
          <a:prstGeom prst="ellipse">
            <a:avLst/>
          </a:prstGeom>
          <a:solidFill>
            <a:srgbClr val="7F8C97">
              <a:alpha val="48000"/>
            </a:srgbClr>
          </a:solidFill>
          <a:ln w="0">
            <a:noFill/>
            <a:prstDash val="solid"/>
          </a:ln>
        </p:spPr>
      </p:sp>
      <p:sp>
        <p:nvSpPr>
          <p:cNvPr id="507" name="03_assume_matched_5804">
            <a:extLst>
              <a:ext uri="{FF2B5EF4-FFF2-40B4-BE49-F238E27FC236}">
                <a16:creationId xmlns:a16="http://schemas.microsoft.com/office/drawing/2014/main" id="{C5CB822A-0983-4F23-BC93-D6229E525869}"/>
              </a:ext>
            </a:extLst>
          </p:cNvPr>
          <p:cNvSpPr>
            <a:spLocks noGrp="1"/>
          </p:cNvSpPr>
          <p:nvPr/>
        </p:nvSpPr>
        <p:spPr>
          <a:xfrm>
            <a:off x="4706110" y="1378004"/>
            <a:ext cx="28398" cy="28398"/>
          </a:xfrm>
          <a:prstGeom prst="ellipse">
            <a:avLst/>
          </a:prstGeom>
          <a:solidFill>
            <a:srgbClr val="7F8C97">
              <a:alpha val="48000"/>
            </a:srgbClr>
          </a:solidFill>
          <a:ln w="0">
            <a:noFill/>
            <a:prstDash val="solid"/>
          </a:ln>
        </p:spPr>
      </p:sp>
      <p:sp>
        <p:nvSpPr>
          <p:cNvPr id="508" name="03_assume_matched_5805">
            <a:extLst>
              <a:ext uri="{FF2B5EF4-FFF2-40B4-BE49-F238E27FC236}">
                <a16:creationId xmlns:a16="http://schemas.microsoft.com/office/drawing/2014/main" id="{54C64ACF-D371-4D50-BC87-C3B678E9FBCC}"/>
              </a:ext>
            </a:extLst>
          </p:cNvPr>
          <p:cNvSpPr>
            <a:spLocks noGrp="1"/>
          </p:cNvSpPr>
          <p:nvPr/>
        </p:nvSpPr>
        <p:spPr>
          <a:xfrm>
            <a:off x="4723523" y="1378004"/>
            <a:ext cx="28398" cy="28398"/>
          </a:xfrm>
          <a:prstGeom prst="ellipse">
            <a:avLst/>
          </a:prstGeom>
          <a:solidFill>
            <a:srgbClr val="7F8C97">
              <a:alpha val="48000"/>
            </a:srgbClr>
          </a:solidFill>
          <a:ln w="0">
            <a:noFill/>
            <a:prstDash val="solid"/>
          </a:ln>
        </p:spPr>
      </p:sp>
      <p:sp>
        <p:nvSpPr>
          <p:cNvPr id="509" name="03_assume_matched_5806">
            <a:extLst>
              <a:ext uri="{FF2B5EF4-FFF2-40B4-BE49-F238E27FC236}">
                <a16:creationId xmlns:a16="http://schemas.microsoft.com/office/drawing/2014/main" id="{464DE12D-8666-4B1E-8563-A6DBD6C23C19}"/>
              </a:ext>
            </a:extLst>
          </p:cNvPr>
          <p:cNvSpPr>
            <a:spLocks noGrp="1"/>
          </p:cNvSpPr>
          <p:nvPr/>
        </p:nvSpPr>
        <p:spPr>
          <a:xfrm>
            <a:off x="4708268" y="1378004"/>
            <a:ext cx="28398" cy="28398"/>
          </a:xfrm>
          <a:prstGeom prst="ellipse">
            <a:avLst/>
          </a:prstGeom>
          <a:solidFill>
            <a:srgbClr val="7F8C97">
              <a:alpha val="48000"/>
            </a:srgbClr>
          </a:solidFill>
          <a:ln w="0">
            <a:noFill/>
            <a:prstDash val="solid"/>
          </a:ln>
        </p:spPr>
      </p:sp>
      <p:sp>
        <p:nvSpPr>
          <p:cNvPr id="510" name="03_assume_matched_5807">
            <a:extLst>
              <a:ext uri="{FF2B5EF4-FFF2-40B4-BE49-F238E27FC236}">
                <a16:creationId xmlns:a16="http://schemas.microsoft.com/office/drawing/2014/main" id="{CAC9E61C-22BB-48E0-AFA6-3111AF33CDA2}"/>
              </a:ext>
            </a:extLst>
          </p:cNvPr>
          <p:cNvSpPr>
            <a:spLocks noGrp="1"/>
          </p:cNvSpPr>
          <p:nvPr/>
        </p:nvSpPr>
        <p:spPr>
          <a:xfrm>
            <a:off x="4686538" y="1378004"/>
            <a:ext cx="28398" cy="28398"/>
          </a:xfrm>
          <a:prstGeom prst="ellipse">
            <a:avLst/>
          </a:prstGeom>
          <a:solidFill>
            <a:srgbClr val="7F8C97">
              <a:alpha val="48000"/>
            </a:srgbClr>
          </a:solidFill>
          <a:ln w="0">
            <a:noFill/>
            <a:prstDash val="solid"/>
          </a:ln>
        </p:spPr>
      </p:sp>
      <p:sp>
        <p:nvSpPr>
          <p:cNvPr id="511" name="03_assume_matched_5808">
            <a:extLst>
              <a:ext uri="{FF2B5EF4-FFF2-40B4-BE49-F238E27FC236}">
                <a16:creationId xmlns:a16="http://schemas.microsoft.com/office/drawing/2014/main" id="{6B21E7FE-6CDB-4D2F-B718-D3FD3920A0BA}"/>
              </a:ext>
            </a:extLst>
          </p:cNvPr>
          <p:cNvSpPr>
            <a:spLocks noGrp="1"/>
          </p:cNvSpPr>
          <p:nvPr/>
        </p:nvSpPr>
        <p:spPr>
          <a:xfrm>
            <a:off x="4598322" y="1378004"/>
            <a:ext cx="28398" cy="28398"/>
          </a:xfrm>
          <a:prstGeom prst="ellipse">
            <a:avLst/>
          </a:prstGeom>
          <a:solidFill>
            <a:srgbClr val="7F8C97">
              <a:alpha val="48000"/>
            </a:srgbClr>
          </a:solidFill>
          <a:ln w="0">
            <a:noFill/>
            <a:prstDash val="solid"/>
          </a:ln>
        </p:spPr>
      </p:sp>
      <p:sp>
        <p:nvSpPr>
          <p:cNvPr id="512" name="03_assume_matched_5809">
            <a:extLst>
              <a:ext uri="{FF2B5EF4-FFF2-40B4-BE49-F238E27FC236}">
                <a16:creationId xmlns:a16="http://schemas.microsoft.com/office/drawing/2014/main" id="{72652AC9-F727-461A-99B6-4D14FF421E13}"/>
              </a:ext>
            </a:extLst>
          </p:cNvPr>
          <p:cNvSpPr>
            <a:spLocks noGrp="1"/>
          </p:cNvSpPr>
          <p:nvPr/>
        </p:nvSpPr>
        <p:spPr>
          <a:xfrm>
            <a:off x="4612281" y="1962874"/>
            <a:ext cx="28398" cy="28398"/>
          </a:xfrm>
          <a:prstGeom prst="ellipse">
            <a:avLst/>
          </a:prstGeom>
          <a:solidFill>
            <a:srgbClr val="7F8C97">
              <a:alpha val="48000"/>
            </a:srgbClr>
          </a:solidFill>
          <a:ln w="0">
            <a:noFill/>
            <a:prstDash val="solid"/>
          </a:ln>
        </p:spPr>
      </p:sp>
      <p:sp>
        <p:nvSpPr>
          <p:cNvPr id="513" name="03_assume_matched_5810">
            <a:extLst>
              <a:ext uri="{FF2B5EF4-FFF2-40B4-BE49-F238E27FC236}">
                <a16:creationId xmlns:a16="http://schemas.microsoft.com/office/drawing/2014/main" id="{CEBF55BE-3EDF-4DCB-B7AE-366400DC4D78}"/>
              </a:ext>
            </a:extLst>
          </p:cNvPr>
          <p:cNvSpPr>
            <a:spLocks noGrp="1"/>
          </p:cNvSpPr>
          <p:nvPr/>
        </p:nvSpPr>
        <p:spPr>
          <a:xfrm>
            <a:off x="4673442" y="1378004"/>
            <a:ext cx="28398" cy="28398"/>
          </a:xfrm>
          <a:prstGeom prst="ellipse">
            <a:avLst/>
          </a:prstGeom>
          <a:solidFill>
            <a:srgbClr val="7F8C97">
              <a:alpha val="48000"/>
            </a:srgbClr>
          </a:solidFill>
          <a:ln w="0">
            <a:noFill/>
            <a:prstDash val="solid"/>
          </a:ln>
        </p:spPr>
      </p:sp>
      <p:sp>
        <p:nvSpPr>
          <p:cNvPr id="514" name="03_assume_matched_5811">
            <a:extLst>
              <a:ext uri="{FF2B5EF4-FFF2-40B4-BE49-F238E27FC236}">
                <a16:creationId xmlns:a16="http://schemas.microsoft.com/office/drawing/2014/main" id="{CB7297DA-4C65-414B-83DE-015E54372D8D}"/>
              </a:ext>
            </a:extLst>
          </p:cNvPr>
          <p:cNvSpPr>
            <a:spLocks noGrp="1"/>
          </p:cNvSpPr>
          <p:nvPr/>
        </p:nvSpPr>
        <p:spPr>
          <a:xfrm>
            <a:off x="4618325" y="1378004"/>
            <a:ext cx="28398" cy="28398"/>
          </a:xfrm>
          <a:prstGeom prst="ellipse">
            <a:avLst/>
          </a:prstGeom>
          <a:solidFill>
            <a:srgbClr val="7F8C97">
              <a:alpha val="48000"/>
            </a:srgbClr>
          </a:solidFill>
          <a:ln w="0">
            <a:noFill/>
            <a:prstDash val="solid"/>
          </a:ln>
        </p:spPr>
      </p:sp>
      <p:sp>
        <p:nvSpPr>
          <p:cNvPr id="515" name="03_assume_matched_5812">
            <a:extLst>
              <a:ext uri="{FF2B5EF4-FFF2-40B4-BE49-F238E27FC236}">
                <a16:creationId xmlns:a16="http://schemas.microsoft.com/office/drawing/2014/main" id="{E873D87B-09B3-481F-9747-695F125BFDA9}"/>
              </a:ext>
            </a:extLst>
          </p:cNvPr>
          <p:cNvSpPr>
            <a:spLocks noGrp="1"/>
          </p:cNvSpPr>
          <p:nvPr/>
        </p:nvSpPr>
        <p:spPr>
          <a:xfrm>
            <a:off x="4644373" y="1378004"/>
            <a:ext cx="28398" cy="28398"/>
          </a:xfrm>
          <a:prstGeom prst="ellipse">
            <a:avLst/>
          </a:prstGeom>
          <a:solidFill>
            <a:srgbClr val="7F8C97">
              <a:alpha val="48000"/>
            </a:srgbClr>
          </a:solidFill>
          <a:ln w="0">
            <a:noFill/>
            <a:prstDash val="solid"/>
          </a:ln>
        </p:spPr>
      </p:sp>
      <p:sp>
        <p:nvSpPr>
          <p:cNvPr id="516" name="03_assume_matched_5813">
            <a:extLst>
              <a:ext uri="{FF2B5EF4-FFF2-40B4-BE49-F238E27FC236}">
                <a16:creationId xmlns:a16="http://schemas.microsoft.com/office/drawing/2014/main" id="{44BB54F8-D72C-4105-B4FA-1D1258777A7D}"/>
              </a:ext>
            </a:extLst>
          </p:cNvPr>
          <p:cNvSpPr>
            <a:spLocks noGrp="1"/>
          </p:cNvSpPr>
          <p:nvPr/>
        </p:nvSpPr>
        <p:spPr>
          <a:xfrm>
            <a:off x="4593429" y="1962874"/>
            <a:ext cx="28398" cy="28398"/>
          </a:xfrm>
          <a:prstGeom prst="ellipse">
            <a:avLst/>
          </a:prstGeom>
          <a:solidFill>
            <a:srgbClr val="7F8C97">
              <a:alpha val="48000"/>
            </a:srgbClr>
          </a:solidFill>
          <a:ln w="0">
            <a:noFill/>
            <a:prstDash val="solid"/>
          </a:ln>
        </p:spPr>
      </p:sp>
      <p:sp>
        <p:nvSpPr>
          <p:cNvPr id="517" name="03_assume_matched_5814">
            <a:extLst>
              <a:ext uri="{FF2B5EF4-FFF2-40B4-BE49-F238E27FC236}">
                <a16:creationId xmlns:a16="http://schemas.microsoft.com/office/drawing/2014/main" id="{B6B81D1C-BEBF-42F3-B6CC-FC3CCA3349B1}"/>
              </a:ext>
            </a:extLst>
          </p:cNvPr>
          <p:cNvSpPr>
            <a:spLocks noGrp="1"/>
          </p:cNvSpPr>
          <p:nvPr/>
        </p:nvSpPr>
        <p:spPr>
          <a:xfrm>
            <a:off x="5466108" y="1550466"/>
            <a:ext cx="28398" cy="28398"/>
          </a:xfrm>
          <a:prstGeom prst="ellipse">
            <a:avLst/>
          </a:prstGeom>
          <a:solidFill>
            <a:srgbClr val="7F8C97">
              <a:alpha val="48000"/>
            </a:srgbClr>
          </a:solidFill>
          <a:ln w="0">
            <a:noFill/>
            <a:prstDash val="solid"/>
          </a:ln>
        </p:spPr>
      </p:sp>
      <p:sp>
        <p:nvSpPr>
          <p:cNvPr id="518" name="03_assume_matched_5815">
            <a:extLst>
              <a:ext uri="{FF2B5EF4-FFF2-40B4-BE49-F238E27FC236}">
                <a16:creationId xmlns:a16="http://schemas.microsoft.com/office/drawing/2014/main" id="{A37AEC51-DFDC-4E69-8A3B-5A8C36DAA235}"/>
              </a:ext>
            </a:extLst>
          </p:cNvPr>
          <p:cNvSpPr>
            <a:spLocks noGrp="1"/>
          </p:cNvSpPr>
          <p:nvPr/>
        </p:nvSpPr>
        <p:spPr>
          <a:xfrm>
            <a:off x="5454595" y="1962874"/>
            <a:ext cx="28398" cy="28398"/>
          </a:xfrm>
          <a:prstGeom prst="ellipse">
            <a:avLst/>
          </a:prstGeom>
          <a:solidFill>
            <a:srgbClr val="7F8C97">
              <a:alpha val="48000"/>
            </a:srgbClr>
          </a:solidFill>
          <a:ln w="0">
            <a:noFill/>
            <a:prstDash val="solid"/>
          </a:ln>
        </p:spPr>
      </p:sp>
      <p:sp>
        <p:nvSpPr>
          <p:cNvPr id="519" name="03_assume_matched_5816">
            <a:extLst>
              <a:ext uri="{FF2B5EF4-FFF2-40B4-BE49-F238E27FC236}">
                <a16:creationId xmlns:a16="http://schemas.microsoft.com/office/drawing/2014/main" id="{2D7D99EA-6BCF-4085-BE15-694F1A5E2963}"/>
              </a:ext>
            </a:extLst>
          </p:cNvPr>
          <p:cNvSpPr>
            <a:spLocks noGrp="1"/>
          </p:cNvSpPr>
          <p:nvPr/>
        </p:nvSpPr>
        <p:spPr>
          <a:xfrm>
            <a:off x="5397464" y="1962874"/>
            <a:ext cx="28398" cy="28398"/>
          </a:xfrm>
          <a:prstGeom prst="ellipse">
            <a:avLst/>
          </a:prstGeom>
          <a:solidFill>
            <a:srgbClr val="7F8C97">
              <a:alpha val="48000"/>
            </a:srgbClr>
          </a:solidFill>
          <a:ln w="0">
            <a:noFill/>
            <a:prstDash val="solid"/>
          </a:ln>
        </p:spPr>
      </p:sp>
      <p:sp>
        <p:nvSpPr>
          <p:cNvPr id="520" name="03_assume_matched_5817">
            <a:extLst>
              <a:ext uri="{FF2B5EF4-FFF2-40B4-BE49-F238E27FC236}">
                <a16:creationId xmlns:a16="http://schemas.microsoft.com/office/drawing/2014/main" id="{CEC525F1-174E-4622-91C4-7C64E609C2C9}"/>
              </a:ext>
            </a:extLst>
          </p:cNvPr>
          <p:cNvSpPr>
            <a:spLocks noGrp="1"/>
          </p:cNvSpPr>
          <p:nvPr/>
        </p:nvSpPr>
        <p:spPr>
          <a:xfrm>
            <a:off x="5476326" y="1378004"/>
            <a:ext cx="28398" cy="28398"/>
          </a:xfrm>
          <a:prstGeom prst="ellipse">
            <a:avLst/>
          </a:prstGeom>
          <a:solidFill>
            <a:srgbClr val="7F8C97">
              <a:alpha val="48000"/>
            </a:srgbClr>
          </a:solidFill>
          <a:ln w="0">
            <a:noFill/>
            <a:prstDash val="solid"/>
          </a:ln>
        </p:spPr>
      </p:sp>
      <p:sp>
        <p:nvSpPr>
          <p:cNvPr id="521" name="03_assume_matched_5818">
            <a:extLst>
              <a:ext uri="{FF2B5EF4-FFF2-40B4-BE49-F238E27FC236}">
                <a16:creationId xmlns:a16="http://schemas.microsoft.com/office/drawing/2014/main" id="{CDC7EEBD-403B-4EF0-A66C-509CC4E92BFB}"/>
              </a:ext>
            </a:extLst>
          </p:cNvPr>
          <p:cNvSpPr>
            <a:spLocks noGrp="1"/>
          </p:cNvSpPr>
          <p:nvPr/>
        </p:nvSpPr>
        <p:spPr>
          <a:xfrm>
            <a:off x="5444090" y="1378004"/>
            <a:ext cx="28398" cy="28398"/>
          </a:xfrm>
          <a:prstGeom prst="ellipse">
            <a:avLst/>
          </a:prstGeom>
          <a:solidFill>
            <a:srgbClr val="7F8C97">
              <a:alpha val="48000"/>
            </a:srgbClr>
          </a:solidFill>
          <a:ln w="0">
            <a:noFill/>
            <a:prstDash val="solid"/>
          </a:ln>
        </p:spPr>
      </p:sp>
      <p:sp>
        <p:nvSpPr>
          <p:cNvPr id="522" name="03_assume_matched_5819">
            <a:extLst>
              <a:ext uri="{FF2B5EF4-FFF2-40B4-BE49-F238E27FC236}">
                <a16:creationId xmlns:a16="http://schemas.microsoft.com/office/drawing/2014/main" id="{21B5AFCE-9D39-4DB2-9B48-1A0908F31EAD}"/>
              </a:ext>
            </a:extLst>
          </p:cNvPr>
          <p:cNvSpPr>
            <a:spLocks noGrp="1"/>
          </p:cNvSpPr>
          <p:nvPr/>
        </p:nvSpPr>
        <p:spPr>
          <a:xfrm>
            <a:off x="5348822" y="1537514"/>
            <a:ext cx="28398" cy="28398"/>
          </a:xfrm>
          <a:prstGeom prst="ellipse">
            <a:avLst/>
          </a:prstGeom>
          <a:solidFill>
            <a:srgbClr val="7F8C97">
              <a:alpha val="48000"/>
            </a:srgbClr>
          </a:solidFill>
          <a:ln w="0">
            <a:noFill/>
            <a:prstDash val="solid"/>
          </a:ln>
        </p:spPr>
      </p:sp>
      <p:sp>
        <p:nvSpPr>
          <p:cNvPr id="523" name="03_assume_matched_5820">
            <a:extLst>
              <a:ext uri="{FF2B5EF4-FFF2-40B4-BE49-F238E27FC236}">
                <a16:creationId xmlns:a16="http://schemas.microsoft.com/office/drawing/2014/main" id="{C28E0CF0-E0C8-4FE6-94F4-ED743A72073D}"/>
              </a:ext>
            </a:extLst>
          </p:cNvPr>
          <p:cNvSpPr>
            <a:spLocks noGrp="1"/>
          </p:cNvSpPr>
          <p:nvPr/>
        </p:nvSpPr>
        <p:spPr>
          <a:xfrm>
            <a:off x="5379475" y="1962874"/>
            <a:ext cx="28398" cy="28398"/>
          </a:xfrm>
          <a:prstGeom prst="ellipse">
            <a:avLst/>
          </a:prstGeom>
          <a:solidFill>
            <a:srgbClr val="7F8C97">
              <a:alpha val="48000"/>
            </a:srgbClr>
          </a:solidFill>
          <a:ln w="0">
            <a:noFill/>
            <a:prstDash val="solid"/>
          </a:ln>
        </p:spPr>
      </p:sp>
      <p:sp>
        <p:nvSpPr>
          <p:cNvPr id="524" name="03_assume_matched_5821">
            <a:extLst>
              <a:ext uri="{FF2B5EF4-FFF2-40B4-BE49-F238E27FC236}">
                <a16:creationId xmlns:a16="http://schemas.microsoft.com/office/drawing/2014/main" id="{24CC3033-0BF8-4750-A06E-6F5E3C1E574B}"/>
              </a:ext>
            </a:extLst>
          </p:cNvPr>
          <p:cNvSpPr>
            <a:spLocks noGrp="1"/>
          </p:cNvSpPr>
          <p:nvPr/>
        </p:nvSpPr>
        <p:spPr>
          <a:xfrm>
            <a:off x="5348534" y="1962874"/>
            <a:ext cx="28398" cy="28398"/>
          </a:xfrm>
          <a:prstGeom prst="ellipse">
            <a:avLst/>
          </a:prstGeom>
          <a:solidFill>
            <a:srgbClr val="7F8C97">
              <a:alpha val="48000"/>
            </a:srgbClr>
          </a:solidFill>
          <a:ln w="0">
            <a:noFill/>
            <a:prstDash val="solid"/>
          </a:ln>
        </p:spPr>
      </p:sp>
      <p:sp>
        <p:nvSpPr>
          <p:cNvPr id="525" name="03_assume_matched_5822">
            <a:extLst>
              <a:ext uri="{FF2B5EF4-FFF2-40B4-BE49-F238E27FC236}">
                <a16:creationId xmlns:a16="http://schemas.microsoft.com/office/drawing/2014/main" id="{636385A5-61F9-413F-928F-FBE1F441DC23}"/>
              </a:ext>
            </a:extLst>
          </p:cNvPr>
          <p:cNvSpPr>
            <a:spLocks noGrp="1"/>
          </p:cNvSpPr>
          <p:nvPr/>
        </p:nvSpPr>
        <p:spPr>
          <a:xfrm>
            <a:off x="5429843" y="1670439"/>
            <a:ext cx="28398" cy="28398"/>
          </a:xfrm>
          <a:prstGeom prst="ellipse">
            <a:avLst/>
          </a:prstGeom>
          <a:solidFill>
            <a:srgbClr val="7F8C97">
              <a:alpha val="48000"/>
            </a:srgbClr>
          </a:solidFill>
          <a:ln w="0">
            <a:noFill/>
            <a:prstDash val="solid"/>
          </a:ln>
        </p:spPr>
      </p:sp>
      <p:sp>
        <p:nvSpPr>
          <p:cNvPr id="526" name="03_assume_matched_5823">
            <a:extLst>
              <a:ext uri="{FF2B5EF4-FFF2-40B4-BE49-F238E27FC236}">
                <a16:creationId xmlns:a16="http://schemas.microsoft.com/office/drawing/2014/main" id="{7B90A485-7135-49E0-AD38-5D4186EE4B2F}"/>
              </a:ext>
            </a:extLst>
          </p:cNvPr>
          <p:cNvSpPr>
            <a:spLocks noGrp="1"/>
          </p:cNvSpPr>
          <p:nvPr/>
        </p:nvSpPr>
        <p:spPr>
          <a:xfrm>
            <a:off x="5411135" y="1962874"/>
            <a:ext cx="28398" cy="28398"/>
          </a:xfrm>
          <a:prstGeom prst="ellipse">
            <a:avLst/>
          </a:prstGeom>
          <a:solidFill>
            <a:srgbClr val="7F8C97">
              <a:alpha val="48000"/>
            </a:srgbClr>
          </a:solidFill>
          <a:ln w="0">
            <a:noFill/>
            <a:prstDash val="solid"/>
          </a:ln>
        </p:spPr>
      </p:sp>
      <p:sp>
        <p:nvSpPr>
          <p:cNvPr id="527" name="03_assume_matched_5824">
            <a:extLst>
              <a:ext uri="{FF2B5EF4-FFF2-40B4-BE49-F238E27FC236}">
                <a16:creationId xmlns:a16="http://schemas.microsoft.com/office/drawing/2014/main" id="{96C86141-45CD-4CAE-9EEB-D75933A67DFC}"/>
              </a:ext>
            </a:extLst>
          </p:cNvPr>
          <p:cNvSpPr>
            <a:spLocks noGrp="1"/>
          </p:cNvSpPr>
          <p:nvPr/>
        </p:nvSpPr>
        <p:spPr>
          <a:xfrm>
            <a:off x="5395881" y="1962874"/>
            <a:ext cx="28398" cy="28398"/>
          </a:xfrm>
          <a:prstGeom prst="ellipse">
            <a:avLst/>
          </a:prstGeom>
          <a:solidFill>
            <a:srgbClr val="7F8C97">
              <a:alpha val="48000"/>
            </a:srgbClr>
          </a:solidFill>
          <a:ln w="0">
            <a:noFill/>
            <a:prstDash val="solid"/>
          </a:ln>
        </p:spPr>
      </p:sp>
      <p:sp>
        <p:nvSpPr>
          <p:cNvPr id="528" name="03_assume_matched_5825">
            <a:extLst>
              <a:ext uri="{FF2B5EF4-FFF2-40B4-BE49-F238E27FC236}">
                <a16:creationId xmlns:a16="http://schemas.microsoft.com/office/drawing/2014/main" id="{79EA2FDF-21E5-45B2-A08B-9A0B02595986}"/>
              </a:ext>
            </a:extLst>
          </p:cNvPr>
          <p:cNvSpPr>
            <a:spLocks noGrp="1"/>
          </p:cNvSpPr>
          <p:nvPr/>
        </p:nvSpPr>
        <p:spPr>
          <a:xfrm>
            <a:off x="5381634" y="1962874"/>
            <a:ext cx="28398" cy="28398"/>
          </a:xfrm>
          <a:prstGeom prst="ellipse">
            <a:avLst/>
          </a:prstGeom>
          <a:solidFill>
            <a:srgbClr val="7F8C97">
              <a:alpha val="48000"/>
            </a:srgbClr>
          </a:solidFill>
          <a:ln w="0">
            <a:noFill/>
            <a:prstDash val="solid"/>
          </a:ln>
        </p:spPr>
      </p:sp>
      <p:sp>
        <p:nvSpPr>
          <p:cNvPr id="529" name="03_assume_matched_5826">
            <a:extLst>
              <a:ext uri="{FF2B5EF4-FFF2-40B4-BE49-F238E27FC236}">
                <a16:creationId xmlns:a16="http://schemas.microsoft.com/office/drawing/2014/main" id="{F8B733FB-10BD-46C8-A796-6A5FCDFD293F}"/>
              </a:ext>
            </a:extLst>
          </p:cNvPr>
          <p:cNvSpPr>
            <a:spLocks noGrp="1"/>
          </p:cNvSpPr>
          <p:nvPr/>
        </p:nvSpPr>
        <p:spPr>
          <a:xfrm>
            <a:off x="5398039" y="1962874"/>
            <a:ext cx="28398" cy="28398"/>
          </a:xfrm>
          <a:prstGeom prst="ellipse">
            <a:avLst/>
          </a:prstGeom>
          <a:solidFill>
            <a:srgbClr val="7F8C97">
              <a:alpha val="48000"/>
            </a:srgbClr>
          </a:solidFill>
          <a:ln w="0">
            <a:noFill/>
            <a:prstDash val="solid"/>
          </a:ln>
        </p:spPr>
      </p:sp>
      <p:sp>
        <p:nvSpPr>
          <p:cNvPr id="530" name="03_assume_matched_5827">
            <a:extLst>
              <a:ext uri="{FF2B5EF4-FFF2-40B4-BE49-F238E27FC236}">
                <a16:creationId xmlns:a16="http://schemas.microsoft.com/office/drawing/2014/main" id="{A5CEA113-FC3B-462D-80D3-45166088033B}"/>
              </a:ext>
            </a:extLst>
          </p:cNvPr>
          <p:cNvSpPr>
            <a:spLocks noGrp="1"/>
          </p:cNvSpPr>
          <p:nvPr/>
        </p:nvSpPr>
        <p:spPr>
          <a:xfrm>
            <a:off x="5483233" y="1670439"/>
            <a:ext cx="28398" cy="28398"/>
          </a:xfrm>
          <a:prstGeom prst="ellipse">
            <a:avLst/>
          </a:prstGeom>
          <a:solidFill>
            <a:srgbClr val="7F8C97">
              <a:alpha val="48000"/>
            </a:srgbClr>
          </a:solidFill>
          <a:ln w="0">
            <a:noFill/>
            <a:prstDash val="solid"/>
          </a:ln>
        </p:spPr>
      </p:sp>
      <p:sp>
        <p:nvSpPr>
          <p:cNvPr id="531" name="03_assume_matched_5828">
            <a:extLst>
              <a:ext uri="{FF2B5EF4-FFF2-40B4-BE49-F238E27FC236}">
                <a16:creationId xmlns:a16="http://schemas.microsoft.com/office/drawing/2014/main" id="{E436A394-822B-4420-8C1C-B9E3D689D429}"/>
              </a:ext>
            </a:extLst>
          </p:cNvPr>
          <p:cNvSpPr>
            <a:spLocks noGrp="1"/>
          </p:cNvSpPr>
          <p:nvPr/>
        </p:nvSpPr>
        <p:spPr>
          <a:xfrm>
            <a:off x="5438190" y="1378004"/>
            <a:ext cx="28398" cy="28398"/>
          </a:xfrm>
          <a:prstGeom prst="ellipse">
            <a:avLst/>
          </a:prstGeom>
          <a:solidFill>
            <a:srgbClr val="7F8C97">
              <a:alpha val="48000"/>
            </a:srgbClr>
          </a:solidFill>
          <a:ln w="0">
            <a:noFill/>
            <a:prstDash val="solid"/>
          </a:ln>
        </p:spPr>
      </p:sp>
      <p:sp>
        <p:nvSpPr>
          <p:cNvPr id="532" name="03_assume_matched_5829">
            <a:extLst>
              <a:ext uri="{FF2B5EF4-FFF2-40B4-BE49-F238E27FC236}">
                <a16:creationId xmlns:a16="http://schemas.microsoft.com/office/drawing/2014/main" id="{467B407F-6985-4D2A-B33E-AA1CE256CDB9}"/>
              </a:ext>
            </a:extLst>
          </p:cNvPr>
          <p:cNvSpPr>
            <a:spLocks noGrp="1"/>
          </p:cNvSpPr>
          <p:nvPr/>
        </p:nvSpPr>
        <p:spPr>
          <a:xfrm>
            <a:off x="5447976" y="1962874"/>
            <a:ext cx="28398" cy="28398"/>
          </a:xfrm>
          <a:prstGeom prst="ellipse">
            <a:avLst/>
          </a:prstGeom>
          <a:solidFill>
            <a:srgbClr val="7F8C97">
              <a:alpha val="48000"/>
            </a:srgbClr>
          </a:solidFill>
          <a:ln w="0">
            <a:noFill/>
            <a:prstDash val="solid"/>
          </a:ln>
        </p:spPr>
      </p:sp>
      <p:sp>
        <p:nvSpPr>
          <p:cNvPr id="533" name="03_assume_matched_5830">
            <a:extLst>
              <a:ext uri="{FF2B5EF4-FFF2-40B4-BE49-F238E27FC236}">
                <a16:creationId xmlns:a16="http://schemas.microsoft.com/office/drawing/2014/main" id="{60D3E10A-D800-49FC-B7A4-E01E1362C302}"/>
              </a:ext>
            </a:extLst>
          </p:cNvPr>
          <p:cNvSpPr>
            <a:spLocks noGrp="1"/>
          </p:cNvSpPr>
          <p:nvPr/>
        </p:nvSpPr>
        <p:spPr>
          <a:xfrm>
            <a:off x="5384800" y="1832903"/>
            <a:ext cx="28398" cy="28398"/>
          </a:xfrm>
          <a:prstGeom prst="ellipse">
            <a:avLst/>
          </a:prstGeom>
          <a:solidFill>
            <a:srgbClr val="7F8C97">
              <a:alpha val="48000"/>
            </a:srgbClr>
          </a:solidFill>
          <a:ln w="0">
            <a:noFill/>
            <a:prstDash val="solid"/>
          </a:ln>
        </p:spPr>
      </p:sp>
      <p:sp>
        <p:nvSpPr>
          <p:cNvPr id="534" name="03_assume_matched_5831">
            <a:extLst>
              <a:ext uri="{FF2B5EF4-FFF2-40B4-BE49-F238E27FC236}">
                <a16:creationId xmlns:a16="http://schemas.microsoft.com/office/drawing/2014/main" id="{E706DBCA-C41B-4091-A130-49A02D4595CC}"/>
              </a:ext>
            </a:extLst>
          </p:cNvPr>
          <p:cNvSpPr>
            <a:spLocks noGrp="1"/>
          </p:cNvSpPr>
          <p:nvPr/>
        </p:nvSpPr>
        <p:spPr>
          <a:xfrm>
            <a:off x="5475174" y="1767917"/>
            <a:ext cx="28398" cy="28398"/>
          </a:xfrm>
          <a:prstGeom prst="ellipse">
            <a:avLst/>
          </a:prstGeom>
          <a:solidFill>
            <a:srgbClr val="7F8C97">
              <a:alpha val="48000"/>
            </a:srgbClr>
          </a:solidFill>
          <a:ln w="0">
            <a:noFill/>
            <a:prstDash val="solid"/>
          </a:ln>
        </p:spPr>
      </p:sp>
      <p:sp>
        <p:nvSpPr>
          <p:cNvPr id="535" name="03_assume_matched_5832">
            <a:extLst>
              <a:ext uri="{FF2B5EF4-FFF2-40B4-BE49-F238E27FC236}">
                <a16:creationId xmlns:a16="http://schemas.microsoft.com/office/drawing/2014/main" id="{BE91C9E0-E961-467D-8CD4-573A99F93885}"/>
              </a:ext>
            </a:extLst>
          </p:cNvPr>
          <p:cNvSpPr>
            <a:spLocks noGrp="1"/>
          </p:cNvSpPr>
          <p:nvPr/>
        </p:nvSpPr>
        <p:spPr>
          <a:xfrm>
            <a:off x="5448263" y="1378004"/>
            <a:ext cx="28398" cy="28398"/>
          </a:xfrm>
          <a:prstGeom prst="ellipse">
            <a:avLst/>
          </a:prstGeom>
          <a:solidFill>
            <a:srgbClr val="7F8C97">
              <a:alpha val="48000"/>
            </a:srgbClr>
          </a:solidFill>
          <a:ln w="0">
            <a:noFill/>
            <a:prstDash val="solid"/>
          </a:ln>
        </p:spPr>
      </p:sp>
      <p:sp>
        <p:nvSpPr>
          <p:cNvPr id="536" name="03_assume_matched_5833">
            <a:extLst>
              <a:ext uri="{FF2B5EF4-FFF2-40B4-BE49-F238E27FC236}">
                <a16:creationId xmlns:a16="http://schemas.microsoft.com/office/drawing/2014/main" id="{68D2A134-06A3-4096-AD74-B75C5664F937}"/>
              </a:ext>
            </a:extLst>
          </p:cNvPr>
          <p:cNvSpPr>
            <a:spLocks noGrp="1"/>
          </p:cNvSpPr>
          <p:nvPr/>
        </p:nvSpPr>
        <p:spPr>
          <a:xfrm>
            <a:off x="5366091" y="1962874"/>
            <a:ext cx="28398" cy="28398"/>
          </a:xfrm>
          <a:prstGeom prst="ellipse">
            <a:avLst/>
          </a:prstGeom>
          <a:solidFill>
            <a:srgbClr val="7F8C97">
              <a:alpha val="48000"/>
            </a:srgbClr>
          </a:solidFill>
          <a:ln w="0">
            <a:noFill/>
            <a:prstDash val="solid"/>
          </a:ln>
        </p:spPr>
      </p:sp>
      <p:sp>
        <p:nvSpPr>
          <p:cNvPr id="537" name="03_assume_matched_5834">
            <a:extLst>
              <a:ext uri="{FF2B5EF4-FFF2-40B4-BE49-F238E27FC236}">
                <a16:creationId xmlns:a16="http://schemas.microsoft.com/office/drawing/2014/main" id="{9EEE7F3C-F018-4B8B-9332-C1B5482C95B0}"/>
              </a:ext>
            </a:extLst>
          </p:cNvPr>
          <p:cNvSpPr>
            <a:spLocks noGrp="1"/>
          </p:cNvSpPr>
          <p:nvPr/>
        </p:nvSpPr>
        <p:spPr>
          <a:xfrm>
            <a:off x="5373431" y="1962874"/>
            <a:ext cx="28398" cy="28398"/>
          </a:xfrm>
          <a:prstGeom prst="ellipse">
            <a:avLst/>
          </a:prstGeom>
          <a:solidFill>
            <a:srgbClr val="7F8C97">
              <a:alpha val="48000"/>
            </a:srgbClr>
          </a:solidFill>
          <a:ln w="0">
            <a:noFill/>
            <a:prstDash val="solid"/>
          </a:ln>
        </p:spPr>
      </p:sp>
      <p:sp>
        <p:nvSpPr>
          <p:cNvPr id="538" name="03_assume_matched_5835">
            <a:extLst>
              <a:ext uri="{FF2B5EF4-FFF2-40B4-BE49-F238E27FC236}">
                <a16:creationId xmlns:a16="http://schemas.microsoft.com/office/drawing/2014/main" id="{EFD3A1DE-9D45-4763-9523-6935B12E3F93}"/>
              </a:ext>
            </a:extLst>
          </p:cNvPr>
          <p:cNvSpPr>
            <a:spLocks noGrp="1"/>
          </p:cNvSpPr>
          <p:nvPr/>
        </p:nvSpPr>
        <p:spPr>
          <a:xfrm>
            <a:off x="5384656" y="1767917"/>
            <a:ext cx="28398" cy="28398"/>
          </a:xfrm>
          <a:prstGeom prst="ellipse">
            <a:avLst/>
          </a:prstGeom>
          <a:solidFill>
            <a:srgbClr val="7F8C97">
              <a:alpha val="48000"/>
            </a:srgbClr>
          </a:solidFill>
          <a:ln w="0">
            <a:noFill/>
            <a:prstDash val="solid"/>
          </a:ln>
        </p:spPr>
      </p:sp>
      <p:sp>
        <p:nvSpPr>
          <p:cNvPr id="539" name="03_assume_matched_5836">
            <a:extLst>
              <a:ext uri="{FF2B5EF4-FFF2-40B4-BE49-F238E27FC236}">
                <a16:creationId xmlns:a16="http://schemas.microsoft.com/office/drawing/2014/main" id="{437728BD-C829-4642-9768-CEC4544ADC83}"/>
              </a:ext>
            </a:extLst>
          </p:cNvPr>
          <p:cNvSpPr>
            <a:spLocks noGrp="1"/>
          </p:cNvSpPr>
          <p:nvPr/>
        </p:nvSpPr>
        <p:spPr>
          <a:xfrm>
            <a:off x="5474023" y="1962874"/>
            <a:ext cx="28398" cy="28398"/>
          </a:xfrm>
          <a:prstGeom prst="ellipse">
            <a:avLst/>
          </a:prstGeom>
          <a:solidFill>
            <a:srgbClr val="7F8C97">
              <a:alpha val="48000"/>
            </a:srgbClr>
          </a:solidFill>
          <a:ln w="0">
            <a:noFill/>
            <a:prstDash val="solid"/>
          </a:ln>
        </p:spPr>
      </p:sp>
      <p:sp>
        <p:nvSpPr>
          <p:cNvPr id="540" name="03_assume_matched_5837">
            <a:extLst>
              <a:ext uri="{FF2B5EF4-FFF2-40B4-BE49-F238E27FC236}">
                <a16:creationId xmlns:a16="http://schemas.microsoft.com/office/drawing/2014/main" id="{9C29BE4D-2C70-4E21-B27B-E8B954E5FB62}"/>
              </a:ext>
            </a:extLst>
          </p:cNvPr>
          <p:cNvSpPr>
            <a:spLocks noGrp="1"/>
          </p:cNvSpPr>
          <p:nvPr/>
        </p:nvSpPr>
        <p:spPr>
          <a:xfrm>
            <a:off x="5386958" y="1378004"/>
            <a:ext cx="28398" cy="28398"/>
          </a:xfrm>
          <a:prstGeom prst="ellipse">
            <a:avLst/>
          </a:prstGeom>
          <a:solidFill>
            <a:srgbClr val="7F8C97">
              <a:alpha val="48000"/>
            </a:srgbClr>
          </a:solidFill>
          <a:ln w="0">
            <a:noFill/>
            <a:prstDash val="solid"/>
          </a:ln>
        </p:spPr>
      </p:sp>
      <p:sp>
        <p:nvSpPr>
          <p:cNvPr id="541" name="03_assume_matched_5838">
            <a:extLst>
              <a:ext uri="{FF2B5EF4-FFF2-40B4-BE49-F238E27FC236}">
                <a16:creationId xmlns:a16="http://schemas.microsoft.com/office/drawing/2014/main" id="{F4C2F0C6-1DE7-4C92-8822-EA125862C541}"/>
              </a:ext>
            </a:extLst>
          </p:cNvPr>
          <p:cNvSpPr>
            <a:spLocks noGrp="1"/>
          </p:cNvSpPr>
          <p:nvPr/>
        </p:nvSpPr>
        <p:spPr>
          <a:xfrm>
            <a:off x="5465964" y="1962874"/>
            <a:ext cx="28398" cy="28398"/>
          </a:xfrm>
          <a:prstGeom prst="ellipse">
            <a:avLst/>
          </a:prstGeom>
          <a:solidFill>
            <a:srgbClr val="7F8C97">
              <a:alpha val="48000"/>
            </a:srgbClr>
          </a:solidFill>
          <a:ln w="0">
            <a:noFill/>
            <a:prstDash val="solid"/>
          </a:ln>
        </p:spPr>
      </p:sp>
      <p:sp>
        <p:nvSpPr>
          <p:cNvPr id="542" name="03_assume_matched_5839">
            <a:extLst>
              <a:ext uri="{FF2B5EF4-FFF2-40B4-BE49-F238E27FC236}">
                <a16:creationId xmlns:a16="http://schemas.microsoft.com/office/drawing/2014/main" id="{B3B7A8BD-1A66-4E71-ABE3-60BA5D563800}"/>
              </a:ext>
            </a:extLst>
          </p:cNvPr>
          <p:cNvSpPr>
            <a:spLocks noGrp="1"/>
          </p:cNvSpPr>
          <p:nvPr/>
        </p:nvSpPr>
        <p:spPr>
          <a:xfrm>
            <a:off x="5467115" y="1378004"/>
            <a:ext cx="28398" cy="28398"/>
          </a:xfrm>
          <a:prstGeom prst="ellipse">
            <a:avLst/>
          </a:prstGeom>
          <a:solidFill>
            <a:srgbClr val="7F8C97">
              <a:alpha val="48000"/>
            </a:srgbClr>
          </a:solidFill>
          <a:ln w="0">
            <a:noFill/>
            <a:prstDash val="solid"/>
          </a:ln>
        </p:spPr>
      </p:sp>
      <p:sp>
        <p:nvSpPr>
          <p:cNvPr id="543" name="03_assume_matched_5840">
            <a:extLst>
              <a:ext uri="{FF2B5EF4-FFF2-40B4-BE49-F238E27FC236}">
                <a16:creationId xmlns:a16="http://schemas.microsoft.com/office/drawing/2014/main" id="{0A40DAEB-DA08-4E1B-9A02-94D98DE30494}"/>
              </a:ext>
            </a:extLst>
          </p:cNvPr>
          <p:cNvSpPr>
            <a:spLocks noGrp="1"/>
          </p:cNvSpPr>
          <p:nvPr/>
        </p:nvSpPr>
        <p:spPr>
          <a:xfrm>
            <a:off x="5470857" y="1962874"/>
            <a:ext cx="28398" cy="28398"/>
          </a:xfrm>
          <a:prstGeom prst="ellipse">
            <a:avLst/>
          </a:prstGeom>
          <a:solidFill>
            <a:srgbClr val="7F8C97">
              <a:alpha val="48000"/>
            </a:srgbClr>
          </a:solidFill>
          <a:ln w="0">
            <a:noFill/>
            <a:prstDash val="solid"/>
          </a:ln>
        </p:spPr>
      </p:sp>
      <p:sp>
        <p:nvSpPr>
          <p:cNvPr id="544" name="03_assume_matched_5841">
            <a:extLst>
              <a:ext uri="{FF2B5EF4-FFF2-40B4-BE49-F238E27FC236}">
                <a16:creationId xmlns:a16="http://schemas.microsoft.com/office/drawing/2014/main" id="{90EE7AEE-5C7D-402E-8A69-9B0070D40272}"/>
              </a:ext>
            </a:extLst>
          </p:cNvPr>
          <p:cNvSpPr>
            <a:spLocks noGrp="1"/>
          </p:cNvSpPr>
          <p:nvPr/>
        </p:nvSpPr>
        <p:spPr>
          <a:xfrm>
            <a:off x="5388109" y="1962874"/>
            <a:ext cx="28398" cy="28398"/>
          </a:xfrm>
          <a:prstGeom prst="ellipse">
            <a:avLst/>
          </a:prstGeom>
          <a:solidFill>
            <a:srgbClr val="7F8C97">
              <a:alpha val="48000"/>
            </a:srgbClr>
          </a:solidFill>
          <a:ln w="0">
            <a:noFill/>
            <a:prstDash val="solid"/>
          </a:ln>
        </p:spPr>
      </p:sp>
      <p:sp>
        <p:nvSpPr>
          <p:cNvPr id="545" name="03_assume_matched_5842">
            <a:extLst>
              <a:ext uri="{FF2B5EF4-FFF2-40B4-BE49-F238E27FC236}">
                <a16:creationId xmlns:a16="http://schemas.microsoft.com/office/drawing/2014/main" id="{8BEF24B0-BC29-471C-9766-F3F73D8FE06F}"/>
              </a:ext>
            </a:extLst>
          </p:cNvPr>
          <p:cNvSpPr>
            <a:spLocks noGrp="1"/>
          </p:cNvSpPr>
          <p:nvPr/>
        </p:nvSpPr>
        <p:spPr>
          <a:xfrm>
            <a:off x="5366379" y="1378004"/>
            <a:ext cx="28398" cy="28398"/>
          </a:xfrm>
          <a:prstGeom prst="ellipse">
            <a:avLst/>
          </a:prstGeom>
          <a:solidFill>
            <a:srgbClr val="7F8C97">
              <a:alpha val="48000"/>
            </a:srgbClr>
          </a:solidFill>
          <a:ln w="0">
            <a:noFill/>
            <a:prstDash val="solid"/>
          </a:ln>
        </p:spPr>
      </p:sp>
      <p:sp>
        <p:nvSpPr>
          <p:cNvPr id="546" name="03_assume_matched_5843">
            <a:extLst>
              <a:ext uri="{FF2B5EF4-FFF2-40B4-BE49-F238E27FC236}">
                <a16:creationId xmlns:a16="http://schemas.microsoft.com/office/drawing/2014/main" id="{AE8FC3F0-3302-4D82-8983-CFE000F03EC2}"/>
              </a:ext>
            </a:extLst>
          </p:cNvPr>
          <p:cNvSpPr>
            <a:spLocks noGrp="1"/>
          </p:cNvSpPr>
          <p:nvPr/>
        </p:nvSpPr>
        <p:spPr>
          <a:xfrm>
            <a:off x="5450134" y="1962874"/>
            <a:ext cx="28398" cy="28398"/>
          </a:xfrm>
          <a:prstGeom prst="ellipse">
            <a:avLst/>
          </a:prstGeom>
          <a:solidFill>
            <a:srgbClr val="7F8C97">
              <a:alpha val="48000"/>
            </a:srgbClr>
          </a:solidFill>
          <a:ln w="0">
            <a:noFill/>
            <a:prstDash val="solid"/>
          </a:ln>
        </p:spPr>
      </p:sp>
      <p:sp>
        <p:nvSpPr>
          <p:cNvPr id="547" name="03_assume_matched_5844">
            <a:extLst>
              <a:ext uri="{FF2B5EF4-FFF2-40B4-BE49-F238E27FC236}">
                <a16:creationId xmlns:a16="http://schemas.microsoft.com/office/drawing/2014/main" id="{FD1D0E89-32B1-436C-82D9-DF8DDE821CC8}"/>
              </a:ext>
            </a:extLst>
          </p:cNvPr>
          <p:cNvSpPr>
            <a:spLocks noGrp="1"/>
          </p:cNvSpPr>
          <p:nvPr/>
        </p:nvSpPr>
        <p:spPr>
          <a:xfrm>
            <a:off x="5359615" y="1962874"/>
            <a:ext cx="28398" cy="28398"/>
          </a:xfrm>
          <a:prstGeom prst="ellipse">
            <a:avLst/>
          </a:prstGeom>
          <a:solidFill>
            <a:srgbClr val="7F8C97">
              <a:alpha val="48000"/>
            </a:srgbClr>
          </a:solidFill>
          <a:ln w="0">
            <a:noFill/>
            <a:prstDash val="solid"/>
          </a:ln>
        </p:spPr>
      </p:sp>
      <p:sp>
        <p:nvSpPr>
          <p:cNvPr id="548" name="03_assume_matched_5845">
            <a:extLst>
              <a:ext uri="{FF2B5EF4-FFF2-40B4-BE49-F238E27FC236}">
                <a16:creationId xmlns:a16="http://schemas.microsoft.com/office/drawing/2014/main" id="{C175F609-3BC0-4788-8A34-740B060E4962}"/>
              </a:ext>
            </a:extLst>
          </p:cNvPr>
          <p:cNvSpPr>
            <a:spLocks noGrp="1"/>
          </p:cNvSpPr>
          <p:nvPr/>
        </p:nvSpPr>
        <p:spPr>
          <a:xfrm>
            <a:off x="5453732" y="1378004"/>
            <a:ext cx="28398" cy="28398"/>
          </a:xfrm>
          <a:prstGeom prst="ellipse">
            <a:avLst/>
          </a:prstGeom>
          <a:solidFill>
            <a:srgbClr val="7F8C97">
              <a:alpha val="48000"/>
            </a:srgbClr>
          </a:solidFill>
          <a:ln w="0">
            <a:noFill/>
            <a:prstDash val="solid"/>
          </a:ln>
        </p:spPr>
      </p:sp>
      <p:sp>
        <p:nvSpPr>
          <p:cNvPr id="549" name="03_assume_matched_5846">
            <a:extLst>
              <a:ext uri="{FF2B5EF4-FFF2-40B4-BE49-F238E27FC236}">
                <a16:creationId xmlns:a16="http://schemas.microsoft.com/office/drawing/2014/main" id="{92EB7A91-C367-4DEF-ACD6-2B27BCA73958}"/>
              </a:ext>
            </a:extLst>
          </p:cNvPr>
          <p:cNvSpPr>
            <a:spLocks noGrp="1"/>
          </p:cNvSpPr>
          <p:nvPr/>
        </p:nvSpPr>
        <p:spPr>
          <a:xfrm>
            <a:off x="5360911" y="1962874"/>
            <a:ext cx="28398" cy="28398"/>
          </a:xfrm>
          <a:prstGeom prst="ellipse">
            <a:avLst/>
          </a:prstGeom>
          <a:solidFill>
            <a:srgbClr val="7F8C97">
              <a:alpha val="48000"/>
            </a:srgbClr>
          </a:solidFill>
          <a:ln w="0">
            <a:noFill/>
            <a:prstDash val="solid"/>
          </a:ln>
        </p:spPr>
      </p:sp>
      <p:sp>
        <p:nvSpPr>
          <p:cNvPr id="550" name="03_assume_matched_5847">
            <a:extLst>
              <a:ext uri="{FF2B5EF4-FFF2-40B4-BE49-F238E27FC236}">
                <a16:creationId xmlns:a16="http://schemas.microsoft.com/office/drawing/2014/main" id="{0D22DC56-7614-4269-A8B7-B39524E42666}"/>
              </a:ext>
            </a:extLst>
          </p:cNvPr>
          <p:cNvSpPr>
            <a:spLocks noGrp="1"/>
          </p:cNvSpPr>
          <p:nvPr/>
        </p:nvSpPr>
        <p:spPr>
          <a:xfrm>
            <a:off x="5481362" y="1378004"/>
            <a:ext cx="28398" cy="28398"/>
          </a:xfrm>
          <a:prstGeom prst="ellipse">
            <a:avLst/>
          </a:prstGeom>
          <a:solidFill>
            <a:srgbClr val="7F8C97">
              <a:alpha val="48000"/>
            </a:srgbClr>
          </a:solidFill>
          <a:ln w="0">
            <a:noFill/>
            <a:prstDash val="solid"/>
          </a:ln>
        </p:spPr>
      </p:sp>
      <p:sp>
        <p:nvSpPr>
          <p:cNvPr id="551" name="03_assume_matched_5848">
            <a:extLst>
              <a:ext uri="{FF2B5EF4-FFF2-40B4-BE49-F238E27FC236}">
                <a16:creationId xmlns:a16="http://schemas.microsoft.com/office/drawing/2014/main" id="{3D768541-F348-40D3-8CDA-B914D169E7E2}"/>
              </a:ext>
            </a:extLst>
          </p:cNvPr>
          <p:cNvSpPr>
            <a:spLocks noGrp="1"/>
          </p:cNvSpPr>
          <p:nvPr/>
        </p:nvSpPr>
        <p:spPr>
          <a:xfrm>
            <a:off x="5459344" y="1378004"/>
            <a:ext cx="28398" cy="28398"/>
          </a:xfrm>
          <a:prstGeom prst="ellipse">
            <a:avLst/>
          </a:prstGeom>
          <a:solidFill>
            <a:srgbClr val="7F8C97">
              <a:alpha val="48000"/>
            </a:srgbClr>
          </a:solidFill>
          <a:ln w="0">
            <a:noFill/>
            <a:prstDash val="solid"/>
          </a:ln>
        </p:spPr>
      </p:sp>
      <p:sp>
        <p:nvSpPr>
          <p:cNvPr id="552" name="03_assume_matched_5849">
            <a:extLst>
              <a:ext uri="{FF2B5EF4-FFF2-40B4-BE49-F238E27FC236}">
                <a16:creationId xmlns:a16="http://schemas.microsoft.com/office/drawing/2014/main" id="{FF08C0EA-493E-41C6-BF17-BDC04B24F31D}"/>
              </a:ext>
            </a:extLst>
          </p:cNvPr>
          <p:cNvSpPr>
            <a:spLocks noGrp="1"/>
          </p:cNvSpPr>
          <p:nvPr/>
        </p:nvSpPr>
        <p:spPr>
          <a:xfrm>
            <a:off x="5407249" y="1378004"/>
            <a:ext cx="28398" cy="28398"/>
          </a:xfrm>
          <a:prstGeom prst="ellipse">
            <a:avLst/>
          </a:prstGeom>
          <a:solidFill>
            <a:srgbClr val="7F8C97">
              <a:alpha val="48000"/>
            </a:srgbClr>
          </a:solidFill>
          <a:ln w="0">
            <a:noFill/>
            <a:prstDash val="solid"/>
          </a:ln>
        </p:spPr>
      </p:sp>
      <p:sp>
        <p:nvSpPr>
          <p:cNvPr id="553" name="03_assume_matched_5850">
            <a:extLst>
              <a:ext uri="{FF2B5EF4-FFF2-40B4-BE49-F238E27FC236}">
                <a16:creationId xmlns:a16="http://schemas.microsoft.com/office/drawing/2014/main" id="{3CC1ED3B-B938-4511-AB03-22BF8F8C959E}"/>
              </a:ext>
            </a:extLst>
          </p:cNvPr>
          <p:cNvSpPr>
            <a:spLocks noGrp="1"/>
          </p:cNvSpPr>
          <p:nvPr/>
        </p:nvSpPr>
        <p:spPr>
          <a:xfrm>
            <a:off x="5382929" y="1962874"/>
            <a:ext cx="28398" cy="28398"/>
          </a:xfrm>
          <a:prstGeom prst="ellipse">
            <a:avLst/>
          </a:prstGeom>
          <a:solidFill>
            <a:srgbClr val="7F8C97">
              <a:alpha val="48000"/>
            </a:srgbClr>
          </a:solidFill>
          <a:ln w="0">
            <a:noFill/>
            <a:prstDash val="solid"/>
          </a:ln>
        </p:spPr>
      </p:sp>
      <p:sp>
        <p:nvSpPr>
          <p:cNvPr id="554" name="03_assume_matched_5851">
            <a:extLst>
              <a:ext uri="{FF2B5EF4-FFF2-40B4-BE49-F238E27FC236}">
                <a16:creationId xmlns:a16="http://schemas.microsoft.com/office/drawing/2014/main" id="{2F3CC153-2B1A-4764-BC1A-AB4E2A46A441}"/>
              </a:ext>
            </a:extLst>
          </p:cNvPr>
          <p:cNvSpPr>
            <a:spLocks noGrp="1"/>
          </p:cNvSpPr>
          <p:nvPr/>
        </p:nvSpPr>
        <p:spPr>
          <a:xfrm>
            <a:off x="5485392" y="1962874"/>
            <a:ext cx="28398" cy="28398"/>
          </a:xfrm>
          <a:prstGeom prst="ellipse">
            <a:avLst/>
          </a:prstGeom>
          <a:solidFill>
            <a:srgbClr val="7F8C97">
              <a:alpha val="48000"/>
            </a:srgbClr>
          </a:solidFill>
          <a:ln w="0">
            <a:noFill/>
            <a:prstDash val="solid"/>
          </a:ln>
        </p:spPr>
      </p:sp>
      <p:sp>
        <p:nvSpPr>
          <p:cNvPr id="555" name="03_assume_matched_5852">
            <a:extLst>
              <a:ext uri="{FF2B5EF4-FFF2-40B4-BE49-F238E27FC236}">
                <a16:creationId xmlns:a16="http://schemas.microsoft.com/office/drawing/2014/main" id="{4105336D-4DAF-4834-B47A-C06263FD70EE}"/>
              </a:ext>
            </a:extLst>
          </p:cNvPr>
          <p:cNvSpPr>
            <a:spLocks noGrp="1"/>
          </p:cNvSpPr>
          <p:nvPr/>
        </p:nvSpPr>
        <p:spPr>
          <a:xfrm>
            <a:off x="5433153" y="1962874"/>
            <a:ext cx="28398" cy="28398"/>
          </a:xfrm>
          <a:prstGeom prst="ellipse">
            <a:avLst/>
          </a:prstGeom>
          <a:solidFill>
            <a:srgbClr val="7F8C97">
              <a:alpha val="48000"/>
            </a:srgbClr>
          </a:solidFill>
          <a:ln w="0">
            <a:noFill/>
            <a:prstDash val="solid"/>
          </a:ln>
        </p:spPr>
      </p:sp>
      <p:sp>
        <p:nvSpPr>
          <p:cNvPr id="556" name="03_assume_matched_5853">
            <a:extLst>
              <a:ext uri="{FF2B5EF4-FFF2-40B4-BE49-F238E27FC236}">
                <a16:creationId xmlns:a16="http://schemas.microsoft.com/office/drawing/2014/main" id="{5C0EEFC7-FBA9-4A7D-99EE-1899A43CB01A}"/>
              </a:ext>
            </a:extLst>
          </p:cNvPr>
          <p:cNvSpPr>
            <a:spLocks noGrp="1"/>
          </p:cNvSpPr>
          <p:nvPr/>
        </p:nvSpPr>
        <p:spPr>
          <a:xfrm>
            <a:off x="5465964" y="1962874"/>
            <a:ext cx="28398" cy="28398"/>
          </a:xfrm>
          <a:prstGeom prst="ellipse">
            <a:avLst/>
          </a:prstGeom>
          <a:solidFill>
            <a:srgbClr val="7F8C97">
              <a:alpha val="48000"/>
            </a:srgbClr>
          </a:solidFill>
          <a:ln w="0">
            <a:noFill/>
            <a:prstDash val="solid"/>
          </a:ln>
        </p:spPr>
      </p:sp>
      <p:sp>
        <p:nvSpPr>
          <p:cNvPr id="557" name="03_assume_matched_5854">
            <a:extLst>
              <a:ext uri="{FF2B5EF4-FFF2-40B4-BE49-F238E27FC236}">
                <a16:creationId xmlns:a16="http://schemas.microsoft.com/office/drawing/2014/main" id="{E8B37DDF-7219-40CA-92B0-376A407CC421}"/>
              </a:ext>
            </a:extLst>
          </p:cNvPr>
          <p:cNvSpPr>
            <a:spLocks noGrp="1"/>
          </p:cNvSpPr>
          <p:nvPr/>
        </p:nvSpPr>
        <p:spPr>
          <a:xfrm>
            <a:off x="5365084" y="1845900"/>
            <a:ext cx="28398" cy="28398"/>
          </a:xfrm>
          <a:prstGeom prst="ellipse">
            <a:avLst/>
          </a:prstGeom>
          <a:solidFill>
            <a:srgbClr val="7F8C97">
              <a:alpha val="48000"/>
            </a:srgbClr>
          </a:solidFill>
          <a:ln w="0">
            <a:noFill/>
            <a:prstDash val="solid"/>
          </a:ln>
        </p:spPr>
      </p:sp>
      <p:sp>
        <p:nvSpPr>
          <p:cNvPr id="558" name="03_assume_matched_5855">
            <a:extLst>
              <a:ext uri="{FF2B5EF4-FFF2-40B4-BE49-F238E27FC236}">
                <a16:creationId xmlns:a16="http://schemas.microsoft.com/office/drawing/2014/main" id="{DFAE19E3-140A-4BE0-B448-883B2D0CBF2F}"/>
              </a:ext>
            </a:extLst>
          </p:cNvPr>
          <p:cNvSpPr>
            <a:spLocks noGrp="1"/>
          </p:cNvSpPr>
          <p:nvPr/>
        </p:nvSpPr>
        <p:spPr>
          <a:xfrm>
            <a:off x="5457042" y="1962874"/>
            <a:ext cx="28398" cy="28398"/>
          </a:xfrm>
          <a:prstGeom prst="ellipse">
            <a:avLst/>
          </a:prstGeom>
          <a:solidFill>
            <a:srgbClr val="7F8C97">
              <a:alpha val="48000"/>
            </a:srgbClr>
          </a:solidFill>
          <a:ln w="0">
            <a:noFill/>
            <a:prstDash val="solid"/>
          </a:ln>
        </p:spPr>
      </p:sp>
      <p:sp>
        <p:nvSpPr>
          <p:cNvPr id="559" name="03_assume_matched_5856">
            <a:extLst>
              <a:ext uri="{FF2B5EF4-FFF2-40B4-BE49-F238E27FC236}">
                <a16:creationId xmlns:a16="http://schemas.microsoft.com/office/drawing/2014/main" id="{8898E715-27EF-457E-ADBE-21D468C0FE3B}"/>
              </a:ext>
            </a:extLst>
          </p:cNvPr>
          <p:cNvSpPr>
            <a:spLocks noGrp="1"/>
          </p:cNvSpPr>
          <p:nvPr/>
        </p:nvSpPr>
        <p:spPr>
          <a:xfrm>
            <a:off x="5436175" y="1962874"/>
            <a:ext cx="28398" cy="28398"/>
          </a:xfrm>
          <a:prstGeom prst="ellipse">
            <a:avLst/>
          </a:prstGeom>
          <a:solidFill>
            <a:srgbClr val="7F8C97">
              <a:alpha val="48000"/>
            </a:srgbClr>
          </a:solidFill>
          <a:ln w="0">
            <a:noFill/>
            <a:prstDash val="solid"/>
          </a:ln>
        </p:spPr>
      </p:sp>
      <p:sp>
        <p:nvSpPr>
          <p:cNvPr id="560" name="03_assume_matched_5857">
            <a:extLst>
              <a:ext uri="{FF2B5EF4-FFF2-40B4-BE49-F238E27FC236}">
                <a16:creationId xmlns:a16="http://schemas.microsoft.com/office/drawing/2014/main" id="{8B7CD48C-940C-4EF0-8F43-4CE8B20B8261}"/>
              </a:ext>
            </a:extLst>
          </p:cNvPr>
          <p:cNvSpPr>
            <a:spLocks noGrp="1"/>
          </p:cNvSpPr>
          <p:nvPr/>
        </p:nvSpPr>
        <p:spPr>
          <a:xfrm>
            <a:off x="5344793" y="1378004"/>
            <a:ext cx="28398" cy="28398"/>
          </a:xfrm>
          <a:prstGeom prst="ellipse">
            <a:avLst/>
          </a:prstGeom>
          <a:solidFill>
            <a:srgbClr val="7F8C97">
              <a:alpha val="48000"/>
            </a:srgbClr>
          </a:solidFill>
          <a:ln w="0">
            <a:noFill/>
            <a:prstDash val="solid"/>
          </a:ln>
        </p:spPr>
      </p:sp>
      <p:sp>
        <p:nvSpPr>
          <p:cNvPr id="561" name="03_assume_matched_5858">
            <a:extLst>
              <a:ext uri="{FF2B5EF4-FFF2-40B4-BE49-F238E27FC236}">
                <a16:creationId xmlns:a16="http://schemas.microsoft.com/office/drawing/2014/main" id="{D6BEAD4B-0C07-49C0-8779-419E87086864}"/>
              </a:ext>
            </a:extLst>
          </p:cNvPr>
          <p:cNvSpPr>
            <a:spLocks noGrp="1"/>
          </p:cNvSpPr>
          <p:nvPr/>
        </p:nvSpPr>
        <p:spPr>
          <a:xfrm>
            <a:off x="5404083" y="1962874"/>
            <a:ext cx="28398" cy="28398"/>
          </a:xfrm>
          <a:prstGeom prst="ellipse">
            <a:avLst/>
          </a:prstGeom>
          <a:solidFill>
            <a:srgbClr val="7F8C97">
              <a:alpha val="48000"/>
            </a:srgbClr>
          </a:solidFill>
          <a:ln w="0">
            <a:noFill/>
            <a:prstDash val="solid"/>
          </a:ln>
        </p:spPr>
      </p:sp>
      <p:sp>
        <p:nvSpPr>
          <p:cNvPr id="562" name="03_assume_matched_5859">
            <a:extLst>
              <a:ext uri="{FF2B5EF4-FFF2-40B4-BE49-F238E27FC236}">
                <a16:creationId xmlns:a16="http://schemas.microsoft.com/office/drawing/2014/main" id="{2747065E-5F32-49C6-AF30-003C313BA11D}"/>
              </a:ext>
            </a:extLst>
          </p:cNvPr>
          <p:cNvSpPr>
            <a:spLocks noGrp="1"/>
          </p:cNvSpPr>
          <p:nvPr/>
        </p:nvSpPr>
        <p:spPr>
          <a:xfrm>
            <a:off x="5386239" y="1962874"/>
            <a:ext cx="28398" cy="28398"/>
          </a:xfrm>
          <a:prstGeom prst="ellipse">
            <a:avLst/>
          </a:prstGeom>
          <a:solidFill>
            <a:srgbClr val="7F8C97">
              <a:alpha val="48000"/>
            </a:srgbClr>
          </a:solidFill>
          <a:ln w="0">
            <a:noFill/>
            <a:prstDash val="solid"/>
          </a:ln>
        </p:spPr>
      </p:sp>
      <p:sp>
        <p:nvSpPr>
          <p:cNvPr id="563" name="03_assume_matched_5860">
            <a:extLst>
              <a:ext uri="{FF2B5EF4-FFF2-40B4-BE49-F238E27FC236}">
                <a16:creationId xmlns:a16="http://schemas.microsoft.com/office/drawing/2014/main" id="{38AA2BA7-F9E3-46B0-8988-7A1D6D5A6382}"/>
              </a:ext>
            </a:extLst>
          </p:cNvPr>
          <p:cNvSpPr>
            <a:spLocks noGrp="1"/>
          </p:cNvSpPr>
          <p:nvPr/>
        </p:nvSpPr>
        <p:spPr>
          <a:xfrm>
            <a:off x="5418474" y="1475483"/>
            <a:ext cx="28398" cy="28398"/>
          </a:xfrm>
          <a:prstGeom prst="ellipse">
            <a:avLst/>
          </a:prstGeom>
          <a:solidFill>
            <a:srgbClr val="7F8C97">
              <a:alpha val="48000"/>
            </a:srgbClr>
          </a:solidFill>
          <a:ln w="0">
            <a:noFill/>
            <a:prstDash val="solid"/>
          </a:ln>
        </p:spPr>
      </p:sp>
      <p:sp>
        <p:nvSpPr>
          <p:cNvPr id="564" name="03_assume_matched_5861">
            <a:extLst>
              <a:ext uri="{FF2B5EF4-FFF2-40B4-BE49-F238E27FC236}">
                <a16:creationId xmlns:a16="http://schemas.microsoft.com/office/drawing/2014/main" id="{8567BD72-F7B3-4786-A50A-BE9E836C8B70}"/>
              </a:ext>
            </a:extLst>
          </p:cNvPr>
          <p:cNvSpPr>
            <a:spLocks noGrp="1"/>
          </p:cNvSpPr>
          <p:nvPr/>
        </p:nvSpPr>
        <p:spPr>
          <a:xfrm>
            <a:off x="5400342" y="1865395"/>
            <a:ext cx="28398" cy="28398"/>
          </a:xfrm>
          <a:prstGeom prst="ellipse">
            <a:avLst/>
          </a:prstGeom>
          <a:solidFill>
            <a:srgbClr val="7F8C97">
              <a:alpha val="48000"/>
            </a:srgbClr>
          </a:solidFill>
          <a:ln w="0">
            <a:noFill/>
            <a:prstDash val="solid"/>
          </a:ln>
        </p:spPr>
      </p:sp>
      <p:sp>
        <p:nvSpPr>
          <p:cNvPr id="565" name="03_assume_matched_5862">
            <a:extLst>
              <a:ext uri="{FF2B5EF4-FFF2-40B4-BE49-F238E27FC236}">
                <a16:creationId xmlns:a16="http://schemas.microsoft.com/office/drawing/2014/main" id="{B68594C3-87E6-438F-BE01-E4847272927A}"/>
              </a:ext>
            </a:extLst>
          </p:cNvPr>
          <p:cNvSpPr>
            <a:spLocks noGrp="1"/>
          </p:cNvSpPr>
          <p:nvPr/>
        </p:nvSpPr>
        <p:spPr>
          <a:xfrm>
            <a:off x="5462510" y="1962874"/>
            <a:ext cx="28398" cy="28398"/>
          </a:xfrm>
          <a:prstGeom prst="ellipse">
            <a:avLst/>
          </a:prstGeom>
          <a:solidFill>
            <a:srgbClr val="7F8C97">
              <a:alpha val="48000"/>
            </a:srgbClr>
          </a:solidFill>
          <a:ln w="0">
            <a:noFill/>
            <a:prstDash val="solid"/>
          </a:ln>
        </p:spPr>
      </p:sp>
      <p:sp>
        <p:nvSpPr>
          <p:cNvPr id="566" name="03_assume_matched_5863">
            <a:extLst>
              <a:ext uri="{FF2B5EF4-FFF2-40B4-BE49-F238E27FC236}">
                <a16:creationId xmlns:a16="http://schemas.microsoft.com/office/drawing/2014/main" id="{CA164B9A-E959-47B9-90D8-21D01D11B9F3}"/>
              </a:ext>
            </a:extLst>
          </p:cNvPr>
          <p:cNvSpPr>
            <a:spLocks noGrp="1"/>
          </p:cNvSpPr>
          <p:nvPr/>
        </p:nvSpPr>
        <p:spPr>
          <a:xfrm>
            <a:off x="5360623" y="1378004"/>
            <a:ext cx="28398" cy="28398"/>
          </a:xfrm>
          <a:prstGeom prst="ellipse">
            <a:avLst/>
          </a:prstGeom>
          <a:solidFill>
            <a:srgbClr val="7F8C97">
              <a:alpha val="48000"/>
            </a:srgbClr>
          </a:solidFill>
          <a:ln w="0">
            <a:noFill/>
            <a:prstDash val="solid"/>
          </a:ln>
        </p:spPr>
      </p:sp>
      <p:sp>
        <p:nvSpPr>
          <p:cNvPr id="567" name="03_assume_matched_5864">
            <a:extLst>
              <a:ext uri="{FF2B5EF4-FFF2-40B4-BE49-F238E27FC236}">
                <a16:creationId xmlns:a16="http://schemas.microsoft.com/office/drawing/2014/main" id="{4D1D4848-42D4-4D63-98DA-5806A93296F1}"/>
              </a:ext>
            </a:extLst>
          </p:cNvPr>
          <p:cNvSpPr>
            <a:spLocks noGrp="1"/>
          </p:cNvSpPr>
          <p:nvPr/>
        </p:nvSpPr>
        <p:spPr>
          <a:xfrm>
            <a:off x="5367243" y="1962874"/>
            <a:ext cx="28398" cy="28398"/>
          </a:xfrm>
          <a:prstGeom prst="ellipse">
            <a:avLst/>
          </a:prstGeom>
          <a:solidFill>
            <a:srgbClr val="7F8C97">
              <a:alpha val="48000"/>
            </a:srgbClr>
          </a:solidFill>
          <a:ln w="0">
            <a:noFill/>
            <a:prstDash val="solid"/>
          </a:ln>
        </p:spPr>
      </p:sp>
      <p:sp>
        <p:nvSpPr>
          <p:cNvPr id="568" name="03_assume_matched_5865">
            <a:extLst>
              <a:ext uri="{FF2B5EF4-FFF2-40B4-BE49-F238E27FC236}">
                <a16:creationId xmlns:a16="http://schemas.microsoft.com/office/drawing/2014/main" id="{C32EB85F-A685-4A38-ADFE-BADB355CA8FE}"/>
              </a:ext>
            </a:extLst>
          </p:cNvPr>
          <p:cNvSpPr>
            <a:spLocks noGrp="1"/>
          </p:cNvSpPr>
          <p:nvPr/>
        </p:nvSpPr>
        <p:spPr>
          <a:xfrm>
            <a:off x="5427109" y="1378004"/>
            <a:ext cx="28398" cy="28398"/>
          </a:xfrm>
          <a:prstGeom prst="ellipse">
            <a:avLst/>
          </a:prstGeom>
          <a:solidFill>
            <a:srgbClr val="7F8C97">
              <a:alpha val="48000"/>
            </a:srgbClr>
          </a:solidFill>
          <a:ln w="0">
            <a:noFill/>
            <a:prstDash val="solid"/>
          </a:ln>
        </p:spPr>
      </p:sp>
      <p:sp>
        <p:nvSpPr>
          <p:cNvPr id="569" name="03_assume_matched_5866">
            <a:extLst>
              <a:ext uri="{FF2B5EF4-FFF2-40B4-BE49-F238E27FC236}">
                <a16:creationId xmlns:a16="http://schemas.microsoft.com/office/drawing/2014/main" id="{7FD8E05F-66F8-4314-AC3D-6A18FAB75FDF}"/>
              </a:ext>
            </a:extLst>
          </p:cNvPr>
          <p:cNvSpPr>
            <a:spLocks noGrp="1"/>
          </p:cNvSpPr>
          <p:nvPr/>
        </p:nvSpPr>
        <p:spPr>
          <a:xfrm>
            <a:off x="5425814" y="1378004"/>
            <a:ext cx="28398" cy="28398"/>
          </a:xfrm>
          <a:prstGeom prst="ellipse">
            <a:avLst/>
          </a:prstGeom>
          <a:solidFill>
            <a:srgbClr val="7F8C97">
              <a:alpha val="48000"/>
            </a:srgbClr>
          </a:solidFill>
          <a:ln w="0">
            <a:noFill/>
            <a:prstDash val="solid"/>
          </a:ln>
        </p:spPr>
      </p:sp>
      <p:sp>
        <p:nvSpPr>
          <p:cNvPr id="570" name="03_assume_matched_5867">
            <a:extLst>
              <a:ext uri="{FF2B5EF4-FFF2-40B4-BE49-F238E27FC236}">
                <a16:creationId xmlns:a16="http://schemas.microsoft.com/office/drawing/2014/main" id="{9EFC2669-BE92-4D55-98E5-3FF50F5E4D9C}"/>
              </a:ext>
            </a:extLst>
          </p:cNvPr>
          <p:cNvSpPr>
            <a:spLocks noGrp="1"/>
          </p:cNvSpPr>
          <p:nvPr/>
        </p:nvSpPr>
        <p:spPr>
          <a:xfrm>
            <a:off x="5472584" y="1378004"/>
            <a:ext cx="28398" cy="28398"/>
          </a:xfrm>
          <a:prstGeom prst="ellipse">
            <a:avLst/>
          </a:prstGeom>
          <a:solidFill>
            <a:srgbClr val="7F8C97">
              <a:alpha val="48000"/>
            </a:srgbClr>
          </a:solidFill>
          <a:ln w="0">
            <a:noFill/>
            <a:prstDash val="solid"/>
          </a:ln>
        </p:spPr>
      </p:sp>
      <p:sp>
        <p:nvSpPr>
          <p:cNvPr id="571" name="03_assume_matched_5868">
            <a:extLst>
              <a:ext uri="{FF2B5EF4-FFF2-40B4-BE49-F238E27FC236}">
                <a16:creationId xmlns:a16="http://schemas.microsoft.com/office/drawing/2014/main" id="{35A8BE8B-44B9-41BB-8E2E-E6A7A9170BBE}"/>
              </a:ext>
            </a:extLst>
          </p:cNvPr>
          <p:cNvSpPr>
            <a:spLocks noGrp="1"/>
          </p:cNvSpPr>
          <p:nvPr/>
        </p:nvSpPr>
        <p:spPr>
          <a:xfrm>
            <a:off x="5450854" y="1670439"/>
            <a:ext cx="28398" cy="28398"/>
          </a:xfrm>
          <a:prstGeom prst="ellipse">
            <a:avLst/>
          </a:prstGeom>
          <a:solidFill>
            <a:srgbClr val="7F8C97">
              <a:alpha val="48000"/>
            </a:srgbClr>
          </a:solidFill>
          <a:ln w="0">
            <a:noFill/>
            <a:prstDash val="solid"/>
          </a:ln>
        </p:spPr>
      </p:sp>
      <p:sp>
        <p:nvSpPr>
          <p:cNvPr id="572" name="03_assume_matched_5869">
            <a:extLst>
              <a:ext uri="{FF2B5EF4-FFF2-40B4-BE49-F238E27FC236}">
                <a16:creationId xmlns:a16="http://schemas.microsoft.com/office/drawing/2014/main" id="{9A962C92-67F8-4987-94EA-A6E6B8CB8DBF}"/>
              </a:ext>
            </a:extLst>
          </p:cNvPr>
          <p:cNvSpPr>
            <a:spLocks noGrp="1"/>
          </p:cNvSpPr>
          <p:nvPr/>
        </p:nvSpPr>
        <p:spPr>
          <a:xfrm>
            <a:off x="5382929" y="1962874"/>
            <a:ext cx="28398" cy="28398"/>
          </a:xfrm>
          <a:prstGeom prst="ellipse">
            <a:avLst/>
          </a:prstGeom>
          <a:solidFill>
            <a:srgbClr val="7F8C97">
              <a:alpha val="48000"/>
            </a:srgbClr>
          </a:solidFill>
          <a:ln w="0">
            <a:noFill/>
            <a:prstDash val="solid"/>
          </a:ln>
        </p:spPr>
      </p:sp>
      <p:sp>
        <p:nvSpPr>
          <p:cNvPr id="573" name="03_assume_matched_5870">
            <a:extLst>
              <a:ext uri="{FF2B5EF4-FFF2-40B4-BE49-F238E27FC236}">
                <a16:creationId xmlns:a16="http://schemas.microsoft.com/office/drawing/2014/main" id="{FF1701C1-7F7E-4114-BDE6-8948C41DD429}"/>
              </a:ext>
            </a:extLst>
          </p:cNvPr>
          <p:cNvSpPr>
            <a:spLocks noGrp="1"/>
          </p:cNvSpPr>
          <p:nvPr/>
        </p:nvSpPr>
        <p:spPr>
          <a:xfrm>
            <a:off x="5453732" y="1962874"/>
            <a:ext cx="28398" cy="28398"/>
          </a:xfrm>
          <a:prstGeom prst="ellipse">
            <a:avLst/>
          </a:prstGeom>
          <a:solidFill>
            <a:srgbClr val="7F8C97">
              <a:alpha val="48000"/>
            </a:srgbClr>
          </a:solidFill>
          <a:ln w="0">
            <a:noFill/>
            <a:prstDash val="solid"/>
          </a:ln>
        </p:spPr>
      </p:sp>
      <p:sp>
        <p:nvSpPr>
          <p:cNvPr id="574" name="03_assume_matched_5871">
            <a:extLst>
              <a:ext uri="{FF2B5EF4-FFF2-40B4-BE49-F238E27FC236}">
                <a16:creationId xmlns:a16="http://schemas.microsoft.com/office/drawing/2014/main" id="{3AD6DD2B-48E5-463D-9CC0-64224C998EF4}"/>
              </a:ext>
            </a:extLst>
          </p:cNvPr>
          <p:cNvSpPr>
            <a:spLocks noGrp="1"/>
          </p:cNvSpPr>
          <p:nvPr/>
        </p:nvSpPr>
        <p:spPr>
          <a:xfrm>
            <a:off x="5442075" y="1767917"/>
            <a:ext cx="28398" cy="28398"/>
          </a:xfrm>
          <a:prstGeom prst="ellipse">
            <a:avLst/>
          </a:prstGeom>
          <a:solidFill>
            <a:srgbClr val="7F8C97">
              <a:alpha val="48000"/>
            </a:srgbClr>
          </a:solidFill>
          <a:ln w="0">
            <a:noFill/>
            <a:prstDash val="solid"/>
          </a:ln>
        </p:spPr>
      </p:sp>
      <p:sp>
        <p:nvSpPr>
          <p:cNvPr id="575" name="03_assume_matched_5872">
            <a:extLst>
              <a:ext uri="{FF2B5EF4-FFF2-40B4-BE49-F238E27FC236}">
                <a16:creationId xmlns:a16="http://schemas.microsoft.com/office/drawing/2014/main" id="{DF475471-ED3E-4419-B9A5-27F064EC6ABB}"/>
              </a:ext>
            </a:extLst>
          </p:cNvPr>
          <p:cNvSpPr>
            <a:spLocks noGrp="1"/>
          </p:cNvSpPr>
          <p:nvPr/>
        </p:nvSpPr>
        <p:spPr>
          <a:xfrm>
            <a:off x="5448263" y="1962874"/>
            <a:ext cx="28398" cy="28398"/>
          </a:xfrm>
          <a:prstGeom prst="ellipse">
            <a:avLst/>
          </a:prstGeom>
          <a:solidFill>
            <a:srgbClr val="7F8C97">
              <a:alpha val="48000"/>
            </a:srgbClr>
          </a:solidFill>
          <a:ln w="0">
            <a:noFill/>
            <a:prstDash val="solid"/>
          </a:ln>
        </p:spPr>
      </p:sp>
      <p:sp>
        <p:nvSpPr>
          <p:cNvPr id="576" name="03_assume_matched_5873">
            <a:extLst>
              <a:ext uri="{FF2B5EF4-FFF2-40B4-BE49-F238E27FC236}">
                <a16:creationId xmlns:a16="http://schemas.microsoft.com/office/drawing/2014/main" id="{C4ACFA77-966A-4D1E-9D39-DE8C93D808FA}"/>
              </a:ext>
            </a:extLst>
          </p:cNvPr>
          <p:cNvSpPr>
            <a:spLocks noGrp="1"/>
          </p:cNvSpPr>
          <p:nvPr/>
        </p:nvSpPr>
        <p:spPr>
          <a:xfrm>
            <a:off x="5461647" y="1962874"/>
            <a:ext cx="28398" cy="28398"/>
          </a:xfrm>
          <a:prstGeom prst="ellipse">
            <a:avLst/>
          </a:prstGeom>
          <a:solidFill>
            <a:srgbClr val="7F8C97">
              <a:alpha val="48000"/>
            </a:srgbClr>
          </a:solidFill>
          <a:ln w="0">
            <a:noFill/>
            <a:prstDash val="solid"/>
          </a:ln>
        </p:spPr>
      </p:sp>
      <p:sp>
        <p:nvSpPr>
          <p:cNvPr id="577" name="03_assume_matched_5874">
            <a:extLst>
              <a:ext uri="{FF2B5EF4-FFF2-40B4-BE49-F238E27FC236}">
                <a16:creationId xmlns:a16="http://schemas.microsoft.com/office/drawing/2014/main" id="{5C848601-CDCA-407A-8C9B-D4E456A8F1B5}"/>
              </a:ext>
            </a:extLst>
          </p:cNvPr>
          <p:cNvSpPr>
            <a:spLocks noGrp="1"/>
          </p:cNvSpPr>
          <p:nvPr/>
        </p:nvSpPr>
        <p:spPr>
          <a:xfrm>
            <a:off x="5370265" y="1378004"/>
            <a:ext cx="28398" cy="28398"/>
          </a:xfrm>
          <a:prstGeom prst="ellipse">
            <a:avLst/>
          </a:prstGeom>
          <a:solidFill>
            <a:srgbClr val="7F8C97">
              <a:alpha val="48000"/>
            </a:srgbClr>
          </a:solidFill>
          <a:ln w="0">
            <a:noFill/>
            <a:prstDash val="solid"/>
          </a:ln>
        </p:spPr>
      </p:sp>
      <p:sp>
        <p:nvSpPr>
          <p:cNvPr id="578" name="03_assume_matched_5875">
            <a:extLst>
              <a:ext uri="{FF2B5EF4-FFF2-40B4-BE49-F238E27FC236}">
                <a16:creationId xmlns:a16="http://schemas.microsoft.com/office/drawing/2014/main" id="{22E99C9B-4B0E-4105-96EA-0EF6F58F15C8}"/>
              </a:ext>
            </a:extLst>
          </p:cNvPr>
          <p:cNvSpPr>
            <a:spLocks noGrp="1"/>
          </p:cNvSpPr>
          <p:nvPr/>
        </p:nvSpPr>
        <p:spPr>
          <a:xfrm>
            <a:off x="5359472" y="1865395"/>
            <a:ext cx="28398" cy="28398"/>
          </a:xfrm>
          <a:prstGeom prst="ellipse">
            <a:avLst/>
          </a:prstGeom>
          <a:solidFill>
            <a:srgbClr val="7F8C97">
              <a:alpha val="48000"/>
            </a:srgbClr>
          </a:solidFill>
          <a:ln w="0">
            <a:noFill/>
            <a:prstDash val="solid"/>
          </a:ln>
        </p:spPr>
      </p:sp>
      <p:sp>
        <p:nvSpPr>
          <p:cNvPr id="579" name="03_assume_matched_5876">
            <a:extLst>
              <a:ext uri="{FF2B5EF4-FFF2-40B4-BE49-F238E27FC236}">
                <a16:creationId xmlns:a16="http://schemas.microsoft.com/office/drawing/2014/main" id="{B7AC1306-9E3C-4D04-894D-2985888592F9}"/>
              </a:ext>
            </a:extLst>
          </p:cNvPr>
          <p:cNvSpPr>
            <a:spLocks noGrp="1"/>
          </p:cNvSpPr>
          <p:nvPr/>
        </p:nvSpPr>
        <p:spPr>
          <a:xfrm>
            <a:off x="5442363" y="1962874"/>
            <a:ext cx="28398" cy="28398"/>
          </a:xfrm>
          <a:prstGeom prst="ellipse">
            <a:avLst/>
          </a:prstGeom>
          <a:solidFill>
            <a:srgbClr val="7F8C97">
              <a:alpha val="48000"/>
            </a:srgbClr>
          </a:solidFill>
          <a:ln w="0">
            <a:noFill/>
            <a:prstDash val="solid"/>
          </a:ln>
        </p:spPr>
      </p:sp>
      <p:sp>
        <p:nvSpPr>
          <p:cNvPr id="580" name="03_assume_matched_5877">
            <a:extLst>
              <a:ext uri="{FF2B5EF4-FFF2-40B4-BE49-F238E27FC236}">
                <a16:creationId xmlns:a16="http://schemas.microsoft.com/office/drawing/2014/main" id="{1C996C91-444E-4C5E-9370-D893F2D51C15}"/>
              </a:ext>
            </a:extLst>
          </p:cNvPr>
          <p:cNvSpPr>
            <a:spLocks noGrp="1"/>
          </p:cNvSpPr>
          <p:nvPr/>
        </p:nvSpPr>
        <p:spPr>
          <a:xfrm>
            <a:off x="5479492" y="1879321"/>
            <a:ext cx="28398" cy="28398"/>
          </a:xfrm>
          <a:prstGeom prst="ellipse">
            <a:avLst/>
          </a:prstGeom>
          <a:solidFill>
            <a:srgbClr val="7F8C97">
              <a:alpha val="48000"/>
            </a:srgbClr>
          </a:solidFill>
          <a:ln w="0">
            <a:noFill/>
            <a:prstDash val="solid"/>
          </a:ln>
        </p:spPr>
      </p:sp>
      <p:sp>
        <p:nvSpPr>
          <p:cNvPr id="581" name="03_assume_matched_5878">
            <a:extLst>
              <a:ext uri="{FF2B5EF4-FFF2-40B4-BE49-F238E27FC236}">
                <a16:creationId xmlns:a16="http://schemas.microsoft.com/office/drawing/2014/main" id="{E7DFEB8A-3546-4427-9A34-C7004889902E}"/>
              </a:ext>
            </a:extLst>
          </p:cNvPr>
          <p:cNvSpPr>
            <a:spLocks noGrp="1"/>
          </p:cNvSpPr>
          <p:nvPr/>
        </p:nvSpPr>
        <p:spPr>
          <a:xfrm>
            <a:off x="5485680" y="1378004"/>
            <a:ext cx="28398" cy="28398"/>
          </a:xfrm>
          <a:prstGeom prst="ellipse">
            <a:avLst/>
          </a:prstGeom>
          <a:solidFill>
            <a:srgbClr val="7F8C97">
              <a:alpha val="48000"/>
            </a:srgbClr>
          </a:solidFill>
          <a:ln w="0">
            <a:noFill/>
            <a:prstDash val="solid"/>
          </a:ln>
        </p:spPr>
      </p:sp>
      <p:sp>
        <p:nvSpPr>
          <p:cNvPr id="582" name="03_assume_matched_5879">
            <a:extLst>
              <a:ext uri="{FF2B5EF4-FFF2-40B4-BE49-F238E27FC236}">
                <a16:creationId xmlns:a16="http://schemas.microsoft.com/office/drawing/2014/main" id="{BE28773E-A594-4371-A5FA-A5AE75B5B51A}"/>
              </a:ext>
            </a:extLst>
          </p:cNvPr>
          <p:cNvSpPr>
            <a:spLocks noGrp="1"/>
          </p:cNvSpPr>
          <p:nvPr/>
        </p:nvSpPr>
        <p:spPr>
          <a:xfrm>
            <a:off x="5396744" y="1962874"/>
            <a:ext cx="28398" cy="28398"/>
          </a:xfrm>
          <a:prstGeom prst="ellipse">
            <a:avLst/>
          </a:prstGeom>
          <a:solidFill>
            <a:srgbClr val="7F8C97">
              <a:alpha val="48000"/>
            </a:srgbClr>
          </a:solidFill>
          <a:ln w="0">
            <a:noFill/>
            <a:prstDash val="solid"/>
          </a:ln>
        </p:spPr>
      </p:sp>
      <p:sp>
        <p:nvSpPr>
          <p:cNvPr id="583" name="03_assume_matched_5880">
            <a:extLst>
              <a:ext uri="{FF2B5EF4-FFF2-40B4-BE49-F238E27FC236}">
                <a16:creationId xmlns:a16="http://schemas.microsoft.com/office/drawing/2014/main" id="{E4C89151-3172-41B8-B7A9-B350BE38B62E}"/>
              </a:ext>
            </a:extLst>
          </p:cNvPr>
          <p:cNvSpPr>
            <a:spLocks noGrp="1"/>
          </p:cNvSpPr>
          <p:nvPr/>
        </p:nvSpPr>
        <p:spPr>
          <a:xfrm>
            <a:off x="5449559" y="1962874"/>
            <a:ext cx="28398" cy="28398"/>
          </a:xfrm>
          <a:prstGeom prst="ellipse">
            <a:avLst/>
          </a:prstGeom>
          <a:solidFill>
            <a:srgbClr val="7F8C97">
              <a:alpha val="48000"/>
            </a:srgbClr>
          </a:solidFill>
          <a:ln w="0">
            <a:noFill/>
            <a:prstDash val="solid"/>
          </a:ln>
        </p:spPr>
      </p:sp>
      <p:sp>
        <p:nvSpPr>
          <p:cNvPr id="584" name="03_assume_matched_5881">
            <a:extLst>
              <a:ext uri="{FF2B5EF4-FFF2-40B4-BE49-F238E27FC236}">
                <a16:creationId xmlns:a16="http://schemas.microsoft.com/office/drawing/2014/main" id="{A329325B-CC3D-44FA-9637-09FB415E971C}"/>
              </a:ext>
            </a:extLst>
          </p:cNvPr>
          <p:cNvSpPr>
            <a:spLocks noGrp="1"/>
          </p:cNvSpPr>
          <p:nvPr/>
        </p:nvSpPr>
        <p:spPr>
          <a:xfrm>
            <a:off x="5460496" y="1378004"/>
            <a:ext cx="28398" cy="28398"/>
          </a:xfrm>
          <a:prstGeom prst="ellipse">
            <a:avLst/>
          </a:prstGeom>
          <a:solidFill>
            <a:srgbClr val="7F8C97">
              <a:alpha val="48000"/>
            </a:srgbClr>
          </a:solidFill>
          <a:ln w="0">
            <a:noFill/>
            <a:prstDash val="solid"/>
          </a:ln>
        </p:spPr>
      </p:sp>
      <p:sp>
        <p:nvSpPr>
          <p:cNvPr id="585" name="03_assume_matched_5882">
            <a:extLst>
              <a:ext uri="{FF2B5EF4-FFF2-40B4-BE49-F238E27FC236}">
                <a16:creationId xmlns:a16="http://schemas.microsoft.com/office/drawing/2014/main" id="{D8B4FF1F-9839-447B-8D33-08225C26773F}"/>
              </a:ext>
            </a:extLst>
          </p:cNvPr>
          <p:cNvSpPr>
            <a:spLocks noGrp="1"/>
          </p:cNvSpPr>
          <p:nvPr/>
        </p:nvSpPr>
        <p:spPr>
          <a:xfrm>
            <a:off x="5477909" y="1378004"/>
            <a:ext cx="28398" cy="28398"/>
          </a:xfrm>
          <a:prstGeom prst="ellipse">
            <a:avLst/>
          </a:prstGeom>
          <a:solidFill>
            <a:srgbClr val="7F8C97">
              <a:alpha val="48000"/>
            </a:srgbClr>
          </a:solidFill>
          <a:ln w="0">
            <a:noFill/>
            <a:prstDash val="solid"/>
          </a:ln>
        </p:spPr>
      </p:sp>
      <p:sp>
        <p:nvSpPr>
          <p:cNvPr id="586" name="03_assume_matched_5883">
            <a:extLst>
              <a:ext uri="{FF2B5EF4-FFF2-40B4-BE49-F238E27FC236}">
                <a16:creationId xmlns:a16="http://schemas.microsoft.com/office/drawing/2014/main" id="{9A5F46DC-78FB-4A00-9874-74E2C700AF3B}"/>
              </a:ext>
            </a:extLst>
          </p:cNvPr>
          <p:cNvSpPr>
            <a:spLocks noGrp="1"/>
          </p:cNvSpPr>
          <p:nvPr/>
        </p:nvSpPr>
        <p:spPr>
          <a:xfrm>
            <a:off x="5462654" y="1378004"/>
            <a:ext cx="28398" cy="28398"/>
          </a:xfrm>
          <a:prstGeom prst="ellipse">
            <a:avLst/>
          </a:prstGeom>
          <a:solidFill>
            <a:srgbClr val="7F8C97">
              <a:alpha val="48000"/>
            </a:srgbClr>
          </a:solidFill>
          <a:ln w="0">
            <a:noFill/>
            <a:prstDash val="solid"/>
          </a:ln>
        </p:spPr>
      </p:sp>
      <p:sp>
        <p:nvSpPr>
          <p:cNvPr id="587" name="03_assume_matched_5884">
            <a:extLst>
              <a:ext uri="{FF2B5EF4-FFF2-40B4-BE49-F238E27FC236}">
                <a16:creationId xmlns:a16="http://schemas.microsoft.com/office/drawing/2014/main" id="{E5638E98-611A-4CF7-BEA7-7F27121E2857}"/>
              </a:ext>
            </a:extLst>
          </p:cNvPr>
          <p:cNvSpPr>
            <a:spLocks noGrp="1"/>
          </p:cNvSpPr>
          <p:nvPr/>
        </p:nvSpPr>
        <p:spPr>
          <a:xfrm>
            <a:off x="5440924" y="1378004"/>
            <a:ext cx="28398" cy="28398"/>
          </a:xfrm>
          <a:prstGeom prst="ellipse">
            <a:avLst/>
          </a:prstGeom>
          <a:solidFill>
            <a:srgbClr val="7F8C97">
              <a:alpha val="48000"/>
            </a:srgbClr>
          </a:solidFill>
          <a:ln w="0">
            <a:noFill/>
            <a:prstDash val="solid"/>
          </a:ln>
        </p:spPr>
      </p:sp>
      <p:sp>
        <p:nvSpPr>
          <p:cNvPr id="588" name="03_assume_matched_5885">
            <a:extLst>
              <a:ext uri="{FF2B5EF4-FFF2-40B4-BE49-F238E27FC236}">
                <a16:creationId xmlns:a16="http://schemas.microsoft.com/office/drawing/2014/main" id="{2A5A88B2-FC92-4089-A79F-DAC0EBB517A0}"/>
              </a:ext>
            </a:extLst>
          </p:cNvPr>
          <p:cNvSpPr>
            <a:spLocks noGrp="1"/>
          </p:cNvSpPr>
          <p:nvPr/>
        </p:nvSpPr>
        <p:spPr>
          <a:xfrm>
            <a:off x="5352708" y="1378004"/>
            <a:ext cx="28398" cy="28398"/>
          </a:xfrm>
          <a:prstGeom prst="ellipse">
            <a:avLst/>
          </a:prstGeom>
          <a:solidFill>
            <a:srgbClr val="7F8C97">
              <a:alpha val="48000"/>
            </a:srgbClr>
          </a:solidFill>
          <a:ln w="0">
            <a:noFill/>
            <a:prstDash val="solid"/>
          </a:ln>
        </p:spPr>
      </p:sp>
      <p:sp>
        <p:nvSpPr>
          <p:cNvPr id="589" name="03_assume_matched_5886">
            <a:extLst>
              <a:ext uri="{FF2B5EF4-FFF2-40B4-BE49-F238E27FC236}">
                <a16:creationId xmlns:a16="http://schemas.microsoft.com/office/drawing/2014/main" id="{50C8C08C-1F17-4E14-91B9-309C7F6EEA16}"/>
              </a:ext>
            </a:extLst>
          </p:cNvPr>
          <p:cNvSpPr>
            <a:spLocks noGrp="1"/>
          </p:cNvSpPr>
          <p:nvPr/>
        </p:nvSpPr>
        <p:spPr>
          <a:xfrm>
            <a:off x="5366667" y="1962874"/>
            <a:ext cx="28398" cy="28398"/>
          </a:xfrm>
          <a:prstGeom prst="ellipse">
            <a:avLst/>
          </a:prstGeom>
          <a:solidFill>
            <a:srgbClr val="7F8C97">
              <a:alpha val="48000"/>
            </a:srgbClr>
          </a:solidFill>
          <a:ln w="0">
            <a:noFill/>
            <a:prstDash val="solid"/>
          </a:ln>
        </p:spPr>
      </p:sp>
      <p:sp>
        <p:nvSpPr>
          <p:cNvPr id="590" name="03_assume_matched_5887">
            <a:extLst>
              <a:ext uri="{FF2B5EF4-FFF2-40B4-BE49-F238E27FC236}">
                <a16:creationId xmlns:a16="http://schemas.microsoft.com/office/drawing/2014/main" id="{7ABB46BD-C81A-4461-B7FD-81B21AE159FA}"/>
              </a:ext>
            </a:extLst>
          </p:cNvPr>
          <p:cNvSpPr>
            <a:spLocks noGrp="1"/>
          </p:cNvSpPr>
          <p:nvPr/>
        </p:nvSpPr>
        <p:spPr>
          <a:xfrm>
            <a:off x="5427828" y="1378004"/>
            <a:ext cx="28398" cy="28398"/>
          </a:xfrm>
          <a:prstGeom prst="ellipse">
            <a:avLst/>
          </a:prstGeom>
          <a:solidFill>
            <a:srgbClr val="7F8C97">
              <a:alpha val="48000"/>
            </a:srgbClr>
          </a:solidFill>
          <a:ln w="0">
            <a:noFill/>
            <a:prstDash val="solid"/>
          </a:ln>
        </p:spPr>
      </p:sp>
      <p:sp>
        <p:nvSpPr>
          <p:cNvPr id="591" name="03_assume_matched_5888">
            <a:extLst>
              <a:ext uri="{FF2B5EF4-FFF2-40B4-BE49-F238E27FC236}">
                <a16:creationId xmlns:a16="http://schemas.microsoft.com/office/drawing/2014/main" id="{1A75D4AB-285F-4C1B-B6DF-16577F394004}"/>
              </a:ext>
            </a:extLst>
          </p:cNvPr>
          <p:cNvSpPr>
            <a:spLocks noGrp="1"/>
          </p:cNvSpPr>
          <p:nvPr/>
        </p:nvSpPr>
        <p:spPr>
          <a:xfrm>
            <a:off x="5372711" y="1378004"/>
            <a:ext cx="28398" cy="28398"/>
          </a:xfrm>
          <a:prstGeom prst="ellipse">
            <a:avLst/>
          </a:prstGeom>
          <a:solidFill>
            <a:srgbClr val="7F8C97">
              <a:alpha val="48000"/>
            </a:srgbClr>
          </a:solidFill>
          <a:ln w="0">
            <a:noFill/>
            <a:prstDash val="solid"/>
          </a:ln>
        </p:spPr>
      </p:sp>
      <p:sp>
        <p:nvSpPr>
          <p:cNvPr id="592" name="03_assume_matched_5889">
            <a:extLst>
              <a:ext uri="{FF2B5EF4-FFF2-40B4-BE49-F238E27FC236}">
                <a16:creationId xmlns:a16="http://schemas.microsoft.com/office/drawing/2014/main" id="{E690C562-99FD-4AB7-9C84-69F609EDA75B}"/>
              </a:ext>
            </a:extLst>
          </p:cNvPr>
          <p:cNvSpPr>
            <a:spLocks noGrp="1"/>
          </p:cNvSpPr>
          <p:nvPr/>
        </p:nvSpPr>
        <p:spPr>
          <a:xfrm>
            <a:off x="5398759" y="1378004"/>
            <a:ext cx="28398" cy="28398"/>
          </a:xfrm>
          <a:prstGeom prst="ellipse">
            <a:avLst/>
          </a:prstGeom>
          <a:solidFill>
            <a:srgbClr val="7F8C97">
              <a:alpha val="48000"/>
            </a:srgbClr>
          </a:solidFill>
          <a:ln w="0">
            <a:noFill/>
            <a:prstDash val="solid"/>
          </a:ln>
        </p:spPr>
      </p:sp>
      <p:sp>
        <p:nvSpPr>
          <p:cNvPr id="593" name="03_assume_matched_5890">
            <a:extLst>
              <a:ext uri="{FF2B5EF4-FFF2-40B4-BE49-F238E27FC236}">
                <a16:creationId xmlns:a16="http://schemas.microsoft.com/office/drawing/2014/main" id="{55642A97-C09B-4069-9040-87AF9BD7EA3C}"/>
              </a:ext>
            </a:extLst>
          </p:cNvPr>
          <p:cNvSpPr>
            <a:spLocks noGrp="1"/>
          </p:cNvSpPr>
          <p:nvPr/>
        </p:nvSpPr>
        <p:spPr>
          <a:xfrm>
            <a:off x="5347815" y="1962874"/>
            <a:ext cx="28398" cy="28398"/>
          </a:xfrm>
          <a:prstGeom prst="ellipse">
            <a:avLst/>
          </a:prstGeom>
          <a:solidFill>
            <a:srgbClr val="7F8C97">
              <a:alpha val="48000"/>
            </a:srgbClr>
          </a:solidFill>
          <a:ln w="0">
            <a:noFill/>
            <a:prstDash val="solid"/>
          </a:ln>
        </p:spPr>
      </p:sp>
      <p:sp>
        <p:nvSpPr>
          <p:cNvPr id="594" name="03_assume_matched_5891">
            <a:extLst>
              <a:ext uri="{FF2B5EF4-FFF2-40B4-BE49-F238E27FC236}">
                <a16:creationId xmlns:a16="http://schemas.microsoft.com/office/drawing/2014/main" id="{6B58B60C-3570-4BBF-9EF1-CCE31C395317}"/>
              </a:ext>
            </a:extLst>
          </p:cNvPr>
          <p:cNvSpPr>
            <a:spLocks noGrp="1"/>
          </p:cNvSpPr>
          <p:nvPr/>
        </p:nvSpPr>
        <p:spPr>
          <a:xfrm>
            <a:off x="6220494" y="1505476"/>
            <a:ext cx="28398" cy="28398"/>
          </a:xfrm>
          <a:prstGeom prst="ellipse">
            <a:avLst/>
          </a:prstGeom>
          <a:solidFill>
            <a:srgbClr val="7F8C97">
              <a:alpha val="48000"/>
            </a:srgbClr>
          </a:solidFill>
          <a:ln w="0">
            <a:noFill/>
            <a:prstDash val="solid"/>
          </a:ln>
        </p:spPr>
      </p:sp>
      <p:sp>
        <p:nvSpPr>
          <p:cNvPr id="595" name="03_assume_matched_5892">
            <a:extLst>
              <a:ext uri="{FF2B5EF4-FFF2-40B4-BE49-F238E27FC236}">
                <a16:creationId xmlns:a16="http://schemas.microsoft.com/office/drawing/2014/main" id="{ACFC45BC-3592-4D9A-AA96-93CF216E91B4}"/>
              </a:ext>
            </a:extLst>
          </p:cNvPr>
          <p:cNvSpPr>
            <a:spLocks noGrp="1"/>
          </p:cNvSpPr>
          <p:nvPr/>
        </p:nvSpPr>
        <p:spPr>
          <a:xfrm>
            <a:off x="6208981" y="1962874"/>
            <a:ext cx="28398" cy="28398"/>
          </a:xfrm>
          <a:prstGeom prst="ellipse">
            <a:avLst/>
          </a:prstGeom>
          <a:solidFill>
            <a:srgbClr val="7F8C97">
              <a:alpha val="48000"/>
            </a:srgbClr>
          </a:solidFill>
          <a:ln w="0">
            <a:noFill/>
            <a:prstDash val="solid"/>
          </a:ln>
        </p:spPr>
      </p:sp>
      <p:sp>
        <p:nvSpPr>
          <p:cNvPr id="596" name="03_assume_matched_5893">
            <a:extLst>
              <a:ext uri="{FF2B5EF4-FFF2-40B4-BE49-F238E27FC236}">
                <a16:creationId xmlns:a16="http://schemas.microsoft.com/office/drawing/2014/main" id="{3D1710A9-BEE3-4607-92BB-E1C5278EE86D}"/>
              </a:ext>
            </a:extLst>
          </p:cNvPr>
          <p:cNvSpPr>
            <a:spLocks noGrp="1"/>
          </p:cNvSpPr>
          <p:nvPr/>
        </p:nvSpPr>
        <p:spPr>
          <a:xfrm>
            <a:off x="6151849" y="1962874"/>
            <a:ext cx="28398" cy="28398"/>
          </a:xfrm>
          <a:prstGeom prst="ellipse">
            <a:avLst/>
          </a:prstGeom>
          <a:solidFill>
            <a:srgbClr val="7F8C97">
              <a:alpha val="48000"/>
            </a:srgbClr>
          </a:solidFill>
          <a:ln w="0">
            <a:noFill/>
            <a:prstDash val="solid"/>
          </a:ln>
        </p:spPr>
      </p:sp>
      <p:sp>
        <p:nvSpPr>
          <p:cNvPr id="597" name="03_assume_matched_5894">
            <a:extLst>
              <a:ext uri="{FF2B5EF4-FFF2-40B4-BE49-F238E27FC236}">
                <a16:creationId xmlns:a16="http://schemas.microsoft.com/office/drawing/2014/main" id="{EDC699B6-BE91-4B68-9531-C35E2B771F54}"/>
              </a:ext>
            </a:extLst>
          </p:cNvPr>
          <p:cNvSpPr>
            <a:spLocks noGrp="1"/>
          </p:cNvSpPr>
          <p:nvPr/>
        </p:nvSpPr>
        <p:spPr>
          <a:xfrm>
            <a:off x="6230712" y="1378004"/>
            <a:ext cx="28398" cy="28398"/>
          </a:xfrm>
          <a:prstGeom prst="ellipse">
            <a:avLst/>
          </a:prstGeom>
          <a:solidFill>
            <a:srgbClr val="7F8C97">
              <a:alpha val="48000"/>
            </a:srgbClr>
          </a:solidFill>
          <a:ln w="0">
            <a:noFill/>
            <a:prstDash val="solid"/>
          </a:ln>
        </p:spPr>
      </p:sp>
      <p:sp>
        <p:nvSpPr>
          <p:cNvPr id="598" name="03_assume_matched_5895">
            <a:extLst>
              <a:ext uri="{FF2B5EF4-FFF2-40B4-BE49-F238E27FC236}">
                <a16:creationId xmlns:a16="http://schemas.microsoft.com/office/drawing/2014/main" id="{96D6C0B5-F84C-4D08-8BAD-22F36285B974}"/>
              </a:ext>
            </a:extLst>
          </p:cNvPr>
          <p:cNvSpPr>
            <a:spLocks noGrp="1"/>
          </p:cNvSpPr>
          <p:nvPr/>
        </p:nvSpPr>
        <p:spPr>
          <a:xfrm>
            <a:off x="6198476" y="1378004"/>
            <a:ext cx="28398" cy="28398"/>
          </a:xfrm>
          <a:prstGeom prst="ellipse">
            <a:avLst/>
          </a:prstGeom>
          <a:solidFill>
            <a:srgbClr val="7F8C97">
              <a:alpha val="48000"/>
            </a:srgbClr>
          </a:solidFill>
          <a:ln w="0">
            <a:noFill/>
            <a:prstDash val="solid"/>
          </a:ln>
        </p:spPr>
      </p:sp>
      <p:sp>
        <p:nvSpPr>
          <p:cNvPr id="599" name="03_assume_matched_5896">
            <a:extLst>
              <a:ext uri="{FF2B5EF4-FFF2-40B4-BE49-F238E27FC236}">
                <a16:creationId xmlns:a16="http://schemas.microsoft.com/office/drawing/2014/main" id="{970D3397-7555-4FED-BEE7-7A73A8CE866B}"/>
              </a:ext>
            </a:extLst>
          </p:cNvPr>
          <p:cNvSpPr>
            <a:spLocks noGrp="1"/>
          </p:cNvSpPr>
          <p:nvPr/>
        </p:nvSpPr>
        <p:spPr>
          <a:xfrm>
            <a:off x="6103208" y="1537514"/>
            <a:ext cx="28398" cy="28398"/>
          </a:xfrm>
          <a:prstGeom prst="ellipse">
            <a:avLst/>
          </a:prstGeom>
          <a:solidFill>
            <a:srgbClr val="7F8C97">
              <a:alpha val="48000"/>
            </a:srgbClr>
          </a:solidFill>
          <a:ln w="0">
            <a:noFill/>
            <a:prstDash val="solid"/>
          </a:ln>
        </p:spPr>
      </p:sp>
      <p:sp>
        <p:nvSpPr>
          <p:cNvPr id="600" name="03_assume_matched_5897">
            <a:extLst>
              <a:ext uri="{FF2B5EF4-FFF2-40B4-BE49-F238E27FC236}">
                <a16:creationId xmlns:a16="http://schemas.microsoft.com/office/drawing/2014/main" id="{EB8AD6C8-409D-412F-991C-2304FB24F7E5}"/>
              </a:ext>
            </a:extLst>
          </p:cNvPr>
          <p:cNvSpPr>
            <a:spLocks noGrp="1"/>
          </p:cNvSpPr>
          <p:nvPr/>
        </p:nvSpPr>
        <p:spPr>
          <a:xfrm>
            <a:off x="6133861" y="1962874"/>
            <a:ext cx="28398" cy="28398"/>
          </a:xfrm>
          <a:prstGeom prst="ellipse">
            <a:avLst/>
          </a:prstGeom>
          <a:solidFill>
            <a:srgbClr val="7F8C97">
              <a:alpha val="48000"/>
            </a:srgbClr>
          </a:solidFill>
          <a:ln w="0">
            <a:noFill/>
            <a:prstDash val="solid"/>
          </a:ln>
        </p:spPr>
      </p:sp>
      <p:sp>
        <p:nvSpPr>
          <p:cNvPr id="601" name="03_assume_matched_5898">
            <a:extLst>
              <a:ext uri="{FF2B5EF4-FFF2-40B4-BE49-F238E27FC236}">
                <a16:creationId xmlns:a16="http://schemas.microsoft.com/office/drawing/2014/main" id="{20FF203A-E93C-415C-AEA5-913E38ACD776}"/>
              </a:ext>
            </a:extLst>
          </p:cNvPr>
          <p:cNvSpPr>
            <a:spLocks noGrp="1"/>
          </p:cNvSpPr>
          <p:nvPr/>
        </p:nvSpPr>
        <p:spPr>
          <a:xfrm>
            <a:off x="6102920" y="1962874"/>
            <a:ext cx="28398" cy="28398"/>
          </a:xfrm>
          <a:prstGeom prst="ellipse">
            <a:avLst/>
          </a:prstGeom>
          <a:solidFill>
            <a:srgbClr val="7F8C97">
              <a:alpha val="48000"/>
            </a:srgbClr>
          </a:solidFill>
          <a:ln w="0">
            <a:noFill/>
            <a:prstDash val="solid"/>
          </a:ln>
        </p:spPr>
      </p:sp>
      <p:sp>
        <p:nvSpPr>
          <p:cNvPr id="602" name="03_assume_matched_5899">
            <a:extLst>
              <a:ext uri="{FF2B5EF4-FFF2-40B4-BE49-F238E27FC236}">
                <a16:creationId xmlns:a16="http://schemas.microsoft.com/office/drawing/2014/main" id="{321F5E14-D0E8-481B-B2EF-1F318D72B2C4}"/>
              </a:ext>
            </a:extLst>
          </p:cNvPr>
          <p:cNvSpPr>
            <a:spLocks noGrp="1"/>
          </p:cNvSpPr>
          <p:nvPr/>
        </p:nvSpPr>
        <p:spPr>
          <a:xfrm>
            <a:off x="6184229" y="1670439"/>
            <a:ext cx="28398" cy="28398"/>
          </a:xfrm>
          <a:prstGeom prst="ellipse">
            <a:avLst/>
          </a:prstGeom>
          <a:solidFill>
            <a:srgbClr val="7F8C97">
              <a:alpha val="48000"/>
            </a:srgbClr>
          </a:solidFill>
          <a:ln w="0">
            <a:noFill/>
            <a:prstDash val="solid"/>
          </a:ln>
        </p:spPr>
      </p:sp>
      <p:sp>
        <p:nvSpPr>
          <p:cNvPr id="603" name="03_assume_matched_5900">
            <a:extLst>
              <a:ext uri="{FF2B5EF4-FFF2-40B4-BE49-F238E27FC236}">
                <a16:creationId xmlns:a16="http://schemas.microsoft.com/office/drawing/2014/main" id="{36C0967A-9A16-423C-8917-C4CFE9DB8CAA}"/>
              </a:ext>
            </a:extLst>
          </p:cNvPr>
          <p:cNvSpPr>
            <a:spLocks noGrp="1"/>
          </p:cNvSpPr>
          <p:nvPr/>
        </p:nvSpPr>
        <p:spPr>
          <a:xfrm>
            <a:off x="6165521" y="1962874"/>
            <a:ext cx="28398" cy="28398"/>
          </a:xfrm>
          <a:prstGeom prst="ellipse">
            <a:avLst/>
          </a:prstGeom>
          <a:solidFill>
            <a:srgbClr val="7F8C97">
              <a:alpha val="48000"/>
            </a:srgbClr>
          </a:solidFill>
          <a:ln w="0">
            <a:noFill/>
            <a:prstDash val="solid"/>
          </a:ln>
        </p:spPr>
      </p:sp>
      <p:sp>
        <p:nvSpPr>
          <p:cNvPr id="604" name="03_assume_matched_5901">
            <a:extLst>
              <a:ext uri="{FF2B5EF4-FFF2-40B4-BE49-F238E27FC236}">
                <a16:creationId xmlns:a16="http://schemas.microsoft.com/office/drawing/2014/main" id="{A3D87C03-C780-4A41-B306-22766E6A72EB}"/>
              </a:ext>
            </a:extLst>
          </p:cNvPr>
          <p:cNvSpPr>
            <a:spLocks noGrp="1"/>
          </p:cNvSpPr>
          <p:nvPr/>
        </p:nvSpPr>
        <p:spPr>
          <a:xfrm>
            <a:off x="6150266" y="1962874"/>
            <a:ext cx="28398" cy="28398"/>
          </a:xfrm>
          <a:prstGeom prst="ellipse">
            <a:avLst/>
          </a:prstGeom>
          <a:solidFill>
            <a:srgbClr val="7F8C97">
              <a:alpha val="48000"/>
            </a:srgbClr>
          </a:solidFill>
          <a:ln w="0">
            <a:noFill/>
            <a:prstDash val="solid"/>
          </a:ln>
        </p:spPr>
      </p:sp>
      <p:sp>
        <p:nvSpPr>
          <p:cNvPr id="605" name="03_assume_matched_5902">
            <a:extLst>
              <a:ext uri="{FF2B5EF4-FFF2-40B4-BE49-F238E27FC236}">
                <a16:creationId xmlns:a16="http://schemas.microsoft.com/office/drawing/2014/main" id="{ED4D7B41-A3E8-4C15-BA95-1FD0BCB5633D}"/>
              </a:ext>
            </a:extLst>
          </p:cNvPr>
          <p:cNvSpPr>
            <a:spLocks noGrp="1"/>
          </p:cNvSpPr>
          <p:nvPr/>
        </p:nvSpPr>
        <p:spPr>
          <a:xfrm>
            <a:off x="6136019" y="1962874"/>
            <a:ext cx="28398" cy="28398"/>
          </a:xfrm>
          <a:prstGeom prst="ellipse">
            <a:avLst/>
          </a:prstGeom>
          <a:solidFill>
            <a:srgbClr val="7F8C97">
              <a:alpha val="48000"/>
            </a:srgbClr>
          </a:solidFill>
          <a:ln w="0">
            <a:noFill/>
            <a:prstDash val="solid"/>
          </a:ln>
        </p:spPr>
      </p:sp>
      <p:sp>
        <p:nvSpPr>
          <p:cNvPr id="606" name="03_assume_matched_5903">
            <a:extLst>
              <a:ext uri="{FF2B5EF4-FFF2-40B4-BE49-F238E27FC236}">
                <a16:creationId xmlns:a16="http://schemas.microsoft.com/office/drawing/2014/main" id="{900E64E6-F103-4D63-8210-8A0A46CE4787}"/>
              </a:ext>
            </a:extLst>
          </p:cNvPr>
          <p:cNvSpPr>
            <a:spLocks noGrp="1"/>
          </p:cNvSpPr>
          <p:nvPr/>
        </p:nvSpPr>
        <p:spPr>
          <a:xfrm>
            <a:off x="6152425" y="1962874"/>
            <a:ext cx="28398" cy="28398"/>
          </a:xfrm>
          <a:prstGeom prst="ellipse">
            <a:avLst/>
          </a:prstGeom>
          <a:solidFill>
            <a:srgbClr val="7F8C97">
              <a:alpha val="48000"/>
            </a:srgbClr>
          </a:solidFill>
          <a:ln w="0">
            <a:noFill/>
            <a:prstDash val="solid"/>
          </a:ln>
        </p:spPr>
      </p:sp>
      <p:sp>
        <p:nvSpPr>
          <p:cNvPr id="607" name="03_assume_matched_5904">
            <a:extLst>
              <a:ext uri="{FF2B5EF4-FFF2-40B4-BE49-F238E27FC236}">
                <a16:creationId xmlns:a16="http://schemas.microsoft.com/office/drawing/2014/main" id="{D45A5E9F-C9D6-400A-A8B9-CBB8EF56FA9B}"/>
              </a:ext>
            </a:extLst>
          </p:cNvPr>
          <p:cNvSpPr>
            <a:spLocks noGrp="1"/>
          </p:cNvSpPr>
          <p:nvPr/>
        </p:nvSpPr>
        <p:spPr>
          <a:xfrm>
            <a:off x="6237619" y="1670439"/>
            <a:ext cx="28398" cy="28398"/>
          </a:xfrm>
          <a:prstGeom prst="ellipse">
            <a:avLst/>
          </a:prstGeom>
          <a:solidFill>
            <a:srgbClr val="7F8C97">
              <a:alpha val="48000"/>
            </a:srgbClr>
          </a:solidFill>
          <a:ln w="0">
            <a:noFill/>
            <a:prstDash val="solid"/>
          </a:ln>
        </p:spPr>
      </p:sp>
      <p:sp>
        <p:nvSpPr>
          <p:cNvPr id="608" name="03_assume_matched_5905">
            <a:extLst>
              <a:ext uri="{FF2B5EF4-FFF2-40B4-BE49-F238E27FC236}">
                <a16:creationId xmlns:a16="http://schemas.microsoft.com/office/drawing/2014/main" id="{682064A1-594A-41A3-81B7-F0A10254FBE7}"/>
              </a:ext>
            </a:extLst>
          </p:cNvPr>
          <p:cNvSpPr>
            <a:spLocks noGrp="1"/>
          </p:cNvSpPr>
          <p:nvPr/>
        </p:nvSpPr>
        <p:spPr>
          <a:xfrm>
            <a:off x="6192576" y="1378004"/>
            <a:ext cx="28398" cy="28398"/>
          </a:xfrm>
          <a:prstGeom prst="ellipse">
            <a:avLst/>
          </a:prstGeom>
          <a:solidFill>
            <a:srgbClr val="7F8C97">
              <a:alpha val="48000"/>
            </a:srgbClr>
          </a:solidFill>
          <a:ln w="0">
            <a:noFill/>
            <a:prstDash val="solid"/>
          </a:ln>
        </p:spPr>
      </p:sp>
      <p:sp>
        <p:nvSpPr>
          <p:cNvPr id="609" name="03_assume_matched_5906">
            <a:extLst>
              <a:ext uri="{FF2B5EF4-FFF2-40B4-BE49-F238E27FC236}">
                <a16:creationId xmlns:a16="http://schemas.microsoft.com/office/drawing/2014/main" id="{A0BCE3E9-89C1-49F4-A359-CE8ECB8E015E}"/>
              </a:ext>
            </a:extLst>
          </p:cNvPr>
          <p:cNvSpPr>
            <a:spLocks noGrp="1"/>
          </p:cNvSpPr>
          <p:nvPr/>
        </p:nvSpPr>
        <p:spPr>
          <a:xfrm>
            <a:off x="6202362" y="1962874"/>
            <a:ext cx="28398" cy="28398"/>
          </a:xfrm>
          <a:prstGeom prst="ellipse">
            <a:avLst/>
          </a:prstGeom>
          <a:solidFill>
            <a:srgbClr val="7F8C97">
              <a:alpha val="48000"/>
            </a:srgbClr>
          </a:solidFill>
          <a:ln w="0">
            <a:noFill/>
            <a:prstDash val="solid"/>
          </a:ln>
        </p:spPr>
      </p:sp>
      <p:sp>
        <p:nvSpPr>
          <p:cNvPr id="610" name="03_assume_matched_5907">
            <a:extLst>
              <a:ext uri="{FF2B5EF4-FFF2-40B4-BE49-F238E27FC236}">
                <a16:creationId xmlns:a16="http://schemas.microsoft.com/office/drawing/2014/main" id="{AD2905B2-69F0-4544-96BB-E9731F6C993E}"/>
              </a:ext>
            </a:extLst>
          </p:cNvPr>
          <p:cNvSpPr>
            <a:spLocks noGrp="1"/>
          </p:cNvSpPr>
          <p:nvPr/>
        </p:nvSpPr>
        <p:spPr>
          <a:xfrm>
            <a:off x="6139185" y="1832903"/>
            <a:ext cx="28398" cy="28398"/>
          </a:xfrm>
          <a:prstGeom prst="ellipse">
            <a:avLst/>
          </a:prstGeom>
          <a:solidFill>
            <a:srgbClr val="7F8C97">
              <a:alpha val="48000"/>
            </a:srgbClr>
          </a:solidFill>
          <a:ln w="0">
            <a:noFill/>
            <a:prstDash val="solid"/>
          </a:ln>
        </p:spPr>
      </p:sp>
      <p:sp>
        <p:nvSpPr>
          <p:cNvPr id="611" name="03_assume_matched_5908">
            <a:extLst>
              <a:ext uri="{FF2B5EF4-FFF2-40B4-BE49-F238E27FC236}">
                <a16:creationId xmlns:a16="http://schemas.microsoft.com/office/drawing/2014/main" id="{2B781F02-E6B9-4996-9BF2-CFA3A7316B12}"/>
              </a:ext>
            </a:extLst>
          </p:cNvPr>
          <p:cNvSpPr>
            <a:spLocks noGrp="1"/>
          </p:cNvSpPr>
          <p:nvPr/>
        </p:nvSpPr>
        <p:spPr>
          <a:xfrm>
            <a:off x="6229560" y="1767917"/>
            <a:ext cx="28398" cy="28398"/>
          </a:xfrm>
          <a:prstGeom prst="ellipse">
            <a:avLst/>
          </a:prstGeom>
          <a:solidFill>
            <a:srgbClr val="7F8C97">
              <a:alpha val="48000"/>
            </a:srgbClr>
          </a:solidFill>
          <a:ln w="0">
            <a:noFill/>
            <a:prstDash val="solid"/>
          </a:ln>
        </p:spPr>
      </p:sp>
      <p:sp>
        <p:nvSpPr>
          <p:cNvPr id="612" name="03_assume_matched_5909">
            <a:extLst>
              <a:ext uri="{FF2B5EF4-FFF2-40B4-BE49-F238E27FC236}">
                <a16:creationId xmlns:a16="http://schemas.microsoft.com/office/drawing/2014/main" id="{326417C9-4C79-48A9-8A8E-E97CA1DF28A6}"/>
              </a:ext>
            </a:extLst>
          </p:cNvPr>
          <p:cNvSpPr>
            <a:spLocks noGrp="1"/>
          </p:cNvSpPr>
          <p:nvPr/>
        </p:nvSpPr>
        <p:spPr>
          <a:xfrm>
            <a:off x="6202649" y="1378004"/>
            <a:ext cx="28398" cy="28398"/>
          </a:xfrm>
          <a:prstGeom prst="ellipse">
            <a:avLst/>
          </a:prstGeom>
          <a:solidFill>
            <a:srgbClr val="7F8C97">
              <a:alpha val="48000"/>
            </a:srgbClr>
          </a:solidFill>
          <a:ln w="0">
            <a:noFill/>
            <a:prstDash val="solid"/>
          </a:ln>
        </p:spPr>
      </p:sp>
      <p:sp>
        <p:nvSpPr>
          <p:cNvPr id="613" name="03_assume_matched_5910">
            <a:extLst>
              <a:ext uri="{FF2B5EF4-FFF2-40B4-BE49-F238E27FC236}">
                <a16:creationId xmlns:a16="http://schemas.microsoft.com/office/drawing/2014/main" id="{08188C42-2DBF-4617-9D1E-96A4EC22DBFC}"/>
              </a:ext>
            </a:extLst>
          </p:cNvPr>
          <p:cNvSpPr>
            <a:spLocks noGrp="1"/>
          </p:cNvSpPr>
          <p:nvPr/>
        </p:nvSpPr>
        <p:spPr>
          <a:xfrm>
            <a:off x="6120477" y="1962874"/>
            <a:ext cx="28398" cy="28398"/>
          </a:xfrm>
          <a:prstGeom prst="ellipse">
            <a:avLst/>
          </a:prstGeom>
          <a:solidFill>
            <a:srgbClr val="7F8C97">
              <a:alpha val="48000"/>
            </a:srgbClr>
          </a:solidFill>
          <a:ln w="0">
            <a:noFill/>
            <a:prstDash val="solid"/>
          </a:ln>
        </p:spPr>
      </p:sp>
      <p:sp>
        <p:nvSpPr>
          <p:cNvPr id="614" name="03_assume_matched_5911">
            <a:extLst>
              <a:ext uri="{FF2B5EF4-FFF2-40B4-BE49-F238E27FC236}">
                <a16:creationId xmlns:a16="http://schemas.microsoft.com/office/drawing/2014/main" id="{889CB19C-4F40-4379-8A9A-0A15ACB0F939}"/>
              </a:ext>
            </a:extLst>
          </p:cNvPr>
          <p:cNvSpPr>
            <a:spLocks noGrp="1"/>
          </p:cNvSpPr>
          <p:nvPr/>
        </p:nvSpPr>
        <p:spPr>
          <a:xfrm>
            <a:off x="6127817" y="1962874"/>
            <a:ext cx="28398" cy="28398"/>
          </a:xfrm>
          <a:prstGeom prst="ellipse">
            <a:avLst/>
          </a:prstGeom>
          <a:solidFill>
            <a:srgbClr val="7F8C97">
              <a:alpha val="48000"/>
            </a:srgbClr>
          </a:solidFill>
          <a:ln w="0">
            <a:noFill/>
            <a:prstDash val="solid"/>
          </a:ln>
        </p:spPr>
      </p:sp>
      <p:sp>
        <p:nvSpPr>
          <p:cNvPr id="615" name="03_assume_matched_5912">
            <a:extLst>
              <a:ext uri="{FF2B5EF4-FFF2-40B4-BE49-F238E27FC236}">
                <a16:creationId xmlns:a16="http://schemas.microsoft.com/office/drawing/2014/main" id="{5C2BA889-D46E-4B48-9216-91B059BCEC44}"/>
              </a:ext>
            </a:extLst>
          </p:cNvPr>
          <p:cNvSpPr>
            <a:spLocks noGrp="1"/>
          </p:cNvSpPr>
          <p:nvPr/>
        </p:nvSpPr>
        <p:spPr>
          <a:xfrm>
            <a:off x="6139042" y="1767917"/>
            <a:ext cx="28398" cy="28398"/>
          </a:xfrm>
          <a:prstGeom prst="ellipse">
            <a:avLst/>
          </a:prstGeom>
          <a:solidFill>
            <a:srgbClr val="7F8C97">
              <a:alpha val="48000"/>
            </a:srgbClr>
          </a:solidFill>
          <a:ln w="0">
            <a:noFill/>
            <a:prstDash val="solid"/>
          </a:ln>
        </p:spPr>
      </p:sp>
      <p:sp>
        <p:nvSpPr>
          <p:cNvPr id="616" name="03_assume_matched_5913">
            <a:extLst>
              <a:ext uri="{FF2B5EF4-FFF2-40B4-BE49-F238E27FC236}">
                <a16:creationId xmlns:a16="http://schemas.microsoft.com/office/drawing/2014/main" id="{6D0C401E-D1F8-40CA-B31E-CFBE204A4DE3}"/>
              </a:ext>
            </a:extLst>
          </p:cNvPr>
          <p:cNvSpPr>
            <a:spLocks noGrp="1"/>
          </p:cNvSpPr>
          <p:nvPr/>
        </p:nvSpPr>
        <p:spPr>
          <a:xfrm>
            <a:off x="6228409" y="1962874"/>
            <a:ext cx="28398" cy="28398"/>
          </a:xfrm>
          <a:prstGeom prst="ellipse">
            <a:avLst/>
          </a:prstGeom>
          <a:solidFill>
            <a:srgbClr val="7F8C97">
              <a:alpha val="48000"/>
            </a:srgbClr>
          </a:solidFill>
          <a:ln w="0">
            <a:noFill/>
            <a:prstDash val="solid"/>
          </a:ln>
        </p:spPr>
      </p:sp>
      <p:sp>
        <p:nvSpPr>
          <p:cNvPr id="617" name="03_assume_matched_5914">
            <a:extLst>
              <a:ext uri="{FF2B5EF4-FFF2-40B4-BE49-F238E27FC236}">
                <a16:creationId xmlns:a16="http://schemas.microsoft.com/office/drawing/2014/main" id="{E7112670-A83F-4467-8F0E-5AA027069DC4}"/>
              </a:ext>
            </a:extLst>
          </p:cNvPr>
          <p:cNvSpPr>
            <a:spLocks noGrp="1"/>
          </p:cNvSpPr>
          <p:nvPr/>
        </p:nvSpPr>
        <p:spPr>
          <a:xfrm>
            <a:off x="6141344" y="1378004"/>
            <a:ext cx="28398" cy="28398"/>
          </a:xfrm>
          <a:prstGeom prst="ellipse">
            <a:avLst/>
          </a:prstGeom>
          <a:solidFill>
            <a:srgbClr val="7F8C97">
              <a:alpha val="48000"/>
            </a:srgbClr>
          </a:solidFill>
          <a:ln w="0">
            <a:noFill/>
            <a:prstDash val="solid"/>
          </a:ln>
        </p:spPr>
      </p:sp>
      <p:sp>
        <p:nvSpPr>
          <p:cNvPr id="618" name="03_assume_matched_5915">
            <a:extLst>
              <a:ext uri="{FF2B5EF4-FFF2-40B4-BE49-F238E27FC236}">
                <a16:creationId xmlns:a16="http://schemas.microsoft.com/office/drawing/2014/main" id="{B70E87EB-0C41-426A-9BD7-B2E0F24E8D47}"/>
              </a:ext>
            </a:extLst>
          </p:cNvPr>
          <p:cNvSpPr>
            <a:spLocks noGrp="1"/>
          </p:cNvSpPr>
          <p:nvPr/>
        </p:nvSpPr>
        <p:spPr>
          <a:xfrm>
            <a:off x="6220350" y="1962874"/>
            <a:ext cx="28398" cy="28398"/>
          </a:xfrm>
          <a:prstGeom prst="ellipse">
            <a:avLst/>
          </a:prstGeom>
          <a:solidFill>
            <a:srgbClr val="7F8C97">
              <a:alpha val="48000"/>
            </a:srgbClr>
          </a:solidFill>
          <a:ln w="0">
            <a:noFill/>
            <a:prstDash val="solid"/>
          </a:ln>
        </p:spPr>
      </p:sp>
      <p:sp>
        <p:nvSpPr>
          <p:cNvPr id="619" name="03_assume_matched_5916">
            <a:extLst>
              <a:ext uri="{FF2B5EF4-FFF2-40B4-BE49-F238E27FC236}">
                <a16:creationId xmlns:a16="http://schemas.microsoft.com/office/drawing/2014/main" id="{B51EC83F-1CF2-486C-8DB3-A4F768316584}"/>
              </a:ext>
            </a:extLst>
          </p:cNvPr>
          <p:cNvSpPr>
            <a:spLocks noGrp="1"/>
          </p:cNvSpPr>
          <p:nvPr/>
        </p:nvSpPr>
        <p:spPr>
          <a:xfrm>
            <a:off x="6221501" y="1378004"/>
            <a:ext cx="28398" cy="28398"/>
          </a:xfrm>
          <a:prstGeom prst="ellipse">
            <a:avLst/>
          </a:prstGeom>
          <a:solidFill>
            <a:srgbClr val="7F8C97">
              <a:alpha val="48000"/>
            </a:srgbClr>
          </a:solidFill>
          <a:ln w="0">
            <a:noFill/>
            <a:prstDash val="solid"/>
          </a:ln>
        </p:spPr>
      </p:sp>
      <p:sp>
        <p:nvSpPr>
          <p:cNvPr id="620" name="03_assume_matched_5917">
            <a:extLst>
              <a:ext uri="{FF2B5EF4-FFF2-40B4-BE49-F238E27FC236}">
                <a16:creationId xmlns:a16="http://schemas.microsoft.com/office/drawing/2014/main" id="{D2770F07-7220-477F-99A4-F729211DB4C4}"/>
              </a:ext>
            </a:extLst>
          </p:cNvPr>
          <p:cNvSpPr>
            <a:spLocks noGrp="1"/>
          </p:cNvSpPr>
          <p:nvPr/>
        </p:nvSpPr>
        <p:spPr>
          <a:xfrm>
            <a:off x="6225243" y="1962874"/>
            <a:ext cx="28398" cy="28398"/>
          </a:xfrm>
          <a:prstGeom prst="ellipse">
            <a:avLst/>
          </a:prstGeom>
          <a:solidFill>
            <a:srgbClr val="7F8C97">
              <a:alpha val="48000"/>
            </a:srgbClr>
          </a:solidFill>
          <a:ln w="0">
            <a:noFill/>
            <a:prstDash val="solid"/>
          </a:ln>
        </p:spPr>
      </p:sp>
      <p:sp>
        <p:nvSpPr>
          <p:cNvPr id="621" name="03_assume_matched_5918">
            <a:extLst>
              <a:ext uri="{FF2B5EF4-FFF2-40B4-BE49-F238E27FC236}">
                <a16:creationId xmlns:a16="http://schemas.microsoft.com/office/drawing/2014/main" id="{B02F1F90-250C-455A-AA45-3137409B6334}"/>
              </a:ext>
            </a:extLst>
          </p:cNvPr>
          <p:cNvSpPr>
            <a:spLocks noGrp="1"/>
          </p:cNvSpPr>
          <p:nvPr/>
        </p:nvSpPr>
        <p:spPr>
          <a:xfrm>
            <a:off x="6142495" y="1962874"/>
            <a:ext cx="28398" cy="28398"/>
          </a:xfrm>
          <a:prstGeom prst="ellipse">
            <a:avLst/>
          </a:prstGeom>
          <a:solidFill>
            <a:srgbClr val="7F8C97">
              <a:alpha val="48000"/>
            </a:srgbClr>
          </a:solidFill>
          <a:ln w="0">
            <a:noFill/>
            <a:prstDash val="solid"/>
          </a:ln>
        </p:spPr>
      </p:sp>
      <p:sp>
        <p:nvSpPr>
          <p:cNvPr id="622" name="03_assume_matched_5919">
            <a:extLst>
              <a:ext uri="{FF2B5EF4-FFF2-40B4-BE49-F238E27FC236}">
                <a16:creationId xmlns:a16="http://schemas.microsoft.com/office/drawing/2014/main" id="{DC06C052-5BDF-4D1E-B549-545BD1C67201}"/>
              </a:ext>
            </a:extLst>
          </p:cNvPr>
          <p:cNvSpPr>
            <a:spLocks noGrp="1"/>
          </p:cNvSpPr>
          <p:nvPr/>
        </p:nvSpPr>
        <p:spPr>
          <a:xfrm>
            <a:off x="6120765" y="1378004"/>
            <a:ext cx="28398" cy="28398"/>
          </a:xfrm>
          <a:prstGeom prst="ellipse">
            <a:avLst/>
          </a:prstGeom>
          <a:solidFill>
            <a:srgbClr val="7F8C97">
              <a:alpha val="48000"/>
            </a:srgbClr>
          </a:solidFill>
          <a:ln w="0">
            <a:noFill/>
            <a:prstDash val="solid"/>
          </a:ln>
        </p:spPr>
      </p:sp>
      <p:sp>
        <p:nvSpPr>
          <p:cNvPr id="623" name="03_assume_matched_5920">
            <a:extLst>
              <a:ext uri="{FF2B5EF4-FFF2-40B4-BE49-F238E27FC236}">
                <a16:creationId xmlns:a16="http://schemas.microsoft.com/office/drawing/2014/main" id="{7787D2C2-81D4-4C85-83A7-F73FFBBD7EB0}"/>
              </a:ext>
            </a:extLst>
          </p:cNvPr>
          <p:cNvSpPr>
            <a:spLocks noGrp="1"/>
          </p:cNvSpPr>
          <p:nvPr/>
        </p:nvSpPr>
        <p:spPr>
          <a:xfrm>
            <a:off x="6204520" y="1378004"/>
            <a:ext cx="28398" cy="28398"/>
          </a:xfrm>
          <a:prstGeom prst="ellipse">
            <a:avLst/>
          </a:prstGeom>
          <a:solidFill>
            <a:srgbClr val="7F8C97">
              <a:alpha val="48000"/>
            </a:srgbClr>
          </a:solidFill>
          <a:ln w="0">
            <a:noFill/>
            <a:prstDash val="solid"/>
          </a:ln>
        </p:spPr>
      </p:sp>
      <p:sp>
        <p:nvSpPr>
          <p:cNvPr id="624" name="03_assume_matched_5921">
            <a:extLst>
              <a:ext uri="{FF2B5EF4-FFF2-40B4-BE49-F238E27FC236}">
                <a16:creationId xmlns:a16="http://schemas.microsoft.com/office/drawing/2014/main" id="{4C927586-FCE7-4141-AC7B-094D4BCC6F2B}"/>
              </a:ext>
            </a:extLst>
          </p:cNvPr>
          <p:cNvSpPr>
            <a:spLocks noGrp="1"/>
          </p:cNvSpPr>
          <p:nvPr/>
        </p:nvSpPr>
        <p:spPr>
          <a:xfrm>
            <a:off x="6114001" y="1962874"/>
            <a:ext cx="28398" cy="28398"/>
          </a:xfrm>
          <a:prstGeom prst="ellipse">
            <a:avLst/>
          </a:prstGeom>
          <a:solidFill>
            <a:srgbClr val="7F8C97">
              <a:alpha val="48000"/>
            </a:srgbClr>
          </a:solidFill>
          <a:ln w="0">
            <a:noFill/>
            <a:prstDash val="solid"/>
          </a:ln>
        </p:spPr>
      </p:sp>
      <p:sp>
        <p:nvSpPr>
          <p:cNvPr id="625" name="03_assume_matched_5922">
            <a:extLst>
              <a:ext uri="{FF2B5EF4-FFF2-40B4-BE49-F238E27FC236}">
                <a16:creationId xmlns:a16="http://schemas.microsoft.com/office/drawing/2014/main" id="{172CD2F9-14E5-44B6-8E86-9A9D1BF0726F}"/>
              </a:ext>
            </a:extLst>
          </p:cNvPr>
          <p:cNvSpPr>
            <a:spLocks noGrp="1"/>
          </p:cNvSpPr>
          <p:nvPr/>
        </p:nvSpPr>
        <p:spPr>
          <a:xfrm>
            <a:off x="6208118" y="1378004"/>
            <a:ext cx="28398" cy="28398"/>
          </a:xfrm>
          <a:prstGeom prst="ellipse">
            <a:avLst/>
          </a:prstGeom>
          <a:solidFill>
            <a:srgbClr val="7F8C97">
              <a:alpha val="48000"/>
            </a:srgbClr>
          </a:solidFill>
          <a:ln w="0">
            <a:noFill/>
            <a:prstDash val="solid"/>
          </a:ln>
        </p:spPr>
      </p:sp>
      <p:sp>
        <p:nvSpPr>
          <p:cNvPr id="626" name="03_assume_matched_5923">
            <a:extLst>
              <a:ext uri="{FF2B5EF4-FFF2-40B4-BE49-F238E27FC236}">
                <a16:creationId xmlns:a16="http://schemas.microsoft.com/office/drawing/2014/main" id="{F937835D-9612-4E19-AC1D-397E4C37F774}"/>
              </a:ext>
            </a:extLst>
          </p:cNvPr>
          <p:cNvSpPr>
            <a:spLocks noGrp="1"/>
          </p:cNvSpPr>
          <p:nvPr/>
        </p:nvSpPr>
        <p:spPr>
          <a:xfrm>
            <a:off x="6115297" y="1962874"/>
            <a:ext cx="28398" cy="28398"/>
          </a:xfrm>
          <a:prstGeom prst="ellipse">
            <a:avLst/>
          </a:prstGeom>
          <a:solidFill>
            <a:srgbClr val="7F8C97">
              <a:alpha val="48000"/>
            </a:srgbClr>
          </a:solidFill>
          <a:ln w="0">
            <a:noFill/>
            <a:prstDash val="solid"/>
          </a:ln>
        </p:spPr>
      </p:sp>
      <p:sp>
        <p:nvSpPr>
          <p:cNvPr id="627" name="03_assume_matched_5924">
            <a:extLst>
              <a:ext uri="{FF2B5EF4-FFF2-40B4-BE49-F238E27FC236}">
                <a16:creationId xmlns:a16="http://schemas.microsoft.com/office/drawing/2014/main" id="{F238AFDD-E74E-4B71-91B8-70F6155D9473}"/>
              </a:ext>
            </a:extLst>
          </p:cNvPr>
          <p:cNvSpPr>
            <a:spLocks noGrp="1"/>
          </p:cNvSpPr>
          <p:nvPr/>
        </p:nvSpPr>
        <p:spPr>
          <a:xfrm>
            <a:off x="6235748" y="1378004"/>
            <a:ext cx="28398" cy="28398"/>
          </a:xfrm>
          <a:prstGeom prst="ellipse">
            <a:avLst/>
          </a:prstGeom>
          <a:solidFill>
            <a:srgbClr val="7F8C97">
              <a:alpha val="48000"/>
            </a:srgbClr>
          </a:solidFill>
          <a:ln w="0">
            <a:noFill/>
            <a:prstDash val="solid"/>
          </a:ln>
        </p:spPr>
      </p:sp>
      <p:sp>
        <p:nvSpPr>
          <p:cNvPr id="628" name="03_assume_matched_5925">
            <a:extLst>
              <a:ext uri="{FF2B5EF4-FFF2-40B4-BE49-F238E27FC236}">
                <a16:creationId xmlns:a16="http://schemas.microsoft.com/office/drawing/2014/main" id="{E754193D-FB90-40EB-9F93-A2CF1DADD05C}"/>
              </a:ext>
            </a:extLst>
          </p:cNvPr>
          <p:cNvSpPr>
            <a:spLocks noGrp="1"/>
          </p:cNvSpPr>
          <p:nvPr/>
        </p:nvSpPr>
        <p:spPr>
          <a:xfrm>
            <a:off x="6213730" y="1378004"/>
            <a:ext cx="28398" cy="28398"/>
          </a:xfrm>
          <a:prstGeom prst="ellipse">
            <a:avLst/>
          </a:prstGeom>
          <a:solidFill>
            <a:srgbClr val="7F8C97">
              <a:alpha val="48000"/>
            </a:srgbClr>
          </a:solidFill>
          <a:ln w="0">
            <a:noFill/>
            <a:prstDash val="solid"/>
          </a:ln>
        </p:spPr>
      </p:sp>
      <p:sp>
        <p:nvSpPr>
          <p:cNvPr id="629" name="03_assume_matched_5926">
            <a:extLst>
              <a:ext uri="{FF2B5EF4-FFF2-40B4-BE49-F238E27FC236}">
                <a16:creationId xmlns:a16="http://schemas.microsoft.com/office/drawing/2014/main" id="{AE39F764-1A15-4364-BDBF-900DA3CE20B9}"/>
              </a:ext>
            </a:extLst>
          </p:cNvPr>
          <p:cNvSpPr>
            <a:spLocks noGrp="1"/>
          </p:cNvSpPr>
          <p:nvPr/>
        </p:nvSpPr>
        <p:spPr>
          <a:xfrm>
            <a:off x="6161635" y="1378004"/>
            <a:ext cx="28398" cy="28398"/>
          </a:xfrm>
          <a:prstGeom prst="ellipse">
            <a:avLst/>
          </a:prstGeom>
          <a:solidFill>
            <a:srgbClr val="7F8C97">
              <a:alpha val="48000"/>
            </a:srgbClr>
          </a:solidFill>
          <a:ln w="0">
            <a:noFill/>
            <a:prstDash val="solid"/>
          </a:ln>
        </p:spPr>
      </p:sp>
      <p:sp>
        <p:nvSpPr>
          <p:cNvPr id="630" name="03_assume_matched_5927">
            <a:extLst>
              <a:ext uri="{FF2B5EF4-FFF2-40B4-BE49-F238E27FC236}">
                <a16:creationId xmlns:a16="http://schemas.microsoft.com/office/drawing/2014/main" id="{D4C3DB9F-AAF2-4C84-AF31-CB853BE34090}"/>
              </a:ext>
            </a:extLst>
          </p:cNvPr>
          <p:cNvSpPr>
            <a:spLocks noGrp="1"/>
          </p:cNvSpPr>
          <p:nvPr/>
        </p:nvSpPr>
        <p:spPr>
          <a:xfrm>
            <a:off x="6137315" y="1962874"/>
            <a:ext cx="28398" cy="28398"/>
          </a:xfrm>
          <a:prstGeom prst="ellipse">
            <a:avLst/>
          </a:prstGeom>
          <a:solidFill>
            <a:srgbClr val="7F8C97">
              <a:alpha val="48000"/>
            </a:srgbClr>
          </a:solidFill>
          <a:ln w="0">
            <a:noFill/>
            <a:prstDash val="solid"/>
          </a:ln>
        </p:spPr>
      </p:sp>
      <p:sp>
        <p:nvSpPr>
          <p:cNvPr id="631" name="03_assume_matched_5928">
            <a:extLst>
              <a:ext uri="{FF2B5EF4-FFF2-40B4-BE49-F238E27FC236}">
                <a16:creationId xmlns:a16="http://schemas.microsoft.com/office/drawing/2014/main" id="{270DF3D5-6255-4EB5-95D3-6DEA4820FD40}"/>
              </a:ext>
            </a:extLst>
          </p:cNvPr>
          <p:cNvSpPr>
            <a:spLocks noGrp="1"/>
          </p:cNvSpPr>
          <p:nvPr/>
        </p:nvSpPr>
        <p:spPr>
          <a:xfrm>
            <a:off x="6239778" y="1962874"/>
            <a:ext cx="28398" cy="28398"/>
          </a:xfrm>
          <a:prstGeom prst="ellipse">
            <a:avLst/>
          </a:prstGeom>
          <a:solidFill>
            <a:srgbClr val="7F8C97">
              <a:alpha val="48000"/>
            </a:srgbClr>
          </a:solidFill>
          <a:ln w="0">
            <a:noFill/>
            <a:prstDash val="solid"/>
          </a:ln>
        </p:spPr>
      </p:sp>
      <p:sp>
        <p:nvSpPr>
          <p:cNvPr id="632" name="03_assume_matched_5929">
            <a:extLst>
              <a:ext uri="{FF2B5EF4-FFF2-40B4-BE49-F238E27FC236}">
                <a16:creationId xmlns:a16="http://schemas.microsoft.com/office/drawing/2014/main" id="{CABA6512-FF25-4F08-B952-17C8D28D0117}"/>
              </a:ext>
            </a:extLst>
          </p:cNvPr>
          <p:cNvSpPr>
            <a:spLocks noGrp="1"/>
          </p:cNvSpPr>
          <p:nvPr/>
        </p:nvSpPr>
        <p:spPr>
          <a:xfrm>
            <a:off x="6187539" y="1962874"/>
            <a:ext cx="28398" cy="28398"/>
          </a:xfrm>
          <a:prstGeom prst="ellipse">
            <a:avLst/>
          </a:prstGeom>
          <a:solidFill>
            <a:srgbClr val="7F8C97">
              <a:alpha val="48000"/>
            </a:srgbClr>
          </a:solidFill>
          <a:ln w="0">
            <a:noFill/>
            <a:prstDash val="solid"/>
          </a:ln>
        </p:spPr>
      </p:sp>
      <p:sp>
        <p:nvSpPr>
          <p:cNvPr id="633" name="03_assume_matched_5930">
            <a:extLst>
              <a:ext uri="{FF2B5EF4-FFF2-40B4-BE49-F238E27FC236}">
                <a16:creationId xmlns:a16="http://schemas.microsoft.com/office/drawing/2014/main" id="{8326C831-81FC-4F74-8678-CA9DC6C06DFE}"/>
              </a:ext>
            </a:extLst>
          </p:cNvPr>
          <p:cNvSpPr>
            <a:spLocks noGrp="1"/>
          </p:cNvSpPr>
          <p:nvPr/>
        </p:nvSpPr>
        <p:spPr>
          <a:xfrm>
            <a:off x="6220350" y="1962874"/>
            <a:ext cx="28398" cy="28398"/>
          </a:xfrm>
          <a:prstGeom prst="ellipse">
            <a:avLst/>
          </a:prstGeom>
          <a:solidFill>
            <a:srgbClr val="7F8C97">
              <a:alpha val="48000"/>
            </a:srgbClr>
          </a:solidFill>
          <a:ln w="0">
            <a:noFill/>
            <a:prstDash val="solid"/>
          </a:ln>
        </p:spPr>
      </p:sp>
      <p:sp>
        <p:nvSpPr>
          <p:cNvPr id="634" name="03_assume_matched_5931">
            <a:extLst>
              <a:ext uri="{FF2B5EF4-FFF2-40B4-BE49-F238E27FC236}">
                <a16:creationId xmlns:a16="http://schemas.microsoft.com/office/drawing/2014/main" id="{F277C000-4B24-4881-8F15-1EBE8E95F32F}"/>
              </a:ext>
            </a:extLst>
          </p:cNvPr>
          <p:cNvSpPr>
            <a:spLocks noGrp="1"/>
          </p:cNvSpPr>
          <p:nvPr/>
        </p:nvSpPr>
        <p:spPr>
          <a:xfrm>
            <a:off x="6119470" y="1845900"/>
            <a:ext cx="28398" cy="28398"/>
          </a:xfrm>
          <a:prstGeom prst="ellipse">
            <a:avLst/>
          </a:prstGeom>
          <a:solidFill>
            <a:srgbClr val="7F8C97">
              <a:alpha val="48000"/>
            </a:srgbClr>
          </a:solidFill>
          <a:ln w="0">
            <a:noFill/>
            <a:prstDash val="solid"/>
          </a:ln>
        </p:spPr>
      </p:sp>
      <p:sp>
        <p:nvSpPr>
          <p:cNvPr id="635" name="03_assume_matched_5932">
            <a:extLst>
              <a:ext uri="{FF2B5EF4-FFF2-40B4-BE49-F238E27FC236}">
                <a16:creationId xmlns:a16="http://schemas.microsoft.com/office/drawing/2014/main" id="{3AF71681-1CFB-4350-B948-972E22E32C05}"/>
              </a:ext>
            </a:extLst>
          </p:cNvPr>
          <p:cNvSpPr>
            <a:spLocks noGrp="1"/>
          </p:cNvSpPr>
          <p:nvPr/>
        </p:nvSpPr>
        <p:spPr>
          <a:xfrm>
            <a:off x="6211428" y="1962874"/>
            <a:ext cx="28398" cy="28398"/>
          </a:xfrm>
          <a:prstGeom prst="ellipse">
            <a:avLst/>
          </a:prstGeom>
          <a:solidFill>
            <a:srgbClr val="7F8C97">
              <a:alpha val="48000"/>
            </a:srgbClr>
          </a:solidFill>
          <a:ln w="0">
            <a:noFill/>
            <a:prstDash val="solid"/>
          </a:ln>
        </p:spPr>
      </p:sp>
      <p:sp>
        <p:nvSpPr>
          <p:cNvPr id="636" name="03_assume_matched_5933">
            <a:extLst>
              <a:ext uri="{FF2B5EF4-FFF2-40B4-BE49-F238E27FC236}">
                <a16:creationId xmlns:a16="http://schemas.microsoft.com/office/drawing/2014/main" id="{3CB61B51-2E26-4B85-857A-5B9F8BA9AD11}"/>
              </a:ext>
            </a:extLst>
          </p:cNvPr>
          <p:cNvSpPr>
            <a:spLocks noGrp="1"/>
          </p:cNvSpPr>
          <p:nvPr/>
        </p:nvSpPr>
        <p:spPr>
          <a:xfrm>
            <a:off x="6190561" y="1962874"/>
            <a:ext cx="28398" cy="28398"/>
          </a:xfrm>
          <a:prstGeom prst="ellipse">
            <a:avLst/>
          </a:prstGeom>
          <a:solidFill>
            <a:srgbClr val="7F8C97">
              <a:alpha val="48000"/>
            </a:srgbClr>
          </a:solidFill>
          <a:ln w="0">
            <a:noFill/>
            <a:prstDash val="solid"/>
          </a:ln>
        </p:spPr>
      </p:sp>
      <p:sp>
        <p:nvSpPr>
          <p:cNvPr id="637" name="03_assume_matched_5934">
            <a:extLst>
              <a:ext uri="{FF2B5EF4-FFF2-40B4-BE49-F238E27FC236}">
                <a16:creationId xmlns:a16="http://schemas.microsoft.com/office/drawing/2014/main" id="{B7937382-3644-4DC0-B4EB-0044BFF3EB63}"/>
              </a:ext>
            </a:extLst>
          </p:cNvPr>
          <p:cNvSpPr>
            <a:spLocks noGrp="1"/>
          </p:cNvSpPr>
          <p:nvPr/>
        </p:nvSpPr>
        <p:spPr>
          <a:xfrm>
            <a:off x="6099179" y="1378004"/>
            <a:ext cx="28398" cy="28398"/>
          </a:xfrm>
          <a:prstGeom prst="ellipse">
            <a:avLst/>
          </a:prstGeom>
          <a:solidFill>
            <a:srgbClr val="7F8C97">
              <a:alpha val="48000"/>
            </a:srgbClr>
          </a:solidFill>
          <a:ln w="0">
            <a:noFill/>
            <a:prstDash val="solid"/>
          </a:ln>
        </p:spPr>
      </p:sp>
      <p:sp>
        <p:nvSpPr>
          <p:cNvPr id="638" name="03_assume_matched_5935">
            <a:extLst>
              <a:ext uri="{FF2B5EF4-FFF2-40B4-BE49-F238E27FC236}">
                <a16:creationId xmlns:a16="http://schemas.microsoft.com/office/drawing/2014/main" id="{8D47D741-A263-439C-B891-4B24EDB30E2B}"/>
              </a:ext>
            </a:extLst>
          </p:cNvPr>
          <p:cNvSpPr>
            <a:spLocks noGrp="1"/>
          </p:cNvSpPr>
          <p:nvPr/>
        </p:nvSpPr>
        <p:spPr>
          <a:xfrm>
            <a:off x="6158469" y="1962874"/>
            <a:ext cx="28398" cy="28398"/>
          </a:xfrm>
          <a:prstGeom prst="ellipse">
            <a:avLst/>
          </a:prstGeom>
          <a:solidFill>
            <a:srgbClr val="7F8C97">
              <a:alpha val="48000"/>
            </a:srgbClr>
          </a:solidFill>
          <a:ln w="0">
            <a:noFill/>
            <a:prstDash val="solid"/>
          </a:ln>
        </p:spPr>
      </p:sp>
      <p:sp>
        <p:nvSpPr>
          <p:cNvPr id="639" name="03_assume_matched_5936">
            <a:extLst>
              <a:ext uri="{FF2B5EF4-FFF2-40B4-BE49-F238E27FC236}">
                <a16:creationId xmlns:a16="http://schemas.microsoft.com/office/drawing/2014/main" id="{3528532B-13B5-4211-87BC-5D0606B7D107}"/>
              </a:ext>
            </a:extLst>
          </p:cNvPr>
          <p:cNvSpPr>
            <a:spLocks noGrp="1"/>
          </p:cNvSpPr>
          <p:nvPr/>
        </p:nvSpPr>
        <p:spPr>
          <a:xfrm>
            <a:off x="6140625" y="1962874"/>
            <a:ext cx="28398" cy="28398"/>
          </a:xfrm>
          <a:prstGeom prst="ellipse">
            <a:avLst/>
          </a:prstGeom>
          <a:solidFill>
            <a:srgbClr val="7F8C97">
              <a:alpha val="48000"/>
            </a:srgbClr>
          </a:solidFill>
          <a:ln w="0">
            <a:noFill/>
            <a:prstDash val="solid"/>
          </a:ln>
        </p:spPr>
      </p:sp>
      <p:sp>
        <p:nvSpPr>
          <p:cNvPr id="640" name="03_assume_matched_5937">
            <a:extLst>
              <a:ext uri="{FF2B5EF4-FFF2-40B4-BE49-F238E27FC236}">
                <a16:creationId xmlns:a16="http://schemas.microsoft.com/office/drawing/2014/main" id="{69738890-5B0E-4445-A65F-AE23CB50CF76}"/>
              </a:ext>
            </a:extLst>
          </p:cNvPr>
          <p:cNvSpPr>
            <a:spLocks noGrp="1"/>
          </p:cNvSpPr>
          <p:nvPr/>
        </p:nvSpPr>
        <p:spPr>
          <a:xfrm>
            <a:off x="6172860" y="1475483"/>
            <a:ext cx="28398" cy="28398"/>
          </a:xfrm>
          <a:prstGeom prst="ellipse">
            <a:avLst/>
          </a:prstGeom>
          <a:solidFill>
            <a:srgbClr val="7F8C97">
              <a:alpha val="48000"/>
            </a:srgbClr>
          </a:solidFill>
          <a:ln w="0">
            <a:noFill/>
            <a:prstDash val="solid"/>
          </a:ln>
        </p:spPr>
      </p:sp>
      <p:sp>
        <p:nvSpPr>
          <p:cNvPr id="641" name="03_assume_matched_5938">
            <a:extLst>
              <a:ext uri="{FF2B5EF4-FFF2-40B4-BE49-F238E27FC236}">
                <a16:creationId xmlns:a16="http://schemas.microsoft.com/office/drawing/2014/main" id="{5AB1F8CE-47A3-4674-BF83-77C32F0A445F}"/>
              </a:ext>
            </a:extLst>
          </p:cNvPr>
          <p:cNvSpPr>
            <a:spLocks noGrp="1"/>
          </p:cNvSpPr>
          <p:nvPr/>
        </p:nvSpPr>
        <p:spPr>
          <a:xfrm>
            <a:off x="6154728" y="1865395"/>
            <a:ext cx="28398" cy="28398"/>
          </a:xfrm>
          <a:prstGeom prst="ellipse">
            <a:avLst/>
          </a:prstGeom>
          <a:solidFill>
            <a:srgbClr val="7F8C97">
              <a:alpha val="48000"/>
            </a:srgbClr>
          </a:solidFill>
          <a:ln w="0">
            <a:noFill/>
            <a:prstDash val="solid"/>
          </a:ln>
        </p:spPr>
      </p:sp>
      <p:sp>
        <p:nvSpPr>
          <p:cNvPr id="642" name="03_assume_matched_5939">
            <a:extLst>
              <a:ext uri="{FF2B5EF4-FFF2-40B4-BE49-F238E27FC236}">
                <a16:creationId xmlns:a16="http://schemas.microsoft.com/office/drawing/2014/main" id="{CC7D380A-85CD-4868-BCC5-EAC9519C37E8}"/>
              </a:ext>
            </a:extLst>
          </p:cNvPr>
          <p:cNvSpPr>
            <a:spLocks noGrp="1"/>
          </p:cNvSpPr>
          <p:nvPr/>
        </p:nvSpPr>
        <p:spPr>
          <a:xfrm>
            <a:off x="6216896" y="1962874"/>
            <a:ext cx="28398" cy="28398"/>
          </a:xfrm>
          <a:prstGeom prst="ellipse">
            <a:avLst/>
          </a:prstGeom>
          <a:solidFill>
            <a:srgbClr val="7F8C97">
              <a:alpha val="48000"/>
            </a:srgbClr>
          </a:solidFill>
          <a:ln w="0">
            <a:noFill/>
            <a:prstDash val="solid"/>
          </a:ln>
        </p:spPr>
      </p:sp>
      <p:sp>
        <p:nvSpPr>
          <p:cNvPr id="643" name="03_assume_matched_5940">
            <a:extLst>
              <a:ext uri="{FF2B5EF4-FFF2-40B4-BE49-F238E27FC236}">
                <a16:creationId xmlns:a16="http://schemas.microsoft.com/office/drawing/2014/main" id="{807791AD-A8AD-4D67-9DB1-9F877814B73E}"/>
              </a:ext>
            </a:extLst>
          </p:cNvPr>
          <p:cNvSpPr>
            <a:spLocks noGrp="1"/>
          </p:cNvSpPr>
          <p:nvPr/>
        </p:nvSpPr>
        <p:spPr>
          <a:xfrm>
            <a:off x="6115009" y="1378004"/>
            <a:ext cx="28398" cy="28398"/>
          </a:xfrm>
          <a:prstGeom prst="ellipse">
            <a:avLst/>
          </a:prstGeom>
          <a:solidFill>
            <a:srgbClr val="7F8C97">
              <a:alpha val="48000"/>
            </a:srgbClr>
          </a:solidFill>
          <a:ln w="0">
            <a:noFill/>
            <a:prstDash val="solid"/>
          </a:ln>
        </p:spPr>
      </p:sp>
      <p:sp>
        <p:nvSpPr>
          <p:cNvPr id="644" name="03_assume_matched_5941">
            <a:extLst>
              <a:ext uri="{FF2B5EF4-FFF2-40B4-BE49-F238E27FC236}">
                <a16:creationId xmlns:a16="http://schemas.microsoft.com/office/drawing/2014/main" id="{8766241F-6313-4579-A62D-5B68D77CCECF}"/>
              </a:ext>
            </a:extLst>
          </p:cNvPr>
          <p:cNvSpPr>
            <a:spLocks noGrp="1"/>
          </p:cNvSpPr>
          <p:nvPr/>
        </p:nvSpPr>
        <p:spPr>
          <a:xfrm>
            <a:off x="6121629" y="1962874"/>
            <a:ext cx="28398" cy="28398"/>
          </a:xfrm>
          <a:prstGeom prst="ellipse">
            <a:avLst/>
          </a:prstGeom>
          <a:solidFill>
            <a:srgbClr val="7F8C97">
              <a:alpha val="48000"/>
            </a:srgbClr>
          </a:solidFill>
          <a:ln w="0">
            <a:noFill/>
            <a:prstDash val="solid"/>
          </a:ln>
        </p:spPr>
      </p:sp>
      <p:sp>
        <p:nvSpPr>
          <p:cNvPr id="645" name="03_assume_matched_5942">
            <a:extLst>
              <a:ext uri="{FF2B5EF4-FFF2-40B4-BE49-F238E27FC236}">
                <a16:creationId xmlns:a16="http://schemas.microsoft.com/office/drawing/2014/main" id="{1E65B250-1BEF-4C3F-91B3-5AD922256288}"/>
              </a:ext>
            </a:extLst>
          </p:cNvPr>
          <p:cNvSpPr>
            <a:spLocks noGrp="1"/>
          </p:cNvSpPr>
          <p:nvPr/>
        </p:nvSpPr>
        <p:spPr>
          <a:xfrm>
            <a:off x="6181495" y="1378004"/>
            <a:ext cx="28398" cy="28398"/>
          </a:xfrm>
          <a:prstGeom prst="ellipse">
            <a:avLst/>
          </a:prstGeom>
          <a:solidFill>
            <a:srgbClr val="7F8C97">
              <a:alpha val="48000"/>
            </a:srgbClr>
          </a:solidFill>
          <a:ln w="0">
            <a:noFill/>
            <a:prstDash val="solid"/>
          </a:ln>
        </p:spPr>
      </p:sp>
      <p:sp>
        <p:nvSpPr>
          <p:cNvPr id="646" name="03_assume_matched_5943">
            <a:extLst>
              <a:ext uri="{FF2B5EF4-FFF2-40B4-BE49-F238E27FC236}">
                <a16:creationId xmlns:a16="http://schemas.microsoft.com/office/drawing/2014/main" id="{C9D26993-3836-4148-A1FE-DD49631DD06E}"/>
              </a:ext>
            </a:extLst>
          </p:cNvPr>
          <p:cNvSpPr>
            <a:spLocks noGrp="1"/>
          </p:cNvSpPr>
          <p:nvPr/>
        </p:nvSpPr>
        <p:spPr>
          <a:xfrm>
            <a:off x="6180200" y="1378004"/>
            <a:ext cx="28398" cy="28398"/>
          </a:xfrm>
          <a:prstGeom prst="ellipse">
            <a:avLst/>
          </a:prstGeom>
          <a:solidFill>
            <a:srgbClr val="7F8C97">
              <a:alpha val="48000"/>
            </a:srgbClr>
          </a:solidFill>
          <a:ln w="0">
            <a:noFill/>
            <a:prstDash val="solid"/>
          </a:ln>
        </p:spPr>
      </p:sp>
      <p:sp>
        <p:nvSpPr>
          <p:cNvPr id="647" name="03_assume_matched_5944">
            <a:extLst>
              <a:ext uri="{FF2B5EF4-FFF2-40B4-BE49-F238E27FC236}">
                <a16:creationId xmlns:a16="http://schemas.microsoft.com/office/drawing/2014/main" id="{747EF48E-BB0E-403B-888B-A6B362B2F2B5}"/>
              </a:ext>
            </a:extLst>
          </p:cNvPr>
          <p:cNvSpPr>
            <a:spLocks noGrp="1"/>
          </p:cNvSpPr>
          <p:nvPr/>
        </p:nvSpPr>
        <p:spPr>
          <a:xfrm>
            <a:off x="6226970" y="1378004"/>
            <a:ext cx="28398" cy="28398"/>
          </a:xfrm>
          <a:prstGeom prst="ellipse">
            <a:avLst/>
          </a:prstGeom>
          <a:solidFill>
            <a:srgbClr val="7F8C97">
              <a:alpha val="48000"/>
            </a:srgbClr>
          </a:solidFill>
          <a:ln w="0">
            <a:noFill/>
            <a:prstDash val="solid"/>
          </a:ln>
        </p:spPr>
      </p:sp>
      <p:sp>
        <p:nvSpPr>
          <p:cNvPr id="648" name="03_assume_matched_5945">
            <a:extLst>
              <a:ext uri="{FF2B5EF4-FFF2-40B4-BE49-F238E27FC236}">
                <a16:creationId xmlns:a16="http://schemas.microsoft.com/office/drawing/2014/main" id="{116B18AF-2409-4228-986A-B880B4ECD5AC}"/>
              </a:ext>
            </a:extLst>
          </p:cNvPr>
          <p:cNvSpPr>
            <a:spLocks noGrp="1"/>
          </p:cNvSpPr>
          <p:nvPr/>
        </p:nvSpPr>
        <p:spPr>
          <a:xfrm>
            <a:off x="6205240" y="1524222"/>
            <a:ext cx="28398" cy="28398"/>
          </a:xfrm>
          <a:prstGeom prst="ellipse">
            <a:avLst/>
          </a:prstGeom>
          <a:solidFill>
            <a:srgbClr val="7F8C97">
              <a:alpha val="48000"/>
            </a:srgbClr>
          </a:solidFill>
          <a:ln w="0">
            <a:noFill/>
            <a:prstDash val="solid"/>
          </a:ln>
        </p:spPr>
      </p:sp>
      <p:sp>
        <p:nvSpPr>
          <p:cNvPr id="649" name="03_assume_matched_5946">
            <a:extLst>
              <a:ext uri="{FF2B5EF4-FFF2-40B4-BE49-F238E27FC236}">
                <a16:creationId xmlns:a16="http://schemas.microsoft.com/office/drawing/2014/main" id="{7F6E8782-320F-425B-BD5B-BF493DD89706}"/>
              </a:ext>
            </a:extLst>
          </p:cNvPr>
          <p:cNvSpPr>
            <a:spLocks noGrp="1"/>
          </p:cNvSpPr>
          <p:nvPr/>
        </p:nvSpPr>
        <p:spPr>
          <a:xfrm>
            <a:off x="6137315" y="1962874"/>
            <a:ext cx="28398" cy="28398"/>
          </a:xfrm>
          <a:prstGeom prst="ellipse">
            <a:avLst/>
          </a:prstGeom>
          <a:solidFill>
            <a:srgbClr val="7F8C97">
              <a:alpha val="48000"/>
            </a:srgbClr>
          </a:solidFill>
          <a:ln w="0">
            <a:noFill/>
            <a:prstDash val="solid"/>
          </a:ln>
        </p:spPr>
      </p:sp>
      <p:sp>
        <p:nvSpPr>
          <p:cNvPr id="650" name="03_assume_matched_5947">
            <a:extLst>
              <a:ext uri="{FF2B5EF4-FFF2-40B4-BE49-F238E27FC236}">
                <a16:creationId xmlns:a16="http://schemas.microsoft.com/office/drawing/2014/main" id="{8EA92292-490C-4E52-A213-FBA1449216FA}"/>
              </a:ext>
            </a:extLst>
          </p:cNvPr>
          <p:cNvSpPr>
            <a:spLocks noGrp="1"/>
          </p:cNvSpPr>
          <p:nvPr/>
        </p:nvSpPr>
        <p:spPr>
          <a:xfrm>
            <a:off x="6208118" y="1962874"/>
            <a:ext cx="28398" cy="28398"/>
          </a:xfrm>
          <a:prstGeom prst="ellipse">
            <a:avLst/>
          </a:prstGeom>
          <a:solidFill>
            <a:srgbClr val="7F8C97">
              <a:alpha val="48000"/>
            </a:srgbClr>
          </a:solidFill>
          <a:ln w="0">
            <a:noFill/>
            <a:prstDash val="solid"/>
          </a:ln>
        </p:spPr>
      </p:sp>
      <p:sp>
        <p:nvSpPr>
          <p:cNvPr id="651" name="03_assume_matched_5948">
            <a:extLst>
              <a:ext uri="{FF2B5EF4-FFF2-40B4-BE49-F238E27FC236}">
                <a16:creationId xmlns:a16="http://schemas.microsoft.com/office/drawing/2014/main" id="{AB5A5765-D5E7-4E01-BDB5-2AAA96DEC708}"/>
              </a:ext>
            </a:extLst>
          </p:cNvPr>
          <p:cNvSpPr>
            <a:spLocks noGrp="1"/>
          </p:cNvSpPr>
          <p:nvPr/>
        </p:nvSpPr>
        <p:spPr>
          <a:xfrm>
            <a:off x="6196461" y="1572961"/>
            <a:ext cx="28398" cy="28398"/>
          </a:xfrm>
          <a:prstGeom prst="ellipse">
            <a:avLst/>
          </a:prstGeom>
          <a:solidFill>
            <a:srgbClr val="7F8C97">
              <a:alpha val="48000"/>
            </a:srgbClr>
          </a:solidFill>
          <a:ln w="0">
            <a:noFill/>
            <a:prstDash val="solid"/>
          </a:ln>
        </p:spPr>
      </p:sp>
      <p:sp>
        <p:nvSpPr>
          <p:cNvPr id="652" name="03_assume_matched_5949">
            <a:extLst>
              <a:ext uri="{FF2B5EF4-FFF2-40B4-BE49-F238E27FC236}">
                <a16:creationId xmlns:a16="http://schemas.microsoft.com/office/drawing/2014/main" id="{EC49CE8F-7A34-4D84-9458-64FB24704169}"/>
              </a:ext>
            </a:extLst>
          </p:cNvPr>
          <p:cNvSpPr>
            <a:spLocks noGrp="1"/>
          </p:cNvSpPr>
          <p:nvPr/>
        </p:nvSpPr>
        <p:spPr>
          <a:xfrm>
            <a:off x="6202649" y="1962874"/>
            <a:ext cx="28398" cy="28398"/>
          </a:xfrm>
          <a:prstGeom prst="ellipse">
            <a:avLst/>
          </a:prstGeom>
          <a:solidFill>
            <a:srgbClr val="7F8C97">
              <a:alpha val="48000"/>
            </a:srgbClr>
          </a:solidFill>
          <a:ln w="0">
            <a:noFill/>
            <a:prstDash val="solid"/>
          </a:ln>
        </p:spPr>
      </p:sp>
      <p:sp>
        <p:nvSpPr>
          <p:cNvPr id="653" name="03_assume_matched_5950">
            <a:extLst>
              <a:ext uri="{FF2B5EF4-FFF2-40B4-BE49-F238E27FC236}">
                <a16:creationId xmlns:a16="http://schemas.microsoft.com/office/drawing/2014/main" id="{2F8C9AF9-D0CC-41D8-A713-43C588F4829A}"/>
              </a:ext>
            </a:extLst>
          </p:cNvPr>
          <p:cNvSpPr>
            <a:spLocks noGrp="1"/>
          </p:cNvSpPr>
          <p:nvPr/>
        </p:nvSpPr>
        <p:spPr>
          <a:xfrm>
            <a:off x="6216033" y="1962874"/>
            <a:ext cx="28398" cy="28398"/>
          </a:xfrm>
          <a:prstGeom prst="ellipse">
            <a:avLst/>
          </a:prstGeom>
          <a:solidFill>
            <a:srgbClr val="7F8C97">
              <a:alpha val="48000"/>
            </a:srgbClr>
          </a:solidFill>
          <a:ln w="0">
            <a:noFill/>
            <a:prstDash val="solid"/>
          </a:ln>
        </p:spPr>
      </p:sp>
      <p:sp>
        <p:nvSpPr>
          <p:cNvPr id="654" name="03_assume_matched_5951">
            <a:extLst>
              <a:ext uri="{FF2B5EF4-FFF2-40B4-BE49-F238E27FC236}">
                <a16:creationId xmlns:a16="http://schemas.microsoft.com/office/drawing/2014/main" id="{EC014DB4-3CF7-421F-82DB-4B0A0C1D8A75}"/>
              </a:ext>
            </a:extLst>
          </p:cNvPr>
          <p:cNvSpPr>
            <a:spLocks noGrp="1"/>
          </p:cNvSpPr>
          <p:nvPr/>
        </p:nvSpPr>
        <p:spPr>
          <a:xfrm>
            <a:off x="6124651" y="1378004"/>
            <a:ext cx="28398" cy="28398"/>
          </a:xfrm>
          <a:prstGeom prst="ellipse">
            <a:avLst/>
          </a:prstGeom>
          <a:solidFill>
            <a:srgbClr val="7F8C97">
              <a:alpha val="48000"/>
            </a:srgbClr>
          </a:solidFill>
          <a:ln w="0">
            <a:noFill/>
            <a:prstDash val="solid"/>
          </a:ln>
        </p:spPr>
      </p:sp>
      <p:sp>
        <p:nvSpPr>
          <p:cNvPr id="655" name="03_assume_matched_5952">
            <a:extLst>
              <a:ext uri="{FF2B5EF4-FFF2-40B4-BE49-F238E27FC236}">
                <a16:creationId xmlns:a16="http://schemas.microsoft.com/office/drawing/2014/main" id="{BB2B6D20-5BCD-4862-B317-C4B6B72B652E}"/>
              </a:ext>
            </a:extLst>
          </p:cNvPr>
          <p:cNvSpPr>
            <a:spLocks noGrp="1"/>
          </p:cNvSpPr>
          <p:nvPr/>
        </p:nvSpPr>
        <p:spPr>
          <a:xfrm>
            <a:off x="6113858" y="1865395"/>
            <a:ext cx="28398" cy="28398"/>
          </a:xfrm>
          <a:prstGeom prst="ellipse">
            <a:avLst/>
          </a:prstGeom>
          <a:solidFill>
            <a:srgbClr val="7F8C97">
              <a:alpha val="48000"/>
            </a:srgbClr>
          </a:solidFill>
          <a:ln w="0">
            <a:noFill/>
            <a:prstDash val="solid"/>
          </a:ln>
        </p:spPr>
      </p:sp>
      <p:sp>
        <p:nvSpPr>
          <p:cNvPr id="656" name="03_assume_matched_5953">
            <a:extLst>
              <a:ext uri="{FF2B5EF4-FFF2-40B4-BE49-F238E27FC236}">
                <a16:creationId xmlns:a16="http://schemas.microsoft.com/office/drawing/2014/main" id="{8A09C86A-8696-40EA-A1BE-BA84C9662F82}"/>
              </a:ext>
            </a:extLst>
          </p:cNvPr>
          <p:cNvSpPr>
            <a:spLocks noGrp="1"/>
          </p:cNvSpPr>
          <p:nvPr/>
        </p:nvSpPr>
        <p:spPr>
          <a:xfrm>
            <a:off x="6196749" y="1962874"/>
            <a:ext cx="28398" cy="28398"/>
          </a:xfrm>
          <a:prstGeom prst="ellipse">
            <a:avLst/>
          </a:prstGeom>
          <a:solidFill>
            <a:srgbClr val="7F8C97">
              <a:alpha val="48000"/>
            </a:srgbClr>
          </a:solidFill>
          <a:ln w="0">
            <a:noFill/>
            <a:prstDash val="solid"/>
          </a:ln>
        </p:spPr>
      </p:sp>
      <p:sp>
        <p:nvSpPr>
          <p:cNvPr id="657" name="03_assume_matched_5954">
            <a:extLst>
              <a:ext uri="{FF2B5EF4-FFF2-40B4-BE49-F238E27FC236}">
                <a16:creationId xmlns:a16="http://schemas.microsoft.com/office/drawing/2014/main" id="{ECCDE5E0-54F3-433B-81AE-378F55CBB14D}"/>
              </a:ext>
            </a:extLst>
          </p:cNvPr>
          <p:cNvSpPr>
            <a:spLocks noGrp="1"/>
          </p:cNvSpPr>
          <p:nvPr/>
        </p:nvSpPr>
        <p:spPr>
          <a:xfrm>
            <a:off x="6233878" y="1879321"/>
            <a:ext cx="28398" cy="28398"/>
          </a:xfrm>
          <a:prstGeom prst="ellipse">
            <a:avLst/>
          </a:prstGeom>
          <a:solidFill>
            <a:srgbClr val="7F8C97">
              <a:alpha val="48000"/>
            </a:srgbClr>
          </a:solidFill>
          <a:ln w="0">
            <a:noFill/>
            <a:prstDash val="solid"/>
          </a:ln>
        </p:spPr>
      </p:sp>
      <p:sp>
        <p:nvSpPr>
          <p:cNvPr id="658" name="03_assume_matched_5955">
            <a:extLst>
              <a:ext uri="{FF2B5EF4-FFF2-40B4-BE49-F238E27FC236}">
                <a16:creationId xmlns:a16="http://schemas.microsoft.com/office/drawing/2014/main" id="{FC584EB0-3BAA-4CB5-AA4C-8E74DB1A45DB}"/>
              </a:ext>
            </a:extLst>
          </p:cNvPr>
          <p:cNvSpPr>
            <a:spLocks noGrp="1"/>
          </p:cNvSpPr>
          <p:nvPr/>
        </p:nvSpPr>
        <p:spPr>
          <a:xfrm>
            <a:off x="6240066" y="1378004"/>
            <a:ext cx="28398" cy="28398"/>
          </a:xfrm>
          <a:prstGeom prst="ellipse">
            <a:avLst/>
          </a:prstGeom>
          <a:solidFill>
            <a:srgbClr val="7F8C97">
              <a:alpha val="48000"/>
            </a:srgbClr>
          </a:solidFill>
          <a:ln w="0">
            <a:noFill/>
            <a:prstDash val="solid"/>
          </a:ln>
        </p:spPr>
      </p:sp>
      <p:sp>
        <p:nvSpPr>
          <p:cNvPr id="659" name="03_assume_matched_5956">
            <a:extLst>
              <a:ext uri="{FF2B5EF4-FFF2-40B4-BE49-F238E27FC236}">
                <a16:creationId xmlns:a16="http://schemas.microsoft.com/office/drawing/2014/main" id="{83907487-B210-4AFD-88B5-2AA2C4E3B3CC}"/>
              </a:ext>
            </a:extLst>
          </p:cNvPr>
          <p:cNvSpPr>
            <a:spLocks noGrp="1"/>
          </p:cNvSpPr>
          <p:nvPr/>
        </p:nvSpPr>
        <p:spPr>
          <a:xfrm>
            <a:off x="6151130" y="1962874"/>
            <a:ext cx="28398" cy="28398"/>
          </a:xfrm>
          <a:prstGeom prst="ellipse">
            <a:avLst/>
          </a:prstGeom>
          <a:solidFill>
            <a:srgbClr val="7F8C97">
              <a:alpha val="48000"/>
            </a:srgbClr>
          </a:solidFill>
          <a:ln w="0">
            <a:noFill/>
            <a:prstDash val="solid"/>
          </a:ln>
        </p:spPr>
      </p:sp>
      <p:sp>
        <p:nvSpPr>
          <p:cNvPr id="660" name="03_assume_matched_5957">
            <a:extLst>
              <a:ext uri="{FF2B5EF4-FFF2-40B4-BE49-F238E27FC236}">
                <a16:creationId xmlns:a16="http://schemas.microsoft.com/office/drawing/2014/main" id="{512BAA27-666B-417B-9D83-55733026B806}"/>
              </a:ext>
            </a:extLst>
          </p:cNvPr>
          <p:cNvSpPr>
            <a:spLocks noGrp="1"/>
          </p:cNvSpPr>
          <p:nvPr/>
        </p:nvSpPr>
        <p:spPr>
          <a:xfrm>
            <a:off x="6203945" y="1962874"/>
            <a:ext cx="28398" cy="28398"/>
          </a:xfrm>
          <a:prstGeom prst="ellipse">
            <a:avLst/>
          </a:prstGeom>
          <a:solidFill>
            <a:srgbClr val="7F8C97">
              <a:alpha val="48000"/>
            </a:srgbClr>
          </a:solidFill>
          <a:ln w="0">
            <a:noFill/>
            <a:prstDash val="solid"/>
          </a:ln>
        </p:spPr>
      </p:sp>
      <p:sp>
        <p:nvSpPr>
          <p:cNvPr id="661" name="03_assume_matched_5958">
            <a:extLst>
              <a:ext uri="{FF2B5EF4-FFF2-40B4-BE49-F238E27FC236}">
                <a16:creationId xmlns:a16="http://schemas.microsoft.com/office/drawing/2014/main" id="{FD9E7106-82A4-48D0-9F62-DB5976B3E9E4}"/>
              </a:ext>
            </a:extLst>
          </p:cNvPr>
          <p:cNvSpPr>
            <a:spLocks noGrp="1"/>
          </p:cNvSpPr>
          <p:nvPr/>
        </p:nvSpPr>
        <p:spPr>
          <a:xfrm>
            <a:off x="6214882" y="1378004"/>
            <a:ext cx="28398" cy="28398"/>
          </a:xfrm>
          <a:prstGeom prst="ellipse">
            <a:avLst/>
          </a:prstGeom>
          <a:solidFill>
            <a:srgbClr val="7F8C97">
              <a:alpha val="48000"/>
            </a:srgbClr>
          </a:solidFill>
          <a:ln w="0">
            <a:noFill/>
            <a:prstDash val="solid"/>
          </a:ln>
        </p:spPr>
      </p:sp>
      <p:sp>
        <p:nvSpPr>
          <p:cNvPr id="662" name="03_assume_matched_5959">
            <a:extLst>
              <a:ext uri="{FF2B5EF4-FFF2-40B4-BE49-F238E27FC236}">
                <a16:creationId xmlns:a16="http://schemas.microsoft.com/office/drawing/2014/main" id="{DFC8926D-29BB-4CC9-BFC1-8F1E926F2880}"/>
              </a:ext>
            </a:extLst>
          </p:cNvPr>
          <p:cNvSpPr>
            <a:spLocks noGrp="1"/>
          </p:cNvSpPr>
          <p:nvPr/>
        </p:nvSpPr>
        <p:spPr>
          <a:xfrm>
            <a:off x="6232295" y="1378004"/>
            <a:ext cx="28398" cy="28398"/>
          </a:xfrm>
          <a:prstGeom prst="ellipse">
            <a:avLst/>
          </a:prstGeom>
          <a:solidFill>
            <a:srgbClr val="7F8C97">
              <a:alpha val="48000"/>
            </a:srgbClr>
          </a:solidFill>
          <a:ln w="0">
            <a:noFill/>
            <a:prstDash val="solid"/>
          </a:ln>
        </p:spPr>
      </p:sp>
      <p:sp>
        <p:nvSpPr>
          <p:cNvPr id="663" name="03_assume_matched_5960">
            <a:extLst>
              <a:ext uri="{FF2B5EF4-FFF2-40B4-BE49-F238E27FC236}">
                <a16:creationId xmlns:a16="http://schemas.microsoft.com/office/drawing/2014/main" id="{F0EEBE17-1500-40D8-8889-81559AB106FE}"/>
              </a:ext>
            </a:extLst>
          </p:cNvPr>
          <p:cNvSpPr>
            <a:spLocks noGrp="1"/>
          </p:cNvSpPr>
          <p:nvPr/>
        </p:nvSpPr>
        <p:spPr>
          <a:xfrm>
            <a:off x="6217040" y="1378004"/>
            <a:ext cx="28398" cy="28398"/>
          </a:xfrm>
          <a:prstGeom prst="ellipse">
            <a:avLst/>
          </a:prstGeom>
          <a:solidFill>
            <a:srgbClr val="7F8C97">
              <a:alpha val="48000"/>
            </a:srgbClr>
          </a:solidFill>
          <a:ln w="0">
            <a:noFill/>
            <a:prstDash val="solid"/>
          </a:ln>
        </p:spPr>
      </p:sp>
      <p:sp>
        <p:nvSpPr>
          <p:cNvPr id="664" name="03_assume_matched_5961">
            <a:extLst>
              <a:ext uri="{FF2B5EF4-FFF2-40B4-BE49-F238E27FC236}">
                <a16:creationId xmlns:a16="http://schemas.microsoft.com/office/drawing/2014/main" id="{42D20DB9-260D-4D22-83A5-68AA461ADC7F}"/>
              </a:ext>
            </a:extLst>
          </p:cNvPr>
          <p:cNvSpPr>
            <a:spLocks noGrp="1"/>
          </p:cNvSpPr>
          <p:nvPr/>
        </p:nvSpPr>
        <p:spPr>
          <a:xfrm>
            <a:off x="6195310" y="1378004"/>
            <a:ext cx="28398" cy="28398"/>
          </a:xfrm>
          <a:prstGeom prst="ellipse">
            <a:avLst/>
          </a:prstGeom>
          <a:solidFill>
            <a:srgbClr val="7F8C97">
              <a:alpha val="48000"/>
            </a:srgbClr>
          </a:solidFill>
          <a:ln w="0">
            <a:noFill/>
            <a:prstDash val="solid"/>
          </a:ln>
        </p:spPr>
      </p:sp>
      <p:sp>
        <p:nvSpPr>
          <p:cNvPr id="665" name="03_assume_matched_5962">
            <a:extLst>
              <a:ext uri="{FF2B5EF4-FFF2-40B4-BE49-F238E27FC236}">
                <a16:creationId xmlns:a16="http://schemas.microsoft.com/office/drawing/2014/main" id="{B4D111A4-4D13-4547-A859-D03F12D7C91A}"/>
              </a:ext>
            </a:extLst>
          </p:cNvPr>
          <p:cNvSpPr>
            <a:spLocks noGrp="1"/>
          </p:cNvSpPr>
          <p:nvPr/>
        </p:nvSpPr>
        <p:spPr>
          <a:xfrm>
            <a:off x="6107094" y="1378004"/>
            <a:ext cx="28398" cy="28398"/>
          </a:xfrm>
          <a:prstGeom prst="ellipse">
            <a:avLst/>
          </a:prstGeom>
          <a:solidFill>
            <a:srgbClr val="7F8C97">
              <a:alpha val="48000"/>
            </a:srgbClr>
          </a:solidFill>
          <a:ln w="0">
            <a:noFill/>
            <a:prstDash val="solid"/>
          </a:ln>
        </p:spPr>
      </p:sp>
      <p:sp>
        <p:nvSpPr>
          <p:cNvPr id="666" name="03_assume_matched_5963">
            <a:extLst>
              <a:ext uri="{FF2B5EF4-FFF2-40B4-BE49-F238E27FC236}">
                <a16:creationId xmlns:a16="http://schemas.microsoft.com/office/drawing/2014/main" id="{775716DD-2DEC-4473-ADF2-3279F5AB556A}"/>
              </a:ext>
            </a:extLst>
          </p:cNvPr>
          <p:cNvSpPr>
            <a:spLocks noGrp="1"/>
          </p:cNvSpPr>
          <p:nvPr/>
        </p:nvSpPr>
        <p:spPr>
          <a:xfrm>
            <a:off x="6121053" y="1962874"/>
            <a:ext cx="28398" cy="28398"/>
          </a:xfrm>
          <a:prstGeom prst="ellipse">
            <a:avLst/>
          </a:prstGeom>
          <a:solidFill>
            <a:srgbClr val="7F8C97">
              <a:alpha val="48000"/>
            </a:srgbClr>
          </a:solidFill>
          <a:ln w="0">
            <a:noFill/>
            <a:prstDash val="solid"/>
          </a:ln>
        </p:spPr>
      </p:sp>
      <p:sp>
        <p:nvSpPr>
          <p:cNvPr id="667" name="03_assume_matched_5964">
            <a:extLst>
              <a:ext uri="{FF2B5EF4-FFF2-40B4-BE49-F238E27FC236}">
                <a16:creationId xmlns:a16="http://schemas.microsoft.com/office/drawing/2014/main" id="{4B101495-E578-434E-93F4-C39F93006FDD}"/>
              </a:ext>
            </a:extLst>
          </p:cNvPr>
          <p:cNvSpPr>
            <a:spLocks noGrp="1"/>
          </p:cNvSpPr>
          <p:nvPr/>
        </p:nvSpPr>
        <p:spPr>
          <a:xfrm>
            <a:off x="6182214" y="1378004"/>
            <a:ext cx="28398" cy="28398"/>
          </a:xfrm>
          <a:prstGeom prst="ellipse">
            <a:avLst/>
          </a:prstGeom>
          <a:solidFill>
            <a:srgbClr val="7F8C97">
              <a:alpha val="48000"/>
            </a:srgbClr>
          </a:solidFill>
          <a:ln w="0">
            <a:noFill/>
            <a:prstDash val="solid"/>
          </a:ln>
        </p:spPr>
      </p:sp>
      <p:sp>
        <p:nvSpPr>
          <p:cNvPr id="668" name="03_assume_matched_5965">
            <a:extLst>
              <a:ext uri="{FF2B5EF4-FFF2-40B4-BE49-F238E27FC236}">
                <a16:creationId xmlns:a16="http://schemas.microsoft.com/office/drawing/2014/main" id="{DD116B70-245A-4B1C-B0CC-7B77717988F0}"/>
              </a:ext>
            </a:extLst>
          </p:cNvPr>
          <p:cNvSpPr>
            <a:spLocks noGrp="1"/>
          </p:cNvSpPr>
          <p:nvPr/>
        </p:nvSpPr>
        <p:spPr>
          <a:xfrm>
            <a:off x="6127097" y="1378004"/>
            <a:ext cx="28398" cy="28398"/>
          </a:xfrm>
          <a:prstGeom prst="ellipse">
            <a:avLst/>
          </a:prstGeom>
          <a:solidFill>
            <a:srgbClr val="7F8C97">
              <a:alpha val="48000"/>
            </a:srgbClr>
          </a:solidFill>
          <a:ln w="0">
            <a:noFill/>
            <a:prstDash val="solid"/>
          </a:ln>
        </p:spPr>
      </p:sp>
      <p:sp>
        <p:nvSpPr>
          <p:cNvPr id="669" name="03_assume_matched_5966">
            <a:extLst>
              <a:ext uri="{FF2B5EF4-FFF2-40B4-BE49-F238E27FC236}">
                <a16:creationId xmlns:a16="http://schemas.microsoft.com/office/drawing/2014/main" id="{DA45A406-D51D-47A3-A765-6CB60BAF8A29}"/>
              </a:ext>
            </a:extLst>
          </p:cNvPr>
          <p:cNvSpPr>
            <a:spLocks noGrp="1"/>
          </p:cNvSpPr>
          <p:nvPr/>
        </p:nvSpPr>
        <p:spPr>
          <a:xfrm>
            <a:off x="6153145" y="1378004"/>
            <a:ext cx="28398" cy="28398"/>
          </a:xfrm>
          <a:prstGeom prst="ellipse">
            <a:avLst/>
          </a:prstGeom>
          <a:solidFill>
            <a:srgbClr val="7F8C97">
              <a:alpha val="48000"/>
            </a:srgbClr>
          </a:solidFill>
          <a:ln w="0">
            <a:noFill/>
            <a:prstDash val="solid"/>
          </a:ln>
        </p:spPr>
      </p:sp>
      <p:sp>
        <p:nvSpPr>
          <p:cNvPr id="670" name="03_assume_matched_5967">
            <a:extLst>
              <a:ext uri="{FF2B5EF4-FFF2-40B4-BE49-F238E27FC236}">
                <a16:creationId xmlns:a16="http://schemas.microsoft.com/office/drawing/2014/main" id="{9F383DC4-C13C-40E3-98F3-920A707E9BC9}"/>
              </a:ext>
            </a:extLst>
          </p:cNvPr>
          <p:cNvSpPr>
            <a:spLocks noGrp="1"/>
          </p:cNvSpPr>
          <p:nvPr/>
        </p:nvSpPr>
        <p:spPr>
          <a:xfrm>
            <a:off x="6102201" y="1962874"/>
            <a:ext cx="28398" cy="28398"/>
          </a:xfrm>
          <a:prstGeom prst="ellipse">
            <a:avLst/>
          </a:prstGeom>
          <a:solidFill>
            <a:srgbClr val="7F8C97">
              <a:alpha val="48000"/>
            </a:srgbClr>
          </a:solidFill>
          <a:ln w="0">
            <a:noFill/>
            <a:prstDash val="solid"/>
          </a:ln>
        </p:spPr>
      </p:sp>
      <p:sp>
        <p:nvSpPr>
          <p:cNvPr id="671" name="03_assume_matched_5968">
            <a:extLst>
              <a:ext uri="{FF2B5EF4-FFF2-40B4-BE49-F238E27FC236}">
                <a16:creationId xmlns:a16="http://schemas.microsoft.com/office/drawing/2014/main" id="{3A27FC25-082B-4CA2-8991-2F3312CD1E06}"/>
              </a:ext>
            </a:extLst>
          </p:cNvPr>
          <p:cNvSpPr>
            <a:spLocks noGrp="1"/>
          </p:cNvSpPr>
          <p:nvPr/>
        </p:nvSpPr>
        <p:spPr>
          <a:xfrm>
            <a:off x="3896953" y="1362960"/>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672" name="03_assume_matched_5969">
            <a:extLst>
              <a:ext uri="{FF2B5EF4-FFF2-40B4-BE49-F238E27FC236}">
                <a16:creationId xmlns:a16="http://schemas.microsoft.com/office/drawing/2014/main" id="{9F4B018B-8625-437B-B831-D5674F7C01CF}"/>
              </a:ext>
            </a:extLst>
          </p:cNvPr>
          <p:cNvSpPr>
            <a:spLocks noGrp="1"/>
          </p:cNvSpPr>
          <p:nvPr/>
        </p:nvSpPr>
        <p:spPr>
          <a:xfrm>
            <a:off x="3896953" y="2006317"/>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673" name="text_5970">
            <a:extLst>
              <a:ext uri="{FF2B5EF4-FFF2-40B4-BE49-F238E27FC236}">
                <a16:creationId xmlns:a16="http://schemas.microsoft.com/office/drawing/2014/main" id="{56617359-B72C-4BDC-92F4-1DC7C32B77AC}"/>
              </a:ext>
            </a:extLst>
          </p:cNvPr>
          <p:cNvSpPr>
            <a:spLocks noGrp="1"/>
          </p:cNvSpPr>
          <p:nvPr/>
        </p:nvSpPr>
        <p:spPr>
          <a:xfrm>
            <a:off x="3554764" y="1064024"/>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b</a:t>
            </a:r>
          </a:p>
        </p:txBody>
      </p:sp>
      <p:sp>
        <p:nvSpPr>
          <p:cNvPr id="674" name="text_5971">
            <a:extLst>
              <a:ext uri="{FF2B5EF4-FFF2-40B4-BE49-F238E27FC236}">
                <a16:creationId xmlns:a16="http://schemas.microsoft.com/office/drawing/2014/main" id="{0120E76E-B65F-4766-AE28-375E0728ECC9}"/>
              </a:ext>
            </a:extLst>
          </p:cNvPr>
          <p:cNvSpPr>
            <a:spLocks noGrp="1"/>
          </p:cNvSpPr>
          <p:nvPr/>
        </p:nvSpPr>
        <p:spPr>
          <a:xfrm>
            <a:off x="3896953" y="1163379"/>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Top-1, RMSD &lt;3 Å</a:t>
            </a:r>
          </a:p>
        </p:txBody>
      </p:sp>
      <p:sp>
        <p:nvSpPr>
          <p:cNvPr id="675" name="03_assume_matched_5972">
            <a:extLst>
              <a:ext uri="{FF2B5EF4-FFF2-40B4-BE49-F238E27FC236}">
                <a16:creationId xmlns:a16="http://schemas.microsoft.com/office/drawing/2014/main" id="{9E2B2040-C975-4E4E-9EC0-510D730B24B7}"/>
              </a:ext>
            </a:extLst>
          </p:cNvPr>
          <p:cNvSpPr>
            <a:spLocks noGrp="1"/>
          </p:cNvSpPr>
          <p:nvPr/>
        </p:nvSpPr>
        <p:spPr>
          <a:xfrm>
            <a:off x="3919584" y="1723950"/>
            <a:ext cx="2263158" cy="253122"/>
          </a:xfrm>
          <a:custGeom>
            <a:avLst/>
            <a:gdLst/>
            <a:ahLst/>
            <a:cxnLst/>
            <a:rect l="0" t="0" r="0" b="0"/>
            <a:pathLst>
              <a:path w="2263158" h="253122">
                <a:moveTo>
                  <a:pt x="0" y="253122"/>
                </a:moveTo>
                <a:lnTo>
                  <a:pt x="53885" y="252213"/>
                </a:lnTo>
                <a:lnTo>
                  <a:pt x="53885" y="251671"/>
                </a:lnTo>
                <a:lnTo>
                  <a:pt x="67701" y="250307"/>
                </a:lnTo>
                <a:lnTo>
                  <a:pt x="68581" y="249520"/>
                </a:lnTo>
                <a:lnTo>
                  <a:pt x="96716" y="248143"/>
                </a:lnTo>
                <a:lnTo>
                  <a:pt x="96716" y="248046"/>
                </a:lnTo>
                <a:lnTo>
                  <a:pt x="125731" y="246766"/>
                </a:lnTo>
                <a:lnTo>
                  <a:pt x="125731" y="240339"/>
                </a:lnTo>
                <a:lnTo>
                  <a:pt x="137161" y="240242"/>
                </a:lnTo>
                <a:lnTo>
                  <a:pt x="137161" y="238860"/>
                </a:lnTo>
                <a:lnTo>
                  <a:pt x="150877" y="238763"/>
                </a:lnTo>
                <a:lnTo>
                  <a:pt x="150877" y="236484"/>
                </a:lnTo>
                <a:lnTo>
                  <a:pt x="188596" y="236192"/>
                </a:lnTo>
                <a:lnTo>
                  <a:pt x="188596" y="226065"/>
                </a:lnTo>
                <a:lnTo>
                  <a:pt x="205742" y="225967"/>
                </a:lnTo>
                <a:lnTo>
                  <a:pt x="205742" y="224586"/>
                </a:lnTo>
                <a:lnTo>
                  <a:pt x="215539" y="224067"/>
                </a:lnTo>
                <a:lnTo>
                  <a:pt x="215539" y="222982"/>
                </a:lnTo>
                <a:lnTo>
                  <a:pt x="251462" y="221930"/>
                </a:lnTo>
                <a:lnTo>
                  <a:pt x="251462" y="214967"/>
                </a:lnTo>
                <a:lnTo>
                  <a:pt x="274322" y="214327"/>
                </a:lnTo>
                <a:lnTo>
                  <a:pt x="274322" y="212946"/>
                </a:lnTo>
                <a:lnTo>
                  <a:pt x="301754" y="212330"/>
                </a:lnTo>
                <a:lnTo>
                  <a:pt x="301754" y="208532"/>
                </a:lnTo>
                <a:lnTo>
                  <a:pt x="342903" y="207155"/>
                </a:lnTo>
                <a:lnTo>
                  <a:pt x="342903" y="205773"/>
                </a:lnTo>
                <a:lnTo>
                  <a:pt x="377193" y="205481"/>
                </a:lnTo>
                <a:lnTo>
                  <a:pt x="377193" y="173706"/>
                </a:lnTo>
                <a:lnTo>
                  <a:pt x="411483" y="173511"/>
                </a:lnTo>
                <a:lnTo>
                  <a:pt x="411483" y="172130"/>
                </a:lnTo>
                <a:lnTo>
                  <a:pt x="452632" y="171045"/>
                </a:lnTo>
                <a:lnTo>
                  <a:pt x="452632" y="168766"/>
                </a:lnTo>
                <a:lnTo>
                  <a:pt x="502924" y="167784"/>
                </a:lnTo>
                <a:lnTo>
                  <a:pt x="502924" y="158825"/>
                </a:lnTo>
                <a:lnTo>
                  <a:pt x="548644" y="157740"/>
                </a:lnTo>
                <a:lnTo>
                  <a:pt x="548644" y="156359"/>
                </a:lnTo>
                <a:lnTo>
                  <a:pt x="565789" y="156261"/>
                </a:lnTo>
                <a:lnTo>
                  <a:pt x="565789" y="148665"/>
                </a:lnTo>
                <a:lnTo>
                  <a:pt x="603509" y="148471"/>
                </a:lnTo>
                <a:lnTo>
                  <a:pt x="603509" y="146192"/>
                </a:lnTo>
                <a:lnTo>
                  <a:pt x="628655" y="146192"/>
                </a:lnTo>
                <a:lnTo>
                  <a:pt x="628655" y="142394"/>
                </a:lnTo>
                <a:lnTo>
                  <a:pt x="678947" y="141309"/>
                </a:lnTo>
                <a:lnTo>
                  <a:pt x="678947" y="140549"/>
                </a:lnTo>
                <a:lnTo>
                  <a:pt x="754386" y="139859"/>
                </a:lnTo>
                <a:lnTo>
                  <a:pt x="754386" y="29465"/>
                </a:lnTo>
                <a:lnTo>
                  <a:pt x="829825" y="28677"/>
                </a:lnTo>
                <a:lnTo>
                  <a:pt x="829825" y="27917"/>
                </a:lnTo>
                <a:lnTo>
                  <a:pt x="880117" y="27820"/>
                </a:lnTo>
                <a:lnTo>
                  <a:pt x="880117" y="25288"/>
                </a:lnTo>
                <a:lnTo>
                  <a:pt x="960128" y="24208"/>
                </a:lnTo>
                <a:lnTo>
                  <a:pt x="960128" y="23517"/>
                </a:lnTo>
                <a:lnTo>
                  <a:pt x="1131579" y="23031"/>
                </a:lnTo>
                <a:lnTo>
                  <a:pt x="1131579" y="21132"/>
                </a:lnTo>
                <a:lnTo>
                  <a:pt x="1320175" y="20937"/>
                </a:lnTo>
                <a:lnTo>
                  <a:pt x="1320175" y="19038"/>
                </a:lnTo>
                <a:lnTo>
                  <a:pt x="1508772" y="18941"/>
                </a:lnTo>
                <a:lnTo>
                  <a:pt x="1508772" y="12611"/>
                </a:lnTo>
                <a:lnTo>
                  <a:pt x="1760234" y="12319"/>
                </a:lnTo>
                <a:lnTo>
                  <a:pt x="1760234" y="9787"/>
                </a:lnTo>
                <a:lnTo>
                  <a:pt x="1885965" y="9689"/>
                </a:lnTo>
                <a:lnTo>
                  <a:pt x="1885965" y="7790"/>
                </a:lnTo>
                <a:lnTo>
                  <a:pt x="2263158" y="7596"/>
                </a:lnTo>
                <a:lnTo>
                  <a:pt x="2263158" y="0"/>
                </a:lnTo>
                <a:lnTo>
                  <a:pt x="2263158" y="0"/>
                </a:lnTo>
              </a:path>
            </a:pathLst>
          </a:custGeom>
          <a:noFill/>
          <a:ln w="22860">
            <a:solidFill>
              <a:srgbClr val="00878B"/>
            </a:solidFill>
            <a:prstDash val="solid"/>
          </a:ln>
        </p:spPr>
      </p:sp>
      <p:sp>
        <p:nvSpPr>
          <p:cNvPr id="676" name="03_assume_matched_5973">
            <a:extLst>
              <a:ext uri="{FF2B5EF4-FFF2-40B4-BE49-F238E27FC236}">
                <a16:creationId xmlns:a16="http://schemas.microsoft.com/office/drawing/2014/main" id="{E0170819-B3B8-44AF-8213-952B135A1F02}"/>
              </a:ext>
            </a:extLst>
          </p:cNvPr>
          <p:cNvSpPr>
            <a:spLocks noGrp="1"/>
          </p:cNvSpPr>
          <p:nvPr/>
        </p:nvSpPr>
        <p:spPr>
          <a:xfrm>
            <a:off x="3919584" y="1879594"/>
            <a:ext cx="2263158" cy="97478"/>
          </a:xfrm>
          <a:custGeom>
            <a:avLst/>
            <a:gdLst/>
            <a:ahLst/>
            <a:cxnLst/>
            <a:rect l="0" t="0" r="0" b="0"/>
            <a:pathLst>
              <a:path w="2263158" h="97478">
                <a:moveTo>
                  <a:pt x="0" y="97478"/>
                </a:moveTo>
                <a:lnTo>
                  <a:pt x="1508772" y="97478"/>
                </a:lnTo>
                <a:lnTo>
                  <a:pt x="1508772" y="0"/>
                </a:lnTo>
                <a:lnTo>
                  <a:pt x="2263158" y="0"/>
                </a:lnTo>
                <a:lnTo>
                  <a:pt x="2263158" y="0"/>
                </a:lnTo>
              </a:path>
            </a:pathLst>
          </a:custGeom>
          <a:noFill/>
          <a:ln w="13335">
            <a:solidFill>
              <a:srgbClr val="3A64C8"/>
            </a:solidFill>
            <a:prstDash val="solid"/>
          </a:ln>
        </p:spPr>
      </p:sp>
      <p:sp>
        <p:nvSpPr>
          <p:cNvPr id="677" name="03_assume_matched_5974">
            <a:extLst>
              <a:ext uri="{FF2B5EF4-FFF2-40B4-BE49-F238E27FC236}">
                <a16:creationId xmlns:a16="http://schemas.microsoft.com/office/drawing/2014/main" id="{4B3CD5B9-52D7-44E9-BFB9-249E743E676B}"/>
              </a:ext>
            </a:extLst>
          </p:cNvPr>
          <p:cNvSpPr>
            <a:spLocks noGrp="1"/>
          </p:cNvSpPr>
          <p:nvPr/>
        </p:nvSpPr>
        <p:spPr>
          <a:xfrm>
            <a:off x="4275187" y="1876066"/>
            <a:ext cx="43180" cy="43180"/>
          </a:xfrm>
          <a:prstGeom prst="ellipse">
            <a:avLst/>
          </a:prstGeom>
          <a:solidFill>
            <a:srgbClr val="00878B"/>
          </a:solidFill>
          <a:ln w="4445">
            <a:solidFill>
              <a:srgbClr val="FFFFFF"/>
            </a:solidFill>
            <a:prstDash val="solid"/>
          </a:ln>
        </p:spPr>
      </p:sp>
      <p:sp>
        <p:nvSpPr>
          <p:cNvPr id="678" name="03_assume_matched_5975">
            <a:extLst>
              <a:ext uri="{FF2B5EF4-FFF2-40B4-BE49-F238E27FC236}">
                <a16:creationId xmlns:a16="http://schemas.microsoft.com/office/drawing/2014/main" id="{63B4C89F-4F91-4EB2-A627-72581629ED53}"/>
              </a:ext>
            </a:extLst>
          </p:cNvPr>
          <p:cNvSpPr>
            <a:spLocks noGrp="1"/>
          </p:cNvSpPr>
          <p:nvPr/>
        </p:nvSpPr>
        <p:spPr>
          <a:xfrm>
            <a:off x="4652380" y="1731825"/>
            <a:ext cx="43180" cy="43180"/>
          </a:xfrm>
          <a:prstGeom prst="ellipse">
            <a:avLst/>
          </a:prstGeom>
          <a:solidFill>
            <a:srgbClr val="00878B"/>
          </a:solidFill>
          <a:ln w="4445">
            <a:solidFill>
              <a:srgbClr val="FFFFFF"/>
            </a:solidFill>
            <a:prstDash val="solid"/>
          </a:ln>
        </p:spPr>
      </p:sp>
      <p:sp>
        <p:nvSpPr>
          <p:cNvPr id="679" name="03_assume_matched_5976">
            <a:extLst>
              <a:ext uri="{FF2B5EF4-FFF2-40B4-BE49-F238E27FC236}">
                <a16:creationId xmlns:a16="http://schemas.microsoft.com/office/drawing/2014/main" id="{845FF1D5-D6B0-48A1-B0EA-1A1FBE116EA5}"/>
              </a:ext>
            </a:extLst>
          </p:cNvPr>
          <p:cNvSpPr>
            <a:spLocks noGrp="1"/>
          </p:cNvSpPr>
          <p:nvPr/>
        </p:nvSpPr>
        <p:spPr>
          <a:xfrm>
            <a:off x="5406766" y="1714971"/>
            <a:ext cx="43180" cy="43180"/>
          </a:xfrm>
          <a:prstGeom prst="ellipse">
            <a:avLst/>
          </a:prstGeom>
          <a:solidFill>
            <a:srgbClr val="00878B"/>
          </a:solidFill>
          <a:ln w="4445">
            <a:solidFill>
              <a:srgbClr val="FFFFFF"/>
            </a:solidFill>
            <a:prstDash val="solid"/>
          </a:ln>
        </p:spPr>
      </p:sp>
      <p:sp>
        <p:nvSpPr>
          <p:cNvPr id="680" name="03_assume_matched_5977">
            <a:extLst>
              <a:ext uri="{FF2B5EF4-FFF2-40B4-BE49-F238E27FC236}">
                <a16:creationId xmlns:a16="http://schemas.microsoft.com/office/drawing/2014/main" id="{3EB1084D-A926-499F-BD44-FC51498C1A30}"/>
              </a:ext>
            </a:extLst>
          </p:cNvPr>
          <p:cNvSpPr>
            <a:spLocks noGrp="1"/>
          </p:cNvSpPr>
          <p:nvPr/>
        </p:nvSpPr>
        <p:spPr>
          <a:xfrm>
            <a:off x="6161152" y="1702360"/>
            <a:ext cx="43180" cy="43180"/>
          </a:xfrm>
          <a:prstGeom prst="ellipse">
            <a:avLst/>
          </a:prstGeom>
          <a:solidFill>
            <a:srgbClr val="00878B"/>
          </a:solidFill>
          <a:ln w="4445">
            <a:solidFill>
              <a:srgbClr val="FFFFFF"/>
            </a:solidFill>
            <a:prstDash val="solid"/>
          </a:ln>
        </p:spPr>
      </p:sp>
      <p:sp>
        <p:nvSpPr>
          <p:cNvPr id="681" name="03_assume_matched_5978">
            <a:extLst>
              <a:ext uri="{FF2B5EF4-FFF2-40B4-BE49-F238E27FC236}">
                <a16:creationId xmlns:a16="http://schemas.microsoft.com/office/drawing/2014/main" id="{1B1507AE-0DDB-4F34-8037-094A0CC83320}"/>
              </a:ext>
            </a:extLst>
          </p:cNvPr>
          <p:cNvSpPr>
            <a:spLocks noGrp="1"/>
          </p:cNvSpPr>
          <p:nvPr/>
        </p:nvSpPr>
        <p:spPr>
          <a:xfrm>
            <a:off x="4260856"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2" name="03_assume_matched_5979">
            <a:extLst>
              <a:ext uri="{FF2B5EF4-FFF2-40B4-BE49-F238E27FC236}">
                <a16:creationId xmlns:a16="http://schemas.microsoft.com/office/drawing/2014/main" id="{B839346C-2B6D-4A17-ABF2-94FD69182644}"/>
              </a:ext>
            </a:extLst>
          </p:cNvPr>
          <p:cNvSpPr>
            <a:spLocks noGrp="1"/>
          </p:cNvSpPr>
          <p:nvPr/>
        </p:nvSpPr>
        <p:spPr>
          <a:xfrm>
            <a:off x="4638049"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3" name="03_assume_matched_5980">
            <a:extLst>
              <a:ext uri="{FF2B5EF4-FFF2-40B4-BE49-F238E27FC236}">
                <a16:creationId xmlns:a16="http://schemas.microsoft.com/office/drawing/2014/main" id="{8759F69E-1EE4-4BD6-A785-DF282A20FDE9}"/>
              </a:ext>
            </a:extLst>
          </p:cNvPr>
          <p:cNvSpPr>
            <a:spLocks noGrp="1"/>
          </p:cNvSpPr>
          <p:nvPr/>
        </p:nvSpPr>
        <p:spPr>
          <a:xfrm>
            <a:off x="5392435" y="184367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4" name="03_assume_matched_5981">
            <a:extLst>
              <a:ext uri="{FF2B5EF4-FFF2-40B4-BE49-F238E27FC236}">
                <a16:creationId xmlns:a16="http://schemas.microsoft.com/office/drawing/2014/main" id="{26DD4854-48AA-4BB9-AF04-E5157DDEF1EC}"/>
              </a:ext>
            </a:extLst>
          </p:cNvPr>
          <p:cNvSpPr>
            <a:spLocks noGrp="1"/>
          </p:cNvSpPr>
          <p:nvPr/>
        </p:nvSpPr>
        <p:spPr>
          <a:xfrm>
            <a:off x="6146821" y="184367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5" name="03_assume_matched_5982">
            <a:extLst>
              <a:ext uri="{FF2B5EF4-FFF2-40B4-BE49-F238E27FC236}">
                <a16:creationId xmlns:a16="http://schemas.microsoft.com/office/drawing/2014/main" id="{5804F795-7AA7-4486-A04A-CE34CAE0B666}"/>
              </a:ext>
            </a:extLst>
          </p:cNvPr>
          <p:cNvSpPr>
            <a:spLocks noGrp="1"/>
          </p:cNvSpPr>
          <p:nvPr/>
        </p:nvSpPr>
        <p:spPr>
          <a:xfrm>
            <a:off x="768364" y="2521001"/>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686" name="03_assume_matched_5983">
            <a:extLst>
              <a:ext uri="{FF2B5EF4-FFF2-40B4-BE49-F238E27FC236}">
                <a16:creationId xmlns:a16="http://schemas.microsoft.com/office/drawing/2014/main" id="{F822F4E8-F38A-4136-BEA2-6D2D540F3768}"/>
              </a:ext>
            </a:extLst>
          </p:cNvPr>
          <p:cNvSpPr>
            <a:spLocks noGrp="1"/>
          </p:cNvSpPr>
          <p:nvPr/>
        </p:nvSpPr>
        <p:spPr>
          <a:xfrm>
            <a:off x="1070117" y="2550245"/>
            <a:ext cx="196140" cy="584869"/>
          </a:xfrm>
          <a:custGeom>
            <a:avLst/>
            <a:gdLst/>
            <a:ahLst/>
            <a:cxnLst/>
            <a:rect l="0" t="0" r="0" b="0"/>
            <a:pathLst>
              <a:path w="196140" h="584869">
                <a:moveTo>
                  <a:pt x="196140" y="584869"/>
                </a:moveTo>
                <a:lnTo>
                  <a:pt x="0" y="584869"/>
                </a:lnTo>
                <a:lnTo>
                  <a:pt x="1098" y="579995"/>
                </a:lnTo>
                <a:lnTo>
                  <a:pt x="4319" y="575121"/>
                </a:lnTo>
                <a:lnTo>
                  <a:pt x="9445" y="570247"/>
                </a:lnTo>
                <a:lnTo>
                  <a:pt x="16143" y="565373"/>
                </a:lnTo>
                <a:lnTo>
                  <a:pt x="23998" y="560500"/>
                </a:lnTo>
                <a:lnTo>
                  <a:pt x="32552" y="555626"/>
                </a:lnTo>
                <a:lnTo>
                  <a:pt x="41353" y="550752"/>
                </a:lnTo>
                <a:lnTo>
                  <a:pt x="49989" y="545878"/>
                </a:lnTo>
                <a:lnTo>
                  <a:pt x="58117" y="541004"/>
                </a:lnTo>
                <a:lnTo>
                  <a:pt x="65481" y="536130"/>
                </a:lnTo>
                <a:lnTo>
                  <a:pt x="71917" y="531256"/>
                </a:lnTo>
                <a:lnTo>
                  <a:pt x="77350" y="526382"/>
                </a:lnTo>
                <a:lnTo>
                  <a:pt x="81780" y="521508"/>
                </a:lnTo>
                <a:lnTo>
                  <a:pt x="85267" y="516634"/>
                </a:lnTo>
                <a:lnTo>
                  <a:pt x="87909" y="511760"/>
                </a:lnTo>
                <a:lnTo>
                  <a:pt x="89830" y="506887"/>
                </a:lnTo>
                <a:lnTo>
                  <a:pt x="91159" y="502013"/>
                </a:lnTo>
                <a:lnTo>
                  <a:pt x="92021" y="497139"/>
                </a:lnTo>
                <a:lnTo>
                  <a:pt x="92532" y="492265"/>
                </a:lnTo>
                <a:lnTo>
                  <a:pt x="92788" y="487391"/>
                </a:lnTo>
                <a:lnTo>
                  <a:pt x="92872" y="482517"/>
                </a:lnTo>
                <a:lnTo>
                  <a:pt x="92845" y="477643"/>
                </a:lnTo>
                <a:lnTo>
                  <a:pt x="92755" y="472769"/>
                </a:lnTo>
                <a:lnTo>
                  <a:pt x="92636" y="467895"/>
                </a:lnTo>
                <a:lnTo>
                  <a:pt x="92508" y="463021"/>
                </a:lnTo>
                <a:lnTo>
                  <a:pt x="92387" y="458147"/>
                </a:lnTo>
                <a:lnTo>
                  <a:pt x="92276" y="453274"/>
                </a:lnTo>
                <a:lnTo>
                  <a:pt x="92177" y="448400"/>
                </a:lnTo>
                <a:lnTo>
                  <a:pt x="92086" y="443526"/>
                </a:lnTo>
                <a:lnTo>
                  <a:pt x="91999" y="438652"/>
                </a:lnTo>
                <a:lnTo>
                  <a:pt x="91909" y="433778"/>
                </a:lnTo>
                <a:lnTo>
                  <a:pt x="91810" y="428904"/>
                </a:lnTo>
                <a:lnTo>
                  <a:pt x="91697" y="424030"/>
                </a:lnTo>
                <a:lnTo>
                  <a:pt x="91568" y="419156"/>
                </a:lnTo>
                <a:lnTo>
                  <a:pt x="91421" y="414282"/>
                </a:lnTo>
                <a:lnTo>
                  <a:pt x="91259" y="409408"/>
                </a:lnTo>
                <a:lnTo>
                  <a:pt x="91088" y="404534"/>
                </a:lnTo>
                <a:lnTo>
                  <a:pt x="90915" y="399661"/>
                </a:lnTo>
                <a:lnTo>
                  <a:pt x="90748" y="394787"/>
                </a:lnTo>
                <a:lnTo>
                  <a:pt x="90596" y="389913"/>
                </a:lnTo>
                <a:lnTo>
                  <a:pt x="90466" y="385039"/>
                </a:lnTo>
                <a:lnTo>
                  <a:pt x="90362" y="380165"/>
                </a:lnTo>
                <a:lnTo>
                  <a:pt x="90286" y="375291"/>
                </a:lnTo>
                <a:lnTo>
                  <a:pt x="90232" y="370417"/>
                </a:lnTo>
                <a:lnTo>
                  <a:pt x="90191" y="365543"/>
                </a:lnTo>
                <a:lnTo>
                  <a:pt x="90150" y="360669"/>
                </a:lnTo>
                <a:lnTo>
                  <a:pt x="90092" y="355795"/>
                </a:lnTo>
                <a:lnTo>
                  <a:pt x="89997" y="350921"/>
                </a:lnTo>
                <a:lnTo>
                  <a:pt x="89848" y="346048"/>
                </a:lnTo>
                <a:lnTo>
                  <a:pt x="89630" y="341174"/>
                </a:lnTo>
                <a:lnTo>
                  <a:pt x="89337" y="336300"/>
                </a:lnTo>
                <a:lnTo>
                  <a:pt x="88970" y="331426"/>
                </a:lnTo>
                <a:lnTo>
                  <a:pt x="88542" y="326552"/>
                </a:lnTo>
                <a:lnTo>
                  <a:pt x="88075" y="321678"/>
                </a:lnTo>
                <a:lnTo>
                  <a:pt x="87605" y="316804"/>
                </a:lnTo>
                <a:lnTo>
                  <a:pt x="87170" y="311930"/>
                </a:lnTo>
                <a:lnTo>
                  <a:pt x="86816" y="307056"/>
                </a:lnTo>
                <a:lnTo>
                  <a:pt x="86586" y="302182"/>
                </a:lnTo>
                <a:lnTo>
                  <a:pt x="86515" y="297308"/>
                </a:lnTo>
                <a:lnTo>
                  <a:pt x="86630" y="292435"/>
                </a:lnTo>
                <a:lnTo>
                  <a:pt x="86944" y="287561"/>
                </a:lnTo>
                <a:lnTo>
                  <a:pt x="87453" y="282687"/>
                </a:lnTo>
                <a:lnTo>
                  <a:pt x="88138" y="277813"/>
                </a:lnTo>
                <a:lnTo>
                  <a:pt x="88970" y="272939"/>
                </a:lnTo>
                <a:lnTo>
                  <a:pt x="89907" y="268065"/>
                </a:lnTo>
                <a:lnTo>
                  <a:pt x="90905" y="263191"/>
                </a:lnTo>
                <a:lnTo>
                  <a:pt x="91917" y="258317"/>
                </a:lnTo>
                <a:lnTo>
                  <a:pt x="92903" y="253443"/>
                </a:lnTo>
                <a:lnTo>
                  <a:pt x="93826" y="248569"/>
                </a:lnTo>
                <a:lnTo>
                  <a:pt x="94663" y="243695"/>
                </a:lnTo>
                <a:lnTo>
                  <a:pt x="95395" y="238822"/>
                </a:lnTo>
                <a:lnTo>
                  <a:pt x="96018" y="233948"/>
                </a:lnTo>
                <a:lnTo>
                  <a:pt x="96531" y="229074"/>
                </a:lnTo>
                <a:lnTo>
                  <a:pt x="96941" y="224200"/>
                </a:lnTo>
                <a:lnTo>
                  <a:pt x="97261" y="219326"/>
                </a:lnTo>
                <a:lnTo>
                  <a:pt x="97504" y="214452"/>
                </a:lnTo>
                <a:lnTo>
                  <a:pt x="97682" y="209578"/>
                </a:lnTo>
                <a:lnTo>
                  <a:pt x="97811" y="204704"/>
                </a:lnTo>
                <a:lnTo>
                  <a:pt x="97901" y="199830"/>
                </a:lnTo>
                <a:lnTo>
                  <a:pt x="97962" y="194956"/>
                </a:lnTo>
                <a:lnTo>
                  <a:pt x="98002" y="190082"/>
                </a:lnTo>
                <a:lnTo>
                  <a:pt x="98029" y="185209"/>
                </a:lnTo>
                <a:lnTo>
                  <a:pt x="98046" y="180335"/>
                </a:lnTo>
                <a:lnTo>
                  <a:pt x="98056" y="175461"/>
                </a:lnTo>
                <a:lnTo>
                  <a:pt x="98062" y="170587"/>
                </a:lnTo>
                <a:lnTo>
                  <a:pt x="98066" y="165713"/>
                </a:lnTo>
                <a:lnTo>
                  <a:pt x="98068" y="160839"/>
                </a:lnTo>
                <a:lnTo>
                  <a:pt x="98069"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1" y="155965"/>
                </a:lnTo>
                <a:lnTo>
                  <a:pt x="98073" y="160839"/>
                </a:lnTo>
                <a:lnTo>
                  <a:pt x="98075" y="165713"/>
                </a:lnTo>
                <a:lnTo>
                  <a:pt x="98078" y="170587"/>
                </a:lnTo>
                <a:lnTo>
                  <a:pt x="98085" y="175461"/>
                </a:lnTo>
                <a:lnTo>
                  <a:pt x="98095" y="180335"/>
                </a:lnTo>
                <a:lnTo>
                  <a:pt x="98112" y="185209"/>
                </a:lnTo>
                <a:lnTo>
                  <a:pt x="98138" y="190082"/>
                </a:lnTo>
                <a:lnTo>
                  <a:pt x="98179" y="194956"/>
                </a:lnTo>
                <a:lnTo>
                  <a:pt x="98240" y="199830"/>
                </a:lnTo>
                <a:lnTo>
                  <a:pt x="98330" y="204704"/>
                </a:lnTo>
                <a:lnTo>
                  <a:pt x="98458" y="209578"/>
                </a:lnTo>
                <a:lnTo>
                  <a:pt x="98637" y="214452"/>
                </a:lnTo>
                <a:lnTo>
                  <a:pt x="98879" y="219326"/>
                </a:lnTo>
                <a:lnTo>
                  <a:pt x="99199" y="224200"/>
                </a:lnTo>
                <a:lnTo>
                  <a:pt x="99610" y="229074"/>
                </a:lnTo>
                <a:lnTo>
                  <a:pt x="100123" y="233948"/>
                </a:lnTo>
                <a:lnTo>
                  <a:pt x="100745" y="238822"/>
                </a:lnTo>
                <a:lnTo>
                  <a:pt x="101478" y="243695"/>
                </a:lnTo>
                <a:lnTo>
                  <a:pt x="102314" y="248569"/>
                </a:lnTo>
                <a:lnTo>
                  <a:pt x="103238" y="253443"/>
                </a:lnTo>
                <a:lnTo>
                  <a:pt x="104223" y="258317"/>
                </a:lnTo>
                <a:lnTo>
                  <a:pt x="105236" y="263191"/>
                </a:lnTo>
                <a:lnTo>
                  <a:pt x="106233" y="268065"/>
                </a:lnTo>
                <a:lnTo>
                  <a:pt x="107170" y="272939"/>
                </a:lnTo>
                <a:lnTo>
                  <a:pt x="108002" y="277813"/>
                </a:lnTo>
                <a:lnTo>
                  <a:pt x="108688" y="282687"/>
                </a:lnTo>
                <a:lnTo>
                  <a:pt x="109197" y="287561"/>
                </a:lnTo>
                <a:lnTo>
                  <a:pt x="109510" y="292435"/>
                </a:lnTo>
                <a:lnTo>
                  <a:pt x="109626" y="297308"/>
                </a:lnTo>
                <a:lnTo>
                  <a:pt x="109555" y="302182"/>
                </a:lnTo>
                <a:lnTo>
                  <a:pt x="109324" y="307056"/>
                </a:lnTo>
                <a:lnTo>
                  <a:pt x="108970" y="311930"/>
                </a:lnTo>
                <a:lnTo>
                  <a:pt x="108536" y="316804"/>
                </a:lnTo>
                <a:lnTo>
                  <a:pt x="108065" y="321678"/>
                </a:lnTo>
                <a:lnTo>
                  <a:pt x="107599" y="326552"/>
                </a:lnTo>
                <a:lnTo>
                  <a:pt x="107170" y="331426"/>
                </a:lnTo>
                <a:lnTo>
                  <a:pt x="106803" y="336300"/>
                </a:lnTo>
                <a:lnTo>
                  <a:pt x="106510" y="341174"/>
                </a:lnTo>
                <a:lnTo>
                  <a:pt x="106293" y="346048"/>
                </a:lnTo>
                <a:lnTo>
                  <a:pt x="106143" y="350921"/>
                </a:lnTo>
                <a:lnTo>
                  <a:pt x="106048" y="355795"/>
                </a:lnTo>
                <a:lnTo>
                  <a:pt x="105990" y="360669"/>
                </a:lnTo>
                <a:lnTo>
                  <a:pt x="105949" y="365543"/>
                </a:lnTo>
                <a:lnTo>
                  <a:pt x="105909" y="370417"/>
                </a:lnTo>
                <a:lnTo>
                  <a:pt x="105855" y="375291"/>
                </a:lnTo>
                <a:lnTo>
                  <a:pt x="105778" y="380165"/>
                </a:lnTo>
                <a:lnTo>
                  <a:pt x="105675" y="385039"/>
                </a:lnTo>
                <a:lnTo>
                  <a:pt x="105545" y="389913"/>
                </a:lnTo>
                <a:lnTo>
                  <a:pt x="105393" y="394787"/>
                </a:lnTo>
                <a:lnTo>
                  <a:pt x="105226" y="399661"/>
                </a:lnTo>
                <a:lnTo>
                  <a:pt x="105052" y="404534"/>
                </a:lnTo>
                <a:lnTo>
                  <a:pt x="104881" y="409408"/>
                </a:lnTo>
                <a:lnTo>
                  <a:pt x="104720" y="414282"/>
                </a:lnTo>
                <a:lnTo>
                  <a:pt x="104573" y="419156"/>
                </a:lnTo>
                <a:lnTo>
                  <a:pt x="104443" y="424030"/>
                </a:lnTo>
                <a:lnTo>
                  <a:pt x="104330" y="428904"/>
                </a:lnTo>
                <a:lnTo>
                  <a:pt x="104231" y="433778"/>
                </a:lnTo>
                <a:lnTo>
                  <a:pt x="104141" y="438652"/>
                </a:lnTo>
                <a:lnTo>
                  <a:pt x="104054" y="443526"/>
                </a:lnTo>
                <a:lnTo>
                  <a:pt x="103964" y="448400"/>
                </a:lnTo>
                <a:lnTo>
                  <a:pt x="103865" y="453274"/>
                </a:lnTo>
                <a:lnTo>
                  <a:pt x="103754" y="458147"/>
                </a:lnTo>
                <a:lnTo>
                  <a:pt x="103632" y="463021"/>
                </a:lnTo>
                <a:lnTo>
                  <a:pt x="103505" y="467895"/>
                </a:lnTo>
                <a:lnTo>
                  <a:pt x="103385" y="472769"/>
                </a:lnTo>
                <a:lnTo>
                  <a:pt x="103295" y="477643"/>
                </a:lnTo>
                <a:lnTo>
                  <a:pt x="103269" y="482517"/>
                </a:lnTo>
                <a:lnTo>
                  <a:pt x="103352" y="487391"/>
                </a:lnTo>
                <a:lnTo>
                  <a:pt x="103609" y="492265"/>
                </a:lnTo>
                <a:lnTo>
                  <a:pt x="104119" y="497139"/>
                </a:lnTo>
                <a:lnTo>
                  <a:pt x="104982" y="502013"/>
                </a:lnTo>
                <a:lnTo>
                  <a:pt x="106310" y="506887"/>
                </a:lnTo>
                <a:lnTo>
                  <a:pt x="108231" y="511760"/>
                </a:lnTo>
                <a:lnTo>
                  <a:pt x="110873" y="516634"/>
                </a:lnTo>
                <a:lnTo>
                  <a:pt x="114360" y="521508"/>
                </a:lnTo>
                <a:lnTo>
                  <a:pt x="118790" y="526382"/>
                </a:lnTo>
                <a:lnTo>
                  <a:pt x="124223" y="531256"/>
                </a:lnTo>
                <a:lnTo>
                  <a:pt x="130659" y="536130"/>
                </a:lnTo>
                <a:lnTo>
                  <a:pt x="138023" y="541004"/>
                </a:lnTo>
                <a:lnTo>
                  <a:pt x="146151" y="545878"/>
                </a:lnTo>
                <a:lnTo>
                  <a:pt x="154787" y="550752"/>
                </a:lnTo>
                <a:lnTo>
                  <a:pt x="163589" y="555626"/>
                </a:lnTo>
                <a:lnTo>
                  <a:pt x="172143" y="560500"/>
                </a:lnTo>
                <a:lnTo>
                  <a:pt x="179997" y="565373"/>
                </a:lnTo>
                <a:lnTo>
                  <a:pt x="186695" y="570247"/>
                </a:lnTo>
                <a:lnTo>
                  <a:pt x="191821" y="575121"/>
                </a:lnTo>
                <a:lnTo>
                  <a:pt x="195042"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87" name="03_assume_matched_5984">
            <a:extLst>
              <a:ext uri="{FF2B5EF4-FFF2-40B4-BE49-F238E27FC236}">
                <a16:creationId xmlns:a16="http://schemas.microsoft.com/office/drawing/2014/main" id="{47E05348-6FC0-4F17-B53B-795415E7FE3A}"/>
              </a:ext>
            </a:extLst>
          </p:cNvPr>
          <p:cNvSpPr>
            <a:spLocks noGrp="1"/>
          </p:cNvSpPr>
          <p:nvPr/>
        </p:nvSpPr>
        <p:spPr>
          <a:xfrm>
            <a:off x="1447310" y="2550245"/>
            <a:ext cx="196140" cy="584869"/>
          </a:xfrm>
          <a:custGeom>
            <a:avLst/>
            <a:gdLst/>
            <a:ahLst/>
            <a:cxnLst/>
            <a:rect l="0" t="0" r="0" b="0"/>
            <a:pathLst>
              <a:path w="196140" h="584869">
                <a:moveTo>
                  <a:pt x="196140" y="584869"/>
                </a:moveTo>
                <a:lnTo>
                  <a:pt x="0" y="584869"/>
                </a:lnTo>
                <a:lnTo>
                  <a:pt x="1094" y="579995"/>
                </a:lnTo>
                <a:lnTo>
                  <a:pt x="4303" y="575121"/>
                </a:lnTo>
                <a:lnTo>
                  <a:pt x="9411" y="570247"/>
                </a:lnTo>
                <a:lnTo>
                  <a:pt x="16086" y="565373"/>
                </a:lnTo>
                <a:lnTo>
                  <a:pt x="23913" y="560500"/>
                </a:lnTo>
                <a:lnTo>
                  <a:pt x="32439" y="555626"/>
                </a:lnTo>
                <a:lnTo>
                  <a:pt x="41213" y="550752"/>
                </a:lnTo>
                <a:lnTo>
                  <a:pt x="49825" y="545878"/>
                </a:lnTo>
                <a:lnTo>
                  <a:pt x="57935" y="541004"/>
                </a:lnTo>
                <a:lnTo>
                  <a:pt x="65287" y="536130"/>
                </a:lnTo>
                <a:lnTo>
                  <a:pt x="71720" y="531256"/>
                </a:lnTo>
                <a:lnTo>
                  <a:pt x="77159" y="526382"/>
                </a:lnTo>
                <a:lnTo>
                  <a:pt x="81605" y="521508"/>
                </a:lnTo>
                <a:lnTo>
                  <a:pt x="85118" y="516634"/>
                </a:lnTo>
                <a:lnTo>
                  <a:pt x="87797" y="511760"/>
                </a:lnTo>
                <a:lnTo>
                  <a:pt x="89763" y="506887"/>
                </a:lnTo>
                <a:lnTo>
                  <a:pt x="91146" y="502013"/>
                </a:lnTo>
                <a:lnTo>
                  <a:pt x="92069" y="497139"/>
                </a:lnTo>
                <a:lnTo>
                  <a:pt x="92645" y="492265"/>
                </a:lnTo>
                <a:lnTo>
                  <a:pt x="92971" y="487391"/>
                </a:lnTo>
                <a:lnTo>
                  <a:pt x="93126" y="482517"/>
                </a:lnTo>
                <a:lnTo>
                  <a:pt x="93172" y="477643"/>
                </a:lnTo>
                <a:lnTo>
                  <a:pt x="93156" y="472769"/>
                </a:lnTo>
                <a:lnTo>
                  <a:pt x="93112" y="467895"/>
                </a:lnTo>
                <a:lnTo>
                  <a:pt x="93064" y="463021"/>
                </a:lnTo>
                <a:lnTo>
                  <a:pt x="93028" y="458147"/>
                </a:lnTo>
                <a:lnTo>
                  <a:pt x="93013" y="453274"/>
                </a:lnTo>
                <a:lnTo>
                  <a:pt x="93024" y="448400"/>
                </a:lnTo>
                <a:lnTo>
                  <a:pt x="93061" y="443526"/>
                </a:lnTo>
                <a:lnTo>
                  <a:pt x="93123" y="438652"/>
                </a:lnTo>
                <a:lnTo>
                  <a:pt x="93206" y="433778"/>
                </a:lnTo>
                <a:lnTo>
                  <a:pt x="93303" y="428904"/>
                </a:lnTo>
                <a:lnTo>
                  <a:pt x="93410" y="424030"/>
                </a:lnTo>
                <a:lnTo>
                  <a:pt x="93522" y="419156"/>
                </a:lnTo>
                <a:lnTo>
                  <a:pt x="93635" y="414282"/>
                </a:lnTo>
                <a:lnTo>
                  <a:pt x="93747" y="409408"/>
                </a:lnTo>
                <a:lnTo>
                  <a:pt x="93857" y="404534"/>
                </a:lnTo>
                <a:lnTo>
                  <a:pt x="93966" y="399661"/>
                </a:lnTo>
                <a:lnTo>
                  <a:pt x="94077" y="394787"/>
                </a:lnTo>
                <a:lnTo>
                  <a:pt x="94193" y="389913"/>
                </a:lnTo>
                <a:lnTo>
                  <a:pt x="94316" y="385039"/>
                </a:lnTo>
                <a:lnTo>
                  <a:pt x="94448" y="380165"/>
                </a:lnTo>
                <a:lnTo>
                  <a:pt x="94590" y="375291"/>
                </a:lnTo>
                <a:lnTo>
                  <a:pt x="94740" y="370417"/>
                </a:lnTo>
                <a:lnTo>
                  <a:pt x="94895" y="365543"/>
                </a:lnTo>
                <a:lnTo>
                  <a:pt x="95051" y="360669"/>
                </a:lnTo>
                <a:lnTo>
                  <a:pt x="95200" y="355795"/>
                </a:lnTo>
                <a:lnTo>
                  <a:pt x="95337" y="350921"/>
                </a:lnTo>
                <a:lnTo>
                  <a:pt x="95453" y="346048"/>
                </a:lnTo>
                <a:lnTo>
                  <a:pt x="95541" y="341174"/>
                </a:lnTo>
                <a:lnTo>
                  <a:pt x="95593" y="336300"/>
                </a:lnTo>
                <a:lnTo>
                  <a:pt x="95606" y="331426"/>
                </a:lnTo>
                <a:lnTo>
                  <a:pt x="95575" y="326552"/>
                </a:lnTo>
                <a:lnTo>
                  <a:pt x="95501" y="321678"/>
                </a:lnTo>
                <a:lnTo>
                  <a:pt x="95387" y="316804"/>
                </a:lnTo>
                <a:lnTo>
                  <a:pt x="95238" y="311930"/>
                </a:lnTo>
                <a:lnTo>
                  <a:pt x="95063" y="307056"/>
                </a:lnTo>
                <a:lnTo>
                  <a:pt x="94873" y="302182"/>
                </a:lnTo>
                <a:lnTo>
                  <a:pt x="94679" y="297308"/>
                </a:lnTo>
                <a:lnTo>
                  <a:pt x="94495" y="292435"/>
                </a:lnTo>
                <a:lnTo>
                  <a:pt x="94333" y="287561"/>
                </a:lnTo>
                <a:lnTo>
                  <a:pt x="94201" y="282687"/>
                </a:lnTo>
                <a:lnTo>
                  <a:pt x="94107" y="277813"/>
                </a:lnTo>
                <a:lnTo>
                  <a:pt x="94056" y="272939"/>
                </a:lnTo>
                <a:lnTo>
                  <a:pt x="94048" y="268065"/>
                </a:lnTo>
                <a:lnTo>
                  <a:pt x="94079" y="263191"/>
                </a:lnTo>
                <a:lnTo>
                  <a:pt x="94145" y="258317"/>
                </a:lnTo>
                <a:lnTo>
                  <a:pt x="94237" y="253443"/>
                </a:lnTo>
                <a:lnTo>
                  <a:pt x="94345" y="248569"/>
                </a:lnTo>
                <a:lnTo>
                  <a:pt x="94461" y="243695"/>
                </a:lnTo>
                <a:lnTo>
                  <a:pt x="94574" y="238822"/>
                </a:lnTo>
                <a:lnTo>
                  <a:pt x="94676" y="233948"/>
                </a:lnTo>
                <a:lnTo>
                  <a:pt x="94759" y="229074"/>
                </a:lnTo>
                <a:lnTo>
                  <a:pt x="94818" y="224200"/>
                </a:lnTo>
                <a:lnTo>
                  <a:pt x="94851" y="219326"/>
                </a:lnTo>
                <a:lnTo>
                  <a:pt x="94857" y="214452"/>
                </a:lnTo>
                <a:lnTo>
                  <a:pt x="94839" y="209578"/>
                </a:lnTo>
                <a:lnTo>
                  <a:pt x="94800" y="204704"/>
                </a:lnTo>
                <a:lnTo>
                  <a:pt x="94748" y="199830"/>
                </a:lnTo>
                <a:lnTo>
                  <a:pt x="94689" y="194956"/>
                </a:lnTo>
                <a:lnTo>
                  <a:pt x="94634" y="190082"/>
                </a:lnTo>
                <a:lnTo>
                  <a:pt x="94592" y="185209"/>
                </a:lnTo>
                <a:lnTo>
                  <a:pt x="94569" y="180335"/>
                </a:lnTo>
                <a:lnTo>
                  <a:pt x="94574" y="175461"/>
                </a:lnTo>
                <a:lnTo>
                  <a:pt x="94612" y="170587"/>
                </a:lnTo>
                <a:lnTo>
                  <a:pt x="94682" y="165713"/>
                </a:lnTo>
                <a:lnTo>
                  <a:pt x="94786" y="160839"/>
                </a:lnTo>
                <a:lnTo>
                  <a:pt x="94919" y="155965"/>
                </a:lnTo>
                <a:lnTo>
                  <a:pt x="95074" y="151091"/>
                </a:lnTo>
                <a:lnTo>
                  <a:pt x="95243" y="146217"/>
                </a:lnTo>
                <a:lnTo>
                  <a:pt x="95419" y="141343"/>
                </a:lnTo>
                <a:lnTo>
                  <a:pt x="95591" y="136469"/>
                </a:lnTo>
                <a:lnTo>
                  <a:pt x="95753" y="131596"/>
                </a:lnTo>
                <a:lnTo>
                  <a:pt x="95897" y="126722"/>
                </a:lnTo>
                <a:lnTo>
                  <a:pt x="96020" y="121848"/>
                </a:lnTo>
                <a:lnTo>
                  <a:pt x="96116" y="116974"/>
                </a:lnTo>
                <a:lnTo>
                  <a:pt x="96182" y="112100"/>
                </a:lnTo>
                <a:lnTo>
                  <a:pt x="96212" y="107226"/>
                </a:lnTo>
                <a:lnTo>
                  <a:pt x="96197" y="102352"/>
                </a:lnTo>
                <a:lnTo>
                  <a:pt x="96121" y="97478"/>
                </a:lnTo>
                <a:lnTo>
                  <a:pt x="95963" y="92604"/>
                </a:lnTo>
                <a:lnTo>
                  <a:pt x="95691" y="87730"/>
                </a:lnTo>
                <a:lnTo>
                  <a:pt x="95263" y="82856"/>
                </a:lnTo>
                <a:lnTo>
                  <a:pt x="94631" y="77983"/>
                </a:lnTo>
                <a:lnTo>
                  <a:pt x="93735" y="73109"/>
                </a:lnTo>
                <a:lnTo>
                  <a:pt x="92516" y="68235"/>
                </a:lnTo>
                <a:lnTo>
                  <a:pt x="90915" y="63361"/>
                </a:lnTo>
                <a:lnTo>
                  <a:pt x="88882" y="58487"/>
                </a:lnTo>
                <a:lnTo>
                  <a:pt x="86387" y="53613"/>
                </a:lnTo>
                <a:lnTo>
                  <a:pt x="83426" y="48739"/>
                </a:lnTo>
                <a:lnTo>
                  <a:pt x="80032" y="43865"/>
                </a:lnTo>
                <a:lnTo>
                  <a:pt x="76279" y="38991"/>
                </a:lnTo>
                <a:lnTo>
                  <a:pt x="72284" y="34117"/>
                </a:lnTo>
                <a:lnTo>
                  <a:pt x="68208" y="29243"/>
                </a:lnTo>
                <a:lnTo>
                  <a:pt x="64241" y="24370"/>
                </a:lnTo>
                <a:lnTo>
                  <a:pt x="60595" y="19496"/>
                </a:lnTo>
                <a:lnTo>
                  <a:pt x="57484" y="14622"/>
                </a:lnTo>
                <a:lnTo>
                  <a:pt x="55101" y="9748"/>
                </a:lnTo>
                <a:lnTo>
                  <a:pt x="53604" y="4874"/>
                </a:lnTo>
                <a:lnTo>
                  <a:pt x="53093" y="0"/>
                </a:lnTo>
                <a:lnTo>
                  <a:pt x="143047" y="0"/>
                </a:lnTo>
                <a:lnTo>
                  <a:pt x="143047" y="0"/>
                </a:lnTo>
                <a:lnTo>
                  <a:pt x="142536" y="4874"/>
                </a:lnTo>
                <a:lnTo>
                  <a:pt x="141039" y="9748"/>
                </a:lnTo>
                <a:lnTo>
                  <a:pt x="138657" y="14622"/>
                </a:lnTo>
                <a:lnTo>
                  <a:pt x="135545" y="19496"/>
                </a:lnTo>
                <a:lnTo>
                  <a:pt x="131900" y="24370"/>
                </a:lnTo>
                <a:lnTo>
                  <a:pt x="127933" y="29243"/>
                </a:lnTo>
                <a:lnTo>
                  <a:pt x="123856" y="34117"/>
                </a:lnTo>
                <a:lnTo>
                  <a:pt x="119862" y="38991"/>
                </a:lnTo>
                <a:lnTo>
                  <a:pt x="116109" y="43865"/>
                </a:lnTo>
                <a:lnTo>
                  <a:pt x="112715" y="48739"/>
                </a:lnTo>
                <a:lnTo>
                  <a:pt x="109754" y="53613"/>
                </a:lnTo>
                <a:lnTo>
                  <a:pt x="107259" y="58487"/>
                </a:lnTo>
                <a:lnTo>
                  <a:pt x="105225" y="63361"/>
                </a:lnTo>
                <a:lnTo>
                  <a:pt x="103624" y="68235"/>
                </a:lnTo>
                <a:lnTo>
                  <a:pt x="102405" y="73109"/>
                </a:lnTo>
                <a:lnTo>
                  <a:pt x="101509" y="77983"/>
                </a:lnTo>
                <a:lnTo>
                  <a:pt x="100877" y="82856"/>
                </a:lnTo>
                <a:lnTo>
                  <a:pt x="100450" y="87730"/>
                </a:lnTo>
                <a:lnTo>
                  <a:pt x="100177" y="92604"/>
                </a:lnTo>
                <a:lnTo>
                  <a:pt x="100019" y="97478"/>
                </a:lnTo>
                <a:lnTo>
                  <a:pt x="99943" y="102352"/>
                </a:lnTo>
                <a:lnTo>
                  <a:pt x="99928" y="107226"/>
                </a:lnTo>
                <a:lnTo>
                  <a:pt x="99958" y="112100"/>
                </a:lnTo>
                <a:lnTo>
                  <a:pt x="100024" y="116974"/>
                </a:lnTo>
                <a:lnTo>
                  <a:pt x="100120" y="121848"/>
                </a:lnTo>
                <a:lnTo>
                  <a:pt x="100243" y="126722"/>
                </a:lnTo>
                <a:lnTo>
                  <a:pt x="100387" y="131596"/>
                </a:lnTo>
                <a:lnTo>
                  <a:pt x="100549" y="136469"/>
                </a:lnTo>
                <a:lnTo>
                  <a:pt x="100722" y="141343"/>
                </a:lnTo>
                <a:lnTo>
                  <a:pt x="100897" y="146217"/>
                </a:lnTo>
                <a:lnTo>
                  <a:pt x="101066" y="151091"/>
                </a:lnTo>
                <a:lnTo>
                  <a:pt x="101222" y="155965"/>
                </a:lnTo>
                <a:lnTo>
                  <a:pt x="101354" y="160839"/>
                </a:lnTo>
                <a:lnTo>
                  <a:pt x="101458" y="165713"/>
                </a:lnTo>
                <a:lnTo>
                  <a:pt x="101529" y="170587"/>
                </a:lnTo>
                <a:lnTo>
                  <a:pt x="101566" y="175461"/>
                </a:lnTo>
                <a:lnTo>
                  <a:pt x="101571" y="180335"/>
                </a:lnTo>
                <a:lnTo>
                  <a:pt x="101549" y="185209"/>
                </a:lnTo>
                <a:lnTo>
                  <a:pt x="101506" y="190082"/>
                </a:lnTo>
                <a:lnTo>
                  <a:pt x="101451" y="194956"/>
                </a:lnTo>
                <a:lnTo>
                  <a:pt x="101393" y="199830"/>
                </a:lnTo>
                <a:lnTo>
                  <a:pt x="101340" y="204704"/>
                </a:lnTo>
                <a:lnTo>
                  <a:pt x="101302" y="209578"/>
                </a:lnTo>
                <a:lnTo>
                  <a:pt x="101283" y="214452"/>
                </a:lnTo>
                <a:lnTo>
                  <a:pt x="101289" y="219326"/>
                </a:lnTo>
                <a:lnTo>
                  <a:pt x="101322" y="224200"/>
                </a:lnTo>
                <a:lnTo>
                  <a:pt x="101381" y="229074"/>
                </a:lnTo>
                <a:lnTo>
                  <a:pt x="101465" y="233948"/>
                </a:lnTo>
                <a:lnTo>
                  <a:pt x="101566" y="238822"/>
                </a:lnTo>
                <a:lnTo>
                  <a:pt x="101679" y="243695"/>
                </a:lnTo>
                <a:lnTo>
                  <a:pt x="101795" y="248569"/>
                </a:lnTo>
                <a:lnTo>
                  <a:pt x="101904" y="253443"/>
                </a:lnTo>
                <a:lnTo>
                  <a:pt x="101996" y="258317"/>
                </a:lnTo>
                <a:lnTo>
                  <a:pt x="102061" y="263191"/>
                </a:lnTo>
                <a:lnTo>
                  <a:pt x="102093" y="268065"/>
                </a:lnTo>
                <a:lnTo>
                  <a:pt x="102084" y="272939"/>
                </a:lnTo>
                <a:lnTo>
                  <a:pt x="102033" y="277813"/>
                </a:lnTo>
                <a:lnTo>
                  <a:pt x="101939" y="282687"/>
                </a:lnTo>
                <a:lnTo>
                  <a:pt x="101808" y="287561"/>
                </a:lnTo>
                <a:lnTo>
                  <a:pt x="101645" y="292435"/>
                </a:lnTo>
                <a:lnTo>
                  <a:pt x="101461" y="297308"/>
                </a:lnTo>
                <a:lnTo>
                  <a:pt x="101268" y="302182"/>
                </a:lnTo>
                <a:lnTo>
                  <a:pt x="101078" y="307056"/>
                </a:lnTo>
                <a:lnTo>
                  <a:pt x="100903" y="311930"/>
                </a:lnTo>
                <a:lnTo>
                  <a:pt x="100754" y="316804"/>
                </a:lnTo>
                <a:lnTo>
                  <a:pt x="100639" y="321678"/>
                </a:lnTo>
                <a:lnTo>
                  <a:pt x="100565" y="326552"/>
                </a:lnTo>
                <a:lnTo>
                  <a:pt x="100535" y="331426"/>
                </a:lnTo>
                <a:lnTo>
                  <a:pt x="100547" y="336300"/>
                </a:lnTo>
                <a:lnTo>
                  <a:pt x="100600" y="341174"/>
                </a:lnTo>
                <a:lnTo>
                  <a:pt x="100687" y="346048"/>
                </a:lnTo>
                <a:lnTo>
                  <a:pt x="100803" y="350921"/>
                </a:lnTo>
                <a:lnTo>
                  <a:pt x="100940" y="355795"/>
                </a:lnTo>
                <a:lnTo>
                  <a:pt x="101090" y="360669"/>
                </a:lnTo>
                <a:lnTo>
                  <a:pt x="101246" y="365543"/>
                </a:lnTo>
                <a:lnTo>
                  <a:pt x="101401" y="370417"/>
                </a:lnTo>
                <a:lnTo>
                  <a:pt x="101551" y="375291"/>
                </a:lnTo>
                <a:lnTo>
                  <a:pt x="101692" y="380165"/>
                </a:lnTo>
                <a:lnTo>
                  <a:pt x="101824" y="385039"/>
                </a:lnTo>
                <a:lnTo>
                  <a:pt x="101947" y="389913"/>
                </a:lnTo>
                <a:lnTo>
                  <a:pt x="102063" y="394787"/>
                </a:lnTo>
                <a:lnTo>
                  <a:pt x="102174" y="399661"/>
                </a:lnTo>
                <a:lnTo>
                  <a:pt x="102284" y="404534"/>
                </a:lnTo>
                <a:lnTo>
                  <a:pt x="102393" y="409408"/>
                </a:lnTo>
                <a:lnTo>
                  <a:pt x="102505" y="414282"/>
                </a:lnTo>
                <a:lnTo>
                  <a:pt x="102618" y="419156"/>
                </a:lnTo>
                <a:lnTo>
                  <a:pt x="102730" y="424030"/>
                </a:lnTo>
                <a:lnTo>
                  <a:pt x="102837" y="428904"/>
                </a:lnTo>
                <a:lnTo>
                  <a:pt x="102935" y="433778"/>
                </a:lnTo>
                <a:lnTo>
                  <a:pt x="103017" y="438652"/>
                </a:lnTo>
                <a:lnTo>
                  <a:pt x="103079" y="443526"/>
                </a:lnTo>
                <a:lnTo>
                  <a:pt x="103117" y="448400"/>
                </a:lnTo>
                <a:lnTo>
                  <a:pt x="103128" y="453274"/>
                </a:lnTo>
                <a:lnTo>
                  <a:pt x="103113" y="458147"/>
                </a:lnTo>
                <a:lnTo>
                  <a:pt x="103077" y="463021"/>
                </a:lnTo>
                <a:lnTo>
                  <a:pt x="103029" y="467895"/>
                </a:lnTo>
                <a:lnTo>
                  <a:pt x="102985" y="472769"/>
                </a:lnTo>
                <a:lnTo>
                  <a:pt x="102968" y="477643"/>
                </a:lnTo>
                <a:lnTo>
                  <a:pt x="103014" y="482517"/>
                </a:lnTo>
                <a:lnTo>
                  <a:pt x="103169" y="487391"/>
                </a:lnTo>
                <a:lnTo>
                  <a:pt x="103495" y="492265"/>
                </a:lnTo>
                <a:lnTo>
                  <a:pt x="104072" y="497139"/>
                </a:lnTo>
                <a:lnTo>
                  <a:pt x="104995" y="502013"/>
                </a:lnTo>
                <a:lnTo>
                  <a:pt x="106377" y="506887"/>
                </a:lnTo>
                <a:lnTo>
                  <a:pt x="108344" y="511760"/>
                </a:lnTo>
                <a:lnTo>
                  <a:pt x="111022" y="516634"/>
                </a:lnTo>
                <a:lnTo>
                  <a:pt x="114535" y="521508"/>
                </a:lnTo>
                <a:lnTo>
                  <a:pt x="118981" y="526382"/>
                </a:lnTo>
                <a:lnTo>
                  <a:pt x="124420" y="531256"/>
                </a:lnTo>
                <a:lnTo>
                  <a:pt x="130853" y="536130"/>
                </a:lnTo>
                <a:lnTo>
                  <a:pt x="138205" y="541004"/>
                </a:lnTo>
                <a:lnTo>
                  <a:pt x="146315" y="545878"/>
                </a:lnTo>
                <a:lnTo>
                  <a:pt x="154927" y="550752"/>
                </a:lnTo>
                <a:lnTo>
                  <a:pt x="163702" y="555626"/>
                </a:lnTo>
                <a:lnTo>
                  <a:pt x="172228" y="560500"/>
                </a:lnTo>
                <a:lnTo>
                  <a:pt x="180055" y="565373"/>
                </a:lnTo>
                <a:lnTo>
                  <a:pt x="186729" y="570247"/>
                </a:lnTo>
                <a:lnTo>
                  <a:pt x="191837" y="575121"/>
                </a:lnTo>
                <a:lnTo>
                  <a:pt x="195046"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88" name="03_assume_matched_5985">
            <a:extLst>
              <a:ext uri="{FF2B5EF4-FFF2-40B4-BE49-F238E27FC236}">
                <a16:creationId xmlns:a16="http://schemas.microsoft.com/office/drawing/2014/main" id="{5D05BF95-7CF6-46A2-9142-3F21DD95544A}"/>
              </a:ext>
            </a:extLst>
          </p:cNvPr>
          <p:cNvSpPr>
            <a:spLocks noGrp="1"/>
          </p:cNvSpPr>
          <p:nvPr/>
        </p:nvSpPr>
        <p:spPr>
          <a:xfrm>
            <a:off x="2201696" y="2550245"/>
            <a:ext cx="196140" cy="584869"/>
          </a:xfrm>
          <a:custGeom>
            <a:avLst/>
            <a:gdLst/>
            <a:ahLst/>
            <a:cxnLst/>
            <a:rect l="0" t="0" r="0" b="0"/>
            <a:pathLst>
              <a:path w="196140" h="584869">
                <a:moveTo>
                  <a:pt x="196140" y="584869"/>
                </a:moveTo>
                <a:lnTo>
                  <a:pt x="0" y="584869"/>
                </a:lnTo>
                <a:lnTo>
                  <a:pt x="1098" y="579995"/>
                </a:lnTo>
                <a:lnTo>
                  <a:pt x="4318" y="575121"/>
                </a:lnTo>
                <a:lnTo>
                  <a:pt x="9446" y="570247"/>
                </a:lnTo>
                <a:lnTo>
                  <a:pt x="16152" y="565373"/>
                </a:lnTo>
                <a:lnTo>
                  <a:pt x="24024" y="560500"/>
                </a:lnTo>
                <a:lnTo>
                  <a:pt x="32613" y="555626"/>
                </a:lnTo>
                <a:lnTo>
                  <a:pt x="41471" y="550752"/>
                </a:lnTo>
                <a:lnTo>
                  <a:pt x="50190" y="545878"/>
                </a:lnTo>
                <a:lnTo>
                  <a:pt x="58430" y="541004"/>
                </a:lnTo>
                <a:lnTo>
                  <a:pt x="65937" y="536130"/>
                </a:lnTo>
                <a:lnTo>
                  <a:pt x="72545" y="531256"/>
                </a:lnTo>
                <a:lnTo>
                  <a:pt x="78175" y="526382"/>
                </a:lnTo>
                <a:lnTo>
                  <a:pt x="82819" y="521508"/>
                </a:lnTo>
                <a:lnTo>
                  <a:pt x="86527" y="516634"/>
                </a:lnTo>
                <a:lnTo>
                  <a:pt x="89386" y="511760"/>
                </a:lnTo>
                <a:lnTo>
                  <a:pt x="91503" y="506887"/>
                </a:lnTo>
                <a:lnTo>
                  <a:pt x="92994" y="502013"/>
                </a:lnTo>
                <a:lnTo>
                  <a:pt x="93971" y="497139"/>
                </a:lnTo>
                <a:lnTo>
                  <a:pt x="94537" y="492265"/>
                </a:lnTo>
                <a:lnTo>
                  <a:pt x="94782" y="487391"/>
                </a:lnTo>
                <a:lnTo>
                  <a:pt x="94785" y="482517"/>
                </a:lnTo>
                <a:lnTo>
                  <a:pt x="94611" y="477643"/>
                </a:lnTo>
                <a:lnTo>
                  <a:pt x="94316" y="472769"/>
                </a:lnTo>
                <a:lnTo>
                  <a:pt x="93946" y="467895"/>
                </a:lnTo>
                <a:lnTo>
                  <a:pt x="93540" y="463021"/>
                </a:lnTo>
                <a:lnTo>
                  <a:pt x="93131" y="458147"/>
                </a:lnTo>
                <a:lnTo>
                  <a:pt x="92745" y="453274"/>
                </a:lnTo>
                <a:lnTo>
                  <a:pt x="92402" y="448400"/>
                </a:lnTo>
                <a:lnTo>
                  <a:pt x="92116" y="443526"/>
                </a:lnTo>
                <a:lnTo>
                  <a:pt x="91895" y="438652"/>
                </a:lnTo>
                <a:lnTo>
                  <a:pt x="91741" y="433778"/>
                </a:lnTo>
                <a:lnTo>
                  <a:pt x="91654" y="428904"/>
                </a:lnTo>
                <a:lnTo>
                  <a:pt x="91629" y="424030"/>
                </a:lnTo>
                <a:lnTo>
                  <a:pt x="91662" y="419156"/>
                </a:lnTo>
                <a:lnTo>
                  <a:pt x="91746" y="414282"/>
                </a:lnTo>
                <a:lnTo>
                  <a:pt x="91878" y="409408"/>
                </a:lnTo>
                <a:lnTo>
                  <a:pt x="92053" y="404534"/>
                </a:lnTo>
                <a:lnTo>
                  <a:pt x="92271" y="399661"/>
                </a:lnTo>
                <a:lnTo>
                  <a:pt x="92528" y="394787"/>
                </a:lnTo>
                <a:lnTo>
                  <a:pt x="92822" y="389913"/>
                </a:lnTo>
                <a:lnTo>
                  <a:pt x="93149" y="385039"/>
                </a:lnTo>
                <a:lnTo>
                  <a:pt x="93500" y="380165"/>
                </a:lnTo>
                <a:lnTo>
                  <a:pt x="93866" y="375291"/>
                </a:lnTo>
                <a:lnTo>
                  <a:pt x="94231" y="370417"/>
                </a:lnTo>
                <a:lnTo>
                  <a:pt x="94581" y="365543"/>
                </a:lnTo>
                <a:lnTo>
                  <a:pt x="94898" y="360669"/>
                </a:lnTo>
                <a:lnTo>
                  <a:pt x="95163" y="355795"/>
                </a:lnTo>
                <a:lnTo>
                  <a:pt x="95363" y="350921"/>
                </a:lnTo>
                <a:lnTo>
                  <a:pt x="95483" y="346048"/>
                </a:lnTo>
                <a:lnTo>
                  <a:pt x="95517" y="341174"/>
                </a:lnTo>
                <a:lnTo>
                  <a:pt x="95463" y="336300"/>
                </a:lnTo>
                <a:lnTo>
                  <a:pt x="95326" y="331426"/>
                </a:lnTo>
                <a:lnTo>
                  <a:pt x="95114" y="326552"/>
                </a:lnTo>
                <a:lnTo>
                  <a:pt x="94846" y="321678"/>
                </a:lnTo>
                <a:lnTo>
                  <a:pt x="94541" y="316804"/>
                </a:lnTo>
                <a:lnTo>
                  <a:pt x="94223" y="311930"/>
                </a:lnTo>
                <a:lnTo>
                  <a:pt x="93916" y="307056"/>
                </a:lnTo>
                <a:lnTo>
                  <a:pt x="93645" y="302182"/>
                </a:lnTo>
                <a:lnTo>
                  <a:pt x="93432" y="297308"/>
                </a:lnTo>
                <a:lnTo>
                  <a:pt x="93293" y="292435"/>
                </a:lnTo>
                <a:lnTo>
                  <a:pt x="93239" y="287561"/>
                </a:lnTo>
                <a:lnTo>
                  <a:pt x="93276" y="282687"/>
                </a:lnTo>
                <a:lnTo>
                  <a:pt x="93401" y="277813"/>
                </a:lnTo>
                <a:lnTo>
                  <a:pt x="93606" y="272939"/>
                </a:lnTo>
                <a:lnTo>
                  <a:pt x="93876" y="268065"/>
                </a:lnTo>
                <a:lnTo>
                  <a:pt x="94195" y="263191"/>
                </a:lnTo>
                <a:lnTo>
                  <a:pt x="94541" y="258317"/>
                </a:lnTo>
                <a:lnTo>
                  <a:pt x="94893" y="253443"/>
                </a:lnTo>
                <a:lnTo>
                  <a:pt x="95229" y="248569"/>
                </a:lnTo>
                <a:lnTo>
                  <a:pt x="95529" y="243695"/>
                </a:lnTo>
                <a:lnTo>
                  <a:pt x="95776" y="238822"/>
                </a:lnTo>
                <a:lnTo>
                  <a:pt x="95958" y="233948"/>
                </a:lnTo>
                <a:lnTo>
                  <a:pt x="96064" y="229074"/>
                </a:lnTo>
                <a:lnTo>
                  <a:pt x="96090" y="224200"/>
                </a:lnTo>
                <a:lnTo>
                  <a:pt x="96037" y="219326"/>
                </a:lnTo>
                <a:lnTo>
                  <a:pt x="95909" y="214452"/>
                </a:lnTo>
                <a:lnTo>
                  <a:pt x="95715" y="209578"/>
                </a:lnTo>
                <a:lnTo>
                  <a:pt x="95471" y="204704"/>
                </a:lnTo>
                <a:lnTo>
                  <a:pt x="95193" y="199830"/>
                </a:lnTo>
                <a:lnTo>
                  <a:pt x="94900" y="194956"/>
                </a:lnTo>
                <a:lnTo>
                  <a:pt x="94612" y="190082"/>
                </a:lnTo>
                <a:lnTo>
                  <a:pt x="94347" y="185209"/>
                </a:lnTo>
                <a:lnTo>
                  <a:pt x="94122" y="180335"/>
                </a:lnTo>
                <a:lnTo>
                  <a:pt x="93949" y="175461"/>
                </a:lnTo>
                <a:lnTo>
                  <a:pt x="93833" y="170587"/>
                </a:lnTo>
                <a:lnTo>
                  <a:pt x="93777" y="165713"/>
                </a:lnTo>
                <a:lnTo>
                  <a:pt x="93778" y="160839"/>
                </a:lnTo>
                <a:lnTo>
                  <a:pt x="93827" y="155965"/>
                </a:lnTo>
                <a:lnTo>
                  <a:pt x="93913" y="151091"/>
                </a:lnTo>
                <a:lnTo>
                  <a:pt x="94026" y="146217"/>
                </a:lnTo>
                <a:lnTo>
                  <a:pt x="94153" y="141343"/>
                </a:lnTo>
                <a:lnTo>
                  <a:pt x="94284" y="136469"/>
                </a:lnTo>
                <a:lnTo>
                  <a:pt x="94412" y="131596"/>
                </a:lnTo>
                <a:lnTo>
                  <a:pt x="94534" y="126722"/>
                </a:lnTo>
                <a:lnTo>
                  <a:pt x="94646" y="121848"/>
                </a:lnTo>
                <a:lnTo>
                  <a:pt x="94745" y="116974"/>
                </a:lnTo>
                <a:lnTo>
                  <a:pt x="94830" y="112100"/>
                </a:lnTo>
                <a:lnTo>
                  <a:pt x="94892" y="107226"/>
                </a:lnTo>
                <a:lnTo>
                  <a:pt x="94919" y="102352"/>
                </a:lnTo>
                <a:lnTo>
                  <a:pt x="94889" y="97478"/>
                </a:lnTo>
                <a:lnTo>
                  <a:pt x="94768" y="92604"/>
                </a:lnTo>
                <a:lnTo>
                  <a:pt x="94514" y="87730"/>
                </a:lnTo>
                <a:lnTo>
                  <a:pt x="94069" y="82856"/>
                </a:lnTo>
                <a:lnTo>
                  <a:pt x="93366" y="77983"/>
                </a:lnTo>
                <a:lnTo>
                  <a:pt x="92329" y="73109"/>
                </a:lnTo>
                <a:lnTo>
                  <a:pt x="90880" y="68235"/>
                </a:lnTo>
                <a:lnTo>
                  <a:pt x="88942" y="63361"/>
                </a:lnTo>
                <a:lnTo>
                  <a:pt x="86455" y="58487"/>
                </a:lnTo>
                <a:lnTo>
                  <a:pt x="83379" y="53613"/>
                </a:lnTo>
                <a:lnTo>
                  <a:pt x="79713" y="48739"/>
                </a:lnTo>
                <a:lnTo>
                  <a:pt x="75498" y="43865"/>
                </a:lnTo>
                <a:lnTo>
                  <a:pt x="70827" y="38991"/>
                </a:lnTo>
                <a:lnTo>
                  <a:pt x="65850" y="34117"/>
                </a:lnTo>
                <a:lnTo>
                  <a:pt x="60766" y="29243"/>
                </a:lnTo>
                <a:lnTo>
                  <a:pt x="55816" y="24370"/>
                </a:lnTo>
                <a:lnTo>
                  <a:pt x="51266" y="19496"/>
                </a:lnTo>
                <a:lnTo>
                  <a:pt x="47382" y="14622"/>
                </a:lnTo>
                <a:lnTo>
                  <a:pt x="44407" y="9748"/>
                </a:lnTo>
                <a:lnTo>
                  <a:pt x="42537" y="4874"/>
                </a:lnTo>
                <a:lnTo>
                  <a:pt x="41900" y="0"/>
                </a:lnTo>
                <a:lnTo>
                  <a:pt x="154241" y="0"/>
                </a:lnTo>
                <a:lnTo>
                  <a:pt x="154241" y="0"/>
                </a:lnTo>
                <a:lnTo>
                  <a:pt x="153603" y="4874"/>
                </a:lnTo>
                <a:lnTo>
                  <a:pt x="151733" y="9748"/>
                </a:lnTo>
                <a:lnTo>
                  <a:pt x="148759" y="14622"/>
                </a:lnTo>
                <a:lnTo>
                  <a:pt x="144875" y="19496"/>
                </a:lnTo>
                <a:lnTo>
                  <a:pt x="140324" y="24370"/>
                </a:lnTo>
                <a:lnTo>
                  <a:pt x="135375" y="29243"/>
                </a:lnTo>
                <a:lnTo>
                  <a:pt x="130291" y="34117"/>
                </a:lnTo>
                <a:lnTo>
                  <a:pt x="125313" y="38991"/>
                </a:lnTo>
                <a:lnTo>
                  <a:pt x="120643" y="43865"/>
                </a:lnTo>
                <a:lnTo>
                  <a:pt x="116427" y="48739"/>
                </a:lnTo>
                <a:lnTo>
                  <a:pt x="112761" y="53613"/>
                </a:lnTo>
                <a:lnTo>
                  <a:pt x="109686" y="58487"/>
                </a:lnTo>
                <a:lnTo>
                  <a:pt x="107198" y="63361"/>
                </a:lnTo>
                <a:lnTo>
                  <a:pt x="105261" y="68235"/>
                </a:lnTo>
                <a:lnTo>
                  <a:pt x="103811" y="73109"/>
                </a:lnTo>
                <a:lnTo>
                  <a:pt x="102774" y="77983"/>
                </a:lnTo>
                <a:lnTo>
                  <a:pt x="102071" y="82856"/>
                </a:lnTo>
                <a:lnTo>
                  <a:pt x="101626" y="87730"/>
                </a:lnTo>
                <a:lnTo>
                  <a:pt x="101372" y="92604"/>
                </a:lnTo>
                <a:lnTo>
                  <a:pt x="101252" y="97478"/>
                </a:lnTo>
                <a:lnTo>
                  <a:pt x="101221" y="102352"/>
                </a:lnTo>
                <a:lnTo>
                  <a:pt x="101248" y="107226"/>
                </a:lnTo>
                <a:lnTo>
                  <a:pt x="101310" y="112100"/>
                </a:lnTo>
                <a:lnTo>
                  <a:pt x="101395" y="116974"/>
                </a:lnTo>
                <a:lnTo>
                  <a:pt x="101495" y="121848"/>
                </a:lnTo>
                <a:lnTo>
                  <a:pt x="101606" y="126722"/>
                </a:lnTo>
                <a:lnTo>
                  <a:pt x="101728" y="131596"/>
                </a:lnTo>
                <a:lnTo>
                  <a:pt x="101857" y="136469"/>
                </a:lnTo>
                <a:lnTo>
                  <a:pt x="101988" y="141343"/>
                </a:lnTo>
                <a:lnTo>
                  <a:pt x="102115" y="146217"/>
                </a:lnTo>
                <a:lnTo>
                  <a:pt x="102227" y="151091"/>
                </a:lnTo>
                <a:lnTo>
                  <a:pt x="102313" y="155965"/>
                </a:lnTo>
                <a:lnTo>
                  <a:pt x="102362" y="160839"/>
                </a:lnTo>
                <a:lnTo>
                  <a:pt x="102363" y="165713"/>
                </a:lnTo>
                <a:lnTo>
                  <a:pt x="102307" y="170587"/>
                </a:lnTo>
                <a:lnTo>
                  <a:pt x="102192" y="175461"/>
                </a:lnTo>
                <a:lnTo>
                  <a:pt x="102018" y="180335"/>
                </a:lnTo>
                <a:lnTo>
                  <a:pt x="101793" y="185209"/>
                </a:lnTo>
                <a:lnTo>
                  <a:pt x="101528" y="190082"/>
                </a:lnTo>
                <a:lnTo>
                  <a:pt x="101240" y="194956"/>
                </a:lnTo>
                <a:lnTo>
                  <a:pt x="100947" y="199830"/>
                </a:lnTo>
                <a:lnTo>
                  <a:pt x="100669" y="204704"/>
                </a:lnTo>
                <a:lnTo>
                  <a:pt x="100425" y="209578"/>
                </a:lnTo>
                <a:lnTo>
                  <a:pt x="100232" y="214452"/>
                </a:lnTo>
                <a:lnTo>
                  <a:pt x="100104" y="219326"/>
                </a:lnTo>
                <a:lnTo>
                  <a:pt x="100050" y="224200"/>
                </a:lnTo>
                <a:lnTo>
                  <a:pt x="100076" y="229074"/>
                </a:lnTo>
                <a:lnTo>
                  <a:pt x="100182" y="233948"/>
                </a:lnTo>
                <a:lnTo>
                  <a:pt x="100364" y="238822"/>
                </a:lnTo>
                <a:lnTo>
                  <a:pt x="100611" y="243695"/>
                </a:lnTo>
                <a:lnTo>
                  <a:pt x="100912" y="248569"/>
                </a:lnTo>
                <a:lnTo>
                  <a:pt x="101247" y="253443"/>
                </a:lnTo>
                <a:lnTo>
                  <a:pt x="101599" y="258317"/>
                </a:lnTo>
                <a:lnTo>
                  <a:pt x="101945" y="263191"/>
                </a:lnTo>
                <a:lnTo>
                  <a:pt x="102264" y="268065"/>
                </a:lnTo>
                <a:lnTo>
                  <a:pt x="102535" y="272939"/>
                </a:lnTo>
                <a:lnTo>
                  <a:pt x="102739" y="277813"/>
                </a:lnTo>
                <a:lnTo>
                  <a:pt x="102864" y="282687"/>
                </a:lnTo>
                <a:lnTo>
                  <a:pt x="102901" y="287561"/>
                </a:lnTo>
                <a:lnTo>
                  <a:pt x="102847" y="292435"/>
                </a:lnTo>
                <a:lnTo>
                  <a:pt x="102708" y="297308"/>
                </a:lnTo>
                <a:lnTo>
                  <a:pt x="102495" y="302182"/>
                </a:lnTo>
                <a:lnTo>
                  <a:pt x="102224" y="307056"/>
                </a:lnTo>
                <a:lnTo>
                  <a:pt x="101918" y="311930"/>
                </a:lnTo>
                <a:lnTo>
                  <a:pt x="101600" y="316804"/>
                </a:lnTo>
                <a:lnTo>
                  <a:pt x="101294" y="321678"/>
                </a:lnTo>
                <a:lnTo>
                  <a:pt x="101026" y="326552"/>
                </a:lnTo>
                <a:lnTo>
                  <a:pt x="100815" y="331426"/>
                </a:lnTo>
                <a:lnTo>
                  <a:pt x="100677" y="336300"/>
                </a:lnTo>
                <a:lnTo>
                  <a:pt x="100623" y="341174"/>
                </a:lnTo>
                <a:lnTo>
                  <a:pt x="100657" y="346048"/>
                </a:lnTo>
                <a:lnTo>
                  <a:pt x="100778" y="350921"/>
                </a:lnTo>
                <a:lnTo>
                  <a:pt x="100977" y="355795"/>
                </a:lnTo>
                <a:lnTo>
                  <a:pt x="101243" y="360669"/>
                </a:lnTo>
                <a:lnTo>
                  <a:pt x="101559" y="365543"/>
                </a:lnTo>
                <a:lnTo>
                  <a:pt x="101909" y="370417"/>
                </a:lnTo>
                <a:lnTo>
                  <a:pt x="102275" y="375291"/>
                </a:lnTo>
                <a:lnTo>
                  <a:pt x="102640" y="380165"/>
                </a:lnTo>
                <a:lnTo>
                  <a:pt x="102992" y="385039"/>
                </a:lnTo>
                <a:lnTo>
                  <a:pt x="103318" y="389913"/>
                </a:lnTo>
                <a:lnTo>
                  <a:pt x="103612" y="394787"/>
                </a:lnTo>
                <a:lnTo>
                  <a:pt x="103870" y="399661"/>
                </a:lnTo>
                <a:lnTo>
                  <a:pt x="104087" y="404534"/>
                </a:lnTo>
                <a:lnTo>
                  <a:pt x="104263" y="409408"/>
                </a:lnTo>
                <a:lnTo>
                  <a:pt x="104394" y="414282"/>
                </a:lnTo>
                <a:lnTo>
                  <a:pt x="104479" y="419156"/>
                </a:lnTo>
                <a:lnTo>
                  <a:pt x="104511" y="424030"/>
                </a:lnTo>
                <a:lnTo>
                  <a:pt x="104486" y="428904"/>
                </a:lnTo>
                <a:lnTo>
                  <a:pt x="104399" y="433778"/>
                </a:lnTo>
                <a:lnTo>
                  <a:pt x="104246" y="438652"/>
                </a:lnTo>
                <a:lnTo>
                  <a:pt x="104024" y="443526"/>
                </a:lnTo>
                <a:lnTo>
                  <a:pt x="103738" y="448400"/>
                </a:lnTo>
                <a:lnTo>
                  <a:pt x="103395" y="453274"/>
                </a:lnTo>
                <a:lnTo>
                  <a:pt x="103009" y="458147"/>
                </a:lnTo>
                <a:lnTo>
                  <a:pt x="102600" y="463021"/>
                </a:lnTo>
                <a:lnTo>
                  <a:pt x="102194" y="467895"/>
                </a:lnTo>
                <a:lnTo>
                  <a:pt x="101824" y="472769"/>
                </a:lnTo>
                <a:lnTo>
                  <a:pt x="101529" y="477643"/>
                </a:lnTo>
                <a:lnTo>
                  <a:pt x="101355" y="482517"/>
                </a:lnTo>
                <a:lnTo>
                  <a:pt x="101358" y="487391"/>
                </a:lnTo>
                <a:lnTo>
                  <a:pt x="101603" y="492265"/>
                </a:lnTo>
                <a:lnTo>
                  <a:pt x="102169" y="497139"/>
                </a:lnTo>
                <a:lnTo>
                  <a:pt x="103146" y="502013"/>
                </a:lnTo>
                <a:lnTo>
                  <a:pt x="104637" y="506887"/>
                </a:lnTo>
                <a:lnTo>
                  <a:pt x="106755" y="511760"/>
                </a:lnTo>
                <a:lnTo>
                  <a:pt x="109613" y="516634"/>
                </a:lnTo>
                <a:lnTo>
                  <a:pt x="113321" y="521508"/>
                </a:lnTo>
                <a:lnTo>
                  <a:pt x="117966" y="526382"/>
                </a:lnTo>
                <a:lnTo>
                  <a:pt x="123596" y="531256"/>
                </a:lnTo>
                <a:lnTo>
                  <a:pt x="130203" y="536130"/>
                </a:lnTo>
                <a:lnTo>
                  <a:pt x="137710" y="541004"/>
                </a:lnTo>
                <a:lnTo>
                  <a:pt x="145950" y="545878"/>
                </a:lnTo>
                <a:lnTo>
                  <a:pt x="154669" y="550752"/>
                </a:lnTo>
                <a:lnTo>
                  <a:pt x="163527" y="555626"/>
                </a:lnTo>
                <a:lnTo>
                  <a:pt x="172116" y="560500"/>
                </a:lnTo>
                <a:lnTo>
                  <a:pt x="179989" y="565373"/>
                </a:lnTo>
                <a:lnTo>
                  <a:pt x="186695" y="570247"/>
                </a:lnTo>
                <a:lnTo>
                  <a:pt x="191823" y="575121"/>
                </a:lnTo>
                <a:lnTo>
                  <a:pt x="195042"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89" name="03_assume_matched_5986">
            <a:extLst>
              <a:ext uri="{FF2B5EF4-FFF2-40B4-BE49-F238E27FC236}">
                <a16:creationId xmlns:a16="http://schemas.microsoft.com/office/drawing/2014/main" id="{2BEB6CF9-76CF-41AC-ADB1-2EDFF4626E18}"/>
              </a:ext>
            </a:extLst>
          </p:cNvPr>
          <p:cNvSpPr>
            <a:spLocks noGrp="1"/>
          </p:cNvSpPr>
          <p:nvPr/>
        </p:nvSpPr>
        <p:spPr>
          <a:xfrm>
            <a:off x="2956082" y="2550245"/>
            <a:ext cx="196140" cy="584869"/>
          </a:xfrm>
          <a:custGeom>
            <a:avLst/>
            <a:gdLst/>
            <a:ahLst/>
            <a:cxnLst/>
            <a:rect l="0" t="0" r="0" b="0"/>
            <a:pathLst>
              <a:path w="196140" h="584869">
                <a:moveTo>
                  <a:pt x="196140" y="584869"/>
                </a:moveTo>
                <a:lnTo>
                  <a:pt x="0" y="584869"/>
                </a:lnTo>
                <a:lnTo>
                  <a:pt x="1097" y="579995"/>
                </a:lnTo>
                <a:lnTo>
                  <a:pt x="4316" y="575121"/>
                </a:lnTo>
                <a:lnTo>
                  <a:pt x="9441" y="570247"/>
                </a:lnTo>
                <a:lnTo>
                  <a:pt x="16144" y="565373"/>
                </a:lnTo>
                <a:lnTo>
                  <a:pt x="24013" y="560500"/>
                </a:lnTo>
                <a:lnTo>
                  <a:pt x="32598" y="555626"/>
                </a:lnTo>
                <a:lnTo>
                  <a:pt x="41452" y="550752"/>
                </a:lnTo>
                <a:lnTo>
                  <a:pt x="50168" y="545878"/>
                </a:lnTo>
                <a:lnTo>
                  <a:pt x="58405" y="541004"/>
                </a:lnTo>
                <a:lnTo>
                  <a:pt x="65910" y="536130"/>
                </a:lnTo>
                <a:lnTo>
                  <a:pt x="72516" y="531256"/>
                </a:lnTo>
                <a:lnTo>
                  <a:pt x="78145" y="526382"/>
                </a:lnTo>
                <a:lnTo>
                  <a:pt x="82788" y="521508"/>
                </a:lnTo>
                <a:lnTo>
                  <a:pt x="86495" y="516634"/>
                </a:lnTo>
                <a:lnTo>
                  <a:pt x="89352" y="511760"/>
                </a:lnTo>
                <a:lnTo>
                  <a:pt x="91466" y="506887"/>
                </a:lnTo>
                <a:lnTo>
                  <a:pt x="92953" y="502013"/>
                </a:lnTo>
                <a:lnTo>
                  <a:pt x="93925" y="497139"/>
                </a:lnTo>
                <a:lnTo>
                  <a:pt x="94484" y="492265"/>
                </a:lnTo>
                <a:lnTo>
                  <a:pt x="94721" y="487391"/>
                </a:lnTo>
                <a:lnTo>
                  <a:pt x="94714" y="482517"/>
                </a:lnTo>
                <a:lnTo>
                  <a:pt x="94529" y="477643"/>
                </a:lnTo>
                <a:lnTo>
                  <a:pt x="94222" y="472769"/>
                </a:lnTo>
                <a:lnTo>
                  <a:pt x="93839" y="467895"/>
                </a:lnTo>
                <a:lnTo>
                  <a:pt x="93421" y="463021"/>
                </a:lnTo>
                <a:lnTo>
                  <a:pt x="93000" y="458147"/>
                </a:lnTo>
                <a:lnTo>
                  <a:pt x="92604" y="453274"/>
                </a:lnTo>
                <a:lnTo>
                  <a:pt x="92251" y="448400"/>
                </a:lnTo>
                <a:lnTo>
                  <a:pt x="91957" y="443526"/>
                </a:lnTo>
                <a:lnTo>
                  <a:pt x="91730" y="438652"/>
                </a:lnTo>
                <a:lnTo>
                  <a:pt x="91572" y="433778"/>
                </a:lnTo>
                <a:lnTo>
                  <a:pt x="91483" y="428904"/>
                </a:lnTo>
                <a:lnTo>
                  <a:pt x="91457" y="424030"/>
                </a:lnTo>
                <a:lnTo>
                  <a:pt x="91491" y="419156"/>
                </a:lnTo>
                <a:lnTo>
                  <a:pt x="91578" y="414282"/>
                </a:lnTo>
                <a:lnTo>
                  <a:pt x="91714" y="409408"/>
                </a:lnTo>
                <a:lnTo>
                  <a:pt x="91896" y="404534"/>
                </a:lnTo>
                <a:lnTo>
                  <a:pt x="92121" y="399661"/>
                </a:lnTo>
                <a:lnTo>
                  <a:pt x="92388" y="394787"/>
                </a:lnTo>
                <a:lnTo>
                  <a:pt x="92695" y="389913"/>
                </a:lnTo>
                <a:lnTo>
                  <a:pt x="93038" y="385039"/>
                </a:lnTo>
                <a:lnTo>
                  <a:pt x="93410" y="380165"/>
                </a:lnTo>
                <a:lnTo>
                  <a:pt x="93801" y="375291"/>
                </a:lnTo>
                <a:lnTo>
                  <a:pt x="94198" y="370417"/>
                </a:lnTo>
                <a:lnTo>
                  <a:pt x="94587" y="365543"/>
                </a:lnTo>
                <a:lnTo>
                  <a:pt x="94951" y="360669"/>
                </a:lnTo>
                <a:lnTo>
                  <a:pt x="95274" y="355795"/>
                </a:lnTo>
                <a:lnTo>
                  <a:pt x="95541" y="350921"/>
                </a:lnTo>
                <a:lnTo>
                  <a:pt x="95741" y="346048"/>
                </a:lnTo>
                <a:lnTo>
                  <a:pt x="95865" y="341174"/>
                </a:lnTo>
                <a:lnTo>
                  <a:pt x="95911" y="336300"/>
                </a:lnTo>
                <a:lnTo>
                  <a:pt x="95881" y="331426"/>
                </a:lnTo>
                <a:lnTo>
                  <a:pt x="95782" y="326552"/>
                </a:lnTo>
                <a:lnTo>
                  <a:pt x="95627" y="321678"/>
                </a:lnTo>
                <a:lnTo>
                  <a:pt x="95430" y="316804"/>
                </a:lnTo>
                <a:lnTo>
                  <a:pt x="95210" y="311930"/>
                </a:lnTo>
                <a:lnTo>
                  <a:pt x="94987" y="307056"/>
                </a:lnTo>
                <a:lnTo>
                  <a:pt x="94779" y="302182"/>
                </a:lnTo>
                <a:lnTo>
                  <a:pt x="94604" y="297308"/>
                </a:lnTo>
                <a:lnTo>
                  <a:pt x="94477" y="292435"/>
                </a:lnTo>
                <a:lnTo>
                  <a:pt x="94408" y="287561"/>
                </a:lnTo>
                <a:lnTo>
                  <a:pt x="94403" y="282687"/>
                </a:lnTo>
                <a:lnTo>
                  <a:pt x="94464" y="277813"/>
                </a:lnTo>
                <a:lnTo>
                  <a:pt x="94586" y="272939"/>
                </a:lnTo>
                <a:lnTo>
                  <a:pt x="94762" y="268065"/>
                </a:lnTo>
                <a:lnTo>
                  <a:pt x="94981" y="263191"/>
                </a:lnTo>
                <a:lnTo>
                  <a:pt x="95227" y="258317"/>
                </a:lnTo>
                <a:lnTo>
                  <a:pt x="95486" y="253443"/>
                </a:lnTo>
                <a:lnTo>
                  <a:pt x="95740" y="248569"/>
                </a:lnTo>
                <a:lnTo>
                  <a:pt x="95974" y="243695"/>
                </a:lnTo>
                <a:lnTo>
                  <a:pt x="96174" y="238822"/>
                </a:lnTo>
                <a:lnTo>
                  <a:pt x="96326" y="233948"/>
                </a:lnTo>
                <a:lnTo>
                  <a:pt x="96421" y="229074"/>
                </a:lnTo>
                <a:lnTo>
                  <a:pt x="96451" y="224200"/>
                </a:lnTo>
                <a:lnTo>
                  <a:pt x="96414" y="219326"/>
                </a:lnTo>
                <a:lnTo>
                  <a:pt x="96307" y="214452"/>
                </a:lnTo>
                <a:lnTo>
                  <a:pt x="96135" y="209578"/>
                </a:lnTo>
                <a:lnTo>
                  <a:pt x="95902" y="204704"/>
                </a:lnTo>
                <a:lnTo>
                  <a:pt x="95618" y="199830"/>
                </a:lnTo>
                <a:lnTo>
                  <a:pt x="95294" y="194956"/>
                </a:lnTo>
                <a:lnTo>
                  <a:pt x="94941" y="190082"/>
                </a:lnTo>
                <a:lnTo>
                  <a:pt x="94574" y="185209"/>
                </a:lnTo>
                <a:lnTo>
                  <a:pt x="94205" y="180335"/>
                </a:lnTo>
                <a:lnTo>
                  <a:pt x="93847" y="175461"/>
                </a:lnTo>
                <a:lnTo>
                  <a:pt x="93512" y="170587"/>
                </a:lnTo>
                <a:lnTo>
                  <a:pt x="93208" y="165713"/>
                </a:lnTo>
                <a:lnTo>
                  <a:pt x="92944" y="160839"/>
                </a:lnTo>
                <a:lnTo>
                  <a:pt x="92726" y="155965"/>
                </a:lnTo>
                <a:lnTo>
                  <a:pt x="92558" y="151091"/>
                </a:lnTo>
                <a:lnTo>
                  <a:pt x="92441" y="146217"/>
                </a:lnTo>
                <a:lnTo>
                  <a:pt x="92379" y="141343"/>
                </a:lnTo>
                <a:lnTo>
                  <a:pt x="92372" y="136469"/>
                </a:lnTo>
                <a:lnTo>
                  <a:pt x="92418" y="131596"/>
                </a:lnTo>
                <a:lnTo>
                  <a:pt x="92515" y="126722"/>
                </a:lnTo>
                <a:lnTo>
                  <a:pt x="92659" y="121848"/>
                </a:lnTo>
                <a:lnTo>
                  <a:pt x="92840" y="116974"/>
                </a:lnTo>
                <a:lnTo>
                  <a:pt x="93048" y="112100"/>
                </a:lnTo>
                <a:lnTo>
                  <a:pt x="93262" y="107226"/>
                </a:lnTo>
                <a:lnTo>
                  <a:pt x="93458" y="102352"/>
                </a:lnTo>
                <a:lnTo>
                  <a:pt x="93600" y="97478"/>
                </a:lnTo>
                <a:lnTo>
                  <a:pt x="93644" y="92604"/>
                </a:lnTo>
                <a:lnTo>
                  <a:pt x="93535" y="87730"/>
                </a:lnTo>
                <a:lnTo>
                  <a:pt x="93205" y="82856"/>
                </a:lnTo>
                <a:lnTo>
                  <a:pt x="92580" y="77983"/>
                </a:lnTo>
                <a:lnTo>
                  <a:pt x="91576" y="73109"/>
                </a:lnTo>
                <a:lnTo>
                  <a:pt x="90108" y="68235"/>
                </a:lnTo>
                <a:lnTo>
                  <a:pt x="88098" y="63361"/>
                </a:lnTo>
                <a:lnTo>
                  <a:pt x="85482" y="58487"/>
                </a:lnTo>
                <a:lnTo>
                  <a:pt x="82220" y="53613"/>
                </a:lnTo>
                <a:lnTo>
                  <a:pt x="78313" y="48739"/>
                </a:lnTo>
                <a:lnTo>
                  <a:pt x="73808" y="43865"/>
                </a:lnTo>
                <a:lnTo>
                  <a:pt x="68808" y="38991"/>
                </a:lnTo>
                <a:lnTo>
                  <a:pt x="63474" y="34117"/>
                </a:lnTo>
                <a:lnTo>
                  <a:pt x="58022" y="29243"/>
                </a:lnTo>
                <a:lnTo>
                  <a:pt x="52712" y="24370"/>
                </a:lnTo>
                <a:lnTo>
                  <a:pt x="47830" y="19496"/>
                </a:lnTo>
                <a:lnTo>
                  <a:pt x="43661" y="14622"/>
                </a:lnTo>
                <a:lnTo>
                  <a:pt x="40469" y="9748"/>
                </a:lnTo>
                <a:lnTo>
                  <a:pt x="38462" y="4874"/>
                </a:lnTo>
                <a:lnTo>
                  <a:pt x="37778" y="0"/>
                </a:lnTo>
                <a:lnTo>
                  <a:pt x="158362" y="0"/>
                </a:lnTo>
                <a:lnTo>
                  <a:pt x="158362" y="0"/>
                </a:lnTo>
                <a:lnTo>
                  <a:pt x="157678" y="4874"/>
                </a:lnTo>
                <a:lnTo>
                  <a:pt x="155671" y="9748"/>
                </a:lnTo>
                <a:lnTo>
                  <a:pt x="152479" y="14622"/>
                </a:lnTo>
                <a:lnTo>
                  <a:pt x="148311" y="19496"/>
                </a:lnTo>
                <a:lnTo>
                  <a:pt x="143428" y="24370"/>
                </a:lnTo>
                <a:lnTo>
                  <a:pt x="138119" y="29243"/>
                </a:lnTo>
                <a:lnTo>
                  <a:pt x="132667" y="34117"/>
                </a:lnTo>
                <a:lnTo>
                  <a:pt x="127333" y="38991"/>
                </a:lnTo>
                <a:lnTo>
                  <a:pt x="122332" y="43865"/>
                </a:lnTo>
                <a:lnTo>
                  <a:pt x="117827" y="48739"/>
                </a:lnTo>
                <a:lnTo>
                  <a:pt x="113920" y="53613"/>
                </a:lnTo>
                <a:lnTo>
                  <a:pt x="110659" y="58487"/>
                </a:lnTo>
                <a:lnTo>
                  <a:pt x="108042" y="63361"/>
                </a:lnTo>
                <a:lnTo>
                  <a:pt x="106032" y="68235"/>
                </a:lnTo>
                <a:lnTo>
                  <a:pt x="104564" y="73109"/>
                </a:lnTo>
                <a:lnTo>
                  <a:pt x="103560" y="77983"/>
                </a:lnTo>
                <a:lnTo>
                  <a:pt x="102935" y="82856"/>
                </a:lnTo>
                <a:lnTo>
                  <a:pt x="102606" y="87730"/>
                </a:lnTo>
                <a:lnTo>
                  <a:pt x="102496" y="92604"/>
                </a:lnTo>
                <a:lnTo>
                  <a:pt x="102541" y="97478"/>
                </a:lnTo>
                <a:lnTo>
                  <a:pt x="102683" y="102352"/>
                </a:lnTo>
                <a:lnTo>
                  <a:pt x="102878" y="107226"/>
                </a:lnTo>
                <a:lnTo>
                  <a:pt x="103093" y="112100"/>
                </a:lnTo>
                <a:lnTo>
                  <a:pt x="103300" y="116974"/>
                </a:lnTo>
                <a:lnTo>
                  <a:pt x="103482" y="121848"/>
                </a:lnTo>
                <a:lnTo>
                  <a:pt x="103625" y="126722"/>
                </a:lnTo>
                <a:lnTo>
                  <a:pt x="103722" y="131596"/>
                </a:lnTo>
                <a:lnTo>
                  <a:pt x="103768" y="136469"/>
                </a:lnTo>
                <a:lnTo>
                  <a:pt x="103761" y="141343"/>
                </a:lnTo>
                <a:lnTo>
                  <a:pt x="103699" y="146217"/>
                </a:lnTo>
                <a:lnTo>
                  <a:pt x="103583" y="151091"/>
                </a:lnTo>
                <a:lnTo>
                  <a:pt x="103414" y="155965"/>
                </a:lnTo>
                <a:lnTo>
                  <a:pt x="103196" y="160839"/>
                </a:lnTo>
                <a:lnTo>
                  <a:pt x="102932" y="165713"/>
                </a:lnTo>
                <a:lnTo>
                  <a:pt x="102628" y="170587"/>
                </a:lnTo>
                <a:lnTo>
                  <a:pt x="102293" y="175461"/>
                </a:lnTo>
                <a:lnTo>
                  <a:pt x="101935" y="180335"/>
                </a:lnTo>
                <a:lnTo>
                  <a:pt x="101566" y="185209"/>
                </a:lnTo>
                <a:lnTo>
                  <a:pt x="101199" y="190082"/>
                </a:lnTo>
                <a:lnTo>
                  <a:pt x="100846" y="194956"/>
                </a:lnTo>
                <a:lnTo>
                  <a:pt x="100522" y="199830"/>
                </a:lnTo>
                <a:lnTo>
                  <a:pt x="100238" y="204704"/>
                </a:lnTo>
                <a:lnTo>
                  <a:pt x="100006" y="209578"/>
                </a:lnTo>
                <a:lnTo>
                  <a:pt x="99833" y="214452"/>
                </a:lnTo>
                <a:lnTo>
                  <a:pt x="99727" y="219326"/>
                </a:lnTo>
                <a:lnTo>
                  <a:pt x="99689" y="224200"/>
                </a:lnTo>
                <a:lnTo>
                  <a:pt x="99720" y="229074"/>
                </a:lnTo>
                <a:lnTo>
                  <a:pt x="99814" y="233948"/>
                </a:lnTo>
                <a:lnTo>
                  <a:pt x="99967" y="238822"/>
                </a:lnTo>
                <a:lnTo>
                  <a:pt x="100166" y="243695"/>
                </a:lnTo>
                <a:lnTo>
                  <a:pt x="100400" y="248569"/>
                </a:lnTo>
                <a:lnTo>
                  <a:pt x="100655" y="253443"/>
                </a:lnTo>
                <a:lnTo>
                  <a:pt x="100913" y="258317"/>
                </a:lnTo>
                <a:lnTo>
                  <a:pt x="101160" y="263191"/>
                </a:lnTo>
                <a:lnTo>
                  <a:pt x="101378" y="268065"/>
                </a:lnTo>
                <a:lnTo>
                  <a:pt x="101554" y="272939"/>
                </a:lnTo>
                <a:lnTo>
                  <a:pt x="101677" y="277813"/>
                </a:lnTo>
                <a:lnTo>
                  <a:pt x="101738" y="282687"/>
                </a:lnTo>
                <a:lnTo>
                  <a:pt x="101733" y="287561"/>
                </a:lnTo>
                <a:lnTo>
                  <a:pt x="101664" y="292435"/>
                </a:lnTo>
                <a:lnTo>
                  <a:pt x="101536" y="297308"/>
                </a:lnTo>
                <a:lnTo>
                  <a:pt x="101362" y="302182"/>
                </a:lnTo>
                <a:lnTo>
                  <a:pt x="101154" y="307056"/>
                </a:lnTo>
                <a:lnTo>
                  <a:pt x="100930" y="311930"/>
                </a:lnTo>
                <a:lnTo>
                  <a:pt x="100711" y="316804"/>
                </a:lnTo>
                <a:lnTo>
                  <a:pt x="100514" y="321678"/>
                </a:lnTo>
                <a:lnTo>
                  <a:pt x="100358" y="326552"/>
                </a:lnTo>
                <a:lnTo>
                  <a:pt x="100260" y="331426"/>
                </a:lnTo>
                <a:lnTo>
                  <a:pt x="100230" y="336300"/>
                </a:lnTo>
                <a:lnTo>
                  <a:pt x="100276" y="341174"/>
                </a:lnTo>
                <a:lnTo>
                  <a:pt x="100400" y="346048"/>
                </a:lnTo>
                <a:lnTo>
                  <a:pt x="100599" y="350921"/>
                </a:lnTo>
                <a:lnTo>
                  <a:pt x="100866" y="355795"/>
                </a:lnTo>
                <a:lnTo>
                  <a:pt x="101189" y="360669"/>
                </a:lnTo>
                <a:lnTo>
                  <a:pt x="101553" y="365543"/>
                </a:lnTo>
                <a:lnTo>
                  <a:pt x="101942" y="370417"/>
                </a:lnTo>
                <a:lnTo>
                  <a:pt x="102340" y="375291"/>
                </a:lnTo>
                <a:lnTo>
                  <a:pt x="102731" y="380165"/>
                </a:lnTo>
                <a:lnTo>
                  <a:pt x="103102" y="385039"/>
                </a:lnTo>
                <a:lnTo>
                  <a:pt x="103445" y="389913"/>
                </a:lnTo>
                <a:lnTo>
                  <a:pt x="103752" y="394787"/>
                </a:lnTo>
                <a:lnTo>
                  <a:pt x="104019" y="399661"/>
                </a:lnTo>
                <a:lnTo>
                  <a:pt x="104245" y="404534"/>
                </a:lnTo>
                <a:lnTo>
                  <a:pt x="104427" y="409408"/>
                </a:lnTo>
                <a:lnTo>
                  <a:pt x="104562" y="414282"/>
                </a:lnTo>
                <a:lnTo>
                  <a:pt x="104649" y="419156"/>
                </a:lnTo>
                <a:lnTo>
                  <a:pt x="104683" y="424030"/>
                </a:lnTo>
                <a:lnTo>
                  <a:pt x="104658" y="428904"/>
                </a:lnTo>
                <a:lnTo>
                  <a:pt x="104568" y="433778"/>
                </a:lnTo>
                <a:lnTo>
                  <a:pt x="104410" y="438652"/>
                </a:lnTo>
                <a:lnTo>
                  <a:pt x="104183" y="443526"/>
                </a:lnTo>
                <a:lnTo>
                  <a:pt x="103889" y="448400"/>
                </a:lnTo>
                <a:lnTo>
                  <a:pt x="103537" y="453274"/>
                </a:lnTo>
                <a:lnTo>
                  <a:pt x="103140" y="458147"/>
                </a:lnTo>
                <a:lnTo>
                  <a:pt x="102719" y="463021"/>
                </a:lnTo>
                <a:lnTo>
                  <a:pt x="102301" y="467895"/>
                </a:lnTo>
                <a:lnTo>
                  <a:pt x="101918" y="472769"/>
                </a:lnTo>
                <a:lnTo>
                  <a:pt x="101611" y="477643"/>
                </a:lnTo>
                <a:lnTo>
                  <a:pt x="101426" y="482517"/>
                </a:lnTo>
                <a:lnTo>
                  <a:pt x="101419" y="487391"/>
                </a:lnTo>
                <a:lnTo>
                  <a:pt x="101656" y="492265"/>
                </a:lnTo>
                <a:lnTo>
                  <a:pt x="102215" y="497139"/>
                </a:lnTo>
                <a:lnTo>
                  <a:pt x="103187" y="502013"/>
                </a:lnTo>
                <a:lnTo>
                  <a:pt x="104674" y="506887"/>
                </a:lnTo>
                <a:lnTo>
                  <a:pt x="106789" y="511760"/>
                </a:lnTo>
                <a:lnTo>
                  <a:pt x="109645" y="516634"/>
                </a:lnTo>
                <a:lnTo>
                  <a:pt x="113352" y="521508"/>
                </a:lnTo>
                <a:lnTo>
                  <a:pt x="117996" y="526382"/>
                </a:lnTo>
                <a:lnTo>
                  <a:pt x="123624" y="531256"/>
                </a:lnTo>
                <a:lnTo>
                  <a:pt x="130231" y="536130"/>
                </a:lnTo>
                <a:lnTo>
                  <a:pt x="137735" y="541004"/>
                </a:lnTo>
                <a:lnTo>
                  <a:pt x="145972" y="545878"/>
                </a:lnTo>
                <a:lnTo>
                  <a:pt x="154688" y="550752"/>
                </a:lnTo>
                <a:lnTo>
                  <a:pt x="163542" y="555626"/>
                </a:lnTo>
                <a:lnTo>
                  <a:pt x="172128" y="560500"/>
                </a:lnTo>
                <a:lnTo>
                  <a:pt x="179997" y="565373"/>
                </a:lnTo>
                <a:lnTo>
                  <a:pt x="186699" y="570247"/>
                </a:lnTo>
                <a:lnTo>
                  <a:pt x="191825" y="575121"/>
                </a:lnTo>
                <a:lnTo>
                  <a:pt x="195043"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90" name="03_assume_matched_5987">
            <a:extLst>
              <a:ext uri="{FF2B5EF4-FFF2-40B4-BE49-F238E27FC236}">
                <a16:creationId xmlns:a16="http://schemas.microsoft.com/office/drawing/2014/main" id="{C475F43C-75CB-45FB-A41C-0427A977FE6C}"/>
              </a:ext>
            </a:extLst>
          </p:cNvPr>
          <p:cNvSpPr>
            <a:spLocks noGrp="1"/>
          </p:cNvSpPr>
          <p:nvPr/>
        </p:nvSpPr>
        <p:spPr>
          <a:xfrm>
            <a:off x="790996"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1" name="03_assume_matched_5988">
            <a:extLst>
              <a:ext uri="{FF2B5EF4-FFF2-40B4-BE49-F238E27FC236}">
                <a16:creationId xmlns:a16="http://schemas.microsoft.com/office/drawing/2014/main" id="{232452B4-A9C6-4135-B12F-8FE4100CC15A}"/>
              </a:ext>
            </a:extLst>
          </p:cNvPr>
          <p:cNvSpPr>
            <a:spLocks noGrp="1"/>
          </p:cNvSpPr>
          <p:nvPr/>
        </p:nvSpPr>
        <p:spPr>
          <a:xfrm>
            <a:off x="1168189"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2" name="03_assume_matched_5989">
            <a:extLst>
              <a:ext uri="{FF2B5EF4-FFF2-40B4-BE49-F238E27FC236}">
                <a16:creationId xmlns:a16="http://schemas.microsoft.com/office/drawing/2014/main" id="{40D8D8C5-658A-4489-AC39-7048BA556EA0}"/>
              </a:ext>
            </a:extLst>
          </p:cNvPr>
          <p:cNvSpPr>
            <a:spLocks noGrp="1"/>
          </p:cNvSpPr>
          <p:nvPr/>
        </p:nvSpPr>
        <p:spPr>
          <a:xfrm>
            <a:off x="1545382"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3" name="03_assume_matched_5990">
            <a:extLst>
              <a:ext uri="{FF2B5EF4-FFF2-40B4-BE49-F238E27FC236}">
                <a16:creationId xmlns:a16="http://schemas.microsoft.com/office/drawing/2014/main" id="{7ED703C5-408E-4EDE-A03C-44D858F2832C}"/>
              </a:ext>
            </a:extLst>
          </p:cNvPr>
          <p:cNvSpPr>
            <a:spLocks noGrp="1"/>
          </p:cNvSpPr>
          <p:nvPr/>
        </p:nvSpPr>
        <p:spPr>
          <a:xfrm>
            <a:off x="2299768"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4" name="03_assume_matched_5991">
            <a:extLst>
              <a:ext uri="{FF2B5EF4-FFF2-40B4-BE49-F238E27FC236}">
                <a16:creationId xmlns:a16="http://schemas.microsoft.com/office/drawing/2014/main" id="{95E9D344-C649-4A65-9731-52FF53F372D1}"/>
              </a:ext>
            </a:extLst>
          </p:cNvPr>
          <p:cNvSpPr>
            <a:spLocks noGrp="1"/>
          </p:cNvSpPr>
          <p:nvPr/>
        </p:nvSpPr>
        <p:spPr>
          <a:xfrm>
            <a:off x="3054153"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5" name="03_assume_matched_5992">
            <a:extLst>
              <a:ext uri="{FF2B5EF4-FFF2-40B4-BE49-F238E27FC236}">
                <a16:creationId xmlns:a16="http://schemas.microsoft.com/office/drawing/2014/main" id="{B52094B2-8BDA-4F35-9F56-7E8300BD38E0}"/>
              </a:ext>
            </a:extLst>
          </p:cNvPr>
          <p:cNvSpPr>
            <a:spLocks noGrp="1"/>
          </p:cNvSpPr>
          <p:nvPr/>
        </p:nvSpPr>
        <p:spPr>
          <a:xfrm>
            <a:off x="768364" y="313511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696" name="03_assume_matched_5993">
            <a:extLst>
              <a:ext uri="{FF2B5EF4-FFF2-40B4-BE49-F238E27FC236}">
                <a16:creationId xmlns:a16="http://schemas.microsoft.com/office/drawing/2014/main" id="{492A87E1-E624-4DA7-AFCC-EE349852B10E}"/>
              </a:ext>
            </a:extLst>
          </p:cNvPr>
          <p:cNvSpPr>
            <a:spLocks noGrp="1"/>
          </p:cNvSpPr>
          <p:nvPr/>
        </p:nvSpPr>
        <p:spPr>
          <a:xfrm>
            <a:off x="730263" y="313511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697" name="text_5994">
            <a:extLst>
              <a:ext uri="{FF2B5EF4-FFF2-40B4-BE49-F238E27FC236}">
                <a16:creationId xmlns:a16="http://schemas.microsoft.com/office/drawing/2014/main" id="{1F376DBA-9B72-4F4D-A700-14792804BBC3}"/>
              </a:ext>
            </a:extLst>
          </p:cNvPr>
          <p:cNvSpPr>
            <a:spLocks noGrp="1"/>
          </p:cNvSpPr>
          <p:nvPr/>
        </p:nvSpPr>
        <p:spPr>
          <a:xfrm>
            <a:off x="640617" y="309505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698" name="03_assume_matched_5995">
            <a:extLst>
              <a:ext uri="{FF2B5EF4-FFF2-40B4-BE49-F238E27FC236}">
                <a16:creationId xmlns:a16="http://schemas.microsoft.com/office/drawing/2014/main" id="{59CB70E3-03C6-4A1A-BE0A-E91BB59C6DD5}"/>
              </a:ext>
            </a:extLst>
          </p:cNvPr>
          <p:cNvSpPr>
            <a:spLocks noGrp="1"/>
          </p:cNvSpPr>
          <p:nvPr/>
        </p:nvSpPr>
        <p:spPr>
          <a:xfrm>
            <a:off x="768364" y="284268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699" name="03_assume_matched_5996">
            <a:extLst>
              <a:ext uri="{FF2B5EF4-FFF2-40B4-BE49-F238E27FC236}">
                <a16:creationId xmlns:a16="http://schemas.microsoft.com/office/drawing/2014/main" id="{796B1545-4D12-4F29-A54F-884D406E5B44}"/>
              </a:ext>
            </a:extLst>
          </p:cNvPr>
          <p:cNvSpPr>
            <a:spLocks noGrp="1"/>
          </p:cNvSpPr>
          <p:nvPr/>
        </p:nvSpPr>
        <p:spPr>
          <a:xfrm>
            <a:off x="730263" y="284268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700" name="text_5997">
            <a:extLst>
              <a:ext uri="{FF2B5EF4-FFF2-40B4-BE49-F238E27FC236}">
                <a16:creationId xmlns:a16="http://schemas.microsoft.com/office/drawing/2014/main" id="{2693013C-DF26-4E9D-84CE-D508F054572A}"/>
              </a:ext>
            </a:extLst>
          </p:cNvPr>
          <p:cNvSpPr>
            <a:spLocks noGrp="1"/>
          </p:cNvSpPr>
          <p:nvPr/>
        </p:nvSpPr>
        <p:spPr>
          <a:xfrm>
            <a:off x="589069" y="280261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701" name="03_assume_matched_5998">
            <a:extLst>
              <a:ext uri="{FF2B5EF4-FFF2-40B4-BE49-F238E27FC236}">
                <a16:creationId xmlns:a16="http://schemas.microsoft.com/office/drawing/2014/main" id="{5E51C489-D669-4A7E-85FA-E7EF2BF44916}"/>
              </a:ext>
            </a:extLst>
          </p:cNvPr>
          <p:cNvSpPr>
            <a:spLocks noGrp="1"/>
          </p:cNvSpPr>
          <p:nvPr/>
        </p:nvSpPr>
        <p:spPr>
          <a:xfrm>
            <a:off x="768364" y="255024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702" name="03_assume_matched_5999">
            <a:extLst>
              <a:ext uri="{FF2B5EF4-FFF2-40B4-BE49-F238E27FC236}">
                <a16:creationId xmlns:a16="http://schemas.microsoft.com/office/drawing/2014/main" id="{280D72DF-6556-4A33-8E67-BCB571F0EBF1}"/>
              </a:ext>
            </a:extLst>
          </p:cNvPr>
          <p:cNvSpPr>
            <a:spLocks noGrp="1"/>
          </p:cNvSpPr>
          <p:nvPr/>
        </p:nvSpPr>
        <p:spPr>
          <a:xfrm>
            <a:off x="730263" y="255024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703" name="text_6000">
            <a:extLst>
              <a:ext uri="{FF2B5EF4-FFF2-40B4-BE49-F238E27FC236}">
                <a16:creationId xmlns:a16="http://schemas.microsoft.com/office/drawing/2014/main" id="{B70D95B9-6897-4785-9ED0-81AACEEE47BD}"/>
              </a:ext>
            </a:extLst>
          </p:cNvPr>
          <p:cNvSpPr>
            <a:spLocks noGrp="1"/>
          </p:cNvSpPr>
          <p:nvPr/>
        </p:nvSpPr>
        <p:spPr>
          <a:xfrm>
            <a:off x="537523" y="251018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704" name="text_6001">
            <a:extLst>
              <a:ext uri="{FF2B5EF4-FFF2-40B4-BE49-F238E27FC236}">
                <a16:creationId xmlns:a16="http://schemas.microsoft.com/office/drawing/2014/main" id="{CE330059-553A-45F3-BDB5-BDE903133159}"/>
              </a:ext>
            </a:extLst>
          </p:cNvPr>
          <p:cNvSpPr>
            <a:spLocks noGrp="1"/>
          </p:cNvSpPr>
          <p:nvPr/>
        </p:nvSpPr>
        <p:spPr>
          <a:xfrm rot="-5400000">
            <a:off x="122797" y="2783149"/>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a:solidFill>
                  <a:srgbClr val="273744"/>
                </a:solidFill>
                <a:latin typeface="Arial"/>
                <a:ea typeface="Arial"/>
                <a:cs typeface="Arial"/>
              </a:rPr>
              <a:t>Completion (%)</a:t>
            </a:r>
          </a:p>
        </p:txBody>
      </p:sp>
      <p:sp>
        <p:nvSpPr>
          <p:cNvPr id="705" name="03_assume_matched_6002">
            <a:extLst>
              <a:ext uri="{FF2B5EF4-FFF2-40B4-BE49-F238E27FC236}">
                <a16:creationId xmlns:a16="http://schemas.microsoft.com/office/drawing/2014/main" id="{255D8609-AB49-4A9C-A79C-626D580FC855}"/>
              </a:ext>
            </a:extLst>
          </p:cNvPr>
          <p:cNvSpPr>
            <a:spLocks noGrp="1"/>
          </p:cNvSpPr>
          <p:nvPr/>
        </p:nvSpPr>
        <p:spPr>
          <a:xfrm>
            <a:off x="1205940" y="2880968"/>
            <a:ext cx="28398" cy="28398"/>
          </a:xfrm>
          <a:prstGeom prst="ellipse">
            <a:avLst/>
          </a:prstGeom>
          <a:solidFill>
            <a:srgbClr val="7F8C97">
              <a:alpha val="48000"/>
            </a:srgbClr>
          </a:solidFill>
          <a:ln w="0">
            <a:noFill/>
            <a:prstDash val="solid"/>
          </a:ln>
        </p:spPr>
      </p:sp>
      <p:sp>
        <p:nvSpPr>
          <p:cNvPr id="706" name="03_assume_matched_6003">
            <a:extLst>
              <a:ext uri="{FF2B5EF4-FFF2-40B4-BE49-F238E27FC236}">
                <a16:creationId xmlns:a16="http://schemas.microsoft.com/office/drawing/2014/main" id="{18E894D3-C7ED-4418-82C6-758C0B455ADB}"/>
              </a:ext>
            </a:extLst>
          </p:cNvPr>
          <p:cNvSpPr>
            <a:spLocks noGrp="1"/>
          </p:cNvSpPr>
          <p:nvPr/>
        </p:nvSpPr>
        <p:spPr>
          <a:xfrm>
            <a:off x="1194427" y="3120914"/>
            <a:ext cx="28398" cy="28398"/>
          </a:xfrm>
          <a:prstGeom prst="ellipse">
            <a:avLst/>
          </a:prstGeom>
          <a:solidFill>
            <a:srgbClr val="7F8C97">
              <a:alpha val="48000"/>
            </a:srgbClr>
          </a:solidFill>
          <a:ln w="0">
            <a:noFill/>
            <a:prstDash val="solid"/>
          </a:ln>
        </p:spPr>
      </p:sp>
      <p:sp>
        <p:nvSpPr>
          <p:cNvPr id="707" name="03_assume_matched_6004">
            <a:extLst>
              <a:ext uri="{FF2B5EF4-FFF2-40B4-BE49-F238E27FC236}">
                <a16:creationId xmlns:a16="http://schemas.microsoft.com/office/drawing/2014/main" id="{10EF6B14-BE44-40E3-B22C-7C2526DCC073}"/>
              </a:ext>
            </a:extLst>
          </p:cNvPr>
          <p:cNvSpPr>
            <a:spLocks noGrp="1"/>
          </p:cNvSpPr>
          <p:nvPr/>
        </p:nvSpPr>
        <p:spPr>
          <a:xfrm>
            <a:off x="1137295" y="3120914"/>
            <a:ext cx="28398" cy="28398"/>
          </a:xfrm>
          <a:prstGeom prst="ellipse">
            <a:avLst/>
          </a:prstGeom>
          <a:solidFill>
            <a:srgbClr val="7F8C97">
              <a:alpha val="48000"/>
            </a:srgbClr>
          </a:solidFill>
          <a:ln w="0">
            <a:noFill/>
            <a:prstDash val="solid"/>
          </a:ln>
        </p:spPr>
      </p:sp>
      <p:sp>
        <p:nvSpPr>
          <p:cNvPr id="708" name="03_assume_matched_6005">
            <a:extLst>
              <a:ext uri="{FF2B5EF4-FFF2-40B4-BE49-F238E27FC236}">
                <a16:creationId xmlns:a16="http://schemas.microsoft.com/office/drawing/2014/main" id="{A9CCA194-5153-49FA-90DC-222DC4BDCEA2}"/>
              </a:ext>
            </a:extLst>
          </p:cNvPr>
          <p:cNvSpPr>
            <a:spLocks noGrp="1"/>
          </p:cNvSpPr>
          <p:nvPr/>
        </p:nvSpPr>
        <p:spPr>
          <a:xfrm>
            <a:off x="1216157" y="2828480"/>
            <a:ext cx="28398" cy="28398"/>
          </a:xfrm>
          <a:prstGeom prst="ellipse">
            <a:avLst/>
          </a:prstGeom>
          <a:solidFill>
            <a:srgbClr val="7F8C97">
              <a:alpha val="48000"/>
            </a:srgbClr>
          </a:solidFill>
          <a:ln w="0">
            <a:noFill/>
            <a:prstDash val="solid"/>
          </a:ln>
        </p:spPr>
      </p:sp>
      <p:sp>
        <p:nvSpPr>
          <p:cNvPr id="709" name="03_assume_matched_6006">
            <a:extLst>
              <a:ext uri="{FF2B5EF4-FFF2-40B4-BE49-F238E27FC236}">
                <a16:creationId xmlns:a16="http://schemas.microsoft.com/office/drawing/2014/main" id="{3A417814-30F2-43C7-AD07-BE6E8ED16423}"/>
              </a:ext>
            </a:extLst>
          </p:cNvPr>
          <p:cNvSpPr>
            <a:spLocks noGrp="1"/>
          </p:cNvSpPr>
          <p:nvPr/>
        </p:nvSpPr>
        <p:spPr>
          <a:xfrm>
            <a:off x="1183922" y="2953809"/>
            <a:ext cx="28398" cy="28398"/>
          </a:xfrm>
          <a:prstGeom prst="ellipse">
            <a:avLst/>
          </a:prstGeom>
          <a:solidFill>
            <a:srgbClr val="7F8C97">
              <a:alpha val="48000"/>
            </a:srgbClr>
          </a:solidFill>
          <a:ln w="0">
            <a:noFill/>
            <a:prstDash val="solid"/>
          </a:ln>
        </p:spPr>
      </p:sp>
      <p:sp>
        <p:nvSpPr>
          <p:cNvPr id="710" name="03_assume_matched_6007">
            <a:extLst>
              <a:ext uri="{FF2B5EF4-FFF2-40B4-BE49-F238E27FC236}">
                <a16:creationId xmlns:a16="http://schemas.microsoft.com/office/drawing/2014/main" id="{DE2E6EF9-B68B-4936-9B3B-7AB6E3D0949A}"/>
              </a:ext>
            </a:extLst>
          </p:cNvPr>
          <p:cNvSpPr>
            <a:spLocks noGrp="1"/>
          </p:cNvSpPr>
          <p:nvPr/>
        </p:nvSpPr>
        <p:spPr>
          <a:xfrm>
            <a:off x="1088654" y="2908235"/>
            <a:ext cx="28398" cy="28398"/>
          </a:xfrm>
          <a:prstGeom prst="ellipse">
            <a:avLst/>
          </a:prstGeom>
          <a:solidFill>
            <a:srgbClr val="7F8C97">
              <a:alpha val="48000"/>
            </a:srgbClr>
          </a:solidFill>
          <a:ln w="0">
            <a:noFill/>
            <a:prstDash val="solid"/>
          </a:ln>
        </p:spPr>
      </p:sp>
      <p:sp>
        <p:nvSpPr>
          <p:cNvPr id="711" name="03_assume_matched_6008">
            <a:extLst>
              <a:ext uri="{FF2B5EF4-FFF2-40B4-BE49-F238E27FC236}">
                <a16:creationId xmlns:a16="http://schemas.microsoft.com/office/drawing/2014/main" id="{D3614949-7488-4613-9F26-A2DB5DEB70DB}"/>
              </a:ext>
            </a:extLst>
          </p:cNvPr>
          <p:cNvSpPr>
            <a:spLocks noGrp="1"/>
          </p:cNvSpPr>
          <p:nvPr/>
        </p:nvSpPr>
        <p:spPr>
          <a:xfrm>
            <a:off x="1119306" y="3120914"/>
            <a:ext cx="28398" cy="28398"/>
          </a:xfrm>
          <a:prstGeom prst="ellipse">
            <a:avLst/>
          </a:prstGeom>
          <a:solidFill>
            <a:srgbClr val="7F8C97">
              <a:alpha val="48000"/>
            </a:srgbClr>
          </a:solidFill>
          <a:ln w="0">
            <a:noFill/>
            <a:prstDash val="solid"/>
          </a:ln>
        </p:spPr>
      </p:sp>
      <p:sp>
        <p:nvSpPr>
          <p:cNvPr id="712" name="03_assume_matched_6009">
            <a:extLst>
              <a:ext uri="{FF2B5EF4-FFF2-40B4-BE49-F238E27FC236}">
                <a16:creationId xmlns:a16="http://schemas.microsoft.com/office/drawing/2014/main" id="{4BBECCE2-D7A1-4C6D-8772-C4112B45C04F}"/>
              </a:ext>
            </a:extLst>
          </p:cNvPr>
          <p:cNvSpPr>
            <a:spLocks noGrp="1"/>
          </p:cNvSpPr>
          <p:nvPr/>
        </p:nvSpPr>
        <p:spPr>
          <a:xfrm>
            <a:off x="1088366" y="3120914"/>
            <a:ext cx="28398" cy="28398"/>
          </a:xfrm>
          <a:prstGeom prst="ellipse">
            <a:avLst/>
          </a:prstGeom>
          <a:solidFill>
            <a:srgbClr val="7F8C97">
              <a:alpha val="48000"/>
            </a:srgbClr>
          </a:solidFill>
          <a:ln w="0">
            <a:noFill/>
            <a:prstDash val="solid"/>
          </a:ln>
        </p:spPr>
      </p:sp>
      <p:sp>
        <p:nvSpPr>
          <p:cNvPr id="713" name="03_assume_matched_6010">
            <a:extLst>
              <a:ext uri="{FF2B5EF4-FFF2-40B4-BE49-F238E27FC236}">
                <a16:creationId xmlns:a16="http://schemas.microsoft.com/office/drawing/2014/main" id="{037FFFBB-3351-40BC-B496-A651DB380C7A}"/>
              </a:ext>
            </a:extLst>
          </p:cNvPr>
          <p:cNvSpPr>
            <a:spLocks noGrp="1"/>
          </p:cNvSpPr>
          <p:nvPr/>
        </p:nvSpPr>
        <p:spPr>
          <a:xfrm>
            <a:off x="1169675" y="3120914"/>
            <a:ext cx="28398" cy="28398"/>
          </a:xfrm>
          <a:prstGeom prst="ellipse">
            <a:avLst/>
          </a:prstGeom>
          <a:solidFill>
            <a:srgbClr val="7F8C97">
              <a:alpha val="48000"/>
            </a:srgbClr>
          </a:solidFill>
          <a:ln w="0">
            <a:noFill/>
            <a:prstDash val="solid"/>
          </a:ln>
        </p:spPr>
      </p:sp>
      <p:sp>
        <p:nvSpPr>
          <p:cNvPr id="714" name="03_assume_matched_6011">
            <a:extLst>
              <a:ext uri="{FF2B5EF4-FFF2-40B4-BE49-F238E27FC236}">
                <a16:creationId xmlns:a16="http://schemas.microsoft.com/office/drawing/2014/main" id="{0D02A79E-CFD0-4B41-A98C-022DD5F849C3}"/>
              </a:ext>
            </a:extLst>
          </p:cNvPr>
          <p:cNvSpPr>
            <a:spLocks noGrp="1"/>
          </p:cNvSpPr>
          <p:nvPr/>
        </p:nvSpPr>
        <p:spPr>
          <a:xfrm>
            <a:off x="1150966" y="3120914"/>
            <a:ext cx="28398" cy="28398"/>
          </a:xfrm>
          <a:prstGeom prst="ellipse">
            <a:avLst/>
          </a:prstGeom>
          <a:solidFill>
            <a:srgbClr val="7F8C97">
              <a:alpha val="48000"/>
            </a:srgbClr>
          </a:solidFill>
          <a:ln w="0">
            <a:noFill/>
            <a:prstDash val="solid"/>
          </a:ln>
        </p:spPr>
      </p:sp>
      <p:sp>
        <p:nvSpPr>
          <p:cNvPr id="715" name="03_assume_matched_6012">
            <a:extLst>
              <a:ext uri="{FF2B5EF4-FFF2-40B4-BE49-F238E27FC236}">
                <a16:creationId xmlns:a16="http://schemas.microsoft.com/office/drawing/2014/main" id="{80825F9B-7F79-49FC-BCAD-5BDCC1F7CB5A}"/>
              </a:ext>
            </a:extLst>
          </p:cNvPr>
          <p:cNvSpPr>
            <a:spLocks noGrp="1"/>
          </p:cNvSpPr>
          <p:nvPr/>
        </p:nvSpPr>
        <p:spPr>
          <a:xfrm>
            <a:off x="1135712" y="3120914"/>
            <a:ext cx="28398" cy="28398"/>
          </a:xfrm>
          <a:prstGeom prst="ellipse">
            <a:avLst/>
          </a:prstGeom>
          <a:solidFill>
            <a:srgbClr val="7F8C97">
              <a:alpha val="48000"/>
            </a:srgbClr>
          </a:solidFill>
          <a:ln w="0">
            <a:noFill/>
            <a:prstDash val="solid"/>
          </a:ln>
        </p:spPr>
      </p:sp>
      <p:sp>
        <p:nvSpPr>
          <p:cNvPr id="716" name="03_assume_matched_6013">
            <a:extLst>
              <a:ext uri="{FF2B5EF4-FFF2-40B4-BE49-F238E27FC236}">
                <a16:creationId xmlns:a16="http://schemas.microsoft.com/office/drawing/2014/main" id="{61C4945B-95BA-4128-94D2-65399450A2FD}"/>
              </a:ext>
            </a:extLst>
          </p:cNvPr>
          <p:cNvSpPr>
            <a:spLocks noGrp="1"/>
          </p:cNvSpPr>
          <p:nvPr/>
        </p:nvSpPr>
        <p:spPr>
          <a:xfrm>
            <a:off x="1121465" y="3120914"/>
            <a:ext cx="28398" cy="28398"/>
          </a:xfrm>
          <a:prstGeom prst="ellipse">
            <a:avLst/>
          </a:prstGeom>
          <a:solidFill>
            <a:srgbClr val="7F8C97">
              <a:alpha val="48000"/>
            </a:srgbClr>
          </a:solidFill>
          <a:ln w="0">
            <a:noFill/>
            <a:prstDash val="solid"/>
          </a:ln>
        </p:spPr>
      </p:sp>
      <p:sp>
        <p:nvSpPr>
          <p:cNvPr id="717" name="03_assume_matched_6014">
            <a:extLst>
              <a:ext uri="{FF2B5EF4-FFF2-40B4-BE49-F238E27FC236}">
                <a16:creationId xmlns:a16="http://schemas.microsoft.com/office/drawing/2014/main" id="{0A2B8003-AB77-434D-82F1-8E6CA1F66C9F}"/>
              </a:ext>
            </a:extLst>
          </p:cNvPr>
          <p:cNvSpPr>
            <a:spLocks noGrp="1"/>
          </p:cNvSpPr>
          <p:nvPr/>
        </p:nvSpPr>
        <p:spPr>
          <a:xfrm>
            <a:off x="1137871" y="3120914"/>
            <a:ext cx="28398" cy="28398"/>
          </a:xfrm>
          <a:prstGeom prst="ellipse">
            <a:avLst/>
          </a:prstGeom>
          <a:solidFill>
            <a:srgbClr val="7F8C97">
              <a:alpha val="48000"/>
            </a:srgbClr>
          </a:solidFill>
          <a:ln w="0">
            <a:noFill/>
            <a:prstDash val="solid"/>
          </a:ln>
        </p:spPr>
      </p:sp>
      <p:sp>
        <p:nvSpPr>
          <p:cNvPr id="718" name="03_assume_matched_6015">
            <a:extLst>
              <a:ext uri="{FF2B5EF4-FFF2-40B4-BE49-F238E27FC236}">
                <a16:creationId xmlns:a16="http://schemas.microsoft.com/office/drawing/2014/main" id="{251A97E7-B651-40F1-86C4-C89B4E25BD52}"/>
              </a:ext>
            </a:extLst>
          </p:cNvPr>
          <p:cNvSpPr>
            <a:spLocks noGrp="1"/>
          </p:cNvSpPr>
          <p:nvPr/>
        </p:nvSpPr>
        <p:spPr>
          <a:xfrm>
            <a:off x="1223065" y="2974697"/>
            <a:ext cx="28398" cy="28398"/>
          </a:xfrm>
          <a:prstGeom prst="ellipse">
            <a:avLst/>
          </a:prstGeom>
          <a:solidFill>
            <a:srgbClr val="7F8C97">
              <a:alpha val="48000"/>
            </a:srgbClr>
          </a:solidFill>
          <a:ln w="0">
            <a:noFill/>
            <a:prstDash val="solid"/>
          </a:ln>
        </p:spPr>
      </p:sp>
      <p:sp>
        <p:nvSpPr>
          <p:cNvPr id="719" name="03_assume_matched_6016">
            <a:extLst>
              <a:ext uri="{FF2B5EF4-FFF2-40B4-BE49-F238E27FC236}">
                <a16:creationId xmlns:a16="http://schemas.microsoft.com/office/drawing/2014/main" id="{6DEE4F7D-5F91-42C6-B063-A9CC46683FCF}"/>
              </a:ext>
            </a:extLst>
          </p:cNvPr>
          <p:cNvSpPr>
            <a:spLocks noGrp="1"/>
          </p:cNvSpPr>
          <p:nvPr/>
        </p:nvSpPr>
        <p:spPr>
          <a:xfrm>
            <a:off x="1178021" y="2925958"/>
            <a:ext cx="28398" cy="28398"/>
          </a:xfrm>
          <a:prstGeom prst="ellipse">
            <a:avLst/>
          </a:prstGeom>
          <a:solidFill>
            <a:srgbClr val="7F8C97">
              <a:alpha val="48000"/>
            </a:srgbClr>
          </a:solidFill>
          <a:ln w="0">
            <a:noFill/>
            <a:prstDash val="solid"/>
          </a:ln>
        </p:spPr>
      </p:sp>
      <p:sp>
        <p:nvSpPr>
          <p:cNvPr id="720" name="03_assume_matched_6017">
            <a:extLst>
              <a:ext uri="{FF2B5EF4-FFF2-40B4-BE49-F238E27FC236}">
                <a16:creationId xmlns:a16="http://schemas.microsoft.com/office/drawing/2014/main" id="{4142F5D3-42B4-4B47-A6E7-458CAFA2647C}"/>
              </a:ext>
            </a:extLst>
          </p:cNvPr>
          <p:cNvSpPr>
            <a:spLocks noGrp="1"/>
          </p:cNvSpPr>
          <p:nvPr/>
        </p:nvSpPr>
        <p:spPr>
          <a:xfrm>
            <a:off x="1187807" y="3120914"/>
            <a:ext cx="28398" cy="28398"/>
          </a:xfrm>
          <a:prstGeom prst="ellipse">
            <a:avLst/>
          </a:prstGeom>
          <a:solidFill>
            <a:srgbClr val="7F8C97">
              <a:alpha val="48000"/>
            </a:srgbClr>
          </a:solidFill>
          <a:ln w="0">
            <a:noFill/>
            <a:prstDash val="solid"/>
          </a:ln>
        </p:spPr>
      </p:sp>
      <p:sp>
        <p:nvSpPr>
          <p:cNvPr id="721" name="03_assume_matched_6018">
            <a:extLst>
              <a:ext uri="{FF2B5EF4-FFF2-40B4-BE49-F238E27FC236}">
                <a16:creationId xmlns:a16="http://schemas.microsoft.com/office/drawing/2014/main" id="{1CE68EB5-FFD7-4497-93E8-D79D25865A5C}"/>
              </a:ext>
            </a:extLst>
          </p:cNvPr>
          <p:cNvSpPr>
            <a:spLocks noGrp="1"/>
          </p:cNvSpPr>
          <p:nvPr/>
        </p:nvSpPr>
        <p:spPr>
          <a:xfrm>
            <a:off x="1124631" y="2990943"/>
            <a:ext cx="28398" cy="28398"/>
          </a:xfrm>
          <a:prstGeom prst="ellipse">
            <a:avLst/>
          </a:prstGeom>
          <a:solidFill>
            <a:srgbClr val="7F8C97">
              <a:alpha val="48000"/>
            </a:srgbClr>
          </a:solidFill>
          <a:ln w="0">
            <a:noFill/>
            <a:prstDash val="solid"/>
          </a:ln>
        </p:spPr>
      </p:sp>
      <p:sp>
        <p:nvSpPr>
          <p:cNvPr id="722" name="03_assume_matched_6019">
            <a:extLst>
              <a:ext uri="{FF2B5EF4-FFF2-40B4-BE49-F238E27FC236}">
                <a16:creationId xmlns:a16="http://schemas.microsoft.com/office/drawing/2014/main" id="{5F2DC530-49A0-455A-9FBB-864D7DF4BE47}"/>
              </a:ext>
            </a:extLst>
          </p:cNvPr>
          <p:cNvSpPr>
            <a:spLocks noGrp="1"/>
          </p:cNvSpPr>
          <p:nvPr/>
        </p:nvSpPr>
        <p:spPr>
          <a:xfrm>
            <a:off x="1215006" y="3120914"/>
            <a:ext cx="28398" cy="28398"/>
          </a:xfrm>
          <a:prstGeom prst="ellipse">
            <a:avLst/>
          </a:prstGeom>
          <a:solidFill>
            <a:srgbClr val="7F8C97">
              <a:alpha val="48000"/>
            </a:srgbClr>
          </a:solidFill>
          <a:ln w="0">
            <a:noFill/>
            <a:prstDash val="solid"/>
          </a:ln>
        </p:spPr>
      </p:sp>
      <p:sp>
        <p:nvSpPr>
          <p:cNvPr id="723" name="03_assume_matched_6020">
            <a:extLst>
              <a:ext uri="{FF2B5EF4-FFF2-40B4-BE49-F238E27FC236}">
                <a16:creationId xmlns:a16="http://schemas.microsoft.com/office/drawing/2014/main" id="{3004C04A-18AD-4E95-80F9-502A72695F82}"/>
              </a:ext>
            </a:extLst>
          </p:cNvPr>
          <p:cNvSpPr>
            <a:spLocks noGrp="1"/>
          </p:cNvSpPr>
          <p:nvPr/>
        </p:nvSpPr>
        <p:spPr>
          <a:xfrm>
            <a:off x="1188095" y="2908235"/>
            <a:ext cx="28398" cy="28398"/>
          </a:xfrm>
          <a:prstGeom prst="ellipse">
            <a:avLst/>
          </a:prstGeom>
          <a:solidFill>
            <a:srgbClr val="7F8C97">
              <a:alpha val="48000"/>
            </a:srgbClr>
          </a:solidFill>
          <a:ln w="0">
            <a:noFill/>
            <a:prstDash val="solid"/>
          </a:ln>
        </p:spPr>
      </p:sp>
      <p:sp>
        <p:nvSpPr>
          <p:cNvPr id="724" name="03_assume_matched_6021">
            <a:extLst>
              <a:ext uri="{FF2B5EF4-FFF2-40B4-BE49-F238E27FC236}">
                <a16:creationId xmlns:a16="http://schemas.microsoft.com/office/drawing/2014/main" id="{0D0FC06F-8042-44CC-9AC0-E9E89F6A2E39}"/>
              </a:ext>
            </a:extLst>
          </p:cNvPr>
          <p:cNvSpPr>
            <a:spLocks noGrp="1"/>
          </p:cNvSpPr>
          <p:nvPr/>
        </p:nvSpPr>
        <p:spPr>
          <a:xfrm>
            <a:off x="1105923" y="3120914"/>
            <a:ext cx="28398" cy="28398"/>
          </a:xfrm>
          <a:prstGeom prst="ellipse">
            <a:avLst/>
          </a:prstGeom>
          <a:solidFill>
            <a:srgbClr val="7F8C97">
              <a:alpha val="48000"/>
            </a:srgbClr>
          </a:solidFill>
          <a:ln w="0">
            <a:noFill/>
            <a:prstDash val="solid"/>
          </a:ln>
        </p:spPr>
      </p:sp>
      <p:sp>
        <p:nvSpPr>
          <p:cNvPr id="725" name="03_assume_matched_6022">
            <a:extLst>
              <a:ext uri="{FF2B5EF4-FFF2-40B4-BE49-F238E27FC236}">
                <a16:creationId xmlns:a16="http://schemas.microsoft.com/office/drawing/2014/main" id="{AC9BB8E4-59C3-41E5-AD3F-78444A7EF636}"/>
              </a:ext>
            </a:extLst>
          </p:cNvPr>
          <p:cNvSpPr>
            <a:spLocks noGrp="1"/>
          </p:cNvSpPr>
          <p:nvPr/>
        </p:nvSpPr>
        <p:spPr>
          <a:xfrm>
            <a:off x="1113262" y="3120914"/>
            <a:ext cx="28398" cy="28398"/>
          </a:xfrm>
          <a:prstGeom prst="ellipse">
            <a:avLst/>
          </a:prstGeom>
          <a:solidFill>
            <a:srgbClr val="7F8C97">
              <a:alpha val="48000"/>
            </a:srgbClr>
          </a:solidFill>
          <a:ln w="0">
            <a:noFill/>
            <a:prstDash val="solid"/>
          </a:ln>
        </p:spPr>
      </p:sp>
      <p:sp>
        <p:nvSpPr>
          <p:cNvPr id="726" name="03_assume_matched_6023">
            <a:extLst>
              <a:ext uri="{FF2B5EF4-FFF2-40B4-BE49-F238E27FC236}">
                <a16:creationId xmlns:a16="http://schemas.microsoft.com/office/drawing/2014/main" id="{23C50D43-5DA0-4882-9533-346F397DA944}"/>
              </a:ext>
            </a:extLst>
          </p:cNvPr>
          <p:cNvSpPr>
            <a:spLocks noGrp="1"/>
          </p:cNvSpPr>
          <p:nvPr/>
        </p:nvSpPr>
        <p:spPr>
          <a:xfrm>
            <a:off x="1124487" y="2925958"/>
            <a:ext cx="28398" cy="28398"/>
          </a:xfrm>
          <a:prstGeom prst="ellipse">
            <a:avLst/>
          </a:prstGeom>
          <a:solidFill>
            <a:srgbClr val="7F8C97">
              <a:alpha val="48000"/>
            </a:srgbClr>
          </a:solidFill>
          <a:ln w="0">
            <a:noFill/>
            <a:prstDash val="solid"/>
          </a:ln>
        </p:spPr>
      </p:sp>
      <p:sp>
        <p:nvSpPr>
          <p:cNvPr id="727" name="03_assume_matched_6024">
            <a:extLst>
              <a:ext uri="{FF2B5EF4-FFF2-40B4-BE49-F238E27FC236}">
                <a16:creationId xmlns:a16="http://schemas.microsoft.com/office/drawing/2014/main" id="{E982F70B-0FD0-4F29-8E96-6A552BA1D25E}"/>
              </a:ext>
            </a:extLst>
          </p:cNvPr>
          <p:cNvSpPr>
            <a:spLocks noGrp="1"/>
          </p:cNvSpPr>
          <p:nvPr/>
        </p:nvSpPr>
        <p:spPr>
          <a:xfrm>
            <a:off x="1213855" y="3120914"/>
            <a:ext cx="28398" cy="28398"/>
          </a:xfrm>
          <a:prstGeom prst="ellipse">
            <a:avLst/>
          </a:prstGeom>
          <a:solidFill>
            <a:srgbClr val="7F8C97">
              <a:alpha val="48000"/>
            </a:srgbClr>
          </a:solidFill>
          <a:ln w="0">
            <a:noFill/>
            <a:prstDash val="solid"/>
          </a:ln>
        </p:spPr>
      </p:sp>
      <p:sp>
        <p:nvSpPr>
          <p:cNvPr id="728" name="03_assume_matched_6025">
            <a:extLst>
              <a:ext uri="{FF2B5EF4-FFF2-40B4-BE49-F238E27FC236}">
                <a16:creationId xmlns:a16="http://schemas.microsoft.com/office/drawing/2014/main" id="{FFEDB657-4A75-4681-9B53-B30D641BE2AD}"/>
              </a:ext>
            </a:extLst>
          </p:cNvPr>
          <p:cNvSpPr>
            <a:spLocks noGrp="1"/>
          </p:cNvSpPr>
          <p:nvPr/>
        </p:nvSpPr>
        <p:spPr>
          <a:xfrm>
            <a:off x="1126790" y="2828480"/>
            <a:ext cx="28398" cy="28398"/>
          </a:xfrm>
          <a:prstGeom prst="ellipse">
            <a:avLst/>
          </a:prstGeom>
          <a:solidFill>
            <a:srgbClr val="7F8C97">
              <a:alpha val="48000"/>
            </a:srgbClr>
          </a:solidFill>
          <a:ln w="0">
            <a:noFill/>
            <a:prstDash val="solid"/>
          </a:ln>
        </p:spPr>
      </p:sp>
      <p:sp>
        <p:nvSpPr>
          <p:cNvPr id="729" name="03_assume_matched_6026">
            <a:extLst>
              <a:ext uri="{FF2B5EF4-FFF2-40B4-BE49-F238E27FC236}">
                <a16:creationId xmlns:a16="http://schemas.microsoft.com/office/drawing/2014/main" id="{0CA34685-5CC1-4A40-B8F2-63D1AAE9B2BF}"/>
              </a:ext>
            </a:extLst>
          </p:cNvPr>
          <p:cNvSpPr>
            <a:spLocks noGrp="1"/>
          </p:cNvSpPr>
          <p:nvPr/>
        </p:nvSpPr>
        <p:spPr>
          <a:xfrm>
            <a:off x="1205796" y="3120914"/>
            <a:ext cx="28398" cy="28398"/>
          </a:xfrm>
          <a:prstGeom prst="ellipse">
            <a:avLst/>
          </a:prstGeom>
          <a:solidFill>
            <a:srgbClr val="7F8C97">
              <a:alpha val="48000"/>
            </a:srgbClr>
          </a:solidFill>
          <a:ln w="0">
            <a:noFill/>
            <a:prstDash val="solid"/>
          </a:ln>
        </p:spPr>
      </p:sp>
      <p:sp>
        <p:nvSpPr>
          <p:cNvPr id="730" name="03_assume_matched_6027">
            <a:extLst>
              <a:ext uri="{FF2B5EF4-FFF2-40B4-BE49-F238E27FC236}">
                <a16:creationId xmlns:a16="http://schemas.microsoft.com/office/drawing/2014/main" id="{7514F912-57C2-4138-B777-B8954E585755}"/>
              </a:ext>
            </a:extLst>
          </p:cNvPr>
          <p:cNvSpPr>
            <a:spLocks noGrp="1"/>
          </p:cNvSpPr>
          <p:nvPr/>
        </p:nvSpPr>
        <p:spPr>
          <a:xfrm>
            <a:off x="1206947" y="2828480"/>
            <a:ext cx="28398" cy="28398"/>
          </a:xfrm>
          <a:prstGeom prst="ellipse">
            <a:avLst/>
          </a:prstGeom>
          <a:solidFill>
            <a:srgbClr val="7F8C97">
              <a:alpha val="48000"/>
            </a:srgbClr>
          </a:solidFill>
          <a:ln w="0">
            <a:noFill/>
            <a:prstDash val="solid"/>
          </a:ln>
        </p:spPr>
      </p:sp>
      <p:sp>
        <p:nvSpPr>
          <p:cNvPr id="731" name="03_assume_matched_6028">
            <a:extLst>
              <a:ext uri="{FF2B5EF4-FFF2-40B4-BE49-F238E27FC236}">
                <a16:creationId xmlns:a16="http://schemas.microsoft.com/office/drawing/2014/main" id="{05CB338A-CCA2-4C08-8670-FBFAC65DA6DA}"/>
              </a:ext>
            </a:extLst>
          </p:cNvPr>
          <p:cNvSpPr>
            <a:spLocks noGrp="1"/>
          </p:cNvSpPr>
          <p:nvPr/>
        </p:nvSpPr>
        <p:spPr>
          <a:xfrm>
            <a:off x="1210689" y="3120914"/>
            <a:ext cx="28398" cy="28398"/>
          </a:xfrm>
          <a:prstGeom prst="ellipse">
            <a:avLst/>
          </a:prstGeom>
          <a:solidFill>
            <a:srgbClr val="7F8C97">
              <a:alpha val="48000"/>
            </a:srgbClr>
          </a:solidFill>
          <a:ln w="0">
            <a:noFill/>
            <a:prstDash val="solid"/>
          </a:ln>
        </p:spPr>
      </p:sp>
      <p:sp>
        <p:nvSpPr>
          <p:cNvPr id="732" name="03_assume_matched_6029">
            <a:extLst>
              <a:ext uri="{FF2B5EF4-FFF2-40B4-BE49-F238E27FC236}">
                <a16:creationId xmlns:a16="http://schemas.microsoft.com/office/drawing/2014/main" id="{CC1BE1E1-1A34-4F34-B7E1-D7403B4A1B74}"/>
              </a:ext>
            </a:extLst>
          </p:cNvPr>
          <p:cNvSpPr>
            <a:spLocks noGrp="1"/>
          </p:cNvSpPr>
          <p:nvPr/>
        </p:nvSpPr>
        <p:spPr>
          <a:xfrm>
            <a:off x="1127941" y="3120914"/>
            <a:ext cx="28398" cy="28398"/>
          </a:xfrm>
          <a:prstGeom prst="ellipse">
            <a:avLst/>
          </a:prstGeom>
          <a:solidFill>
            <a:srgbClr val="7F8C97">
              <a:alpha val="48000"/>
            </a:srgbClr>
          </a:solidFill>
          <a:ln w="0">
            <a:noFill/>
            <a:prstDash val="solid"/>
          </a:ln>
        </p:spPr>
      </p:sp>
      <p:sp>
        <p:nvSpPr>
          <p:cNvPr id="733" name="03_assume_matched_6030">
            <a:extLst>
              <a:ext uri="{FF2B5EF4-FFF2-40B4-BE49-F238E27FC236}">
                <a16:creationId xmlns:a16="http://schemas.microsoft.com/office/drawing/2014/main" id="{059701EB-9961-4EEF-963F-E6E945FDFFCF}"/>
              </a:ext>
            </a:extLst>
          </p:cNvPr>
          <p:cNvSpPr>
            <a:spLocks noGrp="1"/>
          </p:cNvSpPr>
          <p:nvPr/>
        </p:nvSpPr>
        <p:spPr>
          <a:xfrm>
            <a:off x="1106211" y="2828480"/>
            <a:ext cx="28398" cy="28398"/>
          </a:xfrm>
          <a:prstGeom prst="ellipse">
            <a:avLst/>
          </a:prstGeom>
          <a:solidFill>
            <a:srgbClr val="7F8C97">
              <a:alpha val="48000"/>
            </a:srgbClr>
          </a:solidFill>
          <a:ln w="0">
            <a:noFill/>
            <a:prstDash val="solid"/>
          </a:ln>
        </p:spPr>
      </p:sp>
      <p:sp>
        <p:nvSpPr>
          <p:cNvPr id="734" name="03_assume_matched_6031">
            <a:extLst>
              <a:ext uri="{FF2B5EF4-FFF2-40B4-BE49-F238E27FC236}">
                <a16:creationId xmlns:a16="http://schemas.microsoft.com/office/drawing/2014/main" id="{1B632625-AC04-4B95-B1CC-16A17CF6E5DE}"/>
              </a:ext>
            </a:extLst>
          </p:cNvPr>
          <p:cNvSpPr>
            <a:spLocks noGrp="1"/>
          </p:cNvSpPr>
          <p:nvPr/>
        </p:nvSpPr>
        <p:spPr>
          <a:xfrm>
            <a:off x="1189966" y="3120914"/>
            <a:ext cx="28398" cy="28398"/>
          </a:xfrm>
          <a:prstGeom prst="ellipse">
            <a:avLst/>
          </a:prstGeom>
          <a:solidFill>
            <a:srgbClr val="7F8C97">
              <a:alpha val="48000"/>
            </a:srgbClr>
          </a:solidFill>
          <a:ln w="0">
            <a:noFill/>
            <a:prstDash val="solid"/>
          </a:ln>
        </p:spPr>
      </p:sp>
      <p:sp>
        <p:nvSpPr>
          <p:cNvPr id="735" name="03_assume_matched_6032">
            <a:extLst>
              <a:ext uri="{FF2B5EF4-FFF2-40B4-BE49-F238E27FC236}">
                <a16:creationId xmlns:a16="http://schemas.microsoft.com/office/drawing/2014/main" id="{D9350490-5FB1-443E-85DC-01843762CD89}"/>
              </a:ext>
            </a:extLst>
          </p:cNvPr>
          <p:cNvSpPr>
            <a:spLocks noGrp="1"/>
          </p:cNvSpPr>
          <p:nvPr/>
        </p:nvSpPr>
        <p:spPr>
          <a:xfrm>
            <a:off x="1099447" y="3120914"/>
            <a:ext cx="28398" cy="28398"/>
          </a:xfrm>
          <a:prstGeom prst="ellipse">
            <a:avLst/>
          </a:prstGeom>
          <a:solidFill>
            <a:srgbClr val="7F8C97">
              <a:alpha val="48000"/>
            </a:srgbClr>
          </a:solidFill>
          <a:ln w="0">
            <a:noFill/>
            <a:prstDash val="solid"/>
          </a:ln>
        </p:spPr>
      </p:sp>
      <p:sp>
        <p:nvSpPr>
          <p:cNvPr id="736" name="03_assume_matched_6033">
            <a:extLst>
              <a:ext uri="{FF2B5EF4-FFF2-40B4-BE49-F238E27FC236}">
                <a16:creationId xmlns:a16="http://schemas.microsoft.com/office/drawing/2014/main" id="{4A1D7669-5917-463F-8A2C-6C963F51AA5E}"/>
              </a:ext>
            </a:extLst>
          </p:cNvPr>
          <p:cNvSpPr>
            <a:spLocks noGrp="1"/>
          </p:cNvSpPr>
          <p:nvPr/>
        </p:nvSpPr>
        <p:spPr>
          <a:xfrm>
            <a:off x="1193563" y="2886967"/>
            <a:ext cx="28398" cy="28398"/>
          </a:xfrm>
          <a:prstGeom prst="ellipse">
            <a:avLst/>
          </a:prstGeom>
          <a:solidFill>
            <a:srgbClr val="7F8C97">
              <a:alpha val="48000"/>
            </a:srgbClr>
          </a:solidFill>
          <a:ln w="0">
            <a:noFill/>
            <a:prstDash val="solid"/>
          </a:ln>
        </p:spPr>
      </p:sp>
      <p:sp>
        <p:nvSpPr>
          <p:cNvPr id="737" name="03_assume_matched_6034">
            <a:extLst>
              <a:ext uri="{FF2B5EF4-FFF2-40B4-BE49-F238E27FC236}">
                <a16:creationId xmlns:a16="http://schemas.microsoft.com/office/drawing/2014/main" id="{B9C60ED7-FDC0-4052-97C3-AB516558FFDE}"/>
              </a:ext>
            </a:extLst>
          </p:cNvPr>
          <p:cNvSpPr>
            <a:spLocks noGrp="1"/>
          </p:cNvSpPr>
          <p:nvPr/>
        </p:nvSpPr>
        <p:spPr>
          <a:xfrm>
            <a:off x="1100742" y="3120914"/>
            <a:ext cx="28398" cy="28398"/>
          </a:xfrm>
          <a:prstGeom prst="ellipse">
            <a:avLst/>
          </a:prstGeom>
          <a:solidFill>
            <a:srgbClr val="7F8C97">
              <a:alpha val="48000"/>
            </a:srgbClr>
          </a:solidFill>
          <a:ln w="0">
            <a:noFill/>
            <a:prstDash val="solid"/>
          </a:ln>
        </p:spPr>
      </p:sp>
      <p:sp>
        <p:nvSpPr>
          <p:cNvPr id="738" name="03_assume_matched_6035">
            <a:extLst>
              <a:ext uri="{FF2B5EF4-FFF2-40B4-BE49-F238E27FC236}">
                <a16:creationId xmlns:a16="http://schemas.microsoft.com/office/drawing/2014/main" id="{30C2E3BD-8488-4C84-A3DB-EA8D734FA300}"/>
              </a:ext>
            </a:extLst>
          </p:cNvPr>
          <p:cNvSpPr>
            <a:spLocks noGrp="1"/>
          </p:cNvSpPr>
          <p:nvPr/>
        </p:nvSpPr>
        <p:spPr>
          <a:xfrm>
            <a:off x="1221194" y="3120914"/>
            <a:ext cx="28398" cy="28398"/>
          </a:xfrm>
          <a:prstGeom prst="ellipse">
            <a:avLst/>
          </a:prstGeom>
          <a:solidFill>
            <a:srgbClr val="7F8C97">
              <a:alpha val="48000"/>
            </a:srgbClr>
          </a:solidFill>
          <a:ln w="0">
            <a:noFill/>
            <a:prstDash val="solid"/>
          </a:ln>
        </p:spPr>
      </p:sp>
      <p:sp>
        <p:nvSpPr>
          <p:cNvPr id="739" name="03_assume_matched_6036">
            <a:extLst>
              <a:ext uri="{FF2B5EF4-FFF2-40B4-BE49-F238E27FC236}">
                <a16:creationId xmlns:a16="http://schemas.microsoft.com/office/drawing/2014/main" id="{E4CB5404-708B-4E4B-A0E6-95A150EE70C3}"/>
              </a:ext>
            </a:extLst>
          </p:cNvPr>
          <p:cNvSpPr>
            <a:spLocks noGrp="1"/>
          </p:cNvSpPr>
          <p:nvPr/>
        </p:nvSpPr>
        <p:spPr>
          <a:xfrm>
            <a:off x="1199176" y="3120914"/>
            <a:ext cx="28398" cy="28398"/>
          </a:xfrm>
          <a:prstGeom prst="ellipse">
            <a:avLst/>
          </a:prstGeom>
          <a:solidFill>
            <a:srgbClr val="7F8C97">
              <a:alpha val="48000"/>
            </a:srgbClr>
          </a:solidFill>
          <a:ln w="0">
            <a:noFill/>
            <a:prstDash val="solid"/>
          </a:ln>
        </p:spPr>
      </p:sp>
      <p:sp>
        <p:nvSpPr>
          <p:cNvPr id="740" name="03_assume_matched_6037">
            <a:extLst>
              <a:ext uri="{FF2B5EF4-FFF2-40B4-BE49-F238E27FC236}">
                <a16:creationId xmlns:a16="http://schemas.microsoft.com/office/drawing/2014/main" id="{78C414F5-F130-45D4-B273-7ED3350B2737}"/>
              </a:ext>
            </a:extLst>
          </p:cNvPr>
          <p:cNvSpPr>
            <a:spLocks noGrp="1"/>
          </p:cNvSpPr>
          <p:nvPr/>
        </p:nvSpPr>
        <p:spPr>
          <a:xfrm>
            <a:off x="1147081" y="3120914"/>
            <a:ext cx="28398" cy="28398"/>
          </a:xfrm>
          <a:prstGeom prst="ellipse">
            <a:avLst/>
          </a:prstGeom>
          <a:solidFill>
            <a:srgbClr val="7F8C97">
              <a:alpha val="48000"/>
            </a:srgbClr>
          </a:solidFill>
          <a:ln w="0">
            <a:noFill/>
            <a:prstDash val="solid"/>
          </a:ln>
        </p:spPr>
      </p:sp>
      <p:sp>
        <p:nvSpPr>
          <p:cNvPr id="741" name="03_assume_matched_6038">
            <a:extLst>
              <a:ext uri="{FF2B5EF4-FFF2-40B4-BE49-F238E27FC236}">
                <a16:creationId xmlns:a16="http://schemas.microsoft.com/office/drawing/2014/main" id="{0463DA58-255B-4937-BEFA-8952C4B149A2}"/>
              </a:ext>
            </a:extLst>
          </p:cNvPr>
          <p:cNvSpPr>
            <a:spLocks noGrp="1"/>
          </p:cNvSpPr>
          <p:nvPr/>
        </p:nvSpPr>
        <p:spPr>
          <a:xfrm>
            <a:off x="1122760" y="3120914"/>
            <a:ext cx="28398" cy="28398"/>
          </a:xfrm>
          <a:prstGeom prst="ellipse">
            <a:avLst/>
          </a:prstGeom>
          <a:solidFill>
            <a:srgbClr val="7F8C97">
              <a:alpha val="48000"/>
            </a:srgbClr>
          </a:solidFill>
          <a:ln w="0">
            <a:noFill/>
            <a:prstDash val="solid"/>
          </a:ln>
        </p:spPr>
      </p:sp>
      <p:sp>
        <p:nvSpPr>
          <p:cNvPr id="742" name="03_assume_matched_6039">
            <a:extLst>
              <a:ext uri="{FF2B5EF4-FFF2-40B4-BE49-F238E27FC236}">
                <a16:creationId xmlns:a16="http://schemas.microsoft.com/office/drawing/2014/main" id="{F8AC23C1-C3FF-40CD-96D1-AB71E6B1025C}"/>
              </a:ext>
            </a:extLst>
          </p:cNvPr>
          <p:cNvSpPr>
            <a:spLocks noGrp="1"/>
          </p:cNvSpPr>
          <p:nvPr/>
        </p:nvSpPr>
        <p:spPr>
          <a:xfrm>
            <a:off x="1225223" y="3120914"/>
            <a:ext cx="28398" cy="28398"/>
          </a:xfrm>
          <a:prstGeom prst="ellipse">
            <a:avLst/>
          </a:prstGeom>
          <a:solidFill>
            <a:srgbClr val="7F8C97">
              <a:alpha val="48000"/>
            </a:srgbClr>
          </a:solidFill>
          <a:ln w="0">
            <a:noFill/>
            <a:prstDash val="solid"/>
          </a:ln>
        </p:spPr>
      </p:sp>
      <p:sp>
        <p:nvSpPr>
          <p:cNvPr id="743" name="03_assume_matched_6040">
            <a:extLst>
              <a:ext uri="{FF2B5EF4-FFF2-40B4-BE49-F238E27FC236}">
                <a16:creationId xmlns:a16="http://schemas.microsoft.com/office/drawing/2014/main" id="{D6D047DC-4AEA-456F-8071-B7007D3FBF96}"/>
              </a:ext>
            </a:extLst>
          </p:cNvPr>
          <p:cNvSpPr>
            <a:spLocks noGrp="1"/>
          </p:cNvSpPr>
          <p:nvPr/>
        </p:nvSpPr>
        <p:spPr>
          <a:xfrm>
            <a:off x="1172985" y="3120914"/>
            <a:ext cx="28398" cy="28398"/>
          </a:xfrm>
          <a:prstGeom prst="ellipse">
            <a:avLst/>
          </a:prstGeom>
          <a:solidFill>
            <a:srgbClr val="7F8C97">
              <a:alpha val="48000"/>
            </a:srgbClr>
          </a:solidFill>
          <a:ln w="0">
            <a:noFill/>
            <a:prstDash val="solid"/>
          </a:ln>
        </p:spPr>
      </p:sp>
      <p:sp>
        <p:nvSpPr>
          <p:cNvPr id="744" name="03_assume_matched_6041">
            <a:extLst>
              <a:ext uri="{FF2B5EF4-FFF2-40B4-BE49-F238E27FC236}">
                <a16:creationId xmlns:a16="http://schemas.microsoft.com/office/drawing/2014/main" id="{3C886AD5-82C4-49BA-A22E-775AD580EF4A}"/>
              </a:ext>
            </a:extLst>
          </p:cNvPr>
          <p:cNvSpPr>
            <a:spLocks noGrp="1"/>
          </p:cNvSpPr>
          <p:nvPr/>
        </p:nvSpPr>
        <p:spPr>
          <a:xfrm>
            <a:off x="1205796" y="3120914"/>
            <a:ext cx="28398" cy="28398"/>
          </a:xfrm>
          <a:prstGeom prst="ellipse">
            <a:avLst/>
          </a:prstGeom>
          <a:solidFill>
            <a:srgbClr val="7F8C97">
              <a:alpha val="48000"/>
            </a:srgbClr>
          </a:solidFill>
          <a:ln w="0">
            <a:noFill/>
            <a:prstDash val="solid"/>
          </a:ln>
        </p:spPr>
      </p:sp>
      <p:sp>
        <p:nvSpPr>
          <p:cNvPr id="745" name="03_assume_matched_6042">
            <a:extLst>
              <a:ext uri="{FF2B5EF4-FFF2-40B4-BE49-F238E27FC236}">
                <a16:creationId xmlns:a16="http://schemas.microsoft.com/office/drawing/2014/main" id="{644F4BC8-09D4-4EC8-BA6D-761BB7A08E05}"/>
              </a:ext>
            </a:extLst>
          </p:cNvPr>
          <p:cNvSpPr>
            <a:spLocks noGrp="1"/>
          </p:cNvSpPr>
          <p:nvPr/>
        </p:nvSpPr>
        <p:spPr>
          <a:xfrm>
            <a:off x="1104916" y="3003940"/>
            <a:ext cx="28398" cy="28398"/>
          </a:xfrm>
          <a:prstGeom prst="ellipse">
            <a:avLst/>
          </a:prstGeom>
          <a:solidFill>
            <a:srgbClr val="7F8C97">
              <a:alpha val="48000"/>
            </a:srgbClr>
          </a:solidFill>
          <a:ln w="0">
            <a:noFill/>
            <a:prstDash val="solid"/>
          </a:ln>
        </p:spPr>
      </p:sp>
      <p:sp>
        <p:nvSpPr>
          <p:cNvPr id="746" name="03_assume_matched_6043">
            <a:extLst>
              <a:ext uri="{FF2B5EF4-FFF2-40B4-BE49-F238E27FC236}">
                <a16:creationId xmlns:a16="http://schemas.microsoft.com/office/drawing/2014/main" id="{848A3762-54C4-4858-991A-5867F9FAC57A}"/>
              </a:ext>
            </a:extLst>
          </p:cNvPr>
          <p:cNvSpPr>
            <a:spLocks noGrp="1"/>
          </p:cNvSpPr>
          <p:nvPr/>
        </p:nvSpPr>
        <p:spPr>
          <a:xfrm>
            <a:off x="1196873" y="3120914"/>
            <a:ext cx="28398" cy="28398"/>
          </a:xfrm>
          <a:prstGeom prst="ellipse">
            <a:avLst/>
          </a:prstGeom>
          <a:solidFill>
            <a:srgbClr val="7F8C97">
              <a:alpha val="48000"/>
            </a:srgbClr>
          </a:solidFill>
          <a:ln w="0">
            <a:noFill/>
            <a:prstDash val="solid"/>
          </a:ln>
        </p:spPr>
      </p:sp>
      <p:sp>
        <p:nvSpPr>
          <p:cNvPr id="747" name="03_assume_matched_6044">
            <a:extLst>
              <a:ext uri="{FF2B5EF4-FFF2-40B4-BE49-F238E27FC236}">
                <a16:creationId xmlns:a16="http://schemas.microsoft.com/office/drawing/2014/main" id="{37EA3531-06FB-42BD-B1BB-0D92E5AD99BE}"/>
              </a:ext>
            </a:extLst>
          </p:cNvPr>
          <p:cNvSpPr>
            <a:spLocks noGrp="1"/>
          </p:cNvSpPr>
          <p:nvPr/>
        </p:nvSpPr>
        <p:spPr>
          <a:xfrm>
            <a:off x="1176007" y="3120914"/>
            <a:ext cx="28398" cy="28398"/>
          </a:xfrm>
          <a:prstGeom prst="ellipse">
            <a:avLst/>
          </a:prstGeom>
          <a:solidFill>
            <a:srgbClr val="7F8C97">
              <a:alpha val="48000"/>
            </a:srgbClr>
          </a:solidFill>
          <a:ln w="0">
            <a:noFill/>
            <a:prstDash val="solid"/>
          </a:ln>
        </p:spPr>
      </p:sp>
      <p:sp>
        <p:nvSpPr>
          <p:cNvPr id="748" name="03_assume_matched_6045">
            <a:extLst>
              <a:ext uri="{FF2B5EF4-FFF2-40B4-BE49-F238E27FC236}">
                <a16:creationId xmlns:a16="http://schemas.microsoft.com/office/drawing/2014/main" id="{47D41291-3956-4CC7-B120-43651CB2F30D}"/>
              </a:ext>
            </a:extLst>
          </p:cNvPr>
          <p:cNvSpPr>
            <a:spLocks noGrp="1"/>
          </p:cNvSpPr>
          <p:nvPr/>
        </p:nvSpPr>
        <p:spPr>
          <a:xfrm>
            <a:off x="1084624" y="2828480"/>
            <a:ext cx="28398" cy="28398"/>
          </a:xfrm>
          <a:prstGeom prst="ellipse">
            <a:avLst/>
          </a:prstGeom>
          <a:solidFill>
            <a:srgbClr val="7F8C97">
              <a:alpha val="48000"/>
            </a:srgbClr>
          </a:solidFill>
          <a:ln w="0">
            <a:noFill/>
            <a:prstDash val="solid"/>
          </a:ln>
        </p:spPr>
      </p:sp>
      <p:sp>
        <p:nvSpPr>
          <p:cNvPr id="749" name="03_assume_matched_6046">
            <a:extLst>
              <a:ext uri="{FF2B5EF4-FFF2-40B4-BE49-F238E27FC236}">
                <a16:creationId xmlns:a16="http://schemas.microsoft.com/office/drawing/2014/main" id="{220E9D1E-EDD4-4D67-91EE-56BEAC021FB7}"/>
              </a:ext>
            </a:extLst>
          </p:cNvPr>
          <p:cNvSpPr>
            <a:spLocks noGrp="1"/>
          </p:cNvSpPr>
          <p:nvPr/>
        </p:nvSpPr>
        <p:spPr>
          <a:xfrm>
            <a:off x="1143915" y="3120914"/>
            <a:ext cx="28398" cy="28398"/>
          </a:xfrm>
          <a:prstGeom prst="ellipse">
            <a:avLst/>
          </a:prstGeom>
          <a:solidFill>
            <a:srgbClr val="7F8C97">
              <a:alpha val="48000"/>
            </a:srgbClr>
          </a:solidFill>
          <a:ln w="0">
            <a:noFill/>
            <a:prstDash val="solid"/>
          </a:ln>
        </p:spPr>
      </p:sp>
      <p:sp>
        <p:nvSpPr>
          <p:cNvPr id="750" name="03_assume_matched_6047">
            <a:extLst>
              <a:ext uri="{FF2B5EF4-FFF2-40B4-BE49-F238E27FC236}">
                <a16:creationId xmlns:a16="http://schemas.microsoft.com/office/drawing/2014/main" id="{1862650D-6F6A-4237-83F9-5CC77737FBA6}"/>
              </a:ext>
            </a:extLst>
          </p:cNvPr>
          <p:cNvSpPr>
            <a:spLocks noGrp="1"/>
          </p:cNvSpPr>
          <p:nvPr/>
        </p:nvSpPr>
        <p:spPr>
          <a:xfrm>
            <a:off x="1126070" y="3120914"/>
            <a:ext cx="28398" cy="28398"/>
          </a:xfrm>
          <a:prstGeom prst="ellipse">
            <a:avLst/>
          </a:prstGeom>
          <a:solidFill>
            <a:srgbClr val="7F8C97">
              <a:alpha val="48000"/>
            </a:srgbClr>
          </a:solidFill>
          <a:ln w="0">
            <a:noFill/>
            <a:prstDash val="solid"/>
          </a:ln>
        </p:spPr>
      </p:sp>
      <p:sp>
        <p:nvSpPr>
          <p:cNvPr id="751" name="03_assume_matched_6048">
            <a:extLst>
              <a:ext uri="{FF2B5EF4-FFF2-40B4-BE49-F238E27FC236}">
                <a16:creationId xmlns:a16="http://schemas.microsoft.com/office/drawing/2014/main" id="{CD84FC85-0F7E-4850-B34F-B7544E444D66}"/>
              </a:ext>
            </a:extLst>
          </p:cNvPr>
          <p:cNvSpPr>
            <a:spLocks noGrp="1"/>
          </p:cNvSpPr>
          <p:nvPr/>
        </p:nvSpPr>
        <p:spPr>
          <a:xfrm>
            <a:off x="1158306" y="2925958"/>
            <a:ext cx="28398" cy="28398"/>
          </a:xfrm>
          <a:prstGeom prst="ellipse">
            <a:avLst/>
          </a:prstGeom>
          <a:solidFill>
            <a:srgbClr val="7F8C97">
              <a:alpha val="48000"/>
            </a:srgbClr>
          </a:solidFill>
          <a:ln w="0">
            <a:noFill/>
            <a:prstDash val="solid"/>
          </a:ln>
        </p:spPr>
      </p:sp>
      <p:sp>
        <p:nvSpPr>
          <p:cNvPr id="752" name="03_assume_matched_6049">
            <a:extLst>
              <a:ext uri="{FF2B5EF4-FFF2-40B4-BE49-F238E27FC236}">
                <a16:creationId xmlns:a16="http://schemas.microsoft.com/office/drawing/2014/main" id="{D5797391-D0FF-43EA-8694-B06340DF2EAB}"/>
              </a:ext>
            </a:extLst>
          </p:cNvPr>
          <p:cNvSpPr>
            <a:spLocks noGrp="1"/>
          </p:cNvSpPr>
          <p:nvPr/>
        </p:nvSpPr>
        <p:spPr>
          <a:xfrm>
            <a:off x="1140173" y="3023436"/>
            <a:ext cx="28398" cy="28398"/>
          </a:xfrm>
          <a:prstGeom prst="ellipse">
            <a:avLst/>
          </a:prstGeom>
          <a:solidFill>
            <a:srgbClr val="7F8C97">
              <a:alpha val="48000"/>
            </a:srgbClr>
          </a:solidFill>
          <a:ln w="0">
            <a:noFill/>
            <a:prstDash val="solid"/>
          </a:ln>
        </p:spPr>
      </p:sp>
      <p:sp>
        <p:nvSpPr>
          <p:cNvPr id="753" name="03_assume_matched_6050">
            <a:extLst>
              <a:ext uri="{FF2B5EF4-FFF2-40B4-BE49-F238E27FC236}">
                <a16:creationId xmlns:a16="http://schemas.microsoft.com/office/drawing/2014/main" id="{3CAF2289-E4E8-4C00-9673-87E15B6FAA30}"/>
              </a:ext>
            </a:extLst>
          </p:cNvPr>
          <p:cNvSpPr>
            <a:spLocks noGrp="1"/>
          </p:cNvSpPr>
          <p:nvPr/>
        </p:nvSpPr>
        <p:spPr>
          <a:xfrm>
            <a:off x="1202342" y="3120914"/>
            <a:ext cx="28398" cy="28398"/>
          </a:xfrm>
          <a:prstGeom prst="ellipse">
            <a:avLst/>
          </a:prstGeom>
          <a:solidFill>
            <a:srgbClr val="7F8C97">
              <a:alpha val="48000"/>
            </a:srgbClr>
          </a:solidFill>
          <a:ln w="0">
            <a:noFill/>
            <a:prstDash val="solid"/>
          </a:ln>
        </p:spPr>
      </p:sp>
      <p:sp>
        <p:nvSpPr>
          <p:cNvPr id="754" name="03_assume_matched_6051">
            <a:extLst>
              <a:ext uri="{FF2B5EF4-FFF2-40B4-BE49-F238E27FC236}">
                <a16:creationId xmlns:a16="http://schemas.microsoft.com/office/drawing/2014/main" id="{243933AA-3E4A-4BB1-B7D7-955860C23D7D}"/>
              </a:ext>
            </a:extLst>
          </p:cNvPr>
          <p:cNvSpPr>
            <a:spLocks noGrp="1"/>
          </p:cNvSpPr>
          <p:nvPr/>
        </p:nvSpPr>
        <p:spPr>
          <a:xfrm>
            <a:off x="1100454" y="2886967"/>
            <a:ext cx="28398" cy="28398"/>
          </a:xfrm>
          <a:prstGeom prst="ellipse">
            <a:avLst/>
          </a:prstGeom>
          <a:solidFill>
            <a:srgbClr val="7F8C97">
              <a:alpha val="48000"/>
            </a:srgbClr>
          </a:solidFill>
          <a:ln w="0">
            <a:noFill/>
            <a:prstDash val="solid"/>
          </a:ln>
        </p:spPr>
      </p:sp>
      <p:sp>
        <p:nvSpPr>
          <p:cNvPr id="755" name="03_assume_matched_6052">
            <a:extLst>
              <a:ext uri="{FF2B5EF4-FFF2-40B4-BE49-F238E27FC236}">
                <a16:creationId xmlns:a16="http://schemas.microsoft.com/office/drawing/2014/main" id="{6201D946-4163-4948-AB1B-5B215CE7650F}"/>
              </a:ext>
            </a:extLst>
          </p:cNvPr>
          <p:cNvSpPr>
            <a:spLocks noGrp="1"/>
          </p:cNvSpPr>
          <p:nvPr/>
        </p:nvSpPr>
        <p:spPr>
          <a:xfrm>
            <a:off x="1107074" y="3120914"/>
            <a:ext cx="28398" cy="28398"/>
          </a:xfrm>
          <a:prstGeom prst="ellipse">
            <a:avLst/>
          </a:prstGeom>
          <a:solidFill>
            <a:srgbClr val="7F8C97">
              <a:alpha val="48000"/>
            </a:srgbClr>
          </a:solidFill>
          <a:ln w="0">
            <a:noFill/>
            <a:prstDash val="solid"/>
          </a:ln>
        </p:spPr>
      </p:sp>
      <p:sp>
        <p:nvSpPr>
          <p:cNvPr id="756" name="03_assume_matched_6053">
            <a:extLst>
              <a:ext uri="{FF2B5EF4-FFF2-40B4-BE49-F238E27FC236}">
                <a16:creationId xmlns:a16="http://schemas.microsoft.com/office/drawing/2014/main" id="{A2B02403-1A40-400D-A758-0F81D540C305}"/>
              </a:ext>
            </a:extLst>
          </p:cNvPr>
          <p:cNvSpPr>
            <a:spLocks noGrp="1"/>
          </p:cNvSpPr>
          <p:nvPr/>
        </p:nvSpPr>
        <p:spPr>
          <a:xfrm>
            <a:off x="1166940" y="2828480"/>
            <a:ext cx="28398" cy="28398"/>
          </a:xfrm>
          <a:prstGeom prst="ellipse">
            <a:avLst/>
          </a:prstGeom>
          <a:solidFill>
            <a:srgbClr val="7F8C97">
              <a:alpha val="48000"/>
            </a:srgbClr>
          </a:solidFill>
          <a:ln w="0">
            <a:noFill/>
            <a:prstDash val="solid"/>
          </a:ln>
        </p:spPr>
      </p:sp>
      <p:sp>
        <p:nvSpPr>
          <p:cNvPr id="757" name="03_assume_matched_6054">
            <a:extLst>
              <a:ext uri="{FF2B5EF4-FFF2-40B4-BE49-F238E27FC236}">
                <a16:creationId xmlns:a16="http://schemas.microsoft.com/office/drawing/2014/main" id="{98EE3A95-5DCC-407F-A5E9-3F8C735257E5}"/>
              </a:ext>
            </a:extLst>
          </p:cNvPr>
          <p:cNvSpPr>
            <a:spLocks noGrp="1"/>
          </p:cNvSpPr>
          <p:nvPr/>
        </p:nvSpPr>
        <p:spPr>
          <a:xfrm>
            <a:off x="1165645" y="2828480"/>
            <a:ext cx="28398" cy="28398"/>
          </a:xfrm>
          <a:prstGeom prst="ellipse">
            <a:avLst/>
          </a:prstGeom>
          <a:solidFill>
            <a:srgbClr val="7F8C97">
              <a:alpha val="48000"/>
            </a:srgbClr>
          </a:solidFill>
          <a:ln w="0">
            <a:noFill/>
            <a:prstDash val="solid"/>
          </a:ln>
        </p:spPr>
      </p:sp>
      <p:sp>
        <p:nvSpPr>
          <p:cNvPr id="758" name="03_assume_matched_6055">
            <a:extLst>
              <a:ext uri="{FF2B5EF4-FFF2-40B4-BE49-F238E27FC236}">
                <a16:creationId xmlns:a16="http://schemas.microsoft.com/office/drawing/2014/main" id="{1D1969AC-DFDB-4D19-B2D2-627A21F85B0E}"/>
              </a:ext>
            </a:extLst>
          </p:cNvPr>
          <p:cNvSpPr>
            <a:spLocks noGrp="1"/>
          </p:cNvSpPr>
          <p:nvPr/>
        </p:nvSpPr>
        <p:spPr>
          <a:xfrm>
            <a:off x="1212416" y="3120914"/>
            <a:ext cx="28398" cy="28398"/>
          </a:xfrm>
          <a:prstGeom prst="ellipse">
            <a:avLst/>
          </a:prstGeom>
          <a:solidFill>
            <a:srgbClr val="7F8C97">
              <a:alpha val="48000"/>
            </a:srgbClr>
          </a:solidFill>
          <a:ln w="0">
            <a:noFill/>
            <a:prstDash val="solid"/>
          </a:ln>
        </p:spPr>
      </p:sp>
      <p:sp>
        <p:nvSpPr>
          <p:cNvPr id="759" name="03_assume_matched_6056">
            <a:extLst>
              <a:ext uri="{FF2B5EF4-FFF2-40B4-BE49-F238E27FC236}">
                <a16:creationId xmlns:a16="http://schemas.microsoft.com/office/drawing/2014/main" id="{4AC77A07-888C-466E-8A84-E57F316B3E92}"/>
              </a:ext>
            </a:extLst>
          </p:cNvPr>
          <p:cNvSpPr>
            <a:spLocks noGrp="1"/>
          </p:cNvSpPr>
          <p:nvPr/>
        </p:nvSpPr>
        <p:spPr>
          <a:xfrm>
            <a:off x="1190685" y="3120914"/>
            <a:ext cx="28398" cy="28398"/>
          </a:xfrm>
          <a:prstGeom prst="ellipse">
            <a:avLst/>
          </a:prstGeom>
          <a:solidFill>
            <a:srgbClr val="7F8C97">
              <a:alpha val="48000"/>
            </a:srgbClr>
          </a:solidFill>
          <a:ln w="0">
            <a:noFill/>
            <a:prstDash val="solid"/>
          </a:ln>
        </p:spPr>
      </p:sp>
      <p:sp>
        <p:nvSpPr>
          <p:cNvPr id="760" name="03_assume_matched_6057">
            <a:extLst>
              <a:ext uri="{FF2B5EF4-FFF2-40B4-BE49-F238E27FC236}">
                <a16:creationId xmlns:a16="http://schemas.microsoft.com/office/drawing/2014/main" id="{7A87837F-E568-4991-AB59-FB80FDDB6583}"/>
              </a:ext>
            </a:extLst>
          </p:cNvPr>
          <p:cNvSpPr>
            <a:spLocks noGrp="1"/>
          </p:cNvSpPr>
          <p:nvPr/>
        </p:nvSpPr>
        <p:spPr>
          <a:xfrm>
            <a:off x="1122760" y="3120914"/>
            <a:ext cx="28398" cy="28398"/>
          </a:xfrm>
          <a:prstGeom prst="ellipse">
            <a:avLst/>
          </a:prstGeom>
          <a:solidFill>
            <a:srgbClr val="7F8C97">
              <a:alpha val="48000"/>
            </a:srgbClr>
          </a:solidFill>
          <a:ln w="0">
            <a:noFill/>
            <a:prstDash val="solid"/>
          </a:ln>
        </p:spPr>
      </p:sp>
      <p:sp>
        <p:nvSpPr>
          <p:cNvPr id="761" name="03_assume_matched_6058">
            <a:extLst>
              <a:ext uri="{FF2B5EF4-FFF2-40B4-BE49-F238E27FC236}">
                <a16:creationId xmlns:a16="http://schemas.microsoft.com/office/drawing/2014/main" id="{DA488531-E4FF-440B-8C6A-0806571E93EA}"/>
              </a:ext>
            </a:extLst>
          </p:cNvPr>
          <p:cNvSpPr>
            <a:spLocks noGrp="1"/>
          </p:cNvSpPr>
          <p:nvPr/>
        </p:nvSpPr>
        <p:spPr>
          <a:xfrm>
            <a:off x="1193563" y="3120914"/>
            <a:ext cx="28398" cy="28398"/>
          </a:xfrm>
          <a:prstGeom prst="ellipse">
            <a:avLst/>
          </a:prstGeom>
          <a:solidFill>
            <a:srgbClr val="7F8C97">
              <a:alpha val="48000"/>
            </a:srgbClr>
          </a:solidFill>
          <a:ln w="0">
            <a:noFill/>
            <a:prstDash val="solid"/>
          </a:ln>
        </p:spPr>
      </p:sp>
      <p:sp>
        <p:nvSpPr>
          <p:cNvPr id="762" name="03_assume_matched_6059">
            <a:extLst>
              <a:ext uri="{FF2B5EF4-FFF2-40B4-BE49-F238E27FC236}">
                <a16:creationId xmlns:a16="http://schemas.microsoft.com/office/drawing/2014/main" id="{A0379A48-36ED-43F4-A085-66D896EE12D9}"/>
              </a:ext>
            </a:extLst>
          </p:cNvPr>
          <p:cNvSpPr>
            <a:spLocks noGrp="1"/>
          </p:cNvSpPr>
          <p:nvPr/>
        </p:nvSpPr>
        <p:spPr>
          <a:xfrm>
            <a:off x="1181907" y="3120914"/>
            <a:ext cx="28398" cy="28398"/>
          </a:xfrm>
          <a:prstGeom prst="ellipse">
            <a:avLst/>
          </a:prstGeom>
          <a:solidFill>
            <a:srgbClr val="7F8C97">
              <a:alpha val="48000"/>
            </a:srgbClr>
          </a:solidFill>
          <a:ln w="0">
            <a:noFill/>
            <a:prstDash val="solid"/>
          </a:ln>
        </p:spPr>
      </p:sp>
      <p:sp>
        <p:nvSpPr>
          <p:cNvPr id="763" name="03_assume_matched_6060">
            <a:extLst>
              <a:ext uri="{FF2B5EF4-FFF2-40B4-BE49-F238E27FC236}">
                <a16:creationId xmlns:a16="http://schemas.microsoft.com/office/drawing/2014/main" id="{7BED5FD6-4C0A-46F4-B0CF-93A29EBE9E1A}"/>
              </a:ext>
            </a:extLst>
          </p:cNvPr>
          <p:cNvSpPr>
            <a:spLocks noGrp="1"/>
          </p:cNvSpPr>
          <p:nvPr/>
        </p:nvSpPr>
        <p:spPr>
          <a:xfrm>
            <a:off x="1188095" y="3120914"/>
            <a:ext cx="28398" cy="28398"/>
          </a:xfrm>
          <a:prstGeom prst="ellipse">
            <a:avLst/>
          </a:prstGeom>
          <a:solidFill>
            <a:srgbClr val="7F8C97">
              <a:alpha val="48000"/>
            </a:srgbClr>
          </a:solidFill>
          <a:ln w="0">
            <a:noFill/>
            <a:prstDash val="solid"/>
          </a:ln>
        </p:spPr>
      </p:sp>
      <p:sp>
        <p:nvSpPr>
          <p:cNvPr id="764" name="03_assume_matched_6061">
            <a:extLst>
              <a:ext uri="{FF2B5EF4-FFF2-40B4-BE49-F238E27FC236}">
                <a16:creationId xmlns:a16="http://schemas.microsoft.com/office/drawing/2014/main" id="{BFF617C5-7AFB-4A44-AC8A-D44FB2AF483A}"/>
              </a:ext>
            </a:extLst>
          </p:cNvPr>
          <p:cNvSpPr>
            <a:spLocks noGrp="1"/>
          </p:cNvSpPr>
          <p:nvPr/>
        </p:nvSpPr>
        <p:spPr>
          <a:xfrm>
            <a:off x="1201478" y="3120914"/>
            <a:ext cx="28398" cy="28398"/>
          </a:xfrm>
          <a:prstGeom prst="ellipse">
            <a:avLst/>
          </a:prstGeom>
          <a:solidFill>
            <a:srgbClr val="7F8C97">
              <a:alpha val="48000"/>
            </a:srgbClr>
          </a:solidFill>
          <a:ln w="0">
            <a:noFill/>
            <a:prstDash val="solid"/>
          </a:ln>
        </p:spPr>
      </p:sp>
      <p:sp>
        <p:nvSpPr>
          <p:cNvPr id="765" name="03_assume_matched_6062">
            <a:extLst>
              <a:ext uri="{FF2B5EF4-FFF2-40B4-BE49-F238E27FC236}">
                <a16:creationId xmlns:a16="http://schemas.microsoft.com/office/drawing/2014/main" id="{938D8798-A830-4AC9-ADBB-BA6D2F490CB4}"/>
              </a:ext>
            </a:extLst>
          </p:cNvPr>
          <p:cNvSpPr>
            <a:spLocks noGrp="1"/>
          </p:cNvSpPr>
          <p:nvPr/>
        </p:nvSpPr>
        <p:spPr>
          <a:xfrm>
            <a:off x="1110096" y="2828480"/>
            <a:ext cx="28398" cy="28398"/>
          </a:xfrm>
          <a:prstGeom prst="ellipse">
            <a:avLst/>
          </a:prstGeom>
          <a:solidFill>
            <a:srgbClr val="7F8C97">
              <a:alpha val="48000"/>
            </a:srgbClr>
          </a:solidFill>
          <a:ln w="0">
            <a:noFill/>
            <a:prstDash val="solid"/>
          </a:ln>
        </p:spPr>
      </p:sp>
      <p:sp>
        <p:nvSpPr>
          <p:cNvPr id="766" name="03_assume_matched_6063">
            <a:extLst>
              <a:ext uri="{FF2B5EF4-FFF2-40B4-BE49-F238E27FC236}">
                <a16:creationId xmlns:a16="http://schemas.microsoft.com/office/drawing/2014/main" id="{098AE7E3-5E7A-40E3-84F4-45DFA0800545}"/>
              </a:ext>
            </a:extLst>
          </p:cNvPr>
          <p:cNvSpPr>
            <a:spLocks noGrp="1"/>
          </p:cNvSpPr>
          <p:nvPr/>
        </p:nvSpPr>
        <p:spPr>
          <a:xfrm>
            <a:off x="1099303" y="3023436"/>
            <a:ext cx="28398" cy="28398"/>
          </a:xfrm>
          <a:prstGeom prst="ellipse">
            <a:avLst/>
          </a:prstGeom>
          <a:solidFill>
            <a:srgbClr val="7F8C97">
              <a:alpha val="48000"/>
            </a:srgbClr>
          </a:solidFill>
          <a:ln w="0">
            <a:noFill/>
            <a:prstDash val="solid"/>
          </a:ln>
        </p:spPr>
      </p:sp>
      <p:sp>
        <p:nvSpPr>
          <p:cNvPr id="767" name="03_assume_matched_6064">
            <a:extLst>
              <a:ext uri="{FF2B5EF4-FFF2-40B4-BE49-F238E27FC236}">
                <a16:creationId xmlns:a16="http://schemas.microsoft.com/office/drawing/2014/main" id="{DCCD2FC9-A6F9-4EE7-A476-682D34CBD767}"/>
              </a:ext>
            </a:extLst>
          </p:cNvPr>
          <p:cNvSpPr>
            <a:spLocks noGrp="1"/>
          </p:cNvSpPr>
          <p:nvPr/>
        </p:nvSpPr>
        <p:spPr>
          <a:xfrm>
            <a:off x="1182195" y="2974697"/>
            <a:ext cx="28398" cy="28398"/>
          </a:xfrm>
          <a:prstGeom prst="ellipse">
            <a:avLst/>
          </a:prstGeom>
          <a:solidFill>
            <a:srgbClr val="7F8C97">
              <a:alpha val="48000"/>
            </a:srgbClr>
          </a:solidFill>
          <a:ln w="0">
            <a:noFill/>
            <a:prstDash val="solid"/>
          </a:ln>
        </p:spPr>
      </p:sp>
      <p:sp>
        <p:nvSpPr>
          <p:cNvPr id="768" name="03_assume_matched_6065">
            <a:extLst>
              <a:ext uri="{FF2B5EF4-FFF2-40B4-BE49-F238E27FC236}">
                <a16:creationId xmlns:a16="http://schemas.microsoft.com/office/drawing/2014/main" id="{43D5CB09-2668-4CBD-99F1-C3D7BA0854F8}"/>
              </a:ext>
            </a:extLst>
          </p:cNvPr>
          <p:cNvSpPr>
            <a:spLocks noGrp="1"/>
          </p:cNvSpPr>
          <p:nvPr/>
        </p:nvSpPr>
        <p:spPr>
          <a:xfrm>
            <a:off x="1219323" y="3079138"/>
            <a:ext cx="28398" cy="28398"/>
          </a:xfrm>
          <a:prstGeom prst="ellipse">
            <a:avLst/>
          </a:prstGeom>
          <a:solidFill>
            <a:srgbClr val="7F8C97">
              <a:alpha val="48000"/>
            </a:srgbClr>
          </a:solidFill>
          <a:ln w="0">
            <a:noFill/>
            <a:prstDash val="solid"/>
          </a:ln>
        </p:spPr>
      </p:sp>
      <p:sp>
        <p:nvSpPr>
          <p:cNvPr id="769" name="03_assume_matched_6066">
            <a:extLst>
              <a:ext uri="{FF2B5EF4-FFF2-40B4-BE49-F238E27FC236}">
                <a16:creationId xmlns:a16="http://schemas.microsoft.com/office/drawing/2014/main" id="{5365D705-8039-4C72-98D2-28A3E2280C27}"/>
              </a:ext>
            </a:extLst>
          </p:cNvPr>
          <p:cNvSpPr>
            <a:spLocks noGrp="1"/>
          </p:cNvSpPr>
          <p:nvPr/>
        </p:nvSpPr>
        <p:spPr>
          <a:xfrm>
            <a:off x="1225511" y="2828480"/>
            <a:ext cx="28398" cy="28398"/>
          </a:xfrm>
          <a:prstGeom prst="ellipse">
            <a:avLst/>
          </a:prstGeom>
          <a:solidFill>
            <a:srgbClr val="7F8C97">
              <a:alpha val="48000"/>
            </a:srgbClr>
          </a:solidFill>
          <a:ln w="0">
            <a:noFill/>
            <a:prstDash val="solid"/>
          </a:ln>
        </p:spPr>
      </p:sp>
      <p:sp>
        <p:nvSpPr>
          <p:cNvPr id="770" name="03_assume_matched_6067">
            <a:extLst>
              <a:ext uri="{FF2B5EF4-FFF2-40B4-BE49-F238E27FC236}">
                <a16:creationId xmlns:a16="http://schemas.microsoft.com/office/drawing/2014/main" id="{1D71B4BA-D012-48DB-90BA-D54190CCA61D}"/>
              </a:ext>
            </a:extLst>
          </p:cNvPr>
          <p:cNvSpPr>
            <a:spLocks noGrp="1"/>
          </p:cNvSpPr>
          <p:nvPr/>
        </p:nvSpPr>
        <p:spPr>
          <a:xfrm>
            <a:off x="1136576" y="3120914"/>
            <a:ext cx="28398" cy="28398"/>
          </a:xfrm>
          <a:prstGeom prst="ellipse">
            <a:avLst/>
          </a:prstGeom>
          <a:solidFill>
            <a:srgbClr val="7F8C97">
              <a:alpha val="48000"/>
            </a:srgbClr>
          </a:solidFill>
          <a:ln w="0">
            <a:noFill/>
            <a:prstDash val="solid"/>
          </a:ln>
        </p:spPr>
      </p:sp>
      <p:sp>
        <p:nvSpPr>
          <p:cNvPr id="771" name="03_assume_matched_6068">
            <a:extLst>
              <a:ext uri="{FF2B5EF4-FFF2-40B4-BE49-F238E27FC236}">
                <a16:creationId xmlns:a16="http://schemas.microsoft.com/office/drawing/2014/main" id="{A928BC0D-F612-4400-AEB7-9ABBA53029B3}"/>
              </a:ext>
            </a:extLst>
          </p:cNvPr>
          <p:cNvSpPr>
            <a:spLocks noGrp="1"/>
          </p:cNvSpPr>
          <p:nvPr/>
        </p:nvSpPr>
        <p:spPr>
          <a:xfrm>
            <a:off x="1189390" y="3120914"/>
            <a:ext cx="28398" cy="28398"/>
          </a:xfrm>
          <a:prstGeom prst="ellipse">
            <a:avLst/>
          </a:prstGeom>
          <a:solidFill>
            <a:srgbClr val="7F8C97">
              <a:alpha val="48000"/>
            </a:srgbClr>
          </a:solidFill>
          <a:ln w="0">
            <a:noFill/>
            <a:prstDash val="solid"/>
          </a:ln>
        </p:spPr>
      </p:sp>
      <p:sp>
        <p:nvSpPr>
          <p:cNvPr id="772" name="03_assume_matched_6069">
            <a:extLst>
              <a:ext uri="{FF2B5EF4-FFF2-40B4-BE49-F238E27FC236}">
                <a16:creationId xmlns:a16="http://schemas.microsoft.com/office/drawing/2014/main" id="{C763B39D-D117-4155-9EF5-0EFF3C64C860}"/>
              </a:ext>
            </a:extLst>
          </p:cNvPr>
          <p:cNvSpPr>
            <a:spLocks noGrp="1"/>
          </p:cNvSpPr>
          <p:nvPr/>
        </p:nvSpPr>
        <p:spPr>
          <a:xfrm>
            <a:off x="1200327" y="3120914"/>
            <a:ext cx="28398" cy="28398"/>
          </a:xfrm>
          <a:prstGeom prst="ellipse">
            <a:avLst/>
          </a:prstGeom>
          <a:solidFill>
            <a:srgbClr val="7F8C97">
              <a:alpha val="48000"/>
            </a:srgbClr>
          </a:solidFill>
          <a:ln w="0">
            <a:noFill/>
            <a:prstDash val="solid"/>
          </a:ln>
        </p:spPr>
      </p:sp>
      <p:sp>
        <p:nvSpPr>
          <p:cNvPr id="773" name="03_assume_matched_6070">
            <a:extLst>
              <a:ext uri="{FF2B5EF4-FFF2-40B4-BE49-F238E27FC236}">
                <a16:creationId xmlns:a16="http://schemas.microsoft.com/office/drawing/2014/main" id="{CAE5A506-B482-45AB-B32C-DAE488FA2041}"/>
              </a:ext>
            </a:extLst>
          </p:cNvPr>
          <p:cNvSpPr>
            <a:spLocks noGrp="1"/>
          </p:cNvSpPr>
          <p:nvPr/>
        </p:nvSpPr>
        <p:spPr>
          <a:xfrm>
            <a:off x="1217740" y="3120914"/>
            <a:ext cx="28398" cy="28398"/>
          </a:xfrm>
          <a:prstGeom prst="ellipse">
            <a:avLst/>
          </a:prstGeom>
          <a:solidFill>
            <a:srgbClr val="7F8C97">
              <a:alpha val="48000"/>
            </a:srgbClr>
          </a:solidFill>
          <a:ln w="0">
            <a:noFill/>
            <a:prstDash val="solid"/>
          </a:ln>
        </p:spPr>
      </p:sp>
      <p:sp>
        <p:nvSpPr>
          <p:cNvPr id="774" name="03_assume_matched_6071">
            <a:extLst>
              <a:ext uri="{FF2B5EF4-FFF2-40B4-BE49-F238E27FC236}">
                <a16:creationId xmlns:a16="http://schemas.microsoft.com/office/drawing/2014/main" id="{0B33760F-6035-4F9A-98D6-17137D496C29}"/>
              </a:ext>
            </a:extLst>
          </p:cNvPr>
          <p:cNvSpPr>
            <a:spLocks noGrp="1"/>
          </p:cNvSpPr>
          <p:nvPr/>
        </p:nvSpPr>
        <p:spPr>
          <a:xfrm>
            <a:off x="1202486" y="3120914"/>
            <a:ext cx="28398" cy="28398"/>
          </a:xfrm>
          <a:prstGeom prst="ellipse">
            <a:avLst/>
          </a:prstGeom>
          <a:solidFill>
            <a:srgbClr val="7F8C97">
              <a:alpha val="48000"/>
            </a:srgbClr>
          </a:solidFill>
          <a:ln w="0">
            <a:noFill/>
            <a:prstDash val="solid"/>
          </a:ln>
        </p:spPr>
      </p:sp>
      <p:sp>
        <p:nvSpPr>
          <p:cNvPr id="775" name="03_assume_matched_6072">
            <a:extLst>
              <a:ext uri="{FF2B5EF4-FFF2-40B4-BE49-F238E27FC236}">
                <a16:creationId xmlns:a16="http://schemas.microsoft.com/office/drawing/2014/main" id="{E2AB56D6-A83E-4470-83F8-6BA9ACE25CA0}"/>
              </a:ext>
            </a:extLst>
          </p:cNvPr>
          <p:cNvSpPr>
            <a:spLocks noGrp="1"/>
          </p:cNvSpPr>
          <p:nvPr/>
        </p:nvSpPr>
        <p:spPr>
          <a:xfrm>
            <a:off x="1180756" y="3120914"/>
            <a:ext cx="28398" cy="28398"/>
          </a:xfrm>
          <a:prstGeom prst="ellipse">
            <a:avLst/>
          </a:prstGeom>
          <a:solidFill>
            <a:srgbClr val="7F8C97">
              <a:alpha val="48000"/>
            </a:srgbClr>
          </a:solidFill>
          <a:ln w="0">
            <a:noFill/>
            <a:prstDash val="solid"/>
          </a:ln>
        </p:spPr>
      </p:sp>
      <p:sp>
        <p:nvSpPr>
          <p:cNvPr id="776" name="03_assume_matched_6073">
            <a:extLst>
              <a:ext uri="{FF2B5EF4-FFF2-40B4-BE49-F238E27FC236}">
                <a16:creationId xmlns:a16="http://schemas.microsoft.com/office/drawing/2014/main" id="{880CF3A3-6AF2-4E37-B3D2-5A04142E227D}"/>
              </a:ext>
            </a:extLst>
          </p:cNvPr>
          <p:cNvSpPr>
            <a:spLocks noGrp="1"/>
          </p:cNvSpPr>
          <p:nvPr/>
        </p:nvSpPr>
        <p:spPr>
          <a:xfrm>
            <a:off x="1092539" y="2828480"/>
            <a:ext cx="28398" cy="28398"/>
          </a:xfrm>
          <a:prstGeom prst="ellipse">
            <a:avLst/>
          </a:prstGeom>
          <a:solidFill>
            <a:srgbClr val="7F8C97">
              <a:alpha val="48000"/>
            </a:srgbClr>
          </a:solidFill>
          <a:ln w="0">
            <a:noFill/>
            <a:prstDash val="solid"/>
          </a:ln>
        </p:spPr>
      </p:sp>
      <p:sp>
        <p:nvSpPr>
          <p:cNvPr id="777" name="03_assume_matched_6074">
            <a:extLst>
              <a:ext uri="{FF2B5EF4-FFF2-40B4-BE49-F238E27FC236}">
                <a16:creationId xmlns:a16="http://schemas.microsoft.com/office/drawing/2014/main" id="{3CA3CA85-D112-426C-9812-AB4DCF9A6ED9}"/>
              </a:ext>
            </a:extLst>
          </p:cNvPr>
          <p:cNvSpPr>
            <a:spLocks noGrp="1"/>
          </p:cNvSpPr>
          <p:nvPr/>
        </p:nvSpPr>
        <p:spPr>
          <a:xfrm>
            <a:off x="1106499" y="3120914"/>
            <a:ext cx="28398" cy="28398"/>
          </a:xfrm>
          <a:prstGeom prst="ellipse">
            <a:avLst/>
          </a:prstGeom>
          <a:solidFill>
            <a:srgbClr val="7F8C97">
              <a:alpha val="48000"/>
            </a:srgbClr>
          </a:solidFill>
          <a:ln w="0">
            <a:noFill/>
            <a:prstDash val="solid"/>
          </a:ln>
        </p:spPr>
      </p:sp>
      <p:sp>
        <p:nvSpPr>
          <p:cNvPr id="778" name="03_assume_matched_6075">
            <a:extLst>
              <a:ext uri="{FF2B5EF4-FFF2-40B4-BE49-F238E27FC236}">
                <a16:creationId xmlns:a16="http://schemas.microsoft.com/office/drawing/2014/main" id="{DE766018-3E98-4A03-A474-144303A5A898}"/>
              </a:ext>
            </a:extLst>
          </p:cNvPr>
          <p:cNvSpPr>
            <a:spLocks noGrp="1"/>
          </p:cNvSpPr>
          <p:nvPr/>
        </p:nvSpPr>
        <p:spPr>
          <a:xfrm>
            <a:off x="1167660" y="2828480"/>
            <a:ext cx="28398" cy="28398"/>
          </a:xfrm>
          <a:prstGeom prst="ellipse">
            <a:avLst/>
          </a:prstGeom>
          <a:solidFill>
            <a:srgbClr val="7F8C97">
              <a:alpha val="48000"/>
            </a:srgbClr>
          </a:solidFill>
          <a:ln w="0">
            <a:noFill/>
            <a:prstDash val="solid"/>
          </a:ln>
        </p:spPr>
      </p:sp>
      <p:sp>
        <p:nvSpPr>
          <p:cNvPr id="779" name="03_assume_matched_6076">
            <a:extLst>
              <a:ext uri="{FF2B5EF4-FFF2-40B4-BE49-F238E27FC236}">
                <a16:creationId xmlns:a16="http://schemas.microsoft.com/office/drawing/2014/main" id="{3F1C763B-66F6-43A6-8BF9-6D01637892BD}"/>
              </a:ext>
            </a:extLst>
          </p:cNvPr>
          <p:cNvSpPr>
            <a:spLocks noGrp="1"/>
          </p:cNvSpPr>
          <p:nvPr/>
        </p:nvSpPr>
        <p:spPr>
          <a:xfrm>
            <a:off x="1112543" y="3120914"/>
            <a:ext cx="28398" cy="28398"/>
          </a:xfrm>
          <a:prstGeom prst="ellipse">
            <a:avLst/>
          </a:prstGeom>
          <a:solidFill>
            <a:srgbClr val="7F8C97">
              <a:alpha val="48000"/>
            </a:srgbClr>
          </a:solidFill>
          <a:ln w="0">
            <a:noFill/>
            <a:prstDash val="solid"/>
          </a:ln>
        </p:spPr>
      </p:sp>
      <p:sp>
        <p:nvSpPr>
          <p:cNvPr id="780" name="03_assume_matched_6077">
            <a:extLst>
              <a:ext uri="{FF2B5EF4-FFF2-40B4-BE49-F238E27FC236}">
                <a16:creationId xmlns:a16="http://schemas.microsoft.com/office/drawing/2014/main" id="{BD36A07C-3EB5-4DDC-9CCE-1F64BCF71B4F}"/>
              </a:ext>
            </a:extLst>
          </p:cNvPr>
          <p:cNvSpPr>
            <a:spLocks noGrp="1"/>
          </p:cNvSpPr>
          <p:nvPr/>
        </p:nvSpPr>
        <p:spPr>
          <a:xfrm>
            <a:off x="1138590" y="3120914"/>
            <a:ext cx="28398" cy="28398"/>
          </a:xfrm>
          <a:prstGeom prst="ellipse">
            <a:avLst/>
          </a:prstGeom>
          <a:solidFill>
            <a:srgbClr val="7F8C97">
              <a:alpha val="48000"/>
            </a:srgbClr>
          </a:solidFill>
          <a:ln w="0">
            <a:noFill/>
            <a:prstDash val="solid"/>
          </a:ln>
        </p:spPr>
      </p:sp>
      <p:sp>
        <p:nvSpPr>
          <p:cNvPr id="781" name="03_assume_matched_6078">
            <a:extLst>
              <a:ext uri="{FF2B5EF4-FFF2-40B4-BE49-F238E27FC236}">
                <a16:creationId xmlns:a16="http://schemas.microsoft.com/office/drawing/2014/main" id="{83BC9C03-11D3-48EC-A0AB-25B945C06F5D}"/>
              </a:ext>
            </a:extLst>
          </p:cNvPr>
          <p:cNvSpPr>
            <a:spLocks noGrp="1"/>
          </p:cNvSpPr>
          <p:nvPr/>
        </p:nvSpPr>
        <p:spPr>
          <a:xfrm>
            <a:off x="1087646" y="3120914"/>
            <a:ext cx="28398" cy="28398"/>
          </a:xfrm>
          <a:prstGeom prst="ellipse">
            <a:avLst/>
          </a:prstGeom>
          <a:solidFill>
            <a:srgbClr val="7F8C97">
              <a:alpha val="48000"/>
            </a:srgbClr>
          </a:solidFill>
          <a:ln w="0">
            <a:noFill/>
            <a:prstDash val="solid"/>
          </a:ln>
        </p:spPr>
      </p:sp>
      <p:sp>
        <p:nvSpPr>
          <p:cNvPr id="782" name="03_assume_matched_6079">
            <a:extLst>
              <a:ext uri="{FF2B5EF4-FFF2-40B4-BE49-F238E27FC236}">
                <a16:creationId xmlns:a16="http://schemas.microsoft.com/office/drawing/2014/main" id="{24423333-28EC-4562-A423-9212293D1061}"/>
              </a:ext>
            </a:extLst>
          </p:cNvPr>
          <p:cNvSpPr>
            <a:spLocks noGrp="1"/>
          </p:cNvSpPr>
          <p:nvPr/>
        </p:nvSpPr>
        <p:spPr>
          <a:xfrm>
            <a:off x="1583133" y="2813483"/>
            <a:ext cx="28398" cy="28398"/>
          </a:xfrm>
          <a:prstGeom prst="ellipse">
            <a:avLst/>
          </a:prstGeom>
          <a:solidFill>
            <a:srgbClr val="7F8C97">
              <a:alpha val="48000"/>
            </a:srgbClr>
          </a:solidFill>
          <a:ln w="0">
            <a:noFill/>
            <a:prstDash val="solid"/>
          </a:ln>
        </p:spPr>
      </p:sp>
      <p:sp>
        <p:nvSpPr>
          <p:cNvPr id="783" name="03_assume_matched_6080">
            <a:extLst>
              <a:ext uri="{FF2B5EF4-FFF2-40B4-BE49-F238E27FC236}">
                <a16:creationId xmlns:a16="http://schemas.microsoft.com/office/drawing/2014/main" id="{B2283A70-9667-4734-B3B5-096DD6BB7855}"/>
              </a:ext>
            </a:extLst>
          </p:cNvPr>
          <p:cNvSpPr>
            <a:spLocks noGrp="1"/>
          </p:cNvSpPr>
          <p:nvPr/>
        </p:nvSpPr>
        <p:spPr>
          <a:xfrm>
            <a:off x="1571620" y="3120914"/>
            <a:ext cx="28398" cy="28398"/>
          </a:xfrm>
          <a:prstGeom prst="ellipse">
            <a:avLst/>
          </a:prstGeom>
          <a:solidFill>
            <a:srgbClr val="7F8C97">
              <a:alpha val="48000"/>
            </a:srgbClr>
          </a:solidFill>
          <a:ln w="0">
            <a:noFill/>
            <a:prstDash val="solid"/>
          </a:ln>
        </p:spPr>
      </p:sp>
      <p:sp>
        <p:nvSpPr>
          <p:cNvPr id="784" name="03_assume_matched_6081">
            <a:extLst>
              <a:ext uri="{FF2B5EF4-FFF2-40B4-BE49-F238E27FC236}">
                <a16:creationId xmlns:a16="http://schemas.microsoft.com/office/drawing/2014/main" id="{5CD43D43-D3E1-4779-9656-E6AFF1623248}"/>
              </a:ext>
            </a:extLst>
          </p:cNvPr>
          <p:cNvSpPr>
            <a:spLocks noGrp="1"/>
          </p:cNvSpPr>
          <p:nvPr/>
        </p:nvSpPr>
        <p:spPr>
          <a:xfrm>
            <a:off x="1514488" y="3120914"/>
            <a:ext cx="28398" cy="28398"/>
          </a:xfrm>
          <a:prstGeom prst="ellipse">
            <a:avLst/>
          </a:prstGeom>
          <a:solidFill>
            <a:srgbClr val="7F8C97">
              <a:alpha val="48000"/>
            </a:srgbClr>
          </a:solidFill>
          <a:ln w="0">
            <a:noFill/>
            <a:prstDash val="solid"/>
          </a:ln>
        </p:spPr>
      </p:sp>
      <p:sp>
        <p:nvSpPr>
          <p:cNvPr id="785" name="03_assume_matched_6082">
            <a:extLst>
              <a:ext uri="{FF2B5EF4-FFF2-40B4-BE49-F238E27FC236}">
                <a16:creationId xmlns:a16="http://schemas.microsoft.com/office/drawing/2014/main" id="{23AD44E6-B6EA-4A1F-A71A-D0D755BED4E4}"/>
              </a:ext>
            </a:extLst>
          </p:cNvPr>
          <p:cNvSpPr>
            <a:spLocks noGrp="1"/>
          </p:cNvSpPr>
          <p:nvPr/>
        </p:nvSpPr>
        <p:spPr>
          <a:xfrm>
            <a:off x="1593350" y="2536045"/>
            <a:ext cx="28398" cy="28398"/>
          </a:xfrm>
          <a:prstGeom prst="ellipse">
            <a:avLst/>
          </a:prstGeom>
          <a:solidFill>
            <a:srgbClr val="7F8C97">
              <a:alpha val="48000"/>
            </a:srgbClr>
          </a:solidFill>
          <a:ln w="0">
            <a:noFill/>
            <a:prstDash val="solid"/>
          </a:ln>
        </p:spPr>
      </p:sp>
      <p:sp>
        <p:nvSpPr>
          <p:cNvPr id="786" name="03_assume_matched_6083">
            <a:extLst>
              <a:ext uri="{FF2B5EF4-FFF2-40B4-BE49-F238E27FC236}">
                <a16:creationId xmlns:a16="http://schemas.microsoft.com/office/drawing/2014/main" id="{10100779-1157-4C7E-9E9A-A4EAA18CAA14}"/>
              </a:ext>
            </a:extLst>
          </p:cNvPr>
          <p:cNvSpPr>
            <a:spLocks noGrp="1"/>
          </p:cNvSpPr>
          <p:nvPr/>
        </p:nvSpPr>
        <p:spPr>
          <a:xfrm>
            <a:off x="1561115" y="2703151"/>
            <a:ext cx="28398" cy="28398"/>
          </a:xfrm>
          <a:prstGeom prst="ellipse">
            <a:avLst/>
          </a:prstGeom>
          <a:solidFill>
            <a:srgbClr val="7F8C97">
              <a:alpha val="48000"/>
            </a:srgbClr>
          </a:solidFill>
          <a:ln w="0">
            <a:noFill/>
            <a:prstDash val="solid"/>
          </a:ln>
        </p:spPr>
      </p:sp>
      <p:sp>
        <p:nvSpPr>
          <p:cNvPr id="787" name="03_assume_matched_6084">
            <a:extLst>
              <a:ext uri="{FF2B5EF4-FFF2-40B4-BE49-F238E27FC236}">
                <a16:creationId xmlns:a16="http://schemas.microsoft.com/office/drawing/2014/main" id="{20A8EFB1-2446-495D-B5EB-B83016D5D001}"/>
              </a:ext>
            </a:extLst>
          </p:cNvPr>
          <p:cNvSpPr>
            <a:spLocks noGrp="1"/>
          </p:cNvSpPr>
          <p:nvPr/>
        </p:nvSpPr>
        <p:spPr>
          <a:xfrm>
            <a:off x="1465847" y="2801895"/>
            <a:ext cx="28398" cy="28398"/>
          </a:xfrm>
          <a:prstGeom prst="ellipse">
            <a:avLst/>
          </a:prstGeom>
          <a:solidFill>
            <a:srgbClr val="7F8C97">
              <a:alpha val="48000"/>
            </a:srgbClr>
          </a:solidFill>
          <a:ln w="0">
            <a:noFill/>
            <a:prstDash val="solid"/>
          </a:ln>
        </p:spPr>
      </p:sp>
      <p:sp>
        <p:nvSpPr>
          <p:cNvPr id="788" name="03_assume_matched_6085">
            <a:extLst>
              <a:ext uri="{FF2B5EF4-FFF2-40B4-BE49-F238E27FC236}">
                <a16:creationId xmlns:a16="http://schemas.microsoft.com/office/drawing/2014/main" id="{E193FE9E-BD60-403D-BA93-FF4B364DA36B}"/>
              </a:ext>
            </a:extLst>
          </p:cNvPr>
          <p:cNvSpPr>
            <a:spLocks noGrp="1"/>
          </p:cNvSpPr>
          <p:nvPr/>
        </p:nvSpPr>
        <p:spPr>
          <a:xfrm>
            <a:off x="1496499" y="3120914"/>
            <a:ext cx="28398" cy="28398"/>
          </a:xfrm>
          <a:prstGeom prst="ellipse">
            <a:avLst/>
          </a:prstGeom>
          <a:solidFill>
            <a:srgbClr val="7F8C97">
              <a:alpha val="48000"/>
            </a:srgbClr>
          </a:solidFill>
          <a:ln w="0">
            <a:noFill/>
            <a:prstDash val="solid"/>
          </a:ln>
        </p:spPr>
      </p:sp>
      <p:sp>
        <p:nvSpPr>
          <p:cNvPr id="789" name="03_assume_matched_6086">
            <a:extLst>
              <a:ext uri="{FF2B5EF4-FFF2-40B4-BE49-F238E27FC236}">
                <a16:creationId xmlns:a16="http://schemas.microsoft.com/office/drawing/2014/main" id="{8EB19A05-8CDB-4609-BD04-9F41CF630F7F}"/>
              </a:ext>
            </a:extLst>
          </p:cNvPr>
          <p:cNvSpPr>
            <a:spLocks noGrp="1"/>
          </p:cNvSpPr>
          <p:nvPr/>
        </p:nvSpPr>
        <p:spPr>
          <a:xfrm>
            <a:off x="1465559" y="3120914"/>
            <a:ext cx="28398" cy="28398"/>
          </a:xfrm>
          <a:prstGeom prst="ellipse">
            <a:avLst/>
          </a:prstGeom>
          <a:solidFill>
            <a:srgbClr val="7F8C97">
              <a:alpha val="48000"/>
            </a:srgbClr>
          </a:solidFill>
          <a:ln w="0">
            <a:noFill/>
            <a:prstDash val="solid"/>
          </a:ln>
        </p:spPr>
      </p:sp>
      <p:sp>
        <p:nvSpPr>
          <p:cNvPr id="790" name="03_assume_matched_6087">
            <a:extLst>
              <a:ext uri="{FF2B5EF4-FFF2-40B4-BE49-F238E27FC236}">
                <a16:creationId xmlns:a16="http://schemas.microsoft.com/office/drawing/2014/main" id="{96DE9428-3C56-4F19-BCE3-8DA558D0B04F}"/>
              </a:ext>
            </a:extLst>
          </p:cNvPr>
          <p:cNvSpPr>
            <a:spLocks noGrp="1"/>
          </p:cNvSpPr>
          <p:nvPr/>
        </p:nvSpPr>
        <p:spPr>
          <a:xfrm>
            <a:off x="1546868" y="3120914"/>
            <a:ext cx="28398" cy="28398"/>
          </a:xfrm>
          <a:prstGeom prst="ellipse">
            <a:avLst/>
          </a:prstGeom>
          <a:solidFill>
            <a:srgbClr val="7F8C97">
              <a:alpha val="48000"/>
            </a:srgbClr>
          </a:solidFill>
          <a:ln w="0">
            <a:noFill/>
            <a:prstDash val="solid"/>
          </a:ln>
        </p:spPr>
      </p:sp>
      <p:sp>
        <p:nvSpPr>
          <p:cNvPr id="791" name="03_assume_matched_6088">
            <a:extLst>
              <a:ext uri="{FF2B5EF4-FFF2-40B4-BE49-F238E27FC236}">
                <a16:creationId xmlns:a16="http://schemas.microsoft.com/office/drawing/2014/main" id="{19C6151F-7E4C-4FF9-8D35-1C95E4E07FAA}"/>
              </a:ext>
            </a:extLst>
          </p:cNvPr>
          <p:cNvSpPr>
            <a:spLocks noGrp="1"/>
          </p:cNvSpPr>
          <p:nvPr/>
        </p:nvSpPr>
        <p:spPr>
          <a:xfrm>
            <a:off x="1528159" y="3120914"/>
            <a:ext cx="28398" cy="28398"/>
          </a:xfrm>
          <a:prstGeom prst="ellipse">
            <a:avLst/>
          </a:prstGeom>
          <a:solidFill>
            <a:srgbClr val="7F8C97">
              <a:alpha val="48000"/>
            </a:srgbClr>
          </a:solidFill>
          <a:ln w="0">
            <a:noFill/>
            <a:prstDash val="solid"/>
          </a:ln>
        </p:spPr>
      </p:sp>
      <p:sp>
        <p:nvSpPr>
          <p:cNvPr id="792" name="03_assume_matched_6089">
            <a:extLst>
              <a:ext uri="{FF2B5EF4-FFF2-40B4-BE49-F238E27FC236}">
                <a16:creationId xmlns:a16="http://schemas.microsoft.com/office/drawing/2014/main" id="{1147B4C4-9F13-4798-8E64-81AC6300F5DB}"/>
              </a:ext>
            </a:extLst>
          </p:cNvPr>
          <p:cNvSpPr>
            <a:spLocks noGrp="1"/>
          </p:cNvSpPr>
          <p:nvPr/>
        </p:nvSpPr>
        <p:spPr>
          <a:xfrm>
            <a:off x="1512905" y="3120914"/>
            <a:ext cx="28398" cy="28398"/>
          </a:xfrm>
          <a:prstGeom prst="ellipse">
            <a:avLst/>
          </a:prstGeom>
          <a:solidFill>
            <a:srgbClr val="7F8C97">
              <a:alpha val="48000"/>
            </a:srgbClr>
          </a:solidFill>
          <a:ln w="0">
            <a:noFill/>
            <a:prstDash val="solid"/>
          </a:ln>
        </p:spPr>
      </p:sp>
      <p:sp>
        <p:nvSpPr>
          <p:cNvPr id="793" name="03_assume_matched_6090">
            <a:extLst>
              <a:ext uri="{FF2B5EF4-FFF2-40B4-BE49-F238E27FC236}">
                <a16:creationId xmlns:a16="http://schemas.microsoft.com/office/drawing/2014/main" id="{78FB08F8-A355-4AE3-B5F9-B04A9832CF04}"/>
              </a:ext>
            </a:extLst>
          </p:cNvPr>
          <p:cNvSpPr>
            <a:spLocks noGrp="1"/>
          </p:cNvSpPr>
          <p:nvPr/>
        </p:nvSpPr>
        <p:spPr>
          <a:xfrm>
            <a:off x="1498658" y="3120914"/>
            <a:ext cx="28398" cy="28398"/>
          </a:xfrm>
          <a:prstGeom prst="ellipse">
            <a:avLst/>
          </a:prstGeom>
          <a:solidFill>
            <a:srgbClr val="7F8C97">
              <a:alpha val="48000"/>
            </a:srgbClr>
          </a:solidFill>
          <a:ln w="0">
            <a:noFill/>
            <a:prstDash val="solid"/>
          </a:ln>
        </p:spPr>
      </p:sp>
      <p:sp>
        <p:nvSpPr>
          <p:cNvPr id="794" name="03_assume_matched_6091">
            <a:extLst>
              <a:ext uri="{FF2B5EF4-FFF2-40B4-BE49-F238E27FC236}">
                <a16:creationId xmlns:a16="http://schemas.microsoft.com/office/drawing/2014/main" id="{03BA475D-4CB7-4315-8547-AFE403DDC822}"/>
              </a:ext>
            </a:extLst>
          </p:cNvPr>
          <p:cNvSpPr>
            <a:spLocks noGrp="1"/>
          </p:cNvSpPr>
          <p:nvPr/>
        </p:nvSpPr>
        <p:spPr>
          <a:xfrm>
            <a:off x="1515064" y="2536045"/>
            <a:ext cx="28398" cy="28398"/>
          </a:xfrm>
          <a:prstGeom prst="ellipse">
            <a:avLst/>
          </a:prstGeom>
          <a:solidFill>
            <a:srgbClr val="7F8C97">
              <a:alpha val="48000"/>
            </a:srgbClr>
          </a:solidFill>
          <a:ln w="0">
            <a:noFill/>
            <a:prstDash val="solid"/>
          </a:ln>
        </p:spPr>
      </p:sp>
      <p:sp>
        <p:nvSpPr>
          <p:cNvPr id="795" name="03_assume_matched_6092">
            <a:extLst>
              <a:ext uri="{FF2B5EF4-FFF2-40B4-BE49-F238E27FC236}">
                <a16:creationId xmlns:a16="http://schemas.microsoft.com/office/drawing/2014/main" id="{AFE06338-07A1-4853-AF63-148374D1DCD8}"/>
              </a:ext>
            </a:extLst>
          </p:cNvPr>
          <p:cNvSpPr>
            <a:spLocks noGrp="1"/>
          </p:cNvSpPr>
          <p:nvPr/>
        </p:nvSpPr>
        <p:spPr>
          <a:xfrm>
            <a:off x="1600258" y="2974697"/>
            <a:ext cx="28398" cy="28398"/>
          </a:xfrm>
          <a:prstGeom prst="ellipse">
            <a:avLst/>
          </a:prstGeom>
          <a:solidFill>
            <a:srgbClr val="7F8C97">
              <a:alpha val="48000"/>
            </a:srgbClr>
          </a:solidFill>
          <a:ln w="0">
            <a:noFill/>
            <a:prstDash val="solid"/>
          </a:ln>
        </p:spPr>
      </p:sp>
      <p:sp>
        <p:nvSpPr>
          <p:cNvPr id="796" name="03_assume_matched_6093">
            <a:extLst>
              <a:ext uri="{FF2B5EF4-FFF2-40B4-BE49-F238E27FC236}">
                <a16:creationId xmlns:a16="http://schemas.microsoft.com/office/drawing/2014/main" id="{06736F2A-0C6A-4CD5-9148-B8E9CCC68568}"/>
              </a:ext>
            </a:extLst>
          </p:cNvPr>
          <p:cNvSpPr>
            <a:spLocks noGrp="1"/>
          </p:cNvSpPr>
          <p:nvPr/>
        </p:nvSpPr>
        <p:spPr>
          <a:xfrm>
            <a:off x="1555214" y="2536045"/>
            <a:ext cx="28398" cy="28398"/>
          </a:xfrm>
          <a:prstGeom prst="ellipse">
            <a:avLst/>
          </a:prstGeom>
          <a:solidFill>
            <a:srgbClr val="7F8C97">
              <a:alpha val="48000"/>
            </a:srgbClr>
          </a:solidFill>
          <a:ln w="0">
            <a:noFill/>
            <a:prstDash val="solid"/>
          </a:ln>
        </p:spPr>
      </p:sp>
      <p:sp>
        <p:nvSpPr>
          <p:cNvPr id="797" name="03_assume_matched_6094">
            <a:extLst>
              <a:ext uri="{FF2B5EF4-FFF2-40B4-BE49-F238E27FC236}">
                <a16:creationId xmlns:a16="http://schemas.microsoft.com/office/drawing/2014/main" id="{1A336BE8-B4A6-4253-9505-B437629DA3D7}"/>
              </a:ext>
            </a:extLst>
          </p:cNvPr>
          <p:cNvSpPr>
            <a:spLocks noGrp="1"/>
          </p:cNvSpPr>
          <p:nvPr/>
        </p:nvSpPr>
        <p:spPr>
          <a:xfrm>
            <a:off x="1565000" y="3120914"/>
            <a:ext cx="28398" cy="28398"/>
          </a:xfrm>
          <a:prstGeom prst="ellipse">
            <a:avLst/>
          </a:prstGeom>
          <a:solidFill>
            <a:srgbClr val="7F8C97">
              <a:alpha val="48000"/>
            </a:srgbClr>
          </a:solidFill>
          <a:ln w="0">
            <a:noFill/>
            <a:prstDash val="solid"/>
          </a:ln>
        </p:spPr>
      </p:sp>
      <p:sp>
        <p:nvSpPr>
          <p:cNvPr id="798" name="03_assume_matched_6095">
            <a:extLst>
              <a:ext uri="{FF2B5EF4-FFF2-40B4-BE49-F238E27FC236}">
                <a16:creationId xmlns:a16="http://schemas.microsoft.com/office/drawing/2014/main" id="{2233904F-E4BF-4A38-AE8F-D85245A4D667}"/>
              </a:ext>
            </a:extLst>
          </p:cNvPr>
          <p:cNvSpPr>
            <a:spLocks noGrp="1"/>
          </p:cNvSpPr>
          <p:nvPr/>
        </p:nvSpPr>
        <p:spPr>
          <a:xfrm>
            <a:off x="1501824" y="2990943"/>
            <a:ext cx="28398" cy="28398"/>
          </a:xfrm>
          <a:prstGeom prst="ellipse">
            <a:avLst/>
          </a:prstGeom>
          <a:solidFill>
            <a:srgbClr val="7F8C97">
              <a:alpha val="48000"/>
            </a:srgbClr>
          </a:solidFill>
          <a:ln w="0">
            <a:noFill/>
            <a:prstDash val="solid"/>
          </a:ln>
        </p:spPr>
      </p:sp>
      <p:sp>
        <p:nvSpPr>
          <p:cNvPr id="799" name="03_assume_matched_6096">
            <a:extLst>
              <a:ext uri="{FF2B5EF4-FFF2-40B4-BE49-F238E27FC236}">
                <a16:creationId xmlns:a16="http://schemas.microsoft.com/office/drawing/2014/main" id="{252B2AD7-D1D2-4790-9D38-96F85BF02B9E}"/>
              </a:ext>
            </a:extLst>
          </p:cNvPr>
          <p:cNvSpPr>
            <a:spLocks noGrp="1"/>
          </p:cNvSpPr>
          <p:nvPr/>
        </p:nvSpPr>
        <p:spPr>
          <a:xfrm>
            <a:off x="1592199" y="3120914"/>
            <a:ext cx="28398" cy="28398"/>
          </a:xfrm>
          <a:prstGeom prst="ellipse">
            <a:avLst/>
          </a:prstGeom>
          <a:solidFill>
            <a:srgbClr val="7F8C97">
              <a:alpha val="48000"/>
            </a:srgbClr>
          </a:solidFill>
          <a:ln w="0">
            <a:noFill/>
            <a:prstDash val="solid"/>
          </a:ln>
        </p:spPr>
      </p:sp>
      <p:sp>
        <p:nvSpPr>
          <p:cNvPr id="800" name="03_assume_matched_6097">
            <a:extLst>
              <a:ext uri="{FF2B5EF4-FFF2-40B4-BE49-F238E27FC236}">
                <a16:creationId xmlns:a16="http://schemas.microsoft.com/office/drawing/2014/main" id="{83AB882D-32FF-463A-9937-BBFB37F7F7D4}"/>
              </a:ext>
            </a:extLst>
          </p:cNvPr>
          <p:cNvSpPr>
            <a:spLocks noGrp="1"/>
          </p:cNvSpPr>
          <p:nvPr/>
        </p:nvSpPr>
        <p:spPr>
          <a:xfrm>
            <a:off x="1565288" y="2695555"/>
            <a:ext cx="28398" cy="28398"/>
          </a:xfrm>
          <a:prstGeom prst="ellipse">
            <a:avLst/>
          </a:prstGeom>
          <a:solidFill>
            <a:srgbClr val="7F8C97">
              <a:alpha val="48000"/>
            </a:srgbClr>
          </a:solidFill>
          <a:ln w="0">
            <a:noFill/>
            <a:prstDash val="solid"/>
          </a:ln>
        </p:spPr>
      </p:sp>
      <p:sp>
        <p:nvSpPr>
          <p:cNvPr id="801" name="03_assume_matched_6098">
            <a:extLst>
              <a:ext uri="{FF2B5EF4-FFF2-40B4-BE49-F238E27FC236}">
                <a16:creationId xmlns:a16="http://schemas.microsoft.com/office/drawing/2014/main" id="{B53FCD1B-9C7E-4DC3-BAEB-35965DB399EC}"/>
              </a:ext>
            </a:extLst>
          </p:cNvPr>
          <p:cNvSpPr>
            <a:spLocks noGrp="1"/>
          </p:cNvSpPr>
          <p:nvPr/>
        </p:nvSpPr>
        <p:spPr>
          <a:xfrm>
            <a:off x="1483116" y="3120914"/>
            <a:ext cx="28398" cy="28398"/>
          </a:xfrm>
          <a:prstGeom prst="ellipse">
            <a:avLst/>
          </a:prstGeom>
          <a:solidFill>
            <a:srgbClr val="7F8C97">
              <a:alpha val="48000"/>
            </a:srgbClr>
          </a:solidFill>
          <a:ln w="0">
            <a:noFill/>
            <a:prstDash val="solid"/>
          </a:ln>
        </p:spPr>
      </p:sp>
      <p:sp>
        <p:nvSpPr>
          <p:cNvPr id="802" name="03_assume_matched_6099">
            <a:extLst>
              <a:ext uri="{FF2B5EF4-FFF2-40B4-BE49-F238E27FC236}">
                <a16:creationId xmlns:a16="http://schemas.microsoft.com/office/drawing/2014/main" id="{EA6904B3-FF9B-4A77-92CB-D04D01D75B61}"/>
              </a:ext>
            </a:extLst>
          </p:cNvPr>
          <p:cNvSpPr>
            <a:spLocks noGrp="1"/>
          </p:cNvSpPr>
          <p:nvPr/>
        </p:nvSpPr>
        <p:spPr>
          <a:xfrm>
            <a:off x="1490455" y="3120914"/>
            <a:ext cx="28398" cy="28398"/>
          </a:xfrm>
          <a:prstGeom prst="ellipse">
            <a:avLst/>
          </a:prstGeom>
          <a:solidFill>
            <a:srgbClr val="7F8C97">
              <a:alpha val="48000"/>
            </a:srgbClr>
          </a:solidFill>
          <a:ln w="0">
            <a:noFill/>
            <a:prstDash val="solid"/>
          </a:ln>
        </p:spPr>
      </p:sp>
      <p:sp>
        <p:nvSpPr>
          <p:cNvPr id="803" name="03_assume_matched_6100">
            <a:extLst>
              <a:ext uri="{FF2B5EF4-FFF2-40B4-BE49-F238E27FC236}">
                <a16:creationId xmlns:a16="http://schemas.microsoft.com/office/drawing/2014/main" id="{B6C9DD0C-7183-4234-AC96-173B23020AF3}"/>
              </a:ext>
            </a:extLst>
          </p:cNvPr>
          <p:cNvSpPr>
            <a:spLocks noGrp="1"/>
          </p:cNvSpPr>
          <p:nvPr/>
        </p:nvSpPr>
        <p:spPr>
          <a:xfrm>
            <a:off x="1501680" y="2925958"/>
            <a:ext cx="28398" cy="28398"/>
          </a:xfrm>
          <a:prstGeom prst="ellipse">
            <a:avLst/>
          </a:prstGeom>
          <a:solidFill>
            <a:srgbClr val="7F8C97">
              <a:alpha val="48000"/>
            </a:srgbClr>
          </a:solidFill>
          <a:ln w="0">
            <a:noFill/>
            <a:prstDash val="solid"/>
          </a:ln>
        </p:spPr>
      </p:sp>
      <p:sp>
        <p:nvSpPr>
          <p:cNvPr id="804" name="03_assume_matched_6101">
            <a:extLst>
              <a:ext uri="{FF2B5EF4-FFF2-40B4-BE49-F238E27FC236}">
                <a16:creationId xmlns:a16="http://schemas.microsoft.com/office/drawing/2014/main" id="{A0AE7F20-FC61-4B07-A7EB-9092C9D57417}"/>
              </a:ext>
            </a:extLst>
          </p:cNvPr>
          <p:cNvSpPr>
            <a:spLocks noGrp="1"/>
          </p:cNvSpPr>
          <p:nvPr/>
        </p:nvSpPr>
        <p:spPr>
          <a:xfrm>
            <a:off x="1591048" y="3120914"/>
            <a:ext cx="28398" cy="28398"/>
          </a:xfrm>
          <a:prstGeom prst="ellipse">
            <a:avLst/>
          </a:prstGeom>
          <a:solidFill>
            <a:srgbClr val="7F8C97">
              <a:alpha val="48000"/>
            </a:srgbClr>
          </a:solidFill>
          <a:ln w="0">
            <a:noFill/>
            <a:prstDash val="solid"/>
          </a:ln>
        </p:spPr>
      </p:sp>
      <p:sp>
        <p:nvSpPr>
          <p:cNvPr id="805" name="03_assume_matched_6102">
            <a:extLst>
              <a:ext uri="{FF2B5EF4-FFF2-40B4-BE49-F238E27FC236}">
                <a16:creationId xmlns:a16="http://schemas.microsoft.com/office/drawing/2014/main" id="{1678B456-EC96-4077-8C70-ED7613EE6FA0}"/>
              </a:ext>
            </a:extLst>
          </p:cNvPr>
          <p:cNvSpPr>
            <a:spLocks noGrp="1"/>
          </p:cNvSpPr>
          <p:nvPr/>
        </p:nvSpPr>
        <p:spPr>
          <a:xfrm>
            <a:off x="1503983" y="2828480"/>
            <a:ext cx="28398" cy="28398"/>
          </a:xfrm>
          <a:prstGeom prst="ellipse">
            <a:avLst/>
          </a:prstGeom>
          <a:solidFill>
            <a:srgbClr val="7F8C97">
              <a:alpha val="48000"/>
            </a:srgbClr>
          </a:solidFill>
          <a:ln w="0">
            <a:noFill/>
            <a:prstDash val="solid"/>
          </a:ln>
        </p:spPr>
      </p:sp>
      <p:sp>
        <p:nvSpPr>
          <p:cNvPr id="806" name="03_assume_matched_6103">
            <a:extLst>
              <a:ext uri="{FF2B5EF4-FFF2-40B4-BE49-F238E27FC236}">
                <a16:creationId xmlns:a16="http://schemas.microsoft.com/office/drawing/2014/main" id="{D3DB82F5-CF91-40DC-A9D2-4F98BBDB0590}"/>
              </a:ext>
            </a:extLst>
          </p:cNvPr>
          <p:cNvSpPr>
            <a:spLocks noGrp="1"/>
          </p:cNvSpPr>
          <p:nvPr/>
        </p:nvSpPr>
        <p:spPr>
          <a:xfrm>
            <a:off x="1582989" y="3120914"/>
            <a:ext cx="28398" cy="28398"/>
          </a:xfrm>
          <a:prstGeom prst="ellipse">
            <a:avLst/>
          </a:prstGeom>
          <a:solidFill>
            <a:srgbClr val="7F8C97">
              <a:alpha val="48000"/>
            </a:srgbClr>
          </a:solidFill>
          <a:ln w="0">
            <a:noFill/>
            <a:prstDash val="solid"/>
          </a:ln>
        </p:spPr>
      </p:sp>
      <p:sp>
        <p:nvSpPr>
          <p:cNvPr id="807" name="03_assume_matched_6104">
            <a:extLst>
              <a:ext uri="{FF2B5EF4-FFF2-40B4-BE49-F238E27FC236}">
                <a16:creationId xmlns:a16="http://schemas.microsoft.com/office/drawing/2014/main" id="{D9BEE39D-2CA5-405E-9FDB-198E1E893E80}"/>
              </a:ext>
            </a:extLst>
          </p:cNvPr>
          <p:cNvSpPr>
            <a:spLocks noGrp="1"/>
          </p:cNvSpPr>
          <p:nvPr/>
        </p:nvSpPr>
        <p:spPr>
          <a:xfrm>
            <a:off x="1584140" y="2536045"/>
            <a:ext cx="28398" cy="28398"/>
          </a:xfrm>
          <a:prstGeom prst="ellipse">
            <a:avLst/>
          </a:prstGeom>
          <a:solidFill>
            <a:srgbClr val="7F8C97">
              <a:alpha val="48000"/>
            </a:srgbClr>
          </a:solidFill>
          <a:ln w="0">
            <a:noFill/>
            <a:prstDash val="solid"/>
          </a:ln>
        </p:spPr>
      </p:sp>
      <p:sp>
        <p:nvSpPr>
          <p:cNvPr id="808" name="03_assume_matched_6105">
            <a:extLst>
              <a:ext uri="{FF2B5EF4-FFF2-40B4-BE49-F238E27FC236}">
                <a16:creationId xmlns:a16="http://schemas.microsoft.com/office/drawing/2014/main" id="{458FA723-41E4-4B3E-8DE8-09BD33AA1C45}"/>
              </a:ext>
            </a:extLst>
          </p:cNvPr>
          <p:cNvSpPr>
            <a:spLocks noGrp="1"/>
          </p:cNvSpPr>
          <p:nvPr/>
        </p:nvSpPr>
        <p:spPr>
          <a:xfrm>
            <a:off x="1587882" y="3120914"/>
            <a:ext cx="28398" cy="28398"/>
          </a:xfrm>
          <a:prstGeom prst="ellipse">
            <a:avLst/>
          </a:prstGeom>
          <a:solidFill>
            <a:srgbClr val="7F8C97">
              <a:alpha val="48000"/>
            </a:srgbClr>
          </a:solidFill>
          <a:ln w="0">
            <a:noFill/>
            <a:prstDash val="solid"/>
          </a:ln>
        </p:spPr>
      </p:sp>
      <p:sp>
        <p:nvSpPr>
          <p:cNvPr id="809" name="03_assume_matched_6106">
            <a:extLst>
              <a:ext uri="{FF2B5EF4-FFF2-40B4-BE49-F238E27FC236}">
                <a16:creationId xmlns:a16="http://schemas.microsoft.com/office/drawing/2014/main" id="{089B763B-A71E-4F7B-81C8-B3204F2CFA57}"/>
              </a:ext>
            </a:extLst>
          </p:cNvPr>
          <p:cNvSpPr>
            <a:spLocks noGrp="1"/>
          </p:cNvSpPr>
          <p:nvPr/>
        </p:nvSpPr>
        <p:spPr>
          <a:xfrm>
            <a:off x="1505134" y="3120914"/>
            <a:ext cx="28398" cy="28398"/>
          </a:xfrm>
          <a:prstGeom prst="ellipse">
            <a:avLst/>
          </a:prstGeom>
          <a:solidFill>
            <a:srgbClr val="7F8C97">
              <a:alpha val="48000"/>
            </a:srgbClr>
          </a:solidFill>
          <a:ln w="0">
            <a:noFill/>
            <a:prstDash val="solid"/>
          </a:ln>
        </p:spPr>
      </p:sp>
      <p:sp>
        <p:nvSpPr>
          <p:cNvPr id="810" name="03_assume_matched_6107">
            <a:extLst>
              <a:ext uri="{FF2B5EF4-FFF2-40B4-BE49-F238E27FC236}">
                <a16:creationId xmlns:a16="http://schemas.microsoft.com/office/drawing/2014/main" id="{3F9E4E37-158A-4D45-959E-A72C064F50D5}"/>
              </a:ext>
            </a:extLst>
          </p:cNvPr>
          <p:cNvSpPr>
            <a:spLocks noGrp="1"/>
          </p:cNvSpPr>
          <p:nvPr/>
        </p:nvSpPr>
        <p:spPr>
          <a:xfrm>
            <a:off x="1483404" y="2536045"/>
            <a:ext cx="28398" cy="28398"/>
          </a:xfrm>
          <a:prstGeom prst="ellipse">
            <a:avLst/>
          </a:prstGeom>
          <a:solidFill>
            <a:srgbClr val="7F8C97">
              <a:alpha val="48000"/>
            </a:srgbClr>
          </a:solidFill>
          <a:ln w="0">
            <a:noFill/>
            <a:prstDash val="solid"/>
          </a:ln>
        </p:spPr>
      </p:sp>
      <p:sp>
        <p:nvSpPr>
          <p:cNvPr id="811" name="03_assume_matched_6108">
            <a:extLst>
              <a:ext uri="{FF2B5EF4-FFF2-40B4-BE49-F238E27FC236}">
                <a16:creationId xmlns:a16="http://schemas.microsoft.com/office/drawing/2014/main" id="{F7160BEA-0FE1-4946-ACBD-CFED8E8C1618}"/>
              </a:ext>
            </a:extLst>
          </p:cNvPr>
          <p:cNvSpPr>
            <a:spLocks noGrp="1"/>
          </p:cNvSpPr>
          <p:nvPr/>
        </p:nvSpPr>
        <p:spPr>
          <a:xfrm>
            <a:off x="1567159" y="3120914"/>
            <a:ext cx="28398" cy="28398"/>
          </a:xfrm>
          <a:prstGeom prst="ellipse">
            <a:avLst/>
          </a:prstGeom>
          <a:solidFill>
            <a:srgbClr val="7F8C97">
              <a:alpha val="48000"/>
            </a:srgbClr>
          </a:solidFill>
          <a:ln w="0">
            <a:noFill/>
            <a:prstDash val="solid"/>
          </a:ln>
        </p:spPr>
      </p:sp>
      <p:sp>
        <p:nvSpPr>
          <p:cNvPr id="812" name="03_assume_matched_6109">
            <a:extLst>
              <a:ext uri="{FF2B5EF4-FFF2-40B4-BE49-F238E27FC236}">
                <a16:creationId xmlns:a16="http://schemas.microsoft.com/office/drawing/2014/main" id="{E1AC6290-96D6-4E56-9C0B-ACF15C6DC6C9}"/>
              </a:ext>
            </a:extLst>
          </p:cNvPr>
          <p:cNvSpPr>
            <a:spLocks noGrp="1"/>
          </p:cNvSpPr>
          <p:nvPr/>
        </p:nvSpPr>
        <p:spPr>
          <a:xfrm>
            <a:off x="1476640" y="3120914"/>
            <a:ext cx="28398" cy="28398"/>
          </a:xfrm>
          <a:prstGeom prst="ellipse">
            <a:avLst/>
          </a:prstGeom>
          <a:solidFill>
            <a:srgbClr val="7F8C97">
              <a:alpha val="48000"/>
            </a:srgbClr>
          </a:solidFill>
          <a:ln w="0">
            <a:noFill/>
            <a:prstDash val="solid"/>
          </a:ln>
        </p:spPr>
      </p:sp>
      <p:sp>
        <p:nvSpPr>
          <p:cNvPr id="813" name="03_assume_matched_6110">
            <a:extLst>
              <a:ext uri="{FF2B5EF4-FFF2-40B4-BE49-F238E27FC236}">
                <a16:creationId xmlns:a16="http://schemas.microsoft.com/office/drawing/2014/main" id="{85942378-7EF1-4DC4-8089-7F2C93B2EA0B}"/>
              </a:ext>
            </a:extLst>
          </p:cNvPr>
          <p:cNvSpPr>
            <a:spLocks noGrp="1"/>
          </p:cNvSpPr>
          <p:nvPr/>
        </p:nvSpPr>
        <p:spPr>
          <a:xfrm>
            <a:off x="1570756" y="2536045"/>
            <a:ext cx="28398" cy="28398"/>
          </a:xfrm>
          <a:prstGeom prst="ellipse">
            <a:avLst/>
          </a:prstGeom>
          <a:solidFill>
            <a:srgbClr val="7F8C97">
              <a:alpha val="48000"/>
            </a:srgbClr>
          </a:solidFill>
          <a:ln w="0">
            <a:noFill/>
            <a:prstDash val="solid"/>
          </a:ln>
        </p:spPr>
      </p:sp>
      <p:sp>
        <p:nvSpPr>
          <p:cNvPr id="814" name="03_assume_matched_6111">
            <a:extLst>
              <a:ext uri="{FF2B5EF4-FFF2-40B4-BE49-F238E27FC236}">
                <a16:creationId xmlns:a16="http://schemas.microsoft.com/office/drawing/2014/main" id="{278DDE98-F1C3-48DD-B33A-B05AF2F7B180}"/>
              </a:ext>
            </a:extLst>
          </p:cNvPr>
          <p:cNvSpPr>
            <a:spLocks noGrp="1"/>
          </p:cNvSpPr>
          <p:nvPr/>
        </p:nvSpPr>
        <p:spPr>
          <a:xfrm>
            <a:off x="1477935" y="3120914"/>
            <a:ext cx="28398" cy="28398"/>
          </a:xfrm>
          <a:prstGeom prst="ellipse">
            <a:avLst/>
          </a:prstGeom>
          <a:solidFill>
            <a:srgbClr val="7F8C97">
              <a:alpha val="48000"/>
            </a:srgbClr>
          </a:solidFill>
          <a:ln w="0">
            <a:noFill/>
            <a:prstDash val="solid"/>
          </a:ln>
        </p:spPr>
      </p:sp>
      <p:sp>
        <p:nvSpPr>
          <p:cNvPr id="815" name="03_assume_matched_6112">
            <a:extLst>
              <a:ext uri="{FF2B5EF4-FFF2-40B4-BE49-F238E27FC236}">
                <a16:creationId xmlns:a16="http://schemas.microsoft.com/office/drawing/2014/main" id="{768F7317-A969-4D53-B8B8-B2351074348B}"/>
              </a:ext>
            </a:extLst>
          </p:cNvPr>
          <p:cNvSpPr>
            <a:spLocks noGrp="1"/>
          </p:cNvSpPr>
          <p:nvPr/>
        </p:nvSpPr>
        <p:spPr>
          <a:xfrm>
            <a:off x="1598387" y="2536045"/>
            <a:ext cx="28398" cy="28398"/>
          </a:xfrm>
          <a:prstGeom prst="ellipse">
            <a:avLst/>
          </a:prstGeom>
          <a:solidFill>
            <a:srgbClr val="7F8C97">
              <a:alpha val="48000"/>
            </a:srgbClr>
          </a:solidFill>
          <a:ln w="0">
            <a:noFill/>
            <a:prstDash val="solid"/>
          </a:ln>
        </p:spPr>
      </p:sp>
      <p:sp>
        <p:nvSpPr>
          <p:cNvPr id="816" name="03_assume_matched_6113">
            <a:extLst>
              <a:ext uri="{FF2B5EF4-FFF2-40B4-BE49-F238E27FC236}">
                <a16:creationId xmlns:a16="http://schemas.microsoft.com/office/drawing/2014/main" id="{FFC05450-AF96-44A0-9C84-CBADAFDCD9D4}"/>
              </a:ext>
            </a:extLst>
          </p:cNvPr>
          <p:cNvSpPr>
            <a:spLocks noGrp="1"/>
          </p:cNvSpPr>
          <p:nvPr/>
        </p:nvSpPr>
        <p:spPr>
          <a:xfrm>
            <a:off x="1576369" y="2536045"/>
            <a:ext cx="28398" cy="28398"/>
          </a:xfrm>
          <a:prstGeom prst="ellipse">
            <a:avLst/>
          </a:prstGeom>
          <a:solidFill>
            <a:srgbClr val="7F8C97">
              <a:alpha val="48000"/>
            </a:srgbClr>
          </a:solidFill>
          <a:ln w="0">
            <a:noFill/>
            <a:prstDash val="solid"/>
          </a:ln>
        </p:spPr>
      </p:sp>
      <p:sp>
        <p:nvSpPr>
          <p:cNvPr id="817" name="03_assume_matched_6114">
            <a:extLst>
              <a:ext uri="{FF2B5EF4-FFF2-40B4-BE49-F238E27FC236}">
                <a16:creationId xmlns:a16="http://schemas.microsoft.com/office/drawing/2014/main" id="{04B23A34-AD48-4C3E-A87B-539885D6F093}"/>
              </a:ext>
            </a:extLst>
          </p:cNvPr>
          <p:cNvSpPr>
            <a:spLocks noGrp="1"/>
          </p:cNvSpPr>
          <p:nvPr/>
        </p:nvSpPr>
        <p:spPr>
          <a:xfrm>
            <a:off x="1524274" y="2536045"/>
            <a:ext cx="28398" cy="28398"/>
          </a:xfrm>
          <a:prstGeom prst="ellipse">
            <a:avLst/>
          </a:prstGeom>
          <a:solidFill>
            <a:srgbClr val="7F8C97">
              <a:alpha val="48000"/>
            </a:srgbClr>
          </a:solidFill>
          <a:ln w="0">
            <a:noFill/>
            <a:prstDash val="solid"/>
          </a:ln>
        </p:spPr>
      </p:sp>
      <p:sp>
        <p:nvSpPr>
          <p:cNvPr id="818" name="03_assume_matched_6115">
            <a:extLst>
              <a:ext uri="{FF2B5EF4-FFF2-40B4-BE49-F238E27FC236}">
                <a16:creationId xmlns:a16="http://schemas.microsoft.com/office/drawing/2014/main" id="{1A9E793B-A328-4FB8-BB61-F106A2FCEB6F}"/>
              </a:ext>
            </a:extLst>
          </p:cNvPr>
          <p:cNvSpPr>
            <a:spLocks noGrp="1"/>
          </p:cNvSpPr>
          <p:nvPr/>
        </p:nvSpPr>
        <p:spPr>
          <a:xfrm>
            <a:off x="1499953" y="3120914"/>
            <a:ext cx="28398" cy="28398"/>
          </a:xfrm>
          <a:prstGeom prst="ellipse">
            <a:avLst/>
          </a:prstGeom>
          <a:solidFill>
            <a:srgbClr val="7F8C97">
              <a:alpha val="48000"/>
            </a:srgbClr>
          </a:solidFill>
          <a:ln w="0">
            <a:noFill/>
            <a:prstDash val="solid"/>
          </a:ln>
        </p:spPr>
      </p:sp>
      <p:sp>
        <p:nvSpPr>
          <p:cNvPr id="819" name="03_assume_matched_6116">
            <a:extLst>
              <a:ext uri="{FF2B5EF4-FFF2-40B4-BE49-F238E27FC236}">
                <a16:creationId xmlns:a16="http://schemas.microsoft.com/office/drawing/2014/main" id="{C082CEBC-4C35-485E-B6FC-101B2987B83C}"/>
              </a:ext>
            </a:extLst>
          </p:cNvPr>
          <p:cNvSpPr>
            <a:spLocks noGrp="1"/>
          </p:cNvSpPr>
          <p:nvPr/>
        </p:nvSpPr>
        <p:spPr>
          <a:xfrm>
            <a:off x="1602416" y="3120914"/>
            <a:ext cx="28398" cy="28398"/>
          </a:xfrm>
          <a:prstGeom prst="ellipse">
            <a:avLst/>
          </a:prstGeom>
          <a:solidFill>
            <a:srgbClr val="7F8C97">
              <a:alpha val="48000"/>
            </a:srgbClr>
          </a:solidFill>
          <a:ln w="0">
            <a:noFill/>
            <a:prstDash val="solid"/>
          </a:ln>
        </p:spPr>
      </p:sp>
      <p:sp>
        <p:nvSpPr>
          <p:cNvPr id="820" name="03_assume_matched_6117">
            <a:extLst>
              <a:ext uri="{FF2B5EF4-FFF2-40B4-BE49-F238E27FC236}">
                <a16:creationId xmlns:a16="http://schemas.microsoft.com/office/drawing/2014/main" id="{ED3DFBFB-72B5-4515-A647-9D14C55BAE7C}"/>
              </a:ext>
            </a:extLst>
          </p:cNvPr>
          <p:cNvSpPr>
            <a:spLocks noGrp="1"/>
          </p:cNvSpPr>
          <p:nvPr/>
        </p:nvSpPr>
        <p:spPr>
          <a:xfrm>
            <a:off x="1550177" y="3120914"/>
            <a:ext cx="28398" cy="28398"/>
          </a:xfrm>
          <a:prstGeom prst="ellipse">
            <a:avLst/>
          </a:prstGeom>
          <a:solidFill>
            <a:srgbClr val="7F8C97">
              <a:alpha val="48000"/>
            </a:srgbClr>
          </a:solidFill>
          <a:ln w="0">
            <a:noFill/>
            <a:prstDash val="solid"/>
          </a:ln>
        </p:spPr>
      </p:sp>
      <p:sp>
        <p:nvSpPr>
          <p:cNvPr id="821" name="03_assume_matched_6118">
            <a:extLst>
              <a:ext uri="{FF2B5EF4-FFF2-40B4-BE49-F238E27FC236}">
                <a16:creationId xmlns:a16="http://schemas.microsoft.com/office/drawing/2014/main" id="{776A1CCC-FA7B-4BD9-8913-6F1BC90221F6}"/>
              </a:ext>
            </a:extLst>
          </p:cNvPr>
          <p:cNvSpPr>
            <a:spLocks noGrp="1"/>
          </p:cNvSpPr>
          <p:nvPr/>
        </p:nvSpPr>
        <p:spPr>
          <a:xfrm>
            <a:off x="1582989" y="3120914"/>
            <a:ext cx="28398" cy="28398"/>
          </a:xfrm>
          <a:prstGeom prst="ellipse">
            <a:avLst/>
          </a:prstGeom>
          <a:solidFill>
            <a:srgbClr val="7F8C97">
              <a:alpha val="48000"/>
            </a:srgbClr>
          </a:solidFill>
          <a:ln w="0">
            <a:noFill/>
            <a:prstDash val="solid"/>
          </a:ln>
        </p:spPr>
      </p:sp>
      <p:sp>
        <p:nvSpPr>
          <p:cNvPr id="822" name="03_assume_matched_6119">
            <a:extLst>
              <a:ext uri="{FF2B5EF4-FFF2-40B4-BE49-F238E27FC236}">
                <a16:creationId xmlns:a16="http://schemas.microsoft.com/office/drawing/2014/main" id="{82E4F161-5C8E-4BD8-A80A-7017CBD4467B}"/>
              </a:ext>
            </a:extLst>
          </p:cNvPr>
          <p:cNvSpPr>
            <a:spLocks noGrp="1"/>
          </p:cNvSpPr>
          <p:nvPr/>
        </p:nvSpPr>
        <p:spPr>
          <a:xfrm>
            <a:off x="1482109" y="2886967"/>
            <a:ext cx="28398" cy="28398"/>
          </a:xfrm>
          <a:prstGeom prst="ellipse">
            <a:avLst/>
          </a:prstGeom>
          <a:solidFill>
            <a:srgbClr val="7F8C97">
              <a:alpha val="48000"/>
            </a:srgbClr>
          </a:solidFill>
          <a:ln w="0">
            <a:noFill/>
            <a:prstDash val="solid"/>
          </a:ln>
        </p:spPr>
      </p:sp>
      <p:sp>
        <p:nvSpPr>
          <p:cNvPr id="823" name="03_assume_matched_6120">
            <a:extLst>
              <a:ext uri="{FF2B5EF4-FFF2-40B4-BE49-F238E27FC236}">
                <a16:creationId xmlns:a16="http://schemas.microsoft.com/office/drawing/2014/main" id="{2C93AEA6-D7E2-4790-8020-502FECB5867A}"/>
              </a:ext>
            </a:extLst>
          </p:cNvPr>
          <p:cNvSpPr>
            <a:spLocks noGrp="1"/>
          </p:cNvSpPr>
          <p:nvPr/>
        </p:nvSpPr>
        <p:spPr>
          <a:xfrm>
            <a:off x="1574066" y="3120914"/>
            <a:ext cx="28398" cy="28398"/>
          </a:xfrm>
          <a:prstGeom prst="ellipse">
            <a:avLst/>
          </a:prstGeom>
          <a:solidFill>
            <a:srgbClr val="7F8C97">
              <a:alpha val="48000"/>
            </a:srgbClr>
          </a:solidFill>
          <a:ln w="0">
            <a:noFill/>
            <a:prstDash val="solid"/>
          </a:ln>
        </p:spPr>
      </p:sp>
      <p:sp>
        <p:nvSpPr>
          <p:cNvPr id="824" name="03_assume_matched_6121">
            <a:extLst>
              <a:ext uri="{FF2B5EF4-FFF2-40B4-BE49-F238E27FC236}">
                <a16:creationId xmlns:a16="http://schemas.microsoft.com/office/drawing/2014/main" id="{3302A162-24D2-4813-BDA3-C4543A110089}"/>
              </a:ext>
            </a:extLst>
          </p:cNvPr>
          <p:cNvSpPr>
            <a:spLocks noGrp="1"/>
          </p:cNvSpPr>
          <p:nvPr/>
        </p:nvSpPr>
        <p:spPr>
          <a:xfrm>
            <a:off x="1553200" y="3120914"/>
            <a:ext cx="28398" cy="28398"/>
          </a:xfrm>
          <a:prstGeom prst="ellipse">
            <a:avLst/>
          </a:prstGeom>
          <a:solidFill>
            <a:srgbClr val="7F8C97">
              <a:alpha val="48000"/>
            </a:srgbClr>
          </a:solidFill>
          <a:ln w="0">
            <a:noFill/>
            <a:prstDash val="solid"/>
          </a:ln>
        </p:spPr>
      </p:sp>
      <p:sp>
        <p:nvSpPr>
          <p:cNvPr id="825" name="03_assume_matched_6122">
            <a:extLst>
              <a:ext uri="{FF2B5EF4-FFF2-40B4-BE49-F238E27FC236}">
                <a16:creationId xmlns:a16="http://schemas.microsoft.com/office/drawing/2014/main" id="{27B450BC-2E5E-476F-AE3B-2406E37C79FB}"/>
              </a:ext>
            </a:extLst>
          </p:cNvPr>
          <p:cNvSpPr>
            <a:spLocks noGrp="1"/>
          </p:cNvSpPr>
          <p:nvPr/>
        </p:nvSpPr>
        <p:spPr>
          <a:xfrm>
            <a:off x="1461817" y="2536045"/>
            <a:ext cx="28398" cy="28398"/>
          </a:xfrm>
          <a:prstGeom prst="ellipse">
            <a:avLst/>
          </a:prstGeom>
          <a:solidFill>
            <a:srgbClr val="7F8C97">
              <a:alpha val="48000"/>
            </a:srgbClr>
          </a:solidFill>
          <a:ln w="0">
            <a:noFill/>
            <a:prstDash val="solid"/>
          </a:ln>
        </p:spPr>
      </p:sp>
      <p:sp>
        <p:nvSpPr>
          <p:cNvPr id="826" name="03_assume_matched_6123">
            <a:extLst>
              <a:ext uri="{FF2B5EF4-FFF2-40B4-BE49-F238E27FC236}">
                <a16:creationId xmlns:a16="http://schemas.microsoft.com/office/drawing/2014/main" id="{2BE3F36D-2D2E-4D9E-A9BE-812BA955BBB7}"/>
              </a:ext>
            </a:extLst>
          </p:cNvPr>
          <p:cNvSpPr>
            <a:spLocks noGrp="1"/>
          </p:cNvSpPr>
          <p:nvPr/>
        </p:nvSpPr>
        <p:spPr>
          <a:xfrm>
            <a:off x="1521108" y="3120914"/>
            <a:ext cx="28398" cy="28398"/>
          </a:xfrm>
          <a:prstGeom prst="ellipse">
            <a:avLst/>
          </a:prstGeom>
          <a:solidFill>
            <a:srgbClr val="7F8C97">
              <a:alpha val="48000"/>
            </a:srgbClr>
          </a:solidFill>
          <a:ln w="0">
            <a:noFill/>
            <a:prstDash val="solid"/>
          </a:ln>
        </p:spPr>
      </p:sp>
      <p:sp>
        <p:nvSpPr>
          <p:cNvPr id="827" name="03_assume_matched_6124">
            <a:extLst>
              <a:ext uri="{FF2B5EF4-FFF2-40B4-BE49-F238E27FC236}">
                <a16:creationId xmlns:a16="http://schemas.microsoft.com/office/drawing/2014/main" id="{83715FFD-099E-4A12-9B39-1CC92FDD49D4}"/>
              </a:ext>
            </a:extLst>
          </p:cNvPr>
          <p:cNvSpPr>
            <a:spLocks noGrp="1"/>
          </p:cNvSpPr>
          <p:nvPr/>
        </p:nvSpPr>
        <p:spPr>
          <a:xfrm>
            <a:off x="1503263" y="3120914"/>
            <a:ext cx="28398" cy="28398"/>
          </a:xfrm>
          <a:prstGeom prst="ellipse">
            <a:avLst/>
          </a:prstGeom>
          <a:solidFill>
            <a:srgbClr val="7F8C97">
              <a:alpha val="48000"/>
            </a:srgbClr>
          </a:solidFill>
          <a:ln w="0">
            <a:noFill/>
            <a:prstDash val="solid"/>
          </a:ln>
        </p:spPr>
      </p:sp>
      <p:sp>
        <p:nvSpPr>
          <p:cNvPr id="828" name="03_assume_matched_6125">
            <a:extLst>
              <a:ext uri="{FF2B5EF4-FFF2-40B4-BE49-F238E27FC236}">
                <a16:creationId xmlns:a16="http://schemas.microsoft.com/office/drawing/2014/main" id="{665CF049-C257-43E2-99C6-C982FC1E01BB}"/>
              </a:ext>
            </a:extLst>
          </p:cNvPr>
          <p:cNvSpPr>
            <a:spLocks noGrp="1"/>
          </p:cNvSpPr>
          <p:nvPr/>
        </p:nvSpPr>
        <p:spPr>
          <a:xfrm>
            <a:off x="1535499" y="2731002"/>
            <a:ext cx="28398" cy="28398"/>
          </a:xfrm>
          <a:prstGeom prst="ellipse">
            <a:avLst/>
          </a:prstGeom>
          <a:solidFill>
            <a:srgbClr val="7F8C97">
              <a:alpha val="48000"/>
            </a:srgbClr>
          </a:solidFill>
          <a:ln w="0">
            <a:noFill/>
            <a:prstDash val="solid"/>
          </a:ln>
        </p:spPr>
      </p:sp>
      <p:sp>
        <p:nvSpPr>
          <p:cNvPr id="829" name="03_assume_matched_6126">
            <a:extLst>
              <a:ext uri="{FF2B5EF4-FFF2-40B4-BE49-F238E27FC236}">
                <a16:creationId xmlns:a16="http://schemas.microsoft.com/office/drawing/2014/main" id="{948DB4F9-9A5B-4F48-A601-691D19A53930}"/>
              </a:ext>
            </a:extLst>
          </p:cNvPr>
          <p:cNvSpPr>
            <a:spLocks noGrp="1"/>
          </p:cNvSpPr>
          <p:nvPr/>
        </p:nvSpPr>
        <p:spPr>
          <a:xfrm>
            <a:off x="1517366" y="3023436"/>
            <a:ext cx="28398" cy="28398"/>
          </a:xfrm>
          <a:prstGeom prst="ellipse">
            <a:avLst/>
          </a:prstGeom>
          <a:solidFill>
            <a:srgbClr val="7F8C97">
              <a:alpha val="48000"/>
            </a:srgbClr>
          </a:solidFill>
          <a:ln w="0">
            <a:noFill/>
            <a:prstDash val="solid"/>
          </a:ln>
        </p:spPr>
      </p:sp>
      <p:sp>
        <p:nvSpPr>
          <p:cNvPr id="830" name="03_assume_matched_6127">
            <a:extLst>
              <a:ext uri="{FF2B5EF4-FFF2-40B4-BE49-F238E27FC236}">
                <a16:creationId xmlns:a16="http://schemas.microsoft.com/office/drawing/2014/main" id="{D8D9D193-2F15-4299-A677-35088B7F7659}"/>
              </a:ext>
            </a:extLst>
          </p:cNvPr>
          <p:cNvSpPr>
            <a:spLocks noGrp="1"/>
          </p:cNvSpPr>
          <p:nvPr/>
        </p:nvSpPr>
        <p:spPr>
          <a:xfrm>
            <a:off x="1579535" y="3120914"/>
            <a:ext cx="28398" cy="28398"/>
          </a:xfrm>
          <a:prstGeom prst="ellipse">
            <a:avLst/>
          </a:prstGeom>
          <a:solidFill>
            <a:srgbClr val="7F8C97">
              <a:alpha val="48000"/>
            </a:srgbClr>
          </a:solidFill>
          <a:ln w="0">
            <a:noFill/>
            <a:prstDash val="solid"/>
          </a:ln>
        </p:spPr>
      </p:sp>
      <p:sp>
        <p:nvSpPr>
          <p:cNvPr id="831" name="03_assume_matched_6128">
            <a:extLst>
              <a:ext uri="{FF2B5EF4-FFF2-40B4-BE49-F238E27FC236}">
                <a16:creationId xmlns:a16="http://schemas.microsoft.com/office/drawing/2014/main" id="{A5D8EAC6-898D-4C08-AB85-4E075FB45A4A}"/>
              </a:ext>
            </a:extLst>
          </p:cNvPr>
          <p:cNvSpPr>
            <a:spLocks noGrp="1"/>
          </p:cNvSpPr>
          <p:nvPr/>
        </p:nvSpPr>
        <p:spPr>
          <a:xfrm>
            <a:off x="1477647" y="2769993"/>
            <a:ext cx="28398" cy="28398"/>
          </a:xfrm>
          <a:prstGeom prst="ellipse">
            <a:avLst/>
          </a:prstGeom>
          <a:solidFill>
            <a:srgbClr val="7F8C97">
              <a:alpha val="48000"/>
            </a:srgbClr>
          </a:solidFill>
          <a:ln w="0">
            <a:noFill/>
            <a:prstDash val="solid"/>
          </a:ln>
        </p:spPr>
      </p:sp>
      <p:sp>
        <p:nvSpPr>
          <p:cNvPr id="832" name="03_assume_matched_6129">
            <a:extLst>
              <a:ext uri="{FF2B5EF4-FFF2-40B4-BE49-F238E27FC236}">
                <a16:creationId xmlns:a16="http://schemas.microsoft.com/office/drawing/2014/main" id="{1C0C6442-8D4F-47BA-8750-5D0C1A0FE66D}"/>
              </a:ext>
            </a:extLst>
          </p:cNvPr>
          <p:cNvSpPr>
            <a:spLocks noGrp="1"/>
          </p:cNvSpPr>
          <p:nvPr/>
        </p:nvSpPr>
        <p:spPr>
          <a:xfrm>
            <a:off x="1484267" y="3120914"/>
            <a:ext cx="28398" cy="28398"/>
          </a:xfrm>
          <a:prstGeom prst="ellipse">
            <a:avLst/>
          </a:prstGeom>
          <a:solidFill>
            <a:srgbClr val="7F8C97">
              <a:alpha val="48000"/>
            </a:srgbClr>
          </a:solidFill>
          <a:ln w="0">
            <a:noFill/>
            <a:prstDash val="solid"/>
          </a:ln>
        </p:spPr>
      </p:sp>
      <p:sp>
        <p:nvSpPr>
          <p:cNvPr id="833" name="03_assume_matched_6130">
            <a:extLst>
              <a:ext uri="{FF2B5EF4-FFF2-40B4-BE49-F238E27FC236}">
                <a16:creationId xmlns:a16="http://schemas.microsoft.com/office/drawing/2014/main" id="{C883844F-E3BB-4F2A-AE67-39D76F823D3F}"/>
              </a:ext>
            </a:extLst>
          </p:cNvPr>
          <p:cNvSpPr>
            <a:spLocks noGrp="1"/>
          </p:cNvSpPr>
          <p:nvPr/>
        </p:nvSpPr>
        <p:spPr>
          <a:xfrm>
            <a:off x="1544133" y="2536045"/>
            <a:ext cx="28398" cy="28398"/>
          </a:xfrm>
          <a:prstGeom prst="ellipse">
            <a:avLst/>
          </a:prstGeom>
          <a:solidFill>
            <a:srgbClr val="7F8C97">
              <a:alpha val="48000"/>
            </a:srgbClr>
          </a:solidFill>
          <a:ln w="0">
            <a:noFill/>
            <a:prstDash val="solid"/>
          </a:ln>
        </p:spPr>
      </p:sp>
      <p:sp>
        <p:nvSpPr>
          <p:cNvPr id="834" name="03_assume_matched_6131">
            <a:extLst>
              <a:ext uri="{FF2B5EF4-FFF2-40B4-BE49-F238E27FC236}">
                <a16:creationId xmlns:a16="http://schemas.microsoft.com/office/drawing/2014/main" id="{9DAC109F-F022-498A-992C-C9F36E92E9F3}"/>
              </a:ext>
            </a:extLst>
          </p:cNvPr>
          <p:cNvSpPr>
            <a:spLocks noGrp="1"/>
          </p:cNvSpPr>
          <p:nvPr/>
        </p:nvSpPr>
        <p:spPr>
          <a:xfrm>
            <a:off x="1542838" y="2536045"/>
            <a:ext cx="28398" cy="28398"/>
          </a:xfrm>
          <a:prstGeom prst="ellipse">
            <a:avLst/>
          </a:prstGeom>
          <a:solidFill>
            <a:srgbClr val="7F8C97">
              <a:alpha val="48000"/>
            </a:srgbClr>
          </a:solidFill>
          <a:ln w="0">
            <a:noFill/>
            <a:prstDash val="solid"/>
          </a:ln>
        </p:spPr>
      </p:sp>
      <p:sp>
        <p:nvSpPr>
          <p:cNvPr id="835" name="03_assume_matched_6132">
            <a:extLst>
              <a:ext uri="{FF2B5EF4-FFF2-40B4-BE49-F238E27FC236}">
                <a16:creationId xmlns:a16="http://schemas.microsoft.com/office/drawing/2014/main" id="{4E0DB550-A0E2-4554-AE51-94F2181A0910}"/>
              </a:ext>
            </a:extLst>
          </p:cNvPr>
          <p:cNvSpPr>
            <a:spLocks noGrp="1"/>
          </p:cNvSpPr>
          <p:nvPr/>
        </p:nvSpPr>
        <p:spPr>
          <a:xfrm>
            <a:off x="1589609" y="3120914"/>
            <a:ext cx="28398" cy="28398"/>
          </a:xfrm>
          <a:prstGeom prst="ellipse">
            <a:avLst/>
          </a:prstGeom>
          <a:solidFill>
            <a:srgbClr val="7F8C97">
              <a:alpha val="48000"/>
            </a:srgbClr>
          </a:solidFill>
          <a:ln w="0">
            <a:noFill/>
            <a:prstDash val="solid"/>
          </a:ln>
        </p:spPr>
      </p:sp>
      <p:sp>
        <p:nvSpPr>
          <p:cNvPr id="836" name="03_assume_matched_6133">
            <a:extLst>
              <a:ext uri="{FF2B5EF4-FFF2-40B4-BE49-F238E27FC236}">
                <a16:creationId xmlns:a16="http://schemas.microsoft.com/office/drawing/2014/main" id="{98A34C1C-0A41-405D-8C78-2B5D28A879BC}"/>
              </a:ext>
            </a:extLst>
          </p:cNvPr>
          <p:cNvSpPr>
            <a:spLocks noGrp="1"/>
          </p:cNvSpPr>
          <p:nvPr/>
        </p:nvSpPr>
        <p:spPr>
          <a:xfrm>
            <a:off x="1567878" y="3120914"/>
            <a:ext cx="28398" cy="28398"/>
          </a:xfrm>
          <a:prstGeom prst="ellipse">
            <a:avLst/>
          </a:prstGeom>
          <a:solidFill>
            <a:srgbClr val="7F8C97">
              <a:alpha val="48000"/>
            </a:srgbClr>
          </a:solidFill>
          <a:ln w="0">
            <a:noFill/>
            <a:prstDash val="solid"/>
          </a:ln>
        </p:spPr>
      </p:sp>
      <p:sp>
        <p:nvSpPr>
          <p:cNvPr id="837" name="03_assume_matched_6134">
            <a:extLst>
              <a:ext uri="{FF2B5EF4-FFF2-40B4-BE49-F238E27FC236}">
                <a16:creationId xmlns:a16="http://schemas.microsoft.com/office/drawing/2014/main" id="{DC047BD4-C46D-4FE1-B522-00840CD3359C}"/>
              </a:ext>
            </a:extLst>
          </p:cNvPr>
          <p:cNvSpPr>
            <a:spLocks noGrp="1"/>
          </p:cNvSpPr>
          <p:nvPr/>
        </p:nvSpPr>
        <p:spPr>
          <a:xfrm>
            <a:off x="1499953" y="3120914"/>
            <a:ext cx="28398" cy="28398"/>
          </a:xfrm>
          <a:prstGeom prst="ellipse">
            <a:avLst/>
          </a:prstGeom>
          <a:solidFill>
            <a:srgbClr val="7F8C97">
              <a:alpha val="48000"/>
            </a:srgbClr>
          </a:solidFill>
          <a:ln w="0">
            <a:noFill/>
            <a:prstDash val="solid"/>
          </a:ln>
        </p:spPr>
      </p:sp>
      <p:sp>
        <p:nvSpPr>
          <p:cNvPr id="838" name="03_assume_matched_6135">
            <a:extLst>
              <a:ext uri="{FF2B5EF4-FFF2-40B4-BE49-F238E27FC236}">
                <a16:creationId xmlns:a16="http://schemas.microsoft.com/office/drawing/2014/main" id="{B43BACF6-690A-4726-B235-65C08B556D2E}"/>
              </a:ext>
            </a:extLst>
          </p:cNvPr>
          <p:cNvSpPr>
            <a:spLocks noGrp="1"/>
          </p:cNvSpPr>
          <p:nvPr/>
        </p:nvSpPr>
        <p:spPr>
          <a:xfrm>
            <a:off x="1570756" y="3120914"/>
            <a:ext cx="28398" cy="28398"/>
          </a:xfrm>
          <a:prstGeom prst="ellipse">
            <a:avLst/>
          </a:prstGeom>
          <a:solidFill>
            <a:srgbClr val="7F8C97">
              <a:alpha val="48000"/>
            </a:srgbClr>
          </a:solidFill>
          <a:ln w="0">
            <a:noFill/>
            <a:prstDash val="solid"/>
          </a:ln>
        </p:spPr>
      </p:sp>
      <p:sp>
        <p:nvSpPr>
          <p:cNvPr id="839" name="03_assume_matched_6136">
            <a:extLst>
              <a:ext uri="{FF2B5EF4-FFF2-40B4-BE49-F238E27FC236}">
                <a16:creationId xmlns:a16="http://schemas.microsoft.com/office/drawing/2014/main" id="{CC6EAE0C-10DB-4476-9BD8-395FC8A255DF}"/>
              </a:ext>
            </a:extLst>
          </p:cNvPr>
          <p:cNvSpPr>
            <a:spLocks noGrp="1"/>
          </p:cNvSpPr>
          <p:nvPr/>
        </p:nvSpPr>
        <p:spPr>
          <a:xfrm>
            <a:off x="1559100" y="3120914"/>
            <a:ext cx="28398" cy="28398"/>
          </a:xfrm>
          <a:prstGeom prst="ellipse">
            <a:avLst/>
          </a:prstGeom>
          <a:solidFill>
            <a:srgbClr val="7F8C97">
              <a:alpha val="48000"/>
            </a:srgbClr>
          </a:solidFill>
          <a:ln w="0">
            <a:noFill/>
            <a:prstDash val="solid"/>
          </a:ln>
        </p:spPr>
      </p:sp>
      <p:sp>
        <p:nvSpPr>
          <p:cNvPr id="840" name="03_assume_matched_6137">
            <a:extLst>
              <a:ext uri="{FF2B5EF4-FFF2-40B4-BE49-F238E27FC236}">
                <a16:creationId xmlns:a16="http://schemas.microsoft.com/office/drawing/2014/main" id="{CE14B900-1DE4-46A0-8E0E-F1379085A880}"/>
              </a:ext>
            </a:extLst>
          </p:cNvPr>
          <p:cNvSpPr>
            <a:spLocks noGrp="1"/>
          </p:cNvSpPr>
          <p:nvPr/>
        </p:nvSpPr>
        <p:spPr>
          <a:xfrm>
            <a:off x="1565288" y="3120914"/>
            <a:ext cx="28398" cy="28398"/>
          </a:xfrm>
          <a:prstGeom prst="ellipse">
            <a:avLst/>
          </a:prstGeom>
          <a:solidFill>
            <a:srgbClr val="7F8C97">
              <a:alpha val="48000"/>
            </a:srgbClr>
          </a:solidFill>
          <a:ln w="0">
            <a:noFill/>
            <a:prstDash val="solid"/>
          </a:ln>
        </p:spPr>
      </p:sp>
      <p:sp>
        <p:nvSpPr>
          <p:cNvPr id="841" name="03_assume_matched_6138">
            <a:extLst>
              <a:ext uri="{FF2B5EF4-FFF2-40B4-BE49-F238E27FC236}">
                <a16:creationId xmlns:a16="http://schemas.microsoft.com/office/drawing/2014/main" id="{5746CBBA-7D77-4F74-8DC1-E4CD596DF7D4}"/>
              </a:ext>
            </a:extLst>
          </p:cNvPr>
          <p:cNvSpPr>
            <a:spLocks noGrp="1"/>
          </p:cNvSpPr>
          <p:nvPr/>
        </p:nvSpPr>
        <p:spPr>
          <a:xfrm>
            <a:off x="1578671" y="3120914"/>
            <a:ext cx="28398" cy="28398"/>
          </a:xfrm>
          <a:prstGeom prst="ellipse">
            <a:avLst/>
          </a:prstGeom>
          <a:solidFill>
            <a:srgbClr val="7F8C97">
              <a:alpha val="48000"/>
            </a:srgbClr>
          </a:solidFill>
          <a:ln w="0">
            <a:noFill/>
            <a:prstDash val="solid"/>
          </a:ln>
        </p:spPr>
      </p:sp>
      <p:sp>
        <p:nvSpPr>
          <p:cNvPr id="842" name="03_assume_matched_6139">
            <a:extLst>
              <a:ext uri="{FF2B5EF4-FFF2-40B4-BE49-F238E27FC236}">
                <a16:creationId xmlns:a16="http://schemas.microsoft.com/office/drawing/2014/main" id="{FA37CA96-4E7F-4757-B170-238A9E41266F}"/>
              </a:ext>
            </a:extLst>
          </p:cNvPr>
          <p:cNvSpPr>
            <a:spLocks noGrp="1"/>
          </p:cNvSpPr>
          <p:nvPr/>
        </p:nvSpPr>
        <p:spPr>
          <a:xfrm>
            <a:off x="1487289" y="2536045"/>
            <a:ext cx="28398" cy="28398"/>
          </a:xfrm>
          <a:prstGeom prst="ellipse">
            <a:avLst/>
          </a:prstGeom>
          <a:solidFill>
            <a:srgbClr val="7F8C97">
              <a:alpha val="48000"/>
            </a:srgbClr>
          </a:solidFill>
          <a:ln w="0">
            <a:noFill/>
            <a:prstDash val="solid"/>
          </a:ln>
        </p:spPr>
      </p:sp>
      <p:sp>
        <p:nvSpPr>
          <p:cNvPr id="843" name="03_assume_matched_6140">
            <a:extLst>
              <a:ext uri="{FF2B5EF4-FFF2-40B4-BE49-F238E27FC236}">
                <a16:creationId xmlns:a16="http://schemas.microsoft.com/office/drawing/2014/main" id="{DB25031C-3B13-4749-BC60-9829342AC043}"/>
              </a:ext>
            </a:extLst>
          </p:cNvPr>
          <p:cNvSpPr>
            <a:spLocks noGrp="1"/>
          </p:cNvSpPr>
          <p:nvPr/>
        </p:nvSpPr>
        <p:spPr>
          <a:xfrm>
            <a:off x="1476496" y="3023436"/>
            <a:ext cx="28398" cy="28398"/>
          </a:xfrm>
          <a:prstGeom prst="ellipse">
            <a:avLst/>
          </a:prstGeom>
          <a:solidFill>
            <a:srgbClr val="7F8C97">
              <a:alpha val="48000"/>
            </a:srgbClr>
          </a:solidFill>
          <a:ln w="0">
            <a:noFill/>
            <a:prstDash val="solid"/>
          </a:ln>
        </p:spPr>
      </p:sp>
      <p:sp>
        <p:nvSpPr>
          <p:cNvPr id="844" name="03_assume_matched_6141">
            <a:extLst>
              <a:ext uri="{FF2B5EF4-FFF2-40B4-BE49-F238E27FC236}">
                <a16:creationId xmlns:a16="http://schemas.microsoft.com/office/drawing/2014/main" id="{8E6D47E6-B1F4-4876-8329-09AD41CF1157}"/>
              </a:ext>
            </a:extLst>
          </p:cNvPr>
          <p:cNvSpPr>
            <a:spLocks noGrp="1"/>
          </p:cNvSpPr>
          <p:nvPr/>
        </p:nvSpPr>
        <p:spPr>
          <a:xfrm>
            <a:off x="1559388" y="2974697"/>
            <a:ext cx="28398" cy="28398"/>
          </a:xfrm>
          <a:prstGeom prst="ellipse">
            <a:avLst/>
          </a:prstGeom>
          <a:solidFill>
            <a:srgbClr val="7F8C97">
              <a:alpha val="48000"/>
            </a:srgbClr>
          </a:solidFill>
          <a:ln w="0">
            <a:noFill/>
            <a:prstDash val="solid"/>
          </a:ln>
        </p:spPr>
      </p:sp>
      <p:sp>
        <p:nvSpPr>
          <p:cNvPr id="845" name="03_assume_matched_6142">
            <a:extLst>
              <a:ext uri="{FF2B5EF4-FFF2-40B4-BE49-F238E27FC236}">
                <a16:creationId xmlns:a16="http://schemas.microsoft.com/office/drawing/2014/main" id="{113DC4E6-7B9C-4463-BAA8-07DA230F1F80}"/>
              </a:ext>
            </a:extLst>
          </p:cNvPr>
          <p:cNvSpPr>
            <a:spLocks noGrp="1"/>
          </p:cNvSpPr>
          <p:nvPr/>
        </p:nvSpPr>
        <p:spPr>
          <a:xfrm>
            <a:off x="1596516" y="3079138"/>
            <a:ext cx="28398" cy="28398"/>
          </a:xfrm>
          <a:prstGeom prst="ellipse">
            <a:avLst/>
          </a:prstGeom>
          <a:solidFill>
            <a:srgbClr val="7F8C97">
              <a:alpha val="48000"/>
            </a:srgbClr>
          </a:solidFill>
          <a:ln w="0">
            <a:noFill/>
            <a:prstDash val="solid"/>
          </a:ln>
        </p:spPr>
      </p:sp>
      <p:sp>
        <p:nvSpPr>
          <p:cNvPr id="846" name="03_assume_matched_6143">
            <a:extLst>
              <a:ext uri="{FF2B5EF4-FFF2-40B4-BE49-F238E27FC236}">
                <a16:creationId xmlns:a16="http://schemas.microsoft.com/office/drawing/2014/main" id="{40793A1D-8283-41EA-ACFB-7DC9AAEFD00F}"/>
              </a:ext>
            </a:extLst>
          </p:cNvPr>
          <p:cNvSpPr>
            <a:spLocks noGrp="1"/>
          </p:cNvSpPr>
          <p:nvPr/>
        </p:nvSpPr>
        <p:spPr>
          <a:xfrm>
            <a:off x="1602704" y="2633523"/>
            <a:ext cx="28398" cy="28398"/>
          </a:xfrm>
          <a:prstGeom prst="ellipse">
            <a:avLst/>
          </a:prstGeom>
          <a:solidFill>
            <a:srgbClr val="7F8C97">
              <a:alpha val="48000"/>
            </a:srgbClr>
          </a:solidFill>
          <a:ln w="0">
            <a:noFill/>
            <a:prstDash val="solid"/>
          </a:ln>
        </p:spPr>
      </p:sp>
      <p:sp>
        <p:nvSpPr>
          <p:cNvPr id="847" name="03_assume_matched_6144">
            <a:extLst>
              <a:ext uri="{FF2B5EF4-FFF2-40B4-BE49-F238E27FC236}">
                <a16:creationId xmlns:a16="http://schemas.microsoft.com/office/drawing/2014/main" id="{5F7BFE96-9F89-4B9E-9177-524B8D99A411}"/>
              </a:ext>
            </a:extLst>
          </p:cNvPr>
          <p:cNvSpPr>
            <a:spLocks noGrp="1"/>
          </p:cNvSpPr>
          <p:nvPr/>
        </p:nvSpPr>
        <p:spPr>
          <a:xfrm>
            <a:off x="1513769" y="3120914"/>
            <a:ext cx="28398" cy="28398"/>
          </a:xfrm>
          <a:prstGeom prst="ellipse">
            <a:avLst/>
          </a:prstGeom>
          <a:solidFill>
            <a:srgbClr val="7F8C97">
              <a:alpha val="48000"/>
            </a:srgbClr>
          </a:solidFill>
          <a:ln w="0">
            <a:noFill/>
            <a:prstDash val="solid"/>
          </a:ln>
        </p:spPr>
      </p:sp>
      <p:sp>
        <p:nvSpPr>
          <p:cNvPr id="848" name="03_assume_matched_6145">
            <a:extLst>
              <a:ext uri="{FF2B5EF4-FFF2-40B4-BE49-F238E27FC236}">
                <a16:creationId xmlns:a16="http://schemas.microsoft.com/office/drawing/2014/main" id="{37F3ED23-0F08-4BA3-9F07-EEC900780527}"/>
              </a:ext>
            </a:extLst>
          </p:cNvPr>
          <p:cNvSpPr>
            <a:spLocks noGrp="1"/>
          </p:cNvSpPr>
          <p:nvPr/>
        </p:nvSpPr>
        <p:spPr>
          <a:xfrm>
            <a:off x="1566583" y="2925958"/>
            <a:ext cx="28398" cy="28398"/>
          </a:xfrm>
          <a:prstGeom prst="ellipse">
            <a:avLst/>
          </a:prstGeom>
          <a:solidFill>
            <a:srgbClr val="7F8C97">
              <a:alpha val="48000"/>
            </a:srgbClr>
          </a:solidFill>
          <a:ln w="0">
            <a:noFill/>
            <a:prstDash val="solid"/>
          </a:ln>
        </p:spPr>
      </p:sp>
      <p:sp>
        <p:nvSpPr>
          <p:cNvPr id="849" name="03_assume_matched_6146">
            <a:extLst>
              <a:ext uri="{FF2B5EF4-FFF2-40B4-BE49-F238E27FC236}">
                <a16:creationId xmlns:a16="http://schemas.microsoft.com/office/drawing/2014/main" id="{92405477-532E-4F9B-AA41-9CFA2F214DCF}"/>
              </a:ext>
            </a:extLst>
          </p:cNvPr>
          <p:cNvSpPr>
            <a:spLocks noGrp="1"/>
          </p:cNvSpPr>
          <p:nvPr/>
        </p:nvSpPr>
        <p:spPr>
          <a:xfrm>
            <a:off x="1577520" y="2536045"/>
            <a:ext cx="28398" cy="28398"/>
          </a:xfrm>
          <a:prstGeom prst="ellipse">
            <a:avLst/>
          </a:prstGeom>
          <a:solidFill>
            <a:srgbClr val="7F8C97">
              <a:alpha val="48000"/>
            </a:srgbClr>
          </a:solidFill>
          <a:ln w="0">
            <a:noFill/>
            <a:prstDash val="solid"/>
          </a:ln>
        </p:spPr>
      </p:sp>
      <p:sp>
        <p:nvSpPr>
          <p:cNvPr id="850" name="03_assume_matched_6147">
            <a:extLst>
              <a:ext uri="{FF2B5EF4-FFF2-40B4-BE49-F238E27FC236}">
                <a16:creationId xmlns:a16="http://schemas.microsoft.com/office/drawing/2014/main" id="{0763779B-0138-43E1-A881-8FCEFEDD520E}"/>
              </a:ext>
            </a:extLst>
          </p:cNvPr>
          <p:cNvSpPr>
            <a:spLocks noGrp="1"/>
          </p:cNvSpPr>
          <p:nvPr/>
        </p:nvSpPr>
        <p:spPr>
          <a:xfrm>
            <a:off x="1594933" y="2536045"/>
            <a:ext cx="28398" cy="28398"/>
          </a:xfrm>
          <a:prstGeom prst="ellipse">
            <a:avLst/>
          </a:prstGeom>
          <a:solidFill>
            <a:srgbClr val="7F8C97">
              <a:alpha val="48000"/>
            </a:srgbClr>
          </a:solidFill>
          <a:ln w="0">
            <a:noFill/>
            <a:prstDash val="solid"/>
          </a:ln>
        </p:spPr>
      </p:sp>
      <p:sp>
        <p:nvSpPr>
          <p:cNvPr id="851" name="03_assume_matched_6148">
            <a:extLst>
              <a:ext uri="{FF2B5EF4-FFF2-40B4-BE49-F238E27FC236}">
                <a16:creationId xmlns:a16="http://schemas.microsoft.com/office/drawing/2014/main" id="{9C411A9D-CB1D-4B63-BB0E-7CA965D5E9D2}"/>
              </a:ext>
            </a:extLst>
          </p:cNvPr>
          <p:cNvSpPr>
            <a:spLocks noGrp="1"/>
          </p:cNvSpPr>
          <p:nvPr/>
        </p:nvSpPr>
        <p:spPr>
          <a:xfrm>
            <a:off x="1579679" y="2536045"/>
            <a:ext cx="28398" cy="28398"/>
          </a:xfrm>
          <a:prstGeom prst="ellipse">
            <a:avLst/>
          </a:prstGeom>
          <a:solidFill>
            <a:srgbClr val="7F8C97">
              <a:alpha val="48000"/>
            </a:srgbClr>
          </a:solidFill>
          <a:ln w="0">
            <a:noFill/>
            <a:prstDash val="solid"/>
          </a:ln>
        </p:spPr>
      </p:sp>
      <p:sp>
        <p:nvSpPr>
          <p:cNvPr id="852" name="03_assume_matched_6149">
            <a:extLst>
              <a:ext uri="{FF2B5EF4-FFF2-40B4-BE49-F238E27FC236}">
                <a16:creationId xmlns:a16="http://schemas.microsoft.com/office/drawing/2014/main" id="{CE4C5C35-FF07-4BF3-B747-762DCD2AF8C6}"/>
              </a:ext>
            </a:extLst>
          </p:cNvPr>
          <p:cNvSpPr>
            <a:spLocks noGrp="1"/>
          </p:cNvSpPr>
          <p:nvPr/>
        </p:nvSpPr>
        <p:spPr>
          <a:xfrm>
            <a:off x="1557949" y="3120914"/>
            <a:ext cx="28398" cy="28398"/>
          </a:xfrm>
          <a:prstGeom prst="ellipse">
            <a:avLst/>
          </a:prstGeom>
          <a:solidFill>
            <a:srgbClr val="7F8C97">
              <a:alpha val="48000"/>
            </a:srgbClr>
          </a:solidFill>
          <a:ln w="0">
            <a:noFill/>
            <a:prstDash val="solid"/>
          </a:ln>
        </p:spPr>
      </p:sp>
      <p:sp>
        <p:nvSpPr>
          <p:cNvPr id="853" name="03_assume_matched_6150">
            <a:extLst>
              <a:ext uri="{FF2B5EF4-FFF2-40B4-BE49-F238E27FC236}">
                <a16:creationId xmlns:a16="http://schemas.microsoft.com/office/drawing/2014/main" id="{5ADFE8B5-650F-4A70-8E03-4BC92E7B13C3}"/>
              </a:ext>
            </a:extLst>
          </p:cNvPr>
          <p:cNvSpPr>
            <a:spLocks noGrp="1"/>
          </p:cNvSpPr>
          <p:nvPr/>
        </p:nvSpPr>
        <p:spPr>
          <a:xfrm>
            <a:off x="1469732" y="2536045"/>
            <a:ext cx="28398" cy="28398"/>
          </a:xfrm>
          <a:prstGeom prst="ellipse">
            <a:avLst/>
          </a:prstGeom>
          <a:solidFill>
            <a:srgbClr val="7F8C97">
              <a:alpha val="48000"/>
            </a:srgbClr>
          </a:solidFill>
          <a:ln w="0">
            <a:noFill/>
            <a:prstDash val="solid"/>
          </a:ln>
        </p:spPr>
      </p:sp>
      <p:sp>
        <p:nvSpPr>
          <p:cNvPr id="854" name="03_assume_matched_6151">
            <a:extLst>
              <a:ext uri="{FF2B5EF4-FFF2-40B4-BE49-F238E27FC236}">
                <a16:creationId xmlns:a16="http://schemas.microsoft.com/office/drawing/2014/main" id="{8BAF022F-95FF-4EDA-AA8B-DA5BBC4C3C4E}"/>
              </a:ext>
            </a:extLst>
          </p:cNvPr>
          <p:cNvSpPr>
            <a:spLocks noGrp="1"/>
          </p:cNvSpPr>
          <p:nvPr/>
        </p:nvSpPr>
        <p:spPr>
          <a:xfrm>
            <a:off x="1483692" y="3120914"/>
            <a:ext cx="28398" cy="28398"/>
          </a:xfrm>
          <a:prstGeom prst="ellipse">
            <a:avLst/>
          </a:prstGeom>
          <a:solidFill>
            <a:srgbClr val="7F8C97">
              <a:alpha val="48000"/>
            </a:srgbClr>
          </a:solidFill>
          <a:ln w="0">
            <a:noFill/>
            <a:prstDash val="solid"/>
          </a:ln>
        </p:spPr>
      </p:sp>
      <p:sp>
        <p:nvSpPr>
          <p:cNvPr id="855" name="03_assume_matched_6152">
            <a:extLst>
              <a:ext uri="{FF2B5EF4-FFF2-40B4-BE49-F238E27FC236}">
                <a16:creationId xmlns:a16="http://schemas.microsoft.com/office/drawing/2014/main" id="{5A94E5A1-EBE0-4B4B-A591-DCA2E2C732AB}"/>
              </a:ext>
            </a:extLst>
          </p:cNvPr>
          <p:cNvSpPr>
            <a:spLocks noGrp="1"/>
          </p:cNvSpPr>
          <p:nvPr/>
        </p:nvSpPr>
        <p:spPr>
          <a:xfrm>
            <a:off x="1544853" y="2536045"/>
            <a:ext cx="28398" cy="28398"/>
          </a:xfrm>
          <a:prstGeom prst="ellipse">
            <a:avLst/>
          </a:prstGeom>
          <a:solidFill>
            <a:srgbClr val="7F8C97">
              <a:alpha val="48000"/>
            </a:srgbClr>
          </a:solidFill>
          <a:ln w="0">
            <a:noFill/>
            <a:prstDash val="solid"/>
          </a:ln>
        </p:spPr>
      </p:sp>
      <p:sp>
        <p:nvSpPr>
          <p:cNvPr id="856" name="03_assume_matched_6153">
            <a:extLst>
              <a:ext uri="{FF2B5EF4-FFF2-40B4-BE49-F238E27FC236}">
                <a16:creationId xmlns:a16="http://schemas.microsoft.com/office/drawing/2014/main" id="{0DBD62BE-F1F7-442A-90E1-D8AC2559579A}"/>
              </a:ext>
            </a:extLst>
          </p:cNvPr>
          <p:cNvSpPr>
            <a:spLocks noGrp="1"/>
          </p:cNvSpPr>
          <p:nvPr/>
        </p:nvSpPr>
        <p:spPr>
          <a:xfrm>
            <a:off x="1489736" y="2536045"/>
            <a:ext cx="28398" cy="28398"/>
          </a:xfrm>
          <a:prstGeom prst="ellipse">
            <a:avLst/>
          </a:prstGeom>
          <a:solidFill>
            <a:srgbClr val="7F8C97">
              <a:alpha val="48000"/>
            </a:srgbClr>
          </a:solidFill>
          <a:ln w="0">
            <a:noFill/>
            <a:prstDash val="solid"/>
          </a:ln>
        </p:spPr>
      </p:sp>
      <p:sp>
        <p:nvSpPr>
          <p:cNvPr id="857" name="03_assume_matched_6154">
            <a:extLst>
              <a:ext uri="{FF2B5EF4-FFF2-40B4-BE49-F238E27FC236}">
                <a16:creationId xmlns:a16="http://schemas.microsoft.com/office/drawing/2014/main" id="{8A0591DF-4B9D-4E25-8C74-6DDD7CA6CB5E}"/>
              </a:ext>
            </a:extLst>
          </p:cNvPr>
          <p:cNvSpPr>
            <a:spLocks noGrp="1"/>
          </p:cNvSpPr>
          <p:nvPr/>
        </p:nvSpPr>
        <p:spPr>
          <a:xfrm>
            <a:off x="1515783" y="3120914"/>
            <a:ext cx="28398" cy="28398"/>
          </a:xfrm>
          <a:prstGeom prst="ellipse">
            <a:avLst/>
          </a:prstGeom>
          <a:solidFill>
            <a:srgbClr val="7F8C97">
              <a:alpha val="48000"/>
            </a:srgbClr>
          </a:solidFill>
          <a:ln w="0">
            <a:noFill/>
            <a:prstDash val="solid"/>
          </a:ln>
        </p:spPr>
      </p:sp>
      <p:sp>
        <p:nvSpPr>
          <p:cNvPr id="858" name="03_assume_matched_6155">
            <a:extLst>
              <a:ext uri="{FF2B5EF4-FFF2-40B4-BE49-F238E27FC236}">
                <a16:creationId xmlns:a16="http://schemas.microsoft.com/office/drawing/2014/main" id="{32402224-4E37-4CB9-B8DE-0F2553A8FCD4}"/>
              </a:ext>
            </a:extLst>
          </p:cNvPr>
          <p:cNvSpPr>
            <a:spLocks noGrp="1"/>
          </p:cNvSpPr>
          <p:nvPr/>
        </p:nvSpPr>
        <p:spPr>
          <a:xfrm>
            <a:off x="1464839" y="3120914"/>
            <a:ext cx="28398" cy="28398"/>
          </a:xfrm>
          <a:prstGeom prst="ellipse">
            <a:avLst/>
          </a:prstGeom>
          <a:solidFill>
            <a:srgbClr val="7F8C97">
              <a:alpha val="48000"/>
            </a:srgbClr>
          </a:solidFill>
          <a:ln w="0">
            <a:noFill/>
            <a:prstDash val="solid"/>
          </a:ln>
        </p:spPr>
      </p:sp>
      <p:sp>
        <p:nvSpPr>
          <p:cNvPr id="859" name="03_assume_matched_6156">
            <a:extLst>
              <a:ext uri="{FF2B5EF4-FFF2-40B4-BE49-F238E27FC236}">
                <a16:creationId xmlns:a16="http://schemas.microsoft.com/office/drawing/2014/main" id="{388E3741-0DFD-4DBF-9903-CCAC07EE1EBC}"/>
              </a:ext>
            </a:extLst>
          </p:cNvPr>
          <p:cNvSpPr>
            <a:spLocks noGrp="1"/>
          </p:cNvSpPr>
          <p:nvPr/>
        </p:nvSpPr>
        <p:spPr>
          <a:xfrm>
            <a:off x="2337519" y="2708507"/>
            <a:ext cx="28398" cy="28398"/>
          </a:xfrm>
          <a:prstGeom prst="ellipse">
            <a:avLst/>
          </a:prstGeom>
          <a:solidFill>
            <a:srgbClr val="7F8C97">
              <a:alpha val="48000"/>
            </a:srgbClr>
          </a:solidFill>
          <a:ln w="0">
            <a:noFill/>
            <a:prstDash val="solid"/>
          </a:ln>
        </p:spPr>
      </p:sp>
      <p:sp>
        <p:nvSpPr>
          <p:cNvPr id="860" name="03_assume_matched_6157">
            <a:extLst>
              <a:ext uri="{FF2B5EF4-FFF2-40B4-BE49-F238E27FC236}">
                <a16:creationId xmlns:a16="http://schemas.microsoft.com/office/drawing/2014/main" id="{617DD7CF-066D-4115-88D4-4EDEFCB59C23}"/>
              </a:ext>
            </a:extLst>
          </p:cNvPr>
          <p:cNvSpPr>
            <a:spLocks noGrp="1"/>
          </p:cNvSpPr>
          <p:nvPr/>
        </p:nvSpPr>
        <p:spPr>
          <a:xfrm>
            <a:off x="2326006" y="3120914"/>
            <a:ext cx="28398" cy="28398"/>
          </a:xfrm>
          <a:prstGeom prst="ellipse">
            <a:avLst/>
          </a:prstGeom>
          <a:solidFill>
            <a:srgbClr val="7F8C97">
              <a:alpha val="48000"/>
            </a:srgbClr>
          </a:solidFill>
          <a:ln w="0">
            <a:noFill/>
            <a:prstDash val="solid"/>
          </a:ln>
        </p:spPr>
      </p:sp>
      <p:sp>
        <p:nvSpPr>
          <p:cNvPr id="861" name="03_assume_matched_6158">
            <a:extLst>
              <a:ext uri="{FF2B5EF4-FFF2-40B4-BE49-F238E27FC236}">
                <a16:creationId xmlns:a16="http://schemas.microsoft.com/office/drawing/2014/main" id="{4416E7D5-FAE3-498F-9688-36AC2CF4D675}"/>
              </a:ext>
            </a:extLst>
          </p:cNvPr>
          <p:cNvSpPr>
            <a:spLocks noGrp="1"/>
          </p:cNvSpPr>
          <p:nvPr/>
        </p:nvSpPr>
        <p:spPr>
          <a:xfrm>
            <a:off x="2268874" y="3120914"/>
            <a:ext cx="28398" cy="28398"/>
          </a:xfrm>
          <a:prstGeom prst="ellipse">
            <a:avLst/>
          </a:prstGeom>
          <a:solidFill>
            <a:srgbClr val="7F8C97">
              <a:alpha val="48000"/>
            </a:srgbClr>
          </a:solidFill>
          <a:ln w="0">
            <a:noFill/>
            <a:prstDash val="solid"/>
          </a:ln>
        </p:spPr>
      </p:sp>
      <p:sp>
        <p:nvSpPr>
          <p:cNvPr id="862" name="03_assume_matched_6159">
            <a:extLst>
              <a:ext uri="{FF2B5EF4-FFF2-40B4-BE49-F238E27FC236}">
                <a16:creationId xmlns:a16="http://schemas.microsoft.com/office/drawing/2014/main" id="{661F1791-BBE3-4FC4-B10C-3BD4AD9429A3}"/>
              </a:ext>
            </a:extLst>
          </p:cNvPr>
          <p:cNvSpPr>
            <a:spLocks noGrp="1"/>
          </p:cNvSpPr>
          <p:nvPr/>
        </p:nvSpPr>
        <p:spPr>
          <a:xfrm>
            <a:off x="2347736" y="2536045"/>
            <a:ext cx="28398" cy="28398"/>
          </a:xfrm>
          <a:prstGeom prst="ellipse">
            <a:avLst/>
          </a:prstGeom>
          <a:solidFill>
            <a:srgbClr val="7F8C97">
              <a:alpha val="48000"/>
            </a:srgbClr>
          </a:solidFill>
          <a:ln w="0">
            <a:noFill/>
            <a:prstDash val="solid"/>
          </a:ln>
        </p:spPr>
      </p:sp>
      <p:sp>
        <p:nvSpPr>
          <p:cNvPr id="863" name="03_assume_matched_6160">
            <a:extLst>
              <a:ext uri="{FF2B5EF4-FFF2-40B4-BE49-F238E27FC236}">
                <a16:creationId xmlns:a16="http://schemas.microsoft.com/office/drawing/2014/main" id="{0017CE97-38EE-42E5-8494-37909DFC06F3}"/>
              </a:ext>
            </a:extLst>
          </p:cNvPr>
          <p:cNvSpPr>
            <a:spLocks noGrp="1"/>
          </p:cNvSpPr>
          <p:nvPr/>
        </p:nvSpPr>
        <p:spPr>
          <a:xfrm>
            <a:off x="2315501" y="2703151"/>
            <a:ext cx="28398" cy="28398"/>
          </a:xfrm>
          <a:prstGeom prst="ellipse">
            <a:avLst/>
          </a:prstGeom>
          <a:solidFill>
            <a:srgbClr val="7F8C97">
              <a:alpha val="48000"/>
            </a:srgbClr>
          </a:solidFill>
          <a:ln w="0">
            <a:noFill/>
            <a:prstDash val="solid"/>
          </a:ln>
        </p:spPr>
      </p:sp>
      <p:sp>
        <p:nvSpPr>
          <p:cNvPr id="864" name="03_assume_matched_6161">
            <a:extLst>
              <a:ext uri="{FF2B5EF4-FFF2-40B4-BE49-F238E27FC236}">
                <a16:creationId xmlns:a16="http://schemas.microsoft.com/office/drawing/2014/main" id="{C234FDA1-9737-4DC4-8B18-75324AA8C2A0}"/>
              </a:ext>
            </a:extLst>
          </p:cNvPr>
          <p:cNvSpPr>
            <a:spLocks noGrp="1"/>
          </p:cNvSpPr>
          <p:nvPr/>
        </p:nvSpPr>
        <p:spPr>
          <a:xfrm>
            <a:off x="2220233" y="2801895"/>
            <a:ext cx="28398" cy="28398"/>
          </a:xfrm>
          <a:prstGeom prst="ellipse">
            <a:avLst/>
          </a:prstGeom>
          <a:solidFill>
            <a:srgbClr val="7F8C97">
              <a:alpha val="48000"/>
            </a:srgbClr>
          </a:solidFill>
          <a:ln w="0">
            <a:noFill/>
            <a:prstDash val="solid"/>
          </a:ln>
        </p:spPr>
      </p:sp>
      <p:sp>
        <p:nvSpPr>
          <p:cNvPr id="865" name="03_assume_matched_6162">
            <a:extLst>
              <a:ext uri="{FF2B5EF4-FFF2-40B4-BE49-F238E27FC236}">
                <a16:creationId xmlns:a16="http://schemas.microsoft.com/office/drawing/2014/main" id="{654D0931-CD44-4D45-828F-1CA386482A60}"/>
              </a:ext>
            </a:extLst>
          </p:cNvPr>
          <p:cNvSpPr>
            <a:spLocks noGrp="1"/>
          </p:cNvSpPr>
          <p:nvPr/>
        </p:nvSpPr>
        <p:spPr>
          <a:xfrm>
            <a:off x="2250885" y="3120914"/>
            <a:ext cx="28398" cy="28398"/>
          </a:xfrm>
          <a:prstGeom prst="ellipse">
            <a:avLst/>
          </a:prstGeom>
          <a:solidFill>
            <a:srgbClr val="7F8C97">
              <a:alpha val="48000"/>
            </a:srgbClr>
          </a:solidFill>
          <a:ln w="0">
            <a:noFill/>
            <a:prstDash val="solid"/>
          </a:ln>
        </p:spPr>
      </p:sp>
      <p:sp>
        <p:nvSpPr>
          <p:cNvPr id="866" name="03_assume_matched_6163">
            <a:extLst>
              <a:ext uri="{FF2B5EF4-FFF2-40B4-BE49-F238E27FC236}">
                <a16:creationId xmlns:a16="http://schemas.microsoft.com/office/drawing/2014/main" id="{D4876C4E-C4C2-437D-8112-199A5246FA3E}"/>
              </a:ext>
            </a:extLst>
          </p:cNvPr>
          <p:cNvSpPr>
            <a:spLocks noGrp="1"/>
          </p:cNvSpPr>
          <p:nvPr/>
        </p:nvSpPr>
        <p:spPr>
          <a:xfrm>
            <a:off x="2219945" y="3120914"/>
            <a:ext cx="28398" cy="28398"/>
          </a:xfrm>
          <a:prstGeom prst="ellipse">
            <a:avLst/>
          </a:prstGeom>
          <a:solidFill>
            <a:srgbClr val="7F8C97">
              <a:alpha val="48000"/>
            </a:srgbClr>
          </a:solidFill>
          <a:ln w="0">
            <a:noFill/>
            <a:prstDash val="solid"/>
          </a:ln>
        </p:spPr>
      </p:sp>
      <p:sp>
        <p:nvSpPr>
          <p:cNvPr id="867" name="03_assume_matched_6164">
            <a:extLst>
              <a:ext uri="{FF2B5EF4-FFF2-40B4-BE49-F238E27FC236}">
                <a16:creationId xmlns:a16="http://schemas.microsoft.com/office/drawing/2014/main" id="{C035886E-82AA-4457-AC76-52069D994423}"/>
              </a:ext>
            </a:extLst>
          </p:cNvPr>
          <p:cNvSpPr>
            <a:spLocks noGrp="1"/>
          </p:cNvSpPr>
          <p:nvPr/>
        </p:nvSpPr>
        <p:spPr>
          <a:xfrm>
            <a:off x="2301254" y="2828480"/>
            <a:ext cx="28398" cy="28398"/>
          </a:xfrm>
          <a:prstGeom prst="ellipse">
            <a:avLst/>
          </a:prstGeom>
          <a:solidFill>
            <a:srgbClr val="7F8C97">
              <a:alpha val="48000"/>
            </a:srgbClr>
          </a:solidFill>
          <a:ln w="0">
            <a:noFill/>
            <a:prstDash val="solid"/>
          </a:ln>
        </p:spPr>
      </p:sp>
      <p:sp>
        <p:nvSpPr>
          <p:cNvPr id="868" name="03_assume_matched_6165">
            <a:extLst>
              <a:ext uri="{FF2B5EF4-FFF2-40B4-BE49-F238E27FC236}">
                <a16:creationId xmlns:a16="http://schemas.microsoft.com/office/drawing/2014/main" id="{ADE61009-CC16-487C-87E5-F75AD8897E9B}"/>
              </a:ext>
            </a:extLst>
          </p:cNvPr>
          <p:cNvSpPr>
            <a:spLocks noGrp="1"/>
          </p:cNvSpPr>
          <p:nvPr/>
        </p:nvSpPr>
        <p:spPr>
          <a:xfrm>
            <a:off x="2282545" y="3120914"/>
            <a:ext cx="28398" cy="28398"/>
          </a:xfrm>
          <a:prstGeom prst="ellipse">
            <a:avLst/>
          </a:prstGeom>
          <a:solidFill>
            <a:srgbClr val="7F8C97">
              <a:alpha val="48000"/>
            </a:srgbClr>
          </a:solidFill>
          <a:ln w="0">
            <a:noFill/>
            <a:prstDash val="solid"/>
          </a:ln>
        </p:spPr>
      </p:sp>
      <p:sp>
        <p:nvSpPr>
          <p:cNvPr id="869" name="03_assume_matched_6166">
            <a:extLst>
              <a:ext uri="{FF2B5EF4-FFF2-40B4-BE49-F238E27FC236}">
                <a16:creationId xmlns:a16="http://schemas.microsoft.com/office/drawing/2014/main" id="{468F8D2D-DA78-4104-8125-FA95EA0D38D3}"/>
              </a:ext>
            </a:extLst>
          </p:cNvPr>
          <p:cNvSpPr>
            <a:spLocks noGrp="1"/>
          </p:cNvSpPr>
          <p:nvPr/>
        </p:nvSpPr>
        <p:spPr>
          <a:xfrm>
            <a:off x="2267291" y="3120914"/>
            <a:ext cx="28398" cy="28398"/>
          </a:xfrm>
          <a:prstGeom prst="ellipse">
            <a:avLst/>
          </a:prstGeom>
          <a:solidFill>
            <a:srgbClr val="7F8C97">
              <a:alpha val="48000"/>
            </a:srgbClr>
          </a:solidFill>
          <a:ln w="0">
            <a:noFill/>
            <a:prstDash val="solid"/>
          </a:ln>
        </p:spPr>
      </p:sp>
      <p:sp>
        <p:nvSpPr>
          <p:cNvPr id="870" name="03_assume_matched_6167">
            <a:extLst>
              <a:ext uri="{FF2B5EF4-FFF2-40B4-BE49-F238E27FC236}">
                <a16:creationId xmlns:a16="http://schemas.microsoft.com/office/drawing/2014/main" id="{928E66CC-81E6-4184-9B35-3AD8DD1E17AF}"/>
              </a:ext>
            </a:extLst>
          </p:cNvPr>
          <p:cNvSpPr>
            <a:spLocks noGrp="1"/>
          </p:cNvSpPr>
          <p:nvPr/>
        </p:nvSpPr>
        <p:spPr>
          <a:xfrm>
            <a:off x="2253044" y="3120914"/>
            <a:ext cx="28398" cy="28398"/>
          </a:xfrm>
          <a:prstGeom prst="ellipse">
            <a:avLst/>
          </a:prstGeom>
          <a:solidFill>
            <a:srgbClr val="7F8C97">
              <a:alpha val="48000"/>
            </a:srgbClr>
          </a:solidFill>
          <a:ln w="0">
            <a:noFill/>
            <a:prstDash val="solid"/>
          </a:ln>
        </p:spPr>
      </p:sp>
      <p:sp>
        <p:nvSpPr>
          <p:cNvPr id="871" name="03_assume_matched_6168">
            <a:extLst>
              <a:ext uri="{FF2B5EF4-FFF2-40B4-BE49-F238E27FC236}">
                <a16:creationId xmlns:a16="http://schemas.microsoft.com/office/drawing/2014/main" id="{14A12531-8096-4226-BF09-4BAAE4309E66}"/>
              </a:ext>
            </a:extLst>
          </p:cNvPr>
          <p:cNvSpPr>
            <a:spLocks noGrp="1"/>
          </p:cNvSpPr>
          <p:nvPr/>
        </p:nvSpPr>
        <p:spPr>
          <a:xfrm>
            <a:off x="2269450" y="2536045"/>
            <a:ext cx="28398" cy="28398"/>
          </a:xfrm>
          <a:prstGeom prst="ellipse">
            <a:avLst/>
          </a:prstGeom>
          <a:solidFill>
            <a:srgbClr val="7F8C97">
              <a:alpha val="48000"/>
            </a:srgbClr>
          </a:solidFill>
          <a:ln w="0">
            <a:noFill/>
            <a:prstDash val="solid"/>
          </a:ln>
        </p:spPr>
      </p:sp>
      <p:sp>
        <p:nvSpPr>
          <p:cNvPr id="872" name="03_assume_matched_6169">
            <a:extLst>
              <a:ext uri="{FF2B5EF4-FFF2-40B4-BE49-F238E27FC236}">
                <a16:creationId xmlns:a16="http://schemas.microsoft.com/office/drawing/2014/main" id="{101A26C7-EB6C-4C0A-BB41-F1C9A1EA337E}"/>
              </a:ext>
            </a:extLst>
          </p:cNvPr>
          <p:cNvSpPr>
            <a:spLocks noGrp="1"/>
          </p:cNvSpPr>
          <p:nvPr/>
        </p:nvSpPr>
        <p:spPr>
          <a:xfrm>
            <a:off x="2354644" y="2974697"/>
            <a:ext cx="28398" cy="28398"/>
          </a:xfrm>
          <a:prstGeom prst="ellipse">
            <a:avLst/>
          </a:prstGeom>
          <a:solidFill>
            <a:srgbClr val="7F8C97">
              <a:alpha val="48000"/>
            </a:srgbClr>
          </a:solidFill>
          <a:ln w="0">
            <a:noFill/>
            <a:prstDash val="solid"/>
          </a:ln>
        </p:spPr>
      </p:sp>
      <p:sp>
        <p:nvSpPr>
          <p:cNvPr id="873" name="03_assume_matched_6170">
            <a:extLst>
              <a:ext uri="{FF2B5EF4-FFF2-40B4-BE49-F238E27FC236}">
                <a16:creationId xmlns:a16="http://schemas.microsoft.com/office/drawing/2014/main" id="{E5C210A6-B4EC-4A2E-AD32-BD1C5C6AA76A}"/>
              </a:ext>
            </a:extLst>
          </p:cNvPr>
          <p:cNvSpPr>
            <a:spLocks noGrp="1"/>
          </p:cNvSpPr>
          <p:nvPr/>
        </p:nvSpPr>
        <p:spPr>
          <a:xfrm>
            <a:off x="2309600" y="2536045"/>
            <a:ext cx="28398" cy="28398"/>
          </a:xfrm>
          <a:prstGeom prst="ellipse">
            <a:avLst/>
          </a:prstGeom>
          <a:solidFill>
            <a:srgbClr val="7F8C97">
              <a:alpha val="48000"/>
            </a:srgbClr>
          </a:solidFill>
          <a:ln w="0">
            <a:noFill/>
            <a:prstDash val="solid"/>
          </a:ln>
        </p:spPr>
      </p:sp>
      <p:sp>
        <p:nvSpPr>
          <p:cNvPr id="874" name="03_assume_matched_6171">
            <a:extLst>
              <a:ext uri="{FF2B5EF4-FFF2-40B4-BE49-F238E27FC236}">
                <a16:creationId xmlns:a16="http://schemas.microsoft.com/office/drawing/2014/main" id="{E8E49020-D36F-45E4-87D1-AEBCBCD6AC32}"/>
              </a:ext>
            </a:extLst>
          </p:cNvPr>
          <p:cNvSpPr>
            <a:spLocks noGrp="1"/>
          </p:cNvSpPr>
          <p:nvPr/>
        </p:nvSpPr>
        <p:spPr>
          <a:xfrm>
            <a:off x="2319386" y="3120914"/>
            <a:ext cx="28398" cy="28398"/>
          </a:xfrm>
          <a:prstGeom prst="ellipse">
            <a:avLst/>
          </a:prstGeom>
          <a:solidFill>
            <a:srgbClr val="7F8C97">
              <a:alpha val="48000"/>
            </a:srgbClr>
          </a:solidFill>
          <a:ln w="0">
            <a:noFill/>
            <a:prstDash val="solid"/>
          </a:ln>
        </p:spPr>
      </p:sp>
      <p:sp>
        <p:nvSpPr>
          <p:cNvPr id="875" name="03_assume_matched_6172">
            <a:extLst>
              <a:ext uri="{FF2B5EF4-FFF2-40B4-BE49-F238E27FC236}">
                <a16:creationId xmlns:a16="http://schemas.microsoft.com/office/drawing/2014/main" id="{DF3BB374-B4D3-4F62-9F59-E5A444C6769F}"/>
              </a:ext>
            </a:extLst>
          </p:cNvPr>
          <p:cNvSpPr>
            <a:spLocks noGrp="1"/>
          </p:cNvSpPr>
          <p:nvPr/>
        </p:nvSpPr>
        <p:spPr>
          <a:xfrm>
            <a:off x="2256210" y="2990943"/>
            <a:ext cx="28398" cy="28398"/>
          </a:xfrm>
          <a:prstGeom prst="ellipse">
            <a:avLst/>
          </a:prstGeom>
          <a:solidFill>
            <a:srgbClr val="7F8C97">
              <a:alpha val="48000"/>
            </a:srgbClr>
          </a:solidFill>
          <a:ln w="0">
            <a:noFill/>
            <a:prstDash val="solid"/>
          </a:ln>
        </p:spPr>
      </p:sp>
      <p:sp>
        <p:nvSpPr>
          <p:cNvPr id="876" name="03_assume_matched_6173">
            <a:extLst>
              <a:ext uri="{FF2B5EF4-FFF2-40B4-BE49-F238E27FC236}">
                <a16:creationId xmlns:a16="http://schemas.microsoft.com/office/drawing/2014/main" id="{59512E85-B9D1-4B2F-85D4-C81809DC05CA}"/>
              </a:ext>
            </a:extLst>
          </p:cNvPr>
          <p:cNvSpPr>
            <a:spLocks noGrp="1"/>
          </p:cNvSpPr>
          <p:nvPr/>
        </p:nvSpPr>
        <p:spPr>
          <a:xfrm>
            <a:off x="2346585" y="3120914"/>
            <a:ext cx="28398" cy="28398"/>
          </a:xfrm>
          <a:prstGeom prst="ellipse">
            <a:avLst/>
          </a:prstGeom>
          <a:solidFill>
            <a:srgbClr val="7F8C97">
              <a:alpha val="48000"/>
            </a:srgbClr>
          </a:solidFill>
          <a:ln w="0">
            <a:noFill/>
            <a:prstDash val="solid"/>
          </a:ln>
        </p:spPr>
      </p:sp>
      <p:sp>
        <p:nvSpPr>
          <p:cNvPr id="877" name="03_assume_matched_6174">
            <a:extLst>
              <a:ext uri="{FF2B5EF4-FFF2-40B4-BE49-F238E27FC236}">
                <a16:creationId xmlns:a16="http://schemas.microsoft.com/office/drawing/2014/main" id="{C8F55FDA-5058-4C83-80C1-12E2244CC2BF}"/>
              </a:ext>
            </a:extLst>
          </p:cNvPr>
          <p:cNvSpPr>
            <a:spLocks noGrp="1"/>
          </p:cNvSpPr>
          <p:nvPr/>
        </p:nvSpPr>
        <p:spPr>
          <a:xfrm>
            <a:off x="2319674" y="2536045"/>
            <a:ext cx="28398" cy="28398"/>
          </a:xfrm>
          <a:prstGeom prst="ellipse">
            <a:avLst/>
          </a:prstGeom>
          <a:solidFill>
            <a:srgbClr val="7F8C97">
              <a:alpha val="48000"/>
            </a:srgbClr>
          </a:solidFill>
          <a:ln w="0">
            <a:noFill/>
            <a:prstDash val="solid"/>
          </a:ln>
        </p:spPr>
      </p:sp>
      <p:sp>
        <p:nvSpPr>
          <p:cNvPr id="878" name="03_assume_matched_6175">
            <a:extLst>
              <a:ext uri="{FF2B5EF4-FFF2-40B4-BE49-F238E27FC236}">
                <a16:creationId xmlns:a16="http://schemas.microsoft.com/office/drawing/2014/main" id="{3350A37E-7006-4B96-8E1C-A52576FA5A87}"/>
              </a:ext>
            </a:extLst>
          </p:cNvPr>
          <p:cNvSpPr>
            <a:spLocks noGrp="1"/>
          </p:cNvSpPr>
          <p:nvPr/>
        </p:nvSpPr>
        <p:spPr>
          <a:xfrm>
            <a:off x="2237502" y="3120914"/>
            <a:ext cx="28398" cy="28398"/>
          </a:xfrm>
          <a:prstGeom prst="ellipse">
            <a:avLst/>
          </a:prstGeom>
          <a:solidFill>
            <a:srgbClr val="7F8C97">
              <a:alpha val="48000"/>
            </a:srgbClr>
          </a:solidFill>
          <a:ln w="0">
            <a:noFill/>
            <a:prstDash val="solid"/>
          </a:ln>
        </p:spPr>
      </p:sp>
      <p:sp>
        <p:nvSpPr>
          <p:cNvPr id="879" name="03_assume_matched_6176">
            <a:extLst>
              <a:ext uri="{FF2B5EF4-FFF2-40B4-BE49-F238E27FC236}">
                <a16:creationId xmlns:a16="http://schemas.microsoft.com/office/drawing/2014/main" id="{8C6C939C-C112-4A16-AE0E-DB6397AB4075}"/>
              </a:ext>
            </a:extLst>
          </p:cNvPr>
          <p:cNvSpPr>
            <a:spLocks noGrp="1"/>
          </p:cNvSpPr>
          <p:nvPr/>
        </p:nvSpPr>
        <p:spPr>
          <a:xfrm>
            <a:off x="2244841" y="3120914"/>
            <a:ext cx="28398" cy="28398"/>
          </a:xfrm>
          <a:prstGeom prst="ellipse">
            <a:avLst/>
          </a:prstGeom>
          <a:solidFill>
            <a:srgbClr val="7F8C97">
              <a:alpha val="48000"/>
            </a:srgbClr>
          </a:solidFill>
          <a:ln w="0">
            <a:noFill/>
            <a:prstDash val="solid"/>
          </a:ln>
        </p:spPr>
      </p:sp>
      <p:sp>
        <p:nvSpPr>
          <p:cNvPr id="880" name="03_assume_matched_6177">
            <a:extLst>
              <a:ext uri="{FF2B5EF4-FFF2-40B4-BE49-F238E27FC236}">
                <a16:creationId xmlns:a16="http://schemas.microsoft.com/office/drawing/2014/main" id="{CF24D2C0-DFD1-4A9B-8956-7EB7C241D82A}"/>
              </a:ext>
            </a:extLst>
          </p:cNvPr>
          <p:cNvSpPr>
            <a:spLocks noGrp="1"/>
          </p:cNvSpPr>
          <p:nvPr/>
        </p:nvSpPr>
        <p:spPr>
          <a:xfrm>
            <a:off x="2256066" y="2925958"/>
            <a:ext cx="28398" cy="28398"/>
          </a:xfrm>
          <a:prstGeom prst="ellipse">
            <a:avLst/>
          </a:prstGeom>
          <a:solidFill>
            <a:srgbClr val="7F8C97">
              <a:alpha val="48000"/>
            </a:srgbClr>
          </a:solidFill>
          <a:ln w="0">
            <a:noFill/>
            <a:prstDash val="solid"/>
          </a:ln>
        </p:spPr>
      </p:sp>
      <p:sp>
        <p:nvSpPr>
          <p:cNvPr id="881" name="03_assume_matched_6178">
            <a:extLst>
              <a:ext uri="{FF2B5EF4-FFF2-40B4-BE49-F238E27FC236}">
                <a16:creationId xmlns:a16="http://schemas.microsoft.com/office/drawing/2014/main" id="{1EE93546-EA43-4C0F-BFB0-F3D875E01D51}"/>
              </a:ext>
            </a:extLst>
          </p:cNvPr>
          <p:cNvSpPr>
            <a:spLocks noGrp="1"/>
          </p:cNvSpPr>
          <p:nvPr/>
        </p:nvSpPr>
        <p:spPr>
          <a:xfrm>
            <a:off x="2345434" y="3120914"/>
            <a:ext cx="28398" cy="28398"/>
          </a:xfrm>
          <a:prstGeom prst="ellipse">
            <a:avLst/>
          </a:prstGeom>
          <a:solidFill>
            <a:srgbClr val="7F8C97">
              <a:alpha val="48000"/>
            </a:srgbClr>
          </a:solidFill>
          <a:ln w="0">
            <a:noFill/>
            <a:prstDash val="solid"/>
          </a:ln>
        </p:spPr>
      </p:sp>
      <p:sp>
        <p:nvSpPr>
          <p:cNvPr id="882" name="03_assume_matched_6179">
            <a:extLst>
              <a:ext uri="{FF2B5EF4-FFF2-40B4-BE49-F238E27FC236}">
                <a16:creationId xmlns:a16="http://schemas.microsoft.com/office/drawing/2014/main" id="{C394CDAF-DC2C-4DF5-A06B-9CF4022938B0}"/>
              </a:ext>
            </a:extLst>
          </p:cNvPr>
          <p:cNvSpPr>
            <a:spLocks noGrp="1"/>
          </p:cNvSpPr>
          <p:nvPr/>
        </p:nvSpPr>
        <p:spPr>
          <a:xfrm>
            <a:off x="2258369" y="2828480"/>
            <a:ext cx="28398" cy="28398"/>
          </a:xfrm>
          <a:prstGeom prst="ellipse">
            <a:avLst/>
          </a:prstGeom>
          <a:solidFill>
            <a:srgbClr val="7F8C97">
              <a:alpha val="48000"/>
            </a:srgbClr>
          </a:solidFill>
          <a:ln w="0">
            <a:noFill/>
            <a:prstDash val="solid"/>
          </a:ln>
        </p:spPr>
      </p:sp>
      <p:sp>
        <p:nvSpPr>
          <p:cNvPr id="883" name="03_assume_matched_6180">
            <a:extLst>
              <a:ext uri="{FF2B5EF4-FFF2-40B4-BE49-F238E27FC236}">
                <a16:creationId xmlns:a16="http://schemas.microsoft.com/office/drawing/2014/main" id="{17EC03CA-52A4-4E46-9ED0-EA66DD17C6B9}"/>
              </a:ext>
            </a:extLst>
          </p:cNvPr>
          <p:cNvSpPr>
            <a:spLocks noGrp="1"/>
          </p:cNvSpPr>
          <p:nvPr/>
        </p:nvSpPr>
        <p:spPr>
          <a:xfrm>
            <a:off x="2337375" y="3120914"/>
            <a:ext cx="28398" cy="28398"/>
          </a:xfrm>
          <a:prstGeom prst="ellipse">
            <a:avLst/>
          </a:prstGeom>
          <a:solidFill>
            <a:srgbClr val="7F8C97">
              <a:alpha val="48000"/>
            </a:srgbClr>
          </a:solidFill>
          <a:ln w="0">
            <a:noFill/>
            <a:prstDash val="solid"/>
          </a:ln>
        </p:spPr>
      </p:sp>
      <p:sp>
        <p:nvSpPr>
          <p:cNvPr id="884" name="03_assume_matched_6181">
            <a:extLst>
              <a:ext uri="{FF2B5EF4-FFF2-40B4-BE49-F238E27FC236}">
                <a16:creationId xmlns:a16="http://schemas.microsoft.com/office/drawing/2014/main" id="{E659A775-DCF6-47E9-AFFA-C932D75599EB}"/>
              </a:ext>
            </a:extLst>
          </p:cNvPr>
          <p:cNvSpPr>
            <a:spLocks noGrp="1"/>
          </p:cNvSpPr>
          <p:nvPr/>
        </p:nvSpPr>
        <p:spPr>
          <a:xfrm>
            <a:off x="2338526" y="2536045"/>
            <a:ext cx="28398" cy="28398"/>
          </a:xfrm>
          <a:prstGeom prst="ellipse">
            <a:avLst/>
          </a:prstGeom>
          <a:solidFill>
            <a:srgbClr val="7F8C97">
              <a:alpha val="48000"/>
            </a:srgbClr>
          </a:solidFill>
          <a:ln w="0">
            <a:noFill/>
            <a:prstDash val="solid"/>
          </a:ln>
        </p:spPr>
      </p:sp>
      <p:sp>
        <p:nvSpPr>
          <p:cNvPr id="885" name="03_assume_matched_6182">
            <a:extLst>
              <a:ext uri="{FF2B5EF4-FFF2-40B4-BE49-F238E27FC236}">
                <a16:creationId xmlns:a16="http://schemas.microsoft.com/office/drawing/2014/main" id="{0C5172EC-4213-4AC3-9A22-D09058893CB0}"/>
              </a:ext>
            </a:extLst>
          </p:cNvPr>
          <p:cNvSpPr>
            <a:spLocks noGrp="1"/>
          </p:cNvSpPr>
          <p:nvPr/>
        </p:nvSpPr>
        <p:spPr>
          <a:xfrm>
            <a:off x="2342268" y="3120914"/>
            <a:ext cx="28398" cy="28398"/>
          </a:xfrm>
          <a:prstGeom prst="ellipse">
            <a:avLst/>
          </a:prstGeom>
          <a:solidFill>
            <a:srgbClr val="7F8C97">
              <a:alpha val="48000"/>
            </a:srgbClr>
          </a:solidFill>
          <a:ln w="0">
            <a:noFill/>
            <a:prstDash val="solid"/>
          </a:ln>
        </p:spPr>
      </p:sp>
      <p:sp>
        <p:nvSpPr>
          <p:cNvPr id="886" name="03_assume_matched_6183">
            <a:extLst>
              <a:ext uri="{FF2B5EF4-FFF2-40B4-BE49-F238E27FC236}">
                <a16:creationId xmlns:a16="http://schemas.microsoft.com/office/drawing/2014/main" id="{0DAD0F3B-181D-4191-895E-80E7A9DFB9C4}"/>
              </a:ext>
            </a:extLst>
          </p:cNvPr>
          <p:cNvSpPr>
            <a:spLocks noGrp="1"/>
          </p:cNvSpPr>
          <p:nvPr/>
        </p:nvSpPr>
        <p:spPr>
          <a:xfrm>
            <a:off x="2259520" y="3120914"/>
            <a:ext cx="28398" cy="28398"/>
          </a:xfrm>
          <a:prstGeom prst="ellipse">
            <a:avLst/>
          </a:prstGeom>
          <a:solidFill>
            <a:srgbClr val="7F8C97">
              <a:alpha val="48000"/>
            </a:srgbClr>
          </a:solidFill>
          <a:ln w="0">
            <a:noFill/>
            <a:prstDash val="solid"/>
          </a:ln>
        </p:spPr>
      </p:sp>
      <p:sp>
        <p:nvSpPr>
          <p:cNvPr id="887" name="03_assume_matched_6184">
            <a:extLst>
              <a:ext uri="{FF2B5EF4-FFF2-40B4-BE49-F238E27FC236}">
                <a16:creationId xmlns:a16="http://schemas.microsoft.com/office/drawing/2014/main" id="{D4141BE3-9955-44D5-A921-87FC0C480030}"/>
              </a:ext>
            </a:extLst>
          </p:cNvPr>
          <p:cNvSpPr>
            <a:spLocks noGrp="1"/>
          </p:cNvSpPr>
          <p:nvPr/>
        </p:nvSpPr>
        <p:spPr>
          <a:xfrm>
            <a:off x="2237790" y="2536045"/>
            <a:ext cx="28398" cy="28398"/>
          </a:xfrm>
          <a:prstGeom prst="ellipse">
            <a:avLst/>
          </a:prstGeom>
          <a:solidFill>
            <a:srgbClr val="7F8C97">
              <a:alpha val="48000"/>
            </a:srgbClr>
          </a:solidFill>
          <a:ln w="0">
            <a:noFill/>
            <a:prstDash val="solid"/>
          </a:ln>
        </p:spPr>
      </p:sp>
      <p:sp>
        <p:nvSpPr>
          <p:cNvPr id="888" name="03_assume_matched_6185">
            <a:extLst>
              <a:ext uri="{FF2B5EF4-FFF2-40B4-BE49-F238E27FC236}">
                <a16:creationId xmlns:a16="http://schemas.microsoft.com/office/drawing/2014/main" id="{7FC0D1A0-88C6-4795-9B5A-682530135331}"/>
              </a:ext>
            </a:extLst>
          </p:cNvPr>
          <p:cNvSpPr>
            <a:spLocks noGrp="1"/>
          </p:cNvSpPr>
          <p:nvPr/>
        </p:nvSpPr>
        <p:spPr>
          <a:xfrm>
            <a:off x="2321545" y="3120914"/>
            <a:ext cx="28398" cy="28398"/>
          </a:xfrm>
          <a:prstGeom prst="ellipse">
            <a:avLst/>
          </a:prstGeom>
          <a:solidFill>
            <a:srgbClr val="7F8C97">
              <a:alpha val="48000"/>
            </a:srgbClr>
          </a:solidFill>
          <a:ln w="0">
            <a:noFill/>
            <a:prstDash val="solid"/>
          </a:ln>
        </p:spPr>
      </p:sp>
      <p:sp>
        <p:nvSpPr>
          <p:cNvPr id="889" name="03_assume_matched_6186">
            <a:extLst>
              <a:ext uri="{FF2B5EF4-FFF2-40B4-BE49-F238E27FC236}">
                <a16:creationId xmlns:a16="http://schemas.microsoft.com/office/drawing/2014/main" id="{32209C8B-DF9B-49EE-B5FB-22F68A00B405}"/>
              </a:ext>
            </a:extLst>
          </p:cNvPr>
          <p:cNvSpPr>
            <a:spLocks noGrp="1"/>
          </p:cNvSpPr>
          <p:nvPr/>
        </p:nvSpPr>
        <p:spPr>
          <a:xfrm>
            <a:off x="2231026" y="3120914"/>
            <a:ext cx="28398" cy="28398"/>
          </a:xfrm>
          <a:prstGeom prst="ellipse">
            <a:avLst/>
          </a:prstGeom>
          <a:solidFill>
            <a:srgbClr val="7F8C97">
              <a:alpha val="48000"/>
            </a:srgbClr>
          </a:solidFill>
          <a:ln w="0">
            <a:noFill/>
            <a:prstDash val="solid"/>
          </a:ln>
        </p:spPr>
      </p:sp>
      <p:sp>
        <p:nvSpPr>
          <p:cNvPr id="890" name="03_assume_matched_6187">
            <a:extLst>
              <a:ext uri="{FF2B5EF4-FFF2-40B4-BE49-F238E27FC236}">
                <a16:creationId xmlns:a16="http://schemas.microsoft.com/office/drawing/2014/main" id="{FF12DEF4-48AA-40E2-A53E-767CB2788B52}"/>
              </a:ext>
            </a:extLst>
          </p:cNvPr>
          <p:cNvSpPr>
            <a:spLocks noGrp="1"/>
          </p:cNvSpPr>
          <p:nvPr/>
        </p:nvSpPr>
        <p:spPr>
          <a:xfrm>
            <a:off x="2325142" y="2536045"/>
            <a:ext cx="28398" cy="28398"/>
          </a:xfrm>
          <a:prstGeom prst="ellipse">
            <a:avLst/>
          </a:prstGeom>
          <a:solidFill>
            <a:srgbClr val="7F8C97">
              <a:alpha val="48000"/>
            </a:srgbClr>
          </a:solidFill>
          <a:ln w="0">
            <a:noFill/>
            <a:prstDash val="solid"/>
          </a:ln>
        </p:spPr>
      </p:sp>
      <p:sp>
        <p:nvSpPr>
          <p:cNvPr id="891" name="03_assume_matched_6188">
            <a:extLst>
              <a:ext uri="{FF2B5EF4-FFF2-40B4-BE49-F238E27FC236}">
                <a16:creationId xmlns:a16="http://schemas.microsoft.com/office/drawing/2014/main" id="{DA97B586-0C13-4A98-BC3E-551E607899F4}"/>
              </a:ext>
            </a:extLst>
          </p:cNvPr>
          <p:cNvSpPr>
            <a:spLocks noGrp="1"/>
          </p:cNvSpPr>
          <p:nvPr/>
        </p:nvSpPr>
        <p:spPr>
          <a:xfrm>
            <a:off x="2232321" y="3120914"/>
            <a:ext cx="28398" cy="28398"/>
          </a:xfrm>
          <a:prstGeom prst="ellipse">
            <a:avLst/>
          </a:prstGeom>
          <a:solidFill>
            <a:srgbClr val="7F8C97">
              <a:alpha val="48000"/>
            </a:srgbClr>
          </a:solidFill>
          <a:ln w="0">
            <a:noFill/>
            <a:prstDash val="solid"/>
          </a:ln>
        </p:spPr>
      </p:sp>
      <p:sp>
        <p:nvSpPr>
          <p:cNvPr id="892" name="03_assume_matched_6189">
            <a:extLst>
              <a:ext uri="{FF2B5EF4-FFF2-40B4-BE49-F238E27FC236}">
                <a16:creationId xmlns:a16="http://schemas.microsoft.com/office/drawing/2014/main" id="{B0FD8343-723F-4F5F-9097-3EA914E5EFB7}"/>
              </a:ext>
            </a:extLst>
          </p:cNvPr>
          <p:cNvSpPr>
            <a:spLocks noGrp="1"/>
          </p:cNvSpPr>
          <p:nvPr/>
        </p:nvSpPr>
        <p:spPr>
          <a:xfrm>
            <a:off x="2352773" y="2536045"/>
            <a:ext cx="28398" cy="28398"/>
          </a:xfrm>
          <a:prstGeom prst="ellipse">
            <a:avLst/>
          </a:prstGeom>
          <a:solidFill>
            <a:srgbClr val="7F8C97">
              <a:alpha val="48000"/>
            </a:srgbClr>
          </a:solidFill>
          <a:ln w="0">
            <a:noFill/>
            <a:prstDash val="solid"/>
          </a:ln>
        </p:spPr>
      </p:sp>
      <p:sp>
        <p:nvSpPr>
          <p:cNvPr id="893" name="03_assume_matched_6190">
            <a:extLst>
              <a:ext uri="{FF2B5EF4-FFF2-40B4-BE49-F238E27FC236}">
                <a16:creationId xmlns:a16="http://schemas.microsoft.com/office/drawing/2014/main" id="{C79EA95A-F6F3-404F-A709-DEDA16C6FBF6}"/>
              </a:ext>
            </a:extLst>
          </p:cNvPr>
          <p:cNvSpPr>
            <a:spLocks noGrp="1"/>
          </p:cNvSpPr>
          <p:nvPr/>
        </p:nvSpPr>
        <p:spPr>
          <a:xfrm>
            <a:off x="2330755" y="2536045"/>
            <a:ext cx="28398" cy="28398"/>
          </a:xfrm>
          <a:prstGeom prst="ellipse">
            <a:avLst/>
          </a:prstGeom>
          <a:solidFill>
            <a:srgbClr val="7F8C97">
              <a:alpha val="48000"/>
            </a:srgbClr>
          </a:solidFill>
          <a:ln w="0">
            <a:noFill/>
            <a:prstDash val="solid"/>
          </a:ln>
        </p:spPr>
      </p:sp>
      <p:sp>
        <p:nvSpPr>
          <p:cNvPr id="894" name="03_assume_matched_6191">
            <a:extLst>
              <a:ext uri="{FF2B5EF4-FFF2-40B4-BE49-F238E27FC236}">
                <a16:creationId xmlns:a16="http://schemas.microsoft.com/office/drawing/2014/main" id="{CEC13A9F-F840-4BCB-9FD1-07525F51F8D8}"/>
              </a:ext>
            </a:extLst>
          </p:cNvPr>
          <p:cNvSpPr>
            <a:spLocks noGrp="1"/>
          </p:cNvSpPr>
          <p:nvPr/>
        </p:nvSpPr>
        <p:spPr>
          <a:xfrm>
            <a:off x="2278660" y="2536045"/>
            <a:ext cx="28398" cy="28398"/>
          </a:xfrm>
          <a:prstGeom prst="ellipse">
            <a:avLst/>
          </a:prstGeom>
          <a:solidFill>
            <a:srgbClr val="7F8C97">
              <a:alpha val="48000"/>
            </a:srgbClr>
          </a:solidFill>
          <a:ln w="0">
            <a:noFill/>
            <a:prstDash val="solid"/>
          </a:ln>
        </p:spPr>
      </p:sp>
      <p:sp>
        <p:nvSpPr>
          <p:cNvPr id="895" name="03_assume_matched_6192">
            <a:extLst>
              <a:ext uri="{FF2B5EF4-FFF2-40B4-BE49-F238E27FC236}">
                <a16:creationId xmlns:a16="http://schemas.microsoft.com/office/drawing/2014/main" id="{7E3A6480-E34D-45F2-A181-9B1BDB743B27}"/>
              </a:ext>
            </a:extLst>
          </p:cNvPr>
          <p:cNvSpPr>
            <a:spLocks noGrp="1"/>
          </p:cNvSpPr>
          <p:nvPr/>
        </p:nvSpPr>
        <p:spPr>
          <a:xfrm>
            <a:off x="2254339" y="3120914"/>
            <a:ext cx="28398" cy="28398"/>
          </a:xfrm>
          <a:prstGeom prst="ellipse">
            <a:avLst/>
          </a:prstGeom>
          <a:solidFill>
            <a:srgbClr val="7F8C97">
              <a:alpha val="48000"/>
            </a:srgbClr>
          </a:solidFill>
          <a:ln w="0">
            <a:noFill/>
            <a:prstDash val="solid"/>
          </a:ln>
        </p:spPr>
      </p:sp>
      <p:sp>
        <p:nvSpPr>
          <p:cNvPr id="896" name="03_assume_matched_6193">
            <a:extLst>
              <a:ext uri="{FF2B5EF4-FFF2-40B4-BE49-F238E27FC236}">
                <a16:creationId xmlns:a16="http://schemas.microsoft.com/office/drawing/2014/main" id="{48CE7FE3-AF2D-4D84-A68B-9DA43C8F241D}"/>
              </a:ext>
            </a:extLst>
          </p:cNvPr>
          <p:cNvSpPr>
            <a:spLocks noGrp="1"/>
          </p:cNvSpPr>
          <p:nvPr/>
        </p:nvSpPr>
        <p:spPr>
          <a:xfrm>
            <a:off x="2356802" y="3120914"/>
            <a:ext cx="28398" cy="28398"/>
          </a:xfrm>
          <a:prstGeom prst="ellipse">
            <a:avLst/>
          </a:prstGeom>
          <a:solidFill>
            <a:srgbClr val="7F8C97">
              <a:alpha val="48000"/>
            </a:srgbClr>
          </a:solidFill>
          <a:ln w="0">
            <a:noFill/>
            <a:prstDash val="solid"/>
          </a:ln>
        </p:spPr>
      </p:sp>
      <p:sp>
        <p:nvSpPr>
          <p:cNvPr id="897" name="03_assume_matched_6194">
            <a:extLst>
              <a:ext uri="{FF2B5EF4-FFF2-40B4-BE49-F238E27FC236}">
                <a16:creationId xmlns:a16="http://schemas.microsoft.com/office/drawing/2014/main" id="{1A1B9B76-5FEC-4B0E-B9E4-FABB07A48FE9}"/>
              </a:ext>
            </a:extLst>
          </p:cNvPr>
          <p:cNvSpPr>
            <a:spLocks noGrp="1"/>
          </p:cNvSpPr>
          <p:nvPr/>
        </p:nvSpPr>
        <p:spPr>
          <a:xfrm>
            <a:off x="2304563" y="2536045"/>
            <a:ext cx="28398" cy="28398"/>
          </a:xfrm>
          <a:prstGeom prst="ellipse">
            <a:avLst/>
          </a:prstGeom>
          <a:solidFill>
            <a:srgbClr val="7F8C97">
              <a:alpha val="48000"/>
            </a:srgbClr>
          </a:solidFill>
          <a:ln w="0">
            <a:noFill/>
            <a:prstDash val="solid"/>
          </a:ln>
        </p:spPr>
      </p:sp>
      <p:sp>
        <p:nvSpPr>
          <p:cNvPr id="898" name="03_assume_matched_6195">
            <a:extLst>
              <a:ext uri="{FF2B5EF4-FFF2-40B4-BE49-F238E27FC236}">
                <a16:creationId xmlns:a16="http://schemas.microsoft.com/office/drawing/2014/main" id="{2813E5B5-DC22-4EBD-8390-0EF1A892356A}"/>
              </a:ext>
            </a:extLst>
          </p:cNvPr>
          <p:cNvSpPr>
            <a:spLocks noGrp="1"/>
          </p:cNvSpPr>
          <p:nvPr/>
        </p:nvSpPr>
        <p:spPr>
          <a:xfrm>
            <a:off x="2337375" y="3120914"/>
            <a:ext cx="28398" cy="28398"/>
          </a:xfrm>
          <a:prstGeom prst="ellipse">
            <a:avLst/>
          </a:prstGeom>
          <a:solidFill>
            <a:srgbClr val="7F8C97">
              <a:alpha val="48000"/>
            </a:srgbClr>
          </a:solidFill>
          <a:ln w="0">
            <a:noFill/>
            <a:prstDash val="solid"/>
          </a:ln>
        </p:spPr>
      </p:sp>
      <p:sp>
        <p:nvSpPr>
          <p:cNvPr id="899" name="03_assume_matched_6196">
            <a:extLst>
              <a:ext uri="{FF2B5EF4-FFF2-40B4-BE49-F238E27FC236}">
                <a16:creationId xmlns:a16="http://schemas.microsoft.com/office/drawing/2014/main" id="{2DB7FD23-8965-4BC8-9702-34B8C90363E7}"/>
              </a:ext>
            </a:extLst>
          </p:cNvPr>
          <p:cNvSpPr>
            <a:spLocks noGrp="1"/>
          </p:cNvSpPr>
          <p:nvPr/>
        </p:nvSpPr>
        <p:spPr>
          <a:xfrm>
            <a:off x="2236495" y="2653019"/>
            <a:ext cx="28398" cy="28398"/>
          </a:xfrm>
          <a:prstGeom prst="ellipse">
            <a:avLst/>
          </a:prstGeom>
          <a:solidFill>
            <a:srgbClr val="7F8C97">
              <a:alpha val="48000"/>
            </a:srgbClr>
          </a:solidFill>
          <a:ln w="0">
            <a:noFill/>
            <a:prstDash val="solid"/>
          </a:ln>
        </p:spPr>
      </p:sp>
      <p:sp>
        <p:nvSpPr>
          <p:cNvPr id="900" name="03_assume_matched_6197">
            <a:extLst>
              <a:ext uri="{FF2B5EF4-FFF2-40B4-BE49-F238E27FC236}">
                <a16:creationId xmlns:a16="http://schemas.microsoft.com/office/drawing/2014/main" id="{0CA5A8C3-BE97-4588-8B6C-D959D2513AE0}"/>
              </a:ext>
            </a:extLst>
          </p:cNvPr>
          <p:cNvSpPr>
            <a:spLocks noGrp="1"/>
          </p:cNvSpPr>
          <p:nvPr/>
        </p:nvSpPr>
        <p:spPr>
          <a:xfrm>
            <a:off x="2328452" y="3120914"/>
            <a:ext cx="28398" cy="28398"/>
          </a:xfrm>
          <a:prstGeom prst="ellipse">
            <a:avLst/>
          </a:prstGeom>
          <a:solidFill>
            <a:srgbClr val="7F8C97">
              <a:alpha val="48000"/>
            </a:srgbClr>
          </a:solidFill>
          <a:ln w="0">
            <a:noFill/>
            <a:prstDash val="solid"/>
          </a:ln>
        </p:spPr>
      </p:sp>
      <p:sp>
        <p:nvSpPr>
          <p:cNvPr id="901" name="03_assume_matched_6198">
            <a:extLst>
              <a:ext uri="{FF2B5EF4-FFF2-40B4-BE49-F238E27FC236}">
                <a16:creationId xmlns:a16="http://schemas.microsoft.com/office/drawing/2014/main" id="{50E235BB-1360-4B32-9843-512D3A2CC72C}"/>
              </a:ext>
            </a:extLst>
          </p:cNvPr>
          <p:cNvSpPr>
            <a:spLocks noGrp="1"/>
          </p:cNvSpPr>
          <p:nvPr/>
        </p:nvSpPr>
        <p:spPr>
          <a:xfrm>
            <a:off x="2307586" y="3120914"/>
            <a:ext cx="28398" cy="28398"/>
          </a:xfrm>
          <a:prstGeom prst="ellipse">
            <a:avLst/>
          </a:prstGeom>
          <a:solidFill>
            <a:srgbClr val="7F8C97">
              <a:alpha val="48000"/>
            </a:srgbClr>
          </a:solidFill>
          <a:ln w="0">
            <a:noFill/>
            <a:prstDash val="solid"/>
          </a:ln>
        </p:spPr>
      </p:sp>
      <p:sp>
        <p:nvSpPr>
          <p:cNvPr id="902" name="03_assume_matched_6199">
            <a:extLst>
              <a:ext uri="{FF2B5EF4-FFF2-40B4-BE49-F238E27FC236}">
                <a16:creationId xmlns:a16="http://schemas.microsoft.com/office/drawing/2014/main" id="{F557B7FE-B5A4-482F-899F-B67CA3FACA36}"/>
              </a:ext>
            </a:extLst>
          </p:cNvPr>
          <p:cNvSpPr>
            <a:spLocks noGrp="1"/>
          </p:cNvSpPr>
          <p:nvPr/>
        </p:nvSpPr>
        <p:spPr>
          <a:xfrm>
            <a:off x="2216203" y="2536045"/>
            <a:ext cx="28398" cy="28398"/>
          </a:xfrm>
          <a:prstGeom prst="ellipse">
            <a:avLst/>
          </a:prstGeom>
          <a:solidFill>
            <a:srgbClr val="7F8C97">
              <a:alpha val="48000"/>
            </a:srgbClr>
          </a:solidFill>
          <a:ln w="0">
            <a:noFill/>
            <a:prstDash val="solid"/>
          </a:ln>
        </p:spPr>
      </p:sp>
      <p:sp>
        <p:nvSpPr>
          <p:cNvPr id="903" name="03_assume_matched_6200">
            <a:extLst>
              <a:ext uri="{FF2B5EF4-FFF2-40B4-BE49-F238E27FC236}">
                <a16:creationId xmlns:a16="http://schemas.microsoft.com/office/drawing/2014/main" id="{596BACBD-E2D3-49DF-9FB4-BDEE608335FB}"/>
              </a:ext>
            </a:extLst>
          </p:cNvPr>
          <p:cNvSpPr>
            <a:spLocks noGrp="1"/>
          </p:cNvSpPr>
          <p:nvPr/>
        </p:nvSpPr>
        <p:spPr>
          <a:xfrm>
            <a:off x="2275494" y="3120914"/>
            <a:ext cx="28398" cy="28398"/>
          </a:xfrm>
          <a:prstGeom prst="ellipse">
            <a:avLst/>
          </a:prstGeom>
          <a:solidFill>
            <a:srgbClr val="7F8C97">
              <a:alpha val="48000"/>
            </a:srgbClr>
          </a:solidFill>
          <a:ln w="0">
            <a:noFill/>
            <a:prstDash val="solid"/>
          </a:ln>
        </p:spPr>
      </p:sp>
      <p:sp>
        <p:nvSpPr>
          <p:cNvPr id="904" name="03_assume_matched_6201">
            <a:extLst>
              <a:ext uri="{FF2B5EF4-FFF2-40B4-BE49-F238E27FC236}">
                <a16:creationId xmlns:a16="http://schemas.microsoft.com/office/drawing/2014/main" id="{BC5FEB78-D1D8-4B4E-80DF-254EAD5F53E9}"/>
              </a:ext>
            </a:extLst>
          </p:cNvPr>
          <p:cNvSpPr>
            <a:spLocks noGrp="1"/>
          </p:cNvSpPr>
          <p:nvPr/>
        </p:nvSpPr>
        <p:spPr>
          <a:xfrm>
            <a:off x="2257649" y="3120914"/>
            <a:ext cx="28398" cy="28398"/>
          </a:xfrm>
          <a:prstGeom prst="ellipse">
            <a:avLst/>
          </a:prstGeom>
          <a:solidFill>
            <a:srgbClr val="7F8C97">
              <a:alpha val="48000"/>
            </a:srgbClr>
          </a:solidFill>
          <a:ln w="0">
            <a:noFill/>
            <a:prstDash val="solid"/>
          </a:ln>
        </p:spPr>
      </p:sp>
      <p:sp>
        <p:nvSpPr>
          <p:cNvPr id="905" name="03_assume_matched_6202">
            <a:extLst>
              <a:ext uri="{FF2B5EF4-FFF2-40B4-BE49-F238E27FC236}">
                <a16:creationId xmlns:a16="http://schemas.microsoft.com/office/drawing/2014/main" id="{524043DE-679F-4D9B-A7E1-F1026309BF7F}"/>
              </a:ext>
            </a:extLst>
          </p:cNvPr>
          <p:cNvSpPr>
            <a:spLocks noGrp="1"/>
          </p:cNvSpPr>
          <p:nvPr/>
        </p:nvSpPr>
        <p:spPr>
          <a:xfrm>
            <a:off x="2289885" y="2633523"/>
            <a:ext cx="28398" cy="28398"/>
          </a:xfrm>
          <a:prstGeom prst="ellipse">
            <a:avLst/>
          </a:prstGeom>
          <a:solidFill>
            <a:srgbClr val="7F8C97">
              <a:alpha val="48000"/>
            </a:srgbClr>
          </a:solidFill>
          <a:ln w="0">
            <a:noFill/>
            <a:prstDash val="solid"/>
          </a:ln>
        </p:spPr>
      </p:sp>
      <p:sp>
        <p:nvSpPr>
          <p:cNvPr id="906" name="03_assume_matched_6203">
            <a:extLst>
              <a:ext uri="{FF2B5EF4-FFF2-40B4-BE49-F238E27FC236}">
                <a16:creationId xmlns:a16="http://schemas.microsoft.com/office/drawing/2014/main" id="{2387E0EC-FC08-4B6E-80FB-94B7EDD1C274}"/>
              </a:ext>
            </a:extLst>
          </p:cNvPr>
          <p:cNvSpPr>
            <a:spLocks noGrp="1"/>
          </p:cNvSpPr>
          <p:nvPr/>
        </p:nvSpPr>
        <p:spPr>
          <a:xfrm>
            <a:off x="2271752" y="2974697"/>
            <a:ext cx="28398" cy="28398"/>
          </a:xfrm>
          <a:prstGeom prst="ellipse">
            <a:avLst/>
          </a:prstGeom>
          <a:solidFill>
            <a:srgbClr val="7F8C97">
              <a:alpha val="48000"/>
            </a:srgbClr>
          </a:solidFill>
          <a:ln w="0">
            <a:noFill/>
            <a:prstDash val="solid"/>
          </a:ln>
        </p:spPr>
      </p:sp>
      <p:sp>
        <p:nvSpPr>
          <p:cNvPr id="907" name="03_assume_matched_6204">
            <a:extLst>
              <a:ext uri="{FF2B5EF4-FFF2-40B4-BE49-F238E27FC236}">
                <a16:creationId xmlns:a16="http://schemas.microsoft.com/office/drawing/2014/main" id="{804703B1-FFF5-4550-8F1C-802179F214B5}"/>
              </a:ext>
            </a:extLst>
          </p:cNvPr>
          <p:cNvSpPr>
            <a:spLocks noGrp="1"/>
          </p:cNvSpPr>
          <p:nvPr/>
        </p:nvSpPr>
        <p:spPr>
          <a:xfrm>
            <a:off x="2333921" y="3120914"/>
            <a:ext cx="28398" cy="28398"/>
          </a:xfrm>
          <a:prstGeom prst="ellipse">
            <a:avLst/>
          </a:prstGeom>
          <a:solidFill>
            <a:srgbClr val="7F8C97">
              <a:alpha val="48000"/>
            </a:srgbClr>
          </a:solidFill>
          <a:ln w="0">
            <a:noFill/>
            <a:prstDash val="solid"/>
          </a:ln>
        </p:spPr>
      </p:sp>
      <p:sp>
        <p:nvSpPr>
          <p:cNvPr id="908" name="03_assume_matched_6205">
            <a:extLst>
              <a:ext uri="{FF2B5EF4-FFF2-40B4-BE49-F238E27FC236}">
                <a16:creationId xmlns:a16="http://schemas.microsoft.com/office/drawing/2014/main" id="{C1B200B3-D01D-4781-9501-0CAFD1640DEF}"/>
              </a:ext>
            </a:extLst>
          </p:cNvPr>
          <p:cNvSpPr>
            <a:spLocks noGrp="1"/>
          </p:cNvSpPr>
          <p:nvPr/>
        </p:nvSpPr>
        <p:spPr>
          <a:xfrm>
            <a:off x="2232033" y="2711506"/>
            <a:ext cx="28398" cy="28398"/>
          </a:xfrm>
          <a:prstGeom prst="ellipse">
            <a:avLst/>
          </a:prstGeom>
          <a:solidFill>
            <a:srgbClr val="7F8C97">
              <a:alpha val="48000"/>
            </a:srgbClr>
          </a:solidFill>
          <a:ln w="0">
            <a:noFill/>
            <a:prstDash val="solid"/>
          </a:ln>
        </p:spPr>
      </p:sp>
      <p:sp>
        <p:nvSpPr>
          <p:cNvPr id="909" name="03_assume_matched_6206">
            <a:extLst>
              <a:ext uri="{FF2B5EF4-FFF2-40B4-BE49-F238E27FC236}">
                <a16:creationId xmlns:a16="http://schemas.microsoft.com/office/drawing/2014/main" id="{71A5A6BE-E30C-4860-90DF-AF18782D4772}"/>
              </a:ext>
            </a:extLst>
          </p:cNvPr>
          <p:cNvSpPr>
            <a:spLocks noGrp="1"/>
          </p:cNvSpPr>
          <p:nvPr/>
        </p:nvSpPr>
        <p:spPr>
          <a:xfrm>
            <a:off x="2238653" y="3120914"/>
            <a:ext cx="28398" cy="28398"/>
          </a:xfrm>
          <a:prstGeom prst="ellipse">
            <a:avLst/>
          </a:prstGeom>
          <a:solidFill>
            <a:srgbClr val="7F8C97">
              <a:alpha val="48000"/>
            </a:srgbClr>
          </a:solidFill>
          <a:ln w="0">
            <a:noFill/>
            <a:prstDash val="solid"/>
          </a:ln>
        </p:spPr>
      </p:sp>
      <p:sp>
        <p:nvSpPr>
          <p:cNvPr id="910" name="03_assume_matched_6207">
            <a:extLst>
              <a:ext uri="{FF2B5EF4-FFF2-40B4-BE49-F238E27FC236}">
                <a16:creationId xmlns:a16="http://schemas.microsoft.com/office/drawing/2014/main" id="{0EB10A56-EEA2-4E50-9A88-9B57B8E97FB4}"/>
              </a:ext>
            </a:extLst>
          </p:cNvPr>
          <p:cNvSpPr>
            <a:spLocks noGrp="1"/>
          </p:cNvSpPr>
          <p:nvPr/>
        </p:nvSpPr>
        <p:spPr>
          <a:xfrm>
            <a:off x="2298519" y="2536045"/>
            <a:ext cx="28398" cy="28398"/>
          </a:xfrm>
          <a:prstGeom prst="ellipse">
            <a:avLst/>
          </a:prstGeom>
          <a:solidFill>
            <a:srgbClr val="7F8C97">
              <a:alpha val="48000"/>
            </a:srgbClr>
          </a:solidFill>
          <a:ln w="0">
            <a:noFill/>
            <a:prstDash val="solid"/>
          </a:ln>
        </p:spPr>
      </p:sp>
      <p:sp>
        <p:nvSpPr>
          <p:cNvPr id="911" name="03_assume_matched_6208">
            <a:extLst>
              <a:ext uri="{FF2B5EF4-FFF2-40B4-BE49-F238E27FC236}">
                <a16:creationId xmlns:a16="http://schemas.microsoft.com/office/drawing/2014/main" id="{7DE7F3C6-BA8A-4825-BF48-8372170B72B0}"/>
              </a:ext>
            </a:extLst>
          </p:cNvPr>
          <p:cNvSpPr>
            <a:spLocks noGrp="1"/>
          </p:cNvSpPr>
          <p:nvPr/>
        </p:nvSpPr>
        <p:spPr>
          <a:xfrm>
            <a:off x="2297224" y="2536045"/>
            <a:ext cx="28398" cy="28398"/>
          </a:xfrm>
          <a:prstGeom prst="ellipse">
            <a:avLst/>
          </a:prstGeom>
          <a:solidFill>
            <a:srgbClr val="7F8C97">
              <a:alpha val="48000"/>
            </a:srgbClr>
          </a:solidFill>
          <a:ln w="0">
            <a:noFill/>
            <a:prstDash val="solid"/>
          </a:ln>
        </p:spPr>
      </p:sp>
      <p:sp>
        <p:nvSpPr>
          <p:cNvPr id="912" name="03_assume_matched_6209">
            <a:extLst>
              <a:ext uri="{FF2B5EF4-FFF2-40B4-BE49-F238E27FC236}">
                <a16:creationId xmlns:a16="http://schemas.microsoft.com/office/drawing/2014/main" id="{9E5BFE58-BE78-4CA7-A0DC-6B84F51D2162}"/>
              </a:ext>
            </a:extLst>
          </p:cNvPr>
          <p:cNvSpPr>
            <a:spLocks noGrp="1"/>
          </p:cNvSpPr>
          <p:nvPr/>
        </p:nvSpPr>
        <p:spPr>
          <a:xfrm>
            <a:off x="2343995" y="3120914"/>
            <a:ext cx="28398" cy="28398"/>
          </a:xfrm>
          <a:prstGeom prst="ellipse">
            <a:avLst/>
          </a:prstGeom>
          <a:solidFill>
            <a:srgbClr val="7F8C97">
              <a:alpha val="48000"/>
            </a:srgbClr>
          </a:solidFill>
          <a:ln w="0">
            <a:noFill/>
            <a:prstDash val="solid"/>
          </a:ln>
        </p:spPr>
      </p:sp>
      <p:sp>
        <p:nvSpPr>
          <p:cNvPr id="913" name="03_assume_matched_6210">
            <a:extLst>
              <a:ext uri="{FF2B5EF4-FFF2-40B4-BE49-F238E27FC236}">
                <a16:creationId xmlns:a16="http://schemas.microsoft.com/office/drawing/2014/main" id="{EA129623-AAE8-4E7F-B01C-9800F562EEC4}"/>
              </a:ext>
            </a:extLst>
          </p:cNvPr>
          <p:cNvSpPr>
            <a:spLocks noGrp="1"/>
          </p:cNvSpPr>
          <p:nvPr/>
        </p:nvSpPr>
        <p:spPr>
          <a:xfrm>
            <a:off x="2322264" y="2828480"/>
            <a:ext cx="28398" cy="28398"/>
          </a:xfrm>
          <a:prstGeom prst="ellipse">
            <a:avLst/>
          </a:prstGeom>
          <a:solidFill>
            <a:srgbClr val="7F8C97">
              <a:alpha val="48000"/>
            </a:srgbClr>
          </a:solidFill>
          <a:ln w="0">
            <a:noFill/>
            <a:prstDash val="solid"/>
          </a:ln>
        </p:spPr>
      </p:sp>
      <p:sp>
        <p:nvSpPr>
          <p:cNvPr id="914" name="03_assume_matched_6211">
            <a:extLst>
              <a:ext uri="{FF2B5EF4-FFF2-40B4-BE49-F238E27FC236}">
                <a16:creationId xmlns:a16="http://schemas.microsoft.com/office/drawing/2014/main" id="{6ED7EB0A-4B21-4C20-BAA2-C7D31DAC4E0E}"/>
              </a:ext>
            </a:extLst>
          </p:cNvPr>
          <p:cNvSpPr>
            <a:spLocks noGrp="1"/>
          </p:cNvSpPr>
          <p:nvPr/>
        </p:nvSpPr>
        <p:spPr>
          <a:xfrm>
            <a:off x="2254339" y="3120914"/>
            <a:ext cx="28398" cy="28398"/>
          </a:xfrm>
          <a:prstGeom prst="ellipse">
            <a:avLst/>
          </a:prstGeom>
          <a:solidFill>
            <a:srgbClr val="7F8C97">
              <a:alpha val="48000"/>
            </a:srgbClr>
          </a:solidFill>
          <a:ln w="0">
            <a:noFill/>
            <a:prstDash val="solid"/>
          </a:ln>
        </p:spPr>
      </p:sp>
      <p:sp>
        <p:nvSpPr>
          <p:cNvPr id="915" name="03_assume_matched_6212">
            <a:extLst>
              <a:ext uri="{FF2B5EF4-FFF2-40B4-BE49-F238E27FC236}">
                <a16:creationId xmlns:a16="http://schemas.microsoft.com/office/drawing/2014/main" id="{D8784293-734D-4A10-92EB-FB8C3ECAF0F3}"/>
              </a:ext>
            </a:extLst>
          </p:cNvPr>
          <p:cNvSpPr>
            <a:spLocks noGrp="1"/>
          </p:cNvSpPr>
          <p:nvPr/>
        </p:nvSpPr>
        <p:spPr>
          <a:xfrm>
            <a:off x="2325142" y="3120914"/>
            <a:ext cx="28398" cy="28398"/>
          </a:xfrm>
          <a:prstGeom prst="ellipse">
            <a:avLst/>
          </a:prstGeom>
          <a:solidFill>
            <a:srgbClr val="7F8C97">
              <a:alpha val="48000"/>
            </a:srgbClr>
          </a:solidFill>
          <a:ln w="0">
            <a:noFill/>
            <a:prstDash val="solid"/>
          </a:ln>
        </p:spPr>
      </p:sp>
      <p:sp>
        <p:nvSpPr>
          <p:cNvPr id="916" name="03_assume_matched_6213">
            <a:extLst>
              <a:ext uri="{FF2B5EF4-FFF2-40B4-BE49-F238E27FC236}">
                <a16:creationId xmlns:a16="http://schemas.microsoft.com/office/drawing/2014/main" id="{892AA7DC-14C6-4E1E-8F92-ABFB60A85725}"/>
              </a:ext>
            </a:extLst>
          </p:cNvPr>
          <p:cNvSpPr>
            <a:spLocks noGrp="1"/>
          </p:cNvSpPr>
          <p:nvPr/>
        </p:nvSpPr>
        <p:spPr>
          <a:xfrm>
            <a:off x="2313486" y="3120914"/>
            <a:ext cx="28398" cy="28398"/>
          </a:xfrm>
          <a:prstGeom prst="ellipse">
            <a:avLst/>
          </a:prstGeom>
          <a:solidFill>
            <a:srgbClr val="7F8C97">
              <a:alpha val="48000"/>
            </a:srgbClr>
          </a:solidFill>
          <a:ln w="0">
            <a:noFill/>
            <a:prstDash val="solid"/>
          </a:ln>
        </p:spPr>
      </p:sp>
      <p:sp>
        <p:nvSpPr>
          <p:cNvPr id="917" name="03_assume_matched_6214">
            <a:extLst>
              <a:ext uri="{FF2B5EF4-FFF2-40B4-BE49-F238E27FC236}">
                <a16:creationId xmlns:a16="http://schemas.microsoft.com/office/drawing/2014/main" id="{2A291A0E-F59A-4923-83D6-E91AD36B088D}"/>
              </a:ext>
            </a:extLst>
          </p:cNvPr>
          <p:cNvSpPr>
            <a:spLocks noGrp="1"/>
          </p:cNvSpPr>
          <p:nvPr/>
        </p:nvSpPr>
        <p:spPr>
          <a:xfrm>
            <a:off x="2319674" y="3120914"/>
            <a:ext cx="28398" cy="28398"/>
          </a:xfrm>
          <a:prstGeom prst="ellipse">
            <a:avLst/>
          </a:prstGeom>
          <a:solidFill>
            <a:srgbClr val="7F8C97">
              <a:alpha val="48000"/>
            </a:srgbClr>
          </a:solidFill>
          <a:ln w="0">
            <a:noFill/>
            <a:prstDash val="solid"/>
          </a:ln>
        </p:spPr>
      </p:sp>
      <p:sp>
        <p:nvSpPr>
          <p:cNvPr id="918" name="03_assume_matched_6215">
            <a:extLst>
              <a:ext uri="{FF2B5EF4-FFF2-40B4-BE49-F238E27FC236}">
                <a16:creationId xmlns:a16="http://schemas.microsoft.com/office/drawing/2014/main" id="{895DC6D0-4EE5-49E9-9E23-D59D8F72B4E0}"/>
              </a:ext>
            </a:extLst>
          </p:cNvPr>
          <p:cNvSpPr>
            <a:spLocks noGrp="1"/>
          </p:cNvSpPr>
          <p:nvPr/>
        </p:nvSpPr>
        <p:spPr>
          <a:xfrm>
            <a:off x="2333057" y="3120914"/>
            <a:ext cx="28398" cy="28398"/>
          </a:xfrm>
          <a:prstGeom prst="ellipse">
            <a:avLst/>
          </a:prstGeom>
          <a:solidFill>
            <a:srgbClr val="7F8C97">
              <a:alpha val="48000"/>
            </a:srgbClr>
          </a:solidFill>
          <a:ln w="0">
            <a:noFill/>
            <a:prstDash val="solid"/>
          </a:ln>
        </p:spPr>
      </p:sp>
      <p:sp>
        <p:nvSpPr>
          <p:cNvPr id="919" name="03_assume_matched_6216">
            <a:extLst>
              <a:ext uri="{FF2B5EF4-FFF2-40B4-BE49-F238E27FC236}">
                <a16:creationId xmlns:a16="http://schemas.microsoft.com/office/drawing/2014/main" id="{2CC67D43-2EF9-4E00-9F15-9643E9679167}"/>
              </a:ext>
            </a:extLst>
          </p:cNvPr>
          <p:cNvSpPr>
            <a:spLocks noGrp="1"/>
          </p:cNvSpPr>
          <p:nvPr/>
        </p:nvSpPr>
        <p:spPr>
          <a:xfrm>
            <a:off x="2241675" y="2536045"/>
            <a:ext cx="28398" cy="28398"/>
          </a:xfrm>
          <a:prstGeom prst="ellipse">
            <a:avLst/>
          </a:prstGeom>
          <a:solidFill>
            <a:srgbClr val="7F8C97">
              <a:alpha val="48000"/>
            </a:srgbClr>
          </a:solidFill>
          <a:ln w="0">
            <a:noFill/>
            <a:prstDash val="solid"/>
          </a:ln>
        </p:spPr>
      </p:sp>
      <p:sp>
        <p:nvSpPr>
          <p:cNvPr id="920" name="03_assume_matched_6217">
            <a:extLst>
              <a:ext uri="{FF2B5EF4-FFF2-40B4-BE49-F238E27FC236}">
                <a16:creationId xmlns:a16="http://schemas.microsoft.com/office/drawing/2014/main" id="{997EB0F9-A8FA-420A-8A09-FE505DE9EEE7}"/>
              </a:ext>
            </a:extLst>
          </p:cNvPr>
          <p:cNvSpPr>
            <a:spLocks noGrp="1"/>
          </p:cNvSpPr>
          <p:nvPr/>
        </p:nvSpPr>
        <p:spPr>
          <a:xfrm>
            <a:off x="2230882" y="2925958"/>
            <a:ext cx="28398" cy="28398"/>
          </a:xfrm>
          <a:prstGeom prst="ellipse">
            <a:avLst/>
          </a:prstGeom>
          <a:solidFill>
            <a:srgbClr val="7F8C97">
              <a:alpha val="48000"/>
            </a:srgbClr>
          </a:solidFill>
          <a:ln w="0">
            <a:noFill/>
            <a:prstDash val="solid"/>
          </a:ln>
        </p:spPr>
      </p:sp>
      <p:sp>
        <p:nvSpPr>
          <p:cNvPr id="921" name="03_assume_matched_6218">
            <a:extLst>
              <a:ext uri="{FF2B5EF4-FFF2-40B4-BE49-F238E27FC236}">
                <a16:creationId xmlns:a16="http://schemas.microsoft.com/office/drawing/2014/main" id="{7AF169CE-9B7F-4009-9DD9-52EF5C716989}"/>
              </a:ext>
            </a:extLst>
          </p:cNvPr>
          <p:cNvSpPr>
            <a:spLocks noGrp="1"/>
          </p:cNvSpPr>
          <p:nvPr/>
        </p:nvSpPr>
        <p:spPr>
          <a:xfrm>
            <a:off x="2313774" y="2974697"/>
            <a:ext cx="28398" cy="28398"/>
          </a:xfrm>
          <a:prstGeom prst="ellipse">
            <a:avLst/>
          </a:prstGeom>
          <a:solidFill>
            <a:srgbClr val="7F8C97">
              <a:alpha val="48000"/>
            </a:srgbClr>
          </a:solidFill>
          <a:ln w="0">
            <a:noFill/>
            <a:prstDash val="solid"/>
          </a:ln>
        </p:spPr>
      </p:sp>
      <p:sp>
        <p:nvSpPr>
          <p:cNvPr id="922" name="03_assume_matched_6219">
            <a:extLst>
              <a:ext uri="{FF2B5EF4-FFF2-40B4-BE49-F238E27FC236}">
                <a16:creationId xmlns:a16="http://schemas.microsoft.com/office/drawing/2014/main" id="{578BDEE1-07BF-4430-8DBC-FA8A4ACF7D4D}"/>
              </a:ext>
            </a:extLst>
          </p:cNvPr>
          <p:cNvSpPr>
            <a:spLocks noGrp="1"/>
          </p:cNvSpPr>
          <p:nvPr/>
        </p:nvSpPr>
        <p:spPr>
          <a:xfrm>
            <a:off x="2350902" y="3079138"/>
            <a:ext cx="28398" cy="28398"/>
          </a:xfrm>
          <a:prstGeom prst="ellipse">
            <a:avLst/>
          </a:prstGeom>
          <a:solidFill>
            <a:srgbClr val="7F8C97">
              <a:alpha val="48000"/>
            </a:srgbClr>
          </a:solidFill>
          <a:ln w="0">
            <a:noFill/>
            <a:prstDash val="solid"/>
          </a:ln>
        </p:spPr>
      </p:sp>
      <p:sp>
        <p:nvSpPr>
          <p:cNvPr id="923" name="03_assume_matched_6220">
            <a:extLst>
              <a:ext uri="{FF2B5EF4-FFF2-40B4-BE49-F238E27FC236}">
                <a16:creationId xmlns:a16="http://schemas.microsoft.com/office/drawing/2014/main" id="{6E45D54B-69B4-4A9E-A567-1C716E3E3A61}"/>
              </a:ext>
            </a:extLst>
          </p:cNvPr>
          <p:cNvSpPr>
            <a:spLocks noGrp="1"/>
          </p:cNvSpPr>
          <p:nvPr/>
        </p:nvSpPr>
        <p:spPr>
          <a:xfrm>
            <a:off x="2357090" y="2536045"/>
            <a:ext cx="28398" cy="28398"/>
          </a:xfrm>
          <a:prstGeom prst="ellipse">
            <a:avLst/>
          </a:prstGeom>
          <a:solidFill>
            <a:srgbClr val="7F8C97">
              <a:alpha val="48000"/>
            </a:srgbClr>
          </a:solidFill>
          <a:ln w="0">
            <a:noFill/>
            <a:prstDash val="solid"/>
          </a:ln>
        </p:spPr>
      </p:sp>
      <p:sp>
        <p:nvSpPr>
          <p:cNvPr id="924" name="03_assume_matched_6221">
            <a:extLst>
              <a:ext uri="{FF2B5EF4-FFF2-40B4-BE49-F238E27FC236}">
                <a16:creationId xmlns:a16="http://schemas.microsoft.com/office/drawing/2014/main" id="{77F2843F-6E25-4A4F-AEA4-D296A8F682A3}"/>
              </a:ext>
            </a:extLst>
          </p:cNvPr>
          <p:cNvSpPr>
            <a:spLocks noGrp="1"/>
          </p:cNvSpPr>
          <p:nvPr/>
        </p:nvSpPr>
        <p:spPr>
          <a:xfrm>
            <a:off x="2268154" y="3120914"/>
            <a:ext cx="28398" cy="28398"/>
          </a:xfrm>
          <a:prstGeom prst="ellipse">
            <a:avLst/>
          </a:prstGeom>
          <a:solidFill>
            <a:srgbClr val="7F8C97">
              <a:alpha val="48000"/>
            </a:srgbClr>
          </a:solidFill>
          <a:ln w="0">
            <a:noFill/>
            <a:prstDash val="solid"/>
          </a:ln>
        </p:spPr>
      </p:sp>
      <p:sp>
        <p:nvSpPr>
          <p:cNvPr id="925" name="03_assume_matched_6222">
            <a:extLst>
              <a:ext uri="{FF2B5EF4-FFF2-40B4-BE49-F238E27FC236}">
                <a16:creationId xmlns:a16="http://schemas.microsoft.com/office/drawing/2014/main" id="{CD4CBFE4-82A1-4BFE-982F-0A40BBB57B80}"/>
              </a:ext>
            </a:extLst>
          </p:cNvPr>
          <p:cNvSpPr>
            <a:spLocks noGrp="1"/>
          </p:cNvSpPr>
          <p:nvPr/>
        </p:nvSpPr>
        <p:spPr>
          <a:xfrm>
            <a:off x="2320969" y="2925958"/>
            <a:ext cx="28398" cy="28398"/>
          </a:xfrm>
          <a:prstGeom prst="ellipse">
            <a:avLst/>
          </a:prstGeom>
          <a:solidFill>
            <a:srgbClr val="7F8C97">
              <a:alpha val="48000"/>
            </a:srgbClr>
          </a:solidFill>
          <a:ln w="0">
            <a:noFill/>
            <a:prstDash val="solid"/>
          </a:ln>
        </p:spPr>
      </p:sp>
      <p:sp>
        <p:nvSpPr>
          <p:cNvPr id="926" name="03_assume_matched_6223">
            <a:extLst>
              <a:ext uri="{FF2B5EF4-FFF2-40B4-BE49-F238E27FC236}">
                <a16:creationId xmlns:a16="http://schemas.microsoft.com/office/drawing/2014/main" id="{6D43A9D0-B800-48A6-9F26-BED4C8A2CC32}"/>
              </a:ext>
            </a:extLst>
          </p:cNvPr>
          <p:cNvSpPr>
            <a:spLocks noGrp="1"/>
          </p:cNvSpPr>
          <p:nvPr/>
        </p:nvSpPr>
        <p:spPr>
          <a:xfrm>
            <a:off x="2331906" y="2536045"/>
            <a:ext cx="28398" cy="28398"/>
          </a:xfrm>
          <a:prstGeom prst="ellipse">
            <a:avLst/>
          </a:prstGeom>
          <a:solidFill>
            <a:srgbClr val="7F8C97">
              <a:alpha val="48000"/>
            </a:srgbClr>
          </a:solidFill>
          <a:ln w="0">
            <a:noFill/>
            <a:prstDash val="solid"/>
          </a:ln>
        </p:spPr>
      </p:sp>
      <p:sp>
        <p:nvSpPr>
          <p:cNvPr id="927" name="03_assume_matched_6224">
            <a:extLst>
              <a:ext uri="{FF2B5EF4-FFF2-40B4-BE49-F238E27FC236}">
                <a16:creationId xmlns:a16="http://schemas.microsoft.com/office/drawing/2014/main" id="{29290A18-F1B2-45E6-8B72-019768705E7C}"/>
              </a:ext>
            </a:extLst>
          </p:cNvPr>
          <p:cNvSpPr>
            <a:spLocks noGrp="1"/>
          </p:cNvSpPr>
          <p:nvPr/>
        </p:nvSpPr>
        <p:spPr>
          <a:xfrm>
            <a:off x="2349319" y="2536045"/>
            <a:ext cx="28398" cy="28398"/>
          </a:xfrm>
          <a:prstGeom prst="ellipse">
            <a:avLst/>
          </a:prstGeom>
          <a:solidFill>
            <a:srgbClr val="7F8C97">
              <a:alpha val="48000"/>
            </a:srgbClr>
          </a:solidFill>
          <a:ln w="0">
            <a:noFill/>
            <a:prstDash val="solid"/>
          </a:ln>
        </p:spPr>
      </p:sp>
      <p:sp>
        <p:nvSpPr>
          <p:cNvPr id="928" name="03_assume_matched_6225">
            <a:extLst>
              <a:ext uri="{FF2B5EF4-FFF2-40B4-BE49-F238E27FC236}">
                <a16:creationId xmlns:a16="http://schemas.microsoft.com/office/drawing/2014/main" id="{06D5FECC-FBAE-4B0B-9DEC-433B0EB9256E}"/>
              </a:ext>
            </a:extLst>
          </p:cNvPr>
          <p:cNvSpPr>
            <a:spLocks noGrp="1"/>
          </p:cNvSpPr>
          <p:nvPr/>
        </p:nvSpPr>
        <p:spPr>
          <a:xfrm>
            <a:off x="2334065" y="2536045"/>
            <a:ext cx="28398" cy="28398"/>
          </a:xfrm>
          <a:prstGeom prst="ellipse">
            <a:avLst/>
          </a:prstGeom>
          <a:solidFill>
            <a:srgbClr val="7F8C97">
              <a:alpha val="48000"/>
            </a:srgbClr>
          </a:solidFill>
          <a:ln w="0">
            <a:noFill/>
            <a:prstDash val="solid"/>
          </a:ln>
        </p:spPr>
      </p:sp>
      <p:sp>
        <p:nvSpPr>
          <p:cNvPr id="929" name="03_assume_matched_6226">
            <a:extLst>
              <a:ext uri="{FF2B5EF4-FFF2-40B4-BE49-F238E27FC236}">
                <a16:creationId xmlns:a16="http://schemas.microsoft.com/office/drawing/2014/main" id="{71E12112-6402-41E8-8D60-3AC6D1CAA26F}"/>
              </a:ext>
            </a:extLst>
          </p:cNvPr>
          <p:cNvSpPr>
            <a:spLocks noGrp="1"/>
          </p:cNvSpPr>
          <p:nvPr/>
        </p:nvSpPr>
        <p:spPr>
          <a:xfrm>
            <a:off x="2312335" y="3120914"/>
            <a:ext cx="28398" cy="28398"/>
          </a:xfrm>
          <a:prstGeom prst="ellipse">
            <a:avLst/>
          </a:prstGeom>
          <a:solidFill>
            <a:srgbClr val="7F8C97">
              <a:alpha val="48000"/>
            </a:srgbClr>
          </a:solidFill>
          <a:ln w="0">
            <a:noFill/>
            <a:prstDash val="solid"/>
          </a:ln>
        </p:spPr>
      </p:sp>
      <p:sp>
        <p:nvSpPr>
          <p:cNvPr id="930" name="03_assume_matched_6227">
            <a:extLst>
              <a:ext uri="{FF2B5EF4-FFF2-40B4-BE49-F238E27FC236}">
                <a16:creationId xmlns:a16="http://schemas.microsoft.com/office/drawing/2014/main" id="{47F745DB-78C4-4C87-87E1-FB54335E9811}"/>
              </a:ext>
            </a:extLst>
          </p:cNvPr>
          <p:cNvSpPr>
            <a:spLocks noGrp="1"/>
          </p:cNvSpPr>
          <p:nvPr/>
        </p:nvSpPr>
        <p:spPr>
          <a:xfrm>
            <a:off x="2224118" y="2536045"/>
            <a:ext cx="28398" cy="28398"/>
          </a:xfrm>
          <a:prstGeom prst="ellipse">
            <a:avLst/>
          </a:prstGeom>
          <a:solidFill>
            <a:srgbClr val="7F8C97">
              <a:alpha val="48000"/>
            </a:srgbClr>
          </a:solidFill>
          <a:ln w="0">
            <a:noFill/>
            <a:prstDash val="solid"/>
          </a:ln>
        </p:spPr>
      </p:sp>
      <p:sp>
        <p:nvSpPr>
          <p:cNvPr id="931" name="03_assume_matched_6228">
            <a:extLst>
              <a:ext uri="{FF2B5EF4-FFF2-40B4-BE49-F238E27FC236}">
                <a16:creationId xmlns:a16="http://schemas.microsoft.com/office/drawing/2014/main" id="{EBCA10AB-12B1-472D-A51D-4039B259AEC9}"/>
              </a:ext>
            </a:extLst>
          </p:cNvPr>
          <p:cNvSpPr>
            <a:spLocks noGrp="1"/>
          </p:cNvSpPr>
          <p:nvPr/>
        </p:nvSpPr>
        <p:spPr>
          <a:xfrm>
            <a:off x="2238078" y="3120914"/>
            <a:ext cx="28398" cy="28398"/>
          </a:xfrm>
          <a:prstGeom prst="ellipse">
            <a:avLst/>
          </a:prstGeom>
          <a:solidFill>
            <a:srgbClr val="7F8C97">
              <a:alpha val="48000"/>
            </a:srgbClr>
          </a:solidFill>
          <a:ln w="0">
            <a:noFill/>
            <a:prstDash val="solid"/>
          </a:ln>
        </p:spPr>
      </p:sp>
      <p:sp>
        <p:nvSpPr>
          <p:cNvPr id="932" name="03_assume_matched_6229">
            <a:extLst>
              <a:ext uri="{FF2B5EF4-FFF2-40B4-BE49-F238E27FC236}">
                <a16:creationId xmlns:a16="http://schemas.microsoft.com/office/drawing/2014/main" id="{4E01AC6E-CD93-4EFB-9E7E-858521711246}"/>
              </a:ext>
            </a:extLst>
          </p:cNvPr>
          <p:cNvSpPr>
            <a:spLocks noGrp="1"/>
          </p:cNvSpPr>
          <p:nvPr/>
        </p:nvSpPr>
        <p:spPr>
          <a:xfrm>
            <a:off x="2299239" y="2536045"/>
            <a:ext cx="28398" cy="28398"/>
          </a:xfrm>
          <a:prstGeom prst="ellipse">
            <a:avLst/>
          </a:prstGeom>
          <a:solidFill>
            <a:srgbClr val="7F8C97">
              <a:alpha val="48000"/>
            </a:srgbClr>
          </a:solidFill>
          <a:ln w="0">
            <a:noFill/>
            <a:prstDash val="solid"/>
          </a:ln>
        </p:spPr>
      </p:sp>
      <p:sp>
        <p:nvSpPr>
          <p:cNvPr id="933" name="03_assume_matched_6230">
            <a:extLst>
              <a:ext uri="{FF2B5EF4-FFF2-40B4-BE49-F238E27FC236}">
                <a16:creationId xmlns:a16="http://schemas.microsoft.com/office/drawing/2014/main" id="{52A4F5A4-F1AA-4FBF-9271-4B83A13FEDF7}"/>
              </a:ext>
            </a:extLst>
          </p:cNvPr>
          <p:cNvSpPr>
            <a:spLocks noGrp="1"/>
          </p:cNvSpPr>
          <p:nvPr/>
        </p:nvSpPr>
        <p:spPr>
          <a:xfrm>
            <a:off x="2244122" y="2536045"/>
            <a:ext cx="28398" cy="28398"/>
          </a:xfrm>
          <a:prstGeom prst="ellipse">
            <a:avLst/>
          </a:prstGeom>
          <a:solidFill>
            <a:srgbClr val="7F8C97">
              <a:alpha val="48000"/>
            </a:srgbClr>
          </a:solidFill>
          <a:ln w="0">
            <a:noFill/>
            <a:prstDash val="solid"/>
          </a:ln>
        </p:spPr>
      </p:sp>
      <p:sp>
        <p:nvSpPr>
          <p:cNvPr id="934" name="03_assume_matched_6231">
            <a:extLst>
              <a:ext uri="{FF2B5EF4-FFF2-40B4-BE49-F238E27FC236}">
                <a16:creationId xmlns:a16="http://schemas.microsoft.com/office/drawing/2014/main" id="{5570F194-874E-4F10-BE09-4F8FA124CFC0}"/>
              </a:ext>
            </a:extLst>
          </p:cNvPr>
          <p:cNvSpPr>
            <a:spLocks noGrp="1"/>
          </p:cNvSpPr>
          <p:nvPr/>
        </p:nvSpPr>
        <p:spPr>
          <a:xfrm>
            <a:off x="2270169" y="3120914"/>
            <a:ext cx="28398" cy="28398"/>
          </a:xfrm>
          <a:prstGeom prst="ellipse">
            <a:avLst/>
          </a:prstGeom>
          <a:solidFill>
            <a:srgbClr val="7F8C97">
              <a:alpha val="48000"/>
            </a:srgbClr>
          </a:solidFill>
          <a:ln w="0">
            <a:noFill/>
            <a:prstDash val="solid"/>
          </a:ln>
        </p:spPr>
      </p:sp>
      <p:sp>
        <p:nvSpPr>
          <p:cNvPr id="935" name="03_assume_matched_6232">
            <a:extLst>
              <a:ext uri="{FF2B5EF4-FFF2-40B4-BE49-F238E27FC236}">
                <a16:creationId xmlns:a16="http://schemas.microsoft.com/office/drawing/2014/main" id="{30A22731-4B0A-4CC0-AA6F-BF21C223AE07}"/>
              </a:ext>
            </a:extLst>
          </p:cNvPr>
          <p:cNvSpPr>
            <a:spLocks noGrp="1"/>
          </p:cNvSpPr>
          <p:nvPr/>
        </p:nvSpPr>
        <p:spPr>
          <a:xfrm>
            <a:off x="2219225" y="3120914"/>
            <a:ext cx="28398" cy="28398"/>
          </a:xfrm>
          <a:prstGeom prst="ellipse">
            <a:avLst/>
          </a:prstGeom>
          <a:solidFill>
            <a:srgbClr val="7F8C97">
              <a:alpha val="48000"/>
            </a:srgbClr>
          </a:solidFill>
          <a:ln w="0">
            <a:noFill/>
            <a:prstDash val="solid"/>
          </a:ln>
        </p:spPr>
      </p:sp>
      <p:sp>
        <p:nvSpPr>
          <p:cNvPr id="936" name="03_assume_matched_6233">
            <a:extLst>
              <a:ext uri="{FF2B5EF4-FFF2-40B4-BE49-F238E27FC236}">
                <a16:creationId xmlns:a16="http://schemas.microsoft.com/office/drawing/2014/main" id="{D61AD513-BD60-4C5B-ADEA-7A99E5BE3EF0}"/>
              </a:ext>
            </a:extLst>
          </p:cNvPr>
          <p:cNvSpPr>
            <a:spLocks noGrp="1"/>
          </p:cNvSpPr>
          <p:nvPr/>
        </p:nvSpPr>
        <p:spPr>
          <a:xfrm>
            <a:off x="3091905" y="2663517"/>
            <a:ext cx="28398" cy="28398"/>
          </a:xfrm>
          <a:prstGeom prst="ellipse">
            <a:avLst/>
          </a:prstGeom>
          <a:solidFill>
            <a:srgbClr val="7F8C97">
              <a:alpha val="48000"/>
            </a:srgbClr>
          </a:solidFill>
          <a:ln w="0">
            <a:noFill/>
            <a:prstDash val="solid"/>
          </a:ln>
        </p:spPr>
      </p:sp>
      <p:sp>
        <p:nvSpPr>
          <p:cNvPr id="937" name="03_assume_matched_6234">
            <a:extLst>
              <a:ext uri="{FF2B5EF4-FFF2-40B4-BE49-F238E27FC236}">
                <a16:creationId xmlns:a16="http://schemas.microsoft.com/office/drawing/2014/main" id="{BC8D92C0-1A70-4155-8C27-132F496E7304}"/>
              </a:ext>
            </a:extLst>
          </p:cNvPr>
          <p:cNvSpPr>
            <a:spLocks noGrp="1"/>
          </p:cNvSpPr>
          <p:nvPr/>
        </p:nvSpPr>
        <p:spPr>
          <a:xfrm>
            <a:off x="3080392" y="3120914"/>
            <a:ext cx="28398" cy="28398"/>
          </a:xfrm>
          <a:prstGeom prst="ellipse">
            <a:avLst/>
          </a:prstGeom>
          <a:solidFill>
            <a:srgbClr val="7F8C97">
              <a:alpha val="48000"/>
            </a:srgbClr>
          </a:solidFill>
          <a:ln w="0">
            <a:noFill/>
            <a:prstDash val="solid"/>
          </a:ln>
        </p:spPr>
      </p:sp>
      <p:sp>
        <p:nvSpPr>
          <p:cNvPr id="938" name="03_assume_matched_6235">
            <a:extLst>
              <a:ext uri="{FF2B5EF4-FFF2-40B4-BE49-F238E27FC236}">
                <a16:creationId xmlns:a16="http://schemas.microsoft.com/office/drawing/2014/main" id="{80204C6F-5E95-41FA-90C9-EB8956A6BE3D}"/>
              </a:ext>
            </a:extLst>
          </p:cNvPr>
          <p:cNvSpPr>
            <a:spLocks noGrp="1"/>
          </p:cNvSpPr>
          <p:nvPr/>
        </p:nvSpPr>
        <p:spPr>
          <a:xfrm>
            <a:off x="3023260" y="3120914"/>
            <a:ext cx="28398" cy="28398"/>
          </a:xfrm>
          <a:prstGeom prst="ellipse">
            <a:avLst/>
          </a:prstGeom>
          <a:solidFill>
            <a:srgbClr val="7F8C97">
              <a:alpha val="48000"/>
            </a:srgbClr>
          </a:solidFill>
          <a:ln w="0">
            <a:noFill/>
            <a:prstDash val="solid"/>
          </a:ln>
        </p:spPr>
      </p:sp>
      <p:sp>
        <p:nvSpPr>
          <p:cNvPr id="939" name="03_assume_matched_6236">
            <a:extLst>
              <a:ext uri="{FF2B5EF4-FFF2-40B4-BE49-F238E27FC236}">
                <a16:creationId xmlns:a16="http://schemas.microsoft.com/office/drawing/2014/main" id="{856E8BEB-3993-4820-997E-11B5B4BD9164}"/>
              </a:ext>
            </a:extLst>
          </p:cNvPr>
          <p:cNvSpPr>
            <a:spLocks noGrp="1"/>
          </p:cNvSpPr>
          <p:nvPr/>
        </p:nvSpPr>
        <p:spPr>
          <a:xfrm>
            <a:off x="3102122" y="2536045"/>
            <a:ext cx="28398" cy="28398"/>
          </a:xfrm>
          <a:prstGeom prst="ellipse">
            <a:avLst/>
          </a:prstGeom>
          <a:solidFill>
            <a:srgbClr val="7F8C97">
              <a:alpha val="48000"/>
            </a:srgbClr>
          </a:solidFill>
          <a:ln w="0">
            <a:noFill/>
            <a:prstDash val="solid"/>
          </a:ln>
        </p:spPr>
      </p:sp>
      <p:sp>
        <p:nvSpPr>
          <p:cNvPr id="940" name="03_assume_matched_6237">
            <a:extLst>
              <a:ext uri="{FF2B5EF4-FFF2-40B4-BE49-F238E27FC236}">
                <a16:creationId xmlns:a16="http://schemas.microsoft.com/office/drawing/2014/main" id="{D5E95E28-FE14-4F1C-A727-769B97FED1C3}"/>
              </a:ext>
            </a:extLst>
          </p:cNvPr>
          <p:cNvSpPr>
            <a:spLocks noGrp="1"/>
          </p:cNvSpPr>
          <p:nvPr/>
        </p:nvSpPr>
        <p:spPr>
          <a:xfrm>
            <a:off x="3069887" y="2703151"/>
            <a:ext cx="28398" cy="28398"/>
          </a:xfrm>
          <a:prstGeom prst="ellipse">
            <a:avLst/>
          </a:prstGeom>
          <a:solidFill>
            <a:srgbClr val="7F8C97">
              <a:alpha val="48000"/>
            </a:srgbClr>
          </a:solidFill>
          <a:ln w="0">
            <a:noFill/>
            <a:prstDash val="solid"/>
          </a:ln>
        </p:spPr>
      </p:sp>
      <p:sp>
        <p:nvSpPr>
          <p:cNvPr id="941" name="03_assume_matched_6238">
            <a:extLst>
              <a:ext uri="{FF2B5EF4-FFF2-40B4-BE49-F238E27FC236}">
                <a16:creationId xmlns:a16="http://schemas.microsoft.com/office/drawing/2014/main" id="{4F0D5779-D156-4043-B6CB-7C5BA5F66EAD}"/>
              </a:ext>
            </a:extLst>
          </p:cNvPr>
          <p:cNvSpPr>
            <a:spLocks noGrp="1"/>
          </p:cNvSpPr>
          <p:nvPr/>
        </p:nvSpPr>
        <p:spPr>
          <a:xfrm>
            <a:off x="2974619" y="2801895"/>
            <a:ext cx="28398" cy="28398"/>
          </a:xfrm>
          <a:prstGeom prst="ellipse">
            <a:avLst/>
          </a:prstGeom>
          <a:solidFill>
            <a:srgbClr val="7F8C97">
              <a:alpha val="48000"/>
            </a:srgbClr>
          </a:solidFill>
          <a:ln w="0">
            <a:noFill/>
            <a:prstDash val="solid"/>
          </a:ln>
        </p:spPr>
      </p:sp>
      <p:sp>
        <p:nvSpPr>
          <p:cNvPr id="942" name="03_assume_matched_6239">
            <a:extLst>
              <a:ext uri="{FF2B5EF4-FFF2-40B4-BE49-F238E27FC236}">
                <a16:creationId xmlns:a16="http://schemas.microsoft.com/office/drawing/2014/main" id="{01158825-F246-4EF5-B85C-7B3BD2A26E02}"/>
              </a:ext>
            </a:extLst>
          </p:cNvPr>
          <p:cNvSpPr>
            <a:spLocks noGrp="1"/>
          </p:cNvSpPr>
          <p:nvPr/>
        </p:nvSpPr>
        <p:spPr>
          <a:xfrm>
            <a:off x="3005271" y="3120914"/>
            <a:ext cx="28398" cy="28398"/>
          </a:xfrm>
          <a:prstGeom prst="ellipse">
            <a:avLst/>
          </a:prstGeom>
          <a:solidFill>
            <a:srgbClr val="7F8C97">
              <a:alpha val="48000"/>
            </a:srgbClr>
          </a:solidFill>
          <a:ln w="0">
            <a:noFill/>
            <a:prstDash val="solid"/>
          </a:ln>
        </p:spPr>
      </p:sp>
      <p:sp>
        <p:nvSpPr>
          <p:cNvPr id="943" name="03_assume_matched_6240">
            <a:extLst>
              <a:ext uri="{FF2B5EF4-FFF2-40B4-BE49-F238E27FC236}">
                <a16:creationId xmlns:a16="http://schemas.microsoft.com/office/drawing/2014/main" id="{4A3D59CC-EBFE-4BDD-9DF2-6A478E3D3334}"/>
              </a:ext>
            </a:extLst>
          </p:cNvPr>
          <p:cNvSpPr>
            <a:spLocks noGrp="1"/>
          </p:cNvSpPr>
          <p:nvPr/>
        </p:nvSpPr>
        <p:spPr>
          <a:xfrm>
            <a:off x="2974331" y="3120914"/>
            <a:ext cx="28398" cy="28398"/>
          </a:xfrm>
          <a:prstGeom prst="ellipse">
            <a:avLst/>
          </a:prstGeom>
          <a:solidFill>
            <a:srgbClr val="7F8C97">
              <a:alpha val="48000"/>
            </a:srgbClr>
          </a:solidFill>
          <a:ln w="0">
            <a:noFill/>
            <a:prstDash val="solid"/>
          </a:ln>
        </p:spPr>
      </p:sp>
      <p:sp>
        <p:nvSpPr>
          <p:cNvPr id="944" name="03_assume_matched_6241">
            <a:extLst>
              <a:ext uri="{FF2B5EF4-FFF2-40B4-BE49-F238E27FC236}">
                <a16:creationId xmlns:a16="http://schemas.microsoft.com/office/drawing/2014/main" id="{46329957-3D30-4A27-8807-2C4079F63903}"/>
              </a:ext>
            </a:extLst>
          </p:cNvPr>
          <p:cNvSpPr>
            <a:spLocks noGrp="1"/>
          </p:cNvSpPr>
          <p:nvPr/>
        </p:nvSpPr>
        <p:spPr>
          <a:xfrm>
            <a:off x="3055640" y="2828480"/>
            <a:ext cx="28398" cy="28398"/>
          </a:xfrm>
          <a:prstGeom prst="ellipse">
            <a:avLst/>
          </a:prstGeom>
          <a:solidFill>
            <a:srgbClr val="7F8C97">
              <a:alpha val="48000"/>
            </a:srgbClr>
          </a:solidFill>
          <a:ln w="0">
            <a:noFill/>
            <a:prstDash val="solid"/>
          </a:ln>
        </p:spPr>
      </p:sp>
      <p:sp>
        <p:nvSpPr>
          <p:cNvPr id="945" name="03_assume_matched_6242">
            <a:extLst>
              <a:ext uri="{FF2B5EF4-FFF2-40B4-BE49-F238E27FC236}">
                <a16:creationId xmlns:a16="http://schemas.microsoft.com/office/drawing/2014/main" id="{735DD25B-573A-4FFD-8618-87EFD6AD8C30}"/>
              </a:ext>
            </a:extLst>
          </p:cNvPr>
          <p:cNvSpPr>
            <a:spLocks noGrp="1"/>
          </p:cNvSpPr>
          <p:nvPr/>
        </p:nvSpPr>
        <p:spPr>
          <a:xfrm>
            <a:off x="3036931" y="3120914"/>
            <a:ext cx="28398" cy="28398"/>
          </a:xfrm>
          <a:prstGeom prst="ellipse">
            <a:avLst/>
          </a:prstGeom>
          <a:solidFill>
            <a:srgbClr val="7F8C97">
              <a:alpha val="48000"/>
            </a:srgbClr>
          </a:solidFill>
          <a:ln w="0">
            <a:noFill/>
            <a:prstDash val="solid"/>
          </a:ln>
        </p:spPr>
      </p:sp>
      <p:sp>
        <p:nvSpPr>
          <p:cNvPr id="946" name="03_assume_matched_6243">
            <a:extLst>
              <a:ext uri="{FF2B5EF4-FFF2-40B4-BE49-F238E27FC236}">
                <a16:creationId xmlns:a16="http://schemas.microsoft.com/office/drawing/2014/main" id="{5F1E407F-C9A7-4EFE-AB8E-4D6C8F1C522D}"/>
              </a:ext>
            </a:extLst>
          </p:cNvPr>
          <p:cNvSpPr>
            <a:spLocks noGrp="1"/>
          </p:cNvSpPr>
          <p:nvPr/>
        </p:nvSpPr>
        <p:spPr>
          <a:xfrm>
            <a:off x="3021677" y="3120914"/>
            <a:ext cx="28398" cy="28398"/>
          </a:xfrm>
          <a:prstGeom prst="ellipse">
            <a:avLst/>
          </a:prstGeom>
          <a:solidFill>
            <a:srgbClr val="7F8C97">
              <a:alpha val="48000"/>
            </a:srgbClr>
          </a:solidFill>
          <a:ln w="0">
            <a:noFill/>
            <a:prstDash val="solid"/>
          </a:ln>
        </p:spPr>
      </p:sp>
      <p:sp>
        <p:nvSpPr>
          <p:cNvPr id="947" name="03_assume_matched_6244">
            <a:extLst>
              <a:ext uri="{FF2B5EF4-FFF2-40B4-BE49-F238E27FC236}">
                <a16:creationId xmlns:a16="http://schemas.microsoft.com/office/drawing/2014/main" id="{4C4AA40A-7A08-46D9-A17C-23B2302D58D8}"/>
              </a:ext>
            </a:extLst>
          </p:cNvPr>
          <p:cNvSpPr>
            <a:spLocks noGrp="1"/>
          </p:cNvSpPr>
          <p:nvPr/>
        </p:nvSpPr>
        <p:spPr>
          <a:xfrm>
            <a:off x="3007430" y="3120914"/>
            <a:ext cx="28398" cy="28398"/>
          </a:xfrm>
          <a:prstGeom prst="ellipse">
            <a:avLst/>
          </a:prstGeom>
          <a:solidFill>
            <a:srgbClr val="7F8C97">
              <a:alpha val="48000"/>
            </a:srgbClr>
          </a:solidFill>
          <a:ln w="0">
            <a:noFill/>
            <a:prstDash val="solid"/>
          </a:ln>
        </p:spPr>
      </p:sp>
      <p:sp>
        <p:nvSpPr>
          <p:cNvPr id="948" name="03_assume_matched_6245">
            <a:extLst>
              <a:ext uri="{FF2B5EF4-FFF2-40B4-BE49-F238E27FC236}">
                <a16:creationId xmlns:a16="http://schemas.microsoft.com/office/drawing/2014/main" id="{F0BFB604-B072-4014-8493-C0C0022A45C1}"/>
              </a:ext>
            </a:extLst>
          </p:cNvPr>
          <p:cNvSpPr>
            <a:spLocks noGrp="1"/>
          </p:cNvSpPr>
          <p:nvPr/>
        </p:nvSpPr>
        <p:spPr>
          <a:xfrm>
            <a:off x="3023836" y="2536045"/>
            <a:ext cx="28398" cy="28398"/>
          </a:xfrm>
          <a:prstGeom prst="ellipse">
            <a:avLst/>
          </a:prstGeom>
          <a:solidFill>
            <a:srgbClr val="7F8C97">
              <a:alpha val="48000"/>
            </a:srgbClr>
          </a:solidFill>
          <a:ln w="0">
            <a:noFill/>
            <a:prstDash val="solid"/>
          </a:ln>
        </p:spPr>
      </p:sp>
      <p:sp>
        <p:nvSpPr>
          <p:cNvPr id="949" name="03_assume_matched_6246">
            <a:extLst>
              <a:ext uri="{FF2B5EF4-FFF2-40B4-BE49-F238E27FC236}">
                <a16:creationId xmlns:a16="http://schemas.microsoft.com/office/drawing/2014/main" id="{DA0DBFD3-8FCC-49AB-B3FF-44E86893CEA2}"/>
              </a:ext>
            </a:extLst>
          </p:cNvPr>
          <p:cNvSpPr>
            <a:spLocks noGrp="1"/>
          </p:cNvSpPr>
          <p:nvPr/>
        </p:nvSpPr>
        <p:spPr>
          <a:xfrm>
            <a:off x="3109030" y="2974697"/>
            <a:ext cx="28398" cy="28398"/>
          </a:xfrm>
          <a:prstGeom prst="ellipse">
            <a:avLst/>
          </a:prstGeom>
          <a:solidFill>
            <a:srgbClr val="7F8C97">
              <a:alpha val="48000"/>
            </a:srgbClr>
          </a:solidFill>
          <a:ln w="0">
            <a:noFill/>
            <a:prstDash val="solid"/>
          </a:ln>
        </p:spPr>
      </p:sp>
      <p:sp>
        <p:nvSpPr>
          <p:cNvPr id="950" name="03_assume_matched_6247">
            <a:extLst>
              <a:ext uri="{FF2B5EF4-FFF2-40B4-BE49-F238E27FC236}">
                <a16:creationId xmlns:a16="http://schemas.microsoft.com/office/drawing/2014/main" id="{F2363AC9-6AC3-4CFB-A4BF-59B407CE0CE7}"/>
              </a:ext>
            </a:extLst>
          </p:cNvPr>
          <p:cNvSpPr>
            <a:spLocks noGrp="1"/>
          </p:cNvSpPr>
          <p:nvPr/>
        </p:nvSpPr>
        <p:spPr>
          <a:xfrm>
            <a:off x="3063986" y="2536045"/>
            <a:ext cx="28398" cy="28398"/>
          </a:xfrm>
          <a:prstGeom prst="ellipse">
            <a:avLst/>
          </a:prstGeom>
          <a:solidFill>
            <a:srgbClr val="7F8C97">
              <a:alpha val="48000"/>
            </a:srgbClr>
          </a:solidFill>
          <a:ln w="0">
            <a:noFill/>
            <a:prstDash val="solid"/>
          </a:ln>
        </p:spPr>
      </p:sp>
      <p:sp>
        <p:nvSpPr>
          <p:cNvPr id="951" name="03_assume_matched_6248">
            <a:extLst>
              <a:ext uri="{FF2B5EF4-FFF2-40B4-BE49-F238E27FC236}">
                <a16:creationId xmlns:a16="http://schemas.microsoft.com/office/drawing/2014/main" id="{3A073671-D4E7-4C2C-8499-B72F429E7571}"/>
              </a:ext>
            </a:extLst>
          </p:cNvPr>
          <p:cNvSpPr>
            <a:spLocks noGrp="1"/>
          </p:cNvSpPr>
          <p:nvPr/>
        </p:nvSpPr>
        <p:spPr>
          <a:xfrm>
            <a:off x="3073772" y="3120914"/>
            <a:ext cx="28398" cy="28398"/>
          </a:xfrm>
          <a:prstGeom prst="ellipse">
            <a:avLst/>
          </a:prstGeom>
          <a:solidFill>
            <a:srgbClr val="7F8C97">
              <a:alpha val="48000"/>
            </a:srgbClr>
          </a:solidFill>
          <a:ln w="0">
            <a:noFill/>
            <a:prstDash val="solid"/>
          </a:ln>
        </p:spPr>
      </p:sp>
      <p:sp>
        <p:nvSpPr>
          <p:cNvPr id="952" name="03_assume_matched_6249">
            <a:extLst>
              <a:ext uri="{FF2B5EF4-FFF2-40B4-BE49-F238E27FC236}">
                <a16:creationId xmlns:a16="http://schemas.microsoft.com/office/drawing/2014/main" id="{D6B80A44-9D56-44E3-A7C2-88BF5971E9AA}"/>
              </a:ext>
            </a:extLst>
          </p:cNvPr>
          <p:cNvSpPr>
            <a:spLocks noGrp="1"/>
          </p:cNvSpPr>
          <p:nvPr/>
        </p:nvSpPr>
        <p:spPr>
          <a:xfrm>
            <a:off x="3010596" y="2990943"/>
            <a:ext cx="28398" cy="28398"/>
          </a:xfrm>
          <a:prstGeom prst="ellipse">
            <a:avLst/>
          </a:prstGeom>
          <a:solidFill>
            <a:srgbClr val="7F8C97">
              <a:alpha val="48000"/>
            </a:srgbClr>
          </a:solidFill>
          <a:ln w="0">
            <a:noFill/>
            <a:prstDash val="solid"/>
          </a:ln>
        </p:spPr>
      </p:sp>
      <p:sp>
        <p:nvSpPr>
          <p:cNvPr id="953" name="03_assume_matched_6250">
            <a:extLst>
              <a:ext uri="{FF2B5EF4-FFF2-40B4-BE49-F238E27FC236}">
                <a16:creationId xmlns:a16="http://schemas.microsoft.com/office/drawing/2014/main" id="{41CAA34B-4FE9-4011-9377-3D2DC7F20FC9}"/>
              </a:ext>
            </a:extLst>
          </p:cNvPr>
          <p:cNvSpPr>
            <a:spLocks noGrp="1"/>
          </p:cNvSpPr>
          <p:nvPr/>
        </p:nvSpPr>
        <p:spPr>
          <a:xfrm>
            <a:off x="3100971" y="3120914"/>
            <a:ext cx="28398" cy="28398"/>
          </a:xfrm>
          <a:prstGeom prst="ellipse">
            <a:avLst/>
          </a:prstGeom>
          <a:solidFill>
            <a:srgbClr val="7F8C97">
              <a:alpha val="48000"/>
            </a:srgbClr>
          </a:solidFill>
          <a:ln w="0">
            <a:noFill/>
            <a:prstDash val="solid"/>
          </a:ln>
        </p:spPr>
      </p:sp>
      <p:sp>
        <p:nvSpPr>
          <p:cNvPr id="954" name="03_assume_matched_6251">
            <a:extLst>
              <a:ext uri="{FF2B5EF4-FFF2-40B4-BE49-F238E27FC236}">
                <a16:creationId xmlns:a16="http://schemas.microsoft.com/office/drawing/2014/main" id="{80D42658-58C4-4846-B921-00ED1FA764EF}"/>
              </a:ext>
            </a:extLst>
          </p:cNvPr>
          <p:cNvSpPr>
            <a:spLocks noGrp="1"/>
          </p:cNvSpPr>
          <p:nvPr/>
        </p:nvSpPr>
        <p:spPr>
          <a:xfrm>
            <a:off x="3074060" y="2536045"/>
            <a:ext cx="28398" cy="28398"/>
          </a:xfrm>
          <a:prstGeom prst="ellipse">
            <a:avLst/>
          </a:prstGeom>
          <a:solidFill>
            <a:srgbClr val="7F8C97">
              <a:alpha val="48000"/>
            </a:srgbClr>
          </a:solidFill>
          <a:ln w="0">
            <a:noFill/>
            <a:prstDash val="solid"/>
          </a:ln>
        </p:spPr>
      </p:sp>
      <p:sp>
        <p:nvSpPr>
          <p:cNvPr id="955" name="03_assume_matched_6252">
            <a:extLst>
              <a:ext uri="{FF2B5EF4-FFF2-40B4-BE49-F238E27FC236}">
                <a16:creationId xmlns:a16="http://schemas.microsoft.com/office/drawing/2014/main" id="{159CFB6D-7540-4335-A1CD-9DD6308F4375}"/>
              </a:ext>
            </a:extLst>
          </p:cNvPr>
          <p:cNvSpPr>
            <a:spLocks noGrp="1"/>
          </p:cNvSpPr>
          <p:nvPr/>
        </p:nvSpPr>
        <p:spPr>
          <a:xfrm>
            <a:off x="2991888" y="3120914"/>
            <a:ext cx="28398" cy="28398"/>
          </a:xfrm>
          <a:prstGeom prst="ellipse">
            <a:avLst/>
          </a:prstGeom>
          <a:solidFill>
            <a:srgbClr val="7F8C97">
              <a:alpha val="48000"/>
            </a:srgbClr>
          </a:solidFill>
          <a:ln w="0">
            <a:noFill/>
            <a:prstDash val="solid"/>
          </a:ln>
        </p:spPr>
      </p:sp>
      <p:sp>
        <p:nvSpPr>
          <p:cNvPr id="956" name="03_assume_matched_6253">
            <a:extLst>
              <a:ext uri="{FF2B5EF4-FFF2-40B4-BE49-F238E27FC236}">
                <a16:creationId xmlns:a16="http://schemas.microsoft.com/office/drawing/2014/main" id="{C449ACEC-03F9-4511-B95C-1F57B8B2371F}"/>
              </a:ext>
            </a:extLst>
          </p:cNvPr>
          <p:cNvSpPr>
            <a:spLocks noGrp="1"/>
          </p:cNvSpPr>
          <p:nvPr/>
        </p:nvSpPr>
        <p:spPr>
          <a:xfrm>
            <a:off x="2999227" y="3120914"/>
            <a:ext cx="28398" cy="28398"/>
          </a:xfrm>
          <a:prstGeom prst="ellipse">
            <a:avLst/>
          </a:prstGeom>
          <a:solidFill>
            <a:srgbClr val="7F8C97">
              <a:alpha val="48000"/>
            </a:srgbClr>
          </a:solidFill>
          <a:ln w="0">
            <a:noFill/>
            <a:prstDash val="solid"/>
          </a:ln>
        </p:spPr>
      </p:sp>
      <p:sp>
        <p:nvSpPr>
          <p:cNvPr id="957" name="03_assume_matched_6254">
            <a:extLst>
              <a:ext uri="{FF2B5EF4-FFF2-40B4-BE49-F238E27FC236}">
                <a16:creationId xmlns:a16="http://schemas.microsoft.com/office/drawing/2014/main" id="{65877664-3262-47E3-804F-C805A97A9E54}"/>
              </a:ext>
            </a:extLst>
          </p:cNvPr>
          <p:cNvSpPr>
            <a:spLocks noGrp="1"/>
          </p:cNvSpPr>
          <p:nvPr/>
        </p:nvSpPr>
        <p:spPr>
          <a:xfrm>
            <a:off x="3010452" y="2925958"/>
            <a:ext cx="28398" cy="28398"/>
          </a:xfrm>
          <a:prstGeom prst="ellipse">
            <a:avLst/>
          </a:prstGeom>
          <a:solidFill>
            <a:srgbClr val="7F8C97">
              <a:alpha val="48000"/>
            </a:srgbClr>
          </a:solidFill>
          <a:ln w="0">
            <a:noFill/>
            <a:prstDash val="solid"/>
          </a:ln>
        </p:spPr>
      </p:sp>
      <p:sp>
        <p:nvSpPr>
          <p:cNvPr id="958" name="03_assume_matched_6255">
            <a:extLst>
              <a:ext uri="{FF2B5EF4-FFF2-40B4-BE49-F238E27FC236}">
                <a16:creationId xmlns:a16="http://schemas.microsoft.com/office/drawing/2014/main" id="{F044B61B-9004-4D22-B946-1F45A47206CC}"/>
              </a:ext>
            </a:extLst>
          </p:cNvPr>
          <p:cNvSpPr>
            <a:spLocks noGrp="1"/>
          </p:cNvSpPr>
          <p:nvPr/>
        </p:nvSpPr>
        <p:spPr>
          <a:xfrm>
            <a:off x="3099820" y="3120914"/>
            <a:ext cx="28398" cy="28398"/>
          </a:xfrm>
          <a:prstGeom prst="ellipse">
            <a:avLst/>
          </a:prstGeom>
          <a:solidFill>
            <a:srgbClr val="7F8C97">
              <a:alpha val="48000"/>
            </a:srgbClr>
          </a:solidFill>
          <a:ln w="0">
            <a:noFill/>
            <a:prstDash val="solid"/>
          </a:ln>
        </p:spPr>
      </p:sp>
      <p:sp>
        <p:nvSpPr>
          <p:cNvPr id="959" name="03_assume_matched_6256">
            <a:extLst>
              <a:ext uri="{FF2B5EF4-FFF2-40B4-BE49-F238E27FC236}">
                <a16:creationId xmlns:a16="http://schemas.microsoft.com/office/drawing/2014/main" id="{DBC9313A-A278-4FBA-A5BC-68C41CAFA64E}"/>
              </a:ext>
            </a:extLst>
          </p:cNvPr>
          <p:cNvSpPr>
            <a:spLocks noGrp="1"/>
          </p:cNvSpPr>
          <p:nvPr/>
        </p:nvSpPr>
        <p:spPr>
          <a:xfrm>
            <a:off x="3012755" y="2828480"/>
            <a:ext cx="28398" cy="28398"/>
          </a:xfrm>
          <a:prstGeom prst="ellipse">
            <a:avLst/>
          </a:prstGeom>
          <a:solidFill>
            <a:srgbClr val="7F8C97">
              <a:alpha val="48000"/>
            </a:srgbClr>
          </a:solidFill>
          <a:ln w="0">
            <a:noFill/>
            <a:prstDash val="solid"/>
          </a:ln>
        </p:spPr>
      </p:sp>
      <p:sp>
        <p:nvSpPr>
          <p:cNvPr id="960" name="03_assume_matched_6257">
            <a:extLst>
              <a:ext uri="{FF2B5EF4-FFF2-40B4-BE49-F238E27FC236}">
                <a16:creationId xmlns:a16="http://schemas.microsoft.com/office/drawing/2014/main" id="{1E2ADE21-063F-438B-82B7-3FB020D05244}"/>
              </a:ext>
            </a:extLst>
          </p:cNvPr>
          <p:cNvSpPr>
            <a:spLocks noGrp="1"/>
          </p:cNvSpPr>
          <p:nvPr/>
        </p:nvSpPr>
        <p:spPr>
          <a:xfrm>
            <a:off x="3091761" y="3120914"/>
            <a:ext cx="28398" cy="28398"/>
          </a:xfrm>
          <a:prstGeom prst="ellipse">
            <a:avLst/>
          </a:prstGeom>
          <a:solidFill>
            <a:srgbClr val="7F8C97">
              <a:alpha val="48000"/>
            </a:srgbClr>
          </a:solidFill>
          <a:ln w="0">
            <a:noFill/>
            <a:prstDash val="solid"/>
          </a:ln>
        </p:spPr>
      </p:sp>
      <p:sp>
        <p:nvSpPr>
          <p:cNvPr id="961" name="03_assume_matched_6258">
            <a:extLst>
              <a:ext uri="{FF2B5EF4-FFF2-40B4-BE49-F238E27FC236}">
                <a16:creationId xmlns:a16="http://schemas.microsoft.com/office/drawing/2014/main" id="{0FE6E443-8BAB-4D7C-A843-BE5D06EC0BD5}"/>
              </a:ext>
            </a:extLst>
          </p:cNvPr>
          <p:cNvSpPr>
            <a:spLocks noGrp="1"/>
          </p:cNvSpPr>
          <p:nvPr/>
        </p:nvSpPr>
        <p:spPr>
          <a:xfrm>
            <a:off x="3092912" y="2536045"/>
            <a:ext cx="28398" cy="28398"/>
          </a:xfrm>
          <a:prstGeom prst="ellipse">
            <a:avLst/>
          </a:prstGeom>
          <a:solidFill>
            <a:srgbClr val="7F8C97">
              <a:alpha val="48000"/>
            </a:srgbClr>
          </a:solidFill>
          <a:ln w="0">
            <a:noFill/>
            <a:prstDash val="solid"/>
          </a:ln>
        </p:spPr>
      </p:sp>
      <p:sp>
        <p:nvSpPr>
          <p:cNvPr id="962" name="03_assume_matched_6259">
            <a:extLst>
              <a:ext uri="{FF2B5EF4-FFF2-40B4-BE49-F238E27FC236}">
                <a16:creationId xmlns:a16="http://schemas.microsoft.com/office/drawing/2014/main" id="{353A2036-FAC0-4603-B150-4538DCF2FC20}"/>
              </a:ext>
            </a:extLst>
          </p:cNvPr>
          <p:cNvSpPr>
            <a:spLocks noGrp="1"/>
          </p:cNvSpPr>
          <p:nvPr/>
        </p:nvSpPr>
        <p:spPr>
          <a:xfrm>
            <a:off x="3096654" y="3120914"/>
            <a:ext cx="28398" cy="28398"/>
          </a:xfrm>
          <a:prstGeom prst="ellipse">
            <a:avLst/>
          </a:prstGeom>
          <a:solidFill>
            <a:srgbClr val="7F8C97">
              <a:alpha val="48000"/>
            </a:srgbClr>
          </a:solidFill>
          <a:ln w="0">
            <a:noFill/>
            <a:prstDash val="solid"/>
          </a:ln>
        </p:spPr>
      </p:sp>
      <p:sp>
        <p:nvSpPr>
          <p:cNvPr id="963" name="03_assume_matched_6260">
            <a:extLst>
              <a:ext uri="{FF2B5EF4-FFF2-40B4-BE49-F238E27FC236}">
                <a16:creationId xmlns:a16="http://schemas.microsoft.com/office/drawing/2014/main" id="{94878A7E-2BE0-45AD-8E4E-A5560D976E08}"/>
              </a:ext>
            </a:extLst>
          </p:cNvPr>
          <p:cNvSpPr>
            <a:spLocks noGrp="1"/>
          </p:cNvSpPr>
          <p:nvPr/>
        </p:nvSpPr>
        <p:spPr>
          <a:xfrm>
            <a:off x="3013906" y="3120914"/>
            <a:ext cx="28398" cy="28398"/>
          </a:xfrm>
          <a:prstGeom prst="ellipse">
            <a:avLst/>
          </a:prstGeom>
          <a:solidFill>
            <a:srgbClr val="7F8C97">
              <a:alpha val="48000"/>
            </a:srgbClr>
          </a:solidFill>
          <a:ln w="0">
            <a:noFill/>
            <a:prstDash val="solid"/>
          </a:ln>
        </p:spPr>
      </p:sp>
      <p:sp>
        <p:nvSpPr>
          <p:cNvPr id="964" name="03_assume_matched_6261">
            <a:extLst>
              <a:ext uri="{FF2B5EF4-FFF2-40B4-BE49-F238E27FC236}">
                <a16:creationId xmlns:a16="http://schemas.microsoft.com/office/drawing/2014/main" id="{EB2BB7EC-C669-457B-B62E-7AC2B1562787}"/>
              </a:ext>
            </a:extLst>
          </p:cNvPr>
          <p:cNvSpPr>
            <a:spLocks noGrp="1"/>
          </p:cNvSpPr>
          <p:nvPr/>
        </p:nvSpPr>
        <p:spPr>
          <a:xfrm>
            <a:off x="2992176" y="2536045"/>
            <a:ext cx="28398" cy="28398"/>
          </a:xfrm>
          <a:prstGeom prst="ellipse">
            <a:avLst/>
          </a:prstGeom>
          <a:solidFill>
            <a:srgbClr val="7F8C97">
              <a:alpha val="48000"/>
            </a:srgbClr>
          </a:solidFill>
          <a:ln w="0">
            <a:noFill/>
            <a:prstDash val="solid"/>
          </a:ln>
        </p:spPr>
      </p:sp>
      <p:sp>
        <p:nvSpPr>
          <p:cNvPr id="965" name="03_assume_matched_6262">
            <a:extLst>
              <a:ext uri="{FF2B5EF4-FFF2-40B4-BE49-F238E27FC236}">
                <a16:creationId xmlns:a16="http://schemas.microsoft.com/office/drawing/2014/main" id="{CBFF4040-43B3-44B2-9314-16670262C6E9}"/>
              </a:ext>
            </a:extLst>
          </p:cNvPr>
          <p:cNvSpPr>
            <a:spLocks noGrp="1"/>
          </p:cNvSpPr>
          <p:nvPr/>
        </p:nvSpPr>
        <p:spPr>
          <a:xfrm>
            <a:off x="3075931" y="2536045"/>
            <a:ext cx="28398" cy="28398"/>
          </a:xfrm>
          <a:prstGeom prst="ellipse">
            <a:avLst/>
          </a:prstGeom>
          <a:solidFill>
            <a:srgbClr val="7F8C97">
              <a:alpha val="48000"/>
            </a:srgbClr>
          </a:solidFill>
          <a:ln w="0">
            <a:noFill/>
            <a:prstDash val="solid"/>
          </a:ln>
        </p:spPr>
      </p:sp>
      <p:sp>
        <p:nvSpPr>
          <p:cNvPr id="966" name="03_assume_matched_6263">
            <a:extLst>
              <a:ext uri="{FF2B5EF4-FFF2-40B4-BE49-F238E27FC236}">
                <a16:creationId xmlns:a16="http://schemas.microsoft.com/office/drawing/2014/main" id="{96F5296F-1020-4801-83FA-F26C868B2739}"/>
              </a:ext>
            </a:extLst>
          </p:cNvPr>
          <p:cNvSpPr>
            <a:spLocks noGrp="1"/>
          </p:cNvSpPr>
          <p:nvPr/>
        </p:nvSpPr>
        <p:spPr>
          <a:xfrm>
            <a:off x="2985412" y="3120914"/>
            <a:ext cx="28398" cy="28398"/>
          </a:xfrm>
          <a:prstGeom prst="ellipse">
            <a:avLst/>
          </a:prstGeom>
          <a:solidFill>
            <a:srgbClr val="7F8C97">
              <a:alpha val="48000"/>
            </a:srgbClr>
          </a:solidFill>
          <a:ln w="0">
            <a:noFill/>
            <a:prstDash val="solid"/>
          </a:ln>
        </p:spPr>
      </p:sp>
      <p:sp>
        <p:nvSpPr>
          <p:cNvPr id="967" name="03_assume_matched_6264">
            <a:extLst>
              <a:ext uri="{FF2B5EF4-FFF2-40B4-BE49-F238E27FC236}">
                <a16:creationId xmlns:a16="http://schemas.microsoft.com/office/drawing/2014/main" id="{F8D3EAE7-3158-45B5-9953-6C0B0071956F}"/>
              </a:ext>
            </a:extLst>
          </p:cNvPr>
          <p:cNvSpPr>
            <a:spLocks noGrp="1"/>
          </p:cNvSpPr>
          <p:nvPr/>
        </p:nvSpPr>
        <p:spPr>
          <a:xfrm>
            <a:off x="3079528" y="2536045"/>
            <a:ext cx="28398" cy="28398"/>
          </a:xfrm>
          <a:prstGeom prst="ellipse">
            <a:avLst/>
          </a:prstGeom>
          <a:solidFill>
            <a:srgbClr val="7F8C97">
              <a:alpha val="48000"/>
            </a:srgbClr>
          </a:solidFill>
          <a:ln w="0">
            <a:noFill/>
            <a:prstDash val="solid"/>
          </a:ln>
        </p:spPr>
      </p:sp>
      <p:sp>
        <p:nvSpPr>
          <p:cNvPr id="968" name="03_assume_matched_6265">
            <a:extLst>
              <a:ext uri="{FF2B5EF4-FFF2-40B4-BE49-F238E27FC236}">
                <a16:creationId xmlns:a16="http://schemas.microsoft.com/office/drawing/2014/main" id="{62760499-A923-418F-B715-D52825CADC49}"/>
              </a:ext>
            </a:extLst>
          </p:cNvPr>
          <p:cNvSpPr>
            <a:spLocks noGrp="1"/>
          </p:cNvSpPr>
          <p:nvPr/>
        </p:nvSpPr>
        <p:spPr>
          <a:xfrm>
            <a:off x="2986707" y="3120914"/>
            <a:ext cx="28398" cy="28398"/>
          </a:xfrm>
          <a:prstGeom prst="ellipse">
            <a:avLst/>
          </a:prstGeom>
          <a:solidFill>
            <a:srgbClr val="7F8C97">
              <a:alpha val="48000"/>
            </a:srgbClr>
          </a:solidFill>
          <a:ln w="0">
            <a:noFill/>
            <a:prstDash val="solid"/>
          </a:ln>
        </p:spPr>
      </p:sp>
      <p:sp>
        <p:nvSpPr>
          <p:cNvPr id="969" name="03_assume_matched_6266">
            <a:extLst>
              <a:ext uri="{FF2B5EF4-FFF2-40B4-BE49-F238E27FC236}">
                <a16:creationId xmlns:a16="http://schemas.microsoft.com/office/drawing/2014/main" id="{BC11ED3C-5415-4A0E-80AB-EBF791753A1B}"/>
              </a:ext>
            </a:extLst>
          </p:cNvPr>
          <p:cNvSpPr>
            <a:spLocks noGrp="1"/>
          </p:cNvSpPr>
          <p:nvPr/>
        </p:nvSpPr>
        <p:spPr>
          <a:xfrm>
            <a:off x="3107159" y="2536045"/>
            <a:ext cx="28398" cy="28398"/>
          </a:xfrm>
          <a:prstGeom prst="ellipse">
            <a:avLst/>
          </a:prstGeom>
          <a:solidFill>
            <a:srgbClr val="7F8C97">
              <a:alpha val="48000"/>
            </a:srgbClr>
          </a:solidFill>
          <a:ln w="0">
            <a:noFill/>
            <a:prstDash val="solid"/>
          </a:ln>
        </p:spPr>
      </p:sp>
      <p:sp>
        <p:nvSpPr>
          <p:cNvPr id="970" name="03_assume_matched_6267">
            <a:extLst>
              <a:ext uri="{FF2B5EF4-FFF2-40B4-BE49-F238E27FC236}">
                <a16:creationId xmlns:a16="http://schemas.microsoft.com/office/drawing/2014/main" id="{CBAC18DD-BD5B-4160-9249-C98B161092A4}"/>
              </a:ext>
            </a:extLst>
          </p:cNvPr>
          <p:cNvSpPr>
            <a:spLocks noGrp="1"/>
          </p:cNvSpPr>
          <p:nvPr/>
        </p:nvSpPr>
        <p:spPr>
          <a:xfrm>
            <a:off x="3085141" y="2536045"/>
            <a:ext cx="28398" cy="28398"/>
          </a:xfrm>
          <a:prstGeom prst="ellipse">
            <a:avLst/>
          </a:prstGeom>
          <a:solidFill>
            <a:srgbClr val="7F8C97">
              <a:alpha val="48000"/>
            </a:srgbClr>
          </a:solidFill>
          <a:ln w="0">
            <a:noFill/>
            <a:prstDash val="solid"/>
          </a:ln>
        </p:spPr>
      </p:sp>
      <p:sp>
        <p:nvSpPr>
          <p:cNvPr id="971" name="03_assume_matched_6268">
            <a:extLst>
              <a:ext uri="{FF2B5EF4-FFF2-40B4-BE49-F238E27FC236}">
                <a16:creationId xmlns:a16="http://schemas.microsoft.com/office/drawing/2014/main" id="{38A8DB6D-DC90-473C-A4D9-9DDD09230738}"/>
              </a:ext>
            </a:extLst>
          </p:cNvPr>
          <p:cNvSpPr>
            <a:spLocks noGrp="1"/>
          </p:cNvSpPr>
          <p:nvPr/>
        </p:nvSpPr>
        <p:spPr>
          <a:xfrm>
            <a:off x="3033046" y="2536045"/>
            <a:ext cx="28398" cy="28398"/>
          </a:xfrm>
          <a:prstGeom prst="ellipse">
            <a:avLst/>
          </a:prstGeom>
          <a:solidFill>
            <a:srgbClr val="7F8C97">
              <a:alpha val="48000"/>
            </a:srgbClr>
          </a:solidFill>
          <a:ln w="0">
            <a:noFill/>
            <a:prstDash val="solid"/>
          </a:ln>
        </p:spPr>
      </p:sp>
      <p:sp>
        <p:nvSpPr>
          <p:cNvPr id="972" name="03_assume_matched_6269">
            <a:extLst>
              <a:ext uri="{FF2B5EF4-FFF2-40B4-BE49-F238E27FC236}">
                <a16:creationId xmlns:a16="http://schemas.microsoft.com/office/drawing/2014/main" id="{3C2E844F-1159-4B2F-A772-223BCECA61E4}"/>
              </a:ext>
            </a:extLst>
          </p:cNvPr>
          <p:cNvSpPr>
            <a:spLocks noGrp="1"/>
          </p:cNvSpPr>
          <p:nvPr/>
        </p:nvSpPr>
        <p:spPr>
          <a:xfrm>
            <a:off x="3008725" y="3120914"/>
            <a:ext cx="28398" cy="28398"/>
          </a:xfrm>
          <a:prstGeom prst="ellipse">
            <a:avLst/>
          </a:prstGeom>
          <a:solidFill>
            <a:srgbClr val="7F8C97">
              <a:alpha val="48000"/>
            </a:srgbClr>
          </a:solidFill>
          <a:ln w="0">
            <a:noFill/>
            <a:prstDash val="solid"/>
          </a:ln>
        </p:spPr>
      </p:sp>
      <p:sp>
        <p:nvSpPr>
          <p:cNvPr id="973" name="03_assume_matched_6270">
            <a:extLst>
              <a:ext uri="{FF2B5EF4-FFF2-40B4-BE49-F238E27FC236}">
                <a16:creationId xmlns:a16="http://schemas.microsoft.com/office/drawing/2014/main" id="{1206A711-CF54-46C0-8054-64B078CF0AFC}"/>
              </a:ext>
            </a:extLst>
          </p:cNvPr>
          <p:cNvSpPr>
            <a:spLocks noGrp="1"/>
          </p:cNvSpPr>
          <p:nvPr/>
        </p:nvSpPr>
        <p:spPr>
          <a:xfrm>
            <a:off x="3111188" y="3120914"/>
            <a:ext cx="28398" cy="28398"/>
          </a:xfrm>
          <a:prstGeom prst="ellipse">
            <a:avLst/>
          </a:prstGeom>
          <a:solidFill>
            <a:srgbClr val="7F8C97">
              <a:alpha val="48000"/>
            </a:srgbClr>
          </a:solidFill>
          <a:ln w="0">
            <a:noFill/>
            <a:prstDash val="solid"/>
          </a:ln>
        </p:spPr>
      </p:sp>
      <p:sp>
        <p:nvSpPr>
          <p:cNvPr id="974" name="03_assume_matched_6271">
            <a:extLst>
              <a:ext uri="{FF2B5EF4-FFF2-40B4-BE49-F238E27FC236}">
                <a16:creationId xmlns:a16="http://schemas.microsoft.com/office/drawing/2014/main" id="{E5C81404-B9B3-447F-9BEC-E719A090AF9D}"/>
              </a:ext>
            </a:extLst>
          </p:cNvPr>
          <p:cNvSpPr>
            <a:spLocks noGrp="1"/>
          </p:cNvSpPr>
          <p:nvPr/>
        </p:nvSpPr>
        <p:spPr>
          <a:xfrm>
            <a:off x="3058949" y="2536045"/>
            <a:ext cx="28398" cy="28398"/>
          </a:xfrm>
          <a:prstGeom prst="ellipse">
            <a:avLst/>
          </a:prstGeom>
          <a:solidFill>
            <a:srgbClr val="7F8C97">
              <a:alpha val="48000"/>
            </a:srgbClr>
          </a:solidFill>
          <a:ln w="0">
            <a:noFill/>
            <a:prstDash val="solid"/>
          </a:ln>
        </p:spPr>
      </p:sp>
      <p:sp>
        <p:nvSpPr>
          <p:cNvPr id="975" name="03_assume_matched_6272">
            <a:extLst>
              <a:ext uri="{FF2B5EF4-FFF2-40B4-BE49-F238E27FC236}">
                <a16:creationId xmlns:a16="http://schemas.microsoft.com/office/drawing/2014/main" id="{DED4B64C-41F8-4345-9270-85CB05F3F240}"/>
              </a:ext>
            </a:extLst>
          </p:cNvPr>
          <p:cNvSpPr>
            <a:spLocks noGrp="1"/>
          </p:cNvSpPr>
          <p:nvPr/>
        </p:nvSpPr>
        <p:spPr>
          <a:xfrm>
            <a:off x="3091761" y="3120914"/>
            <a:ext cx="28398" cy="28398"/>
          </a:xfrm>
          <a:prstGeom prst="ellipse">
            <a:avLst/>
          </a:prstGeom>
          <a:solidFill>
            <a:srgbClr val="7F8C97">
              <a:alpha val="48000"/>
            </a:srgbClr>
          </a:solidFill>
          <a:ln w="0">
            <a:noFill/>
            <a:prstDash val="solid"/>
          </a:ln>
        </p:spPr>
      </p:sp>
      <p:sp>
        <p:nvSpPr>
          <p:cNvPr id="976" name="03_assume_matched_6273">
            <a:extLst>
              <a:ext uri="{FF2B5EF4-FFF2-40B4-BE49-F238E27FC236}">
                <a16:creationId xmlns:a16="http://schemas.microsoft.com/office/drawing/2014/main" id="{B2DE8504-A778-4627-9839-BB807F523B4C}"/>
              </a:ext>
            </a:extLst>
          </p:cNvPr>
          <p:cNvSpPr>
            <a:spLocks noGrp="1"/>
          </p:cNvSpPr>
          <p:nvPr/>
        </p:nvSpPr>
        <p:spPr>
          <a:xfrm>
            <a:off x="2990880" y="2653019"/>
            <a:ext cx="28398" cy="28398"/>
          </a:xfrm>
          <a:prstGeom prst="ellipse">
            <a:avLst/>
          </a:prstGeom>
          <a:solidFill>
            <a:srgbClr val="7F8C97">
              <a:alpha val="48000"/>
            </a:srgbClr>
          </a:solidFill>
          <a:ln w="0">
            <a:noFill/>
            <a:prstDash val="solid"/>
          </a:ln>
        </p:spPr>
      </p:sp>
      <p:sp>
        <p:nvSpPr>
          <p:cNvPr id="977" name="03_assume_matched_6274">
            <a:extLst>
              <a:ext uri="{FF2B5EF4-FFF2-40B4-BE49-F238E27FC236}">
                <a16:creationId xmlns:a16="http://schemas.microsoft.com/office/drawing/2014/main" id="{73C93526-78C4-41A8-8740-6BF93F9D8F3B}"/>
              </a:ext>
            </a:extLst>
          </p:cNvPr>
          <p:cNvSpPr>
            <a:spLocks noGrp="1"/>
          </p:cNvSpPr>
          <p:nvPr/>
        </p:nvSpPr>
        <p:spPr>
          <a:xfrm>
            <a:off x="3082838" y="3120914"/>
            <a:ext cx="28398" cy="28398"/>
          </a:xfrm>
          <a:prstGeom prst="ellipse">
            <a:avLst/>
          </a:prstGeom>
          <a:solidFill>
            <a:srgbClr val="7F8C97">
              <a:alpha val="48000"/>
            </a:srgbClr>
          </a:solidFill>
          <a:ln w="0">
            <a:noFill/>
            <a:prstDash val="solid"/>
          </a:ln>
        </p:spPr>
      </p:sp>
      <p:sp>
        <p:nvSpPr>
          <p:cNvPr id="978" name="03_assume_matched_6275">
            <a:extLst>
              <a:ext uri="{FF2B5EF4-FFF2-40B4-BE49-F238E27FC236}">
                <a16:creationId xmlns:a16="http://schemas.microsoft.com/office/drawing/2014/main" id="{A65D2C2C-3F21-4B22-86B2-3CD233C863CE}"/>
              </a:ext>
            </a:extLst>
          </p:cNvPr>
          <p:cNvSpPr>
            <a:spLocks noGrp="1"/>
          </p:cNvSpPr>
          <p:nvPr/>
        </p:nvSpPr>
        <p:spPr>
          <a:xfrm>
            <a:off x="3061972" y="3120914"/>
            <a:ext cx="28398" cy="28398"/>
          </a:xfrm>
          <a:prstGeom prst="ellipse">
            <a:avLst/>
          </a:prstGeom>
          <a:solidFill>
            <a:srgbClr val="7F8C97">
              <a:alpha val="48000"/>
            </a:srgbClr>
          </a:solidFill>
          <a:ln w="0">
            <a:noFill/>
            <a:prstDash val="solid"/>
          </a:ln>
        </p:spPr>
      </p:sp>
      <p:sp>
        <p:nvSpPr>
          <p:cNvPr id="979" name="03_assume_matched_6276">
            <a:extLst>
              <a:ext uri="{FF2B5EF4-FFF2-40B4-BE49-F238E27FC236}">
                <a16:creationId xmlns:a16="http://schemas.microsoft.com/office/drawing/2014/main" id="{C90DDF80-44CF-4E47-8186-D2407C934F21}"/>
              </a:ext>
            </a:extLst>
          </p:cNvPr>
          <p:cNvSpPr>
            <a:spLocks noGrp="1"/>
          </p:cNvSpPr>
          <p:nvPr/>
        </p:nvSpPr>
        <p:spPr>
          <a:xfrm>
            <a:off x="2970589" y="2536045"/>
            <a:ext cx="28398" cy="28398"/>
          </a:xfrm>
          <a:prstGeom prst="ellipse">
            <a:avLst/>
          </a:prstGeom>
          <a:solidFill>
            <a:srgbClr val="7F8C97">
              <a:alpha val="48000"/>
            </a:srgbClr>
          </a:solidFill>
          <a:ln w="0">
            <a:noFill/>
            <a:prstDash val="solid"/>
          </a:ln>
        </p:spPr>
      </p:sp>
      <p:sp>
        <p:nvSpPr>
          <p:cNvPr id="980" name="03_assume_matched_6277">
            <a:extLst>
              <a:ext uri="{FF2B5EF4-FFF2-40B4-BE49-F238E27FC236}">
                <a16:creationId xmlns:a16="http://schemas.microsoft.com/office/drawing/2014/main" id="{8AAD2546-CFDA-49ED-B2E8-05D4E760EED5}"/>
              </a:ext>
            </a:extLst>
          </p:cNvPr>
          <p:cNvSpPr>
            <a:spLocks noGrp="1"/>
          </p:cNvSpPr>
          <p:nvPr/>
        </p:nvSpPr>
        <p:spPr>
          <a:xfrm>
            <a:off x="3029880" y="3120914"/>
            <a:ext cx="28398" cy="28398"/>
          </a:xfrm>
          <a:prstGeom prst="ellipse">
            <a:avLst/>
          </a:prstGeom>
          <a:solidFill>
            <a:srgbClr val="7F8C97">
              <a:alpha val="48000"/>
            </a:srgbClr>
          </a:solidFill>
          <a:ln w="0">
            <a:noFill/>
            <a:prstDash val="solid"/>
          </a:ln>
        </p:spPr>
      </p:sp>
      <p:sp>
        <p:nvSpPr>
          <p:cNvPr id="981" name="03_assume_matched_6278">
            <a:extLst>
              <a:ext uri="{FF2B5EF4-FFF2-40B4-BE49-F238E27FC236}">
                <a16:creationId xmlns:a16="http://schemas.microsoft.com/office/drawing/2014/main" id="{726CC396-945A-41E8-B4CD-E2C80BFA2198}"/>
              </a:ext>
            </a:extLst>
          </p:cNvPr>
          <p:cNvSpPr>
            <a:spLocks noGrp="1"/>
          </p:cNvSpPr>
          <p:nvPr/>
        </p:nvSpPr>
        <p:spPr>
          <a:xfrm>
            <a:off x="3012035" y="3120914"/>
            <a:ext cx="28398" cy="28398"/>
          </a:xfrm>
          <a:prstGeom prst="ellipse">
            <a:avLst/>
          </a:prstGeom>
          <a:solidFill>
            <a:srgbClr val="7F8C97">
              <a:alpha val="48000"/>
            </a:srgbClr>
          </a:solidFill>
          <a:ln w="0">
            <a:noFill/>
            <a:prstDash val="solid"/>
          </a:ln>
        </p:spPr>
      </p:sp>
      <p:sp>
        <p:nvSpPr>
          <p:cNvPr id="982" name="03_assume_matched_6279">
            <a:extLst>
              <a:ext uri="{FF2B5EF4-FFF2-40B4-BE49-F238E27FC236}">
                <a16:creationId xmlns:a16="http://schemas.microsoft.com/office/drawing/2014/main" id="{8DE78ECD-2D2E-46C6-A3B3-04A64E410A39}"/>
              </a:ext>
            </a:extLst>
          </p:cNvPr>
          <p:cNvSpPr>
            <a:spLocks noGrp="1"/>
          </p:cNvSpPr>
          <p:nvPr/>
        </p:nvSpPr>
        <p:spPr>
          <a:xfrm>
            <a:off x="3044271" y="2633523"/>
            <a:ext cx="28398" cy="28398"/>
          </a:xfrm>
          <a:prstGeom prst="ellipse">
            <a:avLst/>
          </a:prstGeom>
          <a:solidFill>
            <a:srgbClr val="7F8C97">
              <a:alpha val="48000"/>
            </a:srgbClr>
          </a:solidFill>
          <a:ln w="0">
            <a:noFill/>
            <a:prstDash val="solid"/>
          </a:ln>
        </p:spPr>
      </p:sp>
      <p:sp>
        <p:nvSpPr>
          <p:cNvPr id="983" name="03_assume_matched_6280">
            <a:extLst>
              <a:ext uri="{FF2B5EF4-FFF2-40B4-BE49-F238E27FC236}">
                <a16:creationId xmlns:a16="http://schemas.microsoft.com/office/drawing/2014/main" id="{5F205CA5-1D12-41EE-8A34-C1F08F29CE50}"/>
              </a:ext>
            </a:extLst>
          </p:cNvPr>
          <p:cNvSpPr>
            <a:spLocks noGrp="1"/>
          </p:cNvSpPr>
          <p:nvPr/>
        </p:nvSpPr>
        <p:spPr>
          <a:xfrm>
            <a:off x="3026138" y="2974697"/>
            <a:ext cx="28398" cy="28398"/>
          </a:xfrm>
          <a:prstGeom prst="ellipse">
            <a:avLst/>
          </a:prstGeom>
          <a:solidFill>
            <a:srgbClr val="7F8C97">
              <a:alpha val="48000"/>
            </a:srgbClr>
          </a:solidFill>
          <a:ln w="0">
            <a:noFill/>
            <a:prstDash val="solid"/>
          </a:ln>
        </p:spPr>
      </p:sp>
      <p:sp>
        <p:nvSpPr>
          <p:cNvPr id="984" name="03_assume_matched_6281">
            <a:extLst>
              <a:ext uri="{FF2B5EF4-FFF2-40B4-BE49-F238E27FC236}">
                <a16:creationId xmlns:a16="http://schemas.microsoft.com/office/drawing/2014/main" id="{12F7942D-B7FC-4A9E-9D46-B799D64869D8}"/>
              </a:ext>
            </a:extLst>
          </p:cNvPr>
          <p:cNvSpPr>
            <a:spLocks noGrp="1"/>
          </p:cNvSpPr>
          <p:nvPr/>
        </p:nvSpPr>
        <p:spPr>
          <a:xfrm>
            <a:off x="3088307" y="3120914"/>
            <a:ext cx="28398" cy="28398"/>
          </a:xfrm>
          <a:prstGeom prst="ellipse">
            <a:avLst/>
          </a:prstGeom>
          <a:solidFill>
            <a:srgbClr val="7F8C97">
              <a:alpha val="48000"/>
            </a:srgbClr>
          </a:solidFill>
          <a:ln w="0">
            <a:noFill/>
            <a:prstDash val="solid"/>
          </a:ln>
        </p:spPr>
      </p:sp>
      <p:sp>
        <p:nvSpPr>
          <p:cNvPr id="985" name="03_assume_matched_6282">
            <a:extLst>
              <a:ext uri="{FF2B5EF4-FFF2-40B4-BE49-F238E27FC236}">
                <a16:creationId xmlns:a16="http://schemas.microsoft.com/office/drawing/2014/main" id="{04678CE3-9DD6-4B4D-9479-93BAA4CCFA31}"/>
              </a:ext>
            </a:extLst>
          </p:cNvPr>
          <p:cNvSpPr>
            <a:spLocks noGrp="1"/>
          </p:cNvSpPr>
          <p:nvPr/>
        </p:nvSpPr>
        <p:spPr>
          <a:xfrm>
            <a:off x="2986419" y="2711506"/>
            <a:ext cx="28398" cy="28398"/>
          </a:xfrm>
          <a:prstGeom prst="ellipse">
            <a:avLst/>
          </a:prstGeom>
          <a:solidFill>
            <a:srgbClr val="7F8C97">
              <a:alpha val="48000"/>
            </a:srgbClr>
          </a:solidFill>
          <a:ln w="0">
            <a:noFill/>
            <a:prstDash val="solid"/>
          </a:ln>
        </p:spPr>
      </p:sp>
      <p:sp>
        <p:nvSpPr>
          <p:cNvPr id="986" name="03_assume_matched_6283">
            <a:extLst>
              <a:ext uri="{FF2B5EF4-FFF2-40B4-BE49-F238E27FC236}">
                <a16:creationId xmlns:a16="http://schemas.microsoft.com/office/drawing/2014/main" id="{D10AB332-6A07-4743-81C1-EE5990549FF6}"/>
              </a:ext>
            </a:extLst>
          </p:cNvPr>
          <p:cNvSpPr>
            <a:spLocks noGrp="1"/>
          </p:cNvSpPr>
          <p:nvPr/>
        </p:nvSpPr>
        <p:spPr>
          <a:xfrm>
            <a:off x="2993039" y="3120914"/>
            <a:ext cx="28398" cy="28398"/>
          </a:xfrm>
          <a:prstGeom prst="ellipse">
            <a:avLst/>
          </a:prstGeom>
          <a:solidFill>
            <a:srgbClr val="7F8C97">
              <a:alpha val="48000"/>
            </a:srgbClr>
          </a:solidFill>
          <a:ln w="0">
            <a:noFill/>
            <a:prstDash val="solid"/>
          </a:ln>
        </p:spPr>
      </p:sp>
      <p:sp>
        <p:nvSpPr>
          <p:cNvPr id="987" name="03_assume_matched_6284">
            <a:extLst>
              <a:ext uri="{FF2B5EF4-FFF2-40B4-BE49-F238E27FC236}">
                <a16:creationId xmlns:a16="http://schemas.microsoft.com/office/drawing/2014/main" id="{AE5CA3EC-AB65-48C7-A91F-5EFEA8A59AE5}"/>
              </a:ext>
            </a:extLst>
          </p:cNvPr>
          <p:cNvSpPr>
            <a:spLocks noGrp="1"/>
          </p:cNvSpPr>
          <p:nvPr/>
        </p:nvSpPr>
        <p:spPr>
          <a:xfrm>
            <a:off x="3052905" y="2536045"/>
            <a:ext cx="28398" cy="28398"/>
          </a:xfrm>
          <a:prstGeom prst="ellipse">
            <a:avLst/>
          </a:prstGeom>
          <a:solidFill>
            <a:srgbClr val="7F8C97">
              <a:alpha val="48000"/>
            </a:srgbClr>
          </a:solidFill>
          <a:ln w="0">
            <a:noFill/>
            <a:prstDash val="solid"/>
          </a:ln>
        </p:spPr>
      </p:sp>
      <p:sp>
        <p:nvSpPr>
          <p:cNvPr id="988" name="03_assume_matched_6285">
            <a:extLst>
              <a:ext uri="{FF2B5EF4-FFF2-40B4-BE49-F238E27FC236}">
                <a16:creationId xmlns:a16="http://schemas.microsoft.com/office/drawing/2014/main" id="{72318431-CD4E-4914-A0D1-EBA284AA82E3}"/>
              </a:ext>
            </a:extLst>
          </p:cNvPr>
          <p:cNvSpPr>
            <a:spLocks noGrp="1"/>
          </p:cNvSpPr>
          <p:nvPr/>
        </p:nvSpPr>
        <p:spPr>
          <a:xfrm>
            <a:off x="3051610" y="2536045"/>
            <a:ext cx="28398" cy="28398"/>
          </a:xfrm>
          <a:prstGeom prst="ellipse">
            <a:avLst/>
          </a:prstGeom>
          <a:solidFill>
            <a:srgbClr val="7F8C97">
              <a:alpha val="48000"/>
            </a:srgbClr>
          </a:solidFill>
          <a:ln w="0">
            <a:noFill/>
            <a:prstDash val="solid"/>
          </a:ln>
        </p:spPr>
      </p:sp>
      <p:sp>
        <p:nvSpPr>
          <p:cNvPr id="989" name="03_assume_matched_6286">
            <a:extLst>
              <a:ext uri="{FF2B5EF4-FFF2-40B4-BE49-F238E27FC236}">
                <a16:creationId xmlns:a16="http://schemas.microsoft.com/office/drawing/2014/main" id="{00019653-7394-4898-8F23-AE0D85B77ACB}"/>
              </a:ext>
            </a:extLst>
          </p:cNvPr>
          <p:cNvSpPr>
            <a:spLocks noGrp="1"/>
          </p:cNvSpPr>
          <p:nvPr/>
        </p:nvSpPr>
        <p:spPr>
          <a:xfrm>
            <a:off x="3098380" y="3120914"/>
            <a:ext cx="28398" cy="28398"/>
          </a:xfrm>
          <a:prstGeom prst="ellipse">
            <a:avLst/>
          </a:prstGeom>
          <a:solidFill>
            <a:srgbClr val="7F8C97">
              <a:alpha val="48000"/>
            </a:srgbClr>
          </a:solidFill>
          <a:ln w="0">
            <a:noFill/>
            <a:prstDash val="solid"/>
          </a:ln>
        </p:spPr>
      </p:sp>
      <p:sp>
        <p:nvSpPr>
          <p:cNvPr id="990" name="03_assume_matched_6287">
            <a:extLst>
              <a:ext uri="{FF2B5EF4-FFF2-40B4-BE49-F238E27FC236}">
                <a16:creationId xmlns:a16="http://schemas.microsoft.com/office/drawing/2014/main" id="{18D98E9C-105E-478B-8007-953C585D3609}"/>
              </a:ext>
            </a:extLst>
          </p:cNvPr>
          <p:cNvSpPr>
            <a:spLocks noGrp="1"/>
          </p:cNvSpPr>
          <p:nvPr/>
        </p:nvSpPr>
        <p:spPr>
          <a:xfrm>
            <a:off x="3076650" y="2682262"/>
            <a:ext cx="28398" cy="28398"/>
          </a:xfrm>
          <a:prstGeom prst="ellipse">
            <a:avLst/>
          </a:prstGeom>
          <a:solidFill>
            <a:srgbClr val="7F8C97">
              <a:alpha val="48000"/>
            </a:srgbClr>
          </a:solidFill>
          <a:ln w="0">
            <a:noFill/>
            <a:prstDash val="solid"/>
          </a:ln>
        </p:spPr>
      </p:sp>
      <p:sp>
        <p:nvSpPr>
          <p:cNvPr id="991" name="03_assume_matched_6288">
            <a:extLst>
              <a:ext uri="{FF2B5EF4-FFF2-40B4-BE49-F238E27FC236}">
                <a16:creationId xmlns:a16="http://schemas.microsoft.com/office/drawing/2014/main" id="{5EAA84D1-8953-412D-8F35-CD16BF28CE74}"/>
              </a:ext>
            </a:extLst>
          </p:cNvPr>
          <p:cNvSpPr>
            <a:spLocks noGrp="1"/>
          </p:cNvSpPr>
          <p:nvPr/>
        </p:nvSpPr>
        <p:spPr>
          <a:xfrm>
            <a:off x="3008725" y="3120914"/>
            <a:ext cx="28398" cy="28398"/>
          </a:xfrm>
          <a:prstGeom prst="ellipse">
            <a:avLst/>
          </a:prstGeom>
          <a:solidFill>
            <a:srgbClr val="7F8C97">
              <a:alpha val="48000"/>
            </a:srgbClr>
          </a:solidFill>
          <a:ln w="0">
            <a:noFill/>
            <a:prstDash val="solid"/>
          </a:ln>
        </p:spPr>
      </p:sp>
      <p:sp>
        <p:nvSpPr>
          <p:cNvPr id="992" name="03_assume_matched_6289">
            <a:extLst>
              <a:ext uri="{FF2B5EF4-FFF2-40B4-BE49-F238E27FC236}">
                <a16:creationId xmlns:a16="http://schemas.microsoft.com/office/drawing/2014/main" id="{C7C82562-A27F-457E-ACFF-1DA23C72C8A9}"/>
              </a:ext>
            </a:extLst>
          </p:cNvPr>
          <p:cNvSpPr>
            <a:spLocks noGrp="1"/>
          </p:cNvSpPr>
          <p:nvPr/>
        </p:nvSpPr>
        <p:spPr>
          <a:xfrm>
            <a:off x="3079528" y="3120914"/>
            <a:ext cx="28398" cy="28398"/>
          </a:xfrm>
          <a:prstGeom prst="ellipse">
            <a:avLst/>
          </a:prstGeom>
          <a:solidFill>
            <a:srgbClr val="7F8C97">
              <a:alpha val="48000"/>
            </a:srgbClr>
          </a:solidFill>
          <a:ln w="0">
            <a:noFill/>
            <a:prstDash val="solid"/>
          </a:ln>
        </p:spPr>
      </p:sp>
      <p:sp>
        <p:nvSpPr>
          <p:cNvPr id="993" name="03_assume_matched_6290">
            <a:extLst>
              <a:ext uri="{FF2B5EF4-FFF2-40B4-BE49-F238E27FC236}">
                <a16:creationId xmlns:a16="http://schemas.microsoft.com/office/drawing/2014/main" id="{60ABF85B-A312-475B-95B3-4F7FD9C8B2E8}"/>
              </a:ext>
            </a:extLst>
          </p:cNvPr>
          <p:cNvSpPr>
            <a:spLocks noGrp="1"/>
          </p:cNvSpPr>
          <p:nvPr/>
        </p:nvSpPr>
        <p:spPr>
          <a:xfrm>
            <a:off x="3067872" y="3120914"/>
            <a:ext cx="28398" cy="28398"/>
          </a:xfrm>
          <a:prstGeom prst="ellipse">
            <a:avLst/>
          </a:prstGeom>
          <a:solidFill>
            <a:srgbClr val="7F8C97">
              <a:alpha val="48000"/>
            </a:srgbClr>
          </a:solidFill>
          <a:ln w="0">
            <a:noFill/>
            <a:prstDash val="solid"/>
          </a:ln>
        </p:spPr>
      </p:sp>
      <p:sp>
        <p:nvSpPr>
          <p:cNvPr id="994" name="03_assume_matched_6291">
            <a:extLst>
              <a:ext uri="{FF2B5EF4-FFF2-40B4-BE49-F238E27FC236}">
                <a16:creationId xmlns:a16="http://schemas.microsoft.com/office/drawing/2014/main" id="{0632BA0D-4884-4CC7-BD63-70E8B18CC3C8}"/>
              </a:ext>
            </a:extLst>
          </p:cNvPr>
          <p:cNvSpPr>
            <a:spLocks noGrp="1"/>
          </p:cNvSpPr>
          <p:nvPr/>
        </p:nvSpPr>
        <p:spPr>
          <a:xfrm>
            <a:off x="3074060" y="3120914"/>
            <a:ext cx="28398" cy="28398"/>
          </a:xfrm>
          <a:prstGeom prst="ellipse">
            <a:avLst/>
          </a:prstGeom>
          <a:solidFill>
            <a:srgbClr val="7F8C97">
              <a:alpha val="48000"/>
            </a:srgbClr>
          </a:solidFill>
          <a:ln w="0">
            <a:noFill/>
            <a:prstDash val="solid"/>
          </a:ln>
        </p:spPr>
      </p:sp>
      <p:sp>
        <p:nvSpPr>
          <p:cNvPr id="995" name="03_assume_matched_6292">
            <a:extLst>
              <a:ext uri="{FF2B5EF4-FFF2-40B4-BE49-F238E27FC236}">
                <a16:creationId xmlns:a16="http://schemas.microsoft.com/office/drawing/2014/main" id="{1C13341D-2560-4F26-A795-89DCA7DE951C}"/>
              </a:ext>
            </a:extLst>
          </p:cNvPr>
          <p:cNvSpPr>
            <a:spLocks noGrp="1"/>
          </p:cNvSpPr>
          <p:nvPr/>
        </p:nvSpPr>
        <p:spPr>
          <a:xfrm>
            <a:off x="3087443" y="3120914"/>
            <a:ext cx="28398" cy="28398"/>
          </a:xfrm>
          <a:prstGeom prst="ellipse">
            <a:avLst/>
          </a:prstGeom>
          <a:solidFill>
            <a:srgbClr val="7F8C97">
              <a:alpha val="48000"/>
            </a:srgbClr>
          </a:solidFill>
          <a:ln w="0">
            <a:noFill/>
            <a:prstDash val="solid"/>
          </a:ln>
        </p:spPr>
      </p:sp>
      <p:sp>
        <p:nvSpPr>
          <p:cNvPr id="996" name="03_assume_matched_6293">
            <a:extLst>
              <a:ext uri="{FF2B5EF4-FFF2-40B4-BE49-F238E27FC236}">
                <a16:creationId xmlns:a16="http://schemas.microsoft.com/office/drawing/2014/main" id="{D6F0F299-C087-48CA-AE3E-D5470CC8B5F1}"/>
              </a:ext>
            </a:extLst>
          </p:cNvPr>
          <p:cNvSpPr>
            <a:spLocks noGrp="1"/>
          </p:cNvSpPr>
          <p:nvPr/>
        </p:nvSpPr>
        <p:spPr>
          <a:xfrm>
            <a:off x="2996061" y="2536045"/>
            <a:ext cx="28398" cy="28398"/>
          </a:xfrm>
          <a:prstGeom prst="ellipse">
            <a:avLst/>
          </a:prstGeom>
          <a:solidFill>
            <a:srgbClr val="7F8C97">
              <a:alpha val="48000"/>
            </a:srgbClr>
          </a:solidFill>
          <a:ln w="0">
            <a:noFill/>
            <a:prstDash val="solid"/>
          </a:ln>
        </p:spPr>
      </p:sp>
      <p:sp>
        <p:nvSpPr>
          <p:cNvPr id="997" name="03_assume_matched_6294">
            <a:extLst>
              <a:ext uri="{FF2B5EF4-FFF2-40B4-BE49-F238E27FC236}">
                <a16:creationId xmlns:a16="http://schemas.microsoft.com/office/drawing/2014/main" id="{B82B1B33-06BE-4474-A13A-6C01C85DB77B}"/>
              </a:ext>
            </a:extLst>
          </p:cNvPr>
          <p:cNvSpPr>
            <a:spLocks noGrp="1"/>
          </p:cNvSpPr>
          <p:nvPr/>
        </p:nvSpPr>
        <p:spPr>
          <a:xfrm>
            <a:off x="2985268" y="2925958"/>
            <a:ext cx="28398" cy="28398"/>
          </a:xfrm>
          <a:prstGeom prst="ellipse">
            <a:avLst/>
          </a:prstGeom>
          <a:solidFill>
            <a:srgbClr val="7F8C97">
              <a:alpha val="48000"/>
            </a:srgbClr>
          </a:solidFill>
          <a:ln w="0">
            <a:noFill/>
            <a:prstDash val="solid"/>
          </a:ln>
        </p:spPr>
      </p:sp>
      <p:sp>
        <p:nvSpPr>
          <p:cNvPr id="998" name="03_assume_matched_6295">
            <a:extLst>
              <a:ext uri="{FF2B5EF4-FFF2-40B4-BE49-F238E27FC236}">
                <a16:creationId xmlns:a16="http://schemas.microsoft.com/office/drawing/2014/main" id="{18528D7B-296E-4249-BFAE-228849C95800}"/>
              </a:ext>
            </a:extLst>
          </p:cNvPr>
          <p:cNvSpPr>
            <a:spLocks noGrp="1"/>
          </p:cNvSpPr>
          <p:nvPr/>
        </p:nvSpPr>
        <p:spPr>
          <a:xfrm>
            <a:off x="3068160" y="2974697"/>
            <a:ext cx="28398" cy="28398"/>
          </a:xfrm>
          <a:prstGeom prst="ellipse">
            <a:avLst/>
          </a:prstGeom>
          <a:solidFill>
            <a:srgbClr val="7F8C97">
              <a:alpha val="48000"/>
            </a:srgbClr>
          </a:solidFill>
          <a:ln w="0">
            <a:noFill/>
            <a:prstDash val="solid"/>
          </a:ln>
        </p:spPr>
      </p:sp>
      <p:sp>
        <p:nvSpPr>
          <p:cNvPr id="999" name="03_assume_matched_6296">
            <a:extLst>
              <a:ext uri="{FF2B5EF4-FFF2-40B4-BE49-F238E27FC236}">
                <a16:creationId xmlns:a16="http://schemas.microsoft.com/office/drawing/2014/main" id="{9D5DD6D5-9B16-408B-86D1-7FC5A14C41B2}"/>
              </a:ext>
            </a:extLst>
          </p:cNvPr>
          <p:cNvSpPr>
            <a:spLocks noGrp="1"/>
          </p:cNvSpPr>
          <p:nvPr/>
        </p:nvSpPr>
        <p:spPr>
          <a:xfrm>
            <a:off x="3105288" y="3079138"/>
            <a:ext cx="28398" cy="28398"/>
          </a:xfrm>
          <a:prstGeom prst="ellipse">
            <a:avLst/>
          </a:prstGeom>
          <a:solidFill>
            <a:srgbClr val="7F8C97">
              <a:alpha val="48000"/>
            </a:srgbClr>
          </a:solidFill>
          <a:ln w="0">
            <a:noFill/>
            <a:prstDash val="solid"/>
          </a:ln>
        </p:spPr>
      </p:sp>
      <p:sp>
        <p:nvSpPr>
          <p:cNvPr id="1000" name="03_assume_matched_6297">
            <a:extLst>
              <a:ext uri="{FF2B5EF4-FFF2-40B4-BE49-F238E27FC236}">
                <a16:creationId xmlns:a16="http://schemas.microsoft.com/office/drawing/2014/main" id="{72A00B3E-A47A-4B31-8857-810F450DE598}"/>
              </a:ext>
            </a:extLst>
          </p:cNvPr>
          <p:cNvSpPr>
            <a:spLocks noGrp="1"/>
          </p:cNvSpPr>
          <p:nvPr/>
        </p:nvSpPr>
        <p:spPr>
          <a:xfrm>
            <a:off x="3111476" y="2536045"/>
            <a:ext cx="28398" cy="28398"/>
          </a:xfrm>
          <a:prstGeom prst="ellipse">
            <a:avLst/>
          </a:prstGeom>
          <a:solidFill>
            <a:srgbClr val="7F8C97">
              <a:alpha val="48000"/>
            </a:srgbClr>
          </a:solidFill>
          <a:ln w="0">
            <a:noFill/>
            <a:prstDash val="solid"/>
          </a:ln>
        </p:spPr>
      </p:sp>
      <p:sp>
        <p:nvSpPr>
          <p:cNvPr id="1001" name="03_assume_matched_6298">
            <a:extLst>
              <a:ext uri="{FF2B5EF4-FFF2-40B4-BE49-F238E27FC236}">
                <a16:creationId xmlns:a16="http://schemas.microsoft.com/office/drawing/2014/main" id="{78303AA7-8562-4477-A14F-312B5000148D}"/>
              </a:ext>
            </a:extLst>
          </p:cNvPr>
          <p:cNvSpPr>
            <a:spLocks noGrp="1"/>
          </p:cNvSpPr>
          <p:nvPr/>
        </p:nvSpPr>
        <p:spPr>
          <a:xfrm>
            <a:off x="3022540" y="3120914"/>
            <a:ext cx="28398" cy="28398"/>
          </a:xfrm>
          <a:prstGeom prst="ellipse">
            <a:avLst/>
          </a:prstGeom>
          <a:solidFill>
            <a:srgbClr val="7F8C97">
              <a:alpha val="48000"/>
            </a:srgbClr>
          </a:solidFill>
          <a:ln w="0">
            <a:noFill/>
            <a:prstDash val="solid"/>
          </a:ln>
        </p:spPr>
      </p:sp>
      <p:sp>
        <p:nvSpPr>
          <p:cNvPr id="1002" name="03_assume_matched_6299">
            <a:extLst>
              <a:ext uri="{FF2B5EF4-FFF2-40B4-BE49-F238E27FC236}">
                <a16:creationId xmlns:a16="http://schemas.microsoft.com/office/drawing/2014/main" id="{54C12F95-4F75-4230-A298-92ADC51D61AA}"/>
              </a:ext>
            </a:extLst>
          </p:cNvPr>
          <p:cNvSpPr>
            <a:spLocks noGrp="1"/>
          </p:cNvSpPr>
          <p:nvPr/>
        </p:nvSpPr>
        <p:spPr>
          <a:xfrm>
            <a:off x="3075355" y="2925958"/>
            <a:ext cx="28398" cy="28398"/>
          </a:xfrm>
          <a:prstGeom prst="ellipse">
            <a:avLst/>
          </a:prstGeom>
          <a:solidFill>
            <a:srgbClr val="7F8C97">
              <a:alpha val="48000"/>
            </a:srgbClr>
          </a:solidFill>
          <a:ln w="0">
            <a:noFill/>
            <a:prstDash val="solid"/>
          </a:ln>
        </p:spPr>
      </p:sp>
      <p:sp>
        <p:nvSpPr>
          <p:cNvPr id="1003" name="03_assume_matched_6300">
            <a:extLst>
              <a:ext uri="{FF2B5EF4-FFF2-40B4-BE49-F238E27FC236}">
                <a16:creationId xmlns:a16="http://schemas.microsoft.com/office/drawing/2014/main" id="{F3773DCB-FAFD-4578-8960-1ACFFC51BD43}"/>
              </a:ext>
            </a:extLst>
          </p:cNvPr>
          <p:cNvSpPr>
            <a:spLocks noGrp="1"/>
          </p:cNvSpPr>
          <p:nvPr/>
        </p:nvSpPr>
        <p:spPr>
          <a:xfrm>
            <a:off x="3086292" y="2536045"/>
            <a:ext cx="28398" cy="28398"/>
          </a:xfrm>
          <a:prstGeom prst="ellipse">
            <a:avLst/>
          </a:prstGeom>
          <a:solidFill>
            <a:srgbClr val="7F8C97">
              <a:alpha val="48000"/>
            </a:srgbClr>
          </a:solidFill>
          <a:ln w="0">
            <a:noFill/>
            <a:prstDash val="solid"/>
          </a:ln>
        </p:spPr>
      </p:sp>
      <p:sp>
        <p:nvSpPr>
          <p:cNvPr id="1004" name="03_assume_matched_6301">
            <a:extLst>
              <a:ext uri="{FF2B5EF4-FFF2-40B4-BE49-F238E27FC236}">
                <a16:creationId xmlns:a16="http://schemas.microsoft.com/office/drawing/2014/main" id="{292F7FEB-3A4D-43E7-96F9-98F5D1057D4A}"/>
              </a:ext>
            </a:extLst>
          </p:cNvPr>
          <p:cNvSpPr>
            <a:spLocks noGrp="1"/>
          </p:cNvSpPr>
          <p:nvPr/>
        </p:nvSpPr>
        <p:spPr>
          <a:xfrm>
            <a:off x="3103705" y="2536045"/>
            <a:ext cx="28398" cy="28398"/>
          </a:xfrm>
          <a:prstGeom prst="ellipse">
            <a:avLst/>
          </a:prstGeom>
          <a:solidFill>
            <a:srgbClr val="7F8C97">
              <a:alpha val="48000"/>
            </a:srgbClr>
          </a:solidFill>
          <a:ln w="0">
            <a:noFill/>
            <a:prstDash val="solid"/>
          </a:ln>
        </p:spPr>
      </p:sp>
      <p:sp>
        <p:nvSpPr>
          <p:cNvPr id="1005" name="03_assume_matched_6302">
            <a:extLst>
              <a:ext uri="{FF2B5EF4-FFF2-40B4-BE49-F238E27FC236}">
                <a16:creationId xmlns:a16="http://schemas.microsoft.com/office/drawing/2014/main" id="{16312848-61B0-4F6E-A238-F3B0F1DC7699}"/>
              </a:ext>
            </a:extLst>
          </p:cNvPr>
          <p:cNvSpPr>
            <a:spLocks noGrp="1"/>
          </p:cNvSpPr>
          <p:nvPr/>
        </p:nvSpPr>
        <p:spPr>
          <a:xfrm>
            <a:off x="3088451" y="2536045"/>
            <a:ext cx="28398" cy="28398"/>
          </a:xfrm>
          <a:prstGeom prst="ellipse">
            <a:avLst/>
          </a:prstGeom>
          <a:solidFill>
            <a:srgbClr val="7F8C97">
              <a:alpha val="48000"/>
            </a:srgbClr>
          </a:solidFill>
          <a:ln w="0">
            <a:noFill/>
            <a:prstDash val="solid"/>
          </a:ln>
        </p:spPr>
      </p:sp>
      <p:sp>
        <p:nvSpPr>
          <p:cNvPr id="1006" name="03_assume_matched_6303">
            <a:extLst>
              <a:ext uri="{FF2B5EF4-FFF2-40B4-BE49-F238E27FC236}">
                <a16:creationId xmlns:a16="http://schemas.microsoft.com/office/drawing/2014/main" id="{EEB52D22-6C17-47D4-BB7E-980BD99D98D6}"/>
              </a:ext>
            </a:extLst>
          </p:cNvPr>
          <p:cNvSpPr>
            <a:spLocks noGrp="1"/>
          </p:cNvSpPr>
          <p:nvPr/>
        </p:nvSpPr>
        <p:spPr>
          <a:xfrm>
            <a:off x="3066721" y="3120914"/>
            <a:ext cx="28398" cy="28398"/>
          </a:xfrm>
          <a:prstGeom prst="ellipse">
            <a:avLst/>
          </a:prstGeom>
          <a:solidFill>
            <a:srgbClr val="7F8C97">
              <a:alpha val="48000"/>
            </a:srgbClr>
          </a:solidFill>
          <a:ln w="0">
            <a:noFill/>
            <a:prstDash val="solid"/>
          </a:ln>
        </p:spPr>
      </p:sp>
      <p:sp>
        <p:nvSpPr>
          <p:cNvPr id="1007" name="03_assume_matched_6304">
            <a:extLst>
              <a:ext uri="{FF2B5EF4-FFF2-40B4-BE49-F238E27FC236}">
                <a16:creationId xmlns:a16="http://schemas.microsoft.com/office/drawing/2014/main" id="{403AA121-FE53-4D1E-BD25-CEC05E7DF535}"/>
              </a:ext>
            </a:extLst>
          </p:cNvPr>
          <p:cNvSpPr>
            <a:spLocks noGrp="1"/>
          </p:cNvSpPr>
          <p:nvPr/>
        </p:nvSpPr>
        <p:spPr>
          <a:xfrm>
            <a:off x="2978504" y="2536045"/>
            <a:ext cx="28398" cy="28398"/>
          </a:xfrm>
          <a:prstGeom prst="ellipse">
            <a:avLst/>
          </a:prstGeom>
          <a:solidFill>
            <a:srgbClr val="7F8C97">
              <a:alpha val="48000"/>
            </a:srgbClr>
          </a:solidFill>
          <a:ln w="0">
            <a:noFill/>
            <a:prstDash val="solid"/>
          </a:ln>
        </p:spPr>
      </p:sp>
      <p:sp>
        <p:nvSpPr>
          <p:cNvPr id="1008" name="03_assume_matched_6305">
            <a:extLst>
              <a:ext uri="{FF2B5EF4-FFF2-40B4-BE49-F238E27FC236}">
                <a16:creationId xmlns:a16="http://schemas.microsoft.com/office/drawing/2014/main" id="{895B23DB-B89C-4E2A-A87B-EE612D8EBDB1}"/>
              </a:ext>
            </a:extLst>
          </p:cNvPr>
          <p:cNvSpPr>
            <a:spLocks noGrp="1"/>
          </p:cNvSpPr>
          <p:nvPr/>
        </p:nvSpPr>
        <p:spPr>
          <a:xfrm>
            <a:off x="2992463" y="3120914"/>
            <a:ext cx="28398" cy="28398"/>
          </a:xfrm>
          <a:prstGeom prst="ellipse">
            <a:avLst/>
          </a:prstGeom>
          <a:solidFill>
            <a:srgbClr val="7F8C97">
              <a:alpha val="48000"/>
            </a:srgbClr>
          </a:solidFill>
          <a:ln w="0">
            <a:noFill/>
            <a:prstDash val="solid"/>
          </a:ln>
        </p:spPr>
      </p:sp>
      <p:sp>
        <p:nvSpPr>
          <p:cNvPr id="1009" name="03_assume_matched_6306">
            <a:extLst>
              <a:ext uri="{FF2B5EF4-FFF2-40B4-BE49-F238E27FC236}">
                <a16:creationId xmlns:a16="http://schemas.microsoft.com/office/drawing/2014/main" id="{89C9E0F0-0B7E-4F85-A173-F1F63C506198}"/>
              </a:ext>
            </a:extLst>
          </p:cNvPr>
          <p:cNvSpPr>
            <a:spLocks noGrp="1"/>
          </p:cNvSpPr>
          <p:nvPr/>
        </p:nvSpPr>
        <p:spPr>
          <a:xfrm>
            <a:off x="3053625" y="2536045"/>
            <a:ext cx="28398" cy="28398"/>
          </a:xfrm>
          <a:prstGeom prst="ellipse">
            <a:avLst/>
          </a:prstGeom>
          <a:solidFill>
            <a:srgbClr val="7F8C97">
              <a:alpha val="48000"/>
            </a:srgbClr>
          </a:solidFill>
          <a:ln w="0">
            <a:noFill/>
            <a:prstDash val="solid"/>
          </a:ln>
        </p:spPr>
      </p:sp>
      <p:sp>
        <p:nvSpPr>
          <p:cNvPr id="1010" name="03_assume_matched_6307">
            <a:extLst>
              <a:ext uri="{FF2B5EF4-FFF2-40B4-BE49-F238E27FC236}">
                <a16:creationId xmlns:a16="http://schemas.microsoft.com/office/drawing/2014/main" id="{EA2159C9-C179-452C-90E5-6EE77A71DD6C}"/>
              </a:ext>
            </a:extLst>
          </p:cNvPr>
          <p:cNvSpPr>
            <a:spLocks noGrp="1"/>
          </p:cNvSpPr>
          <p:nvPr/>
        </p:nvSpPr>
        <p:spPr>
          <a:xfrm>
            <a:off x="2998508" y="2536045"/>
            <a:ext cx="28398" cy="28398"/>
          </a:xfrm>
          <a:prstGeom prst="ellipse">
            <a:avLst/>
          </a:prstGeom>
          <a:solidFill>
            <a:srgbClr val="7F8C97">
              <a:alpha val="48000"/>
            </a:srgbClr>
          </a:solidFill>
          <a:ln w="0">
            <a:noFill/>
            <a:prstDash val="solid"/>
          </a:ln>
        </p:spPr>
      </p:sp>
      <p:sp>
        <p:nvSpPr>
          <p:cNvPr id="1011" name="03_assume_matched_6308">
            <a:extLst>
              <a:ext uri="{FF2B5EF4-FFF2-40B4-BE49-F238E27FC236}">
                <a16:creationId xmlns:a16="http://schemas.microsoft.com/office/drawing/2014/main" id="{AC73B483-FE31-45A8-AEB2-695C2C66771F}"/>
              </a:ext>
            </a:extLst>
          </p:cNvPr>
          <p:cNvSpPr>
            <a:spLocks noGrp="1"/>
          </p:cNvSpPr>
          <p:nvPr/>
        </p:nvSpPr>
        <p:spPr>
          <a:xfrm>
            <a:off x="3024555" y="3120914"/>
            <a:ext cx="28398" cy="28398"/>
          </a:xfrm>
          <a:prstGeom prst="ellipse">
            <a:avLst/>
          </a:prstGeom>
          <a:solidFill>
            <a:srgbClr val="7F8C97">
              <a:alpha val="48000"/>
            </a:srgbClr>
          </a:solidFill>
          <a:ln w="0">
            <a:noFill/>
            <a:prstDash val="solid"/>
          </a:ln>
        </p:spPr>
      </p:sp>
      <p:sp>
        <p:nvSpPr>
          <p:cNvPr id="1012" name="03_assume_matched_6309">
            <a:extLst>
              <a:ext uri="{FF2B5EF4-FFF2-40B4-BE49-F238E27FC236}">
                <a16:creationId xmlns:a16="http://schemas.microsoft.com/office/drawing/2014/main" id="{B0AB5B00-8B05-4F40-AD5C-81C596DAAE4F}"/>
              </a:ext>
            </a:extLst>
          </p:cNvPr>
          <p:cNvSpPr>
            <a:spLocks noGrp="1"/>
          </p:cNvSpPr>
          <p:nvPr/>
        </p:nvSpPr>
        <p:spPr>
          <a:xfrm>
            <a:off x="2973611" y="3120914"/>
            <a:ext cx="28398" cy="28398"/>
          </a:xfrm>
          <a:prstGeom prst="ellipse">
            <a:avLst/>
          </a:prstGeom>
          <a:solidFill>
            <a:srgbClr val="7F8C97">
              <a:alpha val="48000"/>
            </a:srgbClr>
          </a:solidFill>
          <a:ln w="0">
            <a:noFill/>
            <a:prstDash val="solid"/>
          </a:ln>
        </p:spPr>
      </p:sp>
      <p:sp>
        <p:nvSpPr>
          <p:cNvPr id="1013" name="03_assume_matched_6310">
            <a:extLst>
              <a:ext uri="{FF2B5EF4-FFF2-40B4-BE49-F238E27FC236}">
                <a16:creationId xmlns:a16="http://schemas.microsoft.com/office/drawing/2014/main" id="{18FE858D-BE67-45D8-AF27-CAA422E40F2C}"/>
              </a:ext>
            </a:extLst>
          </p:cNvPr>
          <p:cNvSpPr>
            <a:spLocks noGrp="1"/>
          </p:cNvSpPr>
          <p:nvPr/>
        </p:nvSpPr>
        <p:spPr>
          <a:xfrm>
            <a:off x="768364" y="2521001"/>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1014" name="03_assume_matched_6311">
            <a:extLst>
              <a:ext uri="{FF2B5EF4-FFF2-40B4-BE49-F238E27FC236}">
                <a16:creationId xmlns:a16="http://schemas.microsoft.com/office/drawing/2014/main" id="{BAB5D4A1-0337-4AD7-A63E-9BFD933D0FD3}"/>
              </a:ext>
            </a:extLst>
          </p:cNvPr>
          <p:cNvSpPr>
            <a:spLocks noGrp="1"/>
          </p:cNvSpPr>
          <p:nvPr/>
        </p:nvSpPr>
        <p:spPr>
          <a:xfrm>
            <a:off x="768364" y="316435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1015" name="text_6312">
            <a:extLst>
              <a:ext uri="{FF2B5EF4-FFF2-40B4-BE49-F238E27FC236}">
                <a16:creationId xmlns:a16="http://schemas.microsoft.com/office/drawing/2014/main" id="{B48721B3-24FB-4A81-A99F-3A4845340C5B}"/>
              </a:ext>
            </a:extLst>
          </p:cNvPr>
          <p:cNvSpPr>
            <a:spLocks noGrp="1"/>
          </p:cNvSpPr>
          <p:nvPr/>
        </p:nvSpPr>
        <p:spPr>
          <a:xfrm>
            <a:off x="426174" y="2222065"/>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c</a:t>
            </a:r>
          </a:p>
        </p:txBody>
      </p:sp>
      <p:sp>
        <p:nvSpPr>
          <p:cNvPr id="1016" name="text_6313">
            <a:extLst>
              <a:ext uri="{FF2B5EF4-FFF2-40B4-BE49-F238E27FC236}">
                <a16:creationId xmlns:a16="http://schemas.microsoft.com/office/drawing/2014/main" id="{472EB373-C061-46C3-8D71-BA5214870B8B}"/>
              </a:ext>
            </a:extLst>
          </p:cNvPr>
          <p:cNvSpPr>
            <a:spLocks noGrp="1"/>
          </p:cNvSpPr>
          <p:nvPr/>
        </p:nvSpPr>
        <p:spPr>
          <a:xfrm>
            <a:off x="768363" y="2321420"/>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Best of 50, RMSD &lt;2 Å</a:t>
            </a:r>
          </a:p>
        </p:txBody>
      </p:sp>
      <p:sp>
        <p:nvSpPr>
          <p:cNvPr id="1017" name="03_assume_matched_6314">
            <a:extLst>
              <a:ext uri="{FF2B5EF4-FFF2-40B4-BE49-F238E27FC236}">
                <a16:creationId xmlns:a16="http://schemas.microsoft.com/office/drawing/2014/main" id="{CDEC8D52-989C-475D-B717-87CC2267E22D}"/>
              </a:ext>
            </a:extLst>
          </p:cNvPr>
          <p:cNvSpPr>
            <a:spLocks noGrp="1"/>
          </p:cNvSpPr>
          <p:nvPr/>
        </p:nvSpPr>
        <p:spPr>
          <a:xfrm>
            <a:off x="790995" y="2898366"/>
            <a:ext cx="2263158" cy="236749"/>
          </a:xfrm>
          <a:custGeom>
            <a:avLst/>
            <a:gdLst/>
            <a:ahLst/>
            <a:cxnLst/>
            <a:rect l="0" t="0" r="0" b="0"/>
            <a:pathLst>
              <a:path w="2263158" h="236749">
                <a:moveTo>
                  <a:pt x="0" y="236749"/>
                </a:moveTo>
                <a:lnTo>
                  <a:pt x="62865" y="235742"/>
                </a:lnTo>
                <a:lnTo>
                  <a:pt x="62865" y="234477"/>
                </a:lnTo>
                <a:lnTo>
                  <a:pt x="87045" y="233100"/>
                </a:lnTo>
                <a:lnTo>
                  <a:pt x="87045" y="233003"/>
                </a:lnTo>
                <a:lnTo>
                  <a:pt x="125731" y="232711"/>
                </a:lnTo>
                <a:lnTo>
                  <a:pt x="125731" y="227550"/>
                </a:lnTo>
                <a:lnTo>
                  <a:pt x="137161" y="227452"/>
                </a:lnTo>
                <a:lnTo>
                  <a:pt x="137161" y="226071"/>
                </a:lnTo>
                <a:lnTo>
                  <a:pt x="150877" y="225974"/>
                </a:lnTo>
                <a:lnTo>
                  <a:pt x="150877" y="222176"/>
                </a:lnTo>
                <a:lnTo>
                  <a:pt x="188596" y="221884"/>
                </a:lnTo>
                <a:lnTo>
                  <a:pt x="188596" y="209857"/>
                </a:lnTo>
                <a:lnTo>
                  <a:pt x="205742" y="209760"/>
                </a:lnTo>
                <a:lnTo>
                  <a:pt x="205742" y="208379"/>
                </a:lnTo>
                <a:lnTo>
                  <a:pt x="215539" y="207859"/>
                </a:lnTo>
                <a:lnTo>
                  <a:pt x="215539" y="206774"/>
                </a:lnTo>
                <a:lnTo>
                  <a:pt x="251462" y="205723"/>
                </a:lnTo>
                <a:lnTo>
                  <a:pt x="251462" y="198760"/>
                </a:lnTo>
                <a:lnTo>
                  <a:pt x="274322" y="198120"/>
                </a:lnTo>
                <a:lnTo>
                  <a:pt x="274322" y="196739"/>
                </a:lnTo>
                <a:lnTo>
                  <a:pt x="301754" y="196122"/>
                </a:lnTo>
                <a:lnTo>
                  <a:pt x="301754" y="194603"/>
                </a:lnTo>
                <a:lnTo>
                  <a:pt x="342903" y="193226"/>
                </a:lnTo>
                <a:lnTo>
                  <a:pt x="342903" y="191845"/>
                </a:lnTo>
                <a:lnTo>
                  <a:pt x="377193" y="191553"/>
                </a:lnTo>
                <a:lnTo>
                  <a:pt x="377193" y="160410"/>
                </a:lnTo>
                <a:lnTo>
                  <a:pt x="411483" y="160215"/>
                </a:lnTo>
                <a:lnTo>
                  <a:pt x="411483" y="158834"/>
                </a:lnTo>
                <a:lnTo>
                  <a:pt x="452632" y="157749"/>
                </a:lnTo>
                <a:lnTo>
                  <a:pt x="452632" y="155471"/>
                </a:lnTo>
                <a:lnTo>
                  <a:pt x="502924" y="154488"/>
                </a:lnTo>
                <a:lnTo>
                  <a:pt x="502924" y="145529"/>
                </a:lnTo>
                <a:lnTo>
                  <a:pt x="548644" y="144444"/>
                </a:lnTo>
                <a:lnTo>
                  <a:pt x="548644" y="143753"/>
                </a:lnTo>
                <a:lnTo>
                  <a:pt x="565789" y="143656"/>
                </a:lnTo>
                <a:lnTo>
                  <a:pt x="565789" y="136060"/>
                </a:lnTo>
                <a:lnTo>
                  <a:pt x="603509" y="135865"/>
                </a:lnTo>
                <a:lnTo>
                  <a:pt x="603509" y="132068"/>
                </a:lnTo>
                <a:lnTo>
                  <a:pt x="628655" y="132068"/>
                </a:lnTo>
                <a:lnTo>
                  <a:pt x="628655" y="128270"/>
                </a:lnTo>
                <a:lnTo>
                  <a:pt x="754386" y="127579"/>
                </a:lnTo>
                <a:lnTo>
                  <a:pt x="754386" y="36934"/>
                </a:lnTo>
                <a:lnTo>
                  <a:pt x="829825" y="36146"/>
                </a:lnTo>
                <a:lnTo>
                  <a:pt x="829825" y="35386"/>
                </a:lnTo>
                <a:lnTo>
                  <a:pt x="880117" y="35289"/>
                </a:lnTo>
                <a:lnTo>
                  <a:pt x="880117" y="32757"/>
                </a:lnTo>
                <a:lnTo>
                  <a:pt x="905263" y="31872"/>
                </a:lnTo>
                <a:lnTo>
                  <a:pt x="905263" y="30353"/>
                </a:lnTo>
                <a:lnTo>
                  <a:pt x="1131579" y="28981"/>
                </a:lnTo>
                <a:lnTo>
                  <a:pt x="1131579" y="27082"/>
                </a:lnTo>
                <a:lnTo>
                  <a:pt x="1257310" y="26984"/>
                </a:lnTo>
                <a:lnTo>
                  <a:pt x="1257310" y="25085"/>
                </a:lnTo>
                <a:lnTo>
                  <a:pt x="1320175" y="24988"/>
                </a:lnTo>
                <a:lnTo>
                  <a:pt x="1320175" y="23089"/>
                </a:lnTo>
                <a:lnTo>
                  <a:pt x="1357895" y="22992"/>
                </a:lnTo>
                <a:lnTo>
                  <a:pt x="1357895" y="21472"/>
                </a:lnTo>
                <a:lnTo>
                  <a:pt x="1508772" y="21472"/>
                </a:lnTo>
                <a:lnTo>
                  <a:pt x="1508772" y="10079"/>
                </a:lnTo>
                <a:lnTo>
                  <a:pt x="1885965" y="9689"/>
                </a:lnTo>
                <a:lnTo>
                  <a:pt x="1885965" y="7790"/>
                </a:lnTo>
                <a:lnTo>
                  <a:pt x="2263158" y="7596"/>
                </a:lnTo>
                <a:lnTo>
                  <a:pt x="2263158" y="0"/>
                </a:lnTo>
                <a:lnTo>
                  <a:pt x="2263158" y="0"/>
                </a:lnTo>
              </a:path>
            </a:pathLst>
          </a:custGeom>
          <a:noFill/>
          <a:ln w="22860">
            <a:solidFill>
              <a:srgbClr val="00878B"/>
            </a:solidFill>
            <a:prstDash val="solid"/>
          </a:ln>
        </p:spPr>
      </p:sp>
      <p:sp>
        <p:nvSpPr>
          <p:cNvPr id="1018" name="03_assume_matched_6315">
            <a:extLst>
              <a:ext uri="{FF2B5EF4-FFF2-40B4-BE49-F238E27FC236}">
                <a16:creationId xmlns:a16="http://schemas.microsoft.com/office/drawing/2014/main" id="{9211858B-7DB4-4AD0-AF80-C986D75335EB}"/>
              </a:ext>
            </a:extLst>
          </p:cNvPr>
          <p:cNvSpPr>
            <a:spLocks noGrp="1"/>
          </p:cNvSpPr>
          <p:nvPr/>
        </p:nvSpPr>
        <p:spPr>
          <a:xfrm>
            <a:off x="790995" y="3005143"/>
            <a:ext cx="2263158" cy="129971"/>
          </a:xfrm>
          <a:custGeom>
            <a:avLst/>
            <a:gdLst/>
            <a:ahLst/>
            <a:cxnLst/>
            <a:rect l="0" t="0" r="0" b="0"/>
            <a:pathLst>
              <a:path w="2263158" h="129971">
                <a:moveTo>
                  <a:pt x="0" y="129971"/>
                </a:moveTo>
                <a:lnTo>
                  <a:pt x="1508772" y="129971"/>
                </a:lnTo>
                <a:lnTo>
                  <a:pt x="1508772" y="88195"/>
                </a:lnTo>
                <a:lnTo>
                  <a:pt x="2263158" y="88195"/>
                </a:lnTo>
                <a:lnTo>
                  <a:pt x="2263158" y="0"/>
                </a:lnTo>
                <a:lnTo>
                  <a:pt x="2263158" y="0"/>
                </a:lnTo>
              </a:path>
            </a:pathLst>
          </a:custGeom>
          <a:noFill/>
          <a:ln w="13335">
            <a:solidFill>
              <a:srgbClr val="3A64C8"/>
            </a:solidFill>
            <a:prstDash val="solid"/>
          </a:ln>
        </p:spPr>
      </p:sp>
      <p:sp>
        <p:nvSpPr>
          <p:cNvPr id="1019" name="03_assume_matched_6316">
            <a:extLst>
              <a:ext uri="{FF2B5EF4-FFF2-40B4-BE49-F238E27FC236}">
                <a16:creationId xmlns:a16="http://schemas.microsoft.com/office/drawing/2014/main" id="{9FBF6E36-7579-4A1B-991C-0EB233C0E6FC}"/>
              </a:ext>
            </a:extLst>
          </p:cNvPr>
          <p:cNvSpPr>
            <a:spLocks noGrp="1"/>
          </p:cNvSpPr>
          <p:nvPr/>
        </p:nvSpPr>
        <p:spPr>
          <a:xfrm>
            <a:off x="1146598" y="3037185"/>
            <a:ext cx="43180" cy="43180"/>
          </a:xfrm>
          <a:prstGeom prst="ellipse">
            <a:avLst/>
          </a:prstGeom>
          <a:solidFill>
            <a:srgbClr val="00878B"/>
          </a:solidFill>
          <a:ln w="4445">
            <a:solidFill>
              <a:srgbClr val="FFFFFF"/>
            </a:solidFill>
            <a:prstDash val="solid"/>
          </a:ln>
        </p:spPr>
      </p:sp>
      <p:sp>
        <p:nvSpPr>
          <p:cNvPr id="1020" name="03_assume_matched_6317">
            <a:extLst>
              <a:ext uri="{FF2B5EF4-FFF2-40B4-BE49-F238E27FC236}">
                <a16:creationId xmlns:a16="http://schemas.microsoft.com/office/drawing/2014/main" id="{89F05CFA-1331-42CB-A85E-7DFFB2C29156}"/>
              </a:ext>
            </a:extLst>
          </p:cNvPr>
          <p:cNvSpPr>
            <a:spLocks noGrp="1"/>
          </p:cNvSpPr>
          <p:nvPr/>
        </p:nvSpPr>
        <p:spPr>
          <a:xfrm>
            <a:off x="1523791" y="2913708"/>
            <a:ext cx="43180" cy="43180"/>
          </a:xfrm>
          <a:prstGeom prst="ellipse">
            <a:avLst/>
          </a:prstGeom>
          <a:solidFill>
            <a:srgbClr val="00878B"/>
          </a:solidFill>
          <a:ln w="4445">
            <a:solidFill>
              <a:srgbClr val="FFFFFF"/>
            </a:solidFill>
            <a:prstDash val="solid"/>
          </a:ln>
        </p:spPr>
      </p:sp>
      <p:sp>
        <p:nvSpPr>
          <p:cNvPr id="1021" name="03_assume_matched_6318">
            <a:extLst>
              <a:ext uri="{FF2B5EF4-FFF2-40B4-BE49-F238E27FC236}">
                <a16:creationId xmlns:a16="http://schemas.microsoft.com/office/drawing/2014/main" id="{D1F13CF6-19E2-40D5-8066-A45F2EE39015}"/>
              </a:ext>
            </a:extLst>
          </p:cNvPr>
          <p:cNvSpPr>
            <a:spLocks noGrp="1"/>
          </p:cNvSpPr>
          <p:nvPr/>
        </p:nvSpPr>
        <p:spPr>
          <a:xfrm>
            <a:off x="2278177" y="2886854"/>
            <a:ext cx="43180" cy="43180"/>
          </a:xfrm>
          <a:prstGeom prst="ellipse">
            <a:avLst/>
          </a:prstGeom>
          <a:solidFill>
            <a:srgbClr val="00878B"/>
          </a:solidFill>
          <a:ln w="4445">
            <a:solidFill>
              <a:srgbClr val="FFFFFF"/>
            </a:solidFill>
            <a:prstDash val="solid"/>
          </a:ln>
        </p:spPr>
      </p:sp>
      <p:sp>
        <p:nvSpPr>
          <p:cNvPr id="1022" name="03_assume_matched_6319">
            <a:extLst>
              <a:ext uri="{FF2B5EF4-FFF2-40B4-BE49-F238E27FC236}">
                <a16:creationId xmlns:a16="http://schemas.microsoft.com/office/drawing/2014/main" id="{603BE2C6-0B2A-4B4E-8D25-C155A0A3AFCE}"/>
              </a:ext>
            </a:extLst>
          </p:cNvPr>
          <p:cNvSpPr>
            <a:spLocks noGrp="1"/>
          </p:cNvSpPr>
          <p:nvPr/>
        </p:nvSpPr>
        <p:spPr>
          <a:xfrm>
            <a:off x="3032562" y="2876775"/>
            <a:ext cx="43180" cy="43180"/>
          </a:xfrm>
          <a:prstGeom prst="ellipse">
            <a:avLst/>
          </a:prstGeom>
          <a:solidFill>
            <a:srgbClr val="00878B"/>
          </a:solidFill>
          <a:ln w="4445">
            <a:solidFill>
              <a:srgbClr val="FFFFFF"/>
            </a:solidFill>
            <a:prstDash val="solid"/>
          </a:ln>
        </p:spPr>
      </p:sp>
      <p:sp>
        <p:nvSpPr>
          <p:cNvPr id="1023" name="03_assume_matched_6320">
            <a:extLst>
              <a:ext uri="{FF2B5EF4-FFF2-40B4-BE49-F238E27FC236}">
                <a16:creationId xmlns:a16="http://schemas.microsoft.com/office/drawing/2014/main" id="{67F4626F-6A8E-4E44-AAF3-BDE7B7EA8F28}"/>
              </a:ext>
            </a:extLst>
          </p:cNvPr>
          <p:cNvSpPr>
            <a:spLocks noGrp="1"/>
          </p:cNvSpPr>
          <p:nvPr/>
        </p:nvSpPr>
        <p:spPr>
          <a:xfrm>
            <a:off x="1132267" y="309919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4" name="03_assume_matched_6321">
            <a:extLst>
              <a:ext uri="{FF2B5EF4-FFF2-40B4-BE49-F238E27FC236}">
                <a16:creationId xmlns:a16="http://schemas.microsoft.com/office/drawing/2014/main" id="{B03716F1-429B-43B6-B1FF-773E065F580F}"/>
              </a:ext>
            </a:extLst>
          </p:cNvPr>
          <p:cNvSpPr>
            <a:spLocks noGrp="1"/>
          </p:cNvSpPr>
          <p:nvPr/>
        </p:nvSpPr>
        <p:spPr>
          <a:xfrm>
            <a:off x="1509460" y="309919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5" name="03_assume_matched_6322">
            <a:extLst>
              <a:ext uri="{FF2B5EF4-FFF2-40B4-BE49-F238E27FC236}">
                <a16:creationId xmlns:a16="http://schemas.microsoft.com/office/drawing/2014/main" id="{CD3BC035-16E3-497E-823B-C246E513D9A0}"/>
              </a:ext>
            </a:extLst>
          </p:cNvPr>
          <p:cNvSpPr>
            <a:spLocks noGrp="1"/>
          </p:cNvSpPr>
          <p:nvPr/>
        </p:nvSpPr>
        <p:spPr>
          <a:xfrm>
            <a:off x="2263845" y="305741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6" name="03_assume_matched_6323">
            <a:extLst>
              <a:ext uri="{FF2B5EF4-FFF2-40B4-BE49-F238E27FC236}">
                <a16:creationId xmlns:a16="http://schemas.microsoft.com/office/drawing/2014/main" id="{9AE9FAF9-1EDB-4742-88DF-9455DFB40A52}"/>
              </a:ext>
            </a:extLst>
          </p:cNvPr>
          <p:cNvSpPr>
            <a:spLocks noGrp="1"/>
          </p:cNvSpPr>
          <p:nvPr/>
        </p:nvSpPr>
        <p:spPr>
          <a:xfrm>
            <a:off x="3018231" y="2969221"/>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7" name="03_assume_matched_6324">
            <a:extLst>
              <a:ext uri="{FF2B5EF4-FFF2-40B4-BE49-F238E27FC236}">
                <a16:creationId xmlns:a16="http://schemas.microsoft.com/office/drawing/2014/main" id="{B2F8B3F6-C51E-45C1-940D-5FABA6EE97DC}"/>
              </a:ext>
            </a:extLst>
          </p:cNvPr>
          <p:cNvSpPr>
            <a:spLocks noGrp="1"/>
          </p:cNvSpPr>
          <p:nvPr/>
        </p:nvSpPr>
        <p:spPr>
          <a:xfrm>
            <a:off x="3896953" y="2521001"/>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1028" name="03_assume_matched_6325">
            <a:extLst>
              <a:ext uri="{FF2B5EF4-FFF2-40B4-BE49-F238E27FC236}">
                <a16:creationId xmlns:a16="http://schemas.microsoft.com/office/drawing/2014/main" id="{9E3E41A0-736F-4A83-842D-4CCE08152DAD}"/>
              </a:ext>
            </a:extLst>
          </p:cNvPr>
          <p:cNvSpPr>
            <a:spLocks noGrp="1"/>
          </p:cNvSpPr>
          <p:nvPr/>
        </p:nvSpPr>
        <p:spPr>
          <a:xfrm>
            <a:off x="4198707" y="2550245"/>
            <a:ext cx="196140" cy="584869"/>
          </a:xfrm>
          <a:custGeom>
            <a:avLst/>
            <a:gdLst/>
            <a:ahLst/>
            <a:cxnLst/>
            <a:rect l="0" t="0" r="0" b="0"/>
            <a:pathLst>
              <a:path w="196140" h="584869">
                <a:moveTo>
                  <a:pt x="196140" y="584869"/>
                </a:moveTo>
                <a:lnTo>
                  <a:pt x="0" y="584869"/>
                </a:lnTo>
                <a:lnTo>
                  <a:pt x="1097" y="579995"/>
                </a:lnTo>
                <a:lnTo>
                  <a:pt x="4314" y="575121"/>
                </a:lnTo>
                <a:lnTo>
                  <a:pt x="9434" y="570247"/>
                </a:lnTo>
                <a:lnTo>
                  <a:pt x="16125" y="565373"/>
                </a:lnTo>
                <a:lnTo>
                  <a:pt x="23971" y="560500"/>
                </a:lnTo>
                <a:lnTo>
                  <a:pt x="32519" y="555626"/>
                </a:lnTo>
                <a:lnTo>
                  <a:pt x="41317" y="550752"/>
                </a:lnTo>
                <a:lnTo>
                  <a:pt x="49953" y="545878"/>
                </a:lnTo>
                <a:lnTo>
                  <a:pt x="58089" y="541004"/>
                </a:lnTo>
                <a:lnTo>
                  <a:pt x="65471" y="536130"/>
                </a:lnTo>
                <a:lnTo>
                  <a:pt x="71937" y="531256"/>
                </a:lnTo>
                <a:lnTo>
                  <a:pt x="77417" y="526382"/>
                </a:lnTo>
                <a:lnTo>
                  <a:pt x="81914" y="521508"/>
                </a:lnTo>
                <a:lnTo>
                  <a:pt x="85489" y="516634"/>
                </a:lnTo>
                <a:lnTo>
                  <a:pt x="88245" y="511760"/>
                </a:lnTo>
                <a:lnTo>
                  <a:pt x="90303" y="506887"/>
                </a:lnTo>
                <a:lnTo>
                  <a:pt x="91792" y="502013"/>
                </a:lnTo>
                <a:lnTo>
                  <a:pt x="92835" y="497139"/>
                </a:lnTo>
                <a:lnTo>
                  <a:pt x="93541" y="492265"/>
                </a:lnTo>
                <a:lnTo>
                  <a:pt x="94001" y="487391"/>
                </a:lnTo>
                <a:lnTo>
                  <a:pt x="94288" y="482517"/>
                </a:lnTo>
                <a:lnTo>
                  <a:pt x="94458" y="477643"/>
                </a:lnTo>
                <a:lnTo>
                  <a:pt x="94549" y="472769"/>
                </a:lnTo>
                <a:lnTo>
                  <a:pt x="94588" y="467895"/>
                </a:lnTo>
                <a:lnTo>
                  <a:pt x="94589" y="463021"/>
                </a:lnTo>
                <a:lnTo>
                  <a:pt x="94562" y="458147"/>
                </a:lnTo>
                <a:lnTo>
                  <a:pt x="94506" y="453274"/>
                </a:lnTo>
                <a:lnTo>
                  <a:pt x="94422" y="448400"/>
                </a:lnTo>
                <a:lnTo>
                  <a:pt x="94305" y="443526"/>
                </a:lnTo>
                <a:lnTo>
                  <a:pt x="94149" y="438652"/>
                </a:lnTo>
                <a:lnTo>
                  <a:pt x="93952" y="433778"/>
                </a:lnTo>
                <a:lnTo>
                  <a:pt x="93711" y="428904"/>
                </a:lnTo>
                <a:lnTo>
                  <a:pt x="93425" y="424030"/>
                </a:lnTo>
                <a:lnTo>
                  <a:pt x="93098" y="419156"/>
                </a:lnTo>
                <a:lnTo>
                  <a:pt x="92735" y="414282"/>
                </a:lnTo>
                <a:lnTo>
                  <a:pt x="92346" y="409408"/>
                </a:lnTo>
                <a:lnTo>
                  <a:pt x="91942" y="404534"/>
                </a:lnTo>
                <a:lnTo>
                  <a:pt x="91533" y="399661"/>
                </a:lnTo>
                <a:lnTo>
                  <a:pt x="91131" y="394787"/>
                </a:lnTo>
                <a:lnTo>
                  <a:pt x="90744" y="389913"/>
                </a:lnTo>
                <a:lnTo>
                  <a:pt x="90377" y="385039"/>
                </a:lnTo>
                <a:lnTo>
                  <a:pt x="90028" y="380165"/>
                </a:lnTo>
                <a:lnTo>
                  <a:pt x="89692" y="375291"/>
                </a:lnTo>
                <a:lnTo>
                  <a:pt x="89358" y="370417"/>
                </a:lnTo>
                <a:lnTo>
                  <a:pt x="89009" y="365543"/>
                </a:lnTo>
                <a:lnTo>
                  <a:pt x="88627" y="360669"/>
                </a:lnTo>
                <a:lnTo>
                  <a:pt x="88191" y="355795"/>
                </a:lnTo>
                <a:lnTo>
                  <a:pt x="87683" y="350921"/>
                </a:lnTo>
                <a:lnTo>
                  <a:pt x="87088" y="346048"/>
                </a:lnTo>
                <a:lnTo>
                  <a:pt x="86401" y="341174"/>
                </a:lnTo>
                <a:lnTo>
                  <a:pt x="85624" y="336300"/>
                </a:lnTo>
                <a:lnTo>
                  <a:pt x="84775" y="331426"/>
                </a:lnTo>
                <a:lnTo>
                  <a:pt x="83882" y="326552"/>
                </a:lnTo>
                <a:lnTo>
                  <a:pt x="82989" y="321678"/>
                </a:lnTo>
                <a:lnTo>
                  <a:pt x="82147" y="316804"/>
                </a:lnTo>
                <a:lnTo>
                  <a:pt x="81416" y="311930"/>
                </a:lnTo>
                <a:lnTo>
                  <a:pt x="80858" y="307056"/>
                </a:lnTo>
                <a:lnTo>
                  <a:pt x="80526" y="302182"/>
                </a:lnTo>
                <a:lnTo>
                  <a:pt x="80465" y="297308"/>
                </a:lnTo>
                <a:lnTo>
                  <a:pt x="80703" y="292435"/>
                </a:lnTo>
                <a:lnTo>
                  <a:pt x="81247" y="287561"/>
                </a:lnTo>
                <a:lnTo>
                  <a:pt x="82083" y="282687"/>
                </a:lnTo>
                <a:lnTo>
                  <a:pt x="83178" y="277813"/>
                </a:lnTo>
                <a:lnTo>
                  <a:pt x="84479" y="272939"/>
                </a:lnTo>
                <a:lnTo>
                  <a:pt x="85923" y="268065"/>
                </a:lnTo>
                <a:lnTo>
                  <a:pt x="87444" y="263191"/>
                </a:lnTo>
                <a:lnTo>
                  <a:pt x="88973" y="258317"/>
                </a:lnTo>
                <a:lnTo>
                  <a:pt x="90452" y="253443"/>
                </a:lnTo>
                <a:lnTo>
                  <a:pt x="91829" y="248569"/>
                </a:lnTo>
                <a:lnTo>
                  <a:pt x="93070" y="243695"/>
                </a:lnTo>
                <a:lnTo>
                  <a:pt x="94153" y="238822"/>
                </a:lnTo>
                <a:lnTo>
                  <a:pt x="95069" y="233948"/>
                </a:lnTo>
                <a:lnTo>
                  <a:pt x="95823" y="229074"/>
                </a:lnTo>
                <a:lnTo>
                  <a:pt x="96425" y="224200"/>
                </a:lnTo>
                <a:lnTo>
                  <a:pt x="96892" y="219326"/>
                </a:lnTo>
                <a:lnTo>
                  <a:pt x="97246" y="214452"/>
                </a:lnTo>
                <a:lnTo>
                  <a:pt x="97507" y="209578"/>
                </a:lnTo>
                <a:lnTo>
                  <a:pt x="97693" y="204704"/>
                </a:lnTo>
                <a:lnTo>
                  <a:pt x="97824" y="199830"/>
                </a:lnTo>
                <a:lnTo>
                  <a:pt x="97913" y="194956"/>
                </a:lnTo>
                <a:lnTo>
                  <a:pt x="97972" y="190082"/>
                </a:lnTo>
                <a:lnTo>
                  <a:pt x="98010" y="185209"/>
                </a:lnTo>
                <a:lnTo>
                  <a:pt x="98034" y="180335"/>
                </a:lnTo>
                <a:lnTo>
                  <a:pt x="98049" y="175461"/>
                </a:lnTo>
                <a:lnTo>
                  <a:pt x="98058" y="170587"/>
                </a:lnTo>
                <a:lnTo>
                  <a:pt x="98064" y="165713"/>
                </a:lnTo>
                <a:lnTo>
                  <a:pt x="98067"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4" y="160839"/>
                </a:lnTo>
                <a:lnTo>
                  <a:pt x="98077" y="165713"/>
                </a:lnTo>
                <a:lnTo>
                  <a:pt x="98082" y="170587"/>
                </a:lnTo>
                <a:lnTo>
                  <a:pt x="98091" y="175461"/>
                </a:lnTo>
                <a:lnTo>
                  <a:pt x="98106" y="180335"/>
                </a:lnTo>
                <a:lnTo>
                  <a:pt x="98130" y="185209"/>
                </a:lnTo>
                <a:lnTo>
                  <a:pt x="98168" y="190082"/>
                </a:lnTo>
                <a:lnTo>
                  <a:pt x="98227" y="194956"/>
                </a:lnTo>
                <a:lnTo>
                  <a:pt x="98316" y="199830"/>
                </a:lnTo>
                <a:lnTo>
                  <a:pt x="98447" y="204704"/>
                </a:lnTo>
                <a:lnTo>
                  <a:pt x="98634" y="209578"/>
                </a:lnTo>
                <a:lnTo>
                  <a:pt x="98894" y="214452"/>
                </a:lnTo>
                <a:lnTo>
                  <a:pt x="99248" y="219326"/>
                </a:lnTo>
                <a:lnTo>
                  <a:pt x="99716" y="224200"/>
                </a:lnTo>
                <a:lnTo>
                  <a:pt x="100318" y="229074"/>
                </a:lnTo>
                <a:lnTo>
                  <a:pt x="101071" y="233948"/>
                </a:lnTo>
                <a:lnTo>
                  <a:pt x="101988" y="238822"/>
                </a:lnTo>
                <a:lnTo>
                  <a:pt x="103071" y="243695"/>
                </a:lnTo>
                <a:lnTo>
                  <a:pt x="104311" y="248569"/>
                </a:lnTo>
                <a:lnTo>
                  <a:pt x="105689" y="253443"/>
                </a:lnTo>
                <a:lnTo>
                  <a:pt x="107167" y="258317"/>
                </a:lnTo>
                <a:lnTo>
                  <a:pt x="108696" y="263191"/>
                </a:lnTo>
                <a:lnTo>
                  <a:pt x="110217" y="268065"/>
                </a:lnTo>
                <a:lnTo>
                  <a:pt x="111662" y="272939"/>
                </a:lnTo>
                <a:lnTo>
                  <a:pt x="112963" y="277813"/>
                </a:lnTo>
                <a:lnTo>
                  <a:pt x="114057" y="282687"/>
                </a:lnTo>
                <a:lnTo>
                  <a:pt x="114893" y="287561"/>
                </a:lnTo>
                <a:lnTo>
                  <a:pt x="115437" y="292435"/>
                </a:lnTo>
                <a:lnTo>
                  <a:pt x="115675" y="297308"/>
                </a:lnTo>
                <a:lnTo>
                  <a:pt x="115615" y="302182"/>
                </a:lnTo>
                <a:lnTo>
                  <a:pt x="115283" y="307056"/>
                </a:lnTo>
                <a:lnTo>
                  <a:pt x="114724" y="311930"/>
                </a:lnTo>
                <a:lnTo>
                  <a:pt x="113993" y="316804"/>
                </a:lnTo>
                <a:lnTo>
                  <a:pt x="113152" y="321678"/>
                </a:lnTo>
                <a:lnTo>
                  <a:pt x="112258" y="326552"/>
                </a:lnTo>
                <a:lnTo>
                  <a:pt x="111366" y="331426"/>
                </a:lnTo>
                <a:lnTo>
                  <a:pt x="110516" y="336300"/>
                </a:lnTo>
                <a:lnTo>
                  <a:pt x="109740" y="341174"/>
                </a:lnTo>
                <a:lnTo>
                  <a:pt x="109052" y="346048"/>
                </a:lnTo>
                <a:lnTo>
                  <a:pt x="108457" y="350921"/>
                </a:lnTo>
                <a:lnTo>
                  <a:pt x="107949" y="355795"/>
                </a:lnTo>
                <a:lnTo>
                  <a:pt x="107513" y="360669"/>
                </a:lnTo>
                <a:lnTo>
                  <a:pt x="107131" y="365543"/>
                </a:lnTo>
                <a:lnTo>
                  <a:pt x="106782" y="370417"/>
                </a:lnTo>
                <a:lnTo>
                  <a:pt x="106448" y="375291"/>
                </a:lnTo>
                <a:lnTo>
                  <a:pt x="106112" y="380165"/>
                </a:lnTo>
                <a:lnTo>
                  <a:pt x="105763" y="385039"/>
                </a:lnTo>
                <a:lnTo>
                  <a:pt x="105396" y="389913"/>
                </a:lnTo>
                <a:lnTo>
                  <a:pt x="105009" y="394787"/>
                </a:lnTo>
                <a:lnTo>
                  <a:pt x="104607" y="399661"/>
                </a:lnTo>
                <a:lnTo>
                  <a:pt x="104199" y="404534"/>
                </a:lnTo>
                <a:lnTo>
                  <a:pt x="103794" y="409408"/>
                </a:lnTo>
                <a:lnTo>
                  <a:pt x="103405" y="414282"/>
                </a:lnTo>
                <a:lnTo>
                  <a:pt x="103043" y="419156"/>
                </a:lnTo>
                <a:lnTo>
                  <a:pt x="102715" y="424030"/>
                </a:lnTo>
                <a:lnTo>
                  <a:pt x="102430" y="428904"/>
                </a:lnTo>
                <a:lnTo>
                  <a:pt x="102188" y="433778"/>
                </a:lnTo>
                <a:lnTo>
                  <a:pt x="101991" y="438652"/>
                </a:lnTo>
                <a:lnTo>
                  <a:pt x="101836" y="443526"/>
                </a:lnTo>
                <a:lnTo>
                  <a:pt x="101718" y="448400"/>
                </a:lnTo>
                <a:lnTo>
                  <a:pt x="101634" y="453274"/>
                </a:lnTo>
                <a:lnTo>
                  <a:pt x="101579" y="458147"/>
                </a:lnTo>
                <a:lnTo>
                  <a:pt x="101551" y="463021"/>
                </a:lnTo>
                <a:lnTo>
                  <a:pt x="101553" y="467895"/>
                </a:lnTo>
                <a:lnTo>
                  <a:pt x="101591" y="472769"/>
                </a:lnTo>
                <a:lnTo>
                  <a:pt x="101683" y="477643"/>
                </a:lnTo>
                <a:lnTo>
                  <a:pt x="101852" y="482517"/>
                </a:lnTo>
                <a:lnTo>
                  <a:pt x="102140" y="487391"/>
                </a:lnTo>
                <a:lnTo>
                  <a:pt x="102600" y="492265"/>
                </a:lnTo>
                <a:lnTo>
                  <a:pt x="103305" y="497139"/>
                </a:lnTo>
                <a:lnTo>
                  <a:pt x="104348" y="502013"/>
                </a:lnTo>
                <a:lnTo>
                  <a:pt x="105837" y="506887"/>
                </a:lnTo>
                <a:lnTo>
                  <a:pt x="107895" y="511760"/>
                </a:lnTo>
                <a:lnTo>
                  <a:pt x="110651" y="516634"/>
                </a:lnTo>
                <a:lnTo>
                  <a:pt x="114227" y="521508"/>
                </a:lnTo>
                <a:lnTo>
                  <a:pt x="118723" y="526382"/>
                </a:lnTo>
                <a:lnTo>
                  <a:pt x="124203" y="531256"/>
                </a:lnTo>
                <a:lnTo>
                  <a:pt x="130670" y="536130"/>
                </a:lnTo>
                <a:lnTo>
                  <a:pt x="138051" y="541004"/>
                </a:lnTo>
                <a:lnTo>
                  <a:pt x="146187" y="545878"/>
                </a:lnTo>
                <a:lnTo>
                  <a:pt x="154824" y="550752"/>
                </a:lnTo>
                <a:lnTo>
                  <a:pt x="163621" y="555626"/>
                </a:lnTo>
                <a:lnTo>
                  <a:pt x="172169" y="560500"/>
                </a:lnTo>
                <a:lnTo>
                  <a:pt x="180016" y="565373"/>
                </a:lnTo>
                <a:lnTo>
                  <a:pt x="186706" y="570247"/>
                </a:lnTo>
                <a:lnTo>
                  <a:pt x="191827" y="575121"/>
                </a:lnTo>
                <a:lnTo>
                  <a:pt x="195043"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1029" name="03_assume_matched_6326">
            <a:extLst>
              <a:ext uri="{FF2B5EF4-FFF2-40B4-BE49-F238E27FC236}">
                <a16:creationId xmlns:a16="http://schemas.microsoft.com/office/drawing/2014/main" id="{A18FFE73-DD74-4FBC-88A9-574C1E4A376F}"/>
              </a:ext>
            </a:extLst>
          </p:cNvPr>
          <p:cNvSpPr>
            <a:spLocks noGrp="1"/>
          </p:cNvSpPr>
          <p:nvPr/>
        </p:nvSpPr>
        <p:spPr>
          <a:xfrm>
            <a:off x="4575900" y="2550245"/>
            <a:ext cx="196140" cy="584869"/>
          </a:xfrm>
          <a:custGeom>
            <a:avLst/>
            <a:gdLst/>
            <a:ahLst/>
            <a:cxnLst/>
            <a:rect l="0" t="0" r="0" b="0"/>
            <a:pathLst>
              <a:path w="196140" h="584869">
                <a:moveTo>
                  <a:pt x="196140" y="584869"/>
                </a:moveTo>
                <a:lnTo>
                  <a:pt x="0" y="584869"/>
                </a:lnTo>
                <a:lnTo>
                  <a:pt x="1090" y="579995"/>
                </a:lnTo>
                <a:lnTo>
                  <a:pt x="4284" y="575121"/>
                </a:lnTo>
                <a:lnTo>
                  <a:pt x="9369" y="570247"/>
                </a:lnTo>
                <a:lnTo>
                  <a:pt x="16014" y="565373"/>
                </a:lnTo>
                <a:lnTo>
                  <a:pt x="23805" y="560500"/>
                </a:lnTo>
                <a:lnTo>
                  <a:pt x="32291" y="555626"/>
                </a:lnTo>
                <a:lnTo>
                  <a:pt x="41023" y="550752"/>
                </a:lnTo>
                <a:lnTo>
                  <a:pt x="49592" y="545878"/>
                </a:lnTo>
                <a:lnTo>
                  <a:pt x="57659" y="541004"/>
                </a:lnTo>
                <a:lnTo>
                  <a:pt x="64972" y="536130"/>
                </a:lnTo>
                <a:lnTo>
                  <a:pt x="71372" y="531256"/>
                </a:lnTo>
                <a:lnTo>
                  <a:pt x="76787" y="526382"/>
                </a:lnTo>
                <a:lnTo>
                  <a:pt x="81220" y="521508"/>
                </a:lnTo>
                <a:lnTo>
                  <a:pt x="84735" y="516634"/>
                </a:lnTo>
                <a:lnTo>
                  <a:pt x="87434" y="511760"/>
                </a:lnTo>
                <a:lnTo>
                  <a:pt x="89439" y="506887"/>
                </a:lnTo>
                <a:lnTo>
                  <a:pt x="90879" y="502013"/>
                </a:lnTo>
                <a:lnTo>
                  <a:pt x="91880" y="497139"/>
                </a:lnTo>
                <a:lnTo>
                  <a:pt x="92550" y="492265"/>
                </a:lnTo>
                <a:lnTo>
                  <a:pt x="92982" y="487391"/>
                </a:lnTo>
                <a:lnTo>
                  <a:pt x="93250" y="482517"/>
                </a:lnTo>
                <a:lnTo>
                  <a:pt x="93411" y="477643"/>
                </a:lnTo>
                <a:lnTo>
                  <a:pt x="93503" y="472769"/>
                </a:lnTo>
                <a:lnTo>
                  <a:pt x="93554" y="467895"/>
                </a:lnTo>
                <a:lnTo>
                  <a:pt x="93581" y="463021"/>
                </a:lnTo>
                <a:lnTo>
                  <a:pt x="93593" y="458147"/>
                </a:lnTo>
                <a:lnTo>
                  <a:pt x="93593" y="453274"/>
                </a:lnTo>
                <a:lnTo>
                  <a:pt x="93583" y="448400"/>
                </a:lnTo>
                <a:lnTo>
                  <a:pt x="93561" y="443526"/>
                </a:lnTo>
                <a:lnTo>
                  <a:pt x="93525" y="438652"/>
                </a:lnTo>
                <a:lnTo>
                  <a:pt x="93475" y="433778"/>
                </a:lnTo>
                <a:lnTo>
                  <a:pt x="93410" y="428904"/>
                </a:lnTo>
                <a:lnTo>
                  <a:pt x="93334" y="424030"/>
                </a:lnTo>
                <a:lnTo>
                  <a:pt x="93254" y="419156"/>
                </a:lnTo>
                <a:lnTo>
                  <a:pt x="93179" y="414282"/>
                </a:lnTo>
                <a:lnTo>
                  <a:pt x="93119" y="409408"/>
                </a:lnTo>
                <a:lnTo>
                  <a:pt x="93089" y="404534"/>
                </a:lnTo>
                <a:lnTo>
                  <a:pt x="93099" y="399661"/>
                </a:lnTo>
                <a:lnTo>
                  <a:pt x="93161" y="394787"/>
                </a:lnTo>
                <a:lnTo>
                  <a:pt x="93280" y="389913"/>
                </a:lnTo>
                <a:lnTo>
                  <a:pt x="93458" y="385039"/>
                </a:lnTo>
                <a:lnTo>
                  <a:pt x="93691" y="380165"/>
                </a:lnTo>
                <a:lnTo>
                  <a:pt x="93969" y="375291"/>
                </a:lnTo>
                <a:lnTo>
                  <a:pt x="94278" y="370417"/>
                </a:lnTo>
                <a:lnTo>
                  <a:pt x="94598" y="365543"/>
                </a:lnTo>
                <a:lnTo>
                  <a:pt x="94909" y="360669"/>
                </a:lnTo>
                <a:lnTo>
                  <a:pt x="95189" y="355795"/>
                </a:lnTo>
                <a:lnTo>
                  <a:pt x="95420" y="350921"/>
                </a:lnTo>
                <a:lnTo>
                  <a:pt x="95584" y="346048"/>
                </a:lnTo>
                <a:lnTo>
                  <a:pt x="95672" y="341174"/>
                </a:lnTo>
                <a:lnTo>
                  <a:pt x="95678" y="336300"/>
                </a:lnTo>
                <a:lnTo>
                  <a:pt x="95603" y="331426"/>
                </a:lnTo>
                <a:lnTo>
                  <a:pt x="95455" y="326552"/>
                </a:lnTo>
                <a:lnTo>
                  <a:pt x="95245" y="321678"/>
                </a:lnTo>
                <a:lnTo>
                  <a:pt x="94991" y="316804"/>
                </a:lnTo>
                <a:lnTo>
                  <a:pt x="94712" y="311930"/>
                </a:lnTo>
                <a:lnTo>
                  <a:pt x="94431" y="307056"/>
                </a:lnTo>
                <a:lnTo>
                  <a:pt x="94168" y="302182"/>
                </a:lnTo>
                <a:lnTo>
                  <a:pt x="93941" y="297308"/>
                </a:lnTo>
                <a:lnTo>
                  <a:pt x="93765" y="292435"/>
                </a:lnTo>
                <a:lnTo>
                  <a:pt x="93650" y="287561"/>
                </a:lnTo>
                <a:lnTo>
                  <a:pt x="93598" y="282687"/>
                </a:lnTo>
                <a:lnTo>
                  <a:pt x="93609" y="277813"/>
                </a:lnTo>
                <a:lnTo>
                  <a:pt x="93677" y="272939"/>
                </a:lnTo>
                <a:lnTo>
                  <a:pt x="93791" y="268065"/>
                </a:lnTo>
                <a:lnTo>
                  <a:pt x="93939" y="263191"/>
                </a:lnTo>
                <a:lnTo>
                  <a:pt x="94106" y="258317"/>
                </a:lnTo>
                <a:lnTo>
                  <a:pt x="94281" y="253443"/>
                </a:lnTo>
                <a:lnTo>
                  <a:pt x="94451" y="248569"/>
                </a:lnTo>
                <a:lnTo>
                  <a:pt x="94608" y="243695"/>
                </a:lnTo>
                <a:lnTo>
                  <a:pt x="94746" y="238822"/>
                </a:lnTo>
                <a:lnTo>
                  <a:pt x="94861" y="233948"/>
                </a:lnTo>
                <a:lnTo>
                  <a:pt x="94952" y="229074"/>
                </a:lnTo>
                <a:lnTo>
                  <a:pt x="95022" y="224200"/>
                </a:lnTo>
                <a:lnTo>
                  <a:pt x="95071" y="219326"/>
                </a:lnTo>
                <a:lnTo>
                  <a:pt x="95104" y="214452"/>
                </a:lnTo>
                <a:lnTo>
                  <a:pt x="95125" y="209578"/>
                </a:lnTo>
                <a:lnTo>
                  <a:pt x="95137" y="204704"/>
                </a:lnTo>
                <a:lnTo>
                  <a:pt x="95143" y="199830"/>
                </a:lnTo>
                <a:lnTo>
                  <a:pt x="95147" y="194956"/>
                </a:lnTo>
                <a:lnTo>
                  <a:pt x="95149" y="190082"/>
                </a:lnTo>
                <a:lnTo>
                  <a:pt x="95151" y="185209"/>
                </a:lnTo>
                <a:lnTo>
                  <a:pt x="95152" y="180335"/>
                </a:lnTo>
                <a:lnTo>
                  <a:pt x="95148" y="175461"/>
                </a:lnTo>
                <a:lnTo>
                  <a:pt x="95138" y="170587"/>
                </a:lnTo>
                <a:lnTo>
                  <a:pt x="95114" y="165713"/>
                </a:lnTo>
                <a:lnTo>
                  <a:pt x="95073" y="160839"/>
                </a:lnTo>
                <a:lnTo>
                  <a:pt x="95009" y="155965"/>
                </a:lnTo>
                <a:lnTo>
                  <a:pt x="94916" y="151091"/>
                </a:lnTo>
                <a:lnTo>
                  <a:pt x="94790" y="146217"/>
                </a:lnTo>
                <a:lnTo>
                  <a:pt x="94631" y="141343"/>
                </a:lnTo>
                <a:lnTo>
                  <a:pt x="94440" y="136469"/>
                </a:lnTo>
                <a:lnTo>
                  <a:pt x="94222" y="131596"/>
                </a:lnTo>
                <a:lnTo>
                  <a:pt x="93983" y="126722"/>
                </a:lnTo>
                <a:lnTo>
                  <a:pt x="93732" y="121848"/>
                </a:lnTo>
                <a:lnTo>
                  <a:pt x="93477" y="116974"/>
                </a:lnTo>
                <a:lnTo>
                  <a:pt x="93225" y="112100"/>
                </a:lnTo>
                <a:lnTo>
                  <a:pt x="92974" y="107226"/>
                </a:lnTo>
                <a:lnTo>
                  <a:pt x="92718" y="102352"/>
                </a:lnTo>
                <a:lnTo>
                  <a:pt x="92437" y="97478"/>
                </a:lnTo>
                <a:lnTo>
                  <a:pt x="92096" y="92604"/>
                </a:lnTo>
                <a:lnTo>
                  <a:pt x="91647" y="87730"/>
                </a:lnTo>
                <a:lnTo>
                  <a:pt x="91025" y="82856"/>
                </a:lnTo>
                <a:lnTo>
                  <a:pt x="90149" y="77983"/>
                </a:lnTo>
                <a:lnTo>
                  <a:pt x="88929" y="73109"/>
                </a:lnTo>
                <a:lnTo>
                  <a:pt x="87267" y="68235"/>
                </a:lnTo>
                <a:lnTo>
                  <a:pt x="85072" y="63361"/>
                </a:lnTo>
                <a:lnTo>
                  <a:pt x="82263" y="58487"/>
                </a:lnTo>
                <a:lnTo>
                  <a:pt x="78791" y="53613"/>
                </a:lnTo>
                <a:lnTo>
                  <a:pt x="74644" y="48739"/>
                </a:lnTo>
                <a:lnTo>
                  <a:pt x="69865" y="43865"/>
                </a:lnTo>
                <a:lnTo>
                  <a:pt x="64555" y="38991"/>
                </a:lnTo>
                <a:lnTo>
                  <a:pt x="58883" y="34117"/>
                </a:lnTo>
                <a:lnTo>
                  <a:pt x="53077" y="29243"/>
                </a:lnTo>
                <a:lnTo>
                  <a:pt x="47413" y="24370"/>
                </a:lnTo>
                <a:lnTo>
                  <a:pt x="42199" y="19496"/>
                </a:lnTo>
                <a:lnTo>
                  <a:pt x="37742" y="14622"/>
                </a:lnTo>
                <a:lnTo>
                  <a:pt x="34326" y="9748"/>
                </a:lnTo>
                <a:lnTo>
                  <a:pt x="32178" y="4874"/>
                </a:lnTo>
                <a:lnTo>
                  <a:pt x="31445" y="0"/>
                </a:lnTo>
                <a:lnTo>
                  <a:pt x="164695" y="0"/>
                </a:lnTo>
                <a:lnTo>
                  <a:pt x="164695" y="0"/>
                </a:lnTo>
                <a:lnTo>
                  <a:pt x="163962" y="4874"/>
                </a:lnTo>
                <a:lnTo>
                  <a:pt x="161814" y="9748"/>
                </a:lnTo>
                <a:lnTo>
                  <a:pt x="158398" y="14622"/>
                </a:lnTo>
                <a:lnTo>
                  <a:pt x="153942" y="19496"/>
                </a:lnTo>
                <a:lnTo>
                  <a:pt x="148727" y="24370"/>
                </a:lnTo>
                <a:lnTo>
                  <a:pt x="143064" y="29243"/>
                </a:lnTo>
                <a:lnTo>
                  <a:pt x="137257" y="34117"/>
                </a:lnTo>
                <a:lnTo>
                  <a:pt x="131585" y="38991"/>
                </a:lnTo>
                <a:lnTo>
                  <a:pt x="126276" y="43865"/>
                </a:lnTo>
                <a:lnTo>
                  <a:pt x="121496" y="48739"/>
                </a:lnTo>
                <a:lnTo>
                  <a:pt x="117349" y="53613"/>
                </a:lnTo>
                <a:lnTo>
                  <a:pt x="113877" y="58487"/>
                </a:lnTo>
                <a:lnTo>
                  <a:pt x="111069" y="63361"/>
                </a:lnTo>
                <a:lnTo>
                  <a:pt x="108873" y="68235"/>
                </a:lnTo>
                <a:lnTo>
                  <a:pt x="107211" y="73109"/>
                </a:lnTo>
                <a:lnTo>
                  <a:pt x="105991" y="77983"/>
                </a:lnTo>
                <a:lnTo>
                  <a:pt x="105115" y="82856"/>
                </a:lnTo>
                <a:lnTo>
                  <a:pt x="104493" y="87730"/>
                </a:lnTo>
                <a:lnTo>
                  <a:pt x="104044" y="92604"/>
                </a:lnTo>
                <a:lnTo>
                  <a:pt x="103704" y="97478"/>
                </a:lnTo>
                <a:lnTo>
                  <a:pt x="103422" y="102352"/>
                </a:lnTo>
                <a:lnTo>
                  <a:pt x="103166" y="107226"/>
                </a:lnTo>
                <a:lnTo>
                  <a:pt x="102916" y="112100"/>
                </a:lnTo>
                <a:lnTo>
                  <a:pt x="102663" y="116974"/>
                </a:lnTo>
                <a:lnTo>
                  <a:pt x="102408" y="121848"/>
                </a:lnTo>
                <a:lnTo>
                  <a:pt x="102158" y="126722"/>
                </a:lnTo>
                <a:lnTo>
                  <a:pt x="101918" y="131596"/>
                </a:lnTo>
                <a:lnTo>
                  <a:pt x="101700" y="136469"/>
                </a:lnTo>
                <a:lnTo>
                  <a:pt x="101509" y="141343"/>
                </a:lnTo>
                <a:lnTo>
                  <a:pt x="101350" y="146217"/>
                </a:lnTo>
                <a:lnTo>
                  <a:pt x="101225" y="151091"/>
                </a:lnTo>
                <a:lnTo>
                  <a:pt x="101131" y="155965"/>
                </a:lnTo>
                <a:lnTo>
                  <a:pt x="101067" y="160839"/>
                </a:lnTo>
                <a:lnTo>
                  <a:pt x="101026" y="165713"/>
                </a:lnTo>
                <a:lnTo>
                  <a:pt x="101003" y="170587"/>
                </a:lnTo>
                <a:lnTo>
                  <a:pt x="100992" y="175461"/>
                </a:lnTo>
                <a:lnTo>
                  <a:pt x="100989" y="180335"/>
                </a:lnTo>
                <a:lnTo>
                  <a:pt x="100989" y="185209"/>
                </a:lnTo>
                <a:lnTo>
                  <a:pt x="100991" y="190082"/>
                </a:lnTo>
                <a:lnTo>
                  <a:pt x="100994" y="194956"/>
                </a:lnTo>
                <a:lnTo>
                  <a:pt x="100997" y="199830"/>
                </a:lnTo>
                <a:lnTo>
                  <a:pt x="101004" y="204704"/>
                </a:lnTo>
                <a:lnTo>
                  <a:pt x="101016" y="209578"/>
                </a:lnTo>
                <a:lnTo>
                  <a:pt x="101036" y="214452"/>
                </a:lnTo>
                <a:lnTo>
                  <a:pt x="101069" y="219326"/>
                </a:lnTo>
                <a:lnTo>
                  <a:pt x="101119" y="224200"/>
                </a:lnTo>
                <a:lnTo>
                  <a:pt x="101188" y="229074"/>
                </a:lnTo>
                <a:lnTo>
                  <a:pt x="101280" y="233948"/>
                </a:lnTo>
                <a:lnTo>
                  <a:pt x="101395" y="238822"/>
                </a:lnTo>
                <a:lnTo>
                  <a:pt x="101532" y="243695"/>
                </a:lnTo>
                <a:lnTo>
                  <a:pt x="101689" y="248569"/>
                </a:lnTo>
                <a:lnTo>
                  <a:pt x="101860" y="253443"/>
                </a:lnTo>
                <a:lnTo>
                  <a:pt x="102034" y="258317"/>
                </a:lnTo>
                <a:lnTo>
                  <a:pt x="102202" y="263191"/>
                </a:lnTo>
                <a:lnTo>
                  <a:pt x="102349" y="268065"/>
                </a:lnTo>
                <a:lnTo>
                  <a:pt x="102463" y="272939"/>
                </a:lnTo>
                <a:lnTo>
                  <a:pt x="102531" y="277813"/>
                </a:lnTo>
                <a:lnTo>
                  <a:pt x="102542" y="282687"/>
                </a:lnTo>
                <a:lnTo>
                  <a:pt x="102491" y="287561"/>
                </a:lnTo>
                <a:lnTo>
                  <a:pt x="102375" y="292435"/>
                </a:lnTo>
                <a:lnTo>
                  <a:pt x="102199" y="297308"/>
                </a:lnTo>
                <a:lnTo>
                  <a:pt x="101972" y="302182"/>
                </a:lnTo>
                <a:lnTo>
                  <a:pt x="101709" y="307056"/>
                </a:lnTo>
                <a:lnTo>
                  <a:pt x="101428" y="311930"/>
                </a:lnTo>
                <a:lnTo>
                  <a:pt x="101150" y="316804"/>
                </a:lnTo>
                <a:lnTo>
                  <a:pt x="100896" y="321678"/>
                </a:lnTo>
                <a:lnTo>
                  <a:pt x="100686" y="326552"/>
                </a:lnTo>
                <a:lnTo>
                  <a:pt x="100537" y="331426"/>
                </a:lnTo>
                <a:lnTo>
                  <a:pt x="100462" y="336300"/>
                </a:lnTo>
                <a:lnTo>
                  <a:pt x="100468" y="341174"/>
                </a:lnTo>
                <a:lnTo>
                  <a:pt x="100556" y="346048"/>
                </a:lnTo>
                <a:lnTo>
                  <a:pt x="100721" y="350921"/>
                </a:lnTo>
                <a:lnTo>
                  <a:pt x="100951" y="355795"/>
                </a:lnTo>
                <a:lnTo>
                  <a:pt x="101232" y="360669"/>
                </a:lnTo>
                <a:lnTo>
                  <a:pt x="101542" y="365543"/>
                </a:lnTo>
                <a:lnTo>
                  <a:pt x="101863" y="370417"/>
                </a:lnTo>
                <a:lnTo>
                  <a:pt x="102171" y="375291"/>
                </a:lnTo>
                <a:lnTo>
                  <a:pt x="102450" y="380165"/>
                </a:lnTo>
                <a:lnTo>
                  <a:pt x="102683" y="385039"/>
                </a:lnTo>
                <a:lnTo>
                  <a:pt x="102861" y="389913"/>
                </a:lnTo>
                <a:lnTo>
                  <a:pt x="102980" y="394787"/>
                </a:lnTo>
                <a:lnTo>
                  <a:pt x="103041" y="399661"/>
                </a:lnTo>
                <a:lnTo>
                  <a:pt x="103051" y="404534"/>
                </a:lnTo>
                <a:lnTo>
                  <a:pt x="103021" y="409408"/>
                </a:lnTo>
                <a:lnTo>
                  <a:pt x="102962" y="414282"/>
                </a:lnTo>
                <a:lnTo>
                  <a:pt x="102887" y="419156"/>
                </a:lnTo>
                <a:lnTo>
                  <a:pt x="102806" y="424030"/>
                </a:lnTo>
                <a:lnTo>
                  <a:pt x="102731" y="428904"/>
                </a:lnTo>
                <a:lnTo>
                  <a:pt x="102666" y="433778"/>
                </a:lnTo>
                <a:lnTo>
                  <a:pt x="102615" y="438652"/>
                </a:lnTo>
                <a:lnTo>
                  <a:pt x="102579" y="443526"/>
                </a:lnTo>
                <a:lnTo>
                  <a:pt x="102557" y="448400"/>
                </a:lnTo>
                <a:lnTo>
                  <a:pt x="102547" y="453274"/>
                </a:lnTo>
                <a:lnTo>
                  <a:pt x="102548" y="458147"/>
                </a:lnTo>
                <a:lnTo>
                  <a:pt x="102560" y="463021"/>
                </a:lnTo>
                <a:lnTo>
                  <a:pt x="102586" y="467895"/>
                </a:lnTo>
                <a:lnTo>
                  <a:pt x="102638" y="472769"/>
                </a:lnTo>
                <a:lnTo>
                  <a:pt x="102730" y="477643"/>
                </a:lnTo>
                <a:lnTo>
                  <a:pt x="102890" y="482517"/>
                </a:lnTo>
                <a:lnTo>
                  <a:pt x="103158" y="487391"/>
                </a:lnTo>
                <a:lnTo>
                  <a:pt x="103591" y="492265"/>
                </a:lnTo>
                <a:lnTo>
                  <a:pt x="104261" y="497139"/>
                </a:lnTo>
                <a:lnTo>
                  <a:pt x="105261" y="502013"/>
                </a:lnTo>
                <a:lnTo>
                  <a:pt x="106702" y="506887"/>
                </a:lnTo>
                <a:lnTo>
                  <a:pt x="108707" y="511760"/>
                </a:lnTo>
                <a:lnTo>
                  <a:pt x="111405" y="516634"/>
                </a:lnTo>
                <a:lnTo>
                  <a:pt x="114920" y="521508"/>
                </a:lnTo>
                <a:lnTo>
                  <a:pt x="119354" y="526382"/>
                </a:lnTo>
                <a:lnTo>
                  <a:pt x="124768" y="531256"/>
                </a:lnTo>
                <a:lnTo>
                  <a:pt x="131168" y="536130"/>
                </a:lnTo>
                <a:lnTo>
                  <a:pt x="138481" y="541004"/>
                </a:lnTo>
                <a:lnTo>
                  <a:pt x="146548" y="545878"/>
                </a:lnTo>
                <a:lnTo>
                  <a:pt x="155117" y="550752"/>
                </a:lnTo>
                <a:lnTo>
                  <a:pt x="163849" y="555626"/>
                </a:lnTo>
                <a:lnTo>
                  <a:pt x="172335" y="560500"/>
                </a:lnTo>
                <a:lnTo>
                  <a:pt x="180126" y="565373"/>
                </a:lnTo>
                <a:lnTo>
                  <a:pt x="186771" y="570247"/>
                </a:lnTo>
                <a:lnTo>
                  <a:pt x="191856" y="575121"/>
                </a:lnTo>
                <a:lnTo>
                  <a:pt x="195051"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1030" name="03_assume_matched_6327">
            <a:extLst>
              <a:ext uri="{FF2B5EF4-FFF2-40B4-BE49-F238E27FC236}">
                <a16:creationId xmlns:a16="http://schemas.microsoft.com/office/drawing/2014/main" id="{228EF3AC-6A16-4B30-AAC6-B20E8832B478}"/>
              </a:ext>
            </a:extLst>
          </p:cNvPr>
          <p:cNvSpPr>
            <a:spLocks noGrp="1"/>
          </p:cNvSpPr>
          <p:nvPr/>
        </p:nvSpPr>
        <p:spPr>
          <a:xfrm>
            <a:off x="5330286" y="2550245"/>
            <a:ext cx="196140" cy="584869"/>
          </a:xfrm>
          <a:custGeom>
            <a:avLst/>
            <a:gdLst/>
            <a:ahLst/>
            <a:cxnLst/>
            <a:rect l="0" t="0" r="0" b="0"/>
            <a:pathLst>
              <a:path w="196140" h="584869">
                <a:moveTo>
                  <a:pt x="196140" y="584869"/>
                </a:moveTo>
                <a:lnTo>
                  <a:pt x="0" y="584869"/>
                </a:lnTo>
                <a:lnTo>
                  <a:pt x="1074" y="579995"/>
                </a:lnTo>
                <a:lnTo>
                  <a:pt x="4223" y="575121"/>
                </a:lnTo>
                <a:lnTo>
                  <a:pt x="9239" y="570247"/>
                </a:lnTo>
                <a:lnTo>
                  <a:pt x="15803" y="565373"/>
                </a:lnTo>
                <a:lnTo>
                  <a:pt x="23512" y="560500"/>
                </a:lnTo>
                <a:lnTo>
                  <a:pt x="31928" y="555626"/>
                </a:lnTo>
                <a:lnTo>
                  <a:pt x="40613" y="550752"/>
                </a:lnTo>
                <a:lnTo>
                  <a:pt x="49167" y="545878"/>
                </a:lnTo>
                <a:lnTo>
                  <a:pt x="57255" y="541004"/>
                </a:lnTo>
                <a:lnTo>
                  <a:pt x="64628" y="536130"/>
                </a:lnTo>
                <a:lnTo>
                  <a:pt x="71120" y="531256"/>
                </a:lnTo>
                <a:lnTo>
                  <a:pt x="76655" y="526382"/>
                </a:lnTo>
                <a:lnTo>
                  <a:pt x="81225" y="521508"/>
                </a:lnTo>
                <a:lnTo>
                  <a:pt x="84882" y="516634"/>
                </a:lnTo>
                <a:lnTo>
                  <a:pt x="87714" y="511760"/>
                </a:lnTo>
                <a:lnTo>
                  <a:pt x="89830" y="506887"/>
                </a:lnTo>
                <a:lnTo>
                  <a:pt x="91349" y="502013"/>
                </a:lnTo>
                <a:lnTo>
                  <a:pt x="92384" y="497139"/>
                </a:lnTo>
                <a:lnTo>
                  <a:pt x="93037" y="492265"/>
                </a:lnTo>
                <a:lnTo>
                  <a:pt x="93397" y="487391"/>
                </a:lnTo>
                <a:lnTo>
                  <a:pt x="93540" y="482517"/>
                </a:lnTo>
                <a:lnTo>
                  <a:pt x="93524" y="477643"/>
                </a:lnTo>
                <a:lnTo>
                  <a:pt x="93400" y="472769"/>
                </a:lnTo>
                <a:lnTo>
                  <a:pt x="93204" y="467895"/>
                </a:lnTo>
                <a:lnTo>
                  <a:pt x="92968" y="463021"/>
                </a:lnTo>
                <a:lnTo>
                  <a:pt x="92715" y="458147"/>
                </a:lnTo>
                <a:lnTo>
                  <a:pt x="92465" y="453274"/>
                </a:lnTo>
                <a:lnTo>
                  <a:pt x="92230" y="448400"/>
                </a:lnTo>
                <a:lnTo>
                  <a:pt x="92020" y="443526"/>
                </a:lnTo>
                <a:lnTo>
                  <a:pt x="91841" y="438652"/>
                </a:lnTo>
                <a:lnTo>
                  <a:pt x="91695" y="433778"/>
                </a:lnTo>
                <a:lnTo>
                  <a:pt x="91583" y="428904"/>
                </a:lnTo>
                <a:lnTo>
                  <a:pt x="91505" y="424030"/>
                </a:lnTo>
                <a:lnTo>
                  <a:pt x="91463" y="419156"/>
                </a:lnTo>
                <a:lnTo>
                  <a:pt x="91457" y="414282"/>
                </a:lnTo>
                <a:lnTo>
                  <a:pt x="91491" y="409408"/>
                </a:lnTo>
                <a:lnTo>
                  <a:pt x="91569" y="404534"/>
                </a:lnTo>
                <a:lnTo>
                  <a:pt x="91696" y="399661"/>
                </a:lnTo>
                <a:lnTo>
                  <a:pt x="91875" y="394787"/>
                </a:lnTo>
                <a:lnTo>
                  <a:pt x="92105" y="389913"/>
                </a:lnTo>
                <a:lnTo>
                  <a:pt x="92384" y="385039"/>
                </a:lnTo>
                <a:lnTo>
                  <a:pt x="92699" y="380165"/>
                </a:lnTo>
                <a:lnTo>
                  <a:pt x="93037" y="375291"/>
                </a:lnTo>
                <a:lnTo>
                  <a:pt x="93376" y="370417"/>
                </a:lnTo>
                <a:lnTo>
                  <a:pt x="93693" y="365543"/>
                </a:lnTo>
                <a:lnTo>
                  <a:pt x="93959" y="360669"/>
                </a:lnTo>
                <a:lnTo>
                  <a:pt x="94150" y="355795"/>
                </a:lnTo>
                <a:lnTo>
                  <a:pt x="94242" y="350921"/>
                </a:lnTo>
                <a:lnTo>
                  <a:pt x="94218" y="346048"/>
                </a:lnTo>
                <a:lnTo>
                  <a:pt x="94069" y="341174"/>
                </a:lnTo>
                <a:lnTo>
                  <a:pt x="93797" y="336300"/>
                </a:lnTo>
                <a:lnTo>
                  <a:pt x="93412" y="331426"/>
                </a:lnTo>
                <a:lnTo>
                  <a:pt x="92937" y="326552"/>
                </a:lnTo>
                <a:lnTo>
                  <a:pt x="92403" y="321678"/>
                </a:lnTo>
                <a:lnTo>
                  <a:pt x="91849" y="316804"/>
                </a:lnTo>
                <a:lnTo>
                  <a:pt x="91317" y="311930"/>
                </a:lnTo>
                <a:lnTo>
                  <a:pt x="90851" y="307056"/>
                </a:lnTo>
                <a:lnTo>
                  <a:pt x="90488" y="302182"/>
                </a:lnTo>
                <a:lnTo>
                  <a:pt x="90262" y="297308"/>
                </a:lnTo>
                <a:lnTo>
                  <a:pt x="90193" y="292435"/>
                </a:lnTo>
                <a:lnTo>
                  <a:pt x="90290" y="287561"/>
                </a:lnTo>
                <a:lnTo>
                  <a:pt x="90549" y="282687"/>
                </a:lnTo>
                <a:lnTo>
                  <a:pt x="90950" y="277813"/>
                </a:lnTo>
                <a:lnTo>
                  <a:pt x="91468" y="272939"/>
                </a:lnTo>
                <a:lnTo>
                  <a:pt x="92067" y="268065"/>
                </a:lnTo>
                <a:lnTo>
                  <a:pt x="92707" y="263191"/>
                </a:lnTo>
                <a:lnTo>
                  <a:pt x="93349" y="258317"/>
                </a:lnTo>
                <a:lnTo>
                  <a:pt x="93957" y="253443"/>
                </a:lnTo>
                <a:lnTo>
                  <a:pt x="94502" y="248569"/>
                </a:lnTo>
                <a:lnTo>
                  <a:pt x="94961" y="243695"/>
                </a:lnTo>
                <a:lnTo>
                  <a:pt x="95319" y="238822"/>
                </a:lnTo>
                <a:lnTo>
                  <a:pt x="95573" y="233948"/>
                </a:lnTo>
                <a:lnTo>
                  <a:pt x="95724" y="229074"/>
                </a:lnTo>
                <a:lnTo>
                  <a:pt x="95783" y="224200"/>
                </a:lnTo>
                <a:lnTo>
                  <a:pt x="95763" y="219326"/>
                </a:lnTo>
                <a:lnTo>
                  <a:pt x="95684" y="214452"/>
                </a:lnTo>
                <a:lnTo>
                  <a:pt x="95566" y="209578"/>
                </a:lnTo>
                <a:lnTo>
                  <a:pt x="95428" y="204704"/>
                </a:lnTo>
                <a:lnTo>
                  <a:pt x="95291" y="199830"/>
                </a:lnTo>
                <a:lnTo>
                  <a:pt x="95170" y="194956"/>
                </a:lnTo>
                <a:lnTo>
                  <a:pt x="95079" y="190082"/>
                </a:lnTo>
                <a:lnTo>
                  <a:pt x="95026" y="185209"/>
                </a:lnTo>
                <a:lnTo>
                  <a:pt x="95016" y="180335"/>
                </a:lnTo>
                <a:lnTo>
                  <a:pt x="95049" y="175461"/>
                </a:lnTo>
                <a:lnTo>
                  <a:pt x="95119" y="170587"/>
                </a:lnTo>
                <a:lnTo>
                  <a:pt x="95220" y="165713"/>
                </a:lnTo>
                <a:lnTo>
                  <a:pt x="95342" y="160839"/>
                </a:lnTo>
                <a:lnTo>
                  <a:pt x="95474" y="155965"/>
                </a:lnTo>
                <a:lnTo>
                  <a:pt x="95605" y="151091"/>
                </a:lnTo>
                <a:lnTo>
                  <a:pt x="95726" y="146217"/>
                </a:lnTo>
                <a:lnTo>
                  <a:pt x="95832" y="141343"/>
                </a:lnTo>
                <a:lnTo>
                  <a:pt x="95916" y="136469"/>
                </a:lnTo>
                <a:lnTo>
                  <a:pt x="95979" y="131596"/>
                </a:lnTo>
                <a:lnTo>
                  <a:pt x="96019" y="126722"/>
                </a:lnTo>
                <a:lnTo>
                  <a:pt x="96036" y="121848"/>
                </a:lnTo>
                <a:lnTo>
                  <a:pt x="96029" y="116974"/>
                </a:lnTo>
                <a:lnTo>
                  <a:pt x="95991" y="112100"/>
                </a:lnTo>
                <a:lnTo>
                  <a:pt x="95908" y="107226"/>
                </a:lnTo>
                <a:lnTo>
                  <a:pt x="95756" y="102352"/>
                </a:lnTo>
                <a:lnTo>
                  <a:pt x="95496" y="97478"/>
                </a:lnTo>
                <a:lnTo>
                  <a:pt x="95075" y="92604"/>
                </a:lnTo>
                <a:lnTo>
                  <a:pt x="94420" y="87730"/>
                </a:lnTo>
                <a:lnTo>
                  <a:pt x="93439" y="82856"/>
                </a:lnTo>
                <a:lnTo>
                  <a:pt x="92025" y="77983"/>
                </a:lnTo>
                <a:lnTo>
                  <a:pt x="90055" y="73109"/>
                </a:lnTo>
                <a:lnTo>
                  <a:pt x="87404" y="68235"/>
                </a:lnTo>
                <a:lnTo>
                  <a:pt x="83952" y="63361"/>
                </a:lnTo>
                <a:lnTo>
                  <a:pt x="79599" y="58487"/>
                </a:lnTo>
                <a:lnTo>
                  <a:pt x="74286" y="53613"/>
                </a:lnTo>
                <a:lnTo>
                  <a:pt x="68009" y="48739"/>
                </a:lnTo>
                <a:lnTo>
                  <a:pt x="60838" y="43865"/>
                </a:lnTo>
                <a:lnTo>
                  <a:pt x="52929" y="38991"/>
                </a:lnTo>
                <a:lnTo>
                  <a:pt x="44529" y="34117"/>
                </a:lnTo>
                <a:lnTo>
                  <a:pt x="35971" y="29243"/>
                </a:lnTo>
                <a:lnTo>
                  <a:pt x="27653" y="24370"/>
                </a:lnTo>
                <a:lnTo>
                  <a:pt x="20015" y="19496"/>
                </a:lnTo>
                <a:lnTo>
                  <a:pt x="13502" y="14622"/>
                </a:lnTo>
                <a:lnTo>
                  <a:pt x="8517" y="9748"/>
                </a:lnTo>
                <a:lnTo>
                  <a:pt x="5385" y="4874"/>
                </a:lnTo>
                <a:lnTo>
                  <a:pt x="4316" y="0"/>
                </a:lnTo>
                <a:lnTo>
                  <a:pt x="191824" y="0"/>
                </a:lnTo>
                <a:lnTo>
                  <a:pt x="191824" y="0"/>
                </a:lnTo>
                <a:lnTo>
                  <a:pt x="190756" y="4874"/>
                </a:lnTo>
                <a:lnTo>
                  <a:pt x="187624" y="9748"/>
                </a:lnTo>
                <a:lnTo>
                  <a:pt x="182638" y="14622"/>
                </a:lnTo>
                <a:lnTo>
                  <a:pt x="176125" y="19496"/>
                </a:lnTo>
                <a:lnTo>
                  <a:pt x="168488" y="24370"/>
                </a:lnTo>
                <a:lnTo>
                  <a:pt x="160170" y="29243"/>
                </a:lnTo>
                <a:lnTo>
                  <a:pt x="151611" y="34117"/>
                </a:lnTo>
                <a:lnTo>
                  <a:pt x="143211" y="38991"/>
                </a:lnTo>
                <a:lnTo>
                  <a:pt x="135303" y="43865"/>
                </a:lnTo>
                <a:lnTo>
                  <a:pt x="128132" y="48739"/>
                </a:lnTo>
                <a:lnTo>
                  <a:pt x="121854" y="53613"/>
                </a:lnTo>
                <a:lnTo>
                  <a:pt x="116541" y="58487"/>
                </a:lnTo>
                <a:lnTo>
                  <a:pt x="112188" y="63361"/>
                </a:lnTo>
                <a:lnTo>
                  <a:pt x="108736" y="68235"/>
                </a:lnTo>
                <a:lnTo>
                  <a:pt x="106085" y="73109"/>
                </a:lnTo>
                <a:lnTo>
                  <a:pt x="104116" y="77983"/>
                </a:lnTo>
                <a:lnTo>
                  <a:pt x="102701" y="82856"/>
                </a:lnTo>
                <a:lnTo>
                  <a:pt x="101720" y="87730"/>
                </a:lnTo>
                <a:lnTo>
                  <a:pt x="101065" y="92604"/>
                </a:lnTo>
                <a:lnTo>
                  <a:pt x="100644" y="97478"/>
                </a:lnTo>
                <a:lnTo>
                  <a:pt x="100384" y="102352"/>
                </a:lnTo>
                <a:lnTo>
                  <a:pt x="100232" y="107226"/>
                </a:lnTo>
                <a:lnTo>
                  <a:pt x="100149" y="112100"/>
                </a:lnTo>
                <a:lnTo>
                  <a:pt x="100111" y="116974"/>
                </a:lnTo>
                <a:lnTo>
                  <a:pt x="100104" y="121848"/>
                </a:lnTo>
                <a:lnTo>
                  <a:pt x="100122" y="126722"/>
                </a:lnTo>
                <a:lnTo>
                  <a:pt x="100162" y="131596"/>
                </a:lnTo>
                <a:lnTo>
                  <a:pt x="100224" y="136469"/>
                </a:lnTo>
                <a:lnTo>
                  <a:pt x="100309" y="141343"/>
                </a:lnTo>
                <a:lnTo>
                  <a:pt x="100414" y="146217"/>
                </a:lnTo>
                <a:lnTo>
                  <a:pt x="100535" y="151091"/>
                </a:lnTo>
                <a:lnTo>
                  <a:pt x="100666" y="155965"/>
                </a:lnTo>
                <a:lnTo>
                  <a:pt x="100798" y="160839"/>
                </a:lnTo>
                <a:lnTo>
                  <a:pt x="100920" y="165713"/>
                </a:lnTo>
                <a:lnTo>
                  <a:pt x="101021" y="170587"/>
                </a:lnTo>
                <a:lnTo>
                  <a:pt x="101092" y="175461"/>
                </a:lnTo>
                <a:lnTo>
                  <a:pt x="101124" y="180335"/>
                </a:lnTo>
                <a:lnTo>
                  <a:pt x="101114" y="185209"/>
                </a:lnTo>
                <a:lnTo>
                  <a:pt x="101062" y="190082"/>
                </a:lnTo>
                <a:lnTo>
                  <a:pt x="100970" y="194956"/>
                </a:lnTo>
                <a:lnTo>
                  <a:pt x="100849" y="199830"/>
                </a:lnTo>
                <a:lnTo>
                  <a:pt x="100712" y="204704"/>
                </a:lnTo>
                <a:lnTo>
                  <a:pt x="100574" y="209578"/>
                </a:lnTo>
                <a:lnTo>
                  <a:pt x="100456" y="214452"/>
                </a:lnTo>
                <a:lnTo>
                  <a:pt x="100377" y="219326"/>
                </a:lnTo>
                <a:lnTo>
                  <a:pt x="100358" y="224200"/>
                </a:lnTo>
                <a:lnTo>
                  <a:pt x="100416" y="229074"/>
                </a:lnTo>
                <a:lnTo>
                  <a:pt x="100568" y="233948"/>
                </a:lnTo>
                <a:lnTo>
                  <a:pt x="100821" y="238822"/>
                </a:lnTo>
                <a:lnTo>
                  <a:pt x="101180" y="243695"/>
                </a:lnTo>
                <a:lnTo>
                  <a:pt x="101638" y="248569"/>
                </a:lnTo>
                <a:lnTo>
                  <a:pt x="102183" y="253443"/>
                </a:lnTo>
                <a:lnTo>
                  <a:pt x="102791" y="258317"/>
                </a:lnTo>
                <a:lnTo>
                  <a:pt x="103434" y="263191"/>
                </a:lnTo>
                <a:lnTo>
                  <a:pt x="104074" y="268065"/>
                </a:lnTo>
                <a:lnTo>
                  <a:pt x="104672" y="272939"/>
                </a:lnTo>
                <a:lnTo>
                  <a:pt x="105190" y="277813"/>
                </a:lnTo>
                <a:lnTo>
                  <a:pt x="105592" y="282687"/>
                </a:lnTo>
                <a:lnTo>
                  <a:pt x="105850" y="287561"/>
                </a:lnTo>
                <a:lnTo>
                  <a:pt x="105947" y="292435"/>
                </a:lnTo>
                <a:lnTo>
                  <a:pt x="105878" y="297308"/>
                </a:lnTo>
                <a:lnTo>
                  <a:pt x="105652" y="302182"/>
                </a:lnTo>
                <a:lnTo>
                  <a:pt x="105290" y="307056"/>
                </a:lnTo>
                <a:lnTo>
                  <a:pt x="104823" y="311930"/>
                </a:lnTo>
                <a:lnTo>
                  <a:pt x="104291" y="316804"/>
                </a:lnTo>
                <a:lnTo>
                  <a:pt x="103737" y="321678"/>
                </a:lnTo>
                <a:lnTo>
                  <a:pt x="103203" y="326552"/>
                </a:lnTo>
                <a:lnTo>
                  <a:pt x="102728" y="331426"/>
                </a:lnTo>
                <a:lnTo>
                  <a:pt x="102343" y="336300"/>
                </a:lnTo>
                <a:lnTo>
                  <a:pt x="102071" y="341174"/>
                </a:lnTo>
                <a:lnTo>
                  <a:pt x="101923" y="346048"/>
                </a:lnTo>
                <a:lnTo>
                  <a:pt x="101899" y="350921"/>
                </a:lnTo>
                <a:lnTo>
                  <a:pt x="101991" y="355795"/>
                </a:lnTo>
                <a:lnTo>
                  <a:pt x="102181" y="360669"/>
                </a:lnTo>
                <a:lnTo>
                  <a:pt x="102448" y="365543"/>
                </a:lnTo>
                <a:lnTo>
                  <a:pt x="102764" y="370417"/>
                </a:lnTo>
                <a:lnTo>
                  <a:pt x="103103" y="375291"/>
                </a:lnTo>
                <a:lnTo>
                  <a:pt x="103441" y="380165"/>
                </a:lnTo>
                <a:lnTo>
                  <a:pt x="103757" y="385039"/>
                </a:lnTo>
                <a:lnTo>
                  <a:pt x="104035" y="389913"/>
                </a:lnTo>
                <a:lnTo>
                  <a:pt x="104265" y="394787"/>
                </a:lnTo>
                <a:lnTo>
                  <a:pt x="104444" y="399661"/>
                </a:lnTo>
                <a:lnTo>
                  <a:pt x="104571" y="404534"/>
                </a:lnTo>
                <a:lnTo>
                  <a:pt x="104650" y="409408"/>
                </a:lnTo>
                <a:lnTo>
                  <a:pt x="104684" y="414282"/>
                </a:lnTo>
                <a:lnTo>
                  <a:pt x="104678" y="419156"/>
                </a:lnTo>
                <a:lnTo>
                  <a:pt x="104635" y="424030"/>
                </a:lnTo>
                <a:lnTo>
                  <a:pt x="104557" y="428904"/>
                </a:lnTo>
                <a:lnTo>
                  <a:pt x="104445" y="433778"/>
                </a:lnTo>
                <a:lnTo>
                  <a:pt x="104299" y="438652"/>
                </a:lnTo>
                <a:lnTo>
                  <a:pt x="104120" y="443526"/>
                </a:lnTo>
                <a:lnTo>
                  <a:pt x="103910" y="448400"/>
                </a:lnTo>
                <a:lnTo>
                  <a:pt x="103676" y="453274"/>
                </a:lnTo>
                <a:lnTo>
                  <a:pt x="103425" y="458147"/>
                </a:lnTo>
                <a:lnTo>
                  <a:pt x="103173" y="463021"/>
                </a:lnTo>
                <a:lnTo>
                  <a:pt x="102937" y="467895"/>
                </a:lnTo>
                <a:lnTo>
                  <a:pt x="102741" y="472769"/>
                </a:lnTo>
                <a:lnTo>
                  <a:pt x="102616" y="477643"/>
                </a:lnTo>
                <a:lnTo>
                  <a:pt x="102601" y="482517"/>
                </a:lnTo>
                <a:lnTo>
                  <a:pt x="102743" y="487391"/>
                </a:lnTo>
                <a:lnTo>
                  <a:pt x="103104" y="492265"/>
                </a:lnTo>
                <a:lnTo>
                  <a:pt x="103757" y="497139"/>
                </a:lnTo>
                <a:lnTo>
                  <a:pt x="104791" y="502013"/>
                </a:lnTo>
                <a:lnTo>
                  <a:pt x="106310" y="506887"/>
                </a:lnTo>
                <a:lnTo>
                  <a:pt x="108427" y="511760"/>
                </a:lnTo>
                <a:lnTo>
                  <a:pt x="111258" y="516634"/>
                </a:lnTo>
                <a:lnTo>
                  <a:pt x="114915" y="521508"/>
                </a:lnTo>
                <a:lnTo>
                  <a:pt x="119486" y="526382"/>
                </a:lnTo>
                <a:lnTo>
                  <a:pt x="125020" y="531256"/>
                </a:lnTo>
                <a:lnTo>
                  <a:pt x="131513" y="536130"/>
                </a:lnTo>
                <a:lnTo>
                  <a:pt x="138885" y="541004"/>
                </a:lnTo>
                <a:lnTo>
                  <a:pt x="146973" y="545878"/>
                </a:lnTo>
                <a:lnTo>
                  <a:pt x="155527" y="550752"/>
                </a:lnTo>
                <a:lnTo>
                  <a:pt x="164212" y="555626"/>
                </a:lnTo>
                <a:lnTo>
                  <a:pt x="172628" y="560500"/>
                </a:lnTo>
                <a:lnTo>
                  <a:pt x="180338" y="565373"/>
                </a:lnTo>
                <a:lnTo>
                  <a:pt x="186901" y="570247"/>
                </a:lnTo>
                <a:lnTo>
                  <a:pt x="191918" y="575121"/>
                </a:lnTo>
                <a:lnTo>
                  <a:pt x="195067"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1031" name="03_assume_matched_6328">
            <a:extLst>
              <a:ext uri="{FF2B5EF4-FFF2-40B4-BE49-F238E27FC236}">
                <a16:creationId xmlns:a16="http://schemas.microsoft.com/office/drawing/2014/main" id="{E4299723-274E-4B96-9D36-4856D790DD25}"/>
              </a:ext>
            </a:extLst>
          </p:cNvPr>
          <p:cNvSpPr>
            <a:spLocks noGrp="1"/>
          </p:cNvSpPr>
          <p:nvPr/>
        </p:nvSpPr>
        <p:spPr>
          <a:xfrm>
            <a:off x="6084672" y="2550245"/>
            <a:ext cx="196140" cy="584869"/>
          </a:xfrm>
          <a:custGeom>
            <a:avLst/>
            <a:gdLst/>
            <a:ahLst/>
            <a:cxnLst/>
            <a:rect l="0" t="0" r="0" b="0"/>
            <a:pathLst>
              <a:path w="196140" h="584869">
                <a:moveTo>
                  <a:pt x="191179" y="584869"/>
                </a:moveTo>
                <a:lnTo>
                  <a:pt x="4961" y="584869"/>
                </a:lnTo>
                <a:lnTo>
                  <a:pt x="5979" y="579995"/>
                </a:lnTo>
                <a:lnTo>
                  <a:pt x="8965" y="575121"/>
                </a:lnTo>
                <a:lnTo>
                  <a:pt x="13721" y="570247"/>
                </a:lnTo>
                <a:lnTo>
                  <a:pt x="19944" y="565373"/>
                </a:lnTo>
                <a:lnTo>
                  <a:pt x="27254" y="560500"/>
                </a:lnTo>
                <a:lnTo>
                  <a:pt x="35235" y="555626"/>
                </a:lnTo>
                <a:lnTo>
                  <a:pt x="43471" y="550752"/>
                </a:lnTo>
                <a:lnTo>
                  <a:pt x="51583" y="545878"/>
                </a:lnTo>
                <a:lnTo>
                  <a:pt x="59254" y="541004"/>
                </a:lnTo>
                <a:lnTo>
                  <a:pt x="66247" y="536130"/>
                </a:lnTo>
                <a:lnTo>
                  <a:pt x="72405" y="531256"/>
                </a:lnTo>
                <a:lnTo>
                  <a:pt x="77656" y="526382"/>
                </a:lnTo>
                <a:lnTo>
                  <a:pt x="81991" y="521508"/>
                </a:lnTo>
                <a:lnTo>
                  <a:pt x="85460" y="516634"/>
                </a:lnTo>
                <a:lnTo>
                  <a:pt x="88146" y="511760"/>
                </a:lnTo>
                <a:lnTo>
                  <a:pt x="90152" y="506887"/>
                </a:lnTo>
                <a:lnTo>
                  <a:pt x="91590" y="502013"/>
                </a:lnTo>
                <a:lnTo>
                  <a:pt x="92568" y="497139"/>
                </a:lnTo>
                <a:lnTo>
                  <a:pt x="93183" y="492265"/>
                </a:lnTo>
                <a:lnTo>
                  <a:pt x="93519" y="487391"/>
                </a:lnTo>
                <a:lnTo>
                  <a:pt x="93647" y="482517"/>
                </a:lnTo>
                <a:lnTo>
                  <a:pt x="93624" y="477643"/>
                </a:lnTo>
                <a:lnTo>
                  <a:pt x="93497" y="472769"/>
                </a:lnTo>
                <a:lnTo>
                  <a:pt x="93302" y="467895"/>
                </a:lnTo>
                <a:lnTo>
                  <a:pt x="93069" y="463021"/>
                </a:lnTo>
                <a:lnTo>
                  <a:pt x="92820" y="458147"/>
                </a:lnTo>
                <a:lnTo>
                  <a:pt x="92574" y="453274"/>
                </a:lnTo>
                <a:lnTo>
                  <a:pt x="92343" y="448400"/>
                </a:lnTo>
                <a:lnTo>
                  <a:pt x="92138" y="443526"/>
                </a:lnTo>
                <a:lnTo>
                  <a:pt x="91962" y="438652"/>
                </a:lnTo>
                <a:lnTo>
                  <a:pt x="91819" y="433778"/>
                </a:lnTo>
                <a:lnTo>
                  <a:pt x="91709" y="428904"/>
                </a:lnTo>
                <a:lnTo>
                  <a:pt x="91633" y="424030"/>
                </a:lnTo>
                <a:lnTo>
                  <a:pt x="91592" y="419156"/>
                </a:lnTo>
                <a:lnTo>
                  <a:pt x="91587" y="414282"/>
                </a:lnTo>
                <a:lnTo>
                  <a:pt x="91622" y="409408"/>
                </a:lnTo>
                <a:lnTo>
                  <a:pt x="91702" y="404534"/>
                </a:lnTo>
                <a:lnTo>
                  <a:pt x="91831" y="399661"/>
                </a:lnTo>
                <a:lnTo>
                  <a:pt x="92014" y="394787"/>
                </a:lnTo>
                <a:lnTo>
                  <a:pt x="92252" y="389913"/>
                </a:lnTo>
                <a:lnTo>
                  <a:pt x="92542" y="385039"/>
                </a:lnTo>
                <a:lnTo>
                  <a:pt x="92877" y="380165"/>
                </a:lnTo>
                <a:lnTo>
                  <a:pt x="93246" y="375291"/>
                </a:lnTo>
                <a:lnTo>
                  <a:pt x="93629" y="370417"/>
                </a:lnTo>
                <a:lnTo>
                  <a:pt x="94009" y="365543"/>
                </a:lnTo>
                <a:lnTo>
                  <a:pt x="94362" y="360669"/>
                </a:lnTo>
                <a:lnTo>
                  <a:pt x="94666" y="355795"/>
                </a:lnTo>
                <a:lnTo>
                  <a:pt x="94903" y="350921"/>
                </a:lnTo>
                <a:lnTo>
                  <a:pt x="95056" y="346048"/>
                </a:lnTo>
                <a:lnTo>
                  <a:pt x="95119" y="341174"/>
                </a:lnTo>
                <a:lnTo>
                  <a:pt x="95089" y="336300"/>
                </a:lnTo>
                <a:lnTo>
                  <a:pt x="94972" y="331426"/>
                </a:lnTo>
                <a:lnTo>
                  <a:pt x="94783" y="326552"/>
                </a:lnTo>
                <a:lnTo>
                  <a:pt x="94540" y="321678"/>
                </a:lnTo>
                <a:lnTo>
                  <a:pt x="94269" y="316804"/>
                </a:lnTo>
                <a:lnTo>
                  <a:pt x="93998" y="311930"/>
                </a:lnTo>
                <a:lnTo>
                  <a:pt x="93754" y="307056"/>
                </a:lnTo>
                <a:lnTo>
                  <a:pt x="93562" y="302182"/>
                </a:lnTo>
                <a:lnTo>
                  <a:pt x="93443" y="297308"/>
                </a:lnTo>
                <a:lnTo>
                  <a:pt x="93412" y="292435"/>
                </a:lnTo>
                <a:lnTo>
                  <a:pt x="93473" y="287561"/>
                </a:lnTo>
                <a:lnTo>
                  <a:pt x="93625" y="282687"/>
                </a:lnTo>
                <a:lnTo>
                  <a:pt x="93858" y="277813"/>
                </a:lnTo>
                <a:lnTo>
                  <a:pt x="94157" y="272939"/>
                </a:lnTo>
                <a:lnTo>
                  <a:pt x="94500" y="268065"/>
                </a:lnTo>
                <a:lnTo>
                  <a:pt x="94864" y="263191"/>
                </a:lnTo>
                <a:lnTo>
                  <a:pt x="95226" y="258317"/>
                </a:lnTo>
                <a:lnTo>
                  <a:pt x="95565" y="253443"/>
                </a:lnTo>
                <a:lnTo>
                  <a:pt x="95863" y="248569"/>
                </a:lnTo>
                <a:lnTo>
                  <a:pt x="96107" y="243695"/>
                </a:lnTo>
                <a:lnTo>
                  <a:pt x="96291" y="238822"/>
                </a:lnTo>
                <a:lnTo>
                  <a:pt x="96411" y="233948"/>
                </a:lnTo>
                <a:lnTo>
                  <a:pt x="96469" y="229074"/>
                </a:lnTo>
                <a:lnTo>
                  <a:pt x="96472" y="224200"/>
                </a:lnTo>
                <a:lnTo>
                  <a:pt x="96428" y="219326"/>
                </a:lnTo>
                <a:lnTo>
                  <a:pt x="96345" y="214452"/>
                </a:lnTo>
                <a:lnTo>
                  <a:pt x="96234" y="209578"/>
                </a:lnTo>
                <a:lnTo>
                  <a:pt x="96102" y="204704"/>
                </a:lnTo>
                <a:lnTo>
                  <a:pt x="95956" y="199830"/>
                </a:lnTo>
                <a:lnTo>
                  <a:pt x="95801" y="194956"/>
                </a:lnTo>
                <a:lnTo>
                  <a:pt x="95640" y="190082"/>
                </a:lnTo>
                <a:lnTo>
                  <a:pt x="95472" y="185209"/>
                </a:lnTo>
                <a:lnTo>
                  <a:pt x="95299" y="180335"/>
                </a:lnTo>
                <a:lnTo>
                  <a:pt x="95120" y="175461"/>
                </a:lnTo>
                <a:lnTo>
                  <a:pt x="94934" y="170587"/>
                </a:lnTo>
                <a:lnTo>
                  <a:pt x="94745" y="165713"/>
                </a:lnTo>
                <a:lnTo>
                  <a:pt x="94555" y="160839"/>
                </a:lnTo>
                <a:lnTo>
                  <a:pt x="94369" y="155965"/>
                </a:lnTo>
                <a:lnTo>
                  <a:pt x="94197" y="151091"/>
                </a:lnTo>
                <a:lnTo>
                  <a:pt x="94045" y="146217"/>
                </a:lnTo>
                <a:lnTo>
                  <a:pt x="93923" y="141343"/>
                </a:lnTo>
                <a:lnTo>
                  <a:pt x="93840" y="136469"/>
                </a:lnTo>
                <a:lnTo>
                  <a:pt x="93800" y="131596"/>
                </a:lnTo>
                <a:lnTo>
                  <a:pt x="93807" y="126722"/>
                </a:lnTo>
                <a:lnTo>
                  <a:pt x="93856" y="121848"/>
                </a:lnTo>
                <a:lnTo>
                  <a:pt x="93940" y="116974"/>
                </a:lnTo>
                <a:lnTo>
                  <a:pt x="94041" y="112100"/>
                </a:lnTo>
                <a:lnTo>
                  <a:pt x="94131" y="107226"/>
                </a:lnTo>
                <a:lnTo>
                  <a:pt x="94170" y="102352"/>
                </a:lnTo>
                <a:lnTo>
                  <a:pt x="94107" y="97478"/>
                </a:lnTo>
                <a:lnTo>
                  <a:pt x="93873" y="92604"/>
                </a:lnTo>
                <a:lnTo>
                  <a:pt x="93382" y="87730"/>
                </a:lnTo>
                <a:lnTo>
                  <a:pt x="92532" y="82856"/>
                </a:lnTo>
                <a:lnTo>
                  <a:pt x="91207" y="77983"/>
                </a:lnTo>
                <a:lnTo>
                  <a:pt x="89277" y="73109"/>
                </a:lnTo>
                <a:lnTo>
                  <a:pt x="86610" y="68235"/>
                </a:lnTo>
                <a:lnTo>
                  <a:pt x="83083" y="63361"/>
                </a:lnTo>
                <a:lnTo>
                  <a:pt x="78595" y="58487"/>
                </a:lnTo>
                <a:lnTo>
                  <a:pt x="73086" y="53613"/>
                </a:lnTo>
                <a:lnTo>
                  <a:pt x="66554" y="48739"/>
                </a:lnTo>
                <a:lnTo>
                  <a:pt x="59078" y="43865"/>
                </a:lnTo>
                <a:lnTo>
                  <a:pt x="50822" y="38991"/>
                </a:lnTo>
                <a:lnTo>
                  <a:pt x="42047" y="34117"/>
                </a:lnTo>
                <a:lnTo>
                  <a:pt x="33101" y="29243"/>
                </a:lnTo>
                <a:lnTo>
                  <a:pt x="24405" y="24370"/>
                </a:lnTo>
                <a:lnTo>
                  <a:pt x="16419" y="19496"/>
                </a:lnTo>
                <a:lnTo>
                  <a:pt x="9607" y="14622"/>
                </a:lnTo>
                <a:lnTo>
                  <a:pt x="4393" y="9748"/>
                </a:lnTo>
                <a:lnTo>
                  <a:pt x="1117" y="4874"/>
                </a:lnTo>
                <a:lnTo>
                  <a:pt x="0" y="0"/>
                </a:lnTo>
                <a:lnTo>
                  <a:pt x="196140" y="0"/>
                </a:lnTo>
                <a:lnTo>
                  <a:pt x="196140" y="0"/>
                </a:lnTo>
                <a:lnTo>
                  <a:pt x="195023" y="4874"/>
                </a:lnTo>
                <a:lnTo>
                  <a:pt x="191747" y="9748"/>
                </a:lnTo>
                <a:lnTo>
                  <a:pt x="186533" y="14622"/>
                </a:lnTo>
                <a:lnTo>
                  <a:pt x="179722" y="19496"/>
                </a:lnTo>
                <a:lnTo>
                  <a:pt x="171735" y="24370"/>
                </a:lnTo>
                <a:lnTo>
                  <a:pt x="163039" y="29243"/>
                </a:lnTo>
                <a:lnTo>
                  <a:pt x="154094" y="34117"/>
                </a:lnTo>
                <a:lnTo>
                  <a:pt x="145318" y="38991"/>
                </a:lnTo>
                <a:lnTo>
                  <a:pt x="137063" y="43865"/>
                </a:lnTo>
                <a:lnTo>
                  <a:pt x="129586" y="48739"/>
                </a:lnTo>
                <a:lnTo>
                  <a:pt x="123055" y="53613"/>
                </a:lnTo>
                <a:lnTo>
                  <a:pt x="117545" y="58487"/>
                </a:lnTo>
                <a:lnTo>
                  <a:pt x="113057" y="63361"/>
                </a:lnTo>
                <a:lnTo>
                  <a:pt x="109530" y="68235"/>
                </a:lnTo>
                <a:lnTo>
                  <a:pt x="106864" y="73109"/>
                </a:lnTo>
                <a:lnTo>
                  <a:pt x="104933" y="77983"/>
                </a:lnTo>
                <a:lnTo>
                  <a:pt x="103608" y="82856"/>
                </a:lnTo>
                <a:lnTo>
                  <a:pt x="102758" y="87730"/>
                </a:lnTo>
                <a:lnTo>
                  <a:pt x="102268" y="92604"/>
                </a:lnTo>
                <a:lnTo>
                  <a:pt x="102033" y="97478"/>
                </a:lnTo>
                <a:lnTo>
                  <a:pt x="101970" y="102352"/>
                </a:lnTo>
                <a:lnTo>
                  <a:pt x="102010" y="107226"/>
                </a:lnTo>
                <a:lnTo>
                  <a:pt x="102099" y="112100"/>
                </a:lnTo>
                <a:lnTo>
                  <a:pt x="102200" y="116974"/>
                </a:lnTo>
                <a:lnTo>
                  <a:pt x="102284" y="121848"/>
                </a:lnTo>
                <a:lnTo>
                  <a:pt x="102334" y="126722"/>
                </a:lnTo>
                <a:lnTo>
                  <a:pt x="102340" y="131596"/>
                </a:lnTo>
                <a:lnTo>
                  <a:pt x="102301" y="136469"/>
                </a:lnTo>
                <a:lnTo>
                  <a:pt x="102217" y="141343"/>
                </a:lnTo>
                <a:lnTo>
                  <a:pt x="102095" y="146217"/>
                </a:lnTo>
                <a:lnTo>
                  <a:pt x="101944" y="151091"/>
                </a:lnTo>
                <a:lnTo>
                  <a:pt x="101771" y="155965"/>
                </a:lnTo>
                <a:lnTo>
                  <a:pt x="101586" y="160839"/>
                </a:lnTo>
                <a:lnTo>
                  <a:pt x="101396" y="165713"/>
                </a:lnTo>
                <a:lnTo>
                  <a:pt x="101206" y="170587"/>
                </a:lnTo>
                <a:lnTo>
                  <a:pt x="101021" y="175461"/>
                </a:lnTo>
                <a:lnTo>
                  <a:pt x="100841" y="180335"/>
                </a:lnTo>
                <a:lnTo>
                  <a:pt x="100668" y="185209"/>
                </a:lnTo>
                <a:lnTo>
                  <a:pt x="100501" y="190082"/>
                </a:lnTo>
                <a:lnTo>
                  <a:pt x="100339" y="194956"/>
                </a:lnTo>
                <a:lnTo>
                  <a:pt x="100184" y="199830"/>
                </a:lnTo>
                <a:lnTo>
                  <a:pt x="100039" y="204704"/>
                </a:lnTo>
                <a:lnTo>
                  <a:pt x="99907" y="209578"/>
                </a:lnTo>
                <a:lnTo>
                  <a:pt x="99795" y="214452"/>
                </a:lnTo>
                <a:lnTo>
                  <a:pt x="99712" y="219326"/>
                </a:lnTo>
                <a:lnTo>
                  <a:pt x="99668" y="224200"/>
                </a:lnTo>
                <a:lnTo>
                  <a:pt x="99671" y="229074"/>
                </a:lnTo>
                <a:lnTo>
                  <a:pt x="99729" y="233948"/>
                </a:lnTo>
                <a:lnTo>
                  <a:pt x="99849" y="238822"/>
                </a:lnTo>
                <a:lnTo>
                  <a:pt x="100033" y="243695"/>
                </a:lnTo>
                <a:lnTo>
                  <a:pt x="100278" y="248569"/>
                </a:lnTo>
                <a:lnTo>
                  <a:pt x="100576" y="253443"/>
                </a:lnTo>
                <a:lnTo>
                  <a:pt x="100914" y="258317"/>
                </a:lnTo>
                <a:lnTo>
                  <a:pt x="101277" y="263191"/>
                </a:lnTo>
                <a:lnTo>
                  <a:pt x="101641" y="268065"/>
                </a:lnTo>
                <a:lnTo>
                  <a:pt x="101983" y="272939"/>
                </a:lnTo>
                <a:lnTo>
                  <a:pt x="102282" y="277813"/>
                </a:lnTo>
                <a:lnTo>
                  <a:pt x="102515" y="282687"/>
                </a:lnTo>
                <a:lnTo>
                  <a:pt x="102668" y="287561"/>
                </a:lnTo>
                <a:lnTo>
                  <a:pt x="102729" y="292435"/>
                </a:lnTo>
                <a:lnTo>
                  <a:pt x="102697" y="297308"/>
                </a:lnTo>
                <a:lnTo>
                  <a:pt x="102578" y="302182"/>
                </a:lnTo>
                <a:lnTo>
                  <a:pt x="102386" y="307056"/>
                </a:lnTo>
                <a:lnTo>
                  <a:pt x="102142" y="311930"/>
                </a:lnTo>
                <a:lnTo>
                  <a:pt x="101871" y="316804"/>
                </a:lnTo>
                <a:lnTo>
                  <a:pt x="101600" y="321678"/>
                </a:lnTo>
                <a:lnTo>
                  <a:pt x="101358" y="326552"/>
                </a:lnTo>
                <a:lnTo>
                  <a:pt x="101168" y="331426"/>
                </a:lnTo>
                <a:lnTo>
                  <a:pt x="101051" y="336300"/>
                </a:lnTo>
                <a:lnTo>
                  <a:pt x="101021" y="341174"/>
                </a:lnTo>
                <a:lnTo>
                  <a:pt x="101084" y="346048"/>
                </a:lnTo>
                <a:lnTo>
                  <a:pt x="101238" y="350921"/>
                </a:lnTo>
                <a:lnTo>
                  <a:pt x="101474" y="355795"/>
                </a:lnTo>
                <a:lnTo>
                  <a:pt x="101779" y="360669"/>
                </a:lnTo>
                <a:lnTo>
                  <a:pt x="102131" y="365543"/>
                </a:lnTo>
                <a:lnTo>
                  <a:pt x="102511" y="370417"/>
                </a:lnTo>
                <a:lnTo>
                  <a:pt x="102895" y="375291"/>
                </a:lnTo>
                <a:lnTo>
                  <a:pt x="103263" y="380165"/>
                </a:lnTo>
                <a:lnTo>
                  <a:pt x="103598" y="385039"/>
                </a:lnTo>
                <a:lnTo>
                  <a:pt x="103888" y="389913"/>
                </a:lnTo>
                <a:lnTo>
                  <a:pt x="104126" y="394787"/>
                </a:lnTo>
                <a:lnTo>
                  <a:pt x="104309" y="399661"/>
                </a:lnTo>
                <a:lnTo>
                  <a:pt x="104439" y="404534"/>
                </a:lnTo>
                <a:lnTo>
                  <a:pt x="104518" y="409408"/>
                </a:lnTo>
                <a:lnTo>
                  <a:pt x="104553" y="414282"/>
                </a:lnTo>
                <a:lnTo>
                  <a:pt x="104549" y="419156"/>
                </a:lnTo>
                <a:lnTo>
                  <a:pt x="104507" y="424030"/>
                </a:lnTo>
                <a:lnTo>
                  <a:pt x="104431" y="428904"/>
                </a:lnTo>
                <a:lnTo>
                  <a:pt x="104322" y="433778"/>
                </a:lnTo>
                <a:lnTo>
                  <a:pt x="104179" y="438652"/>
                </a:lnTo>
                <a:lnTo>
                  <a:pt x="104003" y="443526"/>
                </a:lnTo>
                <a:lnTo>
                  <a:pt x="103797" y="448400"/>
                </a:lnTo>
                <a:lnTo>
                  <a:pt x="103567" y="453274"/>
                </a:lnTo>
                <a:lnTo>
                  <a:pt x="103320" y="458147"/>
                </a:lnTo>
                <a:lnTo>
                  <a:pt x="103072" y="463021"/>
                </a:lnTo>
                <a:lnTo>
                  <a:pt x="102838" y="467895"/>
                </a:lnTo>
                <a:lnTo>
                  <a:pt x="102643" y="472769"/>
                </a:lnTo>
                <a:lnTo>
                  <a:pt x="102516" y="477643"/>
                </a:lnTo>
                <a:lnTo>
                  <a:pt x="102493" y="482517"/>
                </a:lnTo>
                <a:lnTo>
                  <a:pt x="102622" y="487391"/>
                </a:lnTo>
                <a:lnTo>
                  <a:pt x="102958" y="492265"/>
                </a:lnTo>
                <a:lnTo>
                  <a:pt x="103572" y="497139"/>
                </a:lnTo>
                <a:lnTo>
                  <a:pt x="104550" y="502013"/>
                </a:lnTo>
                <a:lnTo>
                  <a:pt x="105988" y="506887"/>
                </a:lnTo>
                <a:lnTo>
                  <a:pt x="107995" y="511760"/>
                </a:lnTo>
                <a:lnTo>
                  <a:pt x="110680" y="516634"/>
                </a:lnTo>
                <a:lnTo>
                  <a:pt x="114149" y="521508"/>
                </a:lnTo>
                <a:lnTo>
                  <a:pt x="118485" y="526382"/>
                </a:lnTo>
                <a:lnTo>
                  <a:pt x="123735" y="531256"/>
                </a:lnTo>
                <a:lnTo>
                  <a:pt x="129894" y="536130"/>
                </a:lnTo>
                <a:lnTo>
                  <a:pt x="136886" y="541004"/>
                </a:lnTo>
                <a:lnTo>
                  <a:pt x="144558" y="545878"/>
                </a:lnTo>
                <a:lnTo>
                  <a:pt x="152670" y="550752"/>
                </a:lnTo>
                <a:lnTo>
                  <a:pt x="160906" y="555626"/>
                </a:lnTo>
                <a:lnTo>
                  <a:pt x="168886" y="560500"/>
                </a:lnTo>
                <a:lnTo>
                  <a:pt x="176196" y="565373"/>
                </a:lnTo>
                <a:lnTo>
                  <a:pt x="182419" y="570247"/>
                </a:lnTo>
                <a:lnTo>
                  <a:pt x="187175" y="575121"/>
                </a:lnTo>
                <a:lnTo>
                  <a:pt x="190161" y="579995"/>
                </a:lnTo>
                <a:lnTo>
                  <a:pt x="191179" y="584869"/>
                </a:lnTo>
                <a:lnTo>
                  <a:pt x="191179" y="584869"/>
                </a:lnTo>
                <a:close/>
              </a:path>
            </a:pathLst>
          </a:custGeom>
          <a:solidFill>
            <a:srgbClr val="A57948">
              <a:alpha val="12000"/>
            </a:srgbClr>
          </a:solidFill>
          <a:ln w="6985">
            <a:solidFill>
              <a:srgbClr val="A57948">
                <a:alpha val="12000"/>
              </a:srgbClr>
            </a:solidFill>
            <a:prstDash val="solid"/>
          </a:ln>
        </p:spPr>
      </p:sp>
      <p:sp>
        <p:nvSpPr>
          <p:cNvPr id="1032" name="03_assume_matched_6329">
            <a:extLst>
              <a:ext uri="{FF2B5EF4-FFF2-40B4-BE49-F238E27FC236}">
                <a16:creationId xmlns:a16="http://schemas.microsoft.com/office/drawing/2014/main" id="{C411DFBD-C745-4944-AF5C-FA51D87E96B2}"/>
              </a:ext>
            </a:extLst>
          </p:cNvPr>
          <p:cNvSpPr>
            <a:spLocks noGrp="1"/>
          </p:cNvSpPr>
          <p:nvPr/>
        </p:nvSpPr>
        <p:spPr>
          <a:xfrm>
            <a:off x="3919585"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3" name="03_assume_matched_6330">
            <a:extLst>
              <a:ext uri="{FF2B5EF4-FFF2-40B4-BE49-F238E27FC236}">
                <a16:creationId xmlns:a16="http://schemas.microsoft.com/office/drawing/2014/main" id="{1DFAE1C0-CC09-454F-B941-21EAA2E2BE3B}"/>
              </a:ext>
            </a:extLst>
          </p:cNvPr>
          <p:cNvSpPr>
            <a:spLocks noGrp="1"/>
          </p:cNvSpPr>
          <p:nvPr/>
        </p:nvSpPr>
        <p:spPr>
          <a:xfrm>
            <a:off x="4296778"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4" name="03_assume_matched_6331">
            <a:extLst>
              <a:ext uri="{FF2B5EF4-FFF2-40B4-BE49-F238E27FC236}">
                <a16:creationId xmlns:a16="http://schemas.microsoft.com/office/drawing/2014/main" id="{6AE10931-A339-42E9-8076-578169A68F93}"/>
              </a:ext>
            </a:extLst>
          </p:cNvPr>
          <p:cNvSpPr>
            <a:spLocks noGrp="1"/>
          </p:cNvSpPr>
          <p:nvPr/>
        </p:nvSpPr>
        <p:spPr>
          <a:xfrm>
            <a:off x="4673971"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5" name="03_assume_matched_6332">
            <a:extLst>
              <a:ext uri="{FF2B5EF4-FFF2-40B4-BE49-F238E27FC236}">
                <a16:creationId xmlns:a16="http://schemas.microsoft.com/office/drawing/2014/main" id="{072B8241-8FB5-4BEE-B969-4F5D0EB71D07}"/>
              </a:ext>
            </a:extLst>
          </p:cNvPr>
          <p:cNvSpPr>
            <a:spLocks noGrp="1"/>
          </p:cNvSpPr>
          <p:nvPr/>
        </p:nvSpPr>
        <p:spPr>
          <a:xfrm>
            <a:off x="5428357"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6" name="03_assume_matched_6333">
            <a:extLst>
              <a:ext uri="{FF2B5EF4-FFF2-40B4-BE49-F238E27FC236}">
                <a16:creationId xmlns:a16="http://schemas.microsoft.com/office/drawing/2014/main" id="{1C20E599-D92B-48C4-B7A2-201ED5093BF1}"/>
              </a:ext>
            </a:extLst>
          </p:cNvPr>
          <p:cNvSpPr>
            <a:spLocks noGrp="1"/>
          </p:cNvSpPr>
          <p:nvPr/>
        </p:nvSpPr>
        <p:spPr>
          <a:xfrm>
            <a:off x="6182743"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7" name="03_assume_matched_6334">
            <a:extLst>
              <a:ext uri="{FF2B5EF4-FFF2-40B4-BE49-F238E27FC236}">
                <a16:creationId xmlns:a16="http://schemas.microsoft.com/office/drawing/2014/main" id="{A554C0DD-B713-4C82-8FE5-51BD7C03D4B8}"/>
              </a:ext>
            </a:extLst>
          </p:cNvPr>
          <p:cNvSpPr>
            <a:spLocks noGrp="1"/>
          </p:cNvSpPr>
          <p:nvPr/>
        </p:nvSpPr>
        <p:spPr>
          <a:xfrm>
            <a:off x="3896953" y="313511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038" name="03_assume_matched_6335">
            <a:extLst>
              <a:ext uri="{FF2B5EF4-FFF2-40B4-BE49-F238E27FC236}">
                <a16:creationId xmlns:a16="http://schemas.microsoft.com/office/drawing/2014/main" id="{5E0035D8-F4E6-4591-ADCE-0A4CDEA344C0}"/>
              </a:ext>
            </a:extLst>
          </p:cNvPr>
          <p:cNvSpPr>
            <a:spLocks noGrp="1"/>
          </p:cNvSpPr>
          <p:nvPr/>
        </p:nvSpPr>
        <p:spPr>
          <a:xfrm>
            <a:off x="3858852" y="313511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039" name="text_6336">
            <a:extLst>
              <a:ext uri="{FF2B5EF4-FFF2-40B4-BE49-F238E27FC236}">
                <a16:creationId xmlns:a16="http://schemas.microsoft.com/office/drawing/2014/main" id="{DC058E89-1216-408C-86A3-05BFE281C7DC}"/>
              </a:ext>
            </a:extLst>
          </p:cNvPr>
          <p:cNvSpPr>
            <a:spLocks noGrp="1"/>
          </p:cNvSpPr>
          <p:nvPr/>
        </p:nvSpPr>
        <p:spPr>
          <a:xfrm>
            <a:off x="3769207" y="309505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1040" name="03_assume_matched_6337">
            <a:extLst>
              <a:ext uri="{FF2B5EF4-FFF2-40B4-BE49-F238E27FC236}">
                <a16:creationId xmlns:a16="http://schemas.microsoft.com/office/drawing/2014/main" id="{5767984F-2BE3-4A4D-B38E-08FBD7CA68AF}"/>
              </a:ext>
            </a:extLst>
          </p:cNvPr>
          <p:cNvSpPr>
            <a:spLocks noGrp="1"/>
          </p:cNvSpPr>
          <p:nvPr/>
        </p:nvSpPr>
        <p:spPr>
          <a:xfrm>
            <a:off x="3896953" y="284268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041" name="03_assume_matched_6338">
            <a:extLst>
              <a:ext uri="{FF2B5EF4-FFF2-40B4-BE49-F238E27FC236}">
                <a16:creationId xmlns:a16="http://schemas.microsoft.com/office/drawing/2014/main" id="{BE2A1F54-5AB1-4F98-A00E-046EC1089FA8}"/>
              </a:ext>
            </a:extLst>
          </p:cNvPr>
          <p:cNvSpPr>
            <a:spLocks noGrp="1"/>
          </p:cNvSpPr>
          <p:nvPr/>
        </p:nvSpPr>
        <p:spPr>
          <a:xfrm>
            <a:off x="3858852" y="284268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042" name="text_6339">
            <a:extLst>
              <a:ext uri="{FF2B5EF4-FFF2-40B4-BE49-F238E27FC236}">
                <a16:creationId xmlns:a16="http://schemas.microsoft.com/office/drawing/2014/main" id="{1561AAE9-3BCF-49B4-8F9A-33FC2666D858}"/>
              </a:ext>
            </a:extLst>
          </p:cNvPr>
          <p:cNvSpPr>
            <a:spLocks noGrp="1"/>
          </p:cNvSpPr>
          <p:nvPr/>
        </p:nvSpPr>
        <p:spPr>
          <a:xfrm>
            <a:off x="3717659" y="280261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1043" name="03_assume_matched_6340">
            <a:extLst>
              <a:ext uri="{FF2B5EF4-FFF2-40B4-BE49-F238E27FC236}">
                <a16:creationId xmlns:a16="http://schemas.microsoft.com/office/drawing/2014/main" id="{3128B4C6-9290-4056-9F27-9409A12A5F90}"/>
              </a:ext>
            </a:extLst>
          </p:cNvPr>
          <p:cNvSpPr>
            <a:spLocks noGrp="1"/>
          </p:cNvSpPr>
          <p:nvPr/>
        </p:nvSpPr>
        <p:spPr>
          <a:xfrm>
            <a:off x="3896953" y="255024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044" name="03_assume_matched_6341">
            <a:extLst>
              <a:ext uri="{FF2B5EF4-FFF2-40B4-BE49-F238E27FC236}">
                <a16:creationId xmlns:a16="http://schemas.microsoft.com/office/drawing/2014/main" id="{39987D83-11EC-4544-91D1-5DE920E159AC}"/>
              </a:ext>
            </a:extLst>
          </p:cNvPr>
          <p:cNvSpPr>
            <a:spLocks noGrp="1"/>
          </p:cNvSpPr>
          <p:nvPr/>
        </p:nvSpPr>
        <p:spPr>
          <a:xfrm>
            <a:off x="3858852" y="255024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045" name="text_6342">
            <a:extLst>
              <a:ext uri="{FF2B5EF4-FFF2-40B4-BE49-F238E27FC236}">
                <a16:creationId xmlns:a16="http://schemas.microsoft.com/office/drawing/2014/main" id="{4ACD307E-E243-4659-A160-7AE1D44E862D}"/>
              </a:ext>
            </a:extLst>
          </p:cNvPr>
          <p:cNvSpPr>
            <a:spLocks noGrp="1"/>
          </p:cNvSpPr>
          <p:nvPr/>
        </p:nvSpPr>
        <p:spPr>
          <a:xfrm>
            <a:off x="3666112" y="251018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1046" name="03_assume_matched_6343">
            <a:extLst>
              <a:ext uri="{FF2B5EF4-FFF2-40B4-BE49-F238E27FC236}">
                <a16:creationId xmlns:a16="http://schemas.microsoft.com/office/drawing/2014/main" id="{E84A756C-C428-4A60-87B6-75E61E536C2E}"/>
              </a:ext>
            </a:extLst>
          </p:cNvPr>
          <p:cNvSpPr>
            <a:spLocks noGrp="1"/>
          </p:cNvSpPr>
          <p:nvPr/>
        </p:nvSpPr>
        <p:spPr>
          <a:xfrm>
            <a:off x="4334529" y="2880968"/>
            <a:ext cx="28398" cy="28398"/>
          </a:xfrm>
          <a:prstGeom prst="ellipse">
            <a:avLst/>
          </a:prstGeom>
          <a:solidFill>
            <a:srgbClr val="7F8C97">
              <a:alpha val="48000"/>
            </a:srgbClr>
          </a:solidFill>
          <a:ln w="0">
            <a:noFill/>
            <a:prstDash val="solid"/>
          </a:ln>
        </p:spPr>
      </p:sp>
      <p:sp>
        <p:nvSpPr>
          <p:cNvPr id="1047" name="03_assume_matched_6344">
            <a:extLst>
              <a:ext uri="{FF2B5EF4-FFF2-40B4-BE49-F238E27FC236}">
                <a16:creationId xmlns:a16="http://schemas.microsoft.com/office/drawing/2014/main" id="{76C02E23-D2C9-4D86-B2C1-CC832B0CC3BE}"/>
              </a:ext>
            </a:extLst>
          </p:cNvPr>
          <p:cNvSpPr>
            <a:spLocks noGrp="1"/>
          </p:cNvSpPr>
          <p:nvPr/>
        </p:nvSpPr>
        <p:spPr>
          <a:xfrm>
            <a:off x="4323016" y="3120914"/>
            <a:ext cx="28398" cy="28398"/>
          </a:xfrm>
          <a:prstGeom prst="ellipse">
            <a:avLst/>
          </a:prstGeom>
          <a:solidFill>
            <a:srgbClr val="7F8C97">
              <a:alpha val="48000"/>
            </a:srgbClr>
          </a:solidFill>
          <a:ln w="0">
            <a:noFill/>
            <a:prstDash val="solid"/>
          </a:ln>
        </p:spPr>
      </p:sp>
      <p:sp>
        <p:nvSpPr>
          <p:cNvPr id="1048" name="03_assume_matched_6345">
            <a:extLst>
              <a:ext uri="{FF2B5EF4-FFF2-40B4-BE49-F238E27FC236}">
                <a16:creationId xmlns:a16="http://schemas.microsoft.com/office/drawing/2014/main" id="{C8EEACBB-121D-4769-99CB-13FE37A2357A}"/>
              </a:ext>
            </a:extLst>
          </p:cNvPr>
          <p:cNvSpPr>
            <a:spLocks noGrp="1"/>
          </p:cNvSpPr>
          <p:nvPr/>
        </p:nvSpPr>
        <p:spPr>
          <a:xfrm>
            <a:off x="4265885" y="3120914"/>
            <a:ext cx="28398" cy="28398"/>
          </a:xfrm>
          <a:prstGeom prst="ellipse">
            <a:avLst/>
          </a:prstGeom>
          <a:solidFill>
            <a:srgbClr val="7F8C97">
              <a:alpha val="48000"/>
            </a:srgbClr>
          </a:solidFill>
          <a:ln w="0">
            <a:noFill/>
            <a:prstDash val="solid"/>
          </a:ln>
        </p:spPr>
      </p:sp>
      <p:sp>
        <p:nvSpPr>
          <p:cNvPr id="1049" name="03_assume_matched_6346">
            <a:extLst>
              <a:ext uri="{FF2B5EF4-FFF2-40B4-BE49-F238E27FC236}">
                <a16:creationId xmlns:a16="http://schemas.microsoft.com/office/drawing/2014/main" id="{99731CB4-29AA-441B-A399-6A601EF1A458}"/>
              </a:ext>
            </a:extLst>
          </p:cNvPr>
          <p:cNvSpPr>
            <a:spLocks noGrp="1"/>
          </p:cNvSpPr>
          <p:nvPr/>
        </p:nvSpPr>
        <p:spPr>
          <a:xfrm>
            <a:off x="4344747" y="2828480"/>
            <a:ext cx="28398" cy="28398"/>
          </a:xfrm>
          <a:prstGeom prst="ellipse">
            <a:avLst/>
          </a:prstGeom>
          <a:solidFill>
            <a:srgbClr val="7F8C97">
              <a:alpha val="48000"/>
            </a:srgbClr>
          </a:solidFill>
          <a:ln w="0">
            <a:noFill/>
            <a:prstDash val="solid"/>
          </a:ln>
        </p:spPr>
      </p:sp>
      <p:sp>
        <p:nvSpPr>
          <p:cNvPr id="1050" name="03_assume_matched_6347">
            <a:extLst>
              <a:ext uri="{FF2B5EF4-FFF2-40B4-BE49-F238E27FC236}">
                <a16:creationId xmlns:a16="http://schemas.microsoft.com/office/drawing/2014/main" id="{9C221457-EDA6-462A-8EAE-C602D52A269A}"/>
              </a:ext>
            </a:extLst>
          </p:cNvPr>
          <p:cNvSpPr>
            <a:spLocks noGrp="1"/>
          </p:cNvSpPr>
          <p:nvPr/>
        </p:nvSpPr>
        <p:spPr>
          <a:xfrm>
            <a:off x="4312511" y="2870256"/>
            <a:ext cx="28398" cy="28398"/>
          </a:xfrm>
          <a:prstGeom prst="ellipse">
            <a:avLst/>
          </a:prstGeom>
          <a:solidFill>
            <a:srgbClr val="7F8C97">
              <a:alpha val="48000"/>
            </a:srgbClr>
          </a:solidFill>
          <a:ln w="0">
            <a:noFill/>
            <a:prstDash val="solid"/>
          </a:ln>
        </p:spPr>
      </p:sp>
      <p:sp>
        <p:nvSpPr>
          <p:cNvPr id="1051" name="03_assume_matched_6348">
            <a:extLst>
              <a:ext uri="{FF2B5EF4-FFF2-40B4-BE49-F238E27FC236}">
                <a16:creationId xmlns:a16="http://schemas.microsoft.com/office/drawing/2014/main" id="{BBA437CF-674A-48A5-AA86-09474FA602DF}"/>
              </a:ext>
            </a:extLst>
          </p:cNvPr>
          <p:cNvSpPr>
            <a:spLocks noGrp="1"/>
          </p:cNvSpPr>
          <p:nvPr/>
        </p:nvSpPr>
        <p:spPr>
          <a:xfrm>
            <a:off x="4217243" y="2855065"/>
            <a:ext cx="28398" cy="28398"/>
          </a:xfrm>
          <a:prstGeom prst="ellipse">
            <a:avLst/>
          </a:prstGeom>
          <a:solidFill>
            <a:srgbClr val="7F8C97">
              <a:alpha val="48000"/>
            </a:srgbClr>
          </a:solidFill>
          <a:ln w="0">
            <a:noFill/>
            <a:prstDash val="solid"/>
          </a:ln>
        </p:spPr>
      </p:sp>
      <p:sp>
        <p:nvSpPr>
          <p:cNvPr id="1052" name="03_assume_matched_6349">
            <a:extLst>
              <a:ext uri="{FF2B5EF4-FFF2-40B4-BE49-F238E27FC236}">
                <a16:creationId xmlns:a16="http://schemas.microsoft.com/office/drawing/2014/main" id="{38D68895-A9A9-4420-91D7-0EB91878F920}"/>
              </a:ext>
            </a:extLst>
          </p:cNvPr>
          <p:cNvSpPr>
            <a:spLocks noGrp="1"/>
          </p:cNvSpPr>
          <p:nvPr/>
        </p:nvSpPr>
        <p:spPr>
          <a:xfrm>
            <a:off x="4247896" y="3120914"/>
            <a:ext cx="28398" cy="28398"/>
          </a:xfrm>
          <a:prstGeom prst="ellipse">
            <a:avLst/>
          </a:prstGeom>
          <a:solidFill>
            <a:srgbClr val="7F8C97">
              <a:alpha val="48000"/>
            </a:srgbClr>
          </a:solidFill>
          <a:ln w="0">
            <a:noFill/>
            <a:prstDash val="solid"/>
          </a:ln>
        </p:spPr>
      </p:sp>
      <p:sp>
        <p:nvSpPr>
          <p:cNvPr id="1053" name="03_assume_matched_6350">
            <a:extLst>
              <a:ext uri="{FF2B5EF4-FFF2-40B4-BE49-F238E27FC236}">
                <a16:creationId xmlns:a16="http://schemas.microsoft.com/office/drawing/2014/main" id="{61111882-338B-4782-8417-2E33CFDF1818}"/>
              </a:ext>
            </a:extLst>
          </p:cNvPr>
          <p:cNvSpPr>
            <a:spLocks noGrp="1"/>
          </p:cNvSpPr>
          <p:nvPr/>
        </p:nvSpPr>
        <p:spPr>
          <a:xfrm>
            <a:off x="4216956" y="3120914"/>
            <a:ext cx="28398" cy="28398"/>
          </a:xfrm>
          <a:prstGeom prst="ellipse">
            <a:avLst/>
          </a:prstGeom>
          <a:solidFill>
            <a:srgbClr val="7F8C97">
              <a:alpha val="48000"/>
            </a:srgbClr>
          </a:solidFill>
          <a:ln w="0">
            <a:noFill/>
            <a:prstDash val="solid"/>
          </a:ln>
        </p:spPr>
      </p:sp>
      <p:sp>
        <p:nvSpPr>
          <p:cNvPr id="1054" name="03_assume_matched_6351">
            <a:extLst>
              <a:ext uri="{FF2B5EF4-FFF2-40B4-BE49-F238E27FC236}">
                <a16:creationId xmlns:a16="http://schemas.microsoft.com/office/drawing/2014/main" id="{583A6EBB-7DD9-438C-AAE5-4C9BC6C108D7}"/>
              </a:ext>
            </a:extLst>
          </p:cNvPr>
          <p:cNvSpPr>
            <a:spLocks noGrp="1"/>
          </p:cNvSpPr>
          <p:nvPr/>
        </p:nvSpPr>
        <p:spPr>
          <a:xfrm>
            <a:off x="4298264" y="3120914"/>
            <a:ext cx="28398" cy="28398"/>
          </a:xfrm>
          <a:prstGeom prst="ellipse">
            <a:avLst/>
          </a:prstGeom>
          <a:solidFill>
            <a:srgbClr val="7F8C97">
              <a:alpha val="48000"/>
            </a:srgbClr>
          </a:solidFill>
          <a:ln w="0">
            <a:noFill/>
            <a:prstDash val="solid"/>
          </a:ln>
        </p:spPr>
      </p:sp>
      <p:sp>
        <p:nvSpPr>
          <p:cNvPr id="1055" name="03_assume_matched_6352">
            <a:extLst>
              <a:ext uri="{FF2B5EF4-FFF2-40B4-BE49-F238E27FC236}">
                <a16:creationId xmlns:a16="http://schemas.microsoft.com/office/drawing/2014/main" id="{B523E1F5-CCBC-4FCE-B35D-C5CC793A2A8D}"/>
              </a:ext>
            </a:extLst>
          </p:cNvPr>
          <p:cNvSpPr>
            <a:spLocks noGrp="1"/>
          </p:cNvSpPr>
          <p:nvPr/>
        </p:nvSpPr>
        <p:spPr>
          <a:xfrm>
            <a:off x="4279556" y="3120914"/>
            <a:ext cx="28398" cy="28398"/>
          </a:xfrm>
          <a:prstGeom prst="ellipse">
            <a:avLst/>
          </a:prstGeom>
          <a:solidFill>
            <a:srgbClr val="7F8C97">
              <a:alpha val="48000"/>
            </a:srgbClr>
          </a:solidFill>
          <a:ln w="0">
            <a:noFill/>
            <a:prstDash val="solid"/>
          </a:ln>
        </p:spPr>
      </p:sp>
      <p:sp>
        <p:nvSpPr>
          <p:cNvPr id="1056" name="03_assume_matched_6353">
            <a:extLst>
              <a:ext uri="{FF2B5EF4-FFF2-40B4-BE49-F238E27FC236}">
                <a16:creationId xmlns:a16="http://schemas.microsoft.com/office/drawing/2014/main" id="{BED03944-EEF3-4DD2-84E7-7CBD091BA665}"/>
              </a:ext>
            </a:extLst>
          </p:cNvPr>
          <p:cNvSpPr>
            <a:spLocks noGrp="1"/>
          </p:cNvSpPr>
          <p:nvPr/>
        </p:nvSpPr>
        <p:spPr>
          <a:xfrm>
            <a:off x="4264302" y="3120914"/>
            <a:ext cx="28398" cy="28398"/>
          </a:xfrm>
          <a:prstGeom prst="ellipse">
            <a:avLst/>
          </a:prstGeom>
          <a:solidFill>
            <a:srgbClr val="7F8C97">
              <a:alpha val="48000"/>
            </a:srgbClr>
          </a:solidFill>
          <a:ln w="0">
            <a:noFill/>
            <a:prstDash val="solid"/>
          </a:ln>
        </p:spPr>
      </p:sp>
      <p:sp>
        <p:nvSpPr>
          <p:cNvPr id="1057" name="03_assume_matched_6354">
            <a:extLst>
              <a:ext uri="{FF2B5EF4-FFF2-40B4-BE49-F238E27FC236}">
                <a16:creationId xmlns:a16="http://schemas.microsoft.com/office/drawing/2014/main" id="{842B59AB-BDD4-4117-A68D-EDC743EEB844}"/>
              </a:ext>
            </a:extLst>
          </p:cNvPr>
          <p:cNvSpPr>
            <a:spLocks noGrp="1"/>
          </p:cNvSpPr>
          <p:nvPr/>
        </p:nvSpPr>
        <p:spPr>
          <a:xfrm>
            <a:off x="4250055" y="3120914"/>
            <a:ext cx="28398" cy="28398"/>
          </a:xfrm>
          <a:prstGeom prst="ellipse">
            <a:avLst/>
          </a:prstGeom>
          <a:solidFill>
            <a:srgbClr val="7F8C97">
              <a:alpha val="48000"/>
            </a:srgbClr>
          </a:solidFill>
          <a:ln w="0">
            <a:noFill/>
            <a:prstDash val="solid"/>
          </a:ln>
        </p:spPr>
      </p:sp>
      <p:sp>
        <p:nvSpPr>
          <p:cNvPr id="1058" name="03_assume_matched_6355">
            <a:extLst>
              <a:ext uri="{FF2B5EF4-FFF2-40B4-BE49-F238E27FC236}">
                <a16:creationId xmlns:a16="http://schemas.microsoft.com/office/drawing/2014/main" id="{021F92DC-6C6A-4BDF-A70B-068B0BEA50E9}"/>
              </a:ext>
            </a:extLst>
          </p:cNvPr>
          <p:cNvSpPr>
            <a:spLocks noGrp="1"/>
          </p:cNvSpPr>
          <p:nvPr/>
        </p:nvSpPr>
        <p:spPr>
          <a:xfrm>
            <a:off x="4266460" y="3120914"/>
            <a:ext cx="28398" cy="28398"/>
          </a:xfrm>
          <a:prstGeom prst="ellipse">
            <a:avLst/>
          </a:prstGeom>
          <a:solidFill>
            <a:srgbClr val="7F8C97">
              <a:alpha val="48000"/>
            </a:srgbClr>
          </a:solidFill>
          <a:ln w="0">
            <a:noFill/>
            <a:prstDash val="solid"/>
          </a:ln>
        </p:spPr>
      </p:sp>
      <p:sp>
        <p:nvSpPr>
          <p:cNvPr id="1059" name="03_assume_matched_6356">
            <a:extLst>
              <a:ext uri="{FF2B5EF4-FFF2-40B4-BE49-F238E27FC236}">
                <a16:creationId xmlns:a16="http://schemas.microsoft.com/office/drawing/2014/main" id="{452D2683-C648-46F2-B7C5-61C5E4F57973}"/>
              </a:ext>
            </a:extLst>
          </p:cNvPr>
          <p:cNvSpPr>
            <a:spLocks noGrp="1"/>
          </p:cNvSpPr>
          <p:nvPr/>
        </p:nvSpPr>
        <p:spPr>
          <a:xfrm>
            <a:off x="4351654" y="2828480"/>
            <a:ext cx="28398" cy="28398"/>
          </a:xfrm>
          <a:prstGeom prst="ellipse">
            <a:avLst/>
          </a:prstGeom>
          <a:solidFill>
            <a:srgbClr val="7F8C97">
              <a:alpha val="48000"/>
            </a:srgbClr>
          </a:solidFill>
          <a:ln w="0">
            <a:noFill/>
            <a:prstDash val="solid"/>
          </a:ln>
        </p:spPr>
      </p:sp>
      <p:sp>
        <p:nvSpPr>
          <p:cNvPr id="1060" name="03_assume_matched_6357">
            <a:extLst>
              <a:ext uri="{FF2B5EF4-FFF2-40B4-BE49-F238E27FC236}">
                <a16:creationId xmlns:a16="http://schemas.microsoft.com/office/drawing/2014/main" id="{20837B4D-7AC9-4209-BE84-56ABD8DF35D8}"/>
              </a:ext>
            </a:extLst>
          </p:cNvPr>
          <p:cNvSpPr>
            <a:spLocks noGrp="1"/>
          </p:cNvSpPr>
          <p:nvPr/>
        </p:nvSpPr>
        <p:spPr>
          <a:xfrm>
            <a:off x="4306611" y="2925958"/>
            <a:ext cx="28398" cy="28398"/>
          </a:xfrm>
          <a:prstGeom prst="ellipse">
            <a:avLst/>
          </a:prstGeom>
          <a:solidFill>
            <a:srgbClr val="7F8C97">
              <a:alpha val="48000"/>
            </a:srgbClr>
          </a:solidFill>
          <a:ln w="0">
            <a:noFill/>
            <a:prstDash val="solid"/>
          </a:ln>
        </p:spPr>
      </p:sp>
      <p:sp>
        <p:nvSpPr>
          <p:cNvPr id="1061" name="03_assume_matched_6358">
            <a:extLst>
              <a:ext uri="{FF2B5EF4-FFF2-40B4-BE49-F238E27FC236}">
                <a16:creationId xmlns:a16="http://schemas.microsoft.com/office/drawing/2014/main" id="{A0E5913F-9233-4977-B1DC-519E32A9AA97}"/>
              </a:ext>
            </a:extLst>
          </p:cNvPr>
          <p:cNvSpPr>
            <a:spLocks noGrp="1"/>
          </p:cNvSpPr>
          <p:nvPr/>
        </p:nvSpPr>
        <p:spPr>
          <a:xfrm>
            <a:off x="4316397" y="3120914"/>
            <a:ext cx="28398" cy="28398"/>
          </a:xfrm>
          <a:prstGeom prst="ellipse">
            <a:avLst/>
          </a:prstGeom>
          <a:solidFill>
            <a:srgbClr val="7F8C97">
              <a:alpha val="48000"/>
            </a:srgbClr>
          </a:solidFill>
          <a:ln w="0">
            <a:noFill/>
            <a:prstDash val="solid"/>
          </a:ln>
        </p:spPr>
      </p:sp>
      <p:sp>
        <p:nvSpPr>
          <p:cNvPr id="1062" name="03_assume_matched_6359">
            <a:extLst>
              <a:ext uri="{FF2B5EF4-FFF2-40B4-BE49-F238E27FC236}">
                <a16:creationId xmlns:a16="http://schemas.microsoft.com/office/drawing/2014/main" id="{D16347C4-5105-4A2F-B2EB-05ADCBDE7772}"/>
              </a:ext>
            </a:extLst>
          </p:cNvPr>
          <p:cNvSpPr>
            <a:spLocks noGrp="1"/>
          </p:cNvSpPr>
          <p:nvPr/>
        </p:nvSpPr>
        <p:spPr>
          <a:xfrm>
            <a:off x="4253221" y="2990943"/>
            <a:ext cx="28398" cy="28398"/>
          </a:xfrm>
          <a:prstGeom prst="ellipse">
            <a:avLst/>
          </a:prstGeom>
          <a:solidFill>
            <a:srgbClr val="7F8C97">
              <a:alpha val="48000"/>
            </a:srgbClr>
          </a:solidFill>
          <a:ln w="0">
            <a:noFill/>
            <a:prstDash val="solid"/>
          </a:ln>
        </p:spPr>
      </p:sp>
      <p:sp>
        <p:nvSpPr>
          <p:cNvPr id="1063" name="03_assume_matched_6360">
            <a:extLst>
              <a:ext uri="{FF2B5EF4-FFF2-40B4-BE49-F238E27FC236}">
                <a16:creationId xmlns:a16="http://schemas.microsoft.com/office/drawing/2014/main" id="{1688F52F-B1B0-49C7-B809-9D0345DB57EC}"/>
              </a:ext>
            </a:extLst>
          </p:cNvPr>
          <p:cNvSpPr>
            <a:spLocks noGrp="1"/>
          </p:cNvSpPr>
          <p:nvPr/>
        </p:nvSpPr>
        <p:spPr>
          <a:xfrm>
            <a:off x="4343595" y="3120914"/>
            <a:ext cx="28398" cy="28398"/>
          </a:xfrm>
          <a:prstGeom prst="ellipse">
            <a:avLst/>
          </a:prstGeom>
          <a:solidFill>
            <a:srgbClr val="7F8C97">
              <a:alpha val="48000"/>
            </a:srgbClr>
          </a:solidFill>
          <a:ln w="0">
            <a:noFill/>
            <a:prstDash val="solid"/>
          </a:ln>
        </p:spPr>
      </p:sp>
      <p:sp>
        <p:nvSpPr>
          <p:cNvPr id="1064" name="03_assume_matched_6361">
            <a:extLst>
              <a:ext uri="{FF2B5EF4-FFF2-40B4-BE49-F238E27FC236}">
                <a16:creationId xmlns:a16="http://schemas.microsoft.com/office/drawing/2014/main" id="{4CF3927A-7497-472C-B1E0-F5EBA29D94A1}"/>
              </a:ext>
            </a:extLst>
          </p:cNvPr>
          <p:cNvSpPr>
            <a:spLocks noGrp="1"/>
          </p:cNvSpPr>
          <p:nvPr/>
        </p:nvSpPr>
        <p:spPr>
          <a:xfrm>
            <a:off x="4316684" y="2908235"/>
            <a:ext cx="28398" cy="28398"/>
          </a:xfrm>
          <a:prstGeom prst="ellipse">
            <a:avLst/>
          </a:prstGeom>
          <a:solidFill>
            <a:srgbClr val="7F8C97">
              <a:alpha val="48000"/>
            </a:srgbClr>
          </a:solidFill>
          <a:ln w="0">
            <a:noFill/>
            <a:prstDash val="solid"/>
          </a:ln>
        </p:spPr>
      </p:sp>
      <p:sp>
        <p:nvSpPr>
          <p:cNvPr id="1065" name="03_assume_matched_6362">
            <a:extLst>
              <a:ext uri="{FF2B5EF4-FFF2-40B4-BE49-F238E27FC236}">
                <a16:creationId xmlns:a16="http://schemas.microsoft.com/office/drawing/2014/main" id="{23CD7D36-8E16-4376-B605-925D7620B261}"/>
              </a:ext>
            </a:extLst>
          </p:cNvPr>
          <p:cNvSpPr>
            <a:spLocks noGrp="1"/>
          </p:cNvSpPr>
          <p:nvPr/>
        </p:nvSpPr>
        <p:spPr>
          <a:xfrm>
            <a:off x="4234512" y="3120914"/>
            <a:ext cx="28398" cy="28398"/>
          </a:xfrm>
          <a:prstGeom prst="ellipse">
            <a:avLst/>
          </a:prstGeom>
          <a:solidFill>
            <a:srgbClr val="7F8C97">
              <a:alpha val="48000"/>
            </a:srgbClr>
          </a:solidFill>
          <a:ln w="0">
            <a:noFill/>
            <a:prstDash val="solid"/>
          </a:ln>
        </p:spPr>
      </p:sp>
      <p:sp>
        <p:nvSpPr>
          <p:cNvPr id="1066" name="03_assume_matched_6363">
            <a:extLst>
              <a:ext uri="{FF2B5EF4-FFF2-40B4-BE49-F238E27FC236}">
                <a16:creationId xmlns:a16="http://schemas.microsoft.com/office/drawing/2014/main" id="{83DBAD94-2FCE-4AE8-830A-B898179B0F30}"/>
              </a:ext>
            </a:extLst>
          </p:cNvPr>
          <p:cNvSpPr>
            <a:spLocks noGrp="1"/>
          </p:cNvSpPr>
          <p:nvPr/>
        </p:nvSpPr>
        <p:spPr>
          <a:xfrm>
            <a:off x="4241852" y="3120914"/>
            <a:ext cx="28398" cy="28398"/>
          </a:xfrm>
          <a:prstGeom prst="ellipse">
            <a:avLst/>
          </a:prstGeom>
          <a:solidFill>
            <a:srgbClr val="7F8C97">
              <a:alpha val="48000"/>
            </a:srgbClr>
          </a:solidFill>
          <a:ln w="0">
            <a:noFill/>
            <a:prstDash val="solid"/>
          </a:ln>
        </p:spPr>
      </p:sp>
      <p:sp>
        <p:nvSpPr>
          <p:cNvPr id="1067" name="03_assume_matched_6364">
            <a:extLst>
              <a:ext uri="{FF2B5EF4-FFF2-40B4-BE49-F238E27FC236}">
                <a16:creationId xmlns:a16="http://schemas.microsoft.com/office/drawing/2014/main" id="{A98C3338-AE09-4635-A4AC-9641B10E8ECA}"/>
              </a:ext>
            </a:extLst>
          </p:cNvPr>
          <p:cNvSpPr>
            <a:spLocks noGrp="1"/>
          </p:cNvSpPr>
          <p:nvPr/>
        </p:nvSpPr>
        <p:spPr>
          <a:xfrm>
            <a:off x="4253077" y="2925958"/>
            <a:ext cx="28398" cy="28398"/>
          </a:xfrm>
          <a:prstGeom prst="ellipse">
            <a:avLst/>
          </a:prstGeom>
          <a:solidFill>
            <a:srgbClr val="7F8C97">
              <a:alpha val="48000"/>
            </a:srgbClr>
          </a:solidFill>
          <a:ln w="0">
            <a:noFill/>
            <a:prstDash val="solid"/>
          </a:ln>
        </p:spPr>
      </p:sp>
      <p:sp>
        <p:nvSpPr>
          <p:cNvPr id="1068" name="03_assume_matched_6365">
            <a:extLst>
              <a:ext uri="{FF2B5EF4-FFF2-40B4-BE49-F238E27FC236}">
                <a16:creationId xmlns:a16="http://schemas.microsoft.com/office/drawing/2014/main" id="{3A651A53-A108-4567-AEE9-6F7B542B0592}"/>
              </a:ext>
            </a:extLst>
          </p:cNvPr>
          <p:cNvSpPr>
            <a:spLocks noGrp="1"/>
          </p:cNvSpPr>
          <p:nvPr/>
        </p:nvSpPr>
        <p:spPr>
          <a:xfrm>
            <a:off x="4342444" y="3120914"/>
            <a:ext cx="28398" cy="28398"/>
          </a:xfrm>
          <a:prstGeom prst="ellipse">
            <a:avLst/>
          </a:prstGeom>
          <a:solidFill>
            <a:srgbClr val="7F8C97">
              <a:alpha val="48000"/>
            </a:srgbClr>
          </a:solidFill>
          <a:ln w="0">
            <a:noFill/>
            <a:prstDash val="solid"/>
          </a:ln>
        </p:spPr>
      </p:sp>
      <p:sp>
        <p:nvSpPr>
          <p:cNvPr id="1069" name="03_assume_matched_6366">
            <a:extLst>
              <a:ext uri="{FF2B5EF4-FFF2-40B4-BE49-F238E27FC236}">
                <a16:creationId xmlns:a16="http://schemas.microsoft.com/office/drawing/2014/main" id="{350FEC99-BB04-4956-BA8F-28AF7DC487FF}"/>
              </a:ext>
            </a:extLst>
          </p:cNvPr>
          <p:cNvSpPr>
            <a:spLocks noGrp="1"/>
          </p:cNvSpPr>
          <p:nvPr/>
        </p:nvSpPr>
        <p:spPr>
          <a:xfrm>
            <a:off x="4255379" y="2828480"/>
            <a:ext cx="28398" cy="28398"/>
          </a:xfrm>
          <a:prstGeom prst="ellipse">
            <a:avLst/>
          </a:prstGeom>
          <a:solidFill>
            <a:srgbClr val="7F8C97">
              <a:alpha val="48000"/>
            </a:srgbClr>
          </a:solidFill>
          <a:ln w="0">
            <a:noFill/>
            <a:prstDash val="solid"/>
          </a:ln>
        </p:spPr>
      </p:sp>
      <p:sp>
        <p:nvSpPr>
          <p:cNvPr id="1070" name="03_assume_matched_6367">
            <a:extLst>
              <a:ext uri="{FF2B5EF4-FFF2-40B4-BE49-F238E27FC236}">
                <a16:creationId xmlns:a16="http://schemas.microsoft.com/office/drawing/2014/main" id="{26526320-86D1-48C8-9073-E80BF408C57E}"/>
              </a:ext>
            </a:extLst>
          </p:cNvPr>
          <p:cNvSpPr>
            <a:spLocks noGrp="1"/>
          </p:cNvSpPr>
          <p:nvPr/>
        </p:nvSpPr>
        <p:spPr>
          <a:xfrm>
            <a:off x="4334385" y="3120914"/>
            <a:ext cx="28398" cy="28398"/>
          </a:xfrm>
          <a:prstGeom prst="ellipse">
            <a:avLst/>
          </a:prstGeom>
          <a:solidFill>
            <a:srgbClr val="7F8C97">
              <a:alpha val="48000"/>
            </a:srgbClr>
          </a:solidFill>
          <a:ln w="0">
            <a:noFill/>
            <a:prstDash val="solid"/>
          </a:ln>
        </p:spPr>
      </p:sp>
      <p:sp>
        <p:nvSpPr>
          <p:cNvPr id="1071" name="03_assume_matched_6368">
            <a:extLst>
              <a:ext uri="{FF2B5EF4-FFF2-40B4-BE49-F238E27FC236}">
                <a16:creationId xmlns:a16="http://schemas.microsoft.com/office/drawing/2014/main" id="{CF171E97-2FCB-42D0-811E-68975ED882F2}"/>
              </a:ext>
            </a:extLst>
          </p:cNvPr>
          <p:cNvSpPr>
            <a:spLocks noGrp="1"/>
          </p:cNvSpPr>
          <p:nvPr/>
        </p:nvSpPr>
        <p:spPr>
          <a:xfrm>
            <a:off x="4335537" y="2828480"/>
            <a:ext cx="28398" cy="28398"/>
          </a:xfrm>
          <a:prstGeom prst="ellipse">
            <a:avLst/>
          </a:prstGeom>
          <a:solidFill>
            <a:srgbClr val="7F8C97">
              <a:alpha val="48000"/>
            </a:srgbClr>
          </a:solidFill>
          <a:ln w="0">
            <a:noFill/>
            <a:prstDash val="solid"/>
          </a:ln>
        </p:spPr>
      </p:sp>
      <p:sp>
        <p:nvSpPr>
          <p:cNvPr id="1072" name="03_assume_matched_6369">
            <a:extLst>
              <a:ext uri="{FF2B5EF4-FFF2-40B4-BE49-F238E27FC236}">
                <a16:creationId xmlns:a16="http://schemas.microsoft.com/office/drawing/2014/main" id="{7E47766E-B1BC-487F-8C6A-0F034ECA6E11}"/>
              </a:ext>
            </a:extLst>
          </p:cNvPr>
          <p:cNvSpPr>
            <a:spLocks noGrp="1"/>
          </p:cNvSpPr>
          <p:nvPr/>
        </p:nvSpPr>
        <p:spPr>
          <a:xfrm>
            <a:off x="4339278" y="3120914"/>
            <a:ext cx="28398" cy="28398"/>
          </a:xfrm>
          <a:prstGeom prst="ellipse">
            <a:avLst/>
          </a:prstGeom>
          <a:solidFill>
            <a:srgbClr val="7F8C97">
              <a:alpha val="48000"/>
            </a:srgbClr>
          </a:solidFill>
          <a:ln w="0">
            <a:noFill/>
            <a:prstDash val="solid"/>
          </a:ln>
        </p:spPr>
      </p:sp>
      <p:sp>
        <p:nvSpPr>
          <p:cNvPr id="1073" name="03_assume_matched_6370">
            <a:extLst>
              <a:ext uri="{FF2B5EF4-FFF2-40B4-BE49-F238E27FC236}">
                <a16:creationId xmlns:a16="http://schemas.microsoft.com/office/drawing/2014/main" id="{FBB1EFE1-F050-4B39-BE35-F6363EA895AE}"/>
              </a:ext>
            </a:extLst>
          </p:cNvPr>
          <p:cNvSpPr>
            <a:spLocks noGrp="1"/>
          </p:cNvSpPr>
          <p:nvPr/>
        </p:nvSpPr>
        <p:spPr>
          <a:xfrm>
            <a:off x="4256530" y="3120914"/>
            <a:ext cx="28398" cy="28398"/>
          </a:xfrm>
          <a:prstGeom prst="ellipse">
            <a:avLst/>
          </a:prstGeom>
          <a:solidFill>
            <a:srgbClr val="7F8C97">
              <a:alpha val="48000"/>
            </a:srgbClr>
          </a:solidFill>
          <a:ln w="0">
            <a:noFill/>
            <a:prstDash val="solid"/>
          </a:ln>
        </p:spPr>
      </p:sp>
      <p:sp>
        <p:nvSpPr>
          <p:cNvPr id="1074" name="03_assume_matched_6371">
            <a:extLst>
              <a:ext uri="{FF2B5EF4-FFF2-40B4-BE49-F238E27FC236}">
                <a16:creationId xmlns:a16="http://schemas.microsoft.com/office/drawing/2014/main" id="{7671C56B-7CF8-41FE-8C8C-9405DAE10F3A}"/>
              </a:ext>
            </a:extLst>
          </p:cNvPr>
          <p:cNvSpPr>
            <a:spLocks noGrp="1"/>
          </p:cNvSpPr>
          <p:nvPr/>
        </p:nvSpPr>
        <p:spPr>
          <a:xfrm>
            <a:off x="4234800" y="2828480"/>
            <a:ext cx="28398" cy="28398"/>
          </a:xfrm>
          <a:prstGeom prst="ellipse">
            <a:avLst/>
          </a:prstGeom>
          <a:solidFill>
            <a:srgbClr val="7F8C97">
              <a:alpha val="48000"/>
            </a:srgbClr>
          </a:solidFill>
          <a:ln w="0">
            <a:noFill/>
            <a:prstDash val="solid"/>
          </a:ln>
        </p:spPr>
      </p:sp>
      <p:sp>
        <p:nvSpPr>
          <p:cNvPr id="1075" name="03_assume_matched_6372">
            <a:extLst>
              <a:ext uri="{FF2B5EF4-FFF2-40B4-BE49-F238E27FC236}">
                <a16:creationId xmlns:a16="http://schemas.microsoft.com/office/drawing/2014/main" id="{1203ABEA-3EF9-47F1-871E-011D3DE9EC38}"/>
              </a:ext>
            </a:extLst>
          </p:cNvPr>
          <p:cNvSpPr>
            <a:spLocks noGrp="1"/>
          </p:cNvSpPr>
          <p:nvPr/>
        </p:nvSpPr>
        <p:spPr>
          <a:xfrm>
            <a:off x="4318555" y="3120914"/>
            <a:ext cx="28398" cy="28398"/>
          </a:xfrm>
          <a:prstGeom prst="ellipse">
            <a:avLst/>
          </a:prstGeom>
          <a:solidFill>
            <a:srgbClr val="7F8C97">
              <a:alpha val="48000"/>
            </a:srgbClr>
          </a:solidFill>
          <a:ln w="0">
            <a:noFill/>
            <a:prstDash val="solid"/>
          </a:ln>
        </p:spPr>
      </p:sp>
      <p:sp>
        <p:nvSpPr>
          <p:cNvPr id="1076" name="03_assume_matched_6373">
            <a:extLst>
              <a:ext uri="{FF2B5EF4-FFF2-40B4-BE49-F238E27FC236}">
                <a16:creationId xmlns:a16="http://schemas.microsoft.com/office/drawing/2014/main" id="{A3A8065D-B11A-45C3-8984-B14901F142E9}"/>
              </a:ext>
            </a:extLst>
          </p:cNvPr>
          <p:cNvSpPr>
            <a:spLocks noGrp="1"/>
          </p:cNvSpPr>
          <p:nvPr/>
        </p:nvSpPr>
        <p:spPr>
          <a:xfrm>
            <a:off x="4228037" y="3120914"/>
            <a:ext cx="28398" cy="28398"/>
          </a:xfrm>
          <a:prstGeom prst="ellipse">
            <a:avLst/>
          </a:prstGeom>
          <a:solidFill>
            <a:srgbClr val="7F8C97">
              <a:alpha val="48000"/>
            </a:srgbClr>
          </a:solidFill>
          <a:ln w="0">
            <a:noFill/>
            <a:prstDash val="solid"/>
          </a:ln>
        </p:spPr>
      </p:sp>
      <p:sp>
        <p:nvSpPr>
          <p:cNvPr id="1077" name="03_assume_matched_6374">
            <a:extLst>
              <a:ext uri="{FF2B5EF4-FFF2-40B4-BE49-F238E27FC236}">
                <a16:creationId xmlns:a16="http://schemas.microsoft.com/office/drawing/2014/main" id="{D6068CE4-0B4E-442D-A3B7-A4C0BFF66828}"/>
              </a:ext>
            </a:extLst>
          </p:cNvPr>
          <p:cNvSpPr>
            <a:spLocks noGrp="1"/>
          </p:cNvSpPr>
          <p:nvPr/>
        </p:nvSpPr>
        <p:spPr>
          <a:xfrm>
            <a:off x="4322153" y="2886967"/>
            <a:ext cx="28398" cy="28398"/>
          </a:xfrm>
          <a:prstGeom prst="ellipse">
            <a:avLst/>
          </a:prstGeom>
          <a:solidFill>
            <a:srgbClr val="7F8C97">
              <a:alpha val="48000"/>
            </a:srgbClr>
          </a:solidFill>
          <a:ln w="0">
            <a:noFill/>
            <a:prstDash val="solid"/>
          </a:ln>
        </p:spPr>
      </p:sp>
      <p:sp>
        <p:nvSpPr>
          <p:cNvPr id="1078" name="03_assume_matched_6375">
            <a:extLst>
              <a:ext uri="{FF2B5EF4-FFF2-40B4-BE49-F238E27FC236}">
                <a16:creationId xmlns:a16="http://schemas.microsoft.com/office/drawing/2014/main" id="{3BB897B8-D8FD-4180-B4C9-824615C30731}"/>
              </a:ext>
            </a:extLst>
          </p:cNvPr>
          <p:cNvSpPr>
            <a:spLocks noGrp="1"/>
          </p:cNvSpPr>
          <p:nvPr/>
        </p:nvSpPr>
        <p:spPr>
          <a:xfrm>
            <a:off x="4229332" y="2828480"/>
            <a:ext cx="28398" cy="28398"/>
          </a:xfrm>
          <a:prstGeom prst="ellipse">
            <a:avLst/>
          </a:prstGeom>
          <a:solidFill>
            <a:srgbClr val="7F8C97">
              <a:alpha val="48000"/>
            </a:srgbClr>
          </a:solidFill>
          <a:ln w="0">
            <a:noFill/>
            <a:prstDash val="solid"/>
          </a:ln>
        </p:spPr>
      </p:sp>
      <p:sp>
        <p:nvSpPr>
          <p:cNvPr id="1079" name="03_assume_matched_6376">
            <a:extLst>
              <a:ext uri="{FF2B5EF4-FFF2-40B4-BE49-F238E27FC236}">
                <a16:creationId xmlns:a16="http://schemas.microsoft.com/office/drawing/2014/main" id="{96EF758E-BBA3-4E99-A47E-BB5999763015}"/>
              </a:ext>
            </a:extLst>
          </p:cNvPr>
          <p:cNvSpPr>
            <a:spLocks noGrp="1"/>
          </p:cNvSpPr>
          <p:nvPr/>
        </p:nvSpPr>
        <p:spPr>
          <a:xfrm>
            <a:off x="4349783" y="3120914"/>
            <a:ext cx="28398" cy="28398"/>
          </a:xfrm>
          <a:prstGeom prst="ellipse">
            <a:avLst/>
          </a:prstGeom>
          <a:solidFill>
            <a:srgbClr val="7F8C97">
              <a:alpha val="48000"/>
            </a:srgbClr>
          </a:solidFill>
          <a:ln w="0">
            <a:noFill/>
            <a:prstDash val="solid"/>
          </a:ln>
        </p:spPr>
      </p:sp>
      <p:sp>
        <p:nvSpPr>
          <p:cNvPr id="1080" name="03_assume_matched_6377">
            <a:extLst>
              <a:ext uri="{FF2B5EF4-FFF2-40B4-BE49-F238E27FC236}">
                <a16:creationId xmlns:a16="http://schemas.microsoft.com/office/drawing/2014/main" id="{84C4984C-70EF-4596-9B4A-E9A665C484E0}"/>
              </a:ext>
            </a:extLst>
          </p:cNvPr>
          <p:cNvSpPr>
            <a:spLocks noGrp="1"/>
          </p:cNvSpPr>
          <p:nvPr/>
        </p:nvSpPr>
        <p:spPr>
          <a:xfrm>
            <a:off x="4327765" y="3120914"/>
            <a:ext cx="28398" cy="28398"/>
          </a:xfrm>
          <a:prstGeom prst="ellipse">
            <a:avLst/>
          </a:prstGeom>
          <a:solidFill>
            <a:srgbClr val="7F8C97">
              <a:alpha val="48000"/>
            </a:srgbClr>
          </a:solidFill>
          <a:ln w="0">
            <a:noFill/>
            <a:prstDash val="solid"/>
          </a:ln>
        </p:spPr>
      </p:sp>
      <p:sp>
        <p:nvSpPr>
          <p:cNvPr id="1081" name="03_assume_matched_6378">
            <a:extLst>
              <a:ext uri="{FF2B5EF4-FFF2-40B4-BE49-F238E27FC236}">
                <a16:creationId xmlns:a16="http://schemas.microsoft.com/office/drawing/2014/main" id="{8C9D51DB-CC90-44D0-8FB7-D0E3BD595D26}"/>
              </a:ext>
            </a:extLst>
          </p:cNvPr>
          <p:cNvSpPr>
            <a:spLocks noGrp="1"/>
          </p:cNvSpPr>
          <p:nvPr/>
        </p:nvSpPr>
        <p:spPr>
          <a:xfrm>
            <a:off x="4275670" y="3120914"/>
            <a:ext cx="28398" cy="28398"/>
          </a:xfrm>
          <a:prstGeom prst="ellipse">
            <a:avLst/>
          </a:prstGeom>
          <a:solidFill>
            <a:srgbClr val="7F8C97">
              <a:alpha val="48000"/>
            </a:srgbClr>
          </a:solidFill>
          <a:ln w="0">
            <a:noFill/>
            <a:prstDash val="solid"/>
          </a:ln>
        </p:spPr>
      </p:sp>
      <p:sp>
        <p:nvSpPr>
          <p:cNvPr id="1082" name="03_assume_matched_6379">
            <a:extLst>
              <a:ext uri="{FF2B5EF4-FFF2-40B4-BE49-F238E27FC236}">
                <a16:creationId xmlns:a16="http://schemas.microsoft.com/office/drawing/2014/main" id="{376579F7-3585-4653-B762-86BA04A42D61}"/>
              </a:ext>
            </a:extLst>
          </p:cNvPr>
          <p:cNvSpPr>
            <a:spLocks noGrp="1"/>
          </p:cNvSpPr>
          <p:nvPr/>
        </p:nvSpPr>
        <p:spPr>
          <a:xfrm>
            <a:off x="4251350" y="3120914"/>
            <a:ext cx="28398" cy="28398"/>
          </a:xfrm>
          <a:prstGeom prst="ellipse">
            <a:avLst/>
          </a:prstGeom>
          <a:solidFill>
            <a:srgbClr val="7F8C97">
              <a:alpha val="48000"/>
            </a:srgbClr>
          </a:solidFill>
          <a:ln w="0">
            <a:noFill/>
            <a:prstDash val="solid"/>
          </a:ln>
        </p:spPr>
      </p:sp>
      <p:sp>
        <p:nvSpPr>
          <p:cNvPr id="1083" name="03_assume_matched_6380">
            <a:extLst>
              <a:ext uri="{FF2B5EF4-FFF2-40B4-BE49-F238E27FC236}">
                <a16:creationId xmlns:a16="http://schemas.microsoft.com/office/drawing/2014/main" id="{7028987B-739D-4E0C-974A-63ADC694B5EB}"/>
              </a:ext>
            </a:extLst>
          </p:cNvPr>
          <p:cNvSpPr>
            <a:spLocks noGrp="1"/>
          </p:cNvSpPr>
          <p:nvPr/>
        </p:nvSpPr>
        <p:spPr>
          <a:xfrm>
            <a:off x="4353813" y="3120914"/>
            <a:ext cx="28398" cy="28398"/>
          </a:xfrm>
          <a:prstGeom prst="ellipse">
            <a:avLst/>
          </a:prstGeom>
          <a:solidFill>
            <a:srgbClr val="7F8C97">
              <a:alpha val="48000"/>
            </a:srgbClr>
          </a:solidFill>
          <a:ln w="0">
            <a:noFill/>
            <a:prstDash val="solid"/>
          </a:ln>
        </p:spPr>
      </p:sp>
      <p:sp>
        <p:nvSpPr>
          <p:cNvPr id="1084" name="03_assume_matched_6381">
            <a:extLst>
              <a:ext uri="{FF2B5EF4-FFF2-40B4-BE49-F238E27FC236}">
                <a16:creationId xmlns:a16="http://schemas.microsoft.com/office/drawing/2014/main" id="{A63C7137-E0F0-4A1C-B7C8-03ECECA3928D}"/>
              </a:ext>
            </a:extLst>
          </p:cNvPr>
          <p:cNvSpPr>
            <a:spLocks noGrp="1"/>
          </p:cNvSpPr>
          <p:nvPr/>
        </p:nvSpPr>
        <p:spPr>
          <a:xfrm>
            <a:off x="4301574" y="3120914"/>
            <a:ext cx="28398" cy="28398"/>
          </a:xfrm>
          <a:prstGeom prst="ellipse">
            <a:avLst/>
          </a:prstGeom>
          <a:solidFill>
            <a:srgbClr val="7F8C97">
              <a:alpha val="48000"/>
            </a:srgbClr>
          </a:solidFill>
          <a:ln w="0">
            <a:noFill/>
            <a:prstDash val="solid"/>
          </a:ln>
        </p:spPr>
      </p:sp>
      <p:sp>
        <p:nvSpPr>
          <p:cNvPr id="1085" name="03_assume_matched_6382">
            <a:extLst>
              <a:ext uri="{FF2B5EF4-FFF2-40B4-BE49-F238E27FC236}">
                <a16:creationId xmlns:a16="http://schemas.microsoft.com/office/drawing/2014/main" id="{F65E5277-522D-489A-9930-6D3E243EE018}"/>
              </a:ext>
            </a:extLst>
          </p:cNvPr>
          <p:cNvSpPr>
            <a:spLocks noGrp="1"/>
          </p:cNvSpPr>
          <p:nvPr/>
        </p:nvSpPr>
        <p:spPr>
          <a:xfrm>
            <a:off x="4334385" y="3120914"/>
            <a:ext cx="28398" cy="28398"/>
          </a:xfrm>
          <a:prstGeom prst="ellipse">
            <a:avLst/>
          </a:prstGeom>
          <a:solidFill>
            <a:srgbClr val="7F8C97">
              <a:alpha val="48000"/>
            </a:srgbClr>
          </a:solidFill>
          <a:ln w="0">
            <a:noFill/>
            <a:prstDash val="solid"/>
          </a:ln>
        </p:spPr>
      </p:sp>
      <p:sp>
        <p:nvSpPr>
          <p:cNvPr id="1086" name="03_assume_matched_6383">
            <a:extLst>
              <a:ext uri="{FF2B5EF4-FFF2-40B4-BE49-F238E27FC236}">
                <a16:creationId xmlns:a16="http://schemas.microsoft.com/office/drawing/2014/main" id="{E7EBAF03-05A2-409B-A56F-4FBA0BEEB31B}"/>
              </a:ext>
            </a:extLst>
          </p:cNvPr>
          <p:cNvSpPr>
            <a:spLocks noGrp="1"/>
          </p:cNvSpPr>
          <p:nvPr/>
        </p:nvSpPr>
        <p:spPr>
          <a:xfrm>
            <a:off x="4233505" y="2886967"/>
            <a:ext cx="28398" cy="28398"/>
          </a:xfrm>
          <a:prstGeom prst="ellipse">
            <a:avLst/>
          </a:prstGeom>
          <a:solidFill>
            <a:srgbClr val="7F8C97">
              <a:alpha val="48000"/>
            </a:srgbClr>
          </a:solidFill>
          <a:ln w="0">
            <a:noFill/>
            <a:prstDash val="solid"/>
          </a:ln>
        </p:spPr>
      </p:sp>
      <p:sp>
        <p:nvSpPr>
          <p:cNvPr id="1087" name="03_assume_matched_6384">
            <a:extLst>
              <a:ext uri="{FF2B5EF4-FFF2-40B4-BE49-F238E27FC236}">
                <a16:creationId xmlns:a16="http://schemas.microsoft.com/office/drawing/2014/main" id="{E18BC6FB-FCD6-4EBA-B849-1D3BAD505997}"/>
              </a:ext>
            </a:extLst>
          </p:cNvPr>
          <p:cNvSpPr>
            <a:spLocks noGrp="1"/>
          </p:cNvSpPr>
          <p:nvPr/>
        </p:nvSpPr>
        <p:spPr>
          <a:xfrm>
            <a:off x="4325463" y="3120914"/>
            <a:ext cx="28398" cy="28398"/>
          </a:xfrm>
          <a:prstGeom prst="ellipse">
            <a:avLst/>
          </a:prstGeom>
          <a:solidFill>
            <a:srgbClr val="7F8C97">
              <a:alpha val="48000"/>
            </a:srgbClr>
          </a:solidFill>
          <a:ln w="0">
            <a:noFill/>
            <a:prstDash val="solid"/>
          </a:ln>
        </p:spPr>
      </p:sp>
      <p:sp>
        <p:nvSpPr>
          <p:cNvPr id="1088" name="03_assume_matched_6385">
            <a:extLst>
              <a:ext uri="{FF2B5EF4-FFF2-40B4-BE49-F238E27FC236}">
                <a16:creationId xmlns:a16="http://schemas.microsoft.com/office/drawing/2014/main" id="{09622E31-E179-4CDE-8BC3-00F57E14A164}"/>
              </a:ext>
            </a:extLst>
          </p:cNvPr>
          <p:cNvSpPr>
            <a:spLocks noGrp="1"/>
          </p:cNvSpPr>
          <p:nvPr/>
        </p:nvSpPr>
        <p:spPr>
          <a:xfrm>
            <a:off x="4304596" y="3120914"/>
            <a:ext cx="28398" cy="28398"/>
          </a:xfrm>
          <a:prstGeom prst="ellipse">
            <a:avLst/>
          </a:prstGeom>
          <a:solidFill>
            <a:srgbClr val="7F8C97">
              <a:alpha val="48000"/>
            </a:srgbClr>
          </a:solidFill>
          <a:ln w="0">
            <a:noFill/>
            <a:prstDash val="solid"/>
          </a:ln>
        </p:spPr>
      </p:sp>
      <p:sp>
        <p:nvSpPr>
          <p:cNvPr id="1089" name="03_assume_matched_6386">
            <a:extLst>
              <a:ext uri="{FF2B5EF4-FFF2-40B4-BE49-F238E27FC236}">
                <a16:creationId xmlns:a16="http://schemas.microsoft.com/office/drawing/2014/main" id="{EE3455BD-1431-461A-8A84-4D437E2720DF}"/>
              </a:ext>
            </a:extLst>
          </p:cNvPr>
          <p:cNvSpPr>
            <a:spLocks noGrp="1"/>
          </p:cNvSpPr>
          <p:nvPr/>
        </p:nvSpPr>
        <p:spPr>
          <a:xfrm>
            <a:off x="4213214" y="2828480"/>
            <a:ext cx="28398" cy="28398"/>
          </a:xfrm>
          <a:prstGeom prst="ellipse">
            <a:avLst/>
          </a:prstGeom>
          <a:solidFill>
            <a:srgbClr val="7F8C97">
              <a:alpha val="48000"/>
            </a:srgbClr>
          </a:solidFill>
          <a:ln w="0">
            <a:noFill/>
            <a:prstDash val="solid"/>
          </a:ln>
        </p:spPr>
      </p:sp>
      <p:sp>
        <p:nvSpPr>
          <p:cNvPr id="1090" name="03_assume_matched_6387">
            <a:extLst>
              <a:ext uri="{FF2B5EF4-FFF2-40B4-BE49-F238E27FC236}">
                <a16:creationId xmlns:a16="http://schemas.microsoft.com/office/drawing/2014/main" id="{E3ABACE8-EA8E-4DC6-B8C9-F25CDD9D58FD}"/>
              </a:ext>
            </a:extLst>
          </p:cNvPr>
          <p:cNvSpPr>
            <a:spLocks noGrp="1"/>
          </p:cNvSpPr>
          <p:nvPr/>
        </p:nvSpPr>
        <p:spPr>
          <a:xfrm>
            <a:off x="4272504" y="3120914"/>
            <a:ext cx="28398" cy="28398"/>
          </a:xfrm>
          <a:prstGeom prst="ellipse">
            <a:avLst/>
          </a:prstGeom>
          <a:solidFill>
            <a:srgbClr val="7F8C97">
              <a:alpha val="48000"/>
            </a:srgbClr>
          </a:solidFill>
          <a:ln w="0">
            <a:noFill/>
            <a:prstDash val="solid"/>
          </a:ln>
        </p:spPr>
      </p:sp>
      <p:sp>
        <p:nvSpPr>
          <p:cNvPr id="1091" name="03_assume_matched_6388">
            <a:extLst>
              <a:ext uri="{FF2B5EF4-FFF2-40B4-BE49-F238E27FC236}">
                <a16:creationId xmlns:a16="http://schemas.microsoft.com/office/drawing/2014/main" id="{8D9969CA-478B-4483-BDF7-447D7E16AA41}"/>
              </a:ext>
            </a:extLst>
          </p:cNvPr>
          <p:cNvSpPr>
            <a:spLocks noGrp="1"/>
          </p:cNvSpPr>
          <p:nvPr/>
        </p:nvSpPr>
        <p:spPr>
          <a:xfrm>
            <a:off x="4254660" y="3120914"/>
            <a:ext cx="28398" cy="28398"/>
          </a:xfrm>
          <a:prstGeom prst="ellipse">
            <a:avLst/>
          </a:prstGeom>
          <a:solidFill>
            <a:srgbClr val="7F8C97">
              <a:alpha val="48000"/>
            </a:srgbClr>
          </a:solidFill>
          <a:ln w="0">
            <a:noFill/>
            <a:prstDash val="solid"/>
          </a:ln>
        </p:spPr>
      </p:sp>
      <p:sp>
        <p:nvSpPr>
          <p:cNvPr id="1092" name="03_assume_matched_6389">
            <a:extLst>
              <a:ext uri="{FF2B5EF4-FFF2-40B4-BE49-F238E27FC236}">
                <a16:creationId xmlns:a16="http://schemas.microsoft.com/office/drawing/2014/main" id="{FE6A8E4D-D5DC-41FB-97B5-5B0CF4774D92}"/>
              </a:ext>
            </a:extLst>
          </p:cNvPr>
          <p:cNvSpPr>
            <a:spLocks noGrp="1"/>
          </p:cNvSpPr>
          <p:nvPr/>
        </p:nvSpPr>
        <p:spPr>
          <a:xfrm>
            <a:off x="4286895" y="2828480"/>
            <a:ext cx="28398" cy="28398"/>
          </a:xfrm>
          <a:prstGeom prst="ellipse">
            <a:avLst/>
          </a:prstGeom>
          <a:solidFill>
            <a:srgbClr val="7F8C97">
              <a:alpha val="48000"/>
            </a:srgbClr>
          </a:solidFill>
          <a:ln w="0">
            <a:noFill/>
            <a:prstDash val="solid"/>
          </a:ln>
        </p:spPr>
      </p:sp>
      <p:sp>
        <p:nvSpPr>
          <p:cNvPr id="1093" name="03_assume_matched_6390">
            <a:extLst>
              <a:ext uri="{FF2B5EF4-FFF2-40B4-BE49-F238E27FC236}">
                <a16:creationId xmlns:a16="http://schemas.microsoft.com/office/drawing/2014/main" id="{040636FF-B698-4C4D-B8EE-26B54F0E7B3B}"/>
              </a:ext>
            </a:extLst>
          </p:cNvPr>
          <p:cNvSpPr>
            <a:spLocks noGrp="1"/>
          </p:cNvSpPr>
          <p:nvPr/>
        </p:nvSpPr>
        <p:spPr>
          <a:xfrm>
            <a:off x="4268763" y="3023436"/>
            <a:ext cx="28398" cy="28398"/>
          </a:xfrm>
          <a:prstGeom prst="ellipse">
            <a:avLst/>
          </a:prstGeom>
          <a:solidFill>
            <a:srgbClr val="7F8C97">
              <a:alpha val="48000"/>
            </a:srgbClr>
          </a:solidFill>
          <a:ln w="0">
            <a:noFill/>
            <a:prstDash val="solid"/>
          </a:ln>
        </p:spPr>
      </p:sp>
      <p:sp>
        <p:nvSpPr>
          <p:cNvPr id="1094" name="03_assume_matched_6391">
            <a:extLst>
              <a:ext uri="{FF2B5EF4-FFF2-40B4-BE49-F238E27FC236}">
                <a16:creationId xmlns:a16="http://schemas.microsoft.com/office/drawing/2014/main" id="{46961D90-F3BB-43EE-B70C-4A0B60930F43}"/>
              </a:ext>
            </a:extLst>
          </p:cNvPr>
          <p:cNvSpPr>
            <a:spLocks noGrp="1"/>
          </p:cNvSpPr>
          <p:nvPr/>
        </p:nvSpPr>
        <p:spPr>
          <a:xfrm>
            <a:off x="4330931" y="3120914"/>
            <a:ext cx="28398" cy="28398"/>
          </a:xfrm>
          <a:prstGeom prst="ellipse">
            <a:avLst/>
          </a:prstGeom>
          <a:solidFill>
            <a:srgbClr val="7F8C97">
              <a:alpha val="48000"/>
            </a:srgbClr>
          </a:solidFill>
          <a:ln w="0">
            <a:noFill/>
            <a:prstDash val="solid"/>
          </a:ln>
        </p:spPr>
      </p:sp>
      <p:sp>
        <p:nvSpPr>
          <p:cNvPr id="1095" name="03_assume_matched_6392">
            <a:extLst>
              <a:ext uri="{FF2B5EF4-FFF2-40B4-BE49-F238E27FC236}">
                <a16:creationId xmlns:a16="http://schemas.microsoft.com/office/drawing/2014/main" id="{26E9819E-1074-403E-8CC2-AE49BB6CF1EC}"/>
              </a:ext>
            </a:extLst>
          </p:cNvPr>
          <p:cNvSpPr>
            <a:spLocks noGrp="1"/>
          </p:cNvSpPr>
          <p:nvPr/>
        </p:nvSpPr>
        <p:spPr>
          <a:xfrm>
            <a:off x="4229044" y="2828480"/>
            <a:ext cx="28398" cy="28398"/>
          </a:xfrm>
          <a:prstGeom prst="ellipse">
            <a:avLst/>
          </a:prstGeom>
          <a:solidFill>
            <a:srgbClr val="7F8C97">
              <a:alpha val="48000"/>
            </a:srgbClr>
          </a:solidFill>
          <a:ln w="0">
            <a:noFill/>
            <a:prstDash val="solid"/>
          </a:ln>
        </p:spPr>
      </p:sp>
      <p:sp>
        <p:nvSpPr>
          <p:cNvPr id="1096" name="03_assume_matched_6393">
            <a:extLst>
              <a:ext uri="{FF2B5EF4-FFF2-40B4-BE49-F238E27FC236}">
                <a16:creationId xmlns:a16="http://schemas.microsoft.com/office/drawing/2014/main" id="{EBDAFE81-6BB9-46B2-ADE9-B1AB4C05B387}"/>
              </a:ext>
            </a:extLst>
          </p:cNvPr>
          <p:cNvSpPr>
            <a:spLocks noGrp="1"/>
          </p:cNvSpPr>
          <p:nvPr/>
        </p:nvSpPr>
        <p:spPr>
          <a:xfrm>
            <a:off x="4235664" y="3120914"/>
            <a:ext cx="28398" cy="28398"/>
          </a:xfrm>
          <a:prstGeom prst="ellipse">
            <a:avLst/>
          </a:prstGeom>
          <a:solidFill>
            <a:srgbClr val="7F8C97">
              <a:alpha val="48000"/>
            </a:srgbClr>
          </a:solidFill>
          <a:ln w="0">
            <a:noFill/>
            <a:prstDash val="solid"/>
          </a:ln>
        </p:spPr>
      </p:sp>
      <p:sp>
        <p:nvSpPr>
          <p:cNvPr id="1097" name="03_assume_matched_6394">
            <a:extLst>
              <a:ext uri="{FF2B5EF4-FFF2-40B4-BE49-F238E27FC236}">
                <a16:creationId xmlns:a16="http://schemas.microsoft.com/office/drawing/2014/main" id="{28302759-E993-48C1-868C-C9D280D16F8A}"/>
              </a:ext>
            </a:extLst>
          </p:cNvPr>
          <p:cNvSpPr>
            <a:spLocks noGrp="1"/>
          </p:cNvSpPr>
          <p:nvPr/>
        </p:nvSpPr>
        <p:spPr>
          <a:xfrm>
            <a:off x="4295530" y="2828480"/>
            <a:ext cx="28398" cy="28398"/>
          </a:xfrm>
          <a:prstGeom prst="ellipse">
            <a:avLst/>
          </a:prstGeom>
          <a:solidFill>
            <a:srgbClr val="7F8C97">
              <a:alpha val="48000"/>
            </a:srgbClr>
          </a:solidFill>
          <a:ln w="0">
            <a:noFill/>
            <a:prstDash val="solid"/>
          </a:ln>
        </p:spPr>
      </p:sp>
      <p:sp>
        <p:nvSpPr>
          <p:cNvPr id="1098" name="03_assume_matched_6395">
            <a:extLst>
              <a:ext uri="{FF2B5EF4-FFF2-40B4-BE49-F238E27FC236}">
                <a16:creationId xmlns:a16="http://schemas.microsoft.com/office/drawing/2014/main" id="{4B7CCC88-5FC0-404B-94A2-8961FC123E47}"/>
              </a:ext>
            </a:extLst>
          </p:cNvPr>
          <p:cNvSpPr>
            <a:spLocks noGrp="1"/>
          </p:cNvSpPr>
          <p:nvPr/>
        </p:nvSpPr>
        <p:spPr>
          <a:xfrm>
            <a:off x="4294235" y="2828480"/>
            <a:ext cx="28398" cy="28398"/>
          </a:xfrm>
          <a:prstGeom prst="ellipse">
            <a:avLst/>
          </a:prstGeom>
          <a:solidFill>
            <a:srgbClr val="7F8C97">
              <a:alpha val="48000"/>
            </a:srgbClr>
          </a:solidFill>
          <a:ln w="0">
            <a:noFill/>
            <a:prstDash val="solid"/>
          </a:ln>
        </p:spPr>
      </p:sp>
      <p:sp>
        <p:nvSpPr>
          <p:cNvPr id="1099" name="03_assume_matched_6396">
            <a:extLst>
              <a:ext uri="{FF2B5EF4-FFF2-40B4-BE49-F238E27FC236}">
                <a16:creationId xmlns:a16="http://schemas.microsoft.com/office/drawing/2014/main" id="{2E739F47-7392-41A9-A552-E645B6C6EABC}"/>
              </a:ext>
            </a:extLst>
          </p:cNvPr>
          <p:cNvSpPr>
            <a:spLocks noGrp="1"/>
          </p:cNvSpPr>
          <p:nvPr/>
        </p:nvSpPr>
        <p:spPr>
          <a:xfrm>
            <a:off x="4341005" y="3120914"/>
            <a:ext cx="28398" cy="28398"/>
          </a:xfrm>
          <a:prstGeom prst="ellipse">
            <a:avLst/>
          </a:prstGeom>
          <a:solidFill>
            <a:srgbClr val="7F8C97">
              <a:alpha val="48000"/>
            </a:srgbClr>
          </a:solidFill>
          <a:ln w="0">
            <a:noFill/>
            <a:prstDash val="solid"/>
          </a:ln>
        </p:spPr>
      </p:sp>
      <p:sp>
        <p:nvSpPr>
          <p:cNvPr id="1100" name="03_assume_matched_6397">
            <a:extLst>
              <a:ext uri="{FF2B5EF4-FFF2-40B4-BE49-F238E27FC236}">
                <a16:creationId xmlns:a16="http://schemas.microsoft.com/office/drawing/2014/main" id="{3937A866-CE50-4EBA-A641-757FF0E44B99}"/>
              </a:ext>
            </a:extLst>
          </p:cNvPr>
          <p:cNvSpPr>
            <a:spLocks noGrp="1"/>
          </p:cNvSpPr>
          <p:nvPr/>
        </p:nvSpPr>
        <p:spPr>
          <a:xfrm>
            <a:off x="4319275" y="3120914"/>
            <a:ext cx="28398" cy="28398"/>
          </a:xfrm>
          <a:prstGeom prst="ellipse">
            <a:avLst/>
          </a:prstGeom>
          <a:solidFill>
            <a:srgbClr val="7F8C97">
              <a:alpha val="48000"/>
            </a:srgbClr>
          </a:solidFill>
          <a:ln w="0">
            <a:noFill/>
            <a:prstDash val="solid"/>
          </a:ln>
        </p:spPr>
      </p:sp>
      <p:sp>
        <p:nvSpPr>
          <p:cNvPr id="1101" name="03_assume_matched_6398">
            <a:extLst>
              <a:ext uri="{FF2B5EF4-FFF2-40B4-BE49-F238E27FC236}">
                <a16:creationId xmlns:a16="http://schemas.microsoft.com/office/drawing/2014/main" id="{E97AFEC6-39D2-4B7A-9165-016D0446B6DE}"/>
              </a:ext>
            </a:extLst>
          </p:cNvPr>
          <p:cNvSpPr>
            <a:spLocks noGrp="1"/>
          </p:cNvSpPr>
          <p:nvPr/>
        </p:nvSpPr>
        <p:spPr>
          <a:xfrm>
            <a:off x="4251350" y="3120914"/>
            <a:ext cx="28398" cy="28398"/>
          </a:xfrm>
          <a:prstGeom prst="ellipse">
            <a:avLst/>
          </a:prstGeom>
          <a:solidFill>
            <a:srgbClr val="7F8C97">
              <a:alpha val="48000"/>
            </a:srgbClr>
          </a:solidFill>
          <a:ln w="0">
            <a:noFill/>
            <a:prstDash val="solid"/>
          </a:ln>
        </p:spPr>
      </p:sp>
      <p:sp>
        <p:nvSpPr>
          <p:cNvPr id="1102" name="03_assume_matched_6399">
            <a:extLst>
              <a:ext uri="{FF2B5EF4-FFF2-40B4-BE49-F238E27FC236}">
                <a16:creationId xmlns:a16="http://schemas.microsoft.com/office/drawing/2014/main" id="{9A4070AD-F517-4AD5-ABCA-479793E9A0A3}"/>
              </a:ext>
            </a:extLst>
          </p:cNvPr>
          <p:cNvSpPr>
            <a:spLocks noGrp="1"/>
          </p:cNvSpPr>
          <p:nvPr/>
        </p:nvSpPr>
        <p:spPr>
          <a:xfrm>
            <a:off x="4322153" y="3120914"/>
            <a:ext cx="28398" cy="28398"/>
          </a:xfrm>
          <a:prstGeom prst="ellipse">
            <a:avLst/>
          </a:prstGeom>
          <a:solidFill>
            <a:srgbClr val="7F8C97">
              <a:alpha val="48000"/>
            </a:srgbClr>
          </a:solidFill>
          <a:ln w="0">
            <a:noFill/>
            <a:prstDash val="solid"/>
          </a:ln>
        </p:spPr>
      </p:sp>
      <p:sp>
        <p:nvSpPr>
          <p:cNvPr id="1103" name="03_assume_matched_6400">
            <a:extLst>
              <a:ext uri="{FF2B5EF4-FFF2-40B4-BE49-F238E27FC236}">
                <a16:creationId xmlns:a16="http://schemas.microsoft.com/office/drawing/2014/main" id="{B9C66280-82D3-4A61-874F-0B8B252CAB32}"/>
              </a:ext>
            </a:extLst>
          </p:cNvPr>
          <p:cNvSpPr>
            <a:spLocks noGrp="1"/>
          </p:cNvSpPr>
          <p:nvPr/>
        </p:nvSpPr>
        <p:spPr>
          <a:xfrm>
            <a:off x="4310496" y="2925958"/>
            <a:ext cx="28398" cy="28398"/>
          </a:xfrm>
          <a:prstGeom prst="ellipse">
            <a:avLst/>
          </a:prstGeom>
          <a:solidFill>
            <a:srgbClr val="7F8C97">
              <a:alpha val="48000"/>
            </a:srgbClr>
          </a:solidFill>
          <a:ln w="0">
            <a:noFill/>
            <a:prstDash val="solid"/>
          </a:ln>
        </p:spPr>
      </p:sp>
      <p:sp>
        <p:nvSpPr>
          <p:cNvPr id="1104" name="03_assume_matched_6401">
            <a:extLst>
              <a:ext uri="{FF2B5EF4-FFF2-40B4-BE49-F238E27FC236}">
                <a16:creationId xmlns:a16="http://schemas.microsoft.com/office/drawing/2014/main" id="{33AC4C94-68D4-42F8-B99F-C4B522C5FA32}"/>
              </a:ext>
            </a:extLst>
          </p:cNvPr>
          <p:cNvSpPr>
            <a:spLocks noGrp="1"/>
          </p:cNvSpPr>
          <p:nvPr/>
        </p:nvSpPr>
        <p:spPr>
          <a:xfrm>
            <a:off x="4316684" y="3120914"/>
            <a:ext cx="28398" cy="28398"/>
          </a:xfrm>
          <a:prstGeom prst="ellipse">
            <a:avLst/>
          </a:prstGeom>
          <a:solidFill>
            <a:srgbClr val="7F8C97">
              <a:alpha val="48000"/>
            </a:srgbClr>
          </a:solidFill>
          <a:ln w="0">
            <a:noFill/>
            <a:prstDash val="solid"/>
          </a:ln>
        </p:spPr>
      </p:sp>
      <p:sp>
        <p:nvSpPr>
          <p:cNvPr id="1105" name="03_assume_matched_6402">
            <a:extLst>
              <a:ext uri="{FF2B5EF4-FFF2-40B4-BE49-F238E27FC236}">
                <a16:creationId xmlns:a16="http://schemas.microsoft.com/office/drawing/2014/main" id="{CF3929B9-F4A0-44A0-9232-22CE6861AFF5}"/>
              </a:ext>
            </a:extLst>
          </p:cNvPr>
          <p:cNvSpPr>
            <a:spLocks noGrp="1"/>
          </p:cNvSpPr>
          <p:nvPr/>
        </p:nvSpPr>
        <p:spPr>
          <a:xfrm>
            <a:off x="4330068" y="3088422"/>
            <a:ext cx="28398" cy="28398"/>
          </a:xfrm>
          <a:prstGeom prst="ellipse">
            <a:avLst/>
          </a:prstGeom>
          <a:solidFill>
            <a:srgbClr val="7F8C97">
              <a:alpha val="48000"/>
            </a:srgbClr>
          </a:solidFill>
          <a:ln w="0">
            <a:noFill/>
            <a:prstDash val="solid"/>
          </a:ln>
        </p:spPr>
      </p:sp>
      <p:sp>
        <p:nvSpPr>
          <p:cNvPr id="1106" name="03_assume_matched_6403">
            <a:extLst>
              <a:ext uri="{FF2B5EF4-FFF2-40B4-BE49-F238E27FC236}">
                <a16:creationId xmlns:a16="http://schemas.microsoft.com/office/drawing/2014/main" id="{D8F7DC2A-C8AD-4274-98D1-7C2646375BE3}"/>
              </a:ext>
            </a:extLst>
          </p:cNvPr>
          <p:cNvSpPr>
            <a:spLocks noGrp="1"/>
          </p:cNvSpPr>
          <p:nvPr/>
        </p:nvSpPr>
        <p:spPr>
          <a:xfrm>
            <a:off x="4238686" y="2828480"/>
            <a:ext cx="28398" cy="28398"/>
          </a:xfrm>
          <a:prstGeom prst="ellipse">
            <a:avLst/>
          </a:prstGeom>
          <a:solidFill>
            <a:srgbClr val="7F8C97">
              <a:alpha val="48000"/>
            </a:srgbClr>
          </a:solidFill>
          <a:ln w="0">
            <a:noFill/>
            <a:prstDash val="solid"/>
          </a:ln>
        </p:spPr>
      </p:sp>
      <p:sp>
        <p:nvSpPr>
          <p:cNvPr id="1107" name="03_assume_matched_6404">
            <a:extLst>
              <a:ext uri="{FF2B5EF4-FFF2-40B4-BE49-F238E27FC236}">
                <a16:creationId xmlns:a16="http://schemas.microsoft.com/office/drawing/2014/main" id="{4CEE3D36-360B-4752-90CE-ABBCA50D74D1}"/>
              </a:ext>
            </a:extLst>
          </p:cNvPr>
          <p:cNvSpPr>
            <a:spLocks noGrp="1"/>
          </p:cNvSpPr>
          <p:nvPr/>
        </p:nvSpPr>
        <p:spPr>
          <a:xfrm>
            <a:off x="4227893" y="2925958"/>
            <a:ext cx="28398" cy="28398"/>
          </a:xfrm>
          <a:prstGeom prst="ellipse">
            <a:avLst/>
          </a:prstGeom>
          <a:solidFill>
            <a:srgbClr val="7F8C97">
              <a:alpha val="48000"/>
            </a:srgbClr>
          </a:solidFill>
          <a:ln w="0">
            <a:noFill/>
            <a:prstDash val="solid"/>
          </a:ln>
        </p:spPr>
      </p:sp>
      <p:sp>
        <p:nvSpPr>
          <p:cNvPr id="1108" name="03_assume_matched_6405">
            <a:extLst>
              <a:ext uri="{FF2B5EF4-FFF2-40B4-BE49-F238E27FC236}">
                <a16:creationId xmlns:a16="http://schemas.microsoft.com/office/drawing/2014/main" id="{319BF44C-B5F7-47B8-8AA4-0575EE2CD525}"/>
              </a:ext>
            </a:extLst>
          </p:cNvPr>
          <p:cNvSpPr>
            <a:spLocks noGrp="1"/>
          </p:cNvSpPr>
          <p:nvPr/>
        </p:nvSpPr>
        <p:spPr>
          <a:xfrm>
            <a:off x="4310784" y="2974697"/>
            <a:ext cx="28398" cy="28398"/>
          </a:xfrm>
          <a:prstGeom prst="ellipse">
            <a:avLst/>
          </a:prstGeom>
          <a:solidFill>
            <a:srgbClr val="7F8C97">
              <a:alpha val="48000"/>
            </a:srgbClr>
          </a:solidFill>
          <a:ln w="0">
            <a:noFill/>
            <a:prstDash val="solid"/>
          </a:ln>
        </p:spPr>
      </p:sp>
      <p:sp>
        <p:nvSpPr>
          <p:cNvPr id="1109" name="03_assume_matched_6406">
            <a:extLst>
              <a:ext uri="{FF2B5EF4-FFF2-40B4-BE49-F238E27FC236}">
                <a16:creationId xmlns:a16="http://schemas.microsoft.com/office/drawing/2014/main" id="{92C035B9-28A9-48F4-B2B7-A3E8CEC25E00}"/>
              </a:ext>
            </a:extLst>
          </p:cNvPr>
          <p:cNvSpPr>
            <a:spLocks noGrp="1"/>
          </p:cNvSpPr>
          <p:nvPr/>
        </p:nvSpPr>
        <p:spPr>
          <a:xfrm>
            <a:off x="4347913" y="3037362"/>
            <a:ext cx="28398" cy="28398"/>
          </a:xfrm>
          <a:prstGeom prst="ellipse">
            <a:avLst/>
          </a:prstGeom>
          <a:solidFill>
            <a:srgbClr val="7F8C97">
              <a:alpha val="48000"/>
            </a:srgbClr>
          </a:solidFill>
          <a:ln w="0">
            <a:noFill/>
            <a:prstDash val="solid"/>
          </a:ln>
        </p:spPr>
      </p:sp>
      <p:sp>
        <p:nvSpPr>
          <p:cNvPr id="1110" name="03_assume_matched_6407">
            <a:extLst>
              <a:ext uri="{FF2B5EF4-FFF2-40B4-BE49-F238E27FC236}">
                <a16:creationId xmlns:a16="http://schemas.microsoft.com/office/drawing/2014/main" id="{B861268F-1AA7-4650-87A5-177971D4C60A}"/>
              </a:ext>
            </a:extLst>
          </p:cNvPr>
          <p:cNvSpPr>
            <a:spLocks noGrp="1"/>
          </p:cNvSpPr>
          <p:nvPr/>
        </p:nvSpPr>
        <p:spPr>
          <a:xfrm>
            <a:off x="4354101" y="2828480"/>
            <a:ext cx="28398" cy="28398"/>
          </a:xfrm>
          <a:prstGeom prst="ellipse">
            <a:avLst/>
          </a:prstGeom>
          <a:solidFill>
            <a:srgbClr val="7F8C97">
              <a:alpha val="48000"/>
            </a:srgbClr>
          </a:solidFill>
          <a:ln w="0">
            <a:noFill/>
            <a:prstDash val="solid"/>
          </a:ln>
        </p:spPr>
      </p:sp>
      <p:sp>
        <p:nvSpPr>
          <p:cNvPr id="1111" name="03_assume_matched_6408">
            <a:extLst>
              <a:ext uri="{FF2B5EF4-FFF2-40B4-BE49-F238E27FC236}">
                <a16:creationId xmlns:a16="http://schemas.microsoft.com/office/drawing/2014/main" id="{7E75CA24-BAA7-4237-A88A-AF7082FD8A1B}"/>
              </a:ext>
            </a:extLst>
          </p:cNvPr>
          <p:cNvSpPr>
            <a:spLocks noGrp="1"/>
          </p:cNvSpPr>
          <p:nvPr/>
        </p:nvSpPr>
        <p:spPr>
          <a:xfrm>
            <a:off x="4265165" y="3120914"/>
            <a:ext cx="28398" cy="28398"/>
          </a:xfrm>
          <a:prstGeom prst="ellipse">
            <a:avLst/>
          </a:prstGeom>
          <a:solidFill>
            <a:srgbClr val="7F8C97">
              <a:alpha val="48000"/>
            </a:srgbClr>
          </a:solidFill>
          <a:ln w="0">
            <a:noFill/>
            <a:prstDash val="solid"/>
          </a:ln>
        </p:spPr>
      </p:sp>
      <p:sp>
        <p:nvSpPr>
          <p:cNvPr id="1112" name="03_assume_matched_6409">
            <a:extLst>
              <a:ext uri="{FF2B5EF4-FFF2-40B4-BE49-F238E27FC236}">
                <a16:creationId xmlns:a16="http://schemas.microsoft.com/office/drawing/2014/main" id="{796D513B-ED74-4200-8B2C-4F627936AE5E}"/>
              </a:ext>
            </a:extLst>
          </p:cNvPr>
          <p:cNvSpPr>
            <a:spLocks noGrp="1"/>
          </p:cNvSpPr>
          <p:nvPr/>
        </p:nvSpPr>
        <p:spPr>
          <a:xfrm>
            <a:off x="4317980" y="3120914"/>
            <a:ext cx="28398" cy="28398"/>
          </a:xfrm>
          <a:prstGeom prst="ellipse">
            <a:avLst/>
          </a:prstGeom>
          <a:solidFill>
            <a:srgbClr val="7F8C97">
              <a:alpha val="48000"/>
            </a:srgbClr>
          </a:solidFill>
          <a:ln w="0">
            <a:noFill/>
            <a:prstDash val="solid"/>
          </a:ln>
        </p:spPr>
      </p:sp>
      <p:sp>
        <p:nvSpPr>
          <p:cNvPr id="1113" name="03_assume_matched_6410">
            <a:extLst>
              <a:ext uri="{FF2B5EF4-FFF2-40B4-BE49-F238E27FC236}">
                <a16:creationId xmlns:a16="http://schemas.microsoft.com/office/drawing/2014/main" id="{F4B2C727-C98C-43C7-A023-7C1DD26C5796}"/>
              </a:ext>
            </a:extLst>
          </p:cNvPr>
          <p:cNvSpPr>
            <a:spLocks noGrp="1"/>
          </p:cNvSpPr>
          <p:nvPr/>
        </p:nvSpPr>
        <p:spPr>
          <a:xfrm>
            <a:off x="4328917" y="3120914"/>
            <a:ext cx="28398" cy="28398"/>
          </a:xfrm>
          <a:prstGeom prst="ellipse">
            <a:avLst/>
          </a:prstGeom>
          <a:solidFill>
            <a:srgbClr val="7F8C97">
              <a:alpha val="48000"/>
            </a:srgbClr>
          </a:solidFill>
          <a:ln w="0">
            <a:noFill/>
            <a:prstDash val="solid"/>
          </a:ln>
        </p:spPr>
      </p:sp>
      <p:sp>
        <p:nvSpPr>
          <p:cNvPr id="1114" name="03_assume_matched_6411">
            <a:extLst>
              <a:ext uri="{FF2B5EF4-FFF2-40B4-BE49-F238E27FC236}">
                <a16:creationId xmlns:a16="http://schemas.microsoft.com/office/drawing/2014/main" id="{D0BD388D-2672-475B-A4A9-9095B4C60474}"/>
              </a:ext>
            </a:extLst>
          </p:cNvPr>
          <p:cNvSpPr>
            <a:spLocks noGrp="1"/>
          </p:cNvSpPr>
          <p:nvPr/>
        </p:nvSpPr>
        <p:spPr>
          <a:xfrm>
            <a:off x="4346330" y="3120914"/>
            <a:ext cx="28398" cy="28398"/>
          </a:xfrm>
          <a:prstGeom prst="ellipse">
            <a:avLst/>
          </a:prstGeom>
          <a:solidFill>
            <a:srgbClr val="7F8C97">
              <a:alpha val="48000"/>
            </a:srgbClr>
          </a:solidFill>
          <a:ln w="0">
            <a:noFill/>
            <a:prstDash val="solid"/>
          </a:ln>
        </p:spPr>
      </p:sp>
      <p:sp>
        <p:nvSpPr>
          <p:cNvPr id="1115" name="03_assume_matched_6412">
            <a:extLst>
              <a:ext uri="{FF2B5EF4-FFF2-40B4-BE49-F238E27FC236}">
                <a16:creationId xmlns:a16="http://schemas.microsoft.com/office/drawing/2014/main" id="{16FDE48A-42E7-4011-911A-4CDD197F6B4A}"/>
              </a:ext>
            </a:extLst>
          </p:cNvPr>
          <p:cNvSpPr>
            <a:spLocks noGrp="1"/>
          </p:cNvSpPr>
          <p:nvPr/>
        </p:nvSpPr>
        <p:spPr>
          <a:xfrm>
            <a:off x="4331075" y="3120914"/>
            <a:ext cx="28398" cy="28398"/>
          </a:xfrm>
          <a:prstGeom prst="ellipse">
            <a:avLst/>
          </a:prstGeom>
          <a:solidFill>
            <a:srgbClr val="7F8C97">
              <a:alpha val="48000"/>
            </a:srgbClr>
          </a:solidFill>
          <a:ln w="0">
            <a:noFill/>
            <a:prstDash val="solid"/>
          </a:ln>
        </p:spPr>
      </p:sp>
      <p:sp>
        <p:nvSpPr>
          <p:cNvPr id="1116" name="03_assume_matched_6413">
            <a:extLst>
              <a:ext uri="{FF2B5EF4-FFF2-40B4-BE49-F238E27FC236}">
                <a16:creationId xmlns:a16="http://schemas.microsoft.com/office/drawing/2014/main" id="{DBFA4D9B-F34B-4327-A1C5-FB83AC64EADE}"/>
              </a:ext>
            </a:extLst>
          </p:cNvPr>
          <p:cNvSpPr>
            <a:spLocks noGrp="1"/>
          </p:cNvSpPr>
          <p:nvPr/>
        </p:nvSpPr>
        <p:spPr>
          <a:xfrm>
            <a:off x="4309345" y="3120914"/>
            <a:ext cx="28398" cy="28398"/>
          </a:xfrm>
          <a:prstGeom prst="ellipse">
            <a:avLst/>
          </a:prstGeom>
          <a:solidFill>
            <a:srgbClr val="7F8C97">
              <a:alpha val="48000"/>
            </a:srgbClr>
          </a:solidFill>
          <a:ln w="0">
            <a:noFill/>
            <a:prstDash val="solid"/>
          </a:ln>
        </p:spPr>
      </p:sp>
      <p:sp>
        <p:nvSpPr>
          <p:cNvPr id="1117" name="03_assume_matched_6414">
            <a:extLst>
              <a:ext uri="{FF2B5EF4-FFF2-40B4-BE49-F238E27FC236}">
                <a16:creationId xmlns:a16="http://schemas.microsoft.com/office/drawing/2014/main" id="{0D7E1617-88B5-408B-B1F7-3BB2C3BD2AAD}"/>
              </a:ext>
            </a:extLst>
          </p:cNvPr>
          <p:cNvSpPr>
            <a:spLocks noGrp="1"/>
          </p:cNvSpPr>
          <p:nvPr/>
        </p:nvSpPr>
        <p:spPr>
          <a:xfrm>
            <a:off x="4221129" y="2828480"/>
            <a:ext cx="28398" cy="28398"/>
          </a:xfrm>
          <a:prstGeom prst="ellipse">
            <a:avLst/>
          </a:prstGeom>
          <a:solidFill>
            <a:srgbClr val="7F8C97">
              <a:alpha val="48000"/>
            </a:srgbClr>
          </a:solidFill>
          <a:ln w="0">
            <a:noFill/>
            <a:prstDash val="solid"/>
          </a:ln>
        </p:spPr>
      </p:sp>
      <p:sp>
        <p:nvSpPr>
          <p:cNvPr id="1118" name="03_assume_matched_6415">
            <a:extLst>
              <a:ext uri="{FF2B5EF4-FFF2-40B4-BE49-F238E27FC236}">
                <a16:creationId xmlns:a16="http://schemas.microsoft.com/office/drawing/2014/main" id="{5CA4C323-865C-49EC-BE67-07D2A8F071DD}"/>
              </a:ext>
            </a:extLst>
          </p:cNvPr>
          <p:cNvSpPr>
            <a:spLocks noGrp="1"/>
          </p:cNvSpPr>
          <p:nvPr/>
        </p:nvSpPr>
        <p:spPr>
          <a:xfrm>
            <a:off x="4235088" y="3120914"/>
            <a:ext cx="28398" cy="28398"/>
          </a:xfrm>
          <a:prstGeom prst="ellipse">
            <a:avLst/>
          </a:prstGeom>
          <a:solidFill>
            <a:srgbClr val="7F8C97">
              <a:alpha val="48000"/>
            </a:srgbClr>
          </a:solidFill>
          <a:ln w="0">
            <a:noFill/>
            <a:prstDash val="solid"/>
          </a:ln>
        </p:spPr>
      </p:sp>
      <p:sp>
        <p:nvSpPr>
          <p:cNvPr id="1119" name="03_assume_matched_6416">
            <a:extLst>
              <a:ext uri="{FF2B5EF4-FFF2-40B4-BE49-F238E27FC236}">
                <a16:creationId xmlns:a16="http://schemas.microsoft.com/office/drawing/2014/main" id="{C004E357-A6EB-414A-8042-8E418F69C5CA}"/>
              </a:ext>
            </a:extLst>
          </p:cNvPr>
          <p:cNvSpPr>
            <a:spLocks noGrp="1"/>
          </p:cNvSpPr>
          <p:nvPr/>
        </p:nvSpPr>
        <p:spPr>
          <a:xfrm>
            <a:off x="4296249" y="2828480"/>
            <a:ext cx="28398" cy="28398"/>
          </a:xfrm>
          <a:prstGeom prst="ellipse">
            <a:avLst/>
          </a:prstGeom>
          <a:solidFill>
            <a:srgbClr val="7F8C97">
              <a:alpha val="48000"/>
            </a:srgbClr>
          </a:solidFill>
          <a:ln w="0">
            <a:noFill/>
            <a:prstDash val="solid"/>
          </a:ln>
        </p:spPr>
      </p:sp>
      <p:sp>
        <p:nvSpPr>
          <p:cNvPr id="1120" name="03_assume_matched_6417">
            <a:extLst>
              <a:ext uri="{FF2B5EF4-FFF2-40B4-BE49-F238E27FC236}">
                <a16:creationId xmlns:a16="http://schemas.microsoft.com/office/drawing/2014/main" id="{1F3120C8-E390-44D1-937F-5D459B2582A1}"/>
              </a:ext>
            </a:extLst>
          </p:cNvPr>
          <p:cNvSpPr>
            <a:spLocks noGrp="1"/>
          </p:cNvSpPr>
          <p:nvPr/>
        </p:nvSpPr>
        <p:spPr>
          <a:xfrm>
            <a:off x="4241132" y="3120914"/>
            <a:ext cx="28398" cy="28398"/>
          </a:xfrm>
          <a:prstGeom prst="ellipse">
            <a:avLst/>
          </a:prstGeom>
          <a:solidFill>
            <a:srgbClr val="7F8C97">
              <a:alpha val="48000"/>
            </a:srgbClr>
          </a:solidFill>
          <a:ln w="0">
            <a:noFill/>
            <a:prstDash val="solid"/>
          </a:ln>
        </p:spPr>
      </p:sp>
      <p:sp>
        <p:nvSpPr>
          <p:cNvPr id="1121" name="03_assume_matched_6418">
            <a:extLst>
              <a:ext uri="{FF2B5EF4-FFF2-40B4-BE49-F238E27FC236}">
                <a16:creationId xmlns:a16="http://schemas.microsoft.com/office/drawing/2014/main" id="{BFFD7A4C-44C9-4DAA-9A60-E79D707F8471}"/>
              </a:ext>
            </a:extLst>
          </p:cNvPr>
          <p:cNvSpPr>
            <a:spLocks noGrp="1"/>
          </p:cNvSpPr>
          <p:nvPr/>
        </p:nvSpPr>
        <p:spPr>
          <a:xfrm>
            <a:off x="4267180" y="3120914"/>
            <a:ext cx="28398" cy="28398"/>
          </a:xfrm>
          <a:prstGeom prst="ellipse">
            <a:avLst/>
          </a:prstGeom>
          <a:solidFill>
            <a:srgbClr val="7F8C97">
              <a:alpha val="48000"/>
            </a:srgbClr>
          </a:solidFill>
          <a:ln w="0">
            <a:noFill/>
            <a:prstDash val="solid"/>
          </a:ln>
        </p:spPr>
      </p:sp>
      <p:sp>
        <p:nvSpPr>
          <p:cNvPr id="1122" name="03_assume_matched_6419">
            <a:extLst>
              <a:ext uri="{FF2B5EF4-FFF2-40B4-BE49-F238E27FC236}">
                <a16:creationId xmlns:a16="http://schemas.microsoft.com/office/drawing/2014/main" id="{70B0AA12-6BD3-4B0F-ACC1-EA382E5634FA}"/>
              </a:ext>
            </a:extLst>
          </p:cNvPr>
          <p:cNvSpPr>
            <a:spLocks noGrp="1"/>
          </p:cNvSpPr>
          <p:nvPr/>
        </p:nvSpPr>
        <p:spPr>
          <a:xfrm>
            <a:off x="4216236" y="3120914"/>
            <a:ext cx="28398" cy="28398"/>
          </a:xfrm>
          <a:prstGeom prst="ellipse">
            <a:avLst/>
          </a:prstGeom>
          <a:solidFill>
            <a:srgbClr val="7F8C97">
              <a:alpha val="48000"/>
            </a:srgbClr>
          </a:solidFill>
          <a:ln w="0">
            <a:noFill/>
            <a:prstDash val="solid"/>
          </a:ln>
        </p:spPr>
      </p:sp>
      <p:sp>
        <p:nvSpPr>
          <p:cNvPr id="1123" name="03_assume_matched_6420">
            <a:extLst>
              <a:ext uri="{FF2B5EF4-FFF2-40B4-BE49-F238E27FC236}">
                <a16:creationId xmlns:a16="http://schemas.microsoft.com/office/drawing/2014/main" id="{C5CFC65D-580A-4791-9B55-AEF85415611B}"/>
              </a:ext>
            </a:extLst>
          </p:cNvPr>
          <p:cNvSpPr>
            <a:spLocks noGrp="1"/>
          </p:cNvSpPr>
          <p:nvPr/>
        </p:nvSpPr>
        <p:spPr>
          <a:xfrm>
            <a:off x="4711722" y="2813483"/>
            <a:ext cx="28398" cy="28398"/>
          </a:xfrm>
          <a:prstGeom prst="ellipse">
            <a:avLst/>
          </a:prstGeom>
          <a:solidFill>
            <a:srgbClr val="7F8C97">
              <a:alpha val="48000"/>
            </a:srgbClr>
          </a:solidFill>
          <a:ln w="0">
            <a:noFill/>
            <a:prstDash val="solid"/>
          </a:ln>
        </p:spPr>
      </p:sp>
      <p:sp>
        <p:nvSpPr>
          <p:cNvPr id="1124" name="03_assume_matched_6421">
            <a:extLst>
              <a:ext uri="{FF2B5EF4-FFF2-40B4-BE49-F238E27FC236}">
                <a16:creationId xmlns:a16="http://schemas.microsoft.com/office/drawing/2014/main" id="{E5D3C9F1-1340-4E94-AB58-F3D08BD59071}"/>
              </a:ext>
            </a:extLst>
          </p:cNvPr>
          <p:cNvSpPr>
            <a:spLocks noGrp="1"/>
          </p:cNvSpPr>
          <p:nvPr/>
        </p:nvSpPr>
        <p:spPr>
          <a:xfrm>
            <a:off x="4700209" y="3120914"/>
            <a:ext cx="28398" cy="28398"/>
          </a:xfrm>
          <a:prstGeom prst="ellipse">
            <a:avLst/>
          </a:prstGeom>
          <a:solidFill>
            <a:srgbClr val="7F8C97">
              <a:alpha val="48000"/>
            </a:srgbClr>
          </a:solidFill>
          <a:ln w="0">
            <a:noFill/>
            <a:prstDash val="solid"/>
          </a:ln>
        </p:spPr>
      </p:sp>
      <p:sp>
        <p:nvSpPr>
          <p:cNvPr id="1125" name="03_assume_matched_6422">
            <a:extLst>
              <a:ext uri="{FF2B5EF4-FFF2-40B4-BE49-F238E27FC236}">
                <a16:creationId xmlns:a16="http://schemas.microsoft.com/office/drawing/2014/main" id="{0073A253-12BD-47CF-AEF3-7DACAC7B30B6}"/>
              </a:ext>
            </a:extLst>
          </p:cNvPr>
          <p:cNvSpPr>
            <a:spLocks noGrp="1"/>
          </p:cNvSpPr>
          <p:nvPr/>
        </p:nvSpPr>
        <p:spPr>
          <a:xfrm>
            <a:off x="4643078" y="3120914"/>
            <a:ext cx="28398" cy="28398"/>
          </a:xfrm>
          <a:prstGeom prst="ellipse">
            <a:avLst/>
          </a:prstGeom>
          <a:solidFill>
            <a:srgbClr val="7F8C97">
              <a:alpha val="48000"/>
            </a:srgbClr>
          </a:solidFill>
          <a:ln w="0">
            <a:noFill/>
            <a:prstDash val="solid"/>
          </a:ln>
        </p:spPr>
      </p:sp>
      <p:sp>
        <p:nvSpPr>
          <p:cNvPr id="1126" name="03_assume_matched_6423">
            <a:extLst>
              <a:ext uri="{FF2B5EF4-FFF2-40B4-BE49-F238E27FC236}">
                <a16:creationId xmlns:a16="http://schemas.microsoft.com/office/drawing/2014/main" id="{9E135C05-3D41-4EC6-9517-7E4B72A207CD}"/>
              </a:ext>
            </a:extLst>
          </p:cNvPr>
          <p:cNvSpPr>
            <a:spLocks noGrp="1"/>
          </p:cNvSpPr>
          <p:nvPr/>
        </p:nvSpPr>
        <p:spPr>
          <a:xfrm>
            <a:off x="4721940" y="2536045"/>
            <a:ext cx="28398" cy="28398"/>
          </a:xfrm>
          <a:prstGeom prst="ellipse">
            <a:avLst/>
          </a:prstGeom>
          <a:solidFill>
            <a:srgbClr val="7F8C97">
              <a:alpha val="48000"/>
            </a:srgbClr>
          </a:solidFill>
          <a:ln w="0">
            <a:noFill/>
            <a:prstDash val="solid"/>
          </a:ln>
        </p:spPr>
      </p:sp>
      <p:sp>
        <p:nvSpPr>
          <p:cNvPr id="1127" name="03_assume_matched_6424">
            <a:extLst>
              <a:ext uri="{FF2B5EF4-FFF2-40B4-BE49-F238E27FC236}">
                <a16:creationId xmlns:a16="http://schemas.microsoft.com/office/drawing/2014/main" id="{8BA98889-EBB9-4685-910E-B5572A057470}"/>
              </a:ext>
            </a:extLst>
          </p:cNvPr>
          <p:cNvSpPr>
            <a:spLocks noGrp="1"/>
          </p:cNvSpPr>
          <p:nvPr/>
        </p:nvSpPr>
        <p:spPr>
          <a:xfrm>
            <a:off x="4689704" y="2536045"/>
            <a:ext cx="28398" cy="28398"/>
          </a:xfrm>
          <a:prstGeom prst="ellipse">
            <a:avLst/>
          </a:prstGeom>
          <a:solidFill>
            <a:srgbClr val="7F8C97">
              <a:alpha val="48000"/>
            </a:srgbClr>
          </a:solidFill>
          <a:ln w="0">
            <a:noFill/>
            <a:prstDash val="solid"/>
          </a:ln>
        </p:spPr>
      </p:sp>
      <p:sp>
        <p:nvSpPr>
          <p:cNvPr id="1128" name="03_assume_matched_6425">
            <a:extLst>
              <a:ext uri="{FF2B5EF4-FFF2-40B4-BE49-F238E27FC236}">
                <a16:creationId xmlns:a16="http://schemas.microsoft.com/office/drawing/2014/main" id="{C4857721-B37E-44EC-BD11-51930043243A}"/>
              </a:ext>
            </a:extLst>
          </p:cNvPr>
          <p:cNvSpPr>
            <a:spLocks noGrp="1"/>
          </p:cNvSpPr>
          <p:nvPr/>
        </p:nvSpPr>
        <p:spPr>
          <a:xfrm>
            <a:off x="4594436" y="2642385"/>
            <a:ext cx="28398" cy="28398"/>
          </a:xfrm>
          <a:prstGeom prst="ellipse">
            <a:avLst/>
          </a:prstGeom>
          <a:solidFill>
            <a:srgbClr val="7F8C97">
              <a:alpha val="48000"/>
            </a:srgbClr>
          </a:solidFill>
          <a:ln w="0">
            <a:noFill/>
            <a:prstDash val="solid"/>
          </a:ln>
        </p:spPr>
      </p:sp>
      <p:sp>
        <p:nvSpPr>
          <p:cNvPr id="1129" name="03_assume_matched_6426">
            <a:extLst>
              <a:ext uri="{FF2B5EF4-FFF2-40B4-BE49-F238E27FC236}">
                <a16:creationId xmlns:a16="http://schemas.microsoft.com/office/drawing/2014/main" id="{BD6CD16C-B65C-4A2C-B62A-4B70A08D36AB}"/>
              </a:ext>
            </a:extLst>
          </p:cNvPr>
          <p:cNvSpPr>
            <a:spLocks noGrp="1"/>
          </p:cNvSpPr>
          <p:nvPr/>
        </p:nvSpPr>
        <p:spPr>
          <a:xfrm>
            <a:off x="4625089" y="3120914"/>
            <a:ext cx="28398" cy="28398"/>
          </a:xfrm>
          <a:prstGeom prst="ellipse">
            <a:avLst/>
          </a:prstGeom>
          <a:solidFill>
            <a:srgbClr val="7F8C97">
              <a:alpha val="48000"/>
            </a:srgbClr>
          </a:solidFill>
          <a:ln w="0">
            <a:noFill/>
            <a:prstDash val="solid"/>
          </a:ln>
        </p:spPr>
      </p:sp>
      <p:sp>
        <p:nvSpPr>
          <p:cNvPr id="1130" name="03_assume_matched_6427">
            <a:extLst>
              <a:ext uri="{FF2B5EF4-FFF2-40B4-BE49-F238E27FC236}">
                <a16:creationId xmlns:a16="http://schemas.microsoft.com/office/drawing/2014/main" id="{97688141-C5C4-4D93-9B1C-C885B3CBAB60}"/>
              </a:ext>
            </a:extLst>
          </p:cNvPr>
          <p:cNvSpPr>
            <a:spLocks noGrp="1"/>
          </p:cNvSpPr>
          <p:nvPr/>
        </p:nvSpPr>
        <p:spPr>
          <a:xfrm>
            <a:off x="4594148" y="3120914"/>
            <a:ext cx="28398" cy="28398"/>
          </a:xfrm>
          <a:prstGeom prst="ellipse">
            <a:avLst/>
          </a:prstGeom>
          <a:solidFill>
            <a:srgbClr val="7F8C97">
              <a:alpha val="48000"/>
            </a:srgbClr>
          </a:solidFill>
          <a:ln w="0">
            <a:noFill/>
            <a:prstDash val="solid"/>
          </a:ln>
        </p:spPr>
      </p:sp>
      <p:sp>
        <p:nvSpPr>
          <p:cNvPr id="1131" name="03_assume_matched_6428">
            <a:extLst>
              <a:ext uri="{FF2B5EF4-FFF2-40B4-BE49-F238E27FC236}">
                <a16:creationId xmlns:a16="http://schemas.microsoft.com/office/drawing/2014/main" id="{07351858-72ED-406A-8945-92B98DA2ED06}"/>
              </a:ext>
            </a:extLst>
          </p:cNvPr>
          <p:cNvSpPr>
            <a:spLocks noGrp="1"/>
          </p:cNvSpPr>
          <p:nvPr/>
        </p:nvSpPr>
        <p:spPr>
          <a:xfrm>
            <a:off x="4675457" y="3120914"/>
            <a:ext cx="28398" cy="28398"/>
          </a:xfrm>
          <a:prstGeom prst="ellipse">
            <a:avLst/>
          </a:prstGeom>
          <a:solidFill>
            <a:srgbClr val="7F8C97">
              <a:alpha val="48000"/>
            </a:srgbClr>
          </a:solidFill>
          <a:ln w="0">
            <a:noFill/>
            <a:prstDash val="solid"/>
          </a:ln>
        </p:spPr>
      </p:sp>
      <p:sp>
        <p:nvSpPr>
          <p:cNvPr id="1132" name="03_assume_matched_6429">
            <a:extLst>
              <a:ext uri="{FF2B5EF4-FFF2-40B4-BE49-F238E27FC236}">
                <a16:creationId xmlns:a16="http://schemas.microsoft.com/office/drawing/2014/main" id="{83F69FB2-A39C-4C0A-8CDA-61EA3D68CA30}"/>
              </a:ext>
            </a:extLst>
          </p:cNvPr>
          <p:cNvSpPr>
            <a:spLocks noGrp="1"/>
          </p:cNvSpPr>
          <p:nvPr/>
        </p:nvSpPr>
        <p:spPr>
          <a:xfrm>
            <a:off x="4656749" y="3120914"/>
            <a:ext cx="28398" cy="28398"/>
          </a:xfrm>
          <a:prstGeom prst="ellipse">
            <a:avLst/>
          </a:prstGeom>
          <a:solidFill>
            <a:srgbClr val="7F8C97">
              <a:alpha val="48000"/>
            </a:srgbClr>
          </a:solidFill>
          <a:ln w="0">
            <a:noFill/>
            <a:prstDash val="solid"/>
          </a:ln>
        </p:spPr>
      </p:sp>
      <p:sp>
        <p:nvSpPr>
          <p:cNvPr id="1133" name="03_assume_matched_6430">
            <a:extLst>
              <a:ext uri="{FF2B5EF4-FFF2-40B4-BE49-F238E27FC236}">
                <a16:creationId xmlns:a16="http://schemas.microsoft.com/office/drawing/2014/main" id="{FD717B14-5A51-4790-B04F-E5E2169A63F7}"/>
              </a:ext>
            </a:extLst>
          </p:cNvPr>
          <p:cNvSpPr>
            <a:spLocks noGrp="1"/>
          </p:cNvSpPr>
          <p:nvPr/>
        </p:nvSpPr>
        <p:spPr>
          <a:xfrm>
            <a:off x="4641495" y="3120914"/>
            <a:ext cx="28398" cy="28398"/>
          </a:xfrm>
          <a:prstGeom prst="ellipse">
            <a:avLst/>
          </a:prstGeom>
          <a:solidFill>
            <a:srgbClr val="7F8C97">
              <a:alpha val="48000"/>
            </a:srgbClr>
          </a:solidFill>
          <a:ln w="0">
            <a:noFill/>
            <a:prstDash val="solid"/>
          </a:ln>
        </p:spPr>
      </p:sp>
      <p:sp>
        <p:nvSpPr>
          <p:cNvPr id="1134" name="03_assume_matched_6431">
            <a:extLst>
              <a:ext uri="{FF2B5EF4-FFF2-40B4-BE49-F238E27FC236}">
                <a16:creationId xmlns:a16="http://schemas.microsoft.com/office/drawing/2014/main" id="{43387566-6DBD-4BAE-BA6C-F1986D90EF7C}"/>
              </a:ext>
            </a:extLst>
          </p:cNvPr>
          <p:cNvSpPr>
            <a:spLocks noGrp="1"/>
          </p:cNvSpPr>
          <p:nvPr/>
        </p:nvSpPr>
        <p:spPr>
          <a:xfrm>
            <a:off x="4627248" y="3120914"/>
            <a:ext cx="28398" cy="28398"/>
          </a:xfrm>
          <a:prstGeom prst="ellipse">
            <a:avLst/>
          </a:prstGeom>
          <a:solidFill>
            <a:srgbClr val="7F8C97">
              <a:alpha val="48000"/>
            </a:srgbClr>
          </a:solidFill>
          <a:ln w="0">
            <a:noFill/>
            <a:prstDash val="solid"/>
          </a:ln>
        </p:spPr>
      </p:sp>
      <p:sp>
        <p:nvSpPr>
          <p:cNvPr id="1135" name="03_assume_matched_6432">
            <a:extLst>
              <a:ext uri="{FF2B5EF4-FFF2-40B4-BE49-F238E27FC236}">
                <a16:creationId xmlns:a16="http://schemas.microsoft.com/office/drawing/2014/main" id="{FA25646B-9B4A-499B-B344-8480FC811651}"/>
              </a:ext>
            </a:extLst>
          </p:cNvPr>
          <p:cNvSpPr>
            <a:spLocks noGrp="1"/>
          </p:cNvSpPr>
          <p:nvPr/>
        </p:nvSpPr>
        <p:spPr>
          <a:xfrm>
            <a:off x="4643653" y="2536045"/>
            <a:ext cx="28398" cy="28398"/>
          </a:xfrm>
          <a:prstGeom prst="ellipse">
            <a:avLst/>
          </a:prstGeom>
          <a:solidFill>
            <a:srgbClr val="7F8C97">
              <a:alpha val="48000"/>
            </a:srgbClr>
          </a:solidFill>
          <a:ln w="0">
            <a:noFill/>
            <a:prstDash val="solid"/>
          </a:ln>
        </p:spPr>
      </p:sp>
      <p:sp>
        <p:nvSpPr>
          <p:cNvPr id="1136" name="03_assume_matched_6433">
            <a:extLst>
              <a:ext uri="{FF2B5EF4-FFF2-40B4-BE49-F238E27FC236}">
                <a16:creationId xmlns:a16="http://schemas.microsoft.com/office/drawing/2014/main" id="{E1E4880E-A7BB-496D-BA31-903C4D072846}"/>
              </a:ext>
            </a:extLst>
          </p:cNvPr>
          <p:cNvSpPr>
            <a:spLocks noGrp="1"/>
          </p:cNvSpPr>
          <p:nvPr/>
        </p:nvSpPr>
        <p:spPr>
          <a:xfrm>
            <a:off x="4728847" y="2828480"/>
            <a:ext cx="28398" cy="28398"/>
          </a:xfrm>
          <a:prstGeom prst="ellipse">
            <a:avLst/>
          </a:prstGeom>
          <a:solidFill>
            <a:srgbClr val="7F8C97">
              <a:alpha val="48000"/>
            </a:srgbClr>
          </a:solidFill>
          <a:ln w="0">
            <a:noFill/>
            <a:prstDash val="solid"/>
          </a:ln>
        </p:spPr>
      </p:sp>
      <p:sp>
        <p:nvSpPr>
          <p:cNvPr id="1137" name="03_assume_matched_6434">
            <a:extLst>
              <a:ext uri="{FF2B5EF4-FFF2-40B4-BE49-F238E27FC236}">
                <a16:creationId xmlns:a16="http://schemas.microsoft.com/office/drawing/2014/main" id="{F71ECA0E-7D47-46D2-8200-EF64D226F86F}"/>
              </a:ext>
            </a:extLst>
          </p:cNvPr>
          <p:cNvSpPr>
            <a:spLocks noGrp="1"/>
          </p:cNvSpPr>
          <p:nvPr/>
        </p:nvSpPr>
        <p:spPr>
          <a:xfrm>
            <a:off x="4683804" y="2536045"/>
            <a:ext cx="28398" cy="28398"/>
          </a:xfrm>
          <a:prstGeom prst="ellipse">
            <a:avLst/>
          </a:prstGeom>
          <a:solidFill>
            <a:srgbClr val="7F8C97">
              <a:alpha val="48000"/>
            </a:srgbClr>
          </a:solidFill>
          <a:ln w="0">
            <a:noFill/>
            <a:prstDash val="solid"/>
          </a:ln>
        </p:spPr>
      </p:sp>
      <p:sp>
        <p:nvSpPr>
          <p:cNvPr id="1138" name="03_assume_matched_6435">
            <a:extLst>
              <a:ext uri="{FF2B5EF4-FFF2-40B4-BE49-F238E27FC236}">
                <a16:creationId xmlns:a16="http://schemas.microsoft.com/office/drawing/2014/main" id="{15871983-1BFF-45ED-9327-845B75739C95}"/>
              </a:ext>
            </a:extLst>
          </p:cNvPr>
          <p:cNvSpPr>
            <a:spLocks noGrp="1"/>
          </p:cNvSpPr>
          <p:nvPr/>
        </p:nvSpPr>
        <p:spPr>
          <a:xfrm>
            <a:off x="4693590" y="3120914"/>
            <a:ext cx="28398" cy="28398"/>
          </a:xfrm>
          <a:prstGeom prst="ellipse">
            <a:avLst/>
          </a:prstGeom>
          <a:solidFill>
            <a:srgbClr val="7F8C97">
              <a:alpha val="48000"/>
            </a:srgbClr>
          </a:solidFill>
          <a:ln w="0">
            <a:noFill/>
            <a:prstDash val="solid"/>
          </a:ln>
        </p:spPr>
      </p:sp>
      <p:sp>
        <p:nvSpPr>
          <p:cNvPr id="1139" name="03_assume_matched_6436">
            <a:extLst>
              <a:ext uri="{FF2B5EF4-FFF2-40B4-BE49-F238E27FC236}">
                <a16:creationId xmlns:a16="http://schemas.microsoft.com/office/drawing/2014/main" id="{0C4CEEA9-CC08-4ECA-8D4E-F91154F92410}"/>
              </a:ext>
            </a:extLst>
          </p:cNvPr>
          <p:cNvSpPr>
            <a:spLocks noGrp="1"/>
          </p:cNvSpPr>
          <p:nvPr/>
        </p:nvSpPr>
        <p:spPr>
          <a:xfrm>
            <a:off x="4630414" y="2990943"/>
            <a:ext cx="28398" cy="28398"/>
          </a:xfrm>
          <a:prstGeom prst="ellipse">
            <a:avLst/>
          </a:prstGeom>
          <a:solidFill>
            <a:srgbClr val="7F8C97">
              <a:alpha val="48000"/>
            </a:srgbClr>
          </a:solidFill>
          <a:ln w="0">
            <a:noFill/>
            <a:prstDash val="solid"/>
          </a:ln>
        </p:spPr>
      </p:sp>
      <p:sp>
        <p:nvSpPr>
          <p:cNvPr id="1140" name="03_assume_matched_6437">
            <a:extLst>
              <a:ext uri="{FF2B5EF4-FFF2-40B4-BE49-F238E27FC236}">
                <a16:creationId xmlns:a16="http://schemas.microsoft.com/office/drawing/2014/main" id="{5A52ABF7-B27D-4896-8250-AAF633E230B6}"/>
              </a:ext>
            </a:extLst>
          </p:cNvPr>
          <p:cNvSpPr>
            <a:spLocks noGrp="1"/>
          </p:cNvSpPr>
          <p:nvPr/>
        </p:nvSpPr>
        <p:spPr>
          <a:xfrm>
            <a:off x="4720788" y="3120914"/>
            <a:ext cx="28398" cy="28398"/>
          </a:xfrm>
          <a:prstGeom prst="ellipse">
            <a:avLst/>
          </a:prstGeom>
          <a:solidFill>
            <a:srgbClr val="7F8C97">
              <a:alpha val="48000"/>
            </a:srgbClr>
          </a:solidFill>
          <a:ln w="0">
            <a:noFill/>
            <a:prstDash val="solid"/>
          </a:ln>
        </p:spPr>
      </p:sp>
      <p:sp>
        <p:nvSpPr>
          <p:cNvPr id="1141" name="03_assume_matched_6438">
            <a:extLst>
              <a:ext uri="{FF2B5EF4-FFF2-40B4-BE49-F238E27FC236}">
                <a16:creationId xmlns:a16="http://schemas.microsoft.com/office/drawing/2014/main" id="{D49630D5-E79D-4A91-94F4-338B0AC38151}"/>
              </a:ext>
            </a:extLst>
          </p:cNvPr>
          <p:cNvSpPr>
            <a:spLocks noGrp="1"/>
          </p:cNvSpPr>
          <p:nvPr/>
        </p:nvSpPr>
        <p:spPr>
          <a:xfrm>
            <a:off x="4693877" y="2695555"/>
            <a:ext cx="28398" cy="28398"/>
          </a:xfrm>
          <a:prstGeom prst="ellipse">
            <a:avLst/>
          </a:prstGeom>
          <a:solidFill>
            <a:srgbClr val="7F8C97">
              <a:alpha val="48000"/>
            </a:srgbClr>
          </a:solidFill>
          <a:ln w="0">
            <a:noFill/>
            <a:prstDash val="solid"/>
          </a:ln>
        </p:spPr>
      </p:sp>
      <p:sp>
        <p:nvSpPr>
          <p:cNvPr id="1142" name="03_assume_matched_6439">
            <a:extLst>
              <a:ext uri="{FF2B5EF4-FFF2-40B4-BE49-F238E27FC236}">
                <a16:creationId xmlns:a16="http://schemas.microsoft.com/office/drawing/2014/main" id="{0E0149A7-5154-45F0-990D-C435D46CE6D4}"/>
              </a:ext>
            </a:extLst>
          </p:cNvPr>
          <p:cNvSpPr>
            <a:spLocks noGrp="1"/>
          </p:cNvSpPr>
          <p:nvPr/>
        </p:nvSpPr>
        <p:spPr>
          <a:xfrm>
            <a:off x="4611705" y="3120914"/>
            <a:ext cx="28398" cy="28398"/>
          </a:xfrm>
          <a:prstGeom prst="ellipse">
            <a:avLst/>
          </a:prstGeom>
          <a:solidFill>
            <a:srgbClr val="7F8C97">
              <a:alpha val="48000"/>
            </a:srgbClr>
          </a:solidFill>
          <a:ln w="0">
            <a:noFill/>
            <a:prstDash val="solid"/>
          </a:ln>
        </p:spPr>
      </p:sp>
      <p:sp>
        <p:nvSpPr>
          <p:cNvPr id="1143" name="03_assume_matched_6440">
            <a:extLst>
              <a:ext uri="{FF2B5EF4-FFF2-40B4-BE49-F238E27FC236}">
                <a16:creationId xmlns:a16="http://schemas.microsoft.com/office/drawing/2014/main" id="{235B9DC5-8DA3-4100-805F-4A511F9DD985}"/>
              </a:ext>
            </a:extLst>
          </p:cNvPr>
          <p:cNvSpPr>
            <a:spLocks noGrp="1"/>
          </p:cNvSpPr>
          <p:nvPr/>
        </p:nvSpPr>
        <p:spPr>
          <a:xfrm>
            <a:off x="4619045" y="3120914"/>
            <a:ext cx="28398" cy="28398"/>
          </a:xfrm>
          <a:prstGeom prst="ellipse">
            <a:avLst/>
          </a:prstGeom>
          <a:solidFill>
            <a:srgbClr val="7F8C97">
              <a:alpha val="48000"/>
            </a:srgbClr>
          </a:solidFill>
          <a:ln w="0">
            <a:noFill/>
            <a:prstDash val="solid"/>
          </a:ln>
        </p:spPr>
      </p:sp>
      <p:sp>
        <p:nvSpPr>
          <p:cNvPr id="1144" name="03_assume_matched_6441">
            <a:extLst>
              <a:ext uri="{FF2B5EF4-FFF2-40B4-BE49-F238E27FC236}">
                <a16:creationId xmlns:a16="http://schemas.microsoft.com/office/drawing/2014/main" id="{92D3E911-1764-459A-8088-BDBF0D204105}"/>
              </a:ext>
            </a:extLst>
          </p:cNvPr>
          <p:cNvSpPr>
            <a:spLocks noGrp="1"/>
          </p:cNvSpPr>
          <p:nvPr/>
        </p:nvSpPr>
        <p:spPr>
          <a:xfrm>
            <a:off x="4630270" y="2925958"/>
            <a:ext cx="28398" cy="28398"/>
          </a:xfrm>
          <a:prstGeom prst="ellipse">
            <a:avLst/>
          </a:prstGeom>
          <a:solidFill>
            <a:srgbClr val="7F8C97">
              <a:alpha val="48000"/>
            </a:srgbClr>
          </a:solidFill>
          <a:ln w="0">
            <a:noFill/>
            <a:prstDash val="solid"/>
          </a:ln>
        </p:spPr>
      </p:sp>
      <p:sp>
        <p:nvSpPr>
          <p:cNvPr id="1145" name="03_assume_matched_6442">
            <a:extLst>
              <a:ext uri="{FF2B5EF4-FFF2-40B4-BE49-F238E27FC236}">
                <a16:creationId xmlns:a16="http://schemas.microsoft.com/office/drawing/2014/main" id="{33A0635F-BC45-4CC3-9206-657FB0E73545}"/>
              </a:ext>
            </a:extLst>
          </p:cNvPr>
          <p:cNvSpPr>
            <a:spLocks noGrp="1"/>
          </p:cNvSpPr>
          <p:nvPr/>
        </p:nvSpPr>
        <p:spPr>
          <a:xfrm>
            <a:off x="4719637" y="3120914"/>
            <a:ext cx="28398" cy="28398"/>
          </a:xfrm>
          <a:prstGeom prst="ellipse">
            <a:avLst/>
          </a:prstGeom>
          <a:solidFill>
            <a:srgbClr val="7F8C97">
              <a:alpha val="48000"/>
            </a:srgbClr>
          </a:solidFill>
          <a:ln w="0">
            <a:noFill/>
            <a:prstDash val="solid"/>
          </a:ln>
        </p:spPr>
      </p:sp>
      <p:sp>
        <p:nvSpPr>
          <p:cNvPr id="1146" name="03_assume_matched_6443">
            <a:extLst>
              <a:ext uri="{FF2B5EF4-FFF2-40B4-BE49-F238E27FC236}">
                <a16:creationId xmlns:a16="http://schemas.microsoft.com/office/drawing/2014/main" id="{283CDDFD-DC77-4D75-864E-84E76B97652E}"/>
              </a:ext>
            </a:extLst>
          </p:cNvPr>
          <p:cNvSpPr>
            <a:spLocks noGrp="1"/>
          </p:cNvSpPr>
          <p:nvPr/>
        </p:nvSpPr>
        <p:spPr>
          <a:xfrm>
            <a:off x="4632572" y="2536045"/>
            <a:ext cx="28398" cy="28398"/>
          </a:xfrm>
          <a:prstGeom prst="ellipse">
            <a:avLst/>
          </a:prstGeom>
          <a:solidFill>
            <a:srgbClr val="7F8C97">
              <a:alpha val="48000"/>
            </a:srgbClr>
          </a:solidFill>
          <a:ln w="0">
            <a:noFill/>
            <a:prstDash val="solid"/>
          </a:ln>
        </p:spPr>
      </p:sp>
      <p:sp>
        <p:nvSpPr>
          <p:cNvPr id="1147" name="03_assume_matched_6444">
            <a:extLst>
              <a:ext uri="{FF2B5EF4-FFF2-40B4-BE49-F238E27FC236}">
                <a16:creationId xmlns:a16="http://schemas.microsoft.com/office/drawing/2014/main" id="{8B4DDFBA-B856-4CB5-88B1-0B4DEF72A70B}"/>
              </a:ext>
            </a:extLst>
          </p:cNvPr>
          <p:cNvSpPr>
            <a:spLocks noGrp="1"/>
          </p:cNvSpPr>
          <p:nvPr/>
        </p:nvSpPr>
        <p:spPr>
          <a:xfrm>
            <a:off x="4711578" y="3120914"/>
            <a:ext cx="28398" cy="28398"/>
          </a:xfrm>
          <a:prstGeom prst="ellipse">
            <a:avLst/>
          </a:prstGeom>
          <a:solidFill>
            <a:srgbClr val="7F8C97">
              <a:alpha val="48000"/>
            </a:srgbClr>
          </a:solidFill>
          <a:ln w="0">
            <a:noFill/>
            <a:prstDash val="solid"/>
          </a:ln>
        </p:spPr>
      </p:sp>
      <p:sp>
        <p:nvSpPr>
          <p:cNvPr id="1148" name="03_assume_matched_6445">
            <a:extLst>
              <a:ext uri="{FF2B5EF4-FFF2-40B4-BE49-F238E27FC236}">
                <a16:creationId xmlns:a16="http://schemas.microsoft.com/office/drawing/2014/main" id="{E4A90025-7987-42DD-A500-0ED30050B1E6}"/>
              </a:ext>
            </a:extLst>
          </p:cNvPr>
          <p:cNvSpPr>
            <a:spLocks noGrp="1"/>
          </p:cNvSpPr>
          <p:nvPr/>
        </p:nvSpPr>
        <p:spPr>
          <a:xfrm>
            <a:off x="4712729" y="2536045"/>
            <a:ext cx="28398" cy="28398"/>
          </a:xfrm>
          <a:prstGeom prst="ellipse">
            <a:avLst/>
          </a:prstGeom>
          <a:solidFill>
            <a:srgbClr val="7F8C97">
              <a:alpha val="48000"/>
            </a:srgbClr>
          </a:solidFill>
          <a:ln w="0">
            <a:noFill/>
            <a:prstDash val="solid"/>
          </a:ln>
        </p:spPr>
      </p:sp>
      <p:sp>
        <p:nvSpPr>
          <p:cNvPr id="1149" name="03_assume_matched_6446">
            <a:extLst>
              <a:ext uri="{FF2B5EF4-FFF2-40B4-BE49-F238E27FC236}">
                <a16:creationId xmlns:a16="http://schemas.microsoft.com/office/drawing/2014/main" id="{10B7BA8B-7DD2-4873-8D3E-F227D7D77E2D}"/>
              </a:ext>
            </a:extLst>
          </p:cNvPr>
          <p:cNvSpPr>
            <a:spLocks noGrp="1"/>
          </p:cNvSpPr>
          <p:nvPr/>
        </p:nvSpPr>
        <p:spPr>
          <a:xfrm>
            <a:off x="4716471" y="3120914"/>
            <a:ext cx="28398" cy="28398"/>
          </a:xfrm>
          <a:prstGeom prst="ellipse">
            <a:avLst/>
          </a:prstGeom>
          <a:solidFill>
            <a:srgbClr val="7F8C97">
              <a:alpha val="48000"/>
            </a:srgbClr>
          </a:solidFill>
          <a:ln w="0">
            <a:noFill/>
            <a:prstDash val="solid"/>
          </a:ln>
        </p:spPr>
      </p:sp>
      <p:sp>
        <p:nvSpPr>
          <p:cNvPr id="1150" name="03_assume_matched_6447">
            <a:extLst>
              <a:ext uri="{FF2B5EF4-FFF2-40B4-BE49-F238E27FC236}">
                <a16:creationId xmlns:a16="http://schemas.microsoft.com/office/drawing/2014/main" id="{AC42BB7E-9A43-463D-AB9F-BEA50AE0B7D9}"/>
              </a:ext>
            </a:extLst>
          </p:cNvPr>
          <p:cNvSpPr>
            <a:spLocks noGrp="1"/>
          </p:cNvSpPr>
          <p:nvPr/>
        </p:nvSpPr>
        <p:spPr>
          <a:xfrm>
            <a:off x="4633723" y="3120914"/>
            <a:ext cx="28398" cy="28398"/>
          </a:xfrm>
          <a:prstGeom prst="ellipse">
            <a:avLst/>
          </a:prstGeom>
          <a:solidFill>
            <a:srgbClr val="7F8C97">
              <a:alpha val="48000"/>
            </a:srgbClr>
          </a:solidFill>
          <a:ln w="0">
            <a:noFill/>
            <a:prstDash val="solid"/>
          </a:ln>
        </p:spPr>
      </p:sp>
      <p:sp>
        <p:nvSpPr>
          <p:cNvPr id="1151" name="03_assume_matched_6448">
            <a:extLst>
              <a:ext uri="{FF2B5EF4-FFF2-40B4-BE49-F238E27FC236}">
                <a16:creationId xmlns:a16="http://schemas.microsoft.com/office/drawing/2014/main" id="{2C950B7A-8EBA-482F-899F-237606F49C39}"/>
              </a:ext>
            </a:extLst>
          </p:cNvPr>
          <p:cNvSpPr>
            <a:spLocks noGrp="1"/>
          </p:cNvSpPr>
          <p:nvPr/>
        </p:nvSpPr>
        <p:spPr>
          <a:xfrm>
            <a:off x="4611993" y="2536045"/>
            <a:ext cx="28398" cy="28398"/>
          </a:xfrm>
          <a:prstGeom prst="ellipse">
            <a:avLst/>
          </a:prstGeom>
          <a:solidFill>
            <a:srgbClr val="7F8C97">
              <a:alpha val="48000"/>
            </a:srgbClr>
          </a:solidFill>
          <a:ln w="0">
            <a:noFill/>
            <a:prstDash val="solid"/>
          </a:ln>
        </p:spPr>
      </p:sp>
      <p:sp>
        <p:nvSpPr>
          <p:cNvPr id="1152" name="03_assume_matched_6449">
            <a:extLst>
              <a:ext uri="{FF2B5EF4-FFF2-40B4-BE49-F238E27FC236}">
                <a16:creationId xmlns:a16="http://schemas.microsoft.com/office/drawing/2014/main" id="{99BA6CDB-6B32-49F7-B56A-6C976F0E1BCC}"/>
              </a:ext>
            </a:extLst>
          </p:cNvPr>
          <p:cNvSpPr>
            <a:spLocks noGrp="1"/>
          </p:cNvSpPr>
          <p:nvPr/>
        </p:nvSpPr>
        <p:spPr>
          <a:xfrm>
            <a:off x="4695748" y="3120914"/>
            <a:ext cx="28398" cy="28398"/>
          </a:xfrm>
          <a:prstGeom prst="ellipse">
            <a:avLst/>
          </a:prstGeom>
          <a:solidFill>
            <a:srgbClr val="7F8C97">
              <a:alpha val="48000"/>
            </a:srgbClr>
          </a:solidFill>
          <a:ln w="0">
            <a:noFill/>
            <a:prstDash val="solid"/>
          </a:ln>
        </p:spPr>
      </p:sp>
      <p:sp>
        <p:nvSpPr>
          <p:cNvPr id="1153" name="03_assume_matched_6450">
            <a:extLst>
              <a:ext uri="{FF2B5EF4-FFF2-40B4-BE49-F238E27FC236}">
                <a16:creationId xmlns:a16="http://schemas.microsoft.com/office/drawing/2014/main" id="{94A089A9-3C0E-4E3F-A3B8-49F58638D24E}"/>
              </a:ext>
            </a:extLst>
          </p:cNvPr>
          <p:cNvSpPr>
            <a:spLocks noGrp="1"/>
          </p:cNvSpPr>
          <p:nvPr/>
        </p:nvSpPr>
        <p:spPr>
          <a:xfrm>
            <a:off x="4605229" y="3120914"/>
            <a:ext cx="28398" cy="28398"/>
          </a:xfrm>
          <a:prstGeom prst="ellipse">
            <a:avLst/>
          </a:prstGeom>
          <a:solidFill>
            <a:srgbClr val="7F8C97">
              <a:alpha val="48000"/>
            </a:srgbClr>
          </a:solidFill>
          <a:ln w="0">
            <a:noFill/>
            <a:prstDash val="solid"/>
          </a:ln>
        </p:spPr>
      </p:sp>
      <p:sp>
        <p:nvSpPr>
          <p:cNvPr id="1154" name="03_assume_matched_6451">
            <a:extLst>
              <a:ext uri="{FF2B5EF4-FFF2-40B4-BE49-F238E27FC236}">
                <a16:creationId xmlns:a16="http://schemas.microsoft.com/office/drawing/2014/main" id="{9AE97851-8FB6-4255-A681-AB714495F78B}"/>
              </a:ext>
            </a:extLst>
          </p:cNvPr>
          <p:cNvSpPr>
            <a:spLocks noGrp="1"/>
          </p:cNvSpPr>
          <p:nvPr/>
        </p:nvSpPr>
        <p:spPr>
          <a:xfrm>
            <a:off x="4699346" y="2536045"/>
            <a:ext cx="28398" cy="28398"/>
          </a:xfrm>
          <a:prstGeom prst="ellipse">
            <a:avLst/>
          </a:prstGeom>
          <a:solidFill>
            <a:srgbClr val="7F8C97">
              <a:alpha val="48000"/>
            </a:srgbClr>
          </a:solidFill>
          <a:ln w="0">
            <a:noFill/>
            <a:prstDash val="solid"/>
          </a:ln>
        </p:spPr>
      </p:sp>
      <p:sp>
        <p:nvSpPr>
          <p:cNvPr id="1155" name="03_assume_matched_6452">
            <a:extLst>
              <a:ext uri="{FF2B5EF4-FFF2-40B4-BE49-F238E27FC236}">
                <a16:creationId xmlns:a16="http://schemas.microsoft.com/office/drawing/2014/main" id="{DD4A95A1-6D61-441E-BE53-BD44467E0E30}"/>
              </a:ext>
            </a:extLst>
          </p:cNvPr>
          <p:cNvSpPr>
            <a:spLocks noGrp="1"/>
          </p:cNvSpPr>
          <p:nvPr/>
        </p:nvSpPr>
        <p:spPr>
          <a:xfrm>
            <a:off x="4606525" y="2828480"/>
            <a:ext cx="28398" cy="28398"/>
          </a:xfrm>
          <a:prstGeom prst="ellipse">
            <a:avLst/>
          </a:prstGeom>
          <a:solidFill>
            <a:srgbClr val="7F8C97">
              <a:alpha val="48000"/>
            </a:srgbClr>
          </a:solidFill>
          <a:ln w="0">
            <a:noFill/>
            <a:prstDash val="solid"/>
          </a:ln>
        </p:spPr>
      </p:sp>
      <p:sp>
        <p:nvSpPr>
          <p:cNvPr id="1156" name="03_assume_matched_6453">
            <a:extLst>
              <a:ext uri="{FF2B5EF4-FFF2-40B4-BE49-F238E27FC236}">
                <a16:creationId xmlns:a16="http://schemas.microsoft.com/office/drawing/2014/main" id="{973AEA65-35E6-492C-889B-B0BEDDA19378}"/>
              </a:ext>
            </a:extLst>
          </p:cNvPr>
          <p:cNvSpPr>
            <a:spLocks noGrp="1"/>
          </p:cNvSpPr>
          <p:nvPr/>
        </p:nvSpPr>
        <p:spPr>
          <a:xfrm>
            <a:off x="4726976" y="2536045"/>
            <a:ext cx="28398" cy="28398"/>
          </a:xfrm>
          <a:prstGeom prst="ellipse">
            <a:avLst/>
          </a:prstGeom>
          <a:solidFill>
            <a:srgbClr val="7F8C97">
              <a:alpha val="48000"/>
            </a:srgbClr>
          </a:solidFill>
          <a:ln w="0">
            <a:noFill/>
            <a:prstDash val="solid"/>
          </a:ln>
        </p:spPr>
      </p:sp>
      <p:sp>
        <p:nvSpPr>
          <p:cNvPr id="1157" name="03_assume_matched_6454">
            <a:extLst>
              <a:ext uri="{FF2B5EF4-FFF2-40B4-BE49-F238E27FC236}">
                <a16:creationId xmlns:a16="http://schemas.microsoft.com/office/drawing/2014/main" id="{963642F4-1362-4665-B8E3-0490E0FAF35F}"/>
              </a:ext>
            </a:extLst>
          </p:cNvPr>
          <p:cNvSpPr>
            <a:spLocks noGrp="1"/>
          </p:cNvSpPr>
          <p:nvPr/>
        </p:nvSpPr>
        <p:spPr>
          <a:xfrm>
            <a:off x="4704958" y="2536045"/>
            <a:ext cx="28398" cy="28398"/>
          </a:xfrm>
          <a:prstGeom prst="ellipse">
            <a:avLst/>
          </a:prstGeom>
          <a:solidFill>
            <a:srgbClr val="7F8C97">
              <a:alpha val="48000"/>
            </a:srgbClr>
          </a:solidFill>
          <a:ln w="0">
            <a:noFill/>
            <a:prstDash val="solid"/>
          </a:ln>
        </p:spPr>
      </p:sp>
      <p:sp>
        <p:nvSpPr>
          <p:cNvPr id="1158" name="03_assume_matched_6455">
            <a:extLst>
              <a:ext uri="{FF2B5EF4-FFF2-40B4-BE49-F238E27FC236}">
                <a16:creationId xmlns:a16="http://schemas.microsoft.com/office/drawing/2014/main" id="{B6F49D46-4550-43F3-812E-21AAF5EE31CC}"/>
              </a:ext>
            </a:extLst>
          </p:cNvPr>
          <p:cNvSpPr>
            <a:spLocks noGrp="1"/>
          </p:cNvSpPr>
          <p:nvPr/>
        </p:nvSpPr>
        <p:spPr>
          <a:xfrm>
            <a:off x="4652863" y="2536045"/>
            <a:ext cx="28398" cy="28398"/>
          </a:xfrm>
          <a:prstGeom prst="ellipse">
            <a:avLst/>
          </a:prstGeom>
          <a:solidFill>
            <a:srgbClr val="7F8C97">
              <a:alpha val="48000"/>
            </a:srgbClr>
          </a:solidFill>
          <a:ln w="0">
            <a:noFill/>
            <a:prstDash val="solid"/>
          </a:ln>
        </p:spPr>
      </p:sp>
      <p:sp>
        <p:nvSpPr>
          <p:cNvPr id="1159" name="03_assume_matched_6456">
            <a:extLst>
              <a:ext uri="{FF2B5EF4-FFF2-40B4-BE49-F238E27FC236}">
                <a16:creationId xmlns:a16="http://schemas.microsoft.com/office/drawing/2014/main" id="{5626C0A0-559A-46FB-8500-CE422258BD6A}"/>
              </a:ext>
            </a:extLst>
          </p:cNvPr>
          <p:cNvSpPr>
            <a:spLocks noGrp="1"/>
          </p:cNvSpPr>
          <p:nvPr/>
        </p:nvSpPr>
        <p:spPr>
          <a:xfrm>
            <a:off x="4628543" y="3120914"/>
            <a:ext cx="28398" cy="28398"/>
          </a:xfrm>
          <a:prstGeom prst="ellipse">
            <a:avLst/>
          </a:prstGeom>
          <a:solidFill>
            <a:srgbClr val="7F8C97">
              <a:alpha val="48000"/>
            </a:srgbClr>
          </a:solidFill>
          <a:ln w="0">
            <a:noFill/>
            <a:prstDash val="solid"/>
          </a:ln>
        </p:spPr>
      </p:sp>
      <p:sp>
        <p:nvSpPr>
          <p:cNvPr id="1160" name="03_assume_matched_6457">
            <a:extLst>
              <a:ext uri="{FF2B5EF4-FFF2-40B4-BE49-F238E27FC236}">
                <a16:creationId xmlns:a16="http://schemas.microsoft.com/office/drawing/2014/main" id="{B65168A2-8FD5-4106-A651-507AF2B5DF2C}"/>
              </a:ext>
            </a:extLst>
          </p:cNvPr>
          <p:cNvSpPr>
            <a:spLocks noGrp="1"/>
          </p:cNvSpPr>
          <p:nvPr/>
        </p:nvSpPr>
        <p:spPr>
          <a:xfrm>
            <a:off x="4731006" y="3120914"/>
            <a:ext cx="28398" cy="28398"/>
          </a:xfrm>
          <a:prstGeom prst="ellipse">
            <a:avLst/>
          </a:prstGeom>
          <a:solidFill>
            <a:srgbClr val="7F8C97">
              <a:alpha val="48000"/>
            </a:srgbClr>
          </a:solidFill>
          <a:ln w="0">
            <a:noFill/>
            <a:prstDash val="solid"/>
          </a:ln>
        </p:spPr>
      </p:sp>
      <p:sp>
        <p:nvSpPr>
          <p:cNvPr id="1161" name="03_assume_matched_6458">
            <a:extLst>
              <a:ext uri="{FF2B5EF4-FFF2-40B4-BE49-F238E27FC236}">
                <a16:creationId xmlns:a16="http://schemas.microsoft.com/office/drawing/2014/main" id="{F20E5D5C-7985-47EA-B736-DF5EFCC373B2}"/>
              </a:ext>
            </a:extLst>
          </p:cNvPr>
          <p:cNvSpPr>
            <a:spLocks noGrp="1"/>
          </p:cNvSpPr>
          <p:nvPr/>
        </p:nvSpPr>
        <p:spPr>
          <a:xfrm>
            <a:off x="4678767" y="3120914"/>
            <a:ext cx="28398" cy="28398"/>
          </a:xfrm>
          <a:prstGeom prst="ellipse">
            <a:avLst/>
          </a:prstGeom>
          <a:solidFill>
            <a:srgbClr val="7F8C97">
              <a:alpha val="48000"/>
            </a:srgbClr>
          </a:solidFill>
          <a:ln w="0">
            <a:noFill/>
            <a:prstDash val="solid"/>
          </a:ln>
        </p:spPr>
      </p:sp>
      <p:sp>
        <p:nvSpPr>
          <p:cNvPr id="1162" name="03_assume_matched_6459">
            <a:extLst>
              <a:ext uri="{FF2B5EF4-FFF2-40B4-BE49-F238E27FC236}">
                <a16:creationId xmlns:a16="http://schemas.microsoft.com/office/drawing/2014/main" id="{447CEEE8-1813-41A7-BF0E-4DDE5A4761FF}"/>
              </a:ext>
            </a:extLst>
          </p:cNvPr>
          <p:cNvSpPr>
            <a:spLocks noGrp="1"/>
          </p:cNvSpPr>
          <p:nvPr/>
        </p:nvSpPr>
        <p:spPr>
          <a:xfrm>
            <a:off x="4711578" y="3120914"/>
            <a:ext cx="28398" cy="28398"/>
          </a:xfrm>
          <a:prstGeom prst="ellipse">
            <a:avLst/>
          </a:prstGeom>
          <a:solidFill>
            <a:srgbClr val="7F8C97">
              <a:alpha val="48000"/>
            </a:srgbClr>
          </a:solidFill>
          <a:ln w="0">
            <a:noFill/>
            <a:prstDash val="solid"/>
          </a:ln>
        </p:spPr>
      </p:sp>
      <p:sp>
        <p:nvSpPr>
          <p:cNvPr id="1163" name="03_assume_matched_6460">
            <a:extLst>
              <a:ext uri="{FF2B5EF4-FFF2-40B4-BE49-F238E27FC236}">
                <a16:creationId xmlns:a16="http://schemas.microsoft.com/office/drawing/2014/main" id="{A29D97A2-CE5C-4B5F-9782-260EE6944919}"/>
              </a:ext>
            </a:extLst>
          </p:cNvPr>
          <p:cNvSpPr>
            <a:spLocks noGrp="1"/>
          </p:cNvSpPr>
          <p:nvPr/>
        </p:nvSpPr>
        <p:spPr>
          <a:xfrm>
            <a:off x="4610698" y="2769993"/>
            <a:ext cx="28398" cy="28398"/>
          </a:xfrm>
          <a:prstGeom prst="ellipse">
            <a:avLst/>
          </a:prstGeom>
          <a:solidFill>
            <a:srgbClr val="7F8C97">
              <a:alpha val="48000"/>
            </a:srgbClr>
          </a:solidFill>
          <a:ln w="0">
            <a:noFill/>
            <a:prstDash val="solid"/>
          </a:ln>
        </p:spPr>
      </p:sp>
      <p:sp>
        <p:nvSpPr>
          <p:cNvPr id="1164" name="03_assume_matched_6461">
            <a:extLst>
              <a:ext uri="{FF2B5EF4-FFF2-40B4-BE49-F238E27FC236}">
                <a16:creationId xmlns:a16="http://schemas.microsoft.com/office/drawing/2014/main" id="{9BC6F001-986C-42B1-8A08-304EC237FC8F}"/>
              </a:ext>
            </a:extLst>
          </p:cNvPr>
          <p:cNvSpPr>
            <a:spLocks noGrp="1"/>
          </p:cNvSpPr>
          <p:nvPr/>
        </p:nvSpPr>
        <p:spPr>
          <a:xfrm>
            <a:off x="4702656" y="3120914"/>
            <a:ext cx="28398" cy="28398"/>
          </a:xfrm>
          <a:prstGeom prst="ellipse">
            <a:avLst/>
          </a:prstGeom>
          <a:solidFill>
            <a:srgbClr val="7F8C97">
              <a:alpha val="48000"/>
            </a:srgbClr>
          </a:solidFill>
          <a:ln w="0">
            <a:noFill/>
            <a:prstDash val="solid"/>
          </a:ln>
        </p:spPr>
      </p:sp>
      <p:sp>
        <p:nvSpPr>
          <p:cNvPr id="1165" name="03_assume_matched_6462">
            <a:extLst>
              <a:ext uri="{FF2B5EF4-FFF2-40B4-BE49-F238E27FC236}">
                <a16:creationId xmlns:a16="http://schemas.microsoft.com/office/drawing/2014/main" id="{45DB7FED-4E41-4CBE-8481-B07ED1526B61}"/>
              </a:ext>
            </a:extLst>
          </p:cNvPr>
          <p:cNvSpPr>
            <a:spLocks noGrp="1"/>
          </p:cNvSpPr>
          <p:nvPr/>
        </p:nvSpPr>
        <p:spPr>
          <a:xfrm>
            <a:off x="4681789" y="3120914"/>
            <a:ext cx="28398" cy="28398"/>
          </a:xfrm>
          <a:prstGeom prst="ellipse">
            <a:avLst/>
          </a:prstGeom>
          <a:solidFill>
            <a:srgbClr val="7F8C97">
              <a:alpha val="48000"/>
            </a:srgbClr>
          </a:solidFill>
          <a:ln w="0">
            <a:noFill/>
            <a:prstDash val="solid"/>
          </a:ln>
        </p:spPr>
      </p:sp>
      <p:sp>
        <p:nvSpPr>
          <p:cNvPr id="1166" name="03_assume_matched_6463">
            <a:extLst>
              <a:ext uri="{FF2B5EF4-FFF2-40B4-BE49-F238E27FC236}">
                <a16:creationId xmlns:a16="http://schemas.microsoft.com/office/drawing/2014/main" id="{F5ED506A-016C-45BF-9591-C66C2FC287D2}"/>
              </a:ext>
            </a:extLst>
          </p:cNvPr>
          <p:cNvSpPr>
            <a:spLocks noGrp="1"/>
          </p:cNvSpPr>
          <p:nvPr/>
        </p:nvSpPr>
        <p:spPr>
          <a:xfrm>
            <a:off x="4590407" y="2536045"/>
            <a:ext cx="28398" cy="28398"/>
          </a:xfrm>
          <a:prstGeom prst="ellipse">
            <a:avLst/>
          </a:prstGeom>
          <a:solidFill>
            <a:srgbClr val="7F8C97">
              <a:alpha val="48000"/>
            </a:srgbClr>
          </a:solidFill>
          <a:ln w="0">
            <a:noFill/>
            <a:prstDash val="solid"/>
          </a:ln>
        </p:spPr>
      </p:sp>
      <p:sp>
        <p:nvSpPr>
          <p:cNvPr id="1167" name="03_assume_matched_6464">
            <a:extLst>
              <a:ext uri="{FF2B5EF4-FFF2-40B4-BE49-F238E27FC236}">
                <a16:creationId xmlns:a16="http://schemas.microsoft.com/office/drawing/2014/main" id="{7CD58C6C-7FA8-4605-A5B7-6F06323FAF32}"/>
              </a:ext>
            </a:extLst>
          </p:cNvPr>
          <p:cNvSpPr>
            <a:spLocks noGrp="1"/>
          </p:cNvSpPr>
          <p:nvPr/>
        </p:nvSpPr>
        <p:spPr>
          <a:xfrm>
            <a:off x="4649697" y="3120914"/>
            <a:ext cx="28398" cy="28398"/>
          </a:xfrm>
          <a:prstGeom prst="ellipse">
            <a:avLst/>
          </a:prstGeom>
          <a:solidFill>
            <a:srgbClr val="7F8C97">
              <a:alpha val="48000"/>
            </a:srgbClr>
          </a:solidFill>
          <a:ln w="0">
            <a:noFill/>
            <a:prstDash val="solid"/>
          </a:ln>
        </p:spPr>
      </p:sp>
      <p:sp>
        <p:nvSpPr>
          <p:cNvPr id="1168" name="03_assume_matched_6465">
            <a:extLst>
              <a:ext uri="{FF2B5EF4-FFF2-40B4-BE49-F238E27FC236}">
                <a16:creationId xmlns:a16="http://schemas.microsoft.com/office/drawing/2014/main" id="{97A4F1CB-BFC2-4240-9BE1-772403767670}"/>
              </a:ext>
            </a:extLst>
          </p:cNvPr>
          <p:cNvSpPr>
            <a:spLocks noGrp="1"/>
          </p:cNvSpPr>
          <p:nvPr/>
        </p:nvSpPr>
        <p:spPr>
          <a:xfrm>
            <a:off x="4631853" y="3120914"/>
            <a:ext cx="28398" cy="28398"/>
          </a:xfrm>
          <a:prstGeom prst="ellipse">
            <a:avLst/>
          </a:prstGeom>
          <a:solidFill>
            <a:srgbClr val="7F8C97">
              <a:alpha val="48000"/>
            </a:srgbClr>
          </a:solidFill>
          <a:ln w="0">
            <a:noFill/>
            <a:prstDash val="solid"/>
          </a:ln>
        </p:spPr>
      </p:sp>
      <p:sp>
        <p:nvSpPr>
          <p:cNvPr id="1169" name="03_assume_matched_6466">
            <a:extLst>
              <a:ext uri="{FF2B5EF4-FFF2-40B4-BE49-F238E27FC236}">
                <a16:creationId xmlns:a16="http://schemas.microsoft.com/office/drawing/2014/main" id="{91228BF8-73E8-41B2-877F-C66A0EE1A5C5}"/>
              </a:ext>
            </a:extLst>
          </p:cNvPr>
          <p:cNvSpPr>
            <a:spLocks noGrp="1"/>
          </p:cNvSpPr>
          <p:nvPr/>
        </p:nvSpPr>
        <p:spPr>
          <a:xfrm>
            <a:off x="4664088" y="2633523"/>
            <a:ext cx="28398" cy="28398"/>
          </a:xfrm>
          <a:prstGeom prst="ellipse">
            <a:avLst/>
          </a:prstGeom>
          <a:solidFill>
            <a:srgbClr val="7F8C97">
              <a:alpha val="48000"/>
            </a:srgbClr>
          </a:solidFill>
          <a:ln w="0">
            <a:noFill/>
            <a:prstDash val="solid"/>
          </a:ln>
        </p:spPr>
      </p:sp>
      <p:sp>
        <p:nvSpPr>
          <p:cNvPr id="1170" name="03_assume_matched_6467">
            <a:extLst>
              <a:ext uri="{FF2B5EF4-FFF2-40B4-BE49-F238E27FC236}">
                <a16:creationId xmlns:a16="http://schemas.microsoft.com/office/drawing/2014/main" id="{B322F167-2241-4000-BB81-E202B8E46B0A}"/>
              </a:ext>
            </a:extLst>
          </p:cNvPr>
          <p:cNvSpPr>
            <a:spLocks noGrp="1"/>
          </p:cNvSpPr>
          <p:nvPr/>
        </p:nvSpPr>
        <p:spPr>
          <a:xfrm>
            <a:off x="4645956" y="3023436"/>
            <a:ext cx="28398" cy="28398"/>
          </a:xfrm>
          <a:prstGeom prst="ellipse">
            <a:avLst/>
          </a:prstGeom>
          <a:solidFill>
            <a:srgbClr val="7F8C97">
              <a:alpha val="48000"/>
            </a:srgbClr>
          </a:solidFill>
          <a:ln w="0">
            <a:noFill/>
            <a:prstDash val="solid"/>
          </a:ln>
        </p:spPr>
      </p:sp>
      <p:sp>
        <p:nvSpPr>
          <p:cNvPr id="1171" name="03_assume_matched_6468">
            <a:extLst>
              <a:ext uri="{FF2B5EF4-FFF2-40B4-BE49-F238E27FC236}">
                <a16:creationId xmlns:a16="http://schemas.microsoft.com/office/drawing/2014/main" id="{4B385716-A97F-4AD9-84B5-3C2B57B720DB}"/>
              </a:ext>
            </a:extLst>
          </p:cNvPr>
          <p:cNvSpPr>
            <a:spLocks noGrp="1"/>
          </p:cNvSpPr>
          <p:nvPr/>
        </p:nvSpPr>
        <p:spPr>
          <a:xfrm>
            <a:off x="4708124" y="3120914"/>
            <a:ext cx="28398" cy="28398"/>
          </a:xfrm>
          <a:prstGeom prst="ellipse">
            <a:avLst/>
          </a:prstGeom>
          <a:solidFill>
            <a:srgbClr val="7F8C97">
              <a:alpha val="48000"/>
            </a:srgbClr>
          </a:solidFill>
          <a:ln w="0">
            <a:noFill/>
            <a:prstDash val="solid"/>
          </a:ln>
        </p:spPr>
      </p:sp>
      <p:sp>
        <p:nvSpPr>
          <p:cNvPr id="1172" name="03_assume_matched_6469">
            <a:extLst>
              <a:ext uri="{FF2B5EF4-FFF2-40B4-BE49-F238E27FC236}">
                <a16:creationId xmlns:a16="http://schemas.microsoft.com/office/drawing/2014/main" id="{70CB0202-97AF-4C20-A32E-50997E4D3667}"/>
              </a:ext>
            </a:extLst>
          </p:cNvPr>
          <p:cNvSpPr>
            <a:spLocks noGrp="1"/>
          </p:cNvSpPr>
          <p:nvPr/>
        </p:nvSpPr>
        <p:spPr>
          <a:xfrm>
            <a:off x="4606237" y="2594532"/>
            <a:ext cx="28398" cy="28398"/>
          </a:xfrm>
          <a:prstGeom prst="ellipse">
            <a:avLst/>
          </a:prstGeom>
          <a:solidFill>
            <a:srgbClr val="7F8C97">
              <a:alpha val="48000"/>
            </a:srgbClr>
          </a:solidFill>
          <a:ln w="0">
            <a:noFill/>
            <a:prstDash val="solid"/>
          </a:ln>
        </p:spPr>
      </p:sp>
      <p:sp>
        <p:nvSpPr>
          <p:cNvPr id="1173" name="03_assume_matched_6470">
            <a:extLst>
              <a:ext uri="{FF2B5EF4-FFF2-40B4-BE49-F238E27FC236}">
                <a16:creationId xmlns:a16="http://schemas.microsoft.com/office/drawing/2014/main" id="{01220436-2DAF-4984-8A63-EE67349C2507}"/>
              </a:ext>
            </a:extLst>
          </p:cNvPr>
          <p:cNvSpPr>
            <a:spLocks noGrp="1"/>
          </p:cNvSpPr>
          <p:nvPr/>
        </p:nvSpPr>
        <p:spPr>
          <a:xfrm>
            <a:off x="4612857" y="3120914"/>
            <a:ext cx="28398" cy="28398"/>
          </a:xfrm>
          <a:prstGeom prst="ellipse">
            <a:avLst/>
          </a:prstGeom>
          <a:solidFill>
            <a:srgbClr val="7F8C97">
              <a:alpha val="48000"/>
            </a:srgbClr>
          </a:solidFill>
          <a:ln w="0">
            <a:noFill/>
            <a:prstDash val="solid"/>
          </a:ln>
        </p:spPr>
      </p:sp>
      <p:sp>
        <p:nvSpPr>
          <p:cNvPr id="1174" name="03_assume_matched_6471">
            <a:extLst>
              <a:ext uri="{FF2B5EF4-FFF2-40B4-BE49-F238E27FC236}">
                <a16:creationId xmlns:a16="http://schemas.microsoft.com/office/drawing/2014/main" id="{C67091B6-2A23-4242-AEED-7378B01CF6EE}"/>
              </a:ext>
            </a:extLst>
          </p:cNvPr>
          <p:cNvSpPr>
            <a:spLocks noGrp="1"/>
          </p:cNvSpPr>
          <p:nvPr/>
        </p:nvSpPr>
        <p:spPr>
          <a:xfrm>
            <a:off x="4672723" y="2536045"/>
            <a:ext cx="28398" cy="28398"/>
          </a:xfrm>
          <a:prstGeom prst="ellipse">
            <a:avLst/>
          </a:prstGeom>
          <a:solidFill>
            <a:srgbClr val="7F8C97">
              <a:alpha val="48000"/>
            </a:srgbClr>
          </a:solidFill>
          <a:ln w="0">
            <a:noFill/>
            <a:prstDash val="solid"/>
          </a:ln>
        </p:spPr>
      </p:sp>
      <p:sp>
        <p:nvSpPr>
          <p:cNvPr id="1175" name="03_assume_matched_6472">
            <a:extLst>
              <a:ext uri="{FF2B5EF4-FFF2-40B4-BE49-F238E27FC236}">
                <a16:creationId xmlns:a16="http://schemas.microsoft.com/office/drawing/2014/main" id="{DACC83F3-41D9-43A0-B087-0280C2B2935D}"/>
              </a:ext>
            </a:extLst>
          </p:cNvPr>
          <p:cNvSpPr>
            <a:spLocks noGrp="1"/>
          </p:cNvSpPr>
          <p:nvPr/>
        </p:nvSpPr>
        <p:spPr>
          <a:xfrm>
            <a:off x="4671428" y="2536045"/>
            <a:ext cx="28398" cy="28398"/>
          </a:xfrm>
          <a:prstGeom prst="ellipse">
            <a:avLst/>
          </a:prstGeom>
          <a:solidFill>
            <a:srgbClr val="7F8C97">
              <a:alpha val="48000"/>
            </a:srgbClr>
          </a:solidFill>
          <a:ln w="0">
            <a:noFill/>
            <a:prstDash val="solid"/>
          </a:ln>
        </p:spPr>
      </p:sp>
      <p:sp>
        <p:nvSpPr>
          <p:cNvPr id="1176" name="03_assume_matched_6473">
            <a:extLst>
              <a:ext uri="{FF2B5EF4-FFF2-40B4-BE49-F238E27FC236}">
                <a16:creationId xmlns:a16="http://schemas.microsoft.com/office/drawing/2014/main" id="{731CDA96-B406-4848-984E-F2B9B94D00F7}"/>
              </a:ext>
            </a:extLst>
          </p:cNvPr>
          <p:cNvSpPr>
            <a:spLocks noGrp="1"/>
          </p:cNvSpPr>
          <p:nvPr/>
        </p:nvSpPr>
        <p:spPr>
          <a:xfrm>
            <a:off x="4718198" y="2536045"/>
            <a:ext cx="28398" cy="28398"/>
          </a:xfrm>
          <a:prstGeom prst="ellipse">
            <a:avLst/>
          </a:prstGeom>
          <a:solidFill>
            <a:srgbClr val="7F8C97">
              <a:alpha val="48000"/>
            </a:srgbClr>
          </a:solidFill>
          <a:ln w="0">
            <a:noFill/>
            <a:prstDash val="solid"/>
          </a:ln>
        </p:spPr>
      </p:sp>
      <p:sp>
        <p:nvSpPr>
          <p:cNvPr id="1177" name="03_assume_matched_6474">
            <a:extLst>
              <a:ext uri="{FF2B5EF4-FFF2-40B4-BE49-F238E27FC236}">
                <a16:creationId xmlns:a16="http://schemas.microsoft.com/office/drawing/2014/main" id="{4C12ADD9-E8F0-42C5-9409-4FCD6C7538A9}"/>
              </a:ext>
            </a:extLst>
          </p:cNvPr>
          <p:cNvSpPr>
            <a:spLocks noGrp="1"/>
          </p:cNvSpPr>
          <p:nvPr/>
        </p:nvSpPr>
        <p:spPr>
          <a:xfrm>
            <a:off x="4696468" y="3120914"/>
            <a:ext cx="28398" cy="28398"/>
          </a:xfrm>
          <a:prstGeom prst="ellipse">
            <a:avLst/>
          </a:prstGeom>
          <a:solidFill>
            <a:srgbClr val="7F8C97">
              <a:alpha val="48000"/>
            </a:srgbClr>
          </a:solidFill>
          <a:ln w="0">
            <a:noFill/>
            <a:prstDash val="solid"/>
          </a:ln>
        </p:spPr>
      </p:sp>
      <p:sp>
        <p:nvSpPr>
          <p:cNvPr id="1178" name="03_assume_matched_6475">
            <a:extLst>
              <a:ext uri="{FF2B5EF4-FFF2-40B4-BE49-F238E27FC236}">
                <a16:creationId xmlns:a16="http://schemas.microsoft.com/office/drawing/2014/main" id="{C100CA40-2A71-4E08-81E1-7126605C872D}"/>
              </a:ext>
            </a:extLst>
          </p:cNvPr>
          <p:cNvSpPr>
            <a:spLocks noGrp="1"/>
          </p:cNvSpPr>
          <p:nvPr/>
        </p:nvSpPr>
        <p:spPr>
          <a:xfrm>
            <a:off x="4628543" y="3120914"/>
            <a:ext cx="28398" cy="28398"/>
          </a:xfrm>
          <a:prstGeom prst="ellipse">
            <a:avLst/>
          </a:prstGeom>
          <a:solidFill>
            <a:srgbClr val="7F8C97">
              <a:alpha val="48000"/>
            </a:srgbClr>
          </a:solidFill>
          <a:ln w="0">
            <a:noFill/>
            <a:prstDash val="solid"/>
          </a:ln>
        </p:spPr>
      </p:sp>
      <p:sp>
        <p:nvSpPr>
          <p:cNvPr id="1179" name="03_assume_matched_6476">
            <a:extLst>
              <a:ext uri="{FF2B5EF4-FFF2-40B4-BE49-F238E27FC236}">
                <a16:creationId xmlns:a16="http://schemas.microsoft.com/office/drawing/2014/main" id="{86B8077B-0A32-4D74-962F-88787DB45647}"/>
              </a:ext>
            </a:extLst>
          </p:cNvPr>
          <p:cNvSpPr>
            <a:spLocks noGrp="1"/>
          </p:cNvSpPr>
          <p:nvPr/>
        </p:nvSpPr>
        <p:spPr>
          <a:xfrm>
            <a:off x="4699346" y="3120914"/>
            <a:ext cx="28398" cy="28398"/>
          </a:xfrm>
          <a:prstGeom prst="ellipse">
            <a:avLst/>
          </a:prstGeom>
          <a:solidFill>
            <a:srgbClr val="7F8C97">
              <a:alpha val="48000"/>
            </a:srgbClr>
          </a:solidFill>
          <a:ln w="0">
            <a:noFill/>
            <a:prstDash val="solid"/>
          </a:ln>
        </p:spPr>
      </p:sp>
      <p:sp>
        <p:nvSpPr>
          <p:cNvPr id="1180" name="03_assume_matched_6477">
            <a:extLst>
              <a:ext uri="{FF2B5EF4-FFF2-40B4-BE49-F238E27FC236}">
                <a16:creationId xmlns:a16="http://schemas.microsoft.com/office/drawing/2014/main" id="{36EA9F22-A0CA-4E8A-B67A-8A6C9792C184}"/>
              </a:ext>
            </a:extLst>
          </p:cNvPr>
          <p:cNvSpPr>
            <a:spLocks noGrp="1"/>
          </p:cNvSpPr>
          <p:nvPr/>
        </p:nvSpPr>
        <p:spPr>
          <a:xfrm>
            <a:off x="4687689" y="2731002"/>
            <a:ext cx="28398" cy="28398"/>
          </a:xfrm>
          <a:prstGeom prst="ellipse">
            <a:avLst/>
          </a:prstGeom>
          <a:solidFill>
            <a:srgbClr val="7F8C97">
              <a:alpha val="48000"/>
            </a:srgbClr>
          </a:solidFill>
          <a:ln w="0">
            <a:noFill/>
            <a:prstDash val="solid"/>
          </a:ln>
        </p:spPr>
      </p:sp>
      <p:sp>
        <p:nvSpPr>
          <p:cNvPr id="1181" name="03_assume_matched_6478">
            <a:extLst>
              <a:ext uri="{FF2B5EF4-FFF2-40B4-BE49-F238E27FC236}">
                <a16:creationId xmlns:a16="http://schemas.microsoft.com/office/drawing/2014/main" id="{F9BE8897-B66D-4F4F-BFBC-F66F599CE13B}"/>
              </a:ext>
            </a:extLst>
          </p:cNvPr>
          <p:cNvSpPr>
            <a:spLocks noGrp="1"/>
          </p:cNvSpPr>
          <p:nvPr/>
        </p:nvSpPr>
        <p:spPr>
          <a:xfrm>
            <a:off x="4693877" y="3120914"/>
            <a:ext cx="28398" cy="28398"/>
          </a:xfrm>
          <a:prstGeom prst="ellipse">
            <a:avLst/>
          </a:prstGeom>
          <a:solidFill>
            <a:srgbClr val="7F8C97">
              <a:alpha val="48000"/>
            </a:srgbClr>
          </a:solidFill>
          <a:ln w="0">
            <a:noFill/>
            <a:prstDash val="solid"/>
          </a:ln>
        </p:spPr>
      </p:sp>
      <p:sp>
        <p:nvSpPr>
          <p:cNvPr id="1182" name="03_assume_matched_6479">
            <a:extLst>
              <a:ext uri="{FF2B5EF4-FFF2-40B4-BE49-F238E27FC236}">
                <a16:creationId xmlns:a16="http://schemas.microsoft.com/office/drawing/2014/main" id="{FC1F36C0-66FD-4636-A296-4E46E7036269}"/>
              </a:ext>
            </a:extLst>
          </p:cNvPr>
          <p:cNvSpPr>
            <a:spLocks noGrp="1"/>
          </p:cNvSpPr>
          <p:nvPr/>
        </p:nvSpPr>
        <p:spPr>
          <a:xfrm>
            <a:off x="4707261" y="3088422"/>
            <a:ext cx="28398" cy="28398"/>
          </a:xfrm>
          <a:prstGeom prst="ellipse">
            <a:avLst/>
          </a:prstGeom>
          <a:solidFill>
            <a:srgbClr val="7F8C97">
              <a:alpha val="48000"/>
            </a:srgbClr>
          </a:solidFill>
          <a:ln w="0">
            <a:noFill/>
            <a:prstDash val="solid"/>
          </a:ln>
        </p:spPr>
      </p:sp>
      <p:sp>
        <p:nvSpPr>
          <p:cNvPr id="1183" name="03_assume_matched_6480">
            <a:extLst>
              <a:ext uri="{FF2B5EF4-FFF2-40B4-BE49-F238E27FC236}">
                <a16:creationId xmlns:a16="http://schemas.microsoft.com/office/drawing/2014/main" id="{DA94F24F-39E6-47CD-ABE1-0D7C9AE3EFDE}"/>
              </a:ext>
            </a:extLst>
          </p:cNvPr>
          <p:cNvSpPr>
            <a:spLocks noGrp="1"/>
          </p:cNvSpPr>
          <p:nvPr/>
        </p:nvSpPr>
        <p:spPr>
          <a:xfrm>
            <a:off x="4615879" y="2536045"/>
            <a:ext cx="28398" cy="28398"/>
          </a:xfrm>
          <a:prstGeom prst="ellipse">
            <a:avLst/>
          </a:prstGeom>
          <a:solidFill>
            <a:srgbClr val="7F8C97">
              <a:alpha val="48000"/>
            </a:srgbClr>
          </a:solidFill>
          <a:ln w="0">
            <a:noFill/>
            <a:prstDash val="solid"/>
          </a:ln>
        </p:spPr>
      </p:sp>
      <p:sp>
        <p:nvSpPr>
          <p:cNvPr id="1184" name="03_assume_matched_6481">
            <a:extLst>
              <a:ext uri="{FF2B5EF4-FFF2-40B4-BE49-F238E27FC236}">
                <a16:creationId xmlns:a16="http://schemas.microsoft.com/office/drawing/2014/main" id="{B594D295-79AC-4A33-8822-B244DBBA4779}"/>
              </a:ext>
            </a:extLst>
          </p:cNvPr>
          <p:cNvSpPr>
            <a:spLocks noGrp="1"/>
          </p:cNvSpPr>
          <p:nvPr/>
        </p:nvSpPr>
        <p:spPr>
          <a:xfrm>
            <a:off x="4605086" y="2925958"/>
            <a:ext cx="28398" cy="28398"/>
          </a:xfrm>
          <a:prstGeom prst="ellipse">
            <a:avLst/>
          </a:prstGeom>
          <a:solidFill>
            <a:srgbClr val="7F8C97">
              <a:alpha val="48000"/>
            </a:srgbClr>
          </a:solidFill>
          <a:ln w="0">
            <a:noFill/>
            <a:prstDash val="solid"/>
          </a:ln>
        </p:spPr>
      </p:sp>
      <p:sp>
        <p:nvSpPr>
          <p:cNvPr id="1185" name="03_assume_matched_6482">
            <a:extLst>
              <a:ext uri="{FF2B5EF4-FFF2-40B4-BE49-F238E27FC236}">
                <a16:creationId xmlns:a16="http://schemas.microsoft.com/office/drawing/2014/main" id="{AA529B8D-5CA7-45B3-BE88-FCDED4375AEC}"/>
              </a:ext>
            </a:extLst>
          </p:cNvPr>
          <p:cNvSpPr>
            <a:spLocks noGrp="1"/>
          </p:cNvSpPr>
          <p:nvPr/>
        </p:nvSpPr>
        <p:spPr>
          <a:xfrm>
            <a:off x="4687977" y="2974697"/>
            <a:ext cx="28398" cy="28398"/>
          </a:xfrm>
          <a:prstGeom prst="ellipse">
            <a:avLst/>
          </a:prstGeom>
          <a:solidFill>
            <a:srgbClr val="7F8C97">
              <a:alpha val="48000"/>
            </a:srgbClr>
          </a:solidFill>
          <a:ln w="0">
            <a:noFill/>
            <a:prstDash val="solid"/>
          </a:ln>
        </p:spPr>
      </p:sp>
      <p:sp>
        <p:nvSpPr>
          <p:cNvPr id="1186" name="03_assume_matched_6483">
            <a:extLst>
              <a:ext uri="{FF2B5EF4-FFF2-40B4-BE49-F238E27FC236}">
                <a16:creationId xmlns:a16="http://schemas.microsoft.com/office/drawing/2014/main" id="{CF7B2BEC-0D9C-4A84-9C9B-F4F81518F861}"/>
              </a:ext>
            </a:extLst>
          </p:cNvPr>
          <p:cNvSpPr>
            <a:spLocks noGrp="1"/>
          </p:cNvSpPr>
          <p:nvPr/>
        </p:nvSpPr>
        <p:spPr>
          <a:xfrm>
            <a:off x="4725106" y="3037362"/>
            <a:ext cx="28398" cy="28398"/>
          </a:xfrm>
          <a:prstGeom prst="ellipse">
            <a:avLst/>
          </a:prstGeom>
          <a:solidFill>
            <a:srgbClr val="7F8C97">
              <a:alpha val="48000"/>
            </a:srgbClr>
          </a:solidFill>
          <a:ln w="0">
            <a:noFill/>
            <a:prstDash val="solid"/>
          </a:ln>
        </p:spPr>
      </p:sp>
      <p:sp>
        <p:nvSpPr>
          <p:cNvPr id="1187" name="03_assume_matched_6484">
            <a:extLst>
              <a:ext uri="{FF2B5EF4-FFF2-40B4-BE49-F238E27FC236}">
                <a16:creationId xmlns:a16="http://schemas.microsoft.com/office/drawing/2014/main" id="{822F4413-786C-449A-B77D-E235C58BF305}"/>
              </a:ext>
            </a:extLst>
          </p:cNvPr>
          <p:cNvSpPr>
            <a:spLocks noGrp="1"/>
          </p:cNvSpPr>
          <p:nvPr/>
        </p:nvSpPr>
        <p:spPr>
          <a:xfrm>
            <a:off x="4731294" y="2633523"/>
            <a:ext cx="28398" cy="28398"/>
          </a:xfrm>
          <a:prstGeom prst="ellipse">
            <a:avLst/>
          </a:prstGeom>
          <a:solidFill>
            <a:srgbClr val="7F8C97">
              <a:alpha val="48000"/>
            </a:srgbClr>
          </a:solidFill>
          <a:ln w="0">
            <a:noFill/>
            <a:prstDash val="solid"/>
          </a:ln>
        </p:spPr>
      </p:sp>
      <p:sp>
        <p:nvSpPr>
          <p:cNvPr id="1188" name="03_assume_matched_6485">
            <a:extLst>
              <a:ext uri="{FF2B5EF4-FFF2-40B4-BE49-F238E27FC236}">
                <a16:creationId xmlns:a16="http://schemas.microsoft.com/office/drawing/2014/main" id="{45392656-1278-4DAB-A921-B7CF0F53BED8}"/>
              </a:ext>
            </a:extLst>
          </p:cNvPr>
          <p:cNvSpPr>
            <a:spLocks noGrp="1"/>
          </p:cNvSpPr>
          <p:nvPr/>
        </p:nvSpPr>
        <p:spPr>
          <a:xfrm>
            <a:off x="4642358" y="3120914"/>
            <a:ext cx="28398" cy="28398"/>
          </a:xfrm>
          <a:prstGeom prst="ellipse">
            <a:avLst/>
          </a:prstGeom>
          <a:solidFill>
            <a:srgbClr val="7F8C97">
              <a:alpha val="48000"/>
            </a:srgbClr>
          </a:solidFill>
          <a:ln w="0">
            <a:noFill/>
            <a:prstDash val="solid"/>
          </a:ln>
        </p:spPr>
      </p:sp>
      <p:sp>
        <p:nvSpPr>
          <p:cNvPr id="1189" name="03_assume_matched_6486">
            <a:extLst>
              <a:ext uri="{FF2B5EF4-FFF2-40B4-BE49-F238E27FC236}">
                <a16:creationId xmlns:a16="http://schemas.microsoft.com/office/drawing/2014/main" id="{0EF50442-2FC4-4F91-B71E-5772FDF7A75E}"/>
              </a:ext>
            </a:extLst>
          </p:cNvPr>
          <p:cNvSpPr>
            <a:spLocks noGrp="1"/>
          </p:cNvSpPr>
          <p:nvPr/>
        </p:nvSpPr>
        <p:spPr>
          <a:xfrm>
            <a:off x="4695173" y="2925958"/>
            <a:ext cx="28398" cy="28398"/>
          </a:xfrm>
          <a:prstGeom prst="ellipse">
            <a:avLst/>
          </a:prstGeom>
          <a:solidFill>
            <a:srgbClr val="7F8C97">
              <a:alpha val="48000"/>
            </a:srgbClr>
          </a:solidFill>
          <a:ln w="0">
            <a:noFill/>
            <a:prstDash val="solid"/>
          </a:ln>
        </p:spPr>
      </p:sp>
      <p:sp>
        <p:nvSpPr>
          <p:cNvPr id="1190" name="03_assume_matched_6487">
            <a:extLst>
              <a:ext uri="{FF2B5EF4-FFF2-40B4-BE49-F238E27FC236}">
                <a16:creationId xmlns:a16="http://schemas.microsoft.com/office/drawing/2014/main" id="{74E12011-AF67-451D-A62E-7B5D39A6FFBE}"/>
              </a:ext>
            </a:extLst>
          </p:cNvPr>
          <p:cNvSpPr>
            <a:spLocks noGrp="1"/>
          </p:cNvSpPr>
          <p:nvPr/>
        </p:nvSpPr>
        <p:spPr>
          <a:xfrm>
            <a:off x="4706110" y="2536045"/>
            <a:ext cx="28398" cy="28398"/>
          </a:xfrm>
          <a:prstGeom prst="ellipse">
            <a:avLst/>
          </a:prstGeom>
          <a:solidFill>
            <a:srgbClr val="7F8C97">
              <a:alpha val="48000"/>
            </a:srgbClr>
          </a:solidFill>
          <a:ln w="0">
            <a:noFill/>
            <a:prstDash val="solid"/>
          </a:ln>
        </p:spPr>
      </p:sp>
      <p:sp>
        <p:nvSpPr>
          <p:cNvPr id="1191" name="03_assume_matched_6488">
            <a:extLst>
              <a:ext uri="{FF2B5EF4-FFF2-40B4-BE49-F238E27FC236}">
                <a16:creationId xmlns:a16="http://schemas.microsoft.com/office/drawing/2014/main" id="{C985CC49-4F1E-493B-B7B6-7ADB014FB03B}"/>
              </a:ext>
            </a:extLst>
          </p:cNvPr>
          <p:cNvSpPr>
            <a:spLocks noGrp="1"/>
          </p:cNvSpPr>
          <p:nvPr/>
        </p:nvSpPr>
        <p:spPr>
          <a:xfrm>
            <a:off x="4723523" y="2536045"/>
            <a:ext cx="28398" cy="28398"/>
          </a:xfrm>
          <a:prstGeom prst="ellipse">
            <a:avLst/>
          </a:prstGeom>
          <a:solidFill>
            <a:srgbClr val="7F8C97">
              <a:alpha val="48000"/>
            </a:srgbClr>
          </a:solidFill>
          <a:ln w="0">
            <a:noFill/>
            <a:prstDash val="solid"/>
          </a:ln>
        </p:spPr>
      </p:sp>
      <p:sp>
        <p:nvSpPr>
          <p:cNvPr id="1192" name="03_assume_matched_6489">
            <a:extLst>
              <a:ext uri="{FF2B5EF4-FFF2-40B4-BE49-F238E27FC236}">
                <a16:creationId xmlns:a16="http://schemas.microsoft.com/office/drawing/2014/main" id="{52EE9AC2-AA12-4A08-B1E7-4FB6FBA4A7D3}"/>
              </a:ext>
            </a:extLst>
          </p:cNvPr>
          <p:cNvSpPr>
            <a:spLocks noGrp="1"/>
          </p:cNvSpPr>
          <p:nvPr/>
        </p:nvSpPr>
        <p:spPr>
          <a:xfrm>
            <a:off x="4708268" y="2536045"/>
            <a:ext cx="28398" cy="28398"/>
          </a:xfrm>
          <a:prstGeom prst="ellipse">
            <a:avLst/>
          </a:prstGeom>
          <a:solidFill>
            <a:srgbClr val="7F8C97">
              <a:alpha val="48000"/>
            </a:srgbClr>
          </a:solidFill>
          <a:ln w="0">
            <a:noFill/>
            <a:prstDash val="solid"/>
          </a:ln>
        </p:spPr>
      </p:sp>
      <p:sp>
        <p:nvSpPr>
          <p:cNvPr id="1193" name="03_assume_matched_6490">
            <a:extLst>
              <a:ext uri="{FF2B5EF4-FFF2-40B4-BE49-F238E27FC236}">
                <a16:creationId xmlns:a16="http://schemas.microsoft.com/office/drawing/2014/main" id="{2B328653-732E-4A59-AD3C-EEA1C89DD838}"/>
              </a:ext>
            </a:extLst>
          </p:cNvPr>
          <p:cNvSpPr>
            <a:spLocks noGrp="1"/>
          </p:cNvSpPr>
          <p:nvPr/>
        </p:nvSpPr>
        <p:spPr>
          <a:xfrm>
            <a:off x="4686538" y="2536045"/>
            <a:ext cx="28398" cy="28398"/>
          </a:xfrm>
          <a:prstGeom prst="ellipse">
            <a:avLst/>
          </a:prstGeom>
          <a:solidFill>
            <a:srgbClr val="7F8C97">
              <a:alpha val="48000"/>
            </a:srgbClr>
          </a:solidFill>
          <a:ln w="0">
            <a:noFill/>
            <a:prstDash val="solid"/>
          </a:ln>
        </p:spPr>
      </p:sp>
      <p:sp>
        <p:nvSpPr>
          <p:cNvPr id="1194" name="03_assume_matched_6491">
            <a:extLst>
              <a:ext uri="{FF2B5EF4-FFF2-40B4-BE49-F238E27FC236}">
                <a16:creationId xmlns:a16="http://schemas.microsoft.com/office/drawing/2014/main" id="{28C230B5-3F14-4AB5-ADF8-3F01FA0417A2}"/>
              </a:ext>
            </a:extLst>
          </p:cNvPr>
          <p:cNvSpPr>
            <a:spLocks noGrp="1"/>
          </p:cNvSpPr>
          <p:nvPr/>
        </p:nvSpPr>
        <p:spPr>
          <a:xfrm>
            <a:off x="4598322" y="2536045"/>
            <a:ext cx="28398" cy="28398"/>
          </a:xfrm>
          <a:prstGeom prst="ellipse">
            <a:avLst/>
          </a:prstGeom>
          <a:solidFill>
            <a:srgbClr val="7F8C97">
              <a:alpha val="48000"/>
            </a:srgbClr>
          </a:solidFill>
          <a:ln w="0">
            <a:noFill/>
            <a:prstDash val="solid"/>
          </a:ln>
        </p:spPr>
      </p:sp>
      <p:sp>
        <p:nvSpPr>
          <p:cNvPr id="1195" name="03_assume_matched_6492">
            <a:extLst>
              <a:ext uri="{FF2B5EF4-FFF2-40B4-BE49-F238E27FC236}">
                <a16:creationId xmlns:a16="http://schemas.microsoft.com/office/drawing/2014/main" id="{EACFC361-549E-4963-941A-B4FFD9ABB18F}"/>
              </a:ext>
            </a:extLst>
          </p:cNvPr>
          <p:cNvSpPr>
            <a:spLocks noGrp="1"/>
          </p:cNvSpPr>
          <p:nvPr/>
        </p:nvSpPr>
        <p:spPr>
          <a:xfrm>
            <a:off x="4612281" y="3120914"/>
            <a:ext cx="28398" cy="28398"/>
          </a:xfrm>
          <a:prstGeom prst="ellipse">
            <a:avLst/>
          </a:prstGeom>
          <a:solidFill>
            <a:srgbClr val="7F8C97">
              <a:alpha val="48000"/>
            </a:srgbClr>
          </a:solidFill>
          <a:ln w="0">
            <a:noFill/>
            <a:prstDash val="solid"/>
          </a:ln>
        </p:spPr>
      </p:sp>
      <p:sp>
        <p:nvSpPr>
          <p:cNvPr id="1196" name="03_assume_matched_6493">
            <a:extLst>
              <a:ext uri="{FF2B5EF4-FFF2-40B4-BE49-F238E27FC236}">
                <a16:creationId xmlns:a16="http://schemas.microsoft.com/office/drawing/2014/main" id="{57E981A0-7D67-4012-9ACC-56FAA59A864F}"/>
              </a:ext>
            </a:extLst>
          </p:cNvPr>
          <p:cNvSpPr>
            <a:spLocks noGrp="1"/>
          </p:cNvSpPr>
          <p:nvPr/>
        </p:nvSpPr>
        <p:spPr>
          <a:xfrm>
            <a:off x="4673442" y="2536045"/>
            <a:ext cx="28398" cy="28398"/>
          </a:xfrm>
          <a:prstGeom prst="ellipse">
            <a:avLst/>
          </a:prstGeom>
          <a:solidFill>
            <a:srgbClr val="7F8C97">
              <a:alpha val="48000"/>
            </a:srgbClr>
          </a:solidFill>
          <a:ln w="0">
            <a:noFill/>
            <a:prstDash val="solid"/>
          </a:ln>
        </p:spPr>
      </p:sp>
      <p:sp>
        <p:nvSpPr>
          <p:cNvPr id="1197" name="03_assume_matched_6494">
            <a:extLst>
              <a:ext uri="{FF2B5EF4-FFF2-40B4-BE49-F238E27FC236}">
                <a16:creationId xmlns:a16="http://schemas.microsoft.com/office/drawing/2014/main" id="{F9D1CF38-3DEB-41BF-9E86-BA339772EA7C}"/>
              </a:ext>
            </a:extLst>
          </p:cNvPr>
          <p:cNvSpPr>
            <a:spLocks noGrp="1"/>
          </p:cNvSpPr>
          <p:nvPr/>
        </p:nvSpPr>
        <p:spPr>
          <a:xfrm>
            <a:off x="4618325" y="2536045"/>
            <a:ext cx="28398" cy="28398"/>
          </a:xfrm>
          <a:prstGeom prst="ellipse">
            <a:avLst/>
          </a:prstGeom>
          <a:solidFill>
            <a:srgbClr val="7F8C97">
              <a:alpha val="48000"/>
            </a:srgbClr>
          </a:solidFill>
          <a:ln w="0">
            <a:noFill/>
            <a:prstDash val="solid"/>
          </a:ln>
        </p:spPr>
      </p:sp>
      <p:sp>
        <p:nvSpPr>
          <p:cNvPr id="1198" name="03_assume_matched_6495">
            <a:extLst>
              <a:ext uri="{FF2B5EF4-FFF2-40B4-BE49-F238E27FC236}">
                <a16:creationId xmlns:a16="http://schemas.microsoft.com/office/drawing/2014/main" id="{A772EAE5-2614-4DB3-B034-83C99988A5C6}"/>
              </a:ext>
            </a:extLst>
          </p:cNvPr>
          <p:cNvSpPr>
            <a:spLocks noGrp="1"/>
          </p:cNvSpPr>
          <p:nvPr/>
        </p:nvSpPr>
        <p:spPr>
          <a:xfrm>
            <a:off x="4644373" y="2536045"/>
            <a:ext cx="28398" cy="28398"/>
          </a:xfrm>
          <a:prstGeom prst="ellipse">
            <a:avLst/>
          </a:prstGeom>
          <a:solidFill>
            <a:srgbClr val="7F8C97">
              <a:alpha val="48000"/>
            </a:srgbClr>
          </a:solidFill>
          <a:ln w="0">
            <a:noFill/>
            <a:prstDash val="solid"/>
          </a:ln>
        </p:spPr>
      </p:sp>
      <p:sp>
        <p:nvSpPr>
          <p:cNvPr id="1199" name="03_assume_matched_6496">
            <a:extLst>
              <a:ext uri="{FF2B5EF4-FFF2-40B4-BE49-F238E27FC236}">
                <a16:creationId xmlns:a16="http://schemas.microsoft.com/office/drawing/2014/main" id="{C695767E-786B-4BE9-B9D8-D47401E87246}"/>
              </a:ext>
            </a:extLst>
          </p:cNvPr>
          <p:cNvSpPr>
            <a:spLocks noGrp="1"/>
          </p:cNvSpPr>
          <p:nvPr/>
        </p:nvSpPr>
        <p:spPr>
          <a:xfrm>
            <a:off x="4593429" y="3120914"/>
            <a:ext cx="28398" cy="28398"/>
          </a:xfrm>
          <a:prstGeom prst="ellipse">
            <a:avLst/>
          </a:prstGeom>
          <a:solidFill>
            <a:srgbClr val="7F8C97">
              <a:alpha val="48000"/>
            </a:srgbClr>
          </a:solidFill>
          <a:ln w="0">
            <a:noFill/>
            <a:prstDash val="solid"/>
          </a:ln>
        </p:spPr>
      </p:sp>
      <p:sp>
        <p:nvSpPr>
          <p:cNvPr id="1200" name="03_assume_matched_6497">
            <a:extLst>
              <a:ext uri="{FF2B5EF4-FFF2-40B4-BE49-F238E27FC236}">
                <a16:creationId xmlns:a16="http://schemas.microsoft.com/office/drawing/2014/main" id="{EAF9F828-DAAA-40A0-92EA-FDB5FCA92991}"/>
              </a:ext>
            </a:extLst>
          </p:cNvPr>
          <p:cNvSpPr>
            <a:spLocks noGrp="1"/>
          </p:cNvSpPr>
          <p:nvPr/>
        </p:nvSpPr>
        <p:spPr>
          <a:xfrm>
            <a:off x="5466108" y="2708507"/>
            <a:ext cx="28398" cy="28398"/>
          </a:xfrm>
          <a:prstGeom prst="ellipse">
            <a:avLst/>
          </a:prstGeom>
          <a:solidFill>
            <a:srgbClr val="7F8C97">
              <a:alpha val="48000"/>
            </a:srgbClr>
          </a:solidFill>
          <a:ln w="0">
            <a:noFill/>
            <a:prstDash val="solid"/>
          </a:ln>
        </p:spPr>
      </p:sp>
      <p:sp>
        <p:nvSpPr>
          <p:cNvPr id="1201" name="03_assume_matched_6498">
            <a:extLst>
              <a:ext uri="{FF2B5EF4-FFF2-40B4-BE49-F238E27FC236}">
                <a16:creationId xmlns:a16="http://schemas.microsoft.com/office/drawing/2014/main" id="{4293007B-801A-47D8-9597-29B2DF2CB00F}"/>
              </a:ext>
            </a:extLst>
          </p:cNvPr>
          <p:cNvSpPr>
            <a:spLocks noGrp="1"/>
          </p:cNvSpPr>
          <p:nvPr/>
        </p:nvSpPr>
        <p:spPr>
          <a:xfrm>
            <a:off x="5454595" y="3120914"/>
            <a:ext cx="28398" cy="28398"/>
          </a:xfrm>
          <a:prstGeom prst="ellipse">
            <a:avLst/>
          </a:prstGeom>
          <a:solidFill>
            <a:srgbClr val="7F8C97">
              <a:alpha val="48000"/>
            </a:srgbClr>
          </a:solidFill>
          <a:ln w="0">
            <a:noFill/>
            <a:prstDash val="solid"/>
          </a:ln>
        </p:spPr>
      </p:sp>
      <p:sp>
        <p:nvSpPr>
          <p:cNvPr id="1202" name="03_assume_matched_6499">
            <a:extLst>
              <a:ext uri="{FF2B5EF4-FFF2-40B4-BE49-F238E27FC236}">
                <a16:creationId xmlns:a16="http://schemas.microsoft.com/office/drawing/2014/main" id="{8BA3FDAC-D778-4426-A95F-688717CBF4D8}"/>
              </a:ext>
            </a:extLst>
          </p:cNvPr>
          <p:cNvSpPr>
            <a:spLocks noGrp="1"/>
          </p:cNvSpPr>
          <p:nvPr/>
        </p:nvSpPr>
        <p:spPr>
          <a:xfrm>
            <a:off x="5397464" y="3120914"/>
            <a:ext cx="28398" cy="28398"/>
          </a:xfrm>
          <a:prstGeom prst="ellipse">
            <a:avLst/>
          </a:prstGeom>
          <a:solidFill>
            <a:srgbClr val="7F8C97">
              <a:alpha val="48000"/>
            </a:srgbClr>
          </a:solidFill>
          <a:ln w="0">
            <a:noFill/>
            <a:prstDash val="solid"/>
          </a:ln>
        </p:spPr>
      </p:sp>
      <p:sp>
        <p:nvSpPr>
          <p:cNvPr id="1203" name="03_assume_matched_6500">
            <a:extLst>
              <a:ext uri="{FF2B5EF4-FFF2-40B4-BE49-F238E27FC236}">
                <a16:creationId xmlns:a16="http://schemas.microsoft.com/office/drawing/2014/main" id="{F0867686-93A9-4A10-8552-283B3485694A}"/>
              </a:ext>
            </a:extLst>
          </p:cNvPr>
          <p:cNvSpPr>
            <a:spLocks noGrp="1"/>
          </p:cNvSpPr>
          <p:nvPr/>
        </p:nvSpPr>
        <p:spPr>
          <a:xfrm>
            <a:off x="5476326" y="2536045"/>
            <a:ext cx="28398" cy="28398"/>
          </a:xfrm>
          <a:prstGeom prst="ellipse">
            <a:avLst/>
          </a:prstGeom>
          <a:solidFill>
            <a:srgbClr val="7F8C97">
              <a:alpha val="48000"/>
            </a:srgbClr>
          </a:solidFill>
          <a:ln w="0">
            <a:noFill/>
            <a:prstDash val="solid"/>
          </a:ln>
        </p:spPr>
      </p:sp>
      <p:sp>
        <p:nvSpPr>
          <p:cNvPr id="1204" name="03_assume_matched_6501">
            <a:extLst>
              <a:ext uri="{FF2B5EF4-FFF2-40B4-BE49-F238E27FC236}">
                <a16:creationId xmlns:a16="http://schemas.microsoft.com/office/drawing/2014/main" id="{3242D3B3-BDAB-4E52-8DED-AB4B25AA2D2C}"/>
              </a:ext>
            </a:extLst>
          </p:cNvPr>
          <p:cNvSpPr>
            <a:spLocks noGrp="1"/>
          </p:cNvSpPr>
          <p:nvPr/>
        </p:nvSpPr>
        <p:spPr>
          <a:xfrm>
            <a:off x="5444090" y="2536045"/>
            <a:ext cx="28398" cy="28398"/>
          </a:xfrm>
          <a:prstGeom prst="ellipse">
            <a:avLst/>
          </a:prstGeom>
          <a:solidFill>
            <a:srgbClr val="7F8C97">
              <a:alpha val="48000"/>
            </a:srgbClr>
          </a:solidFill>
          <a:ln w="0">
            <a:noFill/>
            <a:prstDash val="solid"/>
          </a:ln>
        </p:spPr>
      </p:sp>
      <p:sp>
        <p:nvSpPr>
          <p:cNvPr id="1205" name="03_assume_matched_6502">
            <a:extLst>
              <a:ext uri="{FF2B5EF4-FFF2-40B4-BE49-F238E27FC236}">
                <a16:creationId xmlns:a16="http://schemas.microsoft.com/office/drawing/2014/main" id="{1A2A5233-542D-4A1D-A2AF-F2F5751E00B9}"/>
              </a:ext>
            </a:extLst>
          </p:cNvPr>
          <p:cNvSpPr>
            <a:spLocks noGrp="1"/>
          </p:cNvSpPr>
          <p:nvPr/>
        </p:nvSpPr>
        <p:spPr>
          <a:xfrm>
            <a:off x="5348822" y="2642385"/>
            <a:ext cx="28398" cy="28398"/>
          </a:xfrm>
          <a:prstGeom prst="ellipse">
            <a:avLst/>
          </a:prstGeom>
          <a:solidFill>
            <a:srgbClr val="7F8C97">
              <a:alpha val="48000"/>
            </a:srgbClr>
          </a:solidFill>
          <a:ln w="0">
            <a:noFill/>
            <a:prstDash val="solid"/>
          </a:ln>
        </p:spPr>
      </p:sp>
      <p:sp>
        <p:nvSpPr>
          <p:cNvPr id="1206" name="03_assume_matched_6503">
            <a:extLst>
              <a:ext uri="{FF2B5EF4-FFF2-40B4-BE49-F238E27FC236}">
                <a16:creationId xmlns:a16="http://schemas.microsoft.com/office/drawing/2014/main" id="{560C85C3-6CC2-48D5-BB52-5EAA744F2793}"/>
              </a:ext>
            </a:extLst>
          </p:cNvPr>
          <p:cNvSpPr>
            <a:spLocks noGrp="1"/>
          </p:cNvSpPr>
          <p:nvPr/>
        </p:nvSpPr>
        <p:spPr>
          <a:xfrm>
            <a:off x="5379475" y="3120914"/>
            <a:ext cx="28398" cy="28398"/>
          </a:xfrm>
          <a:prstGeom prst="ellipse">
            <a:avLst/>
          </a:prstGeom>
          <a:solidFill>
            <a:srgbClr val="7F8C97">
              <a:alpha val="48000"/>
            </a:srgbClr>
          </a:solidFill>
          <a:ln w="0">
            <a:noFill/>
            <a:prstDash val="solid"/>
          </a:ln>
        </p:spPr>
      </p:sp>
      <p:sp>
        <p:nvSpPr>
          <p:cNvPr id="1207" name="03_assume_matched_6504">
            <a:extLst>
              <a:ext uri="{FF2B5EF4-FFF2-40B4-BE49-F238E27FC236}">
                <a16:creationId xmlns:a16="http://schemas.microsoft.com/office/drawing/2014/main" id="{F3DC4392-F1FF-4E08-AABA-80A53ABA217F}"/>
              </a:ext>
            </a:extLst>
          </p:cNvPr>
          <p:cNvSpPr>
            <a:spLocks noGrp="1"/>
          </p:cNvSpPr>
          <p:nvPr/>
        </p:nvSpPr>
        <p:spPr>
          <a:xfrm>
            <a:off x="5348534" y="3096545"/>
            <a:ext cx="28398" cy="28398"/>
          </a:xfrm>
          <a:prstGeom prst="ellipse">
            <a:avLst/>
          </a:prstGeom>
          <a:solidFill>
            <a:srgbClr val="7F8C97">
              <a:alpha val="48000"/>
            </a:srgbClr>
          </a:solidFill>
          <a:ln w="0">
            <a:noFill/>
            <a:prstDash val="solid"/>
          </a:ln>
        </p:spPr>
      </p:sp>
      <p:sp>
        <p:nvSpPr>
          <p:cNvPr id="1208" name="03_assume_matched_6505">
            <a:extLst>
              <a:ext uri="{FF2B5EF4-FFF2-40B4-BE49-F238E27FC236}">
                <a16:creationId xmlns:a16="http://schemas.microsoft.com/office/drawing/2014/main" id="{FEDC94B7-7921-4141-BF61-3ACD3FAF6555}"/>
              </a:ext>
            </a:extLst>
          </p:cNvPr>
          <p:cNvSpPr>
            <a:spLocks noGrp="1"/>
          </p:cNvSpPr>
          <p:nvPr/>
        </p:nvSpPr>
        <p:spPr>
          <a:xfrm>
            <a:off x="5429843" y="2828480"/>
            <a:ext cx="28398" cy="28398"/>
          </a:xfrm>
          <a:prstGeom prst="ellipse">
            <a:avLst/>
          </a:prstGeom>
          <a:solidFill>
            <a:srgbClr val="7F8C97">
              <a:alpha val="48000"/>
            </a:srgbClr>
          </a:solidFill>
          <a:ln w="0">
            <a:noFill/>
            <a:prstDash val="solid"/>
          </a:ln>
        </p:spPr>
      </p:sp>
      <p:sp>
        <p:nvSpPr>
          <p:cNvPr id="1209" name="03_assume_matched_6506">
            <a:extLst>
              <a:ext uri="{FF2B5EF4-FFF2-40B4-BE49-F238E27FC236}">
                <a16:creationId xmlns:a16="http://schemas.microsoft.com/office/drawing/2014/main" id="{EC40FA4E-BB80-47D0-8AC1-EA3B17AB3974}"/>
              </a:ext>
            </a:extLst>
          </p:cNvPr>
          <p:cNvSpPr>
            <a:spLocks noGrp="1"/>
          </p:cNvSpPr>
          <p:nvPr/>
        </p:nvSpPr>
        <p:spPr>
          <a:xfrm>
            <a:off x="5411135" y="3120914"/>
            <a:ext cx="28398" cy="28398"/>
          </a:xfrm>
          <a:prstGeom prst="ellipse">
            <a:avLst/>
          </a:prstGeom>
          <a:solidFill>
            <a:srgbClr val="7F8C97">
              <a:alpha val="48000"/>
            </a:srgbClr>
          </a:solidFill>
          <a:ln w="0">
            <a:noFill/>
            <a:prstDash val="solid"/>
          </a:ln>
        </p:spPr>
      </p:sp>
      <p:sp>
        <p:nvSpPr>
          <p:cNvPr id="1210" name="03_assume_matched_6507">
            <a:extLst>
              <a:ext uri="{FF2B5EF4-FFF2-40B4-BE49-F238E27FC236}">
                <a16:creationId xmlns:a16="http://schemas.microsoft.com/office/drawing/2014/main" id="{50DFD648-3A6F-4EEE-BBA1-6B2027EE5514}"/>
              </a:ext>
            </a:extLst>
          </p:cNvPr>
          <p:cNvSpPr>
            <a:spLocks noGrp="1"/>
          </p:cNvSpPr>
          <p:nvPr/>
        </p:nvSpPr>
        <p:spPr>
          <a:xfrm>
            <a:off x="5395881" y="3120914"/>
            <a:ext cx="28398" cy="28398"/>
          </a:xfrm>
          <a:prstGeom prst="ellipse">
            <a:avLst/>
          </a:prstGeom>
          <a:solidFill>
            <a:srgbClr val="7F8C97">
              <a:alpha val="48000"/>
            </a:srgbClr>
          </a:solidFill>
          <a:ln w="0">
            <a:noFill/>
            <a:prstDash val="solid"/>
          </a:ln>
        </p:spPr>
      </p:sp>
      <p:sp>
        <p:nvSpPr>
          <p:cNvPr id="1211" name="03_assume_matched_6508">
            <a:extLst>
              <a:ext uri="{FF2B5EF4-FFF2-40B4-BE49-F238E27FC236}">
                <a16:creationId xmlns:a16="http://schemas.microsoft.com/office/drawing/2014/main" id="{4CB24DF7-C92C-4B6B-8918-E9E44CBCA27A}"/>
              </a:ext>
            </a:extLst>
          </p:cNvPr>
          <p:cNvSpPr>
            <a:spLocks noGrp="1"/>
          </p:cNvSpPr>
          <p:nvPr/>
        </p:nvSpPr>
        <p:spPr>
          <a:xfrm>
            <a:off x="5381634" y="3120914"/>
            <a:ext cx="28398" cy="28398"/>
          </a:xfrm>
          <a:prstGeom prst="ellipse">
            <a:avLst/>
          </a:prstGeom>
          <a:solidFill>
            <a:srgbClr val="7F8C97">
              <a:alpha val="48000"/>
            </a:srgbClr>
          </a:solidFill>
          <a:ln w="0">
            <a:noFill/>
            <a:prstDash val="solid"/>
          </a:ln>
        </p:spPr>
      </p:sp>
      <p:sp>
        <p:nvSpPr>
          <p:cNvPr id="1212" name="03_assume_matched_6509">
            <a:extLst>
              <a:ext uri="{FF2B5EF4-FFF2-40B4-BE49-F238E27FC236}">
                <a16:creationId xmlns:a16="http://schemas.microsoft.com/office/drawing/2014/main" id="{C8EC3F97-6113-4A10-9E1C-48794B4DE3E8}"/>
              </a:ext>
            </a:extLst>
          </p:cNvPr>
          <p:cNvSpPr>
            <a:spLocks noGrp="1"/>
          </p:cNvSpPr>
          <p:nvPr/>
        </p:nvSpPr>
        <p:spPr>
          <a:xfrm>
            <a:off x="5398039" y="2536045"/>
            <a:ext cx="28398" cy="28398"/>
          </a:xfrm>
          <a:prstGeom prst="ellipse">
            <a:avLst/>
          </a:prstGeom>
          <a:solidFill>
            <a:srgbClr val="7F8C97">
              <a:alpha val="48000"/>
            </a:srgbClr>
          </a:solidFill>
          <a:ln w="0">
            <a:noFill/>
            <a:prstDash val="solid"/>
          </a:ln>
        </p:spPr>
      </p:sp>
      <p:sp>
        <p:nvSpPr>
          <p:cNvPr id="1213" name="03_assume_matched_6510">
            <a:extLst>
              <a:ext uri="{FF2B5EF4-FFF2-40B4-BE49-F238E27FC236}">
                <a16:creationId xmlns:a16="http://schemas.microsoft.com/office/drawing/2014/main" id="{DC20A9AC-E184-436D-A354-7FCFC3D5C84D}"/>
              </a:ext>
            </a:extLst>
          </p:cNvPr>
          <p:cNvSpPr>
            <a:spLocks noGrp="1"/>
          </p:cNvSpPr>
          <p:nvPr/>
        </p:nvSpPr>
        <p:spPr>
          <a:xfrm>
            <a:off x="5483233" y="2828480"/>
            <a:ext cx="28398" cy="28398"/>
          </a:xfrm>
          <a:prstGeom prst="ellipse">
            <a:avLst/>
          </a:prstGeom>
          <a:solidFill>
            <a:srgbClr val="7F8C97">
              <a:alpha val="48000"/>
            </a:srgbClr>
          </a:solidFill>
          <a:ln w="0">
            <a:noFill/>
            <a:prstDash val="solid"/>
          </a:ln>
        </p:spPr>
      </p:sp>
      <p:sp>
        <p:nvSpPr>
          <p:cNvPr id="1214" name="03_assume_matched_6511">
            <a:extLst>
              <a:ext uri="{FF2B5EF4-FFF2-40B4-BE49-F238E27FC236}">
                <a16:creationId xmlns:a16="http://schemas.microsoft.com/office/drawing/2014/main" id="{F90F3834-56A6-422F-970A-40C81EEA12AD}"/>
              </a:ext>
            </a:extLst>
          </p:cNvPr>
          <p:cNvSpPr>
            <a:spLocks noGrp="1"/>
          </p:cNvSpPr>
          <p:nvPr/>
        </p:nvSpPr>
        <p:spPr>
          <a:xfrm>
            <a:off x="5438190" y="2536045"/>
            <a:ext cx="28398" cy="28398"/>
          </a:xfrm>
          <a:prstGeom prst="ellipse">
            <a:avLst/>
          </a:prstGeom>
          <a:solidFill>
            <a:srgbClr val="7F8C97">
              <a:alpha val="48000"/>
            </a:srgbClr>
          </a:solidFill>
          <a:ln w="0">
            <a:noFill/>
            <a:prstDash val="solid"/>
          </a:ln>
        </p:spPr>
      </p:sp>
      <p:sp>
        <p:nvSpPr>
          <p:cNvPr id="1215" name="03_assume_matched_6512">
            <a:extLst>
              <a:ext uri="{FF2B5EF4-FFF2-40B4-BE49-F238E27FC236}">
                <a16:creationId xmlns:a16="http://schemas.microsoft.com/office/drawing/2014/main" id="{BE795266-5B24-4DF2-B50C-91A9781FBBCD}"/>
              </a:ext>
            </a:extLst>
          </p:cNvPr>
          <p:cNvSpPr>
            <a:spLocks noGrp="1"/>
          </p:cNvSpPr>
          <p:nvPr/>
        </p:nvSpPr>
        <p:spPr>
          <a:xfrm>
            <a:off x="5447976" y="3120914"/>
            <a:ext cx="28398" cy="28398"/>
          </a:xfrm>
          <a:prstGeom prst="ellipse">
            <a:avLst/>
          </a:prstGeom>
          <a:solidFill>
            <a:srgbClr val="7F8C97">
              <a:alpha val="48000"/>
            </a:srgbClr>
          </a:solidFill>
          <a:ln w="0">
            <a:noFill/>
            <a:prstDash val="solid"/>
          </a:ln>
        </p:spPr>
      </p:sp>
      <p:sp>
        <p:nvSpPr>
          <p:cNvPr id="1216" name="03_assume_matched_6513">
            <a:extLst>
              <a:ext uri="{FF2B5EF4-FFF2-40B4-BE49-F238E27FC236}">
                <a16:creationId xmlns:a16="http://schemas.microsoft.com/office/drawing/2014/main" id="{D3A02B77-A05D-4E31-95A1-5AB644F38A35}"/>
              </a:ext>
            </a:extLst>
          </p:cNvPr>
          <p:cNvSpPr>
            <a:spLocks noGrp="1"/>
          </p:cNvSpPr>
          <p:nvPr/>
        </p:nvSpPr>
        <p:spPr>
          <a:xfrm>
            <a:off x="5384800" y="2990943"/>
            <a:ext cx="28398" cy="28398"/>
          </a:xfrm>
          <a:prstGeom prst="ellipse">
            <a:avLst/>
          </a:prstGeom>
          <a:solidFill>
            <a:srgbClr val="7F8C97">
              <a:alpha val="48000"/>
            </a:srgbClr>
          </a:solidFill>
          <a:ln w="0">
            <a:noFill/>
            <a:prstDash val="solid"/>
          </a:ln>
        </p:spPr>
      </p:sp>
      <p:sp>
        <p:nvSpPr>
          <p:cNvPr id="1217" name="03_assume_matched_6514">
            <a:extLst>
              <a:ext uri="{FF2B5EF4-FFF2-40B4-BE49-F238E27FC236}">
                <a16:creationId xmlns:a16="http://schemas.microsoft.com/office/drawing/2014/main" id="{B419247B-C8C1-4BC8-90F2-CBED18D0A069}"/>
              </a:ext>
            </a:extLst>
          </p:cNvPr>
          <p:cNvSpPr>
            <a:spLocks noGrp="1"/>
          </p:cNvSpPr>
          <p:nvPr/>
        </p:nvSpPr>
        <p:spPr>
          <a:xfrm>
            <a:off x="5475174" y="2925958"/>
            <a:ext cx="28398" cy="28398"/>
          </a:xfrm>
          <a:prstGeom prst="ellipse">
            <a:avLst/>
          </a:prstGeom>
          <a:solidFill>
            <a:srgbClr val="7F8C97">
              <a:alpha val="48000"/>
            </a:srgbClr>
          </a:solidFill>
          <a:ln w="0">
            <a:noFill/>
            <a:prstDash val="solid"/>
          </a:ln>
        </p:spPr>
      </p:sp>
      <p:sp>
        <p:nvSpPr>
          <p:cNvPr id="1218" name="03_assume_matched_6515">
            <a:extLst>
              <a:ext uri="{FF2B5EF4-FFF2-40B4-BE49-F238E27FC236}">
                <a16:creationId xmlns:a16="http://schemas.microsoft.com/office/drawing/2014/main" id="{30FB64C6-0A5E-4BB4-95FA-67D16FD0EF6E}"/>
              </a:ext>
            </a:extLst>
          </p:cNvPr>
          <p:cNvSpPr>
            <a:spLocks noGrp="1"/>
          </p:cNvSpPr>
          <p:nvPr/>
        </p:nvSpPr>
        <p:spPr>
          <a:xfrm>
            <a:off x="5448263" y="2536045"/>
            <a:ext cx="28398" cy="28398"/>
          </a:xfrm>
          <a:prstGeom prst="ellipse">
            <a:avLst/>
          </a:prstGeom>
          <a:solidFill>
            <a:srgbClr val="7F8C97">
              <a:alpha val="48000"/>
            </a:srgbClr>
          </a:solidFill>
          <a:ln w="0">
            <a:noFill/>
            <a:prstDash val="solid"/>
          </a:ln>
        </p:spPr>
      </p:sp>
      <p:sp>
        <p:nvSpPr>
          <p:cNvPr id="1219" name="03_assume_matched_6516">
            <a:extLst>
              <a:ext uri="{FF2B5EF4-FFF2-40B4-BE49-F238E27FC236}">
                <a16:creationId xmlns:a16="http://schemas.microsoft.com/office/drawing/2014/main" id="{0BB48892-5F6F-4A48-B112-1134963F37E1}"/>
              </a:ext>
            </a:extLst>
          </p:cNvPr>
          <p:cNvSpPr>
            <a:spLocks noGrp="1"/>
          </p:cNvSpPr>
          <p:nvPr/>
        </p:nvSpPr>
        <p:spPr>
          <a:xfrm>
            <a:off x="5366091" y="3120914"/>
            <a:ext cx="28398" cy="28398"/>
          </a:xfrm>
          <a:prstGeom prst="ellipse">
            <a:avLst/>
          </a:prstGeom>
          <a:solidFill>
            <a:srgbClr val="7F8C97">
              <a:alpha val="48000"/>
            </a:srgbClr>
          </a:solidFill>
          <a:ln w="0">
            <a:noFill/>
            <a:prstDash val="solid"/>
          </a:ln>
        </p:spPr>
      </p:sp>
      <p:sp>
        <p:nvSpPr>
          <p:cNvPr id="1220" name="03_assume_matched_6517">
            <a:extLst>
              <a:ext uri="{FF2B5EF4-FFF2-40B4-BE49-F238E27FC236}">
                <a16:creationId xmlns:a16="http://schemas.microsoft.com/office/drawing/2014/main" id="{CA57CB37-4730-4161-8E4A-FB354020A1CA}"/>
              </a:ext>
            </a:extLst>
          </p:cNvPr>
          <p:cNvSpPr>
            <a:spLocks noGrp="1"/>
          </p:cNvSpPr>
          <p:nvPr/>
        </p:nvSpPr>
        <p:spPr>
          <a:xfrm>
            <a:off x="5373431" y="3120914"/>
            <a:ext cx="28398" cy="28398"/>
          </a:xfrm>
          <a:prstGeom prst="ellipse">
            <a:avLst/>
          </a:prstGeom>
          <a:solidFill>
            <a:srgbClr val="7F8C97">
              <a:alpha val="48000"/>
            </a:srgbClr>
          </a:solidFill>
          <a:ln w="0">
            <a:noFill/>
            <a:prstDash val="solid"/>
          </a:ln>
        </p:spPr>
      </p:sp>
      <p:sp>
        <p:nvSpPr>
          <p:cNvPr id="1221" name="03_assume_matched_6518">
            <a:extLst>
              <a:ext uri="{FF2B5EF4-FFF2-40B4-BE49-F238E27FC236}">
                <a16:creationId xmlns:a16="http://schemas.microsoft.com/office/drawing/2014/main" id="{D81653D2-D169-44B2-9A58-016CC1973692}"/>
              </a:ext>
            </a:extLst>
          </p:cNvPr>
          <p:cNvSpPr>
            <a:spLocks noGrp="1"/>
          </p:cNvSpPr>
          <p:nvPr/>
        </p:nvSpPr>
        <p:spPr>
          <a:xfrm>
            <a:off x="5384656" y="2925958"/>
            <a:ext cx="28398" cy="28398"/>
          </a:xfrm>
          <a:prstGeom prst="ellipse">
            <a:avLst/>
          </a:prstGeom>
          <a:solidFill>
            <a:srgbClr val="7F8C97">
              <a:alpha val="48000"/>
            </a:srgbClr>
          </a:solidFill>
          <a:ln w="0">
            <a:noFill/>
            <a:prstDash val="solid"/>
          </a:ln>
        </p:spPr>
      </p:sp>
      <p:sp>
        <p:nvSpPr>
          <p:cNvPr id="1222" name="03_assume_matched_6519">
            <a:extLst>
              <a:ext uri="{FF2B5EF4-FFF2-40B4-BE49-F238E27FC236}">
                <a16:creationId xmlns:a16="http://schemas.microsoft.com/office/drawing/2014/main" id="{3F95ABE8-4EF3-4F3E-9905-29A9D057E5C0}"/>
              </a:ext>
            </a:extLst>
          </p:cNvPr>
          <p:cNvSpPr>
            <a:spLocks noGrp="1"/>
          </p:cNvSpPr>
          <p:nvPr/>
        </p:nvSpPr>
        <p:spPr>
          <a:xfrm>
            <a:off x="5474023" y="3120914"/>
            <a:ext cx="28398" cy="28398"/>
          </a:xfrm>
          <a:prstGeom prst="ellipse">
            <a:avLst/>
          </a:prstGeom>
          <a:solidFill>
            <a:srgbClr val="7F8C97">
              <a:alpha val="48000"/>
            </a:srgbClr>
          </a:solidFill>
          <a:ln w="0">
            <a:noFill/>
            <a:prstDash val="solid"/>
          </a:ln>
        </p:spPr>
      </p:sp>
      <p:sp>
        <p:nvSpPr>
          <p:cNvPr id="1223" name="03_assume_matched_6520">
            <a:extLst>
              <a:ext uri="{FF2B5EF4-FFF2-40B4-BE49-F238E27FC236}">
                <a16:creationId xmlns:a16="http://schemas.microsoft.com/office/drawing/2014/main" id="{32219319-D794-4F75-A662-52C281605D51}"/>
              </a:ext>
            </a:extLst>
          </p:cNvPr>
          <p:cNvSpPr>
            <a:spLocks noGrp="1"/>
          </p:cNvSpPr>
          <p:nvPr/>
        </p:nvSpPr>
        <p:spPr>
          <a:xfrm>
            <a:off x="5386958" y="2536045"/>
            <a:ext cx="28398" cy="28398"/>
          </a:xfrm>
          <a:prstGeom prst="ellipse">
            <a:avLst/>
          </a:prstGeom>
          <a:solidFill>
            <a:srgbClr val="7F8C97">
              <a:alpha val="48000"/>
            </a:srgbClr>
          </a:solidFill>
          <a:ln w="0">
            <a:noFill/>
            <a:prstDash val="solid"/>
          </a:ln>
        </p:spPr>
      </p:sp>
      <p:sp>
        <p:nvSpPr>
          <p:cNvPr id="1224" name="03_assume_matched_6521">
            <a:extLst>
              <a:ext uri="{FF2B5EF4-FFF2-40B4-BE49-F238E27FC236}">
                <a16:creationId xmlns:a16="http://schemas.microsoft.com/office/drawing/2014/main" id="{49CFE493-03E8-4CAA-82F9-BB05178D35A2}"/>
              </a:ext>
            </a:extLst>
          </p:cNvPr>
          <p:cNvSpPr>
            <a:spLocks noGrp="1"/>
          </p:cNvSpPr>
          <p:nvPr/>
        </p:nvSpPr>
        <p:spPr>
          <a:xfrm>
            <a:off x="5465964" y="3120914"/>
            <a:ext cx="28398" cy="28398"/>
          </a:xfrm>
          <a:prstGeom prst="ellipse">
            <a:avLst/>
          </a:prstGeom>
          <a:solidFill>
            <a:srgbClr val="7F8C97">
              <a:alpha val="48000"/>
            </a:srgbClr>
          </a:solidFill>
          <a:ln w="0">
            <a:noFill/>
            <a:prstDash val="solid"/>
          </a:ln>
        </p:spPr>
      </p:sp>
      <p:sp>
        <p:nvSpPr>
          <p:cNvPr id="1225" name="03_assume_matched_6522">
            <a:extLst>
              <a:ext uri="{FF2B5EF4-FFF2-40B4-BE49-F238E27FC236}">
                <a16:creationId xmlns:a16="http://schemas.microsoft.com/office/drawing/2014/main" id="{83C17545-B2F0-4EFE-8385-7092EA4976DE}"/>
              </a:ext>
            </a:extLst>
          </p:cNvPr>
          <p:cNvSpPr>
            <a:spLocks noGrp="1"/>
          </p:cNvSpPr>
          <p:nvPr/>
        </p:nvSpPr>
        <p:spPr>
          <a:xfrm>
            <a:off x="5467115" y="2536045"/>
            <a:ext cx="28398" cy="28398"/>
          </a:xfrm>
          <a:prstGeom prst="ellipse">
            <a:avLst/>
          </a:prstGeom>
          <a:solidFill>
            <a:srgbClr val="7F8C97">
              <a:alpha val="48000"/>
            </a:srgbClr>
          </a:solidFill>
          <a:ln w="0">
            <a:noFill/>
            <a:prstDash val="solid"/>
          </a:ln>
        </p:spPr>
      </p:sp>
      <p:sp>
        <p:nvSpPr>
          <p:cNvPr id="1226" name="03_assume_matched_6523">
            <a:extLst>
              <a:ext uri="{FF2B5EF4-FFF2-40B4-BE49-F238E27FC236}">
                <a16:creationId xmlns:a16="http://schemas.microsoft.com/office/drawing/2014/main" id="{69FEEB74-1CE8-4BD1-A728-C3A3A20454CE}"/>
              </a:ext>
            </a:extLst>
          </p:cNvPr>
          <p:cNvSpPr>
            <a:spLocks noGrp="1"/>
          </p:cNvSpPr>
          <p:nvPr/>
        </p:nvSpPr>
        <p:spPr>
          <a:xfrm>
            <a:off x="5470857" y="3120914"/>
            <a:ext cx="28398" cy="28398"/>
          </a:xfrm>
          <a:prstGeom prst="ellipse">
            <a:avLst/>
          </a:prstGeom>
          <a:solidFill>
            <a:srgbClr val="7F8C97">
              <a:alpha val="48000"/>
            </a:srgbClr>
          </a:solidFill>
          <a:ln w="0">
            <a:noFill/>
            <a:prstDash val="solid"/>
          </a:ln>
        </p:spPr>
      </p:sp>
      <p:sp>
        <p:nvSpPr>
          <p:cNvPr id="1227" name="03_assume_matched_6524">
            <a:extLst>
              <a:ext uri="{FF2B5EF4-FFF2-40B4-BE49-F238E27FC236}">
                <a16:creationId xmlns:a16="http://schemas.microsoft.com/office/drawing/2014/main" id="{D1DC421D-F046-4E6D-8386-451F51768818}"/>
              </a:ext>
            </a:extLst>
          </p:cNvPr>
          <p:cNvSpPr>
            <a:spLocks noGrp="1"/>
          </p:cNvSpPr>
          <p:nvPr/>
        </p:nvSpPr>
        <p:spPr>
          <a:xfrm>
            <a:off x="5388109" y="3120914"/>
            <a:ext cx="28398" cy="28398"/>
          </a:xfrm>
          <a:prstGeom prst="ellipse">
            <a:avLst/>
          </a:prstGeom>
          <a:solidFill>
            <a:srgbClr val="7F8C97">
              <a:alpha val="48000"/>
            </a:srgbClr>
          </a:solidFill>
          <a:ln w="0">
            <a:noFill/>
            <a:prstDash val="solid"/>
          </a:ln>
        </p:spPr>
      </p:sp>
      <p:sp>
        <p:nvSpPr>
          <p:cNvPr id="1228" name="03_assume_matched_6525">
            <a:extLst>
              <a:ext uri="{FF2B5EF4-FFF2-40B4-BE49-F238E27FC236}">
                <a16:creationId xmlns:a16="http://schemas.microsoft.com/office/drawing/2014/main" id="{45CB953D-DF4F-4E1D-A8C5-664FA6D82DFF}"/>
              </a:ext>
            </a:extLst>
          </p:cNvPr>
          <p:cNvSpPr>
            <a:spLocks noGrp="1"/>
          </p:cNvSpPr>
          <p:nvPr/>
        </p:nvSpPr>
        <p:spPr>
          <a:xfrm>
            <a:off x="5366379" y="2536045"/>
            <a:ext cx="28398" cy="28398"/>
          </a:xfrm>
          <a:prstGeom prst="ellipse">
            <a:avLst/>
          </a:prstGeom>
          <a:solidFill>
            <a:srgbClr val="7F8C97">
              <a:alpha val="48000"/>
            </a:srgbClr>
          </a:solidFill>
          <a:ln w="0">
            <a:noFill/>
            <a:prstDash val="solid"/>
          </a:ln>
        </p:spPr>
      </p:sp>
      <p:sp>
        <p:nvSpPr>
          <p:cNvPr id="1229" name="03_assume_matched_6526">
            <a:extLst>
              <a:ext uri="{FF2B5EF4-FFF2-40B4-BE49-F238E27FC236}">
                <a16:creationId xmlns:a16="http://schemas.microsoft.com/office/drawing/2014/main" id="{73F8A268-A041-4B3B-937C-983003825822}"/>
              </a:ext>
            </a:extLst>
          </p:cNvPr>
          <p:cNvSpPr>
            <a:spLocks noGrp="1"/>
          </p:cNvSpPr>
          <p:nvPr/>
        </p:nvSpPr>
        <p:spPr>
          <a:xfrm>
            <a:off x="5450134" y="3120914"/>
            <a:ext cx="28398" cy="28398"/>
          </a:xfrm>
          <a:prstGeom prst="ellipse">
            <a:avLst/>
          </a:prstGeom>
          <a:solidFill>
            <a:srgbClr val="7F8C97">
              <a:alpha val="48000"/>
            </a:srgbClr>
          </a:solidFill>
          <a:ln w="0">
            <a:noFill/>
            <a:prstDash val="solid"/>
          </a:ln>
        </p:spPr>
      </p:sp>
      <p:sp>
        <p:nvSpPr>
          <p:cNvPr id="1230" name="03_assume_matched_6527">
            <a:extLst>
              <a:ext uri="{FF2B5EF4-FFF2-40B4-BE49-F238E27FC236}">
                <a16:creationId xmlns:a16="http://schemas.microsoft.com/office/drawing/2014/main" id="{EFE34E23-2861-4AAB-B9DE-5AF13B1A260C}"/>
              </a:ext>
            </a:extLst>
          </p:cNvPr>
          <p:cNvSpPr>
            <a:spLocks noGrp="1"/>
          </p:cNvSpPr>
          <p:nvPr/>
        </p:nvSpPr>
        <p:spPr>
          <a:xfrm>
            <a:off x="5359615" y="3120914"/>
            <a:ext cx="28398" cy="28398"/>
          </a:xfrm>
          <a:prstGeom prst="ellipse">
            <a:avLst/>
          </a:prstGeom>
          <a:solidFill>
            <a:srgbClr val="7F8C97">
              <a:alpha val="48000"/>
            </a:srgbClr>
          </a:solidFill>
          <a:ln w="0">
            <a:noFill/>
            <a:prstDash val="solid"/>
          </a:ln>
        </p:spPr>
      </p:sp>
      <p:sp>
        <p:nvSpPr>
          <p:cNvPr id="1231" name="03_assume_matched_6528">
            <a:extLst>
              <a:ext uri="{FF2B5EF4-FFF2-40B4-BE49-F238E27FC236}">
                <a16:creationId xmlns:a16="http://schemas.microsoft.com/office/drawing/2014/main" id="{92AE3171-5F88-4C24-A96C-ABB5105A3AAF}"/>
              </a:ext>
            </a:extLst>
          </p:cNvPr>
          <p:cNvSpPr>
            <a:spLocks noGrp="1"/>
          </p:cNvSpPr>
          <p:nvPr/>
        </p:nvSpPr>
        <p:spPr>
          <a:xfrm>
            <a:off x="5453732" y="2536045"/>
            <a:ext cx="28398" cy="28398"/>
          </a:xfrm>
          <a:prstGeom prst="ellipse">
            <a:avLst/>
          </a:prstGeom>
          <a:solidFill>
            <a:srgbClr val="7F8C97">
              <a:alpha val="48000"/>
            </a:srgbClr>
          </a:solidFill>
          <a:ln w="0">
            <a:noFill/>
            <a:prstDash val="solid"/>
          </a:ln>
        </p:spPr>
      </p:sp>
      <p:sp>
        <p:nvSpPr>
          <p:cNvPr id="1232" name="03_assume_matched_6529">
            <a:extLst>
              <a:ext uri="{FF2B5EF4-FFF2-40B4-BE49-F238E27FC236}">
                <a16:creationId xmlns:a16="http://schemas.microsoft.com/office/drawing/2014/main" id="{BA8D5259-9683-40D2-B760-46170F66490D}"/>
              </a:ext>
            </a:extLst>
          </p:cNvPr>
          <p:cNvSpPr>
            <a:spLocks noGrp="1"/>
          </p:cNvSpPr>
          <p:nvPr/>
        </p:nvSpPr>
        <p:spPr>
          <a:xfrm>
            <a:off x="5360911" y="2828480"/>
            <a:ext cx="28398" cy="28398"/>
          </a:xfrm>
          <a:prstGeom prst="ellipse">
            <a:avLst/>
          </a:prstGeom>
          <a:solidFill>
            <a:srgbClr val="7F8C97">
              <a:alpha val="48000"/>
            </a:srgbClr>
          </a:solidFill>
          <a:ln w="0">
            <a:noFill/>
            <a:prstDash val="solid"/>
          </a:ln>
        </p:spPr>
      </p:sp>
      <p:sp>
        <p:nvSpPr>
          <p:cNvPr id="1233" name="03_assume_matched_6530">
            <a:extLst>
              <a:ext uri="{FF2B5EF4-FFF2-40B4-BE49-F238E27FC236}">
                <a16:creationId xmlns:a16="http://schemas.microsoft.com/office/drawing/2014/main" id="{CC35F825-5DD3-4005-A503-C1067CD9B292}"/>
              </a:ext>
            </a:extLst>
          </p:cNvPr>
          <p:cNvSpPr>
            <a:spLocks noGrp="1"/>
          </p:cNvSpPr>
          <p:nvPr/>
        </p:nvSpPr>
        <p:spPr>
          <a:xfrm>
            <a:off x="5481362" y="2536045"/>
            <a:ext cx="28398" cy="28398"/>
          </a:xfrm>
          <a:prstGeom prst="ellipse">
            <a:avLst/>
          </a:prstGeom>
          <a:solidFill>
            <a:srgbClr val="7F8C97">
              <a:alpha val="48000"/>
            </a:srgbClr>
          </a:solidFill>
          <a:ln w="0">
            <a:noFill/>
            <a:prstDash val="solid"/>
          </a:ln>
        </p:spPr>
      </p:sp>
      <p:sp>
        <p:nvSpPr>
          <p:cNvPr id="1234" name="03_assume_matched_6531">
            <a:extLst>
              <a:ext uri="{FF2B5EF4-FFF2-40B4-BE49-F238E27FC236}">
                <a16:creationId xmlns:a16="http://schemas.microsoft.com/office/drawing/2014/main" id="{ABBFD563-68B5-47FD-B663-7D1A7D071655}"/>
              </a:ext>
            </a:extLst>
          </p:cNvPr>
          <p:cNvSpPr>
            <a:spLocks noGrp="1"/>
          </p:cNvSpPr>
          <p:nvPr/>
        </p:nvSpPr>
        <p:spPr>
          <a:xfrm>
            <a:off x="5459344" y="2536045"/>
            <a:ext cx="28398" cy="28398"/>
          </a:xfrm>
          <a:prstGeom prst="ellipse">
            <a:avLst/>
          </a:prstGeom>
          <a:solidFill>
            <a:srgbClr val="7F8C97">
              <a:alpha val="48000"/>
            </a:srgbClr>
          </a:solidFill>
          <a:ln w="0">
            <a:noFill/>
            <a:prstDash val="solid"/>
          </a:ln>
        </p:spPr>
      </p:sp>
      <p:sp>
        <p:nvSpPr>
          <p:cNvPr id="1235" name="03_assume_matched_6532">
            <a:extLst>
              <a:ext uri="{FF2B5EF4-FFF2-40B4-BE49-F238E27FC236}">
                <a16:creationId xmlns:a16="http://schemas.microsoft.com/office/drawing/2014/main" id="{6DCC157F-A842-4135-AE0A-0D2DE1FEA373}"/>
              </a:ext>
            </a:extLst>
          </p:cNvPr>
          <p:cNvSpPr>
            <a:spLocks noGrp="1"/>
          </p:cNvSpPr>
          <p:nvPr/>
        </p:nvSpPr>
        <p:spPr>
          <a:xfrm>
            <a:off x="5407249" y="2536045"/>
            <a:ext cx="28398" cy="28398"/>
          </a:xfrm>
          <a:prstGeom prst="ellipse">
            <a:avLst/>
          </a:prstGeom>
          <a:solidFill>
            <a:srgbClr val="7F8C97">
              <a:alpha val="48000"/>
            </a:srgbClr>
          </a:solidFill>
          <a:ln w="0">
            <a:noFill/>
            <a:prstDash val="solid"/>
          </a:ln>
        </p:spPr>
      </p:sp>
      <p:sp>
        <p:nvSpPr>
          <p:cNvPr id="1236" name="03_assume_matched_6533">
            <a:extLst>
              <a:ext uri="{FF2B5EF4-FFF2-40B4-BE49-F238E27FC236}">
                <a16:creationId xmlns:a16="http://schemas.microsoft.com/office/drawing/2014/main" id="{73106E1C-2DF4-4568-94DB-E0535E21ACAA}"/>
              </a:ext>
            </a:extLst>
          </p:cNvPr>
          <p:cNvSpPr>
            <a:spLocks noGrp="1"/>
          </p:cNvSpPr>
          <p:nvPr/>
        </p:nvSpPr>
        <p:spPr>
          <a:xfrm>
            <a:off x="5382929" y="3120914"/>
            <a:ext cx="28398" cy="28398"/>
          </a:xfrm>
          <a:prstGeom prst="ellipse">
            <a:avLst/>
          </a:prstGeom>
          <a:solidFill>
            <a:srgbClr val="7F8C97">
              <a:alpha val="48000"/>
            </a:srgbClr>
          </a:solidFill>
          <a:ln w="0">
            <a:noFill/>
            <a:prstDash val="solid"/>
          </a:ln>
        </p:spPr>
      </p:sp>
      <p:sp>
        <p:nvSpPr>
          <p:cNvPr id="1237" name="03_assume_matched_6534">
            <a:extLst>
              <a:ext uri="{FF2B5EF4-FFF2-40B4-BE49-F238E27FC236}">
                <a16:creationId xmlns:a16="http://schemas.microsoft.com/office/drawing/2014/main" id="{FA76495F-2946-4DA6-98DC-7CB1B353B85A}"/>
              </a:ext>
            </a:extLst>
          </p:cNvPr>
          <p:cNvSpPr>
            <a:spLocks noGrp="1"/>
          </p:cNvSpPr>
          <p:nvPr/>
        </p:nvSpPr>
        <p:spPr>
          <a:xfrm>
            <a:off x="5485392" y="3120914"/>
            <a:ext cx="28398" cy="28398"/>
          </a:xfrm>
          <a:prstGeom prst="ellipse">
            <a:avLst/>
          </a:prstGeom>
          <a:solidFill>
            <a:srgbClr val="7F8C97">
              <a:alpha val="48000"/>
            </a:srgbClr>
          </a:solidFill>
          <a:ln w="0">
            <a:noFill/>
            <a:prstDash val="solid"/>
          </a:ln>
        </p:spPr>
      </p:sp>
      <p:sp>
        <p:nvSpPr>
          <p:cNvPr id="1238" name="03_assume_matched_6535">
            <a:extLst>
              <a:ext uri="{FF2B5EF4-FFF2-40B4-BE49-F238E27FC236}">
                <a16:creationId xmlns:a16="http://schemas.microsoft.com/office/drawing/2014/main" id="{17C7C1F3-3298-4AAC-83D5-FC83166EC723}"/>
              </a:ext>
            </a:extLst>
          </p:cNvPr>
          <p:cNvSpPr>
            <a:spLocks noGrp="1"/>
          </p:cNvSpPr>
          <p:nvPr/>
        </p:nvSpPr>
        <p:spPr>
          <a:xfrm>
            <a:off x="5433153" y="2536045"/>
            <a:ext cx="28398" cy="28398"/>
          </a:xfrm>
          <a:prstGeom prst="ellipse">
            <a:avLst/>
          </a:prstGeom>
          <a:solidFill>
            <a:srgbClr val="7F8C97">
              <a:alpha val="48000"/>
            </a:srgbClr>
          </a:solidFill>
          <a:ln w="0">
            <a:noFill/>
            <a:prstDash val="solid"/>
          </a:ln>
        </p:spPr>
      </p:sp>
      <p:sp>
        <p:nvSpPr>
          <p:cNvPr id="1239" name="03_assume_matched_6536">
            <a:extLst>
              <a:ext uri="{FF2B5EF4-FFF2-40B4-BE49-F238E27FC236}">
                <a16:creationId xmlns:a16="http://schemas.microsoft.com/office/drawing/2014/main" id="{EB77422E-00BE-4878-9D17-C08FCE9A5746}"/>
              </a:ext>
            </a:extLst>
          </p:cNvPr>
          <p:cNvSpPr>
            <a:spLocks noGrp="1"/>
          </p:cNvSpPr>
          <p:nvPr/>
        </p:nvSpPr>
        <p:spPr>
          <a:xfrm>
            <a:off x="5465964" y="3120914"/>
            <a:ext cx="28398" cy="28398"/>
          </a:xfrm>
          <a:prstGeom prst="ellipse">
            <a:avLst/>
          </a:prstGeom>
          <a:solidFill>
            <a:srgbClr val="7F8C97">
              <a:alpha val="48000"/>
            </a:srgbClr>
          </a:solidFill>
          <a:ln w="0">
            <a:noFill/>
            <a:prstDash val="solid"/>
          </a:ln>
        </p:spPr>
      </p:sp>
      <p:sp>
        <p:nvSpPr>
          <p:cNvPr id="1240" name="03_assume_matched_6537">
            <a:extLst>
              <a:ext uri="{FF2B5EF4-FFF2-40B4-BE49-F238E27FC236}">
                <a16:creationId xmlns:a16="http://schemas.microsoft.com/office/drawing/2014/main" id="{5EEBEEF5-AA09-4E5B-BC68-85532D307683}"/>
              </a:ext>
            </a:extLst>
          </p:cNvPr>
          <p:cNvSpPr>
            <a:spLocks noGrp="1"/>
          </p:cNvSpPr>
          <p:nvPr/>
        </p:nvSpPr>
        <p:spPr>
          <a:xfrm>
            <a:off x="5365084" y="2536045"/>
            <a:ext cx="28398" cy="28398"/>
          </a:xfrm>
          <a:prstGeom prst="ellipse">
            <a:avLst/>
          </a:prstGeom>
          <a:solidFill>
            <a:srgbClr val="7F8C97">
              <a:alpha val="48000"/>
            </a:srgbClr>
          </a:solidFill>
          <a:ln w="0">
            <a:noFill/>
            <a:prstDash val="solid"/>
          </a:ln>
        </p:spPr>
      </p:sp>
      <p:sp>
        <p:nvSpPr>
          <p:cNvPr id="1241" name="03_assume_matched_6538">
            <a:extLst>
              <a:ext uri="{FF2B5EF4-FFF2-40B4-BE49-F238E27FC236}">
                <a16:creationId xmlns:a16="http://schemas.microsoft.com/office/drawing/2014/main" id="{299814A1-C5CE-4ADA-9C5C-E90E8BB9D046}"/>
              </a:ext>
            </a:extLst>
          </p:cNvPr>
          <p:cNvSpPr>
            <a:spLocks noGrp="1"/>
          </p:cNvSpPr>
          <p:nvPr/>
        </p:nvSpPr>
        <p:spPr>
          <a:xfrm>
            <a:off x="5457042" y="3120914"/>
            <a:ext cx="28398" cy="28398"/>
          </a:xfrm>
          <a:prstGeom prst="ellipse">
            <a:avLst/>
          </a:prstGeom>
          <a:solidFill>
            <a:srgbClr val="7F8C97">
              <a:alpha val="48000"/>
            </a:srgbClr>
          </a:solidFill>
          <a:ln w="0">
            <a:noFill/>
            <a:prstDash val="solid"/>
          </a:ln>
        </p:spPr>
      </p:sp>
      <p:sp>
        <p:nvSpPr>
          <p:cNvPr id="1242" name="03_assume_matched_6539">
            <a:extLst>
              <a:ext uri="{FF2B5EF4-FFF2-40B4-BE49-F238E27FC236}">
                <a16:creationId xmlns:a16="http://schemas.microsoft.com/office/drawing/2014/main" id="{92163C1E-F27A-4FFE-A3E0-4FB330A7995A}"/>
              </a:ext>
            </a:extLst>
          </p:cNvPr>
          <p:cNvSpPr>
            <a:spLocks noGrp="1"/>
          </p:cNvSpPr>
          <p:nvPr/>
        </p:nvSpPr>
        <p:spPr>
          <a:xfrm>
            <a:off x="5436175" y="3120914"/>
            <a:ext cx="28398" cy="28398"/>
          </a:xfrm>
          <a:prstGeom prst="ellipse">
            <a:avLst/>
          </a:prstGeom>
          <a:solidFill>
            <a:srgbClr val="7F8C97">
              <a:alpha val="48000"/>
            </a:srgbClr>
          </a:solidFill>
          <a:ln w="0">
            <a:noFill/>
            <a:prstDash val="solid"/>
          </a:ln>
        </p:spPr>
      </p:sp>
      <p:sp>
        <p:nvSpPr>
          <p:cNvPr id="1243" name="03_assume_matched_6540">
            <a:extLst>
              <a:ext uri="{FF2B5EF4-FFF2-40B4-BE49-F238E27FC236}">
                <a16:creationId xmlns:a16="http://schemas.microsoft.com/office/drawing/2014/main" id="{2079A4BB-2A71-44BE-9A19-857B656448EE}"/>
              </a:ext>
            </a:extLst>
          </p:cNvPr>
          <p:cNvSpPr>
            <a:spLocks noGrp="1"/>
          </p:cNvSpPr>
          <p:nvPr/>
        </p:nvSpPr>
        <p:spPr>
          <a:xfrm>
            <a:off x="5344793" y="2536045"/>
            <a:ext cx="28398" cy="28398"/>
          </a:xfrm>
          <a:prstGeom prst="ellipse">
            <a:avLst/>
          </a:prstGeom>
          <a:solidFill>
            <a:srgbClr val="7F8C97">
              <a:alpha val="48000"/>
            </a:srgbClr>
          </a:solidFill>
          <a:ln w="0">
            <a:noFill/>
            <a:prstDash val="solid"/>
          </a:ln>
        </p:spPr>
      </p:sp>
      <p:sp>
        <p:nvSpPr>
          <p:cNvPr id="1244" name="03_assume_matched_6541">
            <a:extLst>
              <a:ext uri="{FF2B5EF4-FFF2-40B4-BE49-F238E27FC236}">
                <a16:creationId xmlns:a16="http://schemas.microsoft.com/office/drawing/2014/main" id="{CFFCEE85-DEDA-46B4-A540-C63566D716AF}"/>
              </a:ext>
            </a:extLst>
          </p:cNvPr>
          <p:cNvSpPr>
            <a:spLocks noGrp="1"/>
          </p:cNvSpPr>
          <p:nvPr/>
        </p:nvSpPr>
        <p:spPr>
          <a:xfrm>
            <a:off x="5404083" y="3120914"/>
            <a:ext cx="28398" cy="28398"/>
          </a:xfrm>
          <a:prstGeom prst="ellipse">
            <a:avLst/>
          </a:prstGeom>
          <a:solidFill>
            <a:srgbClr val="7F8C97">
              <a:alpha val="48000"/>
            </a:srgbClr>
          </a:solidFill>
          <a:ln w="0">
            <a:noFill/>
            <a:prstDash val="solid"/>
          </a:ln>
        </p:spPr>
      </p:sp>
      <p:sp>
        <p:nvSpPr>
          <p:cNvPr id="1245" name="03_assume_matched_6542">
            <a:extLst>
              <a:ext uri="{FF2B5EF4-FFF2-40B4-BE49-F238E27FC236}">
                <a16:creationId xmlns:a16="http://schemas.microsoft.com/office/drawing/2014/main" id="{F99FE189-990A-4E6F-BC31-65C381E84E4A}"/>
              </a:ext>
            </a:extLst>
          </p:cNvPr>
          <p:cNvSpPr>
            <a:spLocks noGrp="1"/>
          </p:cNvSpPr>
          <p:nvPr/>
        </p:nvSpPr>
        <p:spPr>
          <a:xfrm>
            <a:off x="5386239" y="3120914"/>
            <a:ext cx="28398" cy="28398"/>
          </a:xfrm>
          <a:prstGeom prst="ellipse">
            <a:avLst/>
          </a:prstGeom>
          <a:solidFill>
            <a:srgbClr val="7F8C97">
              <a:alpha val="48000"/>
            </a:srgbClr>
          </a:solidFill>
          <a:ln w="0">
            <a:noFill/>
            <a:prstDash val="solid"/>
          </a:ln>
        </p:spPr>
      </p:sp>
      <p:sp>
        <p:nvSpPr>
          <p:cNvPr id="1246" name="03_assume_matched_6543">
            <a:extLst>
              <a:ext uri="{FF2B5EF4-FFF2-40B4-BE49-F238E27FC236}">
                <a16:creationId xmlns:a16="http://schemas.microsoft.com/office/drawing/2014/main" id="{294EA90B-E757-4E8B-818A-F56A6418B6C6}"/>
              </a:ext>
            </a:extLst>
          </p:cNvPr>
          <p:cNvSpPr>
            <a:spLocks noGrp="1"/>
          </p:cNvSpPr>
          <p:nvPr/>
        </p:nvSpPr>
        <p:spPr>
          <a:xfrm>
            <a:off x="5418474" y="2536045"/>
            <a:ext cx="28398" cy="28398"/>
          </a:xfrm>
          <a:prstGeom prst="ellipse">
            <a:avLst/>
          </a:prstGeom>
          <a:solidFill>
            <a:srgbClr val="7F8C97">
              <a:alpha val="48000"/>
            </a:srgbClr>
          </a:solidFill>
          <a:ln w="0">
            <a:noFill/>
            <a:prstDash val="solid"/>
          </a:ln>
        </p:spPr>
      </p:sp>
      <p:sp>
        <p:nvSpPr>
          <p:cNvPr id="1247" name="03_assume_matched_6544">
            <a:extLst>
              <a:ext uri="{FF2B5EF4-FFF2-40B4-BE49-F238E27FC236}">
                <a16:creationId xmlns:a16="http://schemas.microsoft.com/office/drawing/2014/main" id="{14976966-FB7D-4B08-8269-A004BC8BD2C5}"/>
              </a:ext>
            </a:extLst>
          </p:cNvPr>
          <p:cNvSpPr>
            <a:spLocks noGrp="1"/>
          </p:cNvSpPr>
          <p:nvPr/>
        </p:nvSpPr>
        <p:spPr>
          <a:xfrm>
            <a:off x="5400342" y="2974697"/>
            <a:ext cx="28398" cy="28398"/>
          </a:xfrm>
          <a:prstGeom prst="ellipse">
            <a:avLst/>
          </a:prstGeom>
          <a:solidFill>
            <a:srgbClr val="7F8C97">
              <a:alpha val="48000"/>
            </a:srgbClr>
          </a:solidFill>
          <a:ln w="0">
            <a:noFill/>
            <a:prstDash val="solid"/>
          </a:ln>
        </p:spPr>
      </p:sp>
      <p:sp>
        <p:nvSpPr>
          <p:cNvPr id="1248" name="03_assume_matched_6545">
            <a:extLst>
              <a:ext uri="{FF2B5EF4-FFF2-40B4-BE49-F238E27FC236}">
                <a16:creationId xmlns:a16="http://schemas.microsoft.com/office/drawing/2014/main" id="{43F67D37-0C1A-4C31-9147-867AACEB512F}"/>
              </a:ext>
            </a:extLst>
          </p:cNvPr>
          <p:cNvSpPr>
            <a:spLocks noGrp="1"/>
          </p:cNvSpPr>
          <p:nvPr/>
        </p:nvSpPr>
        <p:spPr>
          <a:xfrm>
            <a:off x="5462510" y="3120914"/>
            <a:ext cx="28398" cy="28398"/>
          </a:xfrm>
          <a:prstGeom prst="ellipse">
            <a:avLst/>
          </a:prstGeom>
          <a:solidFill>
            <a:srgbClr val="7F8C97">
              <a:alpha val="48000"/>
            </a:srgbClr>
          </a:solidFill>
          <a:ln w="0">
            <a:noFill/>
            <a:prstDash val="solid"/>
          </a:ln>
        </p:spPr>
      </p:sp>
      <p:sp>
        <p:nvSpPr>
          <p:cNvPr id="1249" name="03_assume_matched_6546">
            <a:extLst>
              <a:ext uri="{FF2B5EF4-FFF2-40B4-BE49-F238E27FC236}">
                <a16:creationId xmlns:a16="http://schemas.microsoft.com/office/drawing/2014/main" id="{58CEBF4B-8464-4183-90A6-FC7EEB7AAC9F}"/>
              </a:ext>
            </a:extLst>
          </p:cNvPr>
          <p:cNvSpPr>
            <a:spLocks noGrp="1"/>
          </p:cNvSpPr>
          <p:nvPr/>
        </p:nvSpPr>
        <p:spPr>
          <a:xfrm>
            <a:off x="5360623" y="2536045"/>
            <a:ext cx="28398" cy="28398"/>
          </a:xfrm>
          <a:prstGeom prst="ellipse">
            <a:avLst/>
          </a:prstGeom>
          <a:solidFill>
            <a:srgbClr val="7F8C97">
              <a:alpha val="48000"/>
            </a:srgbClr>
          </a:solidFill>
          <a:ln w="0">
            <a:noFill/>
            <a:prstDash val="solid"/>
          </a:ln>
        </p:spPr>
      </p:sp>
      <p:sp>
        <p:nvSpPr>
          <p:cNvPr id="1250" name="03_assume_matched_6547">
            <a:extLst>
              <a:ext uri="{FF2B5EF4-FFF2-40B4-BE49-F238E27FC236}">
                <a16:creationId xmlns:a16="http://schemas.microsoft.com/office/drawing/2014/main" id="{BF2FB9C7-F512-490E-AFDD-DD4566805C99}"/>
              </a:ext>
            </a:extLst>
          </p:cNvPr>
          <p:cNvSpPr>
            <a:spLocks noGrp="1"/>
          </p:cNvSpPr>
          <p:nvPr/>
        </p:nvSpPr>
        <p:spPr>
          <a:xfrm>
            <a:off x="5367243" y="3120914"/>
            <a:ext cx="28398" cy="28398"/>
          </a:xfrm>
          <a:prstGeom prst="ellipse">
            <a:avLst/>
          </a:prstGeom>
          <a:solidFill>
            <a:srgbClr val="7F8C97">
              <a:alpha val="48000"/>
            </a:srgbClr>
          </a:solidFill>
          <a:ln w="0">
            <a:noFill/>
            <a:prstDash val="solid"/>
          </a:ln>
        </p:spPr>
      </p:sp>
      <p:sp>
        <p:nvSpPr>
          <p:cNvPr id="1251" name="03_assume_matched_6548">
            <a:extLst>
              <a:ext uri="{FF2B5EF4-FFF2-40B4-BE49-F238E27FC236}">
                <a16:creationId xmlns:a16="http://schemas.microsoft.com/office/drawing/2014/main" id="{52E6B349-F6F5-40FB-AC82-CC363C751D72}"/>
              </a:ext>
            </a:extLst>
          </p:cNvPr>
          <p:cNvSpPr>
            <a:spLocks noGrp="1"/>
          </p:cNvSpPr>
          <p:nvPr/>
        </p:nvSpPr>
        <p:spPr>
          <a:xfrm>
            <a:off x="5427109" y="2536045"/>
            <a:ext cx="28398" cy="28398"/>
          </a:xfrm>
          <a:prstGeom prst="ellipse">
            <a:avLst/>
          </a:prstGeom>
          <a:solidFill>
            <a:srgbClr val="7F8C97">
              <a:alpha val="48000"/>
            </a:srgbClr>
          </a:solidFill>
          <a:ln w="0">
            <a:noFill/>
            <a:prstDash val="solid"/>
          </a:ln>
        </p:spPr>
      </p:sp>
      <p:sp>
        <p:nvSpPr>
          <p:cNvPr id="1252" name="03_assume_matched_6549">
            <a:extLst>
              <a:ext uri="{FF2B5EF4-FFF2-40B4-BE49-F238E27FC236}">
                <a16:creationId xmlns:a16="http://schemas.microsoft.com/office/drawing/2014/main" id="{D55FEE88-31A8-4ADE-8AA4-4CA6A698E3A6}"/>
              </a:ext>
            </a:extLst>
          </p:cNvPr>
          <p:cNvSpPr>
            <a:spLocks noGrp="1"/>
          </p:cNvSpPr>
          <p:nvPr/>
        </p:nvSpPr>
        <p:spPr>
          <a:xfrm>
            <a:off x="5425814" y="2536045"/>
            <a:ext cx="28398" cy="28398"/>
          </a:xfrm>
          <a:prstGeom prst="ellipse">
            <a:avLst/>
          </a:prstGeom>
          <a:solidFill>
            <a:srgbClr val="7F8C97">
              <a:alpha val="48000"/>
            </a:srgbClr>
          </a:solidFill>
          <a:ln w="0">
            <a:noFill/>
            <a:prstDash val="solid"/>
          </a:ln>
        </p:spPr>
      </p:sp>
      <p:sp>
        <p:nvSpPr>
          <p:cNvPr id="1253" name="03_assume_matched_6550">
            <a:extLst>
              <a:ext uri="{FF2B5EF4-FFF2-40B4-BE49-F238E27FC236}">
                <a16:creationId xmlns:a16="http://schemas.microsoft.com/office/drawing/2014/main" id="{9990E407-A995-47FC-8D75-C3518DE4B3E3}"/>
              </a:ext>
            </a:extLst>
          </p:cNvPr>
          <p:cNvSpPr>
            <a:spLocks noGrp="1"/>
          </p:cNvSpPr>
          <p:nvPr/>
        </p:nvSpPr>
        <p:spPr>
          <a:xfrm>
            <a:off x="5472584" y="2536045"/>
            <a:ext cx="28398" cy="28398"/>
          </a:xfrm>
          <a:prstGeom prst="ellipse">
            <a:avLst/>
          </a:prstGeom>
          <a:solidFill>
            <a:srgbClr val="7F8C97">
              <a:alpha val="48000"/>
            </a:srgbClr>
          </a:solidFill>
          <a:ln w="0">
            <a:noFill/>
            <a:prstDash val="solid"/>
          </a:ln>
        </p:spPr>
      </p:sp>
      <p:sp>
        <p:nvSpPr>
          <p:cNvPr id="1254" name="03_assume_matched_6551">
            <a:extLst>
              <a:ext uri="{FF2B5EF4-FFF2-40B4-BE49-F238E27FC236}">
                <a16:creationId xmlns:a16="http://schemas.microsoft.com/office/drawing/2014/main" id="{4EAEE753-82A9-4CD7-92E7-6D1C68DA47E2}"/>
              </a:ext>
            </a:extLst>
          </p:cNvPr>
          <p:cNvSpPr>
            <a:spLocks noGrp="1"/>
          </p:cNvSpPr>
          <p:nvPr/>
        </p:nvSpPr>
        <p:spPr>
          <a:xfrm>
            <a:off x="5450854" y="2828480"/>
            <a:ext cx="28398" cy="28398"/>
          </a:xfrm>
          <a:prstGeom prst="ellipse">
            <a:avLst/>
          </a:prstGeom>
          <a:solidFill>
            <a:srgbClr val="7F8C97">
              <a:alpha val="48000"/>
            </a:srgbClr>
          </a:solidFill>
          <a:ln w="0">
            <a:noFill/>
            <a:prstDash val="solid"/>
          </a:ln>
        </p:spPr>
      </p:sp>
      <p:sp>
        <p:nvSpPr>
          <p:cNvPr id="1255" name="03_assume_matched_6552">
            <a:extLst>
              <a:ext uri="{FF2B5EF4-FFF2-40B4-BE49-F238E27FC236}">
                <a16:creationId xmlns:a16="http://schemas.microsoft.com/office/drawing/2014/main" id="{FBB64AD6-A447-4F6F-83FF-D18560511330}"/>
              </a:ext>
            </a:extLst>
          </p:cNvPr>
          <p:cNvSpPr>
            <a:spLocks noGrp="1"/>
          </p:cNvSpPr>
          <p:nvPr/>
        </p:nvSpPr>
        <p:spPr>
          <a:xfrm>
            <a:off x="5382929" y="3120914"/>
            <a:ext cx="28398" cy="28398"/>
          </a:xfrm>
          <a:prstGeom prst="ellipse">
            <a:avLst/>
          </a:prstGeom>
          <a:solidFill>
            <a:srgbClr val="7F8C97">
              <a:alpha val="48000"/>
            </a:srgbClr>
          </a:solidFill>
          <a:ln w="0">
            <a:noFill/>
            <a:prstDash val="solid"/>
          </a:ln>
        </p:spPr>
      </p:sp>
      <p:sp>
        <p:nvSpPr>
          <p:cNvPr id="1256" name="03_assume_matched_6553">
            <a:extLst>
              <a:ext uri="{FF2B5EF4-FFF2-40B4-BE49-F238E27FC236}">
                <a16:creationId xmlns:a16="http://schemas.microsoft.com/office/drawing/2014/main" id="{AC3CFDBF-E0EB-4AA6-B4DD-2947C9D238B0}"/>
              </a:ext>
            </a:extLst>
          </p:cNvPr>
          <p:cNvSpPr>
            <a:spLocks noGrp="1"/>
          </p:cNvSpPr>
          <p:nvPr/>
        </p:nvSpPr>
        <p:spPr>
          <a:xfrm>
            <a:off x="5453732" y="3120914"/>
            <a:ext cx="28398" cy="28398"/>
          </a:xfrm>
          <a:prstGeom prst="ellipse">
            <a:avLst/>
          </a:prstGeom>
          <a:solidFill>
            <a:srgbClr val="7F8C97">
              <a:alpha val="48000"/>
            </a:srgbClr>
          </a:solidFill>
          <a:ln w="0">
            <a:noFill/>
            <a:prstDash val="solid"/>
          </a:ln>
        </p:spPr>
      </p:sp>
      <p:sp>
        <p:nvSpPr>
          <p:cNvPr id="1257" name="03_assume_matched_6554">
            <a:extLst>
              <a:ext uri="{FF2B5EF4-FFF2-40B4-BE49-F238E27FC236}">
                <a16:creationId xmlns:a16="http://schemas.microsoft.com/office/drawing/2014/main" id="{D5D0E692-923F-4CC7-BDD8-9CD7E6E3E9FD}"/>
              </a:ext>
            </a:extLst>
          </p:cNvPr>
          <p:cNvSpPr>
            <a:spLocks noGrp="1"/>
          </p:cNvSpPr>
          <p:nvPr/>
        </p:nvSpPr>
        <p:spPr>
          <a:xfrm>
            <a:off x="5442075" y="2731002"/>
            <a:ext cx="28398" cy="28398"/>
          </a:xfrm>
          <a:prstGeom prst="ellipse">
            <a:avLst/>
          </a:prstGeom>
          <a:solidFill>
            <a:srgbClr val="7F8C97">
              <a:alpha val="48000"/>
            </a:srgbClr>
          </a:solidFill>
          <a:ln w="0">
            <a:noFill/>
            <a:prstDash val="solid"/>
          </a:ln>
        </p:spPr>
      </p:sp>
      <p:sp>
        <p:nvSpPr>
          <p:cNvPr id="1258" name="03_assume_matched_6555">
            <a:extLst>
              <a:ext uri="{FF2B5EF4-FFF2-40B4-BE49-F238E27FC236}">
                <a16:creationId xmlns:a16="http://schemas.microsoft.com/office/drawing/2014/main" id="{75EF8662-165E-4DD8-B9C1-2A50607393D4}"/>
              </a:ext>
            </a:extLst>
          </p:cNvPr>
          <p:cNvSpPr>
            <a:spLocks noGrp="1"/>
          </p:cNvSpPr>
          <p:nvPr/>
        </p:nvSpPr>
        <p:spPr>
          <a:xfrm>
            <a:off x="5448263" y="3120914"/>
            <a:ext cx="28398" cy="28398"/>
          </a:xfrm>
          <a:prstGeom prst="ellipse">
            <a:avLst/>
          </a:prstGeom>
          <a:solidFill>
            <a:srgbClr val="7F8C97">
              <a:alpha val="48000"/>
            </a:srgbClr>
          </a:solidFill>
          <a:ln w="0">
            <a:noFill/>
            <a:prstDash val="solid"/>
          </a:ln>
        </p:spPr>
      </p:sp>
      <p:sp>
        <p:nvSpPr>
          <p:cNvPr id="1259" name="03_assume_matched_6556">
            <a:extLst>
              <a:ext uri="{FF2B5EF4-FFF2-40B4-BE49-F238E27FC236}">
                <a16:creationId xmlns:a16="http://schemas.microsoft.com/office/drawing/2014/main" id="{11DCCBE9-9A31-4305-9502-AFE81BBF908A}"/>
              </a:ext>
            </a:extLst>
          </p:cNvPr>
          <p:cNvSpPr>
            <a:spLocks noGrp="1"/>
          </p:cNvSpPr>
          <p:nvPr/>
        </p:nvSpPr>
        <p:spPr>
          <a:xfrm>
            <a:off x="5461647" y="3088422"/>
            <a:ext cx="28398" cy="28398"/>
          </a:xfrm>
          <a:prstGeom prst="ellipse">
            <a:avLst/>
          </a:prstGeom>
          <a:solidFill>
            <a:srgbClr val="7F8C97">
              <a:alpha val="48000"/>
            </a:srgbClr>
          </a:solidFill>
          <a:ln w="0">
            <a:noFill/>
            <a:prstDash val="solid"/>
          </a:ln>
        </p:spPr>
      </p:sp>
      <p:sp>
        <p:nvSpPr>
          <p:cNvPr id="1260" name="03_assume_matched_6557">
            <a:extLst>
              <a:ext uri="{FF2B5EF4-FFF2-40B4-BE49-F238E27FC236}">
                <a16:creationId xmlns:a16="http://schemas.microsoft.com/office/drawing/2014/main" id="{2CE814D6-27AF-419F-A8E1-2473682A28FB}"/>
              </a:ext>
            </a:extLst>
          </p:cNvPr>
          <p:cNvSpPr>
            <a:spLocks noGrp="1"/>
          </p:cNvSpPr>
          <p:nvPr/>
        </p:nvSpPr>
        <p:spPr>
          <a:xfrm>
            <a:off x="5370265" y="2536045"/>
            <a:ext cx="28398" cy="28398"/>
          </a:xfrm>
          <a:prstGeom prst="ellipse">
            <a:avLst/>
          </a:prstGeom>
          <a:solidFill>
            <a:srgbClr val="7F8C97">
              <a:alpha val="48000"/>
            </a:srgbClr>
          </a:solidFill>
          <a:ln w="0">
            <a:noFill/>
            <a:prstDash val="solid"/>
          </a:ln>
        </p:spPr>
      </p:sp>
      <p:sp>
        <p:nvSpPr>
          <p:cNvPr id="1261" name="03_assume_matched_6558">
            <a:extLst>
              <a:ext uri="{FF2B5EF4-FFF2-40B4-BE49-F238E27FC236}">
                <a16:creationId xmlns:a16="http://schemas.microsoft.com/office/drawing/2014/main" id="{6EB417B6-1CA0-4FB6-B539-11E5E87D31F2}"/>
              </a:ext>
            </a:extLst>
          </p:cNvPr>
          <p:cNvSpPr>
            <a:spLocks noGrp="1"/>
          </p:cNvSpPr>
          <p:nvPr/>
        </p:nvSpPr>
        <p:spPr>
          <a:xfrm>
            <a:off x="5359472" y="2828480"/>
            <a:ext cx="28398" cy="28398"/>
          </a:xfrm>
          <a:prstGeom prst="ellipse">
            <a:avLst/>
          </a:prstGeom>
          <a:solidFill>
            <a:srgbClr val="7F8C97">
              <a:alpha val="48000"/>
            </a:srgbClr>
          </a:solidFill>
          <a:ln w="0">
            <a:noFill/>
            <a:prstDash val="solid"/>
          </a:ln>
        </p:spPr>
      </p:sp>
      <p:sp>
        <p:nvSpPr>
          <p:cNvPr id="1262" name="03_assume_matched_6559">
            <a:extLst>
              <a:ext uri="{FF2B5EF4-FFF2-40B4-BE49-F238E27FC236}">
                <a16:creationId xmlns:a16="http://schemas.microsoft.com/office/drawing/2014/main" id="{7762F811-906E-4BBE-B235-D2D250F2DE7D}"/>
              </a:ext>
            </a:extLst>
          </p:cNvPr>
          <p:cNvSpPr>
            <a:spLocks noGrp="1"/>
          </p:cNvSpPr>
          <p:nvPr/>
        </p:nvSpPr>
        <p:spPr>
          <a:xfrm>
            <a:off x="5442363" y="2974697"/>
            <a:ext cx="28398" cy="28398"/>
          </a:xfrm>
          <a:prstGeom prst="ellipse">
            <a:avLst/>
          </a:prstGeom>
          <a:solidFill>
            <a:srgbClr val="7F8C97">
              <a:alpha val="48000"/>
            </a:srgbClr>
          </a:solidFill>
          <a:ln w="0">
            <a:noFill/>
            <a:prstDash val="solid"/>
          </a:ln>
        </p:spPr>
      </p:sp>
      <p:sp>
        <p:nvSpPr>
          <p:cNvPr id="1263" name="03_assume_matched_6560">
            <a:extLst>
              <a:ext uri="{FF2B5EF4-FFF2-40B4-BE49-F238E27FC236}">
                <a16:creationId xmlns:a16="http://schemas.microsoft.com/office/drawing/2014/main" id="{1CF62ED6-2420-4A4E-BECE-D7247D7980E5}"/>
              </a:ext>
            </a:extLst>
          </p:cNvPr>
          <p:cNvSpPr>
            <a:spLocks noGrp="1"/>
          </p:cNvSpPr>
          <p:nvPr/>
        </p:nvSpPr>
        <p:spPr>
          <a:xfrm>
            <a:off x="5479492" y="3037362"/>
            <a:ext cx="28398" cy="28398"/>
          </a:xfrm>
          <a:prstGeom prst="ellipse">
            <a:avLst/>
          </a:prstGeom>
          <a:solidFill>
            <a:srgbClr val="7F8C97">
              <a:alpha val="48000"/>
            </a:srgbClr>
          </a:solidFill>
          <a:ln w="0">
            <a:noFill/>
            <a:prstDash val="solid"/>
          </a:ln>
        </p:spPr>
      </p:sp>
      <p:sp>
        <p:nvSpPr>
          <p:cNvPr id="1264" name="03_assume_matched_6561">
            <a:extLst>
              <a:ext uri="{FF2B5EF4-FFF2-40B4-BE49-F238E27FC236}">
                <a16:creationId xmlns:a16="http://schemas.microsoft.com/office/drawing/2014/main" id="{14FC18FB-8AC5-47A8-8DF6-46DA1EF78CB1}"/>
              </a:ext>
            </a:extLst>
          </p:cNvPr>
          <p:cNvSpPr>
            <a:spLocks noGrp="1"/>
          </p:cNvSpPr>
          <p:nvPr/>
        </p:nvSpPr>
        <p:spPr>
          <a:xfrm>
            <a:off x="5485680" y="2536045"/>
            <a:ext cx="28398" cy="28398"/>
          </a:xfrm>
          <a:prstGeom prst="ellipse">
            <a:avLst/>
          </a:prstGeom>
          <a:solidFill>
            <a:srgbClr val="7F8C97">
              <a:alpha val="48000"/>
            </a:srgbClr>
          </a:solidFill>
          <a:ln w="0">
            <a:noFill/>
            <a:prstDash val="solid"/>
          </a:ln>
        </p:spPr>
      </p:sp>
      <p:sp>
        <p:nvSpPr>
          <p:cNvPr id="1265" name="03_assume_matched_6562">
            <a:extLst>
              <a:ext uri="{FF2B5EF4-FFF2-40B4-BE49-F238E27FC236}">
                <a16:creationId xmlns:a16="http://schemas.microsoft.com/office/drawing/2014/main" id="{80DD261C-711F-47F4-B02A-7563288AF066}"/>
              </a:ext>
            </a:extLst>
          </p:cNvPr>
          <p:cNvSpPr>
            <a:spLocks noGrp="1"/>
          </p:cNvSpPr>
          <p:nvPr/>
        </p:nvSpPr>
        <p:spPr>
          <a:xfrm>
            <a:off x="5396744" y="3120914"/>
            <a:ext cx="28398" cy="28398"/>
          </a:xfrm>
          <a:prstGeom prst="ellipse">
            <a:avLst/>
          </a:prstGeom>
          <a:solidFill>
            <a:srgbClr val="7F8C97">
              <a:alpha val="48000"/>
            </a:srgbClr>
          </a:solidFill>
          <a:ln w="0">
            <a:noFill/>
            <a:prstDash val="solid"/>
          </a:ln>
        </p:spPr>
      </p:sp>
      <p:sp>
        <p:nvSpPr>
          <p:cNvPr id="1266" name="03_assume_matched_6563">
            <a:extLst>
              <a:ext uri="{FF2B5EF4-FFF2-40B4-BE49-F238E27FC236}">
                <a16:creationId xmlns:a16="http://schemas.microsoft.com/office/drawing/2014/main" id="{15477BB8-479C-4778-B3D8-122B392C8D5C}"/>
              </a:ext>
            </a:extLst>
          </p:cNvPr>
          <p:cNvSpPr>
            <a:spLocks noGrp="1"/>
          </p:cNvSpPr>
          <p:nvPr/>
        </p:nvSpPr>
        <p:spPr>
          <a:xfrm>
            <a:off x="5449559" y="2925958"/>
            <a:ext cx="28398" cy="28398"/>
          </a:xfrm>
          <a:prstGeom prst="ellipse">
            <a:avLst/>
          </a:prstGeom>
          <a:solidFill>
            <a:srgbClr val="7F8C97">
              <a:alpha val="48000"/>
            </a:srgbClr>
          </a:solidFill>
          <a:ln w="0">
            <a:noFill/>
            <a:prstDash val="solid"/>
          </a:ln>
        </p:spPr>
      </p:sp>
      <p:sp>
        <p:nvSpPr>
          <p:cNvPr id="1267" name="03_assume_matched_6564">
            <a:extLst>
              <a:ext uri="{FF2B5EF4-FFF2-40B4-BE49-F238E27FC236}">
                <a16:creationId xmlns:a16="http://schemas.microsoft.com/office/drawing/2014/main" id="{53949057-C8A8-4CC7-81D0-9F5C92DF2A3C}"/>
              </a:ext>
            </a:extLst>
          </p:cNvPr>
          <p:cNvSpPr>
            <a:spLocks noGrp="1"/>
          </p:cNvSpPr>
          <p:nvPr/>
        </p:nvSpPr>
        <p:spPr>
          <a:xfrm>
            <a:off x="5460496" y="2536045"/>
            <a:ext cx="28398" cy="28398"/>
          </a:xfrm>
          <a:prstGeom prst="ellipse">
            <a:avLst/>
          </a:prstGeom>
          <a:solidFill>
            <a:srgbClr val="7F8C97">
              <a:alpha val="48000"/>
            </a:srgbClr>
          </a:solidFill>
          <a:ln w="0">
            <a:noFill/>
            <a:prstDash val="solid"/>
          </a:ln>
        </p:spPr>
      </p:sp>
      <p:sp>
        <p:nvSpPr>
          <p:cNvPr id="1268" name="03_assume_matched_6565">
            <a:extLst>
              <a:ext uri="{FF2B5EF4-FFF2-40B4-BE49-F238E27FC236}">
                <a16:creationId xmlns:a16="http://schemas.microsoft.com/office/drawing/2014/main" id="{1F7C140E-8055-442C-8A71-D1DD753EEA99}"/>
              </a:ext>
            </a:extLst>
          </p:cNvPr>
          <p:cNvSpPr>
            <a:spLocks noGrp="1"/>
          </p:cNvSpPr>
          <p:nvPr/>
        </p:nvSpPr>
        <p:spPr>
          <a:xfrm>
            <a:off x="5477909" y="2536045"/>
            <a:ext cx="28398" cy="28398"/>
          </a:xfrm>
          <a:prstGeom prst="ellipse">
            <a:avLst/>
          </a:prstGeom>
          <a:solidFill>
            <a:srgbClr val="7F8C97">
              <a:alpha val="48000"/>
            </a:srgbClr>
          </a:solidFill>
          <a:ln w="0">
            <a:noFill/>
            <a:prstDash val="solid"/>
          </a:ln>
        </p:spPr>
      </p:sp>
      <p:sp>
        <p:nvSpPr>
          <p:cNvPr id="1269" name="03_assume_matched_6566">
            <a:extLst>
              <a:ext uri="{FF2B5EF4-FFF2-40B4-BE49-F238E27FC236}">
                <a16:creationId xmlns:a16="http://schemas.microsoft.com/office/drawing/2014/main" id="{CF00D1E6-B181-47B2-ABAF-D0B01F04B8BC}"/>
              </a:ext>
            </a:extLst>
          </p:cNvPr>
          <p:cNvSpPr>
            <a:spLocks noGrp="1"/>
          </p:cNvSpPr>
          <p:nvPr/>
        </p:nvSpPr>
        <p:spPr>
          <a:xfrm>
            <a:off x="5462654" y="2536045"/>
            <a:ext cx="28398" cy="28398"/>
          </a:xfrm>
          <a:prstGeom prst="ellipse">
            <a:avLst/>
          </a:prstGeom>
          <a:solidFill>
            <a:srgbClr val="7F8C97">
              <a:alpha val="48000"/>
            </a:srgbClr>
          </a:solidFill>
          <a:ln w="0">
            <a:noFill/>
            <a:prstDash val="solid"/>
          </a:ln>
        </p:spPr>
      </p:sp>
      <p:sp>
        <p:nvSpPr>
          <p:cNvPr id="1270" name="03_assume_matched_6567">
            <a:extLst>
              <a:ext uri="{FF2B5EF4-FFF2-40B4-BE49-F238E27FC236}">
                <a16:creationId xmlns:a16="http://schemas.microsoft.com/office/drawing/2014/main" id="{169195C7-2F83-4D5D-AC51-AA6F6C157315}"/>
              </a:ext>
            </a:extLst>
          </p:cNvPr>
          <p:cNvSpPr>
            <a:spLocks noGrp="1"/>
          </p:cNvSpPr>
          <p:nvPr/>
        </p:nvSpPr>
        <p:spPr>
          <a:xfrm>
            <a:off x="5440924" y="2536045"/>
            <a:ext cx="28398" cy="28398"/>
          </a:xfrm>
          <a:prstGeom prst="ellipse">
            <a:avLst/>
          </a:prstGeom>
          <a:solidFill>
            <a:srgbClr val="7F8C97">
              <a:alpha val="48000"/>
            </a:srgbClr>
          </a:solidFill>
          <a:ln w="0">
            <a:noFill/>
            <a:prstDash val="solid"/>
          </a:ln>
        </p:spPr>
      </p:sp>
      <p:sp>
        <p:nvSpPr>
          <p:cNvPr id="1271" name="03_assume_matched_6568">
            <a:extLst>
              <a:ext uri="{FF2B5EF4-FFF2-40B4-BE49-F238E27FC236}">
                <a16:creationId xmlns:a16="http://schemas.microsoft.com/office/drawing/2014/main" id="{429AED70-1A7E-46F2-800F-C1094BF1FA3D}"/>
              </a:ext>
            </a:extLst>
          </p:cNvPr>
          <p:cNvSpPr>
            <a:spLocks noGrp="1"/>
          </p:cNvSpPr>
          <p:nvPr/>
        </p:nvSpPr>
        <p:spPr>
          <a:xfrm>
            <a:off x="5352708" y="2536045"/>
            <a:ext cx="28398" cy="28398"/>
          </a:xfrm>
          <a:prstGeom prst="ellipse">
            <a:avLst/>
          </a:prstGeom>
          <a:solidFill>
            <a:srgbClr val="7F8C97">
              <a:alpha val="48000"/>
            </a:srgbClr>
          </a:solidFill>
          <a:ln w="0">
            <a:noFill/>
            <a:prstDash val="solid"/>
          </a:ln>
        </p:spPr>
      </p:sp>
      <p:sp>
        <p:nvSpPr>
          <p:cNvPr id="1272" name="03_assume_matched_6569">
            <a:extLst>
              <a:ext uri="{FF2B5EF4-FFF2-40B4-BE49-F238E27FC236}">
                <a16:creationId xmlns:a16="http://schemas.microsoft.com/office/drawing/2014/main" id="{BD76EBC4-6E4C-46E1-A61C-ACB90C8A378A}"/>
              </a:ext>
            </a:extLst>
          </p:cNvPr>
          <p:cNvSpPr>
            <a:spLocks noGrp="1"/>
          </p:cNvSpPr>
          <p:nvPr/>
        </p:nvSpPr>
        <p:spPr>
          <a:xfrm>
            <a:off x="5366667" y="3120914"/>
            <a:ext cx="28398" cy="28398"/>
          </a:xfrm>
          <a:prstGeom prst="ellipse">
            <a:avLst/>
          </a:prstGeom>
          <a:solidFill>
            <a:srgbClr val="7F8C97">
              <a:alpha val="48000"/>
            </a:srgbClr>
          </a:solidFill>
          <a:ln w="0">
            <a:noFill/>
            <a:prstDash val="solid"/>
          </a:ln>
        </p:spPr>
      </p:sp>
      <p:sp>
        <p:nvSpPr>
          <p:cNvPr id="1273" name="03_assume_matched_6570">
            <a:extLst>
              <a:ext uri="{FF2B5EF4-FFF2-40B4-BE49-F238E27FC236}">
                <a16:creationId xmlns:a16="http://schemas.microsoft.com/office/drawing/2014/main" id="{600ED554-DB21-495C-BD88-777175F59E00}"/>
              </a:ext>
            </a:extLst>
          </p:cNvPr>
          <p:cNvSpPr>
            <a:spLocks noGrp="1"/>
          </p:cNvSpPr>
          <p:nvPr/>
        </p:nvSpPr>
        <p:spPr>
          <a:xfrm>
            <a:off x="5427828" y="2536045"/>
            <a:ext cx="28398" cy="28398"/>
          </a:xfrm>
          <a:prstGeom prst="ellipse">
            <a:avLst/>
          </a:prstGeom>
          <a:solidFill>
            <a:srgbClr val="7F8C97">
              <a:alpha val="48000"/>
            </a:srgbClr>
          </a:solidFill>
          <a:ln w="0">
            <a:noFill/>
            <a:prstDash val="solid"/>
          </a:ln>
        </p:spPr>
      </p:sp>
      <p:sp>
        <p:nvSpPr>
          <p:cNvPr id="1274" name="03_assume_matched_6571">
            <a:extLst>
              <a:ext uri="{FF2B5EF4-FFF2-40B4-BE49-F238E27FC236}">
                <a16:creationId xmlns:a16="http://schemas.microsoft.com/office/drawing/2014/main" id="{78334580-33B1-40F6-A166-0A56BF8BBE54}"/>
              </a:ext>
            </a:extLst>
          </p:cNvPr>
          <p:cNvSpPr>
            <a:spLocks noGrp="1"/>
          </p:cNvSpPr>
          <p:nvPr/>
        </p:nvSpPr>
        <p:spPr>
          <a:xfrm>
            <a:off x="5372711" y="2536045"/>
            <a:ext cx="28398" cy="28398"/>
          </a:xfrm>
          <a:prstGeom prst="ellipse">
            <a:avLst/>
          </a:prstGeom>
          <a:solidFill>
            <a:srgbClr val="7F8C97">
              <a:alpha val="48000"/>
            </a:srgbClr>
          </a:solidFill>
          <a:ln w="0">
            <a:noFill/>
            <a:prstDash val="solid"/>
          </a:ln>
        </p:spPr>
      </p:sp>
      <p:sp>
        <p:nvSpPr>
          <p:cNvPr id="1275" name="03_assume_matched_6572">
            <a:extLst>
              <a:ext uri="{FF2B5EF4-FFF2-40B4-BE49-F238E27FC236}">
                <a16:creationId xmlns:a16="http://schemas.microsoft.com/office/drawing/2014/main" id="{87D426F2-613F-41DB-97EB-3F3DEDE43015}"/>
              </a:ext>
            </a:extLst>
          </p:cNvPr>
          <p:cNvSpPr>
            <a:spLocks noGrp="1"/>
          </p:cNvSpPr>
          <p:nvPr/>
        </p:nvSpPr>
        <p:spPr>
          <a:xfrm>
            <a:off x="5398759" y="2536045"/>
            <a:ext cx="28398" cy="28398"/>
          </a:xfrm>
          <a:prstGeom prst="ellipse">
            <a:avLst/>
          </a:prstGeom>
          <a:solidFill>
            <a:srgbClr val="7F8C97">
              <a:alpha val="48000"/>
            </a:srgbClr>
          </a:solidFill>
          <a:ln w="0">
            <a:noFill/>
            <a:prstDash val="solid"/>
          </a:ln>
        </p:spPr>
      </p:sp>
      <p:sp>
        <p:nvSpPr>
          <p:cNvPr id="1276" name="03_assume_matched_6573">
            <a:extLst>
              <a:ext uri="{FF2B5EF4-FFF2-40B4-BE49-F238E27FC236}">
                <a16:creationId xmlns:a16="http://schemas.microsoft.com/office/drawing/2014/main" id="{979A6C70-B2A4-4F6F-B1DB-39B8B4BCF31E}"/>
              </a:ext>
            </a:extLst>
          </p:cNvPr>
          <p:cNvSpPr>
            <a:spLocks noGrp="1"/>
          </p:cNvSpPr>
          <p:nvPr/>
        </p:nvSpPr>
        <p:spPr>
          <a:xfrm>
            <a:off x="5347815" y="3120914"/>
            <a:ext cx="28398" cy="28398"/>
          </a:xfrm>
          <a:prstGeom prst="ellipse">
            <a:avLst/>
          </a:prstGeom>
          <a:solidFill>
            <a:srgbClr val="7F8C97">
              <a:alpha val="48000"/>
            </a:srgbClr>
          </a:solidFill>
          <a:ln w="0">
            <a:noFill/>
            <a:prstDash val="solid"/>
          </a:ln>
        </p:spPr>
      </p:sp>
      <p:sp>
        <p:nvSpPr>
          <p:cNvPr id="1277" name="03_assume_matched_6574">
            <a:extLst>
              <a:ext uri="{FF2B5EF4-FFF2-40B4-BE49-F238E27FC236}">
                <a16:creationId xmlns:a16="http://schemas.microsoft.com/office/drawing/2014/main" id="{9D72C8B2-A5D4-42A7-8E0E-E6D47542CFDE}"/>
              </a:ext>
            </a:extLst>
          </p:cNvPr>
          <p:cNvSpPr>
            <a:spLocks noGrp="1"/>
          </p:cNvSpPr>
          <p:nvPr/>
        </p:nvSpPr>
        <p:spPr>
          <a:xfrm>
            <a:off x="6220494" y="2663517"/>
            <a:ext cx="28398" cy="28398"/>
          </a:xfrm>
          <a:prstGeom prst="ellipse">
            <a:avLst/>
          </a:prstGeom>
          <a:solidFill>
            <a:srgbClr val="7F8C97">
              <a:alpha val="48000"/>
            </a:srgbClr>
          </a:solidFill>
          <a:ln w="0">
            <a:noFill/>
            <a:prstDash val="solid"/>
          </a:ln>
        </p:spPr>
      </p:sp>
      <p:sp>
        <p:nvSpPr>
          <p:cNvPr id="1278" name="03_assume_matched_6575">
            <a:extLst>
              <a:ext uri="{FF2B5EF4-FFF2-40B4-BE49-F238E27FC236}">
                <a16:creationId xmlns:a16="http://schemas.microsoft.com/office/drawing/2014/main" id="{FED4BB0E-E248-4337-B106-7AEBB9469659}"/>
              </a:ext>
            </a:extLst>
          </p:cNvPr>
          <p:cNvSpPr>
            <a:spLocks noGrp="1"/>
          </p:cNvSpPr>
          <p:nvPr/>
        </p:nvSpPr>
        <p:spPr>
          <a:xfrm>
            <a:off x="6208981" y="3120914"/>
            <a:ext cx="28398" cy="28398"/>
          </a:xfrm>
          <a:prstGeom prst="ellipse">
            <a:avLst/>
          </a:prstGeom>
          <a:solidFill>
            <a:srgbClr val="7F8C97">
              <a:alpha val="48000"/>
            </a:srgbClr>
          </a:solidFill>
          <a:ln w="0">
            <a:noFill/>
            <a:prstDash val="solid"/>
          </a:ln>
        </p:spPr>
      </p:sp>
      <p:sp>
        <p:nvSpPr>
          <p:cNvPr id="1279" name="03_assume_matched_6576">
            <a:extLst>
              <a:ext uri="{FF2B5EF4-FFF2-40B4-BE49-F238E27FC236}">
                <a16:creationId xmlns:a16="http://schemas.microsoft.com/office/drawing/2014/main" id="{48B759FC-8C0A-4190-8A39-614ED2D179AF}"/>
              </a:ext>
            </a:extLst>
          </p:cNvPr>
          <p:cNvSpPr>
            <a:spLocks noGrp="1"/>
          </p:cNvSpPr>
          <p:nvPr/>
        </p:nvSpPr>
        <p:spPr>
          <a:xfrm>
            <a:off x="6151849" y="3120914"/>
            <a:ext cx="28398" cy="28398"/>
          </a:xfrm>
          <a:prstGeom prst="ellipse">
            <a:avLst/>
          </a:prstGeom>
          <a:solidFill>
            <a:srgbClr val="7F8C97">
              <a:alpha val="48000"/>
            </a:srgbClr>
          </a:solidFill>
          <a:ln w="0">
            <a:noFill/>
            <a:prstDash val="solid"/>
          </a:ln>
        </p:spPr>
      </p:sp>
      <p:sp>
        <p:nvSpPr>
          <p:cNvPr id="1280" name="03_assume_matched_6577">
            <a:extLst>
              <a:ext uri="{FF2B5EF4-FFF2-40B4-BE49-F238E27FC236}">
                <a16:creationId xmlns:a16="http://schemas.microsoft.com/office/drawing/2014/main" id="{AC9F68FC-167A-4710-A8F8-B8F8D2DD9C57}"/>
              </a:ext>
            </a:extLst>
          </p:cNvPr>
          <p:cNvSpPr>
            <a:spLocks noGrp="1"/>
          </p:cNvSpPr>
          <p:nvPr/>
        </p:nvSpPr>
        <p:spPr>
          <a:xfrm>
            <a:off x="6230712" y="2536045"/>
            <a:ext cx="28398" cy="28398"/>
          </a:xfrm>
          <a:prstGeom prst="ellipse">
            <a:avLst/>
          </a:prstGeom>
          <a:solidFill>
            <a:srgbClr val="7F8C97">
              <a:alpha val="48000"/>
            </a:srgbClr>
          </a:solidFill>
          <a:ln w="0">
            <a:noFill/>
            <a:prstDash val="solid"/>
          </a:ln>
        </p:spPr>
      </p:sp>
      <p:sp>
        <p:nvSpPr>
          <p:cNvPr id="1281" name="03_assume_matched_6578">
            <a:extLst>
              <a:ext uri="{FF2B5EF4-FFF2-40B4-BE49-F238E27FC236}">
                <a16:creationId xmlns:a16="http://schemas.microsoft.com/office/drawing/2014/main" id="{F3F4412E-E8A2-4507-9B6B-4E012B60E429}"/>
              </a:ext>
            </a:extLst>
          </p:cNvPr>
          <p:cNvSpPr>
            <a:spLocks noGrp="1"/>
          </p:cNvSpPr>
          <p:nvPr/>
        </p:nvSpPr>
        <p:spPr>
          <a:xfrm>
            <a:off x="6198476" y="2536045"/>
            <a:ext cx="28398" cy="28398"/>
          </a:xfrm>
          <a:prstGeom prst="ellipse">
            <a:avLst/>
          </a:prstGeom>
          <a:solidFill>
            <a:srgbClr val="7F8C97">
              <a:alpha val="48000"/>
            </a:srgbClr>
          </a:solidFill>
          <a:ln w="0">
            <a:noFill/>
            <a:prstDash val="solid"/>
          </a:ln>
        </p:spPr>
      </p:sp>
      <p:sp>
        <p:nvSpPr>
          <p:cNvPr id="1282" name="03_assume_matched_6579">
            <a:extLst>
              <a:ext uri="{FF2B5EF4-FFF2-40B4-BE49-F238E27FC236}">
                <a16:creationId xmlns:a16="http://schemas.microsoft.com/office/drawing/2014/main" id="{9B557A29-7D62-4667-901D-94BA617C2FE7}"/>
              </a:ext>
            </a:extLst>
          </p:cNvPr>
          <p:cNvSpPr>
            <a:spLocks noGrp="1"/>
          </p:cNvSpPr>
          <p:nvPr/>
        </p:nvSpPr>
        <p:spPr>
          <a:xfrm>
            <a:off x="6103208" y="2642385"/>
            <a:ext cx="28398" cy="28398"/>
          </a:xfrm>
          <a:prstGeom prst="ellipse">
            <a:avLst/>
          </a:prstGeom>
          <a:solidFill>
            <a:srgbClr val="7F8C97">
              <a:alpha val="48000"/>
            </a:srgbClr>
          </a:solidFill>
          <a:ln w="0">
            <a:noFill/>
            <a:prstDash val="solid"/>
          </a:ln>
        </p:spPr>
      </p:sp>
      <p:sp>
        <p:nvSpPr>
          <p:cNvPr id="1283" name="03_assume_matched_6580">
            <a:extLst>
              <a:ext uri="{FF2B5EF4-FFF2-40B4-BE49-F238E27FC236}">
                <a16:creationId xmlns:a16="http://schemas.microsoft.com/office/drawing/2014/main" id="{DEB6E1AF-590C-404E-927C-1D32C4FA50A8}"/>
              </a:ext>
            </a:extLst>
          </p:cNvPr>
          <p:cNvSpPr>
            <a:spLocks noGrp="1"/>
          </p:cNvSpPr>
          <p:nvPr/>
        </p:nvSpPr>
        <p:spPr>
          <a:xfrm>
            <a:off x="6133861" y="3120914"/>
            <a:ext cx="28398" cy="28398"/>
          </a:xfrm>
          <a:prstGeom prst="ellipse">
            <a:avLst/>
          </a:prstGeom>
          <a:solidFill>
            <a:srgbClr val="7F8C97">
              <a:alpha val="48000"/>
            </a:srgbClr>
          </a:solidFill>
          <a:ln w="0">
            <a:noFill/>
            <a:prstDash val="solid"/>
          </a:ln>
        </p:spPr>
      </p:sp>
      <p:sp>
        <p:nvSpPr>
          <p:cNvPr id="1284" name="03_assume_matched_6581">
            <a:extLst>
              <a:ext uri="{FF2B5EF4-FFF2-40B4-BE49-F238E27FC236}">
                <a16:creationId xmlns:a16="http://schemas.microsoft.com/office/drawing/2014/main" id="{62F4074F-51AF-40EB-83BC-B4375AA8DD92}"/>
              </a:ext>
            </a:extLst>
          </p:cNvPr>
          <p:cNvSpPr>
            <a:spLocks noGrp="1"/>
          </p:cNvSpPr>
          <p:nvPr/>
        </p:nvSpPr>
        <p:spPr>
          <a:xfrm>
            <a:off x="6102920" y="3096545"/>
            <a:ext cx="28398" cy="28398"/>
          </a:xfrm>
          <a:prstGeom prst="ellipse">
            <a:avLst/>
          </a:prstGeom>
          <a:solidFill>
            <a:srgbClr val="7F8C97">
              <a:alpha val="48000"/>
            </a:srgbClr>
          </a:solidFill>
          <a:ln w="0">
            <a:noFill/>
            <a:prstDash val="solid"/>
          </a:ln>
        </p:spPr>
      </p:sp>
      <p:sp>
        <p:nvSpPr>
          <p:cNvPr id="1285" name="03_assume_matched_6582">
            <a:extLst>
              <a:ext uri="{FF2B5EF4-FFF2-40B4-BE49-F238E27FC236}">
                <a16:creationId xmlns:a16="http://schemas.microsoft.com/office/drawing/2014/main" id="{4EB6946A-E75D-48CC-8EA7-B1C1B089E288}"/>
              </a:ext>
            </a:extLst>
          </p:cNvPr>
          <p:cNvSpPr>
            <a:spLocks noGrp="1"/>
          </p:cNvSpPr>
          <p:nvPr/>
        </p:nvSpPr>
        <p:spPr>
          <a:xfrm>
            <a:off x="6184229" y="2828480"/>
            <a:ext cx="28398" cy="28398"/>
          </a:xfrm>
          <a:prstGeom prst="ellipse">
            <a:avLst/>
          </a:prstGeom>
          <a:solidFill>
            <a:srgbClr val="7F8C97">
              <a:alpha val="48000"/>
            </a:srgbClr>
          </a:solidFill>
          <a:ln w="0">
            <a:noFill/>
            <a:prstDash val="solid"/>
          </a:ln>
        </p:spPr>
      </p:sp>
      <p:sp>
        <p:nvSpPr>
          <p:cNvPr id="1286" name="03_assume_matched_6583">
            <a:extLst>
              <a:ext uri="{FF2B5EF4-FFF2-40B4-BE49-F238E27FC236}">
                <a16:creationId xmlns:a16="http://schemas.microsoft.com/office/drawing/2014/main" id="{CBC1CB68-5815-4DCF-A3AC-484C2F81A423}"/>
              </a:ext>
            </a:extLst>
          </p:cNvPr>
          <p:cNvSpPr>
            <a:spLocks noGrp="1"/>
          </p:cNvSpPr>
          <p:nvPr/>
        </p:nvSpPr>
        <p:spPr>
          <a:xfrm>
            <a:off x="6165521" y="3120914"/>
            <a:ext cx="28398" cy="28398"/>
          </a:xfrm>
          <a:prstGeom prst="ellipse">
            <a:avLst/>
          </a:prstGeom>
          <a:solidFill>
            <a:srgbClr val="7F8C97">
              <a:alpha val="48000"/>
            </a:srgbClr>
          </a:solidFill>
          <a:ln w="0">
            <a:noFill/>
            <a:prstDash val="solid"/>
          </a:ln>
        </p:spPr>
      </p:sp>
      <p:sp>
        <p:nvSpPr>
          <p:cNvPr id="1287" name="03_assume_matched_6584">
            <a:extLst>
              <a:ext uri="{FF2B5EF4-FFF2-40B4-BE49-F238E27FC236}">
                <a16:creationId xmlns:a16="http://schemas.microsoft.com/office/drawing/2014/main" id="{B6297987-79F2-423F-918F-80E63473D70B}"/>
              </a:ext>
            </a:extLst>
          </p:cNvPr>
          <p:cNvSpPr>
            <a:spLocks noGrp="1"/>
          </p:cNvSpPr>
          <p:nvPr/>
        </p:nvSpPr>
        <p:spPr>
          <a:xfrm>
            <a:off x="6150266" y="3120914"/>
            <a:ext cx="28398" cy="28398"/>
          </a:xfrm>
          <a:prstGeom prst="ellipse">
            <a:avLst/>
          </a:prstGeom>
          <a:solidFill>
            <a:srgbClr val="7F8C97">
              <a:alpha val="48000"/>
            </a:srgbClr>
          </a:solidFill>
          <a:ln w="0">
            <a:noFill/>
            <a:prstDash val="solid"/>
          </a:ln>
        </p:spPr>
      </p:sp>
      <p:sp>
        <p:nvSpPr>
          <p:cNvPr id="1288" name="03_assume_matched_6585">
            <a:extLst>
              <a:ext uri="{FF2B5EF4-FFF2-40B4-BE49-F238E27FC236}">
                <a16:creationId xmlns:a16="http://schemas.microsoft.com/office/drawing/2014/main" id="{236A0BEE-C95F-4AB0-A568-36F3C3B6C9C1}"/>
              </a:ext>
            </a:extLst>
          </p:cNvPr>
          <p:cNvSpPr>
            <a:spLocks noGrp="1"/>
          </p:cNvSpPr>
          <p:nvPr/>
        </p:nvSpPr>
        <p:spPr>
          <a:xfrm>
            <a:off x="6136019" y="3120914"/>
            <a:ext cx="28398" cy="28398"/>
          </a:xfrm>
          <a:prstGeom prst="ellipse">
            <a:avLst/>
          </a:prstGeom>
          <a:solidFill>
            <a:srgbClr val="7F8C97">
              <a:alpha val="48000"/>
            </a:srgbClr>
          </a:solidFill>
          <a:ln w="0">
            <a:noFill/>
            <a:prstDash val="solid"/>
          </a:ln>
        </p:spPr>
      </p:sp>
      <p:sp>
        <p:nvSpPr>
          <p:cNvPr id="1289" name="03_assume_matched_6586">
            <a:extLst>
              <a:ext uri="{FF2B5EF4-FFF2-40B4-BE49-F238E27FC236}">
                <a16:creationId xmlns:a16="http://schemas.microsoft.com/office/drawing/2014/main" id="{4B617C88-A545-4AF7-80F1-D95830F7D590}"/>
              </a:ext>
            </a:extLst>
          </p:cNvPr>
          <p:cNvSpPr>
            <a:spLocks noGrp="1"/>
          </p:cNvSpPr>
          <p:nvPr/>
        </p:nvSpPr>
        <p:spPr>
          <a:xfrm>
            <a:off x="6152425" y="2536045"/>
            <a:ext cx="28398" cy="28398"/>
          </a:xfrm>
          <a:prstGeom prst="ellipse">
            <a:avLst/>
          </a:prstGeom>
          <a:solidFill>
            <a:srgbClr val="7F8C97">
              <a:alpha val="48000"/>
            </a:srgbClr>
          </a:solidFill>
          <a:ln w="0">
            <a:noFill/>
            <a:prstDash val="solid"/>
          </a:ln>
        </p:spPr>
      </p:sp>
      <p:sp>
        <p:nvSpPr>
          <p:cNvPr id="1290" name="03_assume_matched_6587">
            <a:extLst>
              <a:ext uri="{FF2B5EF4-FFF2-40B4-BE49-F238E27FC236}">
                <a16:creationId xmlns:a16="http://schemas.microsoft.com/office/drawing/2014/main" id="{5999A01C-7A67-4459-A0AA-562B59BB25DC}"/>
              </a:ext>
            </a:extLst>
          </p:cNvPr>
          <p:cNvSpPr>
            <a:spLocks noGrp="1"/>
          </p:cNvSpPr>
          <p:nvPr/>
        </p:nvSpPr>
        <p:spPr>
          <a:xfrm>
            <a:off x="6237619" y="2828480"/>
            <a:ext cx="28398" cy="28398"/>
          </a:xfrm>
          <a:prstGeom prst="ellipse">
            <a:avLst/>
          </a:prstGeom>
          <a:solidFill>
            <a:srgbClr val="7F8C97">
              <a:alpha val="48000"/>
            </a:srgbClr>
          </a:solidFill>
          <a:ln w="0">
            <a:noFill/>
            <a:prstDash val="solid"/>
          </a:ln>
        </p:spPr>
      </p:sp>
      <p:sp>
        <p:nvSpPr>
          <p:cNvPr id="1291" name="03_assume_matched_6588">
            <a:extLst>
              <a:ext uri="{FF2B5EF4-FFF2-40B4-BE49-F238E27FC236}">
                <a16:creationId xmlns:a16="http://schemas.microsoft.com/office/drawing/2014/main" id="{BE72DFFC-DE9D-4BA6-9492-E73F269E1DE6}"/>
              </a:ext>
            </a:extLst>
          </p:cNvPr>
          <p:cNvSpPr>
            <a:spLocks noGrp="1"/>
          </p:cNvSpPr>
          <p:nvPr/>
        </p:nvSpPr>
        <p:spPr>
          <a:xfrm>
            <a:off x="6192576" y="2536045"/>
            <a:ext cx="28398" cy="28398"/>
          </a:xfrm>
          <a:prstGeom prst="ellipse">
            <a:avLst/>
          </a:prstGeom>
          <a:solidFill>
            <a:srgbClr val="7F8C97">
              <a:alpha val="48000"/>
            </a:srgbClr>
          </a:solidFill>
          <a:ln w="0">
            <a:noFill/>
            <a:prstDash val="solid"/>
          </a:ln>
        </p:spPr>
      </p:sp>
      <p:sp>
        <p:nvSpPr>
          <p:cNvPr id="1292" name="03_assume_matched_6589">
            <a:extLst>
              <a:ext uri="{FF2B5EF4-FFF2-40B4-BE49-F238E27FC236}">
                <a16:creationId xmlns:a16="http://schemas.microsoft.com/office/drawing/2014/main" id="{34E4B782-9C53-412E-831A-E42BA7205E5C}"/>
              </a:ext>
            </a:extLst>
          </p:cNvPr>
          <p:cNvSpPr>
            <a:spLocks noGrp="1"/>
          </p:cNvSpPr>
          <p:nvPr/>
        </p:nvSpPr>
        <p:spPr>
          <a:xfrm>
            <a:off x="6202362" y="3120914"/>
            <a:ext cx="28398" cy="28398"/>
          </a:xfrm>
          <a:prstGeom prst="ellipse">
            <a:avLst/>
          </a:prstGeom>
          <a:solidFill>
            <a:srgbClr val="7F8C97">
              <a:alpha val="48000"/>
            </a:srgbClr>
          </a:solidFill>
          <a:ln w="0">
            <a:noFill/>
            <a:prstDash val="solid"/>
          </a:ln>
        </p:spPr>
      </p:sp>
      <p:sp>
        <p:nvSpPr>
          <p:cNvPr id="1293" name="03_assume_matched_6590">
            <a:extLst>
              <a:ext uri="{FF2B5EF4-FFF2-40B4-BE49-F238E27FC236}">
                <a16:creationId xmlns:a16="http://schemas.microsoft.com/office/drawing/2014/main" id="{2CF38F5E-55EB-4170-9B38-C47DFB0E6B37}"/>
              </a:ext>
            </a:extLst>
          </p:cNvPr>
          <p:cNvSpPr>
            <a:spLocks noGrp="1"/>
          </p:cNvSpPr>
          <p:nvPr/>
        </p:nvSpPr>
        <p:spPr>
          <a:xfrm>
            <a:off x="6139185" y="2990943"/>
            <a:ext cx="28398" cy="28398"/>
          </a:xfrm>
          <a:prstGeom prst="ellipse">
            <a:avLst/>
          </a:prstGeom>
          <a:solidFill>
            <a:srgbClr val="7F8C97">
              <a:alpha val="48000"/>
            </a:srgbClr>
          </a:solidFill>
          <a:ln w="0">
            <a:noFill/>
            <a:prstDash val="solid"/>
          </a:ln>
        </p:spPr>
      </p:sp>
      <p:sp>
        <p:nvSpPr>
          <p:cNvPr id="1294" name="03_assume_matched_6591">
            <a:extLst>
              <a:ext uri="{FF2B5EF4-FFF2-40B4-BE49-F238E27FC236}">
                <a16:creationId xmlns:a16="http://schemas.microsoft.com/office/drawing/2014/main" id="{A55B5000-B932-4156-B2DB-691C200E3686}"/>
              </a:ext>
            </a:extLst>
          </p:cNvPr>
          <p:cNvSpPr>
            <a:spLocks noGrp="1"/>
          </p:cNvSpPr>
          <p:nvPr/>
        </p:nvSpPr>
        <p:spPr>
          <a:xfrm>
            <a:off x="6229560" y="2925958"/>
            <a:ext cx="28398" cy="28398"/>
          </a:xfrm>
          <a:prstGeom prst="ellipse">
            <a:avLst/>
          </a:prstGeom>
          <a:solidFill>
            <a:srgbClr val="7F8C97">
              <a:alpha val="48000"/>
            </a:srgbClr>
          </a:solidFill>
          <a:ln w="0">
            <a:noFill/>
            <a:prstDash val="solid"/>
          </a:ln>
        </p:spPr>
      </p:sp>
      <p:sp>
        <p:nvSpPr>
          <p:cNvPr id="1295" name="03_assume_matched_6592">
            <a:extLst>
              <a:ext uri="{FF2B5EF4-FFF2-40B4-BE49-F238E27FC236}">
                <a16:creationId xmlns:a16="http://schemas.microsoft.com/office/drawing/2014/main" id="{54F1BAAF-B4E4-4EC2-860F-C9949D3D9ED6}"/>
              </a:ext>
            </a:extLst>
          </p:cNvPr>
          <p:cNvSpPr>
            <a:spLocks noGrp="1"/>
          </p:cNvSpPr>
          <p:nvPr/>
        </p:nvSpPr>
        <p:spPr>
          <a:xfrm>
            <a:off x="6202649" y="2536045"/>
            <a:ext cx="28398" cy="28398"/>
          </a:xfrm>
          <a:prstGeom prst="ellipse">
            <a:avLst/>
          </a:prstGeom>
          <a:solidFill>
            <a:srgbClr val="7F8C97">
              <a:alpha val="48000"/>
            </a:srgbClr>
          </a:solidFill>
          <a:ln w="0">
            <a:noFill/>
            <a:prstDash val="solid"/>
          </a:ln>
        </p:spPr>
      </p:sp>
      <p:sp>
        <p:nvSpPr>
          <p:cNvPr id="1296" name="03_assume_matched_6593">
            <a:extLst>
              <a:ext uri="{FF2B5EF4-FFF2-40B4-BE49-F238E27FC236}">
                <a16:creationId xmlns:a16="http://schemas.microsoft.com/office/drawing/2014/main" id="{320F2961-D42A-48D9-9D7C-A4C2F2C01D33}"/>
              </a:ext>
            </a:extLst>
          </p:cNvPr>
          <p:cNvSpPr>
            <a:spLocks noGrp="1"/>
          </p:cNvSpPr>
          <p:nvPr/>
        </p:nvSpPr>
        <p:spPr>
          <a:xfrm>
            <a:off x="6120477" y="3120914"/>
            <a:ext cx="28398" cy="28398"/>
          </a:xfrm>
          <a:prstGeom prst="ellipse">
            <a:avLst/>
          </a:prstGeom>
          <a:solidFill>
            <a:srgbClr val="7F8C97">
              <a:alpha val="48000"/>
            </a:srgbClr>
          </a:solidFill>
          <a:ln w="0">
            <a:noFill/>
            <a:prstDash val="solid"/>
          </a:ln>
        </p:spPr>
      </p:sp>
      <p:sp>
        <p:nvSpPr>
          <p:cNvPr id="1297" name="03_assume_matched_6594">
            <a:extLst>
              <a:ext uri="{FF2B5EF4-FFF2-40B4-BE49-F238E27FC236}">
                <a16:creationId xmlns:a16="http://schemas.microsoft.com/office/drawing/2014/main" id="{FD83B5E3-4168-4A70-A57F-F0BB38B4C99F}"/>
              </a:ext>
            </a:extLst>
          </p:cNvPr>
          <p:cNvSpPr>
            <a:spLocks noGrp="1"/>
          </p:cNvSpPr>
          <p:nvPr/>
        </p:nvSpPr>
        <p:spPr>
          <a:xfrm>
            <a:off x="6127817" y="3120914"/>
            <a:ext cx="28398" cy="28398"/>
          </a:xfrm>
          <a:prstGeom prst="ellipse">
            <a:avLst/>
          </a:prstGeom>
          <a:solidFill>
            <a:srgbClr val="7F8C97">
              <a:alpha val="48000"/>
            </a:srgbClr>
          </a:solidFill>
          <a:ln w="0">
            <a:noFill/>
            <a:prstDash val="solid"/>
          </a:ln>
        </p:spPr>
      </p:sp>
      <p:sp>
        <p:nvSpPr>
          <p:cNvPr id="1298" name="03_assume_matched_6595">
            <a:extLst>
              <a:ext uri="{FF2B5EF4-FFF2-40B4-BE49-F238E27FC236}">
                <a16:creationId xmlns:a16="http://schemas.microsoft.com/office/drawing/2014/main" id="{8317097D-A45C-4F8C-8E6C-06A290552D03}"/>
              </a:ext>
            </a:extLst>
          </p:cNvPr>
          <p:cNvSpPr>
            <a:spLocks noGrp="1"/>
          </p:cNvSpPr>
          <p:nvPr/>
        </p:nvSpPr>
        <p:spPr>
          <a:xfrm>
            <a:off x="6139042" y="2925958"/>
            <a:ext cx="28398" cy="28398"/>
          </a:xfrm>
          <a:prstGeom prst="ellipse">
            <a:avLst/>
          </a:prstGeom>
          <a:solidFill>
            <a:srgbClr val="7F8C97">
              <a:alpha val="48000"/>
            </a:srgbClr>
          </a:solidFill>
          <a:ln w="0">
            <a:noFill/>
            <a:prstDash val="solid"/>
          </a:ln>
        </p:spPr>
      </p:sp>
      <p:sp>
        <p:nvSpPr>
          <p:cNvPr id="1299" name="03_assume_matched_6596">
            <a:extLst>
              <a:ext uri="{FF2B5EF4-FFF2-40B4-BE49-F238E27FC236}">
                <a16:creationId xmlns:a16="http://schemas.microsoft.com/office/drawing/2014/main" id="{CAEB3AA2-14D5-422C-A3D1-A826FEF5A7A4}"/>
              </a:ext>
            </a:extLst>
          </p:cNvPr>
          <p:cNvSpPr>
            <a:spLocks noGrp="1"/>
          </p:cNvSpPr>
          <p:nvPr/>
        </p:nvSpPr>
        <p:spPr>
          <a:xfrm>
            <a:off x="6228409" y="3120914"/>
            <a:ext cx="28398" cy="28398"/>
          </a:xfrm>
          <a:prstGeom prst="ellipse">
            <a:avLst/>
          </a:prstGeom>
          <a:solidFill>
            <a:srgbClr val="7F8C97">
              <a:alpha val="48000"/>
            </a:srgbClr>
          </a:solidFill>
          <a:ln w="0">
            <a:noFill/>
            <a:prstDash val="solid"/>
          </a:ln>
        </p:spPr>
      </p:sp>
      <p:sp>
        <p:nvSpPr>
          <p:cNvPr id="1300" name="03_assume_matched_6597">
            <a:extLst>
              <a:ext uri="{FF2B5EF4-FFF2-40B4-BE49-F238E27FC236}">
                <a16:creationId xmlns:a16="http://schemas.microsoft.com/office/drawing/2014/main" id="{75CC179E-B2F3-4DB5-A505-41B17D9EFD67}"/>
              </a:ext>
            </a:extLst>
          </p:cNvPr>
          <p:cNvSpPr>
            <a:spLocks noGrp="1"/>
          </p:cNvSpPr>
          <p:nvPr/>
        </p:nvSpPr>
        <p:spPr>
          <a:xfrm>
            <a:off x="6141344" y="2536045"/>
            <a:ext cx="28398" cy="28398"/>
          </a:xfrm>
          <a:prstGeom prst="ellipse">
            <a:avLst/>
          </a:prstGeom>
          <a:solidFill>
            <a:srgbClr val="7F8C97">
              <a:alpha val="48000"/>
            </a:srgbClr>
          </a:solidFill>
          <a:ln w="0">
            <a:noFill/>
            <a:prstDash val="solid"/>
          </a:ln>
        </p:spPr>
      </p:sp>
      <p:sp>
        <p:nvSpPr>
          <p:cNvPr id="1301" name="03_assume_matched_6598">
            <a:extLst>
              <a:ext uri="{FF2B5EF4-FFF2-40B4-BE49-F238E27FC236}">
                <a16:creationId xmlns:a16="http://schemas.microsoft.com/office/drawing/2014/main" id="{1302C517-10C3-409F-B503-E4A64C9120CD}"/>
              </a:ext>
            </a:extLst>
          </p:cNvPr>
          <p:cNvSpPr>
            <a:spLocks noGrp="1"/>
          </p:cNvSpPr>
          <p:nvPr/>
        </p:nvSpPr>
        <p:spPr>
          <a:xfrm>
            <a:off x="6220350" y="3120914"/>
            <a:ext cx="28398" cy="28398"/>
          </a:xfrm>
          <a:prstGeom prst="ellipse">
            <a:avLst/>
          </a:prstGeom>
          <a:solidFill>
            <a:srgbClr val="7F8C97">
              <a:alpha val="48000"/>
            </a:srgbClr>
          </a:solidFill>
          <a:ln w="0">
            <a:noFill/>
            <a:prstDash val="solid"/>
          </a:ln>
        </p:spPr>
      </p:sp>
      <p:sp>
        <p:nvSpPr>
          <p:cNvPr id="1302" name="03_assume_matched_6599">
            <a:extLst>
              <a:ext uri="{FF2B5EF4-FFF2-40B4-BE49-F238E27FC236}">
                <a16:creationId xmlns:a16="http://schemas.microsoft.com/office/drawing/2014/main" id="{5AC477BC-23C9-46DE-B7DA-E4F5058A9BAF}"/>
              </a:ext>
            </a:extLst>
          </p:cNvPr>
          <p:cNvSpPr>
            <a:spLocks noGrp="1"/>
          </p:cNvSpPr>
          <p:nvPr/>
        </p:nvSpPr>
        <p:spPr>
          <a:xfrm>
            <a:off x="6221501" y="2536045"/>
            <a:ext cx="28398" cy="28398"/>
          </a:xfrm>
          <a:prstGeom prst="ellipse">
            <a:avLst/>
          </a:prstGeom>
          <a:solidFill>
            <a:srgbClr val="7F8C97">
              <a:alpha val="48000"/>
            </a:srgbClr>
          </a:solidFill>
          <a:ln w="0">
            <a:noFill/>
            <a:prstDash val="solid"/>
          </a:ln>
        </p:spPr>
      </p:sp>
      <p:sp>
        <p:nvSpPr>
          <p:cNvPr id="1303" name="03_assume_matched_6600">
            <a:extLst>
              <a:ext uri="{FF2B5EF4-FFF2-40B4-BE49-F238E27FC236}">
                <a16:creationId xmlns:a16="http://schemas.microsoft.com/office/drawing/2014/main" id="{7F7D4E36-9293-4364-962C-0E8DBEA0B8F6}"/>
              </a:ext>
            </a:extLst>
          </p:cNvPr>
          <p:cNvSpPr>
            <a:spLocks noGrp="1"/>
          </p:cNvSpPr>
          <p:nvPr/>
        </p:nvSpPr>
        <p:spPr>
          <a:xfrm>
            <a:off x="6225243" y="3120914"/>
            <a:ext cx="28398" cy="28398"/>
          </a:xfrm>
          <a:prstGeom prst="ellipse">
            <a:avLst/>
          </a:prstGeom>
          <a:solidFill>
            <a:srgbClr val="7F8C97">
              <a:alpha val="48000"/>
            </a:srgbClr>
          </a:solidFill>
          <a:ln w="0">
            <a:noFill/>
            <a:prstDash val="solid"/>
          </a:ln>
        </p:spPr>
      </p:sp>
      <p:sp>
        <p:nvSpPr>
          <p:cNvPr id="1304" name="03_assume_matched_6601">
            <a:extLst>
              <a:ext uri="{FF2B5EF4-FFF2-40B4-BE49-F238E27FC236}">
                <a16:creationId xmlns:a16="http://schemas.microsoft.com/office/drawing/2014/main" id="{21F2D351-4766-464A-B0A6-CAB67424BAEE}"/>
              </a:ext>
            </a:extLst>
          </p:cNvPr>
          <p:cNvSpPr>
            <a:spLocks noGrp="1"/>
          </p:cNvSpPr>
          <p:nvPr/>
        </p:nvSpPr>
        <p:spPr>
          <a:xfrm>
            <a:off x="6142495" y="3120914"/>
            <a:ext cx="28398" cy="28398"/>
          </a:xfrm>
          <a:prstGeom prst="ellipse">
            <a:avLst/>
          </a:prstGeom>
          <a:solidFill>
            <a:srgbClr val="7F8C97">
              <a:alpha val="48000"/>
            </a:srgbClr>
          </a:solidFill>
          <a:ln w="0">
            <a:noFill/>
            <a:prstDash val="solid"/>
          </a:ln>
        </p:spPr>
      </p:sp>
      <p:sp>
        <p:nvSpPr>
          <p:cNvPr id="1305" name="03_assume_matched_6602">
            <a:extLst>
              <a:ext uri="{FF2B5EF4-FFF2-40B4-BE49-F238E27FC236}">
                <a16:creationId xmlns:a16="http://schemas.microsoft.com/office/drawing/2014/main" id="{5654664D-9758-4ADD-89C3-237BF4EED27D}"/>
              </a:ext>
            </a:extLst>
          </p:cNvPr>
          <p:cNvSpPr>
            <a:spLocks noGrp="1"/>
          </p:cNvSpPr>
          <p:nvPr/>
        </p:nvSpPr>
        <p:spPr>
          <a:xfrm>
            <a:off x="6120765" y="2536045"/>
            <a:ext cx="28398" cy="28398"/>
          </a:xfrm>
          <a:prstGeom prst="ellipse">
            <a:avLst/>
          </a:prstGeom>
          <a:solidFill>
            <a:srgbClr val="7F8C97">
              <a:alpha val="48000"/>
            </a:srgbClr>
          </a:solidFill>
          <a:ln w="0">
            <a:noFill/>
            <a:prstDash val="solid"/>
          </a:ln>
        </p:spPr>
      </p:sp>
      <p:sp>
        <p:nvSpPr>
          <p:cNvPr id="1306" name="03_assume_matched_6603">
            <a:extLst>
              <a:ext uri="{FF2B5EF4-FFF2-40B4-BE49-F238E27FC236}">
                <a16:creationId xmlns:a16="http://schemas.microsoft.com/office/drawing/2014/main" id="{5891762F-1BA7-4431-AFD5-EB329120E249}"/>
              </a:ext>
            </a:extLst>
          </p:cNvPr>
          <p:cNvSpPr>
            <a:spLocks noGrp="1"/>
          </p:cNvSpPr>
          <p:nvPr/>
        </p:nvSpPr>
        <p:spPr>
          <a:xfrm>
            <a:off x="6204520" y="2536045"/>
            <a:ext cx="28398" cy="28398"/>
          </a:xfrm>
          <a:prstGeom prst="ellipse">
            <a:avLst/>
          </a:prstGeom>
          <a:solidFill>
            <a:srgbClr val="7F8C97">
              <a:alpha val="48000"/>
            </a:srgbClr>
          </a:solidFill>
          <a:ln w="0">
            <a:noFill/>
            <a:prstDash val="solid"/>
          </a:ln>
        </p:spPr>
      </p:sp>
      <p:sp>
        <p:nvSpPr>
          <p:cNvPr id="1307" name="03_assume_matched_6604">
            <a:extLst>
              <a:ext uri="{FF2B5EF4-FFF2-40B4-BE49-F238E27FC236}">
                <a16:creationId xmlns:a16="http://schemas.microsoft.com/office/drawing/2014/main" id="{7B56C448-FD65-4390-912A-11742384808A}"/>
              </a:ext>
            </a:extLst>
          </p:cNvPr>
          <p:cNvSpPr>
            <a:spLocks noGrp="1"/>
          </p:cNvSpPr>
          <p:nvPr/>
        </p:nvSpPr>
        <p:spPr>
          <a:xfrm>
            <a:off x="6114001" y="3120914"/>
            <a:ext cx="28398" cy="28398"/>
          </a:xfrm>
          <a:prstGeom prst="ellipse">
            <a:avLst/>
          </a:prstGeom>
          <a:solidFill>
            <a:srgbClr val="7F8C97">
              <a:alpha val="48000"/>
            </a:srgbClr>
          </a:solidFill>
          <a:ln w="0">
            <a:noFill/>
            <a:prstDash val="solid"/>
          </a:ln>
        </p:spPr>
      </p:sp>
      <p:sp>
        <p:nvSpPr>
          <p:cNvPr id="1308" name="03_assume_matched_6605">
            <a:extLst>
              <a:ext uri="{FF2B5EF4-FFF2-40B4-BE49-F238E27FC236}">
                <a16:creationId xmlns:a16="http://schemas.microsoft.com/office/drawing/2014/main" id="{6CAD7F97-0191-425E-AB86-9EEF09328AD6}"/>
              </a:ext>
            </a:extLst>
          </p:cNvPr>
          <p:cNvSpPr>
            <a:spLocks noGrp="1"/>
          </p:cNvSpPr>
          <p:nvPr/>
        </p:nvSpPr>
        <p:spPr>
          <a:xfrm>
            <a:off x="6208118" y="2536045"/>
            <a:ext cx="28398" cy="28398"/>
          </a:xfrm>
          <a:prstGeom prst="ellipse">
            <a:avLst/>
          </a:prstGeom>
          <a:solidFill>
            <a:srgbClr val="7F8C97">
              <a:alpha val="48000"/>
            </a:srgbClr>
          </a:solidFill>
          <a:ln w="0">
            <a:noFill/>
            <a:prstDash val="solid"/>
          </a:ln>
        </p:spPr>
      </p:sp>
      <p:sp>
        <p:nvSpPr>
          <p:cNvPr id="1309" name="03_assume_matched_6606">
            <a:extLst>
              <a:ext uri="{FF2B5EF4-FFF2-40B4-BE49-F238E27FC236}">
                <a16:creationId xmlns:a16="http://schemas.microsoft.com/office/drawing/2014/main" id="{C0B7577E-0626-446A-8F26-6AD01DCE5B71}"/>
              </a:ext>
            </a:extLst>
          </p:cNvPr>
          <p:cNvSpPr>
            <a:spLocks noGrp="1"/>
          </p:cNvSpPr>
          <p:nvPr/>
        </p:nvSpPr>
        <p:spPr>
          <a:xfrm>
            <a:off x="6115297" y="2828480"/>
            <a:ext cx="28398" cy="28398"/>
          </a:xfrm>
          <a:prstGeom prst="ellipse">
            <a:avLst/>
          </a:prstGeom>
          <a:solidFill>
            <a:srgbClr val="7F8C97">
              <a:alpha val="48000"/>
            </a:srgbClr>
          </a:solidFill>
          <a:ln w="0">
            <a:noFill/>
            <a:prstDash val="solid"/>
          </a:ln>
        </p:spPr>
      </p:sp>
      <p:sp>
        <p:nvSpPr>
          <p:cNvPr id="1310" name="03_assume_matched_6607">
            <a:extLst>
              <a:ext uri="{FF2B5EF4-FFF2-40B4-BE49-F238E27FC236}">
                <a16:creationId xmlns:a16="http://schemas.microsoft.com/office/drawing/2014/main" id="{D57AC096-17ED-42F6-A502-1ED84914FA6A}"/>
              </a:ext>
            </a:extLst>
          </p:cNvPr>
          <p:cNvSpPr>
            <a:spLocks noGrp="1"/>
          </p:cNvSpPr>
          <p:nvPr/>
        </p:nvSpPr>
        <p:spPr>
          <a:xfrm>
            <a:off x="6235748" y="2536045"/>
            <a:ext cx="28398" cy="28398"/>
          </a:xfrm>
          <a:prstGeom prst="ellipse">
            <a:avLst/>
          </a:prstGeom>
          <a:solidFill>
            <a:srgbClr val="7F8C97">
              <a:alpha val="48000"/>
            </a:srgbClr>
          </a:solidFill>
          <a:ln w="0">
            <a:noFill/>
            <a:prstDash val="solid"/>
          </a:ln>
        </p:spPr>
      </p:sp>
      <p:sp>
        <p:nvSpPr>
          <p:cNvPr id="1311" name="03_assume_matched_6608">
            <a:extLst>
              <a:ext uri="{FF2B5EF4-FFF2-40B4-BE49-F238E27FC236}">
                <a16:creationId xmlns:a16="http://schemas.microsoft.com/office/drawing/2014/main" id="{5153AEC1-56B4-4FD6-B7B7-EB8937154067}"/>
              </a:ext>
            </a:extLst>
          </p:cNvPr>
          <p:cNvSpPr>
            <a:spLocks noGrp="1"/>
          </p:cNvSpPr>
          <p:nvPr/>
        </p:nvSpPr>
        <p:spPr>
          <a:xfrm>
            <a:off x="6213730" y="2536045"/>
            <a:ext cx="28398" cy="28398"/>
          </a:xfrm>
          <a:prstGeom prst="ellipse">
            <a:avLst/>
          </a:prstGeom>
          <a:solidFill>
            <a:srgbClr val="7F8C97">
              <a:alpha val="48000"/>
            </a:srgbClr>
          </a:solidFill>
          <a:ln w="0">
            <a:noFill/>
            <a:prstDash val="solid"/>
          </a:ln>
        </p:spPr>
      </p:sp>
      <p:sp>
        <p:nvSpPr>
          <p:cNvPr id="1312" name="03_assume_matched_6609">
            <a:extLst>
              <a:ext uri="{FF2B5EF4-FFF2-40B4-BE49-F238E27FC236}">
                <a16:creationId xmlns:a16="http://schemas.microsoft.com/office/drawing/2014/main" id="{34FC766C-4EB0-49F0-9C06-3BECC329AAD6}"/>
              </a:ext>
            </a:extLst>
          </p:cNvPr>
          <p:cNvSpPr>
            <a:spLocks noGrp="1"/>
          </p:cNvSpPr>
          <p:nvPr/>
        </p:nvSpPr>
        <p:spPr>
          <a:xfrm>
            <a:off x="6161635" y="2536045"/>
            <a:ext cx="28398" cy="28398"/>
          </a:xfrm>
          <a:prstGeom prst="ellipse">
            <a:avLst/>
          </a:prstGeom>
          <a:solidFill>
            <a:srgbClr val="7F8C97">
              <a:alpha val="48000"/>
            </a:srgbClr>
          </a:solidFill>
          <a:ln w="0">
            <a:noFill/>
            <a:prstDash val="solid"/>
          </a:ln>
        </p:spPr>
      </p:sp>
      <p:sp>
        <p:nvSpPr>
          <p:cNvPr id="1313" name="03_assume_matched_6610">
            <a:extLst>
              <a:ext uri="{FF2B5EF4-FFF2-40B4-BE49-F238E27FC236}">
                <a16:creationId xmlns:a16="http://schemas.microsoft.com/office/drawing/2014/main" id="{ACCBA6C0-E0B9-4329-A6AC-FCCECEDA3B1F}"/>
              </a:ext>
            </a:extLst>
          </p:cNvPr>
          <p:cNvSpPr>
            <a:spLocks noGrp="1"/>
          </p:cNvSpPr>
          <p:nvPr/>
        </p:nvSpPr>
        <p:spPr>
          <a:xfrm>
            <a:off x="6137315" y="3120914"/>
            <a:ext cx="28398" cy="28398"/>
          </a:xfrm>
          <a:prstGeom prst="ellipse">
            <a:avLst/>
          </a:prstGeom>
          <a:solidFill>
            <a:srgbClr val="7F8C97">
              <a:alpha val="48000"/>
            </a:srgbClr>
          </a:solidFill>
          <a:ln w="0">
            <a:noFill/>
            <a:prstDash val="solid"/>
          </a:ln>
        </p:spPr>
      </p:sp>
      <p:sp>
        <p:nvSpPr>
          <p:cNvPr id="1314" name="03_assume_matched_6611">
            <a:extLst>
              <a:ext uri="{FF2B5EF4-FFF2-40B4-BE49-F238E27FC236}">
                <a16:creationId xmlns:a16="http://schemas.microsoft.com/office/drawing/2014/main" id="{3588764D-4B85-4D91-BAD0-3EC83C089D60}"/>
              </a:ext>
            </a:extLst>
          </p:cNvPr>
          <p:cNvSpPr>
            <a:spLocks noGrp="1"/>
          </p:cNvSpPr>
          <p:nvPr/>
        </p:nvSpPr>
        <p:spPr>
          <a:xfrm>
            <a:off x="6239778" y="3120914"/>
            <a:ext cx="28398" cy="28398"/>
          </a:xfrm>
          <a:prstGeom prst="ellipse">
            <a:avLst/>
          </a:prstGeom>
          <a:solidFill>
            <a:srgbClr val="7F8C97">
              <a:alpha val="48000"/>
            </a:srgbClr>
          </a:solidFill>
          <a:ln w="0">
            <a:noFill/>
            <a:prstDash val="solid"/>
          </a:ln>
        </p:spPr>
      </p:sp>
      <p:sp>
        <p:nvSpPr>
          <p:cNvPr id="1315" name="03_assume_matched_6612">
            <a:extLst>
              <a:ext uri="{FF2B5EF4-FFF2-40B4-BE49-F238E27FC236}">
                <a16:creationId xmlns:a16="http://schemas.microsoft.com/office/drawing/2014/main" id="{DA543765-AA17-433D-99AC-16FA6B93DB03}"/>
              </a:ext>
            </a:extLst>
          </p:cNvPr>
          <p:cNvSpPr>
            <a:spLocks noGrp="1"/>
          </p:cNvSpPr>
          <p:nvPr/>
        </p:nvSpPr>
        <p:spPr>
          <a:xfrm>
            <a:off x="6187539" y="2536045"/>
            <a:ext cx="28398" cy="28398"/>
          </a:xfrm>
          <a:prstGeom prst="ellipse">
            <a:avLst/>
          </a:prstGeom>
          <a:solidFill>
            <a:srgbClr val="7F8C97">
              <a:alpha val="48000"/>
            </a:srgbClr>
          </a:solidFill>
          <a:ln w="0">
            <a:noFill/>
            <a:prstDash val="solid"/>
          </a:ln>
        </p:spPr>
      </p:sp>
      <p:sp>
        <p:nvSpPr>
          <p:cNvPr id="1316" name="03_assume_matched_6613">
            <a:extLst>
              <a:ext uri="{FF2B5EF4-FFF2-40B4-BE49-F238E27FC236}">
                <a16:creationId xmlns:a16="http://schemas.microsoft.com/office/drawing/2014/main" id="{F3A48529-0FCE-43F1-8CF5-375D12C50E52}"/>
              </a:ext>
            </a:extLst>
          </p:cNvPr>
          <p:cNvSpPr>
            <a:spLocks noGrp="1"/>
          </p:cNvSpPr>
          <p:nvPr/>
        </p:nvSpPr>
        <p:spPr>
          <a:xfrm>
            <a:off x="6220350" y="3120914"/>
            <a:ext cx="28398" cy="28398"/>
          </a:xfrm>
          <a:prstGeom prst="ellipse">
            <a:avLst/>
          </a:prstGeom>
          <a:solidFill>
            <a:srgbClr val="7F8C97">
              <a:alpha val="48000"/>
            </a:srgbClr>
          </a:solidFill>
          <a:ln w="0">
            <a:noFill/>
            <a:prstDash val="solid"/>
          </a:ln>
        </p:spPr>
      </p:sp>
      <p:sp>
        <p:nvSpPr>
          <p:cNvPr id="1317" name="03_assume_matched_6614">
            <a:extLst>
              <a:ext uri="{FF2B5EF4-FFF2-40B4-BE49-F238E27FC236}">
                <a16:creationId xmlns:a16="http://schemas.microsoft.com/office/drawing/2014/main" id="{8D2E1B2B-DC32-4847-A58D-1EB0981CC2CF}"/>
              </a:ext>
            </a:extLst>
          </p:cNvPr>
          <p:cNvSpPr>
            <a:spLocks noGrp="1"/>
          </p:cNvSpPr>
          <p:nvPr/>
        </p:nvSpPr>
        <p:spPr>
          <a:xfrm>
            <a:off x="6119470" y="2536045"/>
            <a:ext cx="28398" cy="28398"/>
          </a:xfrm>
          <a:prstGeom prst="ellipse">
            <a:avLst/>
          </a:prstGeom>
          <a:solidFill>
            <a:srgbClr val="7F8C97">
              <a:alpha val="48000"/>
            </a:srgbClr>
          </a:solidFill>
          <a:ln w="0">
            <a:noFill/>
            <a:prstDash val="solid"/>
          </a:ln>
        </p:spPr>
      </p:sp>
      <p:sp>
        <p:nvSpPr>
          <p:cNvPr id="1318" name="03_assume_matched_6615">
            <a:extLst>
              <a:ext uri="{FF2B5EF4-FFF2-40B4-BE49-F238E27FC236}">
                <a16:creationId xmlns:a16="http://schemas.microsoft.com/office/drawing/2014/main" id="{937E0A22-324E-4D7A-B748-56DD1174EFDE}"/>
              </a:ext>
            </a:extLst>
          </p:cNvPr>
          <p:cNvSpPr>
            <a:spLocks noGrp="1"/>
          </p:cNvSpPr>
          <p:nvPr/>
        </p:nvSpPr>
        <p:spPr>
          <a:xfrm>
            <a:off x="6211428" y="3120914"/>
            <a:ext cx="28398" cy="28398"/>
          </a:xfrm>
          <a:prstGeom prst="ellipse">
            <a:avLst/>
          </a:prstGeom>
          <a:solidFill>
            <a:srgbClr val="7F8C97">
              <a:alpha val="48000"/>
            </a:srgbClr>
          </a:solidFill>
          <a:ln w="0">
            <a:noFill/>
            <a:prstDash val="solid"/>
          </a:ln>
        </p:spPr>
      </p:sp>
      <p:sp>
        <p:nvSpPr>
          <p:cNvPr id="1319" name="03_assume_matched_6616">
            <a:extLst>
              <a:ext uri="{FF2B5EF4-FFF2-40B4-BE49-F238E27FC236}">
                <a16:creationId xmlns:a16="http://schemas.microsoft.com/office/drawing/2014/main" id="{87F96B8F-96C3-4191-95DC-8A3173F1E13A}"/>
              </a:ext>
            </a:extLst>
          </p:cNvPr>
          <p:cNvSpPr>
            <a:spLocks noGrp="1"/>
          </p:cNvSpPr>
          <p:nvPr/>
        </p:nvSpPr>
        <p:spPr>
          <a:xfrm>
            <a:off x="6190561" y="3120914"/>
            <a:ext cx="28398" cy="28398"/>
          </a:xfrm>
          <a:prstGeom prst="ellipse">
            <a:avLst/>
          </a:prstGeom>
          <a:solidFill>
            <a:srgbClr val="7F8C97">
              <a:alpha val="48000"/>
            </a:srgbClr>
          </a:solidFill>
          <a:ln w="0">
            <a:noFill/>
            <a:prstDash val="solid"/>
          </a:ln>
        </p:spPr>
      </p:sp>
      <p:sp>
        <p:nvSpPr>
          <p:cNvPr id="1320" name="03_assume_matched_6617">
            <a:extLst>
              <a:ext uri="{FF2B5EF4-FFF2-40B4-BE49-F238E27FC236}">
                <a16:creationId xmlns:a16="http://schemas.microsoft.com/office/drawing/2014/main" id="{2B4B4E19-D5DD-4851-BFB5-C199B9C1350B}"/>
              </a:ext>
            </a:extLst>
          </p:cNvPr>
          <p:cNvSpPr>
            <a:spLocks noGrp="1"/>
          </p:cNvSpPr>
          <p:nvPr/>
        </p:nvSpPr>
        <p:spPr>
          <a:xfrm>
            <a:off x="6099179" y="2536045"/>
            <a:ext cx="28398" cy="28398"/>
          </a:xfrm>
          <a:prstGeom prst="ellipse">
            <a:avLst/>
          </a:prstGeom>
          <a:solidFill>
            <a:srgbClr val="7F8C97">
              <a:alpha val="48000"/>
            </a:srgbClr>
          </a:solidFill>
          <a:ln w="0">
            <a:noFill/>
            <a:prstDash val="solid"/>
          </a:ln>
        </p:spPr>
      </p:sp>
      <p:sp>
        <p:nvSpPr>
          <p:cNvPr id="1321" name="03_assume_matched_6618">
            <a:extLst>
              <a:ext uri="{FF2B5EF4-FFF2-40B4-BE49-F238E27FC236}">
                <a16:creationId xmlns:a16="http://schemas.microsoft.com/office/drawing/2014/main" id="{09FD9DD7-8D16-42AA-A602-E310CAF5C683}"/>
              </a:ext>
            </a:extLst>
          </p:cNvPr>
          <p:cNvSpPr>
            <a:spLocks noGrp="1"/>
          </p:cNvSpPr>
          <p:nvPr/>
        </p:nvSpPr>
        <p:spPr>
          <a:xfrm>
            <a:off x="6158469" y="3120914"/>
            <a:ext cx="28398" cy="28398"/>
          </a:xfrm>
          <a:prstGeom prst="ellipse">
            <a:avLst/>
          </a:prstGeom>
          <a:solidFill>
            <a:srgbClr val="7F8C97">
              <a:alpha val="48000"/>
            </a:srgbClr>
          </a:solidFill>
          <a:ln w="0">
            <a:noFill/>
            <a:prstDash val="solid"/>
          </a:ln>
        </p:spPr>
      </p:sp>
      <p:sp>
        <p:nvSpPr>
          <p:cNvPr id="1322" name="03_assume_matched_6619">
            <a:extLst>
              <a:ext uri="{FF2B5EF4-FFF2-40B4-BE49-F238E27FC236}">
                <a16:creationId xmlns:a16="http://schemas.microsoft.com/office/drawing/2014/main" id="{F8E869A6-9E82-4D20-8786-FB9F9B5C3E7B}"/>
              </a:ext>
            </a:extLst>
          </p:cNvPr>
          <p:cNvSpPr>
            <a:spLocks noGrp="1"/>
          </p:cNvSpPr>
          <p:nvPr/>
        </p:nvSpPr>
        <p:spPr>
          <a:xfrm>
            <a:off x="6140625" y="3120914"/>
            <a:ext cx="28398" cy="28398"/>
          </a:xfrm>
          <a:prstGeom prst="ellipse">
            <a:avLst/>
          </a:prstGeom>
          <a:solidFill>
            <a:srgbClr val="7F8C97">
              <a:alpha val="48000"/>
            </a:srgbClr>
          </a:solidFill>
          <a:ln w="0">
            <a:noFill/>
            <a:prstDash val="solid"/>
          </a:ln>
        </p:spPr>
      </p:sp>
      <p:sp>
        <p:nvSpPr>
          <p:cNvPr id="1323" name="03_assume_matched_6620">
            <a:extLst>
              <a:ext uri="{FF2B5EF4-FFF2-40B4-BE49-F238E27FC236}">
                <a16:creationId xmlns:a16="http://schemas.microsoft.com/office/drawing/2014/main" id="{0DD0DACC-7C66-4019-9204-251DA4D53056}"/>
              </a:ext>
            </a:extLst>
          </p:cNvPr>
          <p:cNvSpPr>
            <a:spLocks noGrp="1"/>
          </p:cNvSpPr>
          <p:nvPr/>
        </p:nvSpPr>
        <p:spPr>
          <a:xfrm>
            <a:off x="6172860" y="2536045"/>
            <a:ext cx="28398" cy="28398"/>
          </a:xfrm>
          <a:prstGeom prst="ellipse">
            <a:avLst/>
          </a:prstGeom>
          <a:solidFill>
            <a:srgbClr val="7F8C97">
              <a:alpha val="48000"/>
            </a:srgbClr>
          </a:solidFill>
          <a:ln w="0">
            <a:noFill/>
            <a:prstDash val="solid"/>
          </a:ln>
        </p:spPr>
      </p:sp>
      <p:sp>
        <p:nvSpPr>
          <p:cNvPr id="1324" name="03_assume_matched_6621">
            <a:extLst>
              <a:ext uri="{FF2B5EF4-FFF2-40B4-BE49-F238E27FC236}">
                <a16:creationId xmlns:a16="http://schemas.microsoft.com/office/drawing/2014/main" id="{7F79CFE7-4DA7-4FA7-B50C-EAC11EC70069}"/>
              </a:ext>
            </a:extLst>
          </p:cNvPr>
          <p:cNvSpPr>
            <a:spLocks noGrp="1"/>
          </p:cNvSpPr>
          <p:nvPr/>
        </p:nvSpPr>
        <p:spPr>
          <a:xfrm>
            <a:off x="6154728" y="2974697"/>
            <a:ext cx="28398" cy="28398"/>
          </a:xfrm>
          <a:prstGeom prst="ellipse">
            <a:avLst/>
          </a:prstGeom>
          <a:solidFill>
            <a:srgbClr val="7F8C97">
              <a:alpha val="48000"/>
            </a:srgbClr>
          </a:solidFill>
          <a:ln w="0">
            <a:noFill/>
            <a:prstDash val="solid"/>
          </a:ln>
        </p:spPr>
      </p:sp>
      <p:sp>
        <p:nvSpPr>
          <p:cNvPr id="1325" name="03_assume_matched_6622">
            <a:extLst>
              <a:ext uri="{FF2B5EF4-FFF2-40B4-BE49-F238E27FC236}">
                <a16:creationId xmlns:a16="http://schemas.microsoft.com/office/drawing/2014/main" id="{3246C908-E481-4485-8D7F-3C365A0AC863}"/>
              </a:ext>
            </a:extLst>
          </p:cNvPr>
          <p:cNvSpPr>
            <a:spLocks noGrp="1"/>
          </p:cNvSpPr>
          <p:nvPr/>
        </p:nvSpPr>
        <p:spPr>
          <a:xfrm>
            <a:off x="6216896" y="3120914"/>
            <a:ext cx="28398" cy="28398"/>
          </a:xfrm>
          <a:prstGeom prst="ellipse">
            <a:avLst/>
          </a:prstGeom>
          <a:solidFill>
            <a:srgbClr val="7F8C97">
              <a:alpha val="48000"/>
            </a:srgbClr>
          </a:solidFill>
          <a:ln w="0">
            <a:noFill/>
            <a:prstDash val="solid"/>
          </a:ln>
        </p:spPr>
      </p:sp>
      <p:sp>
        <p:nvSpPr>
          <p:cNvPr id="1326" name="03_assume_matched_6623">
            <a:extLst>
              <a:ext uri="{FF2B5EF4-FFF2-40B4-BE49-F238E27FC236}">
                <a16:creationId xmlns:a16="http://schemas.microsoft.com/office/drawing/2014/main" id="{EA533CFD-553C-446E-9A49-1F19408F978B}"/>
              </a:ext>
            </a:extLst>
          </p:cNvPr>
          <p:cNvSpPr>
            <a:spLocks noGrp="1"/>
          </p:cNvSpPr>
          <p:nvPr/>
        </p:nvSpPr>
        <p:spPr>
          <a:xfrm>
            <a:off x="6115009" y="2536045"/>
            <a:ext cx="28398" cy="28398"/>
          </a:xfrm>
          <a:prstGeom prst="ellipse">
            <a:avLst/>
          </a:prstGeom>
          <a:solidFill>
            <a:srgbClr val="7F8C97">
              <a:alpha val="48000"/>
            </a:srgbClr>
          </a:solidFill>
          <a:ln w="0">
            <a:noFill/>
            <a:prstDash val="solid"/>
          </a:ln>
        </p:spPr>
      </p:sp>
      <p:sp>
        <p:nvSpPr>
          <p:cNvPr id="1327" name="03_assume_matched_6624">
            <a:extLst>
              <a:ext uri="{FF2B5EF4-FFF2-40B4-BE49-F238E27FC236}">
                <a16:creationId xmlns:a16="http://schemas.microsoft.com/office/drawing/2014/main" id="{3D555A55-A190-48AD-A43C-8A2EA6157DB9}"/>
              </a:ext>
            </a:extLst>
          </p:cNvPr>
          <p:cNvSpPr>
            <a:spLocks noGrp="1"/>
          </p:cNvSpPr>
          <p:nvPr/>
        </p:nvSpPr>
        <p:spPr>
          <a:xfrm>
            <a:off x="6121629" y="3120914"/>
            <a:ext cx="28398" cy="28398"/>
          </a:xfrm>
          <a:prstGeom prst="ellipse">
            <a:avLst/>
          </a:prstGeom>
          <a:solidFill>
            <a:srgbClr val="7F8C97">
              <a:alpha val="48000"/>
            </a:srgbClr>
          </a:solidFill>
          <a:ln w="0">
            <a:noFill/>
            <a:prstDash val="solid"/>
          </a:ln>
        </p:spPr>
      </p:sp>
      <p:sp>
        <p:nvSpPr>
          <p:cNvPr id="1328" name="03_assume_matched_6625">
            <a:extLst>
              <a:ext uri="{FF2B5EF4-FFF2-40B4-BE49-F238E27FC236}">
                <a16:creationId xmlns:a16="http://schemas.microsoft.com/office/drawing/2014/main" id="{5BEC85FA-BAC1-4E3F-BD6C-919CA7BE3042}"/>
              </a:ext>
            </a:extLst>
          </p:cNvPr>
          <p:cNvSpPr>
            <a:spLocks noGrp="1"/>
          </p:cNvSpPr>
          <p:nvPr/>
        </p:nvSpPr>
        <p:spPr>
          <a:xfrm>
            <a:off x="6181495" y="2536045"/>
            <a:ext cx="28398" cy="28398"/>
          </a:xfrm>
          <a:prstGeom prst="ellipse">
            <a:avLst/>
          </a:prstGeom>
          <a:solidFill>
            <a:srgbClr val="7F8C97">
              <a:alpha val="48000"/>
            </a:srgbClr>
          </a:solidFill>
          <a:ln w="0">
            <a:noFill/>
            <a:prstDash val="solid"/>
          </a:ln>
        </p:spPr>
      </p:sp>
      <p:sp>
        <p:nvSpPr>
          <p:cNvPr id="1329" name="03_assume_matched_6626">
            <a:extLst>
              <a:ext uri="{FF2B5EF4-FFF2-40B4-BE49-F238E27FC236}">
                <a16:creationId xmlns:a16="http://schemas.microsoft.com/office/drawing/2014/main" id="{8242EC79-38C8-40BF-A3B7-E9F5A8375CAD}"/>
              </a:ext>
            </a:extLst>
          </p:cNvPr>
          <p:cNvSpPr>
            <a:spLocks noGrp="1"/>
          </p:cNvSpPr>
          <p:nvPr/>
        </p:nvSpPr>
        <p:spPr>
          <a:xfrm>
            <a:off x="6180200" y="2536045"/>
            <a:ext cx="28398" cy="28398"/>
          </a:xfrm>
          <a:prstGeom prst="ellipse">
            <a:avLst/>
          </a:prstGeom>
          <a:solidFill>
            <a:srgbClr val="7F8C97">
              <a:alpha val="48000"/>
            </a:srgbClr>
          </a:solidFill>
          <a:ln w="0">
            <a:noFill/>
            <a:prstDash val="solid"/>
          </a:ln>
        </p:spPr>
      </p:sp>
      <p:sp>
        <p:nvSpPr>
          <p:cNvPr id="1330" name="03_assume_matched_6627">
            <a:extLst>
              <a:ext uri="{FF2B5EF4-FFF2-40B4-BE49-F238E27FC236}">
                <a16:creationId xmlns:a16="http://schemas.microsoft.com/office/drawing/2014/main" id="{F2C650FC-9C4B-4153-B1C4-00D7C9C37C8F}"/>
              </a:ext>
            </a:extLst>
          </p:cNvPr>
          <p:cNvSpPr>
            <a:spLocks noGrp="1"/>
          </p:cNvSpPr>
          <p:nvPr/>
        </p:nvSpPr>
        <p:spPr>
          <a:xfrm>
            <a:off x="6226970" y="2536045"/>
            <a:ext cx="28398" cy="28398"/>
          </a:xfrm>
          <a:prstGeom prst="ellipse">
            <a:avLst/>
          </a:prstGeom>
          <a:solidFill>
            <a:srgbClr val="7F8C97">
              <a:alpha val="48000"/>
            </a:srgbClr>
          </a:solidFill>
          <a:ln w="0">
            <a:noFill/>
            <a:prstDash val="solid"/>
          </a:ln>
        </p:spPr>
      </p:sp>
      <p:sp>
        <p:nvSpPr>
          <p:cNvPr id="1331" name="03_assume_matched_6628">
            <a:extLst>
              <a:ext uri="{FF2B5EF4-FFF2-40B4-BE49-F238E27FC236}">
                <a16:creationId xmlns:a16="http://schemas.microsoft.com/office/drawing/2014/main" id="{399FC69A-8E3A-4126-A6FC-794F56B70632}"/>
              </a:ext>
            </a:extLst>
          </p:cNvPr>
          <p:cNvSpPr>
            <a:spLocks noGrp="1"/>
          </p:cNvSpPr>
          <p:nvPr/>
        </p:nvSpPr>
        <p:spPr>
          <a:xfrm>
            <a:off x="6205240" y="2682262"/>
            <a:ext cx="28398" cy="28398"/>
          </a:xfrm>
          <a:prstGeom prst="ellipse">
            <a:avLst/>
          </a:prstGeom>
          <a:solidFill>
            <a:srgbClr val="7F8C97">
              <a:alpha val="48000"/>
            </a:srgbClr>
          </a:solidFill>
          <a:ln w="0">
            <a:noFill/>
            <a:prstDash val="solid"/>
          </a:ln>
        </p:spPr>
      </p:sp>
      <p:sp>
        <p:nvSpPr>
          <p:cNvPr id="1332" name="03_assume_matched_6629">
            <a:extLst>
              <a:ext uri="{FF2B5EF4-FFF2-40B4-BE49-F238E27FC236}">
                <a16:creationId xmlns:a16="http://schemas.microsoft.com/office/drawing/2014/main" id="{ADF6B623-83B3-446A-9515-67F55E588A82}"/>
              </a:ext>
            </a:extLst>
          </p:cNvPr>
          <p:cNvSpPr>
            <a:spLocks noGrp="1"/>
          </p:cNvSpPr>
          <p:nvPr/>
        </p:nvSpPr>
        <p:spPr>
          <a:xfrm>
            <a:off x="6137315" y="3120914"/>
            <a:ext cx="28398" cy="28398"/>
          </a:xfrm>
          <a:prstGeom prst="ellipse">
            <a:avLst/>
          </a:prstGeom>
          <a:solidFill>
            <a:srgbClr val="7F8C97">
              <a:alpha val="48000"/>
            </a:srgbClr>
          </a:solidFill>
          <a:ln w="0">
            <a:noFill/>
            <a:prstDash val="solid"/>
          </a:ln>
        </p:spPr>
      </p:sp>
      <p:sp>
        <p:nvSpPr>
          <p:cNvPr id="1333" name="03_assume_matched_6630">
            <a:extLst>
              <a:ext uri="{FF2B5EF4-FFF2-40B4-BE49-F238E27FC236}">
                <a16:creationId xmlns:a16="http://schemas.microsoft.com/office/drawing/2014/main" id="{99B6F9A7-1B1D-4E87-9BC2-29EFFB357F41}"/>
              </a:ext>
            </a:extLst>
          </p:cNvPr>
          <p:cNvSpPr>
            <a:spLocks noGrp="1"/>
          </p:cNvSpPr>
          <p:nvPr/>
        </p:nvSpPr>
        <p:spPr>
          <a:xfrm>
            <a:off x="6208118" y="3120914"/>
            <a:ext cx="28398" cy="28398"/>
          </a:xfrm>
          <a:prstGeom prst="ellipse">
            <a:avLst/>
          </a:prstGeom>
          <a:solidFill>
            <a:srgbClr val="7F8C97">
              <a:alpha val="48000"/>
            </a:srgbClr>
          </a:solidFill>
          <a:ln w="0">
            <a:noFill/>
            <a:prstDash val="solid"/>
          </a:ln>
        </p:spPr>
      </p:sp>
      <p:sp>
        <p:nvSpPr>
          <p:cNvPr id="1334" name="03_assume_matched_6631">
            <a:extLst>
              <a:ext uri="{FF2B5EF4-FFF2-40B4-BE49-F238E27FC236}">
                <a16:creationId xmlns:a16="http://schemas.microsoft.com/office/drawing/2014/main" id="{6F231A7D-050B-4A5C-B6F1-0F2547AA0013}"/>
              </a:ext>
            </a:extLst>
          </p:cNvPr>
          <p:cNvSpPr>
            <a:spLocks noGrp="1"/>
          </p:cNvSpPr>
          <p:nvPr/>
        </p:nvSpPr>
        <p:spPr>
          <a:xfrm>
            <a:off x="6196461" y="2536045"/>
            <a:ext cx="28398" cy="28398"/>
          </a:xfrm>
          <a:prstGeom prst="ellipse">
            <a:avLst/>
          </a:prstGeom>
          <a:solidFill>
            <a:srgbClr val="7F8C97">
              <a:alpha val="48000"/>
            </a:srgbClr>
          </a:solidFill>
          <a:ln w="0">
            <a:noFill/>
            <a:prstDash val="solid"/>
          </a:ln>
        </p:spPr>
      </p:sp>
      <p:sp>
        <p:nvSpPr>
          <p:cNvPr id="1335" name="03_assume_matched_6632">
            <a:extLst>
              <a:ext uri="{FF2B5EF4-FFF2-40B4-BE49-F238E27FC236}">
                <a16:creationId xmlns:a16="http://schemas.microsoft.com/office/drawing/2014/main" id="{AF973991-72D9-475A-818A-858D723D04B4}"/>
              </a:ext>
            </a:extLst>
          </p:cNvPr>
          <p:cNvSpPr>
            <a:spLocks noGrp="1"/>
          </p:cNvSpPr>
          <p:nvPr/>
        </p:nvSpPr>
        <p:spPr>
          <a:xfrm>
            <a:off x="6202649" y="3120914"/>
            <a:ext cx="28398" cy="28398"/>
          </a:xfrm>
          <a:prstGeom prst="ellipse">
            <a:avLst/>
          </a:prstGeom>
          <a:solidFill>
            <a:srgbClr val="7F8C97">
              <a:alpha val="48000"/>
            </a:srgbClr>
          </a:solidFill>
          <a:ln w="0">
            <a:noFill/>
            <a:prstDash val="solid"/>
          </a:ln>
        </p:spPr>
      </p:sp>
      <p:sp>
        <p:nvSpPr>
          <p:cNvPr id="1336" name="03_assume_matched_6633">
            <a:extLst>
              <a:ext uri="{FF2B5EF4-FFF2-40B4-BE49-F238E27FC236}">
                <a16:creationId xmlns:a16="http://schemas.microsoft.com/office/drawing/2014/main" id="{ADE2DDCE-2352-4921-B70B-2B9BE5225042}"/>
              </a:ext>
            </a:extLst>
          </p:cNvPr>
          <p:cNvSpPr>
            <a:spLocks noGrp="1"/>
          </p:cNvSpPr>
          <p:nvPr/>
        </p:nvSpPr>
        <p:spPr>
          <a:xfrm>
            <a:off x="6216033" y="3088422"/>
            <a:ext cx="28398" cy="28398"/>
          </a:xfrm>
          <a:prstGeom prst="ellipse">
            <a:avLst/>
          </a:prstGeom>
          <a:solidFill>
            <a:srgbClr val="7F8C97">
              <a:alpha val="48000"/>
            </a:srgbClr>
          </a:solidFill>
          <a:ln w="0">
            <a:noFill/>
            <a:prstDash val="solid"/>
          </a:ln>
        </p:spPr>
      </p:sp>
      <p:sp>
        <p:nvSpPr>
          <p:cNvPr id="1337" name="03_assume_matched_6634">
            <a:extLst>
              <a:ext uri="{FF2B5EF4-FFF2-40B4-BE49-F238E27FC236}">
                <a16:creationId xmlns:a16="http://schemas.microsoft.com/office/drawing/2014/main" id="{4FEFDEEF-3AF8-40C4-B5AE-CEE4E0C3E372}"/>
              </a:ext>
            </a:extLst>
          </p:cNvPr>
          <p:cNvSpPr>
            <a:spLocks noGrp="1"/>
          </p:cNvSpPr>
          <p:nvPr/>
        </p:nvSpPr>
        <p:spPr>
          <a:xfrm>
            <a:off x="6124651" y="2536045"/>
            <a:ext cx="28398" cy="28398"/>
          </a:xfrm>
          <a:prstGeom prst="ellipse">
            <a:avLst/>
          </a:prstGeom>
          <a:solidFill>
            <a:srgbClr val="7F8C97">
              <a:alpha val="48000"/>
            </a:srgbClr>
          </a:solidFill>
          <a:ln w="0">
            <a:noFill/>
            <a:prstDash val="solid"/>
          </a:ln>
        </p:spPr>
      </p:sp>
      <p:sp>
        <p:nvSpPr>
          <p:cNvPr id="1338" name="03_assume_matched_6635">
            <a:extLst>
              <a:ext uri="{FF2B5EF4-FFF2-40B4-BE49-F238E27FC236}">
                <a16:creationId xmlns:a16="http://schemas.microsoft.com/office/drawing/2014/main" id="{AEA2DD1A-A1C5-423B-8E9D-8B897C3459C1}"/>
              </a:ext>
            </a:extLst>
          </p:cNvPr>
          <p:cNvSpPr>
            <a:spLocks noGrp="1"/>
          </p:cNvSpPr>
          <p:nvPr/>
        </p:nvSpPr>
        <p:spPr>
          <a:xfrm>
            <a:off x="6113858" y="2731002"/>
            <a:ext cx="28398" cy="28398"/>
          </a:xfrm>
          <a:prstGeom prst="ellipse">
            <a:avLst/>
          </a:prstGeom>
          <a:solidFill>
            <a:srgbClr val="7F8C97">
              <a:alpha val="48000"/>
            </a:srgbClr>
          </a:solidFill>
          <a:ln w="0">
            <a:noFill/>
            <a:prstDash val="solid"/>
          </a:ln>
        </p:spPr>
      </p:sp>
      <p:sp>
        <p:nvSpPr>
          <p:cNvPr id="1339" name="03_assume_matched_6636">
            <a:extLst>
              <a:ext uri="{FF2B5EF4-FFF2-40B4-BE49-F238E27FC236}">
                <a16:creationId xmlns:a16="http://schemas.microsoft.com/office/drawing/2014/main" id="{625AC808-E66D-4960-9345-21FDEBCF88A5}"/>
              </a:ext>
            </a:extLst>
          </p:cNvPr>
          <p:cNvSpPr>
            <a:spLocks noGrp="1"/>
          </p:cNvSpPr>
          <p:nvPr/>
        </p:nvSpPr>
        <p:spPr>
          <a:xfrm>
            <a:off x="6196749" y="2974697"/>
            <a:ext cx="28398" cy="28398"/>
          </a:xfrm>
          <a:prstGeom prst="ellipse">
            <a:avLst/>
          </a:prstGeom>
          <a:solidFill>
            <a:srgbClr val="7F8C97">
              <a:alpha val="48000"/>
            </a:srgbClr>
          </a:solidFill>
          <a:ln w="0">
            <a:noFill/>
            <a:prstDash val="solid"/>
          </a:ln>
        </p:spPr>
      </p:sp>
      <p:sp>
        <p:nvSpPr>
          <p:cNvPr id="1340" name="03_assume_matched_6637">
            <a:extLst>
              <a:ext uri="{FF2B5EF4-FFF2-40B4-BE49-F238E27FC236}">
                <a16:creationId xmlns:a16="http://schemas.microsoft.com/office/drawing/2014/main" id="{5F8811DC-B0D6-4805-B337-9B64A64F3478}"/>
              </a:ext>
            </a:extLst>
          </p:cNvPr>
          <p:cNvSpPr>
            <a:spLocks noGrp="1"/>
          </p:cNvSpPr>
          <p:nvPr/>
        </p:nvSpPr>
        <p:spPr>
          <a:xfrm>
            <a:off x="6233878" y="3037362"/>
            <a:ext cx="28398" cy="28398"/>
          </a:xfrm>
          <a:prstGeom prst="ellipse">
            <a:avLst/>
          </a:prstGeom>
          <a:solidFill>
            <a:srgbClr val="7F8C97">
              <a:alpha val="48000"/>
            </a:srgbClr>
          </a:solidFill>
          <a:ln w="0">
            <a:noFill/>
            <a:prstDash val="solid"/>
          </a:ln>
        </p:spPr>
      </p:sp>
      <p:sp>
        <p:nvSpPr>
          <p:cNvPr id="1341" name="03_assume_matched_6638">
            <a:extLst>
              <a:ext uri="{FF2B5EF4-FFF2-40B4-BE49-F238E27FC236}">
                <a16:creationId xmlns:a16="http://schemas.microsoft.com/office/drawing/2014/main" id="{6A32F19B-4B39-4836-B096-3A3177844286}"/>
              </a:ext>
            </a:extLst>
          </p:cNvPr>
          <p:cNvSpPr>
            <a:spLocks noGrp="1"/>
          </p:cNvSpPr>
          <p:nvPr/>
        </p:nvSpPr>
        <p:spPr>
          <a:xfrm>
            <a:off x="6240066" y="2536045"/>
            <a:ext cx="28398" cy="28398"/>
          </a:xfrm>
          <a:prstGeom prst="ellipse">
            <a:avLst/>
          </a:prstGeom>
          <a:solidFill>
            <a:srgbClr val="7F8C97">
              <a:alpha val="48000"/>
            </a:srgbClr>
          </a:solidFill>
          <a:ln w="0">
            <a:noFill/>
            <a:prstDash val="solid"/>
          </a:ln>
        </p:spPr>
      </p:sp>
      <p:sp>
        <p:nvSpPr>
          <p:cNvPr id="1342" name="03_assume_matched_6639">
            <a:extLst>
              <a:ext uri="{FF2B5EF4-FFF2-40B4-BE49-F238E27FC236}">
                <a16:creationId xmlns:a16="http://schemas.microsoft.com/office/drawing/2014/main" id="{BB248338-13A0-45A1-A097-66A59D6CAD3B}"/>
              </a:ext>
            </a:extLst>
          </p:cNvPr>
          <p:cNvSpPr>
            <a:spLocks noGrp="1"/>
          </p:cNvSpPr>
          <p:nvPr/>
        </p:nvSpPr>
        <p:spPr>
          <a:xfrm>
            <a:off x="6151130" y="3120914"/>
            <a:ext cx="28398" cy="28398"/>
          </a:xfrm>
          <a:prstGeom prst="ellipse">
            <a:avLst/>
          </a:prstGeom>
          <a:solidFill>
            <a:srgbClr val="7F8C97">
              <a:alpha val="48000"/>
            </a:srgbClr>
          </a:solidFill>
          <a:ln w="0">
            <a:noFill/>
            <a:prstDash val="solid"/>
          </a:ln>
        </p:spPr>
      </p:sp>
      <p:sp>
        <p:nvSpPr>
          <p:cNvPr id="1343" name="03_assume_matched_6640">
            <a:extLst>
              <a:ext uri="{FF2B5EF4-FFF2-40B4-BE49-F238E27FC236}">
                <a16:creationId xmlns:a16="http://schemas.microsoft.com/office/drawing/2014/main" id="{B384AD20-6CA7-4388-A9AF-C940A006A329}"/>
              </a:ext>
            </a:extLst>
          </p:cNvPr>
          <p:cNvSpPr>
            <a:spLocks noGrp="1"/>
          </p:cNvSpPr>
          <p:nvPr/>
        </p:nvSpPr>
        <p:spPr>
          <a:xfrm>
            <a:off x="6203945" y="2925958"/>
            <a:ext cx="28398" cy="28398"/>
          </a:xfrm>
          <a:prstGeom prst="ellipse">
            <a:avLst/>
          </a:prstGeom>
          <a:solidFill>
            <a:srgbClr val="7F8C97">
              <a:alpha val="48000"/>
            </a:srgbClr>
          </a:solidFill>
          <a:ln w="0">
            <a:noFill/>
            <a:prstDash val="solid"/>
          </a:ln>
        </p:spPr>
      </p:sp>
      <p:sp>
        <p:nvSpPr>
          <p:cNvPr id="1344" name="03_assume_matched_6641">
            <a:extLst>
              <a:ext uri="{FF2B5EF4-FFF2-40B4-BE49-F238E27FC236}">
                <a16:creationId xmlns:a16="http://schemas.microsoft.com/office/drawing/2014/main" id="{3E4F2DFA-3E8F-454F-9DA5-5F344F42C672}"/>
              </a:ext>
            </a:extLst>
          </p:cNvPr>
          <p:cNvSpPr>
            <a:spLocks noGrp="1"/>
          </p:cNvSpPr>
          <p:nvPr/>
        </p:nvSpPr>
        <p:spPr>
          <a:xfrm>
            <a:off x="6214882" y="2536045"/>
            <a:ext cx="28398" cy="28398"/>
          </a:xfrm>
          <a:prstGeom prst="ellipse">
            <a:avLst/>
          </a:prstGeom>
          <a:solidFill>
            <a:srgbClr val="7F8C97">
              <a:alpha val="48000"/>
            </a:srgbClr>
          </a:solidFill>
          <a:ln w="0">
            <a:noFill/>
            <a:prstDash val="solid"/>
          </a:ln>
        </p:spPr>
      </p:sp>
      <p:sp>
        <p:nvSpPr>
          <p:cNvPr id="1345" name="03_assume_matched_6642">
            <a:extLst>
              <a:ext uri="{FF2B5EF4-FFF2-40B4-BE49-F238E27FC236}">
                <a16:creationId xmlns:a16="http://schemas.microsoft.com/office/drawing/2014/main" id="{5C8716E6-B878-490F-B6C0-2BED65ABDF7C}"/>
              </a:ext>
            </a:extLst>
          </p:cNvPr>
          <p:cNvSpPr>
            <a:spLocks noGrp="1"/>
          </p:cNvSpPr>
          <p:nvPr/>
        </p:nvSpPr>
        <p:spPr>
          <a:xfrm>
            <a:off x="6232295" y="2536045"/>
            <a:ext cx="28398" cy="28398"/>
          </a:xfrm>
          <a:prstGeom prst="ellipse">
            <a:avLst/>
          </a:prstGeom>
          <a:solidFill>
            <a:srgbClr val="7F8C97">
              <a:alpha val="48000"/>
            </a:srgbClr>
          </a:solidFill>
          <a:ln w="0">
            <a:noFill/>
            <a:prstDash val="solid"/>
          </a:ln>
        </p:spPr>
      </p:sp>
      <p:sp>
        <p:nvSpPr>
          <p:cNvPr id="1346" name="03_assume_matched_6643">
            <a:extLst>
              <a:ext uri="{FF2B5EF4-FFF2-40B4-BE49-F238E27FC236}">
                <a16:creationId xmlns:a16="http://schemas.microsoft.com/office/drawing/2014/main" id="{EEC9C03A-31D4-4F28-97C4-BB201F3C1FD1}"/>
              </a:ext>
            </a:extLst>
          </p:cNvPr>
          <p:cNvSpPr>
            <a:spLocks noGrp="1"/>
          </p:cNvSpPr>
          <p:nvPr/>
        </p:nvSpPr>
        <p:spPr>
          <a:xfrm>
            <a:off x="6217040" y="2536045"/>
            <a:ext cx="28398" cy="28398"/>
          </a:xfrm>
          <a:prstGeom prst="ellipse">
            <a:avLst/>
          </a:prstGeom>
          <a:solidFill>
            <a:srgbClr val="7F8C97">
              <a:alpha val="48000"/>
            </a:srgbClr>
          </a:solidFill>
          <a:ln w="0">
            <a:noFill/>
            <a:prstDash val="solid"/>
          </a:ln>
        </p:spPr>
      </p:sp>
      <p:sp>
        <p:nvSpPr>
          <p:cNvPr id="1347" name="03_assume_matched_6644">
            <a:extLst>
              <a:ext uri="{FF2B5EF4-FFF2-40B4-BE49-F238E27FC236}">
                <a16:creationId xmlns:a16="http://schemas.microsoft.com/office/drawing/2014/main" id="{635B5F0E-0D4E-46D1-89C6-5B385B0C7433}"/>
              </a:ext>
            </a:extLst>
          </p:cNvPr>
          <p:cNvSpPr>
            <a:spLocks noGrp="1"/>
          </p:cNvSpPr>
          <p:nvPr/>
        </p:nvSpPr>
        <p:spPr>
          <a:xfrm>
            <a:off x="6195310" y="2536045"/>
            <a:ext cx="28398" cy="28398"/>
          </a:xfrm>
          <a:prstGeom prst="ellipse">
            <a:avLst/>
          </a:prstGeom>
          <a:solidFill>
            <a:srgbClr val="7F8C97">
              <a:alpha val="48000"/>
            </a:srgbClr>
          </a:solidFill>
          <a:ln w="0">
            <a:noFill/>
            <a:prstDash val="solid"/>
          </a:ln>
        </p:spPr>
      </p:sp>
      <p:sp>
        <p:nvSpPr>
          <p:cNvPr id="1348" name="03_assume_matched_6645">
            <a:extLst>
              <a:ext uri="{FF2B5EF4-FFF2-40B4-BE49-F238E27FC236}">
                <a16:creationId xmlns:a16="http://schemas.microsoft.com/office/drawing/2014/main" id="{DB59A40C-F59A-4BCC-B146-6D4332C09E8D}"/>
              </a:ext>
            </a:extLst>
          </p:cNvPr>
          <p:cNvSpPr>
            <a:spLocks noGrp="1"/>
          </p:cNvSpPr>
          <p:nvPr/>
        </p:nvSpPr>
        <p:spPr>
          <a:xfrm>
            <a:off x="6107094" y="2536045"/>
            <a:ext cx="28398" cy="28398"/>
          </a:xfrm>
          <a:prstGeom prst="ellipse">
            <a:avLst/>
          </a:prstGeom>
          <a:solidFill>
            <a:srgbClr val="7F8C97">
              <a:alpha val="48000"/>
            </a:srgbClr>
          </a:solidFill>
          <a:ln w="0">
            <a:noFill/>
            <a:prstDash val="solid"/>
          </a:ln>
        </p:spPr>
      </p:sp>
      <p:sp>
        <p:nvSpPr>
          <p:cNvPr id="1349" name="03_assume_matched_6646">
            <a:extLst>
              <a:ext uri="{FF2B5EF4-FFF2-40B4-BE49-F238E27FC236}">
                <a16:creationId xmlns:a16="http://schemas.microsoft.com/office/drawing/2014/main" id="{69E87A91-25FA-4ACD-935B-B13997B67A17}"/>
              </a:ext>
            </a:extLst>
          </p:cNvPr>
          <p:cNvSpPr>
            <a:spLocks noGrp="1"/>
          </p:cNvSpPr>
          <p:nvPr/>
        </p:nvSpPr>
        <p:spPr>
          <a:xfrm>
            <a:off x="6121053" y="3120914"/>
            <a:ext cx="28398" cy="28398"/>
          </a:xfrm>
          <a:prstGeom prst="ellipse">
            <a:avLst/>
          </a:prstGeom>
          <a:solidFill>
            <a:srgbClr val="7F8C97">
              <a:alpha val="48000"/>
            </a:srgbClr>
          </a:solidFill>
          <a:ln w="0">
            <a:noFill/>
            <a:prstDash val="solid"/>
          </a:ln>
        </p:spPr>
      </p:sp>
      <p:sp>
        <p:nvSpPr>
          <p:cNvPr id="1350" name="03_assume_matched_6647">
            <a:extLst>
              <a:ext uri="{FF2B5EF4-FFF2-40B4-BE49-F238E27FC236}">
                <a16:creationId xmlns:a16="http://schemas.microsoft.com/office/drawing/2014/main" id="{F562DC35-EBB1-458F-9DBB-95C2755A4676}"/>
              </a:ext>
            </a:extLst>
          </p:cNvPr>
          <p:cNvSpPr>
            <a:spLocks noGrp="1"/>
          </p:cNvSpPr>
          <p:nvPr/>
        </p:nvSpPr>
        <p:spPr>
          <a:xfrm>
            <a:off x="6182214" y="2536045"/>
            <a:ext cx="28398" cy="28398"/>
          </a:xfrm>
          <a:prstGeom prst="ellipse">
            <a:avLst/>
          </a:prstGeom>
          <a:solidFill>
            <a:srgbClr val="7F8C97">
              <a:alpha val="48000"/>
            </a:srgbClr>
          </a:solidFill>
          <a:ln w="0">
            <a:noFill/>
            <a:prstDash val="solid"/>
          </a:ln>
        </p:spPr>
      </p:sp>
      <p:sp>
        <p:nvSpPr>
          <p:cNvPr id="1351" name="03_assume_matched_6648">
            <a:extLst>
              <a:ext uri="{FF2B5EF4-FFF2-40B4-BE49-F238E27FC236}">
                <a16:creationId xmlns:a16="http://schemas.microsoft.com/office/drawing/2014/main" id="{E5134E78-526D-4E6F-9934-5919368F1113}"/>
              </a:ext>
            </a:extLst>
          </p:cNvPr>
          <p:cNvSpPr>
            <a:spLocks noGrp="1"/>
          </p:cNvSpPr>
          <p:nvPr/>
        </p:nvSpPr>
        <p:spPr>
          <a:xfrm>
            <a:off x="6127097" y="2536045"/>
            <a:ext cx="28398" cy="28398"/>
          </a:xfrm>
          <a:prstGeom prst="ellipse">
            <a:avLst/>
          </a:prstGeom>
          <a:solidFill>
            <a:srgbClr val="7F8C97">
              <a:alpha val="48000"/>
            </a:srgbClr>
          </a:solidFill>
          <a:ln w="0">
            <a:noFill/>
            <a:prstDash val="solid"/>
          </a:ln>
        </p:spPr>
      </p:sp>
      <p:sp>
        <p:nvSpPr>
          <p:cNvPr id="1352" name="03_assume_matched_6649">
            <a:extLst>
              <a:ext uri="{FF2B5EF4-FFF2-40B4-BE49-F238E27FC236}">
                <a16:creationId xmlns:a16="http://schemas.microsoft.com/office/drawing/2014/main" id="{EF04F91B-35DC-410E-AC04-8AA4AFCA0366}"/>
              </a:ext>
            </a:extLst>
          </p:cNvPr>
          <p:cNvSpPr>
            <a:spLocks noGrp="1"/>
          </p:cNvSpPr>
          <p:nvPr/>
        </p:nvSpPr>
        <p:spPr>
          <a:xfrm>
            <a:off x="6153145" y="2536045"/>
            <a:ext cx="28398" cy="28398"/>
          </a:xfrm>
          <a:prstGeom prst="ellipse">
            <a:avLst/>
          </a:prstGeom>
          <a:solidFill>
            <a:srgbClr val="7F8C97">
              <a:alpha val="48000"/>
            </a:srgbClr>
          </a:solidFill>
          <a:ln w="0">
            <a:noFill/>
            <a:prstDash val="solid"/>
          </a:ln>
        </p:spPr>
      </p:sp>
      <p:sp>
        <p:nvSpPr>
          <p:cNvPr id="1353" name="03_assume_matched_6650">
            <a:extLst>
              <a:ext uri="{FF2B5EF4-FFF2-40B4-BE49-F238E27FC236}">
                <a16:creationId xmlns:a16="http://schemas.microsoft.com/office/drawing/2014/main" id="{89B86466-0784-4D1A-978E-3C79A2A438F4}"/>
              </a:ext>
            </a:extLst>
          </p:cNvPr>
          <p:cNvSpPr>
            <a:spLocks noGrp="1"/>
          </p:cNvSpPr>
          <p:nvPr/>
        </p:nvSpPr>
        <p:spPr>
          <a:xfrm>
            <a:off x="6102201" y="3120914"/>
            <a:ext cx="28398" cy="28398"/>
          </a:xfrm>
          <a:prstGeom prst="ellipse">
            <a:avLst/>
          </a:prstGeom>
          <a:solidFill>
            <a:srgbClr val="7F8C97">
              <a:alpha val="48000"/>
            </a:srgbClr>
          </a:solidFill>
          <a:ln w="0">
            <a:noFill/>
            <a:prstDash val="solid"/>
          </a:ln>
        </p:spPr>
      </p:sp>
      <p:sp>
        <p:nvSpPr>
          <p:cNvPr id="1354" name="03_assume_matched_6651">
            <a:extLst>
              <a:ext uri="{FF2B5EF4-FFF2-40B4-BE49-F238E27FC236}">
                <a16:creationId xmlns:a16="http://schemas.microsoft.com/office/drawing/2014/main" id="{F975438C-A6A2-4813-9482-3196B2CAFC38}"/>
              </a:ext>
            </a:extLst>
          </p:cNvPr>
          <p:cNvSpPr>
            <a:spLocks noGrp="1"/>
          </p:cNvSpPr>
          <p:nvPr/>
        </p:nvSpPr>
        <p:spPr>
          <a:xfrm>
            <a:off x="3896953" y="2521001"/>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1355" name="03_assume_matched_6652">
            <a:extLst>
              <a:ext uri="{FF2B5EF4-FFF2-40B4-BE49-F238E27FC236}">
                <a16:creationId xmlns:a16="http://schemas.microsoft.com/office/drawing/2014/main" id="{FE5FE6D0-2B06-4735-A353-B1F58DCAFFA4}"/>
              </a:ext>
            </a:extLst>
          </p:cNvPr>
          <p:cNvSpPr>
            <a:spLocks noGrp="1"/>
          </p:cNvSpPr>
          <p:nvPr/>
        </p:nvSpPr>
        <p:spPr>
          <a:xfrm>
            <a:off x="3896953" y="316435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1356" name="text_6653">
            <a:extLst>
              <a:ext uri="{FF2B5EF4-FFF2-40B4-BE49-F238E27FC236}">
                <a16:creationId xmlns:a16="http://schemas.microsoft.com/office/drawing/2014/main" id="{024AB7F2-DEF4-4647-85A0-D78DE9AAB0BE}"/>
              </a:ext>
            </a:extLst>
          </p:cNvPr>
          <p:cNvSpPr>
            <a:spLocks noGrp="1"/>
          </p:cNvSpPr>
          <p:nvPr/>
        </p:nvSpPr>
        <p:spPr>
          <a:xfrm>
            <a:off x="3554764" y="2222065"/>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d</a:t>
            </a:r>
          </a:p>
        </p:txBody>
      </p:sp>
      <p:sp>
        <p:nvSpPr>
          <p:cNvPr id="1357" name="text_6654">
            <a:extLst>
              <a:ext uri="{FF2B5EF4-FFF2-40B4-BE49-F238E27FC236}">
                <a16:creationId xmlns:a16="http://schemas.microsoft.com/office/drawing/2014/main" id="{9B28D507-11B2-4E7A-B091-B050A4B26665}"/>
              </a:ext>
            </a:extLst>
          </p:cNvPr>
          <p:cNvSpPr>
            <a:spLocks noGrp="1"/>
          </p:cNvSpPr>
          <p:nvPr/>
        </p:nvSpPr>
        <p:spPr>
          <a:xfrm>
            <a:off x="3896952" y="2321420"/>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Best of 50, RMSD &lt;3 Å</a:t>
            </a:r>
          </a:p>
        </p:txBody>
      </p:sp>
      <p:sp>
        <p:nvSpPr>
          <p:cNvPr id="1358" name="03_assume_matched_6655">
            <a:extLst>
              <a:ext uri="{FF2B5EF4-FFF2-40B4-BE49-F238E27FC236}">
                <a16:creationId xmlns:a16="http://schemas.microsoft.com/office/drawing/2014/main" id="{C17B72B1-727F-4379-81A4-9F09992E01CE}"/>
              </a:ext>
            </a:extLst>
          </p:cNvPr>
          <p:cNvSpPr>
            <a:spLocks noGrp="1"/>
          </p:cNvSpPr>
          <p:nvPr/>
        </p:nvSpPr>
        <p:spPr>
          <a:xfrm>
            <a:off x="3919584" y="2842838"/>
            <a:ext cx="2263158" cy="292277"/>
          </a:xfrm>
          <a:custGeom>
            <a:avLst/>
            <a:gdLst/>
            <a:ahLst/>
            <a:cxnLst/>
            <a:rect l="0" t="0" r="0" b="0"/>
            <a:pathLst>
              <a:path w="2263158" h="292277">
                <a:moveTo>
                  <a:pt x="0" y="292277"/>
                </a:moveTo>
                <a:lnTo>
                  <a:pt x="53885" y="291368"/>
                </a:lnTo>
                <a:lnTo>
                  <a:pt x="53885" y="290825"/>
                </a:lnTo>
                <a:lnTo>
                  <a:pt x="67701" y="289462"/>
                </a:lnTo>
                <a:lnTo>
                  <a:pt x="68581" y="288674"/>
                </a:lnTo>
                <a:lnTo>
                  <a:pt x="96716" y="287298"/>
                </a:lnTo>
                <a:lnTo>
                  <a:pt x="96716" y="287200"/>
                </a:lnTo>
                <a:lnTo>
                  <a:pt x="125731" y="285920"/>
                </a:lnTo>
                <a:lnTo>
                  <a:pt x="125731" y="279071"/>
                </a:lnTo>
                <a:lnTo>
                  <a:pt x="137161" y="278974"/>
                </a:lnTo>
                <a:lnTo>
                  <a:pt x="137161" y="277593"/>
                </a:lnTo>
                <a:lnTo>
                  <a:pt x="150877" y="277495"/>
                </a:lnTo>
                <a:lnTo>
                  <a:pt x="150877" y="273698"/>
                </a:lnTo>
                <a:lnTo>
                  <a:pt x="188596" y="273405"/>
                </a:lnTo>
                <a:lnTo>
                  <a:pt x="188596" y="261379"/>
                </a:lnTo>
                <a:lnTo>
                  <a:pt x="205742" y="261282"/>
                </a:lnTo>
                <a:lnTo>
                  <a:pt x="205742" y="259900"/>
                </a:lnTo>
                <a:lnTo>
                  <a:pt x="215539" y="259381"/>
                </a:lnTo>
                <a:lnTo>
                  <a:pt x="215539" y="258296"/>
                </a:lnTo>
                <a:lnTo>
                  <a:pt x="251462" y="257244"/>
                </a:lnTo>
                <a:lnTo>
                  <a:pt x="251462" y="246484"/>
                </a:lnTo>
                <a:lnTo>
                  <a:pt x="274322" y="245844"/>
                </a:lnTo>
                <a:lnTo>
                  <a:pt x="274322" y="244463"/>
                </a:lnTo>
                <a:lnTo>
                  <a:pt x="301754" y="243846"/>
                </a:lnTo>
                <a:lnTo>
                  <a:pt x="301754" y="240048"/>
                </a:lnTo>
                <a:lnTo>
                  <a:pt x="342903" y="238671"/>
                </a:lnTo>
                <a:lnTo>
                  <a:pt x="342903" y="237290"/>
                </a:lnTo>
                <a:lnTo>
                  <a:pt x="377193" y="236998"/>
                </a:lnTo>
                <a:lnTo>
                  <a:pt x="377193" y="200159"/>
                </a:lnTo>
                <a:lnTo>
                  <a:pt x="411483" y="199964"/>
                </a:lnTo>
                <a:lnTo>
                  <a:pt x="411483" y="198583"/>
                </a:lnTo>
                <a:lnTo>
                  <a:pt x="452632" y="197498"/>
                </a:lnTo>
                <a:lnTo>
                  <a:pt x="452632" y="195219"/>
                </a:lnTo>
                <a:lnTo>
                  <a:pt x="480064" y="195024"/>
                </a:lnTo>
                <a:lnTo>
                  <a:pt x="480064" y="193643"/>
                </a:lnTo>
                <a:lnTo>
                  <a:pt x="502924" y="193546"/>
                </a:lnTo>
                <a:lnTo>
                  <a:pt x="502924" y="182055"/>
                </a:lnTo>
                <a:lnTo>
                  <a:pt x="548644" y="180970"/>
                </a:lnTo>
                <a:lnTo>
                  <a:pt x="548644" y="179589"/>
                </a:lnTo>
                <a:lnTo>
                  <a:pt x="565789" y="179491"/>
                </a:lnTo>
                <a:lnTo>
                  <a:pt x="565789" y="171896"/>
                </a:lnTo>
                <a:lnTo>
                  <a:pt x="603509" y="171701"/>
                </a:lnTo>
                <a:lnTo>
                  <a:pt x="603509" y="167903"/>
                </a:lnTo>
                <a:lnTo>
                  <a:pt x="628655" y="167903"/>
                </a:lnTo>
                <a:lnTo>
                  <a:pt x="628655" y="164105"/>
                </a:lnTo>
                <a:lnTo>
                  <a:pt x="678947" y="163020"/>
                </a:lnTo>
                <a:lnTo>
                  <a:pt x="678947" y="162261"/>
                </a:lnTo>
                <a:lnTo>
                  <a:pt x="754386" y="161570"/>
                </a:lnTo>
                <a:lnTo>
                  <a:pt x="754386" y="43580"/>
                </a:lnTo>
                <a:lnTo>
                  <a:pt x="829825" y="42792"/>
                </a:lnTo>
                <a:lnTo>
                  <a:pt x="829825" y="42033"/>
                </a:lnTo>
                <a:lnTo>
                  <a:pt x="880117" y="41935"/>
                </a:lnTo>
                <a:lnTo>
                  <a:pt x="880117" y="39403"/>
                </a:lnTo>
                <a:lnTo>
                  <a:pt x="905263" y="38518"/>
                </a:lnTo>
                <a:lnTo>
                  <a:pt x="905263" y="36999"/>
                </a:lnTo>
                <a:lnTo>
                  <a:pt x="1131579" y="35627"/>
                </a:lnTo>
                <a:lnTo>
                  <a:pt x="1131579" y="33728"/>
                </a:lnTo>
                <a:lnTo>
                  <a:pt x="1257310" y="33630"/>
                </a:lnTo>
                <a:lnTo>
                  <a:pt x="1257310" y="31732"/>
                </a:lnTo>
                <a:lnTo>
                  <a:pt x="1320175" y="31634"/>
                </a:lnTo>
                <a:lnTo>
                  <a:pt x="1320175" y="29735"/>
                </a:lnTo>
                <a:lnTo>
                  <a:pt x="1357895" y="29638"/>
                </a:lnTo>
                <a:lnTo>
                  <a:pt x="1357895" y="28119"/>
                </a:lnTo>
                <a:lnTo>
                  <a:pt x="1508772" y="27802"/>
                </a:lnTo>
                <a:lnTo>
                  <a:pt x="1508772" y="13877"/>
                </a:lnTo>
                <a:lnTo>
                  <a:pt x="1760234" y="13585"/>
                </a:lnTo>
                <a:lnTo>
                  <a:pt x="1760234" y="9787"/>
                </a:lnTo>
                <a:lnTo>
                  <a:pt x="1885965" y="9689"/>
                </a:lnTo>
                <a:lnTo>
                  <a:pt x="1885965" y="7790"/>
                </a:lnTo>
                <a:lnTo>
                  <a:pt x="2263158" y="7596"/>
                </a:lnTo>
                <a:lnTo>
                  <a:pt x="2263158" y="0"/>
                </a:lnTo>
                <a:lnTo>
                  <a:pt x="2263158" y="0"/>
                </a:lnTo>
              </a:path>
            </a:pathLst>
          </a:custGeom>
          <a:noFill/>
          <a:ln w="22860">
            <a:solidFill>
              <a:srgbClr val="00878B"/>
            </a:solidFill>
            <a:prstDash val="solid"/>
          </a:ln>
        </p:spPr>
      </p:sp>
      <p:sp>
        <p:nvSpPr>
          <p:cNvPr id="1359" name="03_assume_matched_6656">
            <a:extLst>
              <a:ext uri="{FF2B5EF4-FFF2-40B4-BE49-F238E27FC236}">
                <a16:creationId xmlns:a16="http://schemas.microsoft.com/office/drawing/2014/main" id="{1C5C4487-1D25-462F-9667-3FAA4D9AAB88}"/>
              </a:ext>
            </a:extLst>
          </p:cNvPr>
          <p:cNvSpPr>
            <a:spLocks noGrp="1"/>
          </p:cNvSpPr>
          <p:nvPr/>
        </p:nvSpPr>
        <p:spPr>
          <a:xfrm>
            <a:off x="3919584" y="2842680"/>
            <a:ext cx="2263158" cy="292435"/>
          </a:xfrm>
          <a:custGeom>
            <a:avLst/>
            <a:gdLst/>
            <a:ahLst/>
            <a:cxnLst/>
            <a:rect l="0" t="0" r="0" b="0"/>
            <a:pathLst>
              <a:path w="2263158" h="292435">
                <a:moveTo>
                  <a:pt x="0" y="292435"/>
                </a:moveTo>
                <a:lnTo>
                  <a:pt x="754386" y="292435"/>
                </a:lnTo>
                <a:lnTo>
                  <a:pt x="754386" y="162464"/>
                </a:lnTo>
                <a:lnTo>
                  <a:pt x="1131579" y="162464"/>
                </a:lnTo>
                <a:lnTo>
                  <a:pt x="1131579" y="146217"/>
                </a:lnTo>
                <a:lnTo>
                  <a:pt x="1508772" y="146217"/>
                </a:lnTo>
                <a:lnTo>
                  <a:pt x="1508772" y="97478"/>
                </a:lnTo>
                <a:lnTo>
                  <a:pt x="2263158" y="97478"/>
                </a:lnTo>
                <a:lnTo>
                  <a:pt x="2263158" y="0"/>
                </a:lnTo>
                <a:lnTo>
                  <a:pt x="2263158" y="0"/>
                </a:lnTo>
              </a:path>
            </a:pathLst>
          </a:custGeom>
          <a:noFill/>
          <a:ln w="13335">
            <a:solidFill>
              <a:srgbClr val="3A64C8"/>
            </a:solidFill>
            <a:prstDash val="solid"/>
          </a:ln>
        </p:spPr>
      </p:sp>
      <p:sp>
        <p:nvSpPr>
          <p:cNvPr id="1360" name="03_assume_matched_6657">
            <a:extLst>
              <a:ext uri="{FF2B5EF4-FFF2-40B4-BE49-F238E27FC236}">
                <a16:creationId xmlns:a16="http://schemas.microsoft.com/office/drawing/2014/main" id="{E70C7A49-6CDA-460B-99C7-102A328229E6}"/>
              </a:ext>
            </a:extLst>
          </p:cNvPr>
          <p:cNvSpPr>
            <a:spLocks noGrp="1"/>
          </p:cNvSpPr>
          <p:nvPr/>
        </p:nvSpPr>
        <p:spPr>
          <a:xfrm>
            <a:off x="4275187" y="3021405"/>
            <a:ext cx="43180" cy="43180"/>
          </a:xfrm>
          <a:prstGeom prst="ellipse">
            <a:avLst/>
          </a:prstGeom>
          <a:solidFill>
            <a:srgbClr val="00878B"/>
          </a:solidFill>
          <a:ln w="4445">
            <a:solidFill>
              <a:srgbClr val="FFFFFF"/>
            </a:solidFill>
            <a:prstDash val="solid"/>
          </a:ln>
        </p:spPr>
      </p:sp>
      <p:sp>
        <p:nvSpPr>
          <p:cNvPr id="1361" name="03_assume_matched_6658">
            <a:extLst>
              <a:ext uri="{FF2B5EF4-FFF2-40B4-BE49-F238E27FC236}">
                <a16:creationId xmlns:a16="http://schemas.microsoft.com/office/drawing/2014/main" id="{FB8CCAD7-48C9-4380-A016-6A95E9D24B94}"/>
              </a:ext>
            </a:extLst>
          </p:cNvPr>
          <p:cNvSpPr>
            <a:spLocks noGrp="1"/>
          </p:cNvSpPr>
          <p:nvPr/>
        </p:nvSpPr>
        <p:spPr>
          <a:xfrm>
            <a:off x="4652380" y="2864827"/>
            <a:ext cx="43180" cy="43180"/>
          </a:xfrm>
          <a:prstGeom prst="ellipse">
            <a:avLst/>
          </a:prstGeom>
          <a:solidFill>
            <a:srgbClr val="00878B"/>
          </a:solidFill>
          <a:ln w="4445">
            <a:solidFill>
              <a:srgbClr val="FFFFFF"/>
            </a:solidFill>
            <a:prstDash val="solid"/>
          </a:ln>
        </p:spPr>
      </p:sp>
      <p:sp>
        <p:nvSpPr>
          <p:cNvPr id="1362" name="03_assume_matched_6659">
            <a:extLst>
              <a:ext uri="{FF2B5EF4-FFF2-40B4-BE49-F238E27FC236}">
                <a16:creationId xmlns:a16="http://schemas.microsoft.com/office/drawing/2014/main" id="{F648A407-5135-49D9-8C5F-B1541D07611A}"/>
              </a:ext>
            </a:extLst>
          </p:cNvPr>
          <p:cNvSpPr>
            <a:spLocks noGrp="1"/>
          </p:cNvSpPr>
          <p:nvPr/>
        </p:nvSpPr>
        <p:spPr>
          <a:xfrm>
            <a:off x="5406766" y="2835124"/>
            <a:ext cx="43180" cy="43180"/>
          </a:xfrm>
          <a:prstGeom prst="ellipse">
            <a:avLst/>
          </a:prstGeom>
          <a:solidFill>
            <a:srgbClr val="00878B"/>
          </a:solidFill>
          <a:ln w="4445">
            <a:solidFill>
              <a:srgbClr val="FFFFFF"/>
            </a:solidFill>
            <a:prstDash val="solid"/>
          </a:ln>
        </p:spPr>
      </p:sp>
      <p:sp>
        <p:nvSpPr>
          <p:cNvPr id="1363" name="03_assume_matched_6660">
            <a:extLst>
              <a:ext uri="{FF2B5EF4-FFF2-40B4-BE49-F238E27FC236}">
                <a16:creationId xmlns:a16="http://schemas.microsoft.com/office/drawing/2014/main" id="{C9F63D5A-F331-4C12-BE17-104FF8BEF162}"/>
              </a:ext>
            </a:extLst>
          </p:cNvPr>
          <p:cNvSpPr>
            <a:spLocks noGrp="1"/>
          </p:cNvSpPr>
          <p:nvPr/>
        </p:nvSpPr>
        <p:spPr>
          <a:xfrm>
            <a:off x="6161152" y="2821247"/>
            <a:ext cx="43180" cy="43180"/>
          </a:xfrm>
          <a:prstGeom prst="ellipse">
            <a:avLst/>
          </a:prstGeom>
          <a:solidFill>
            <a:srgbClr val="00878B"/>
          </a:solidFill>
          <a:ln w="4445">
            <a:solidFill>
              <a:srgbClr val="FFFFFF"/>
            </a:solidFill>
            <a:prstDash val="solid"/>
          </a:ln>
        </p:spPr>
      </p:sp>
      <p:sp>
        <p:nvSpPr>
          <p:cNvPr id="1364" name="03_assume_matched_6661">
            <a:extLst>
              <a:ext uri="{FF2B5EF4-FFF2-40B4-BE49-F238E27FC236}">
                <a16:creationId xmlns:a16="http://schemas.microsoft.com/office/drawing/2014/main" id="{9FD4E62C-F363-4A05-B086-51863716675D}"/>
              </a:ext>
            </a:extLst>
          </p:cNvPr>
          <p:cNvSpPr>
            <a:spLocks noGrp="1"/>
          </p:cNvSpPr>
          <p:nvPr/>
        </p:nvSpPr>
        <p:spPr>
          <a:xfrm>
            <a:off x="4260856" y="309919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5" name="03_assume_matched_6662">
            <a:extLst>
              <a:ext uri="{FF2B5EF4-FFF2-40B4-BE49-F238E27FC236}">
                <a16:creationId xmlns:a16="http://schemas.microsoft.com/office/drawing/2014/main" id="{FB140175-3FCD-44C8-B6E9-4C258AB591B8}"/>
              </a:ext>
            </a:extLst>
          </p:cNvPr>
          <p:cNvSpPr>
            <a:spLocks noGrp="1"/>
          </p:cNvSpPr>
          <p:nvPr/>
        </p:nvSpPr>
        <p:spPr>
          <a:xfrm>
            <a:off x="4638049" y="2969221"/>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6" name="03_assume_matched_6663">
            <a:extLst>
              <a:ext uri="{FF2B5EF4-FFF2-40B4-BE49-F238E27FC236}">
                <a16:creationId xmlns:a16="http://schemas.microsoft.com/office/drawing/2014/main" id="{0BB95C47-5F79-49FD-A71B-F3F131D93B1E}"/>
              </a:ext>
            </a:extLst>
          </p:cNvPr>
          <p:cNvSpPr>
            <a:spLocks noGrp="1"/>
          </p:cNvSpPr>
          <p:nvPr/>
        </p:nvSpPr>
        <p:spPr>
          <a:xfrm>
            <a:off x="5392435" y="290423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7" name="03_assume_matched_6664">
            <a:extLst>
              <a:ext uri="{FF2B5EF4-FFF2-40B4-BE49-F238E27FC236}">
                <a16:creationId xmlns:a16="http://schemas.microsoft.com/office/drawing/2014/main" id="{675626E5-E2DB-44A6-92CA-370265F48611}"/>
              </a:ext>
            </a:extLst>
          </p:cNvPr>
          <p:cNvSpPr>
            <a:spLocks noGrp="1"/>
          </p:cNvSpPr>
          <p:nvPr/>
        </p:nvSpPr>
        <p:spPr>
          <a:xfrm>
            <a:off x="6146821" y="2806758"/>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8" name="03_assume_matched_6665">
            <a:extLst>
              <a:ext uri="{FF2B5EF4-FFF2-40B4-BE49-F238E27FC236}">
                <a16:creationId xmlns:a16="http://schemas.microsoft.com/office/drawing/2014/main" id="{0CED9DFE-E8AD-474B-8AEB-AEFFD69A0D05}"/>
              </a:ext>
            </a:extLst>
          </p:cNvPr>
          <p:cNvSpPr>
            <a:spLocks noGrp="1"/>
          </p:cNvSpPr>
          <p:nvPr/>
        </p:nvSpPr>
        <p:spPr>
          <a:xfrm>
            <a:off x="768364" y="367904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1369" name="03_assume_matched_6666">
            <a:extLst>
              <a:ext uri="{FF2B5EF4-FFF2-40B4-BE49-F238E27FC236}">
                <a16:creationId xmlns:a16="http://schemas.microsoft.com/office/drawing/2014/main" id="{32A8ED14-12B5-4001-92D7-2A4922298886}"/>
              </a:ext>
            </a:extLst>
          </p:cNvPr>
          <p:cNvSpPr>
            <a:spLocks noGrp="1"/>
          </p:cNvSpPr>
          <p:nvPr/>
        </p:nvSpPr>
        <p:spPr>
          <a:xfrm>
            <a:off x="1070117" y="3708286"/>
            <a:ext cx="196140" cy="584869"/>
          </a:xfrm>
          <a:custGeom>
            <a:avLst/>
            <a:gdLst/>
            <a:ahLst/>
            <a:cxnLst/>
            <a:rect l="0" t="0" r="0" b="0"/>
            <a:pathLst>
              <a:path w="196140" h="584869">
                <a:moveTo>
                  <a:pt x="196140" y="584869"/>
                </a:moveTo>
                <a:lnTo>
                  <a:pt x="0" y="584869"/>
                </a:lnTo>
                <a:lnTo>
                  <a:pt x="1064" y="579995"/>
                </a:lnTo>
                <a:lnTo>
                  <a:pt x="4183" y="575121"/>
                </a:lnTo>
                <a:lnTo>
                  <a:pt x="9151" y="570247"/>
                </a:lnTo>
                <a:lnTo>
                  <a:pt x="15649" y="565373"/>
                </a:lnTo>
                <a:lnTo>
                  <a:pt x="23280" y="560500"/>
                </a:lnTo>
                <a:lnTo>
                  <a:pt x="31608" y="555626"/>
                </a:lnTo>
                <a:lnTo>
                  <a:pt x="40200" y="550752"/>
                </a:lnTo>
                <a:lnTo>
                  <a:pt x="48658" y="545878"/>
                </a:lnTo>
                <a:lnTo>
                  <a:pt x="56653" y="541004"/>
                </a:lnTo>
                <a:lnTo>
                  <a:pt x="63936" y="536130"/>
                </a:lnTo>
                <a:lnTo>
                  <a:pt x="70343" y="531256"/>
                </a:lnTo>
                <a:lnTo>
                  <a:pt x="75797" y="526382"/>
                </a:lnTo>
                <a:lnTo>
                  <a:pt x="80287" y="521508"/>
                </a:lnTo>
                <a:lnTo>
                  <a:pt x="83860" y="516634"/>
                </a:lnTo>
                <a:lnTo>
                  <a:pt x="86600" y="511760"/>
                </a:lnTo>
                <a:lnTo>
                  <a:pt x="88611" y="506887"/>
                </a:lnTo>
                <a:lnTo>
                  <a:pt x="90007" y="502013"/>
                </a:lnTo>
                <a:lnTo>
                  <a:pt x="90896" y="497139"/>
                </a:lnTo>
                <a:lnTo>
                  <a:pt x="91381" y="492265"/>
                </a:lnTo>
                <a:lnTo>
                  <a:pt x="91550" y="487391"/>
                </a:lnTo>
                <a:lnTo>
                  <a:pt x="91478" y="482517"/>
                </a:lnTo>
                <a:lnTo>
                  <a:pt x="91228" y="477643"/>
                </a:lnTo>
                <a:lnTo>
                  <a:pt x="90856" y="472769"/>
                </a:lnTo>
                <a:lnTo>
                  <a:pt x="90407" y="467895"/>
                </a:lnTo>
                <a:lnTo>
                  <a:pt x="89922" y="463021"/>
                </a:lnTo>
                <a:lnTo>
                  <a:pt x="89437" y="458147"/>
                </a:lnTo>
                <a:lnTo>
                  <a:pt x="88983" y="453274"/>
                </a:lnTo>
                <a:lnTo>
                  <a:pt x="88588" y="448400"/>
                </a:lnTo>
                <a:lnTo>
                  <a:pt x="88274" y="443526"/>
                </a:lnTo>
                <a:lnTo>
                  <a:pt x="88056" y="438652"/>
                </a:lnTo>
                <a:lnTo>
                  <a:pt x="87944" y="433778"/>
                </a:lnTo>
                <a:lnTo>
                  <a:pt x="87940" y="428904"/>
                </a:lnTo>
                <a:lnTo>
                  <a:pt x="88039" y="424030"/>
                </a:lnTo>
                <a:lnTo>
                  <a:pt x="88230" y="419156"/>
                </a:lnTo>
                <a:lnTo>
                  <a:pt x="88499" y="414282"/>
                </a:lnTo>
                <a:lnTo>
                  <a:pt x="88826" y="409408"/>
                </a:lnTo>
                <a:lnTo>
                  <a:pt x="89193" y="404534"/>
                </a:lnTo>
                <a:lnTo>
                  <a:pt x="89577" y="399661"/>
                </a:lnTo>
                <a:lnTo>
                  <a:pt x="89960" y="394787"/>
                </a:lnTo>
                <a:lnTo>
                  <a:pt x="90322" y="389913"/>
                </a:lnTo>
                <a:lnTo>
                  <a:pt x="90646" y="385039"/>
                </a:lnTo>
                <a:lnTo>
                  <a:pt x="90912" y="380165"/>
                </a:lnTo>
                <a:lnTo>
                  <a:pt x="91105" y="375291"/>
                </a:lnTo>
                <a:lnTo>
                  <a:pt x="91205" y="370417"/>
                </a:lnTo>
                <a:lnTo>
                  <a:pt x="91196" y="365543"/>
                </a:lnTo>
                <a:lnTo>
                  <a:pt x="91061" y="360669"/>
                </a:lnTo>
                <a:lnTo>
                  <a:pt x="90786" y="355795"/>
                </a:lnTo>
                <a:lnTo>
                  <a:pt x="90358" y="350921"/>
                </a:lnTo>
                <a:lnTo>
                  <a:pt x="89773" y="346048"/>
                </a:lnTo>
                <a:lnTo>
                  <a:pt x="89035" y="341174"/>
                </a:lnTo>
                <a:lnTo>
                  <a:pt x="88158" y="336300"/>
                </a:lnTo>
                <a:lnTo>
                  <a:pt x="87172" y="331426"/>
                </a:lnTo>
                <a:lnTo>
                  <a:pt x="86115" y="326552"/>
                </a:lnTo>
                <a:lnTo>
                  <a:pt x="85041" y="321678"/>
                </a:lnTo>
                <a:lnTo>
                  <a:pt x="84012" y="316804"/>
                </a:lnTo>
                <a:lnTo>
                  <a:pt x="83096" y="311930"/>
                </a:lnTo>
                <a:lnTo>
                  <a:pt x="82359" y="307056"/>
                </a:lnTo>
                <a:lnTo>
                  <a:pt x="81862" y="302182"/>
                </a:lnTo>
                <a:lnTo>
                  <a:pt x="81650" y="297308"/>
                </a:lnTo>
                <a:lnTo>
                  <a:pt x="81752" y="292435"/>
                </a:lnTo>
                <a:lnTo>
                  <a:pt x="82175" y="287561"/>
                </a:lnTo>
                <a:lnTo>
                  <a:pt x="82902" y="282687"/>
                </a:lnTo>
                <a:lnTo>
                  <a:pt x="83899" y="277813"/>
                </a:lnTo>
                <a:lnTo>
                  <a:pt x="85111" y="272939"/>
                </a:lnTo>
                <a:lnTo>
                  <a:pt x="86474" y="268065"/>
                </a:lnTo>
                <a:lnTo>
                  <a:pt x="87919" y="263191"/>
                </a:lnTo>
                <a:lnTo>
                  <a:pt x="89379" y="258317"/>
                </a:lnTo>
                <a:lnTo>
                  <a:pt x="90792" y="253443"/>
                </a:lnTo>
                <a:lnTo>
                  <a:pt x="92111" y="248569"/>
                </a:lnTo>
                <a:lnTo>
                  <a:pt x="93299" y="243695"/>
                </a:lnTo>
                <a:lnTo>
                  <a:pt x="94335" y="238822"/>
                </a:lnTo>
                <a:lnTo>
                  <a:pt x="95212" y="233948"/>
                </a:lnTo>
                <a:lnTo>
                  <a:pt x="95932" y="229074"/>
                </a:lnTo>
                <a:lnTo>
                  <a:pt x="96506" y="224200"/>
                </a:lnTo>
                <a:lnTo>
                  <a:pt x="96952" y="219326"/>
                </a:lnTo>
                <a:lnTo>
                  <a:pt x="97289" y="214452"/>
                </a:lnTo>
                <a:lnTo>
                  <a:pt x="97536" y="209578"/>
                </a:lnTo>
                <a:lnTo>
                  <a:pt x="97714" y="204704"/>
                </a:lnTo>
                <a:lnTo>
                  <a:pt x="97838" y="199830"/>
                </a:lnTo>
                <a:lnTo>
                  <a:pt x="97922" y="194956"/>
                </a:lnTo>
                <a:lnTo>
                  <a:pt x="97978" y="190082"/>
                </a:lnTo>
                <a:lnTo>
                  <a:pt x="98014" y="185209"/>
                </a:lnTo>
                <a:lnTo>
                  <a:pt x="98037" y="180335"/>
                </a:lnTo>
                <a:lnTo>
                  <a:pt x="98051" y="175461"/>
                </a:lnTo>
                <a:lnTo>
                  <a:pt x="98059" y="170587"/>
                </a:lnTo>
                <a:lnTo>
                  <a:pt x="98064" y="165713"/>
                </a:lnTo>
                <a:lnTo>
                  <a:pt x="98067"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4" y="160839"/>
                </a:lnTo>
                <a:lnTo>
                  <a:pt x="98076" y="165713"/>
                </a:lnTo>
                <a:lnTo>
                  <a:pt x="98081" y="170587"/>
                </a:lnTo>
                <a:lnTo>
                  <a:pt x="98090" y="175461"/>
                </a:lnTo>
                <a:lnTo>
                  <a:pt x="98104" y="180335"/>
                </a:lnTo>
                <a:lnTo>
                  <a:pt x="98127" y="185209"/>
                </a:lnTo>
                <a:lnTo>
                  <a:pt x="98163" y="190082"/>
                </a:lnTo>
                <a:lnTo>
                  <a:pt x="98219" y="194956"/>
                </a:lnTo>
                <a:lnTo>
                  <a:pt x="98303" y="199830"/>
                </a:lnTo>
                <a:lnTo>
                  <a:pt x="98427" y="204704"/>
                </a:lnTo>
                <a:lnTo>
                  <a:pt x="98604" y="209578"/>
                </a:lnTo>
                <a:lnTo>
                  <a:pt x="98852" y="214452"/>
                </a:lnTo>
                <a:lnTo>
                  <a:pt x="99188" y="219326"/>
                </a:lnTo>
                <a:lnTo>
                  <a:pt x="99634" y="224200"/>
                </a:lnTo>
                <a:lnTo>
                  <a:pt x="100208" y="229074"/>
                </a:lnTo>
                <a:lnTo>
                  <a:pt x="100928" y="233948"/>
                </a:lnTo>
                <a:lnTo>
                  <a:pt x="101805" y="238822"/>
                </a:lnTo>
                <a:lnTo>
                  <a:pt x="102841" y="243695"/>
                </a:lnTo>
                <a:lnTo>
                  <a:pt x="104029" y="248569"/>
                </a:lnTo>
                <a:lnTo>
                  <a:pt x="105348" y="253443"/>
                </a:lnTo>
                <a:lnTo>
                  <a:pt x="106762" y="258317"/>
                </a:lnTo>
                <a:lnTo>
                  <a:pt x="108221" y="263191"/>
                </a:lnTo>
                <a:lnTo>
                  <a:pt x="109666" y="268065"/>
                </a:lnTo>
                <a:lnTo>
                  <a:pt x="111030" y="272939"/>
                </a:lnTo>
                <a:lnTo>
                  <a:pt x="112242" y="277813"/>
                </a:lnTo>
                <a:lnTo>
                  <a:pt x="113238" y="282687"/>
                </a:lnTo>
                <a:lnTo>
                  <a:pt x="113966" y="287561"/>
                </a:lnTo>
                <a:lnTo>
                  <a:pt x="114388" y="292435"/>
                </a:lnTo>
                <a:lnTo>
                  <a:pt x="114490" y="297308"/>
                </a:lnTo>
                <a:lnTo>
                  <a:pt x="114279" y="302182"/>
                </a:lnTo>
                <a:lnTo>
                  <a:pt x="113781" y="307056"/>
                </a:lnTo>
                <a:lnTo>
                  <a:pt x="113044" y="311930"/>
                </a:lnTo>
                <a:lnTo>
                  <a:pt x="112128" y="316804"/>
                </a:lnTo>
                <a:lnTo>
                  <a:pt x="111100" y="321678"/>
                </a:lnTo>
                <a:lnTo>
                  <a:pt x="110026" y="326552"/>
                </a:lnTo>
                <a:lnTo>
                  <a:pt x="108969" y="331426"/>
                </a:lnTo>
                <a:lnTo>
                  <a:pt x="107982" y="336300"/>
                </a:lnTo>
                <a:lnTo>
                  <a:pt x="107106" y="341174"/>
                </a:lnTo>
                <a:lnTo>
                  <a:pt x="106368" y="346048"/>
                </a:lnTo>
                <a:lnTo>
                  <a:pt x="105783" y="350921"/>
                </a:lnTo>
                <a:lnTo>
                  <a:pt x="105355" y="355795"/>
                </a:lnTo>
                <a:lnTo>
                  <a:pt x="105079" y="360669"/>
                </a:lnTo>
                <a:lnTo>
                  <a:pt x="104944" y="365543"/>
                </a:lnTo>
                <a:lnTo>
                  <a:pt x="104935" y="370417"/>
                </a:lnTo>
                <a:lnTo>
                  <a:pt x="105036" y="375291"/>
                </a:lnTo>
                <a:lnTo>
                  <a:pt x="105228" y="380165"/>
                </a:lnTo>
                <a:lnTo>
                  <a:pt x="105495" y="385039"/>
                </a:lnTo>
                <a:lnTo>
                  <a:pt x="105818" y="389913"/>
                </a:lnTo>
                <a:lnTo>
                  <a:pt x="106180" y="394787"/>
                </a:lnTo>
                <a:lnTo>
                  <a:pt x="106563" y="399661"/>
                </a:lnTo>
                <a:lnTo>
                  <a:pt x="106948" y="404534"/>
                </a:lnTo>
                <a:lnTo>
                  <a:pt x="107314" y="409408"/>
                </a:lnTo>
                <a:lnTo>
                  <a:pt x="107641" y="414282"/>
                </a:lnTo>
                <a:lnTo>
                  <a:pt x="107910" y="419156"/>
                </a:lnTo>
                <a:lnTo>
                  <a:pt x="108101" y="424030"/>
                </a:lnTo>
                <a:lnTo>
                  <a:pt x="108200" y="428904"/>
                </a:lnTo>
                <a:lnTo>
                  <a:pt x="108196" y="433778"/>
                </a:lnTo>
                <a:lnTo>
                  <a:pt x="108084" y="438652"/>
                </a:lnTo>
                <a:lnTo>
                  <a:pt x="107866" y="443526"/>
                </a:lnTo>
                <a:lnTo>
                  <a:pt x="107552" y="448400"/>
                </a:lnTo>
                <a:lnTo>
                  <a:pt x="107157" y="453274"/>
                </a:lnTo>
                <a:lnTo>
                  <a:pt x="106703" y="458147"/>
                </a:lnTo>
                <a:lnTo>
                  <a:pt x="106218" y="463021"/>
                </a:lnTo>
                <a:lnTo>
                  <a:pt x="105733" y="467895"/>
                </a:lnTo>
                <a:lnTo>
                  <a:pt x="105284" y="472769"/>
                </a:lnTo>
                <a:lnTo>
                  <a:pt x="104912" y="477643"/>
                </a:lnTo>
                <a:lnTo>
                  <a:pt x="104663" y="482517"/>
                </a:lnTo>
                <a:lnTo>
                  <a:pt x="104590" y="487391"/>
                </a:lnTo>
                <a:lnTo>
                  <a:pt x="104759" y="492265"/>
                </a:lnTo>
                <a:lnTo>
                  <a:pt x="105244" y="497139"/>
                </a:lnTo>
                <a:lnTo>
                  <a:pt x="106134" y="502013"/>
                </a:lnTo>
                <a:lnTo>
                  <a:pt x="107529" y="506887"/>
                </a:lnTo>
                <a:lnTo>
                  <a:pt x="109541" y="511760"/>
                </a:lnTo>
                <a:lnTo>
                  <a:pt x="112281" y="516634"/>
                </a:lnTo>
                <a:lnTo>
                  <a:pt x="115854" y="521508"/>
                </a:lnTo>
                <a:lnTo>
                  <a:pt x="120344" y="526382"/>
                </a:lnTo>
                <a:lnTo>
                  <a:pt x="125797" y="531256"/>
                </a:lnTo>
                <a:lnTo>
                  <a:pt x="132205" y="536130"/>
                </a:lnTo>
                <a:lnTo>
                  <a:pt x="139487" y="541004"/>
                </a:lnTo>
                <a:lnTo>
                  <a:pt x="147482" y="545878"/>
                </a:lnTo>
                <a:lnTo>
                  <a:pt x="155941" y="550752"/>
                </a:lnTo>
                <a:lnTo>
                  <a:pt x="164532" y="555626"/>
                </a:lnTo>
                <a:lnTo>
                  <a:pt x="172860" y="560500"/>
                </a:lnTo>
                <a:lnTo>
                  <a:pt x="180491" y="565373"/>
                </a:lnTo>
                <a:lnTo>
                  <a:pt x="186990" y="570247"/>
                </a:lnTo>
                <a:lnTo>
                  <a:pt x="191958" y="575121"/>
                </a:lnTo>
                <a:lnTo>
                  <a:pt x="195077"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370" name="03_assume_matched_6667">
            <a:extLst>
              <a:ext uri="{FF2B5EF4-FFF2-40B4-BE49-F238E27FC236}">
                <a16:creationId xmlns:a16="http://schemas.microsoft.com/office/drawing/2014/main" id="{5BCBD0B6-1385-47F7-AEA2-4143C045FB8B}"/>
              </a:ext>
            </a:extLst>
          </p:cNvPr>
          <p:cNvSpPr>
            <a:spLocks noGrp="1"/>
          </p:cNvSpPr>
          <p:nvPr/>
        </p:nvSpPr>
        <p:spPr>
          <a:xfrm>
            <a:off x="1447310" y="3708286"/>
            <a:ext cx="196140" cy="584869"/>
          </a:xfrm>
          <a:custGeom>
            <a:avLst/>
            <a:gdLst/>
            <a:ahLst/>
            <a:cxnLst/>
            <a:rect l="0" t="0" r="0" b="0"/>
            <a:pathLst>
              <a:path w="196140" h="584869">
                <a:moveTo>
                  <a:pt x="196140" y="584869"/>
                </a:moveTo>
                <a:lnTo>
                  <a:pt x="0" y="584869"/>
                </a:lnTo>
                <a:lnTo>
                  <a:pt x="1066" y="579995"/>
                </a:lnTo>
                <a:lnTo>
                  <a:pt x="4190" y="575121"/>
                </a:lnTo>
                <a:lnTo>
                  <a:pt x="9165" y="570247"/>
                </a:lnTo>
                <a:lnTo>
                  <a:pt x="15670" y="565373"/>
                </a:lnTo>
                <a:lnTo>
                  <a:pt x="23304" y="560500"/>
                </a:lnTo>
                <a:lnTo>
                  <a:pt x="31627" y="555626"/>
                </a:lnTo>
                <a:lnTo>
                  <a:pt x="40202" y="550752"/>
                </a:lnTo>
                <a:lnTo>
                  <a:pt x="48631" y="545878"/>
                </a:lnTo>
                <a:lnTo>
                  <a:pt x="56579" y="541004"/>
                </a:lnTo>
                <a:lnTo>
                  <a:pt x="63797" y="536130"/>
                </a:lnTo>
                <a:lnTo>
                  <a:pt x="70123" y="531256"/>
                </a:lnTo>
                <a:lnTo>
                  <a:pt x="75476" y="526382"/>
                </a:lnTo>
                <a:lnTo>
                  <a:pt x="79853" y="521508"/>
                </a:lnTo>
                <a:lnTo>
                  <a:pt x="83301" y="516634"/>
                </a:lnTo>
                <a:lnTo>
                  <a:pt x="85910" y="511760"/>
                </a:lnTo>
                <a:lnTo>
                  <a:pt x="87789" y="506887"/>
                </a:lnTo>
                <a:lnTo>
                  <a:pt x="89057" y="502013"/>
                </a:lnTo>
                <a:lnTo>
                  <a:pt x="89829" y="497139"/>
                </a:lnTo>
                <a:lnTo>
                  <a:pt x="90212" y="492265"/>
                </a:lnTo>
                <a:lnTo>
                  <a:pt x="90298" y="487391"/>
                </a:lnTo>
                <a:lnTo>
                  <a:pt x="90167" y="482517"/>
                </a:lnTo>
                <a:lnTo>
                  <a:pt x="89884" y="477643"/>
                </a:lnTo>
                <a:lnTo>
                  <a:pt x="89507" y="472769"/>
                </a:lnTo>
                <a:lnTo>
                  <a:pt x="89080" y="467895"/>
                </a:lnTo>
                <a:lnTo>
                  <a:pt x="88645" y="463021"/>
                </a:lnTo>
                <a:lnTo>
                  <a:pt x="88236" y="458147"/>
                </a:lnTo>
                <a:lnTo>
                  <a:pt x="87881" y="453274"/>
                </a:lnTo>
                <a:lnTo>
                  <a:pt x="87606" y="448400"/>
                </a:lnTo>
                <a:lnTo>
                  <a:pt x="87430" y="443526"/>
                </a:lnTo>
                <a:lnTo>
                  <a:pt x="87363" y="438652"/>
                </a:lnTo>
                <a:lnTo>
                  <a:pt x="87414" y="433778"/>
                </a:lnTo>
                <a:lnTo>
                  <a:pt x="87581" y="428904"/>
                </a:lnTo>
                <a:lnTo>
                  <a:pt x="87859" y="424030"/>
                </a:lnTo>
                <a:lnTo>
                  <a:pt x="88236" y="419156"/>
                </a:lnTo>
                <a:lnTo>
                  <a:pt x="88698" y="414282"/>
                </a:lnTo>
                <a:lnTo>
                  <a:pt x="89227" y="409408"/>
                </a:lnTo>
                <a:lnTo>
                  <a:pt x="89807" y="404534"/>
                </a:lnTo>
                <a:lnTo>
                  <a:pt x="90419" y="399661"/>
                </a:lnTo>
                <a:lnTo>
                  <a:pt x="91046" y="394787"/>
                </a:lnTo>
                <a:lnTo>
                  <a:pt x="91671" y="389913"/>
                </a:lnTo>
                <a:lnTo>
                  <a:pt x="92277" y="385039"/>
                </a:lnTo>
                <a:lnTo>
                  <a:pt x="92847" y="380165"/>
                </a:lnTo>
                <a:lnTo>
                  <a:pt x="93363" y="375291"/>
                </a:lnTo>
                <a:lnTo>
                  <a:pt x="93807" y="370417"/>
                </a:lnTo>
                <a:lnTo>
                  <a:pt x="94159" y="365543"/>
                </a:lnTo>
                <a:lnTo>
                  <a:pt x="94403" y="360669"/>
                </a:lnTo>
                <a:lnTo>
                  <a:pt x="94520" y="355795"/>
                </a:lnTo>
                <a:lnTo>
                  <a:pt x="94498" y="350921"/>
                </a:lnTo>
                <a:lnTo>
                  <a:pt x="94331" y="346048"/>
                </a:lnTo>
                <a:lnTo>
                  <a:pt x="94017" y="341174"/>
                </a:lnTo>
                <a:lnTo>
                  <a:pt x="93566" y="336300"/>
                </a:lnTo>
                <a:lnTo>
                  <a:pt x="92997" y="331426"/>
                </a:lnTo>
                <a:lnTo>
                  <a:pt x="92338" y="326552"/>
                </a:lnTo>
                <a:lnTo>
                  <a:pt x="91626" y="321678"/>
                </a:lnTo>
                <a:lnTo>
                  <a:pt x="90908" y="316804"/>
                </a:lnTo>
                <a:lnTo>
                  <a:pt x="90232" y="311930"/>
                </a:lnTo>
                <a:lnTo>
                  <a:pt x="89645" y="307056"/>
                </a:lnTo>
                <a:lnTo>
                  <a:pt x="89194" y="302182"/>
                </a:lnTo>
                <a:lnTo>
                  <a:pt x="88912" y="297308"/>
                </a:lnTo>
                <a:lnTo>
                  <a:pt x="88825" y="292435"/>
                </a:lnTo>
                <a:lnTo>
                  <a:pt x="88942" y="287561"/>
                </a:lnTo>
                <a:lnTo>
                  <a:pt x="89256" y="282687"/>
                </a:lnTo>
                <a:lnTo>
                  <a:pt x="89749" y="277813"/>
                </a:lnTo>
                <a:lnTo>
                  <a:pt x="90390" y="272939"/>
                </a:lnTo>
                <a:lnTo>
                  <a:pt x="91138" y="268065"/>
                </a:lnTo>
                <a:lnTo>
                  <a:pt x="91949" y="263191"/>
                </a:lnTo>
                <a:lnTo>
                  <a:pt x="92779" y="258317"/>
                </a:lnTo>
                <a:lnTo>
                  <a:pt x="93588" y="253443"/>
                </a:lnTo>
                <a:lnTo>
                  <a:pt x="94339" y="248569"/>
                </a:lnTo>
                <a:lnTo>
                  <a:pt x="95007" y="243695"/>
                </a:lnTo>
                <a:lnTo>
                  <a:pt x="95572" y="238822"/>
                </a:lnTo>
                <a:lnTo>
                  <a:pt x="96023" y="233948"/>
                </a:lnTo>
                <a:lnTo>
                  <a:pt x="96358" y="229074"/>
                </a:lnTo>
                <a:lnTo>
                  <a:pt x="96578" y="224200"/>
                </a:lnTo>
                <a:lnTo>
                  <a:pt x="96690" y="219326"/>
                </a:lnTo>
                <a:lnTo>
                  <a:pt x="96706" y="214452"/>
                </a:lnTo>
                <a:lnTo>
                  <a:pt x="96637" y="209578"/>
                </a:lnTo>
                <a:lnTo>
                  <a:pt x="96499" y="204704"/>
                </a:lnTo>
                <a:lnTo>
                  <a:pt x="96309" y="199830"/>
                </a:lnTo>
                <a:lnTo>
                  <a:pt x="96085" y="194956"/>
                </a:lnTo>
                <a:lnTo>
                  <a:pt x="95845" y="190082"/>
                </a:lnTo>
                <a:lnTo>
                  <a:pt x="95608" y="185209"/>
                </a:lnTo>
                <a:lnTo>
                  <a:pt x="95392" y="180335"/>
                </a:lnTo>
                <a:lnTo>
                  <a:pt x="95215" y="175461"/>
                </a:lnTo>
                <a:lnTo>
                  <a:pt x="95088" y="170587"/>
                </a:lnTo>
                <a:lnTo>
                  <a:pt x="95022" y="165713"/>
                </a:lnTo>
                <a:lnTo>
                  <a:pt x="95022" y="160839"/>
                </a:lnTo>
                <a:lnTo>
                  <a:pt x="95087" y="155965"/>
                </a:lnTo>
                <a:lnTo>
                  <a:pt x="95213" y="151091"/>
                </a:lnTo>
                <a:lnTo>
                  <a:pt x="95391" y="146217"/>
                </a:lnTo>
                <a:lnTo>
                  <a:pt x="95606" y="141343"/>
                </a:lnTo>
                <a:lnTo>
                  <a:pt x="95843" y="136469"/>
                </a:lnTo>
                <a:lnTo>
                  <a:pt x="96084" y="131596"/>
                </a:lnTo>
                <a:lnTo>
                  <a:pt x="96311" y="126722"/>
                </a:lnTo>
                <a:lnTo>
                  <a:pt x="96506" y="121848"/>
                </a:lnTo>
                <a:lnTo>
                  <a:pt x="96650" y="116974"/>
                </a:lnTo>
                <a:lnTo>
                  <a:pt x="96723" y="112100"/>
                </a:lnTo>
                <a:lnTo>
                  <a:pt x="96704" y="107226"/>
                </a:lnTo>
                <a:lnTo>
                  <a:pt x="96567" y="102352"/>
                </a:lnTo>
                <a:lnTo>
                  <a:pt x="96281" y="97478"/>
                </a:lnTo>
                <a:lnTo>
                  <a:pt x="95806" y="92604"/>
                </a:lnTo>
                <a:lnTo>
                  <a:pt x="95091" y="87730"/>
                </a:lnTo>
                <a:lnTo>
                  <a:pt x="94075" y="82856"/>
                </a:lnTo>
                <a:lnTo>
                  <a:pt x="92683" y="77983"/>
                </a:lnTo>
                <a:lnTo>
                  <a:pt x="90834" y="73109"/>
                </a:lnTo>
                <a:lnTo>
                  <a:pt x="88439" y="68235"/>
                </a:lnTo>
                <a:lnTo>
                  <a:pt x="85415" y="63361"/>
                </a:lnTo>
                <a:lnTo>
                  <a:pt x="81695" y="58487"/>
                </a:lnTo>
                <a:lnTo>
                  <a:pt x="77238" y="53613"/>
                </a:lnTo>
                <a:lnTo>
                  <a:pt x="72047" y="48739"/>
                </a:lnTo>
                <a:lnTo>
                  <a:pt x="66180" y="43865"/>
                </a:lnTo>
                <a:lnTo>
                  <a:pt x="59761" y="38991"/>
                </a:lnTo>
                <a:lnTo>
                  <a:pt x="52985" y="34117"/>
                </a:lnTo>
                <a:lnTo>
                  <a:pt x="46110" y="29243"/>
                </a:lnTo>
                <a:lnTo>
                  <a:pt x="39449" y="24370"/>
                </a:lnTo>
                <a:lnTo>
                  <a:pt x="33348" y="19496"/>
                </a:lnTo>
                <a:lnTo>
                  <a:pt x="28153" y="14622"/>
                </a:lnTo>
                <a:lnTo>
                  <a:pt x="24182" y="9748"/>
                </a:lnTo>
                <a:lnTo>
                  <a:pt x="21688" y="4874"/>
                </a:lnTo>
                <a:lnTo>
                  <a:pt x="20838" y="0"/>
                </a:lnTo>
                <a:lnTo>
                  <a:pt x="175302" y="0"/>
                </a:lnTo>
                <a:lnTo>
                  <a:pt x="175302" y="0"/>
                </a:lnTo>
                <a:lnTo>
                  <a:pt x="174452" y="4874"/>
                </a:lnTo>
                <a:lnTo>
                  <a:pt x="171959" y="9748"/>
                </a:lnTo>
                <a:lnTo>
                  <a:pt x="167987" y="14622"/>
                </a:lnTo>
                <a:lnTo>
                  <a:pt x="162792" y="19496"/>
                </a:lnTo>
                <a:lnTo>
                  <a:pt x="156691" y="24370"/>
                </a:lnTo>
                <a:lnTo>
                  <a:pt x="150031" y="29243"/>
                </a:lnTo>
                <a:lnTo>
                  <a:pt x="143156" y="34117"/>
                </a:lnTo>
                <a:lnTo>
                  <a:pt x="136379" y="38991"/>
                </a:lnTo>
                <a:lnTo>
                  <a:pt x="129960" y="43865"/>
                </a:lnTo>
                <a:lnTo>
                  <a:pt x="124093" y="48739"/>
                </a:lnTo>
                <a:lnTo>
                  <a:pt x="118902" y="53613"/>
                </a:lnTo>
                <a:lnTo>
                  <a:pt x="114445" y="58487"/>
                </a:lnTo>
                <a:lnTo>
                  <a:pt x="110725" y="63361"/>
                </a:lnTo>
                <a:lnTo>
                  <a:pt x="107702" y="68235"/>
                </a:lnTo>
                <a:lnTo>
                  <a:pt x="105307" y="73109"/>
                </a:lnTo>
                <a:lnTo>
                  <a:pt x="103457" y="77983"/>
                </a:lnTo>
                <a:lnTo>
                  <a:pt x="102065" y="82856"/>
                </a:lnTo>
                <a:lnTo>
                  <a:pt x="101049" y="87730"/>
                </a:lnTo>
                <a:lnTo>
                  <a:pt x="100334" y="92604"/>
                </a:lnTo>
                <a:lnTo>
                  <a:pt x="99859" y="97478"/>
                </a:lnTo>
                <a:lnTo>
                  <a:pt x="99573" y="102352"/>
                </a:lnTo>
                <a:lnTo>
                  <a:pt x="99437" y="107226"/>
                </a:lnTo>
                <a:lnTo>
                  <a:pt x="99418" y="112100"/>
                </a:lnTo>
                <a:lnTo>
                  <a:pt x="99491" y="116974"/>
                </a:lnTo>
                <a:lnTo>
                  <a:pt x="99634" y="121848"/>
                </a:lnTo>
                <a:lnTo>
                  <a:pt x="99829" y="126722"/>
                </a:lnTo>
                <a:lnTo>
                  <a:pt x="100057" y="131596"/>
                </a:lnTo>
                <a:lnTo>
                  <a:pt x="100298" y="136469"/>
                </a:lnTo>
                <a:lnTo>
                  <a:pt x="100535" y="141343"/>
                </a:lnTo>
                <a:lnTo>
                  <a:pt x="100750" y="146217"/>
                </a:lnTo>
                <a:lnTo>
                  <a:pt x="100927" y="151091"/>
                </a:lnTo>
                <a:lnTo>
                  <a:pt x="101053" y="155965"/>
                </a:lnTo>
                <a:lnTo>
                  <a:pt x="101119" y="160839"/>
                </a:lnTo>
                <a:lnTo>
                  <a:pt x="101119" y="165713"/>
                </a:lnTo>
                <a:lnTo>
                  <a:pt x="101053" y="170587"/>
                </a:lnTo>
                <a:lnTo>
                  <a:pt x="100926" y="175461"/>
                </a:lnTo>
                <a:lnTo>
                  <a:pt x="100748" y="180335"/>
                </a:lnTo>
                <a:lnTo>
                  <a:pt x="100532" y="185209"/>
                </a:lnTo>
                <a:lnTo>
                  <a:pt x="100296" y="190082"/>
                </a:lnTo>
                <a:lnTo>
                  <a:pt x="100056" y="194956"/>
                </a:lnTo>
                <a:lnTo>
                  <a:pt x="99831" y="199830"/>
                </a:lnTo>
                <a:lnTo>
                  <a:pt x="99641" y="204704"/>
                </a:lnTo>
                <a:lnTo>
                  <a:pt x="99504" y="209578"/>
                </a:lnTo>
                <a:lnTo>
                  <a:pt x="99435" y="214452"/>
                </a:lnTo>
                <a:lnTo>
                  <a:pt x="99450" y="219326"/>
                </a:lnTo>
                <a:lnTo>
                  <a:pt x="99562" y="224200"/>
                </a:lnTo>
                <a:lnTo>
                  <a:pt x="99782" y="229074"/>
                </a:lnTo>
                <a:lnTo>
                  <a:pt x="100117" y="233948"/>
                </a:lnTo>
                <a:lnTo>
                  <a:pt x="100569" y="238822"/>
                </a:lnTo>
                <a:lnTo>
                  <a:pt x="101134" y="243695"/>
                </a:lnTo>
                <a:lnTo>
                  <a:pt x="101801" y="248569"/>
                </a:lnTo>
                <a:lnTo>
                  <a:pt x="102553" y="253443"/>
                </a:lnTo>
                <a:lnTo>
                  <a:pt x="103361" y="258317"/>
                </a:lnTo>
                <a:lnTo>
                  <a:pt x="104191" y="263191"/>
                </a:lnTo>
                <a:lnTo>
                  <a:pt x="105003" y="268065"/>
                </a:lnTo>
                <a:lnTo>
                  <a:pt x="105751" y="272939"/>
                </a:lnTo>
                <a:lnTo>
                  <a:pt x="106391" y="277813"/>
                </a:lnTo>
                <a:lnTo>
                  <a:pt x="106884" y="282687"/>
                </a:lnTo>
                <a:lnTo>
                  <a:pt x="107199" y="287561"/>
                </a:lnTo>
                <a:lnTo>
                  <a:pt x="107315" y="292435"/>
                </a:lnTo>
                <a:lnTo>
                  <a:pt x="107228" y="297308"/>
                </a:lnTo>
                <a:lnTo>
                  <a:pt x="106947" y="302182"/>
                </a:lnTo>
                <a:lnTo>
                  <a:pt x="106495" y="307056"/>
                </a:lnTo>
                <a:lnTo>
                  <a:pt x="105909" y="311930"/>
                </a:lnTo>
                <a:lnTo>
                  <a:pt x="105232" y="316804"/>
                </a:lnTo>
                <a:lnTo>
                  <a:pt x="104514" y="321678"/>
                </a:lnTo>
                <a:lnTo>
                  <a:pt x="103803" y="326552"/>
                </a:lnTo>
                <a:lnTo>
                  <a:pt x="103144" y="331426"/>
                </a:lnTo>
                <a:lnTo>
                  <a:pt x="102574" y="336300"/>
                </a:lnTo>
                <a:lnTo>
                  <a:pt x="102123" y="341174"/>
                </a:lnTo>
                <a:lnTo>
                  <a:pt x="101810" y="346048"/>
                </a:lnTo>
                <a:lnTo>
                  <a:pt x="101642" y="350921"/>
                </a:lnTo>
                <a:lnTo>
                  <a:pt x="101621" y="355795"/>
                </a:lnTo>
                <a:lnTo>
                  <a:pt x="101738" y="360669"/>
                </a:lnTo>
                <a:lnTo>
                  <a:pt x="101981" y="365543"/>
                </a:lnTo>
                <a:lnTo>
                  <a:pt x="102333" y="370417"/>
                </a:lnTo>
                <a:lnTo>
                  <a:pt x="102777" y="375291"/>
                </a:lnTo>
                <a:lnTo>
                  <a:pt x="103293" y="380165"/>
                </a:lnTo>
                <a:lnTo>
                  <a:pt x="103863" y="385039"/>
                </a:lnTo>
                <a:lnTo>
                  <a:pt x="104469" y="389913"/>
                </a:lnTo>
                <a:lnTo>
                  <a:pt x="105094" y="394787"/>
                </a:lnTo>
                <a:lnTo>
                  <a:pt x="105721" y="399661"/>
                </a:lnTo>
                <a:lnTo>
                  <a:pt x="106333" y="404534"/>
                </a:lnTo>
                <a:lnTo>
                  <a:pt x="106913" y="409408"/>
                </a:lnTo>
                <a:lnTo>
                  <a:pt x="107443" y="414282"/>
                </a:lnTo>
                <a:lnTo>
                  <a:pt x="107904" y="419156"/>
                </a:lnTo>
                <a:lnTo>
                  <a:pt x="108281" y="424030"/>
                </a:lnTo>
                <a:lnTo>
                  <a:pt x="108559" y="428904"/>
                </a:lnTo>
                <a:lnTo>
                  <a:pt x="108726" y="433778"/>
                </a:lnTo>
                <a:lnTo>
                  <a:pt x="108777" y="438652"/>
                </a:lnTo>
                <a:lnTo>
                  <a:pt x="108711" y="443526"/>
                </a:lnTo>
                <a:lnTo>
                  <a:pt x="108534" y="448400"/>
                </a:lnTo>
                <a:lnTo>
                  <a:pt x="108259" y="453274"/>
                </a:lnTo>
                <a:lnTo>
                  <a:pt x="107905" y="458147"/>
                </a:lnTo>
                <a:lnTo>
                  <a:pt x="107495" y="463021"/>
                </a:lnTo>
                <a:lnTo>
                  <a:pt x="107060" y="467895"/>
                </a:lnTo>
                <a:lnTo>
                  <a:pt x="106634" y="472769"/>
                </a:lnTo>
                <a:lnTo>
                  <a:pt x="106256" y="477643"/>
                </a:lnTo>
                <a:lnTo>
                  <a:pt x="105974" y="482517"/>
                </a:lnTo>
                <a:lnTo>
                  <a:pt x="105842" y="487391"/>
                </a:lnTo>
                <a:lnTo>
                  <a:pt x="105928" y="492265"/>
                </a:lnTo>
                <a:lnTo>
                  <a:pt x="106311" y="497139"/>
                </a:lnTo>
                <a:lnTo>
                  <a:pt x="107083" y="502013"/>
                </a:lnTo>
                <a:lnTo>
                  <a:pt x="108351" y="506887"/>
                </a:lnTo>
                <a:lnTo>
                  <a:pt x="110231" y="511760"/>
                </a:lnTo>
                <a:lnTo>
                  <a:pt x="112839" y="516634"/>
                </a:lnTo>
                <a:lnTo>
                  <a:pt x="116288" y="521508"/>
                </a:lnTo>
                <a:lnTo>
                  <a:pt x="120664" y="526382"/>
                </a:lnTo>
                <a:lnTo>
                  <a:pt x="126018" y="531256"/>
                </a:lnTo>
                <a:lnTo>
                  <a:pt x="132343" y="536130"/>
                </a:lnTo>
                <a:lnTo>
                  <a:pt x="139561" y="541004"/>
                </a:lnTo>
                <a:lnTo>
                  <a:pt x="147510" y="545878"/>
                </a:lnTo>
                <a:lnTo>
                  <a:pt x="155938" y="550752"/>
                </a:lnTo>
                <a:lnTo>
                  <a:pt x="164514" y="555626"/>
                </a:lnTo>
                <a:lnTo>
                  <a:pt x="172837" y="560500"/>
                </a:lnTo>
                <a:lnTo>
                  <a:pt x="180470" y="565373"/>
                </a:lnTo>
                <a:lnTo>
                  <a:pt x="186975" y="570247"/>
                </a:lnTo>
                <a:lnTo>
                  <a:pt x="191950" y="575121"/>
                </a:lnTo>
                <a:lnTo>
                  <a:pt x="195075"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371" name="03_assume_matched_6668">
            <a:extLst>
              <a:ext uri="{FF2B5EF4-FFF2-40B4-BE49-F238E27FC236}">
                <a16:creationId xmlns:a16="http://schemas.microsoft.com/office/drawing/2014/main" id="{7CD49857-8CA4-4C94-B46C-446C3990FE20}"/>
              </a:ext>
            </a:extLst>
          </p:cNvPr>
          <p:cNvSpPr>
            <a:spLocks noGrp="1"/>
          </p:cNvSpPr>
          <p:nvPr/>
        </p:nvSpPr>
        <p:spPr>
          <a:xfrm>
            <a:off x="2201696" y="3708286"/>
            <a:ext cx="196140" cy="584869"/>
          </a:xfrm>
          <a:custGeom>
            <a:avLst/>
            <a:gdLst/>
            <a:ahLst/>
            <a:cxnLst/>
            <a:rect l="0" t="0" r="0" b="0"/>
            <a:pathLst>
              <a:path w="196140" h="584869">
                <a:moveTo>
                  <a:pt x="196140" y="584869"/>
                </a:moveTo>
                <a:lnTo>
                  <a:pt x="0" y="584869"/>
                </a:lnTo>
                <a:lnTo>
                  <a:pt x="1059" y="579995"/>
                </a:lnTo>
                <a:lnTo>
                  <a:pt x="4165" y="575121"/>
                </a:lnTo>
                <a:lnTo>
                  <a:pt x="9111" y="570247"/>
                </a:lnTo>
                <a:lnTo>
                  <a:pt x="15575" y="565373"/>
                </a:lnTo>
                <a:lnTo>
                  <a:pt x="23160" y="560500"/>
                </a:lnTo>
                <a:lnTo>
                  <a:pt x="31426" y="555626"/>
                </a:lnTo>
                <a:lnTo>
                  <a:pt x="39937" y="550752"/>
                </a:lnTo>
                <a:lnTo>
                  <a:pt x="48295" y="545878"/>
                </a:lnTo>
                <a:lnTo>
                  <a:pt x="56164" y="541004"/>
                </a:lnTo>
                <a:lnTo>
                  <a:pt x="63293" y="536130"/>
                </a:lnTo>
                <a:lnTo>
                  <a:pt x="69518" y="531256"/>
                </a:lnTo>
                <a:lnTo>
                  <a:pt x="74758" y="526382"/>
                </a:lnTo>
                <a:lnTo>
                  <a:pt x="79003" y="521508"/>
                </a:lnTo>
                <a:lnTo>
                  <a:pt x="82304" y="516634"/>
                </a:lnTo>
                <a:lnTo>
                  <a:pt x="84748" y="511760"/>
                </a:lnTo>
                <a:lnTo>
                  <a:pt x="86447" y="506887"/>
                </a:lnTo>
                <a:lnTo>
                  <a:pt x="87522" y="502013"/>
                </a:lnTo>
                <a:lnTo>
                  <a:pt x="88095" y="497139"/>
                </a:lnTo>
                <a:lnTo>
                  <a:pt x="88277" y="492265"/>
                </a:lnTo>
                <a:lnTo>
                  <a:pt x="88169" y="487391"/>
                </a:lnTo>
                <a:lnTo>
                  <a:pt x="87857" y="482517"/>
                </a:lnTo>
                <a:lnTo>
                  <a:pt x="87416" y="477643"/>
                </a:lnTo>
                <a:lnTo>
                  <a:pt x="86906" y="472769"/>
                </a:lnTo>
                <a:lnTo>
                  <a:pt x="86378" y="467895"/>
                </a:lnTo>
                <a:lnTo>
                  <a:pt x="85873" y="463021"/>
                </a:lnTo>
                <a:lnTo>
                  <a:pt x="85424" y="458147"/>
                </a:lnTo>
                <a:lnTo>
                  <a:pt x="85056" y="453274"/>
                </a:lnTo>
                <a:lnTo>
                  <a:pt x="84789" y="448400"/>
                </a:lnTo>
                <a:lnTo>
                  <a:pt x="84633" y="443526"/>
                </a:lnTo>
                <a:lnTo>
                  <a:pt x="84596" y="438652"/>
                </a:lnTo>
                <a:lnTo>
                  <a:pt x="84676" y="433778"/>
                </a:lnTo>
                <a:lnTo>
                  <a:pt x="84869" y="428904"/>
                </a:lnTo>
                <a:lnTo>
                  <a:pt x="85167" y="424030"/>
                </a:lnTo>
                <a:lnTo>
                  <a:pt x="85559" y="419156"/>
                </a:lnTo>
                <a:lnTo>
                  <a:pt x="86034" y="414282"/>
                </a:lnTo>
                <a:lnTo>
                  <a:pt x="86579" y="409408"/>
                </a:lnTo>
                <a:lnTo>
                  <a:pt x="87183" y="404534"/>
                </a:lnTo>
                <a:lnTo>
                  <a:pt x="87836" y="399661"/>
                </a:lnTo>
                <a:lnTo>
                  <a:pt x="88526" y="394787"/>
                </a:lnTo>
                <a:lnTo>
                  <a:pt x="89241" y="389913"/>
                </a:lnTo>
                <a:lnTo>
                  <a:pt x="89968" y="385039"/>
                </a:lnTo>
                <a:lnTo>
                  <a:pt x="90688" y="380165"/>
                </a:lnTo>
                <a:lnTo>
                  <a:pt x="91382" y="375291"/>
                </a:lnTo>
                <a:lnTo>
                  <a:pt x="92028" y="370417"/>
                </a:lnTo>
                <a:lnTo>
                  <a:pt x="92600" y="365543"/>
                </a:lnTo>
                <a:lnTo>
                  <a:pt x="93074" y="360669"/>
                </a:lnTo>
                <a:lnTo>
                  <a:pt x="93426" y="355795"/>
                </a:lnTo>
                <a:lnTo>
                  <a:pt x="93638" y="350921"/>
                </a:lnTo>
                <a:lnTo>
                  <a:pt x="93696" y="346048"/>
                </a:lnTo>
                <a:lnTo>
                  <a:pt x="93596" y="341174"/>
                </a:lnTo>
                <a:lnTo>
                  <a:pt x="93345" y="336300"/>
                </a:lnTo>
                <a:lnTo>
                  <a:pt x="92959" y="331426"/>
                </a:lnTo>
                <a:lnTo>
                  <a:pt x="92465" y="326552"/>
                </a:lnTo>
                <a:lnTo>
                  <a:pt x="91900" y="321678"/>
                </a:lnTo>
                <a:lnTo>
                  <a:pt x="91308" y="316804"/>
                </a:lnTo>
                <a:lnTo>
                  <a:pt x="90738" y="311930"/>
                </a:lnTo>
                <a:lnTo>
                  <a:pt x="90235" y="307056"/>
                </a:lnTo>
                <a:lnTo>
                  <a:pt x="89845" y="302182"/>
                </a:lnTo>
                <a:lnTo>
                  <a:pt x="89601" y="297308"/>
                </a:lnTo>
                <a:lnTo>
                  <a:pt x="89528" y="292435"/>
                </a:lnTo>
                <a:lnTo>
                  <a:pt x="89635" y="287561"/>
                </a:lnTo>
                <a:lnTo>
                  <a:pt x="89916" y="282687"/>
                </a:lnTo>
                <a:lnTo>
                  <a:pt x="90354" y="277813"/>
                </a:lnTo>
                <a:lnTo>
                  <a:pt x="90920" y="272939"/>
                </a:lnTo>
                <a:lnTo>
                  <a:pt x="91574" y="268065"/>
                </a:lnTo>
                <a:lnTo>
                  <a:pt x="92276" y="263191"/>
                </a:lnTo>
                <a:lnTo>
                  <a:pt x="92983" y="258317"/>
                </a:lnTo>
                <a:lnTo>
                  <a:pt x="93657" y="253443"/>
                </a:lnTo>
                <a:lnTo>
                  <a:pt x="94267" y="248569"/>
                </a:lnTo>
                <a:lnTo>
                  <a:pt x="94789" y="243695"/>
                </a:lnTo>
                <a:lnTo>
                  <a:pt x="95208" y="238822"/>
                </a:lnTo>
                <a:lnTo>
                  <a:pt x="95519" y="233948"/>
                </a:lnTo>
                <a:lnTo>
                  <a:pt x="95724" y="229074"/>
                </a:lnTo>
                <a:lnTo>
                  <a:pt x="95832" y="224200"/>
                </a:lnTo>
                <a:lnTo>
                  <a:pt x="95857" y="219326"/>
                </a:lnTo>
                <a:lnTo>
                  <a:pt x="95817" y="214452"/>
                </a:lnTo>
                <a:lnTo>
                  <a:pt x="95730" y="209578"/>
                </a:lnTo>
                <a:lnTo>
                  <a:pt x="95615" y="204704"/>
                </a:lnTo>
                <a:lnTo>
                  <a:pt x="95488" y="199830"/>
                </a:lnTo>
                <a:lnTo>
                  <a:pt x="95367" y="194956"/>
                </a:lnTo>
                <a:lnTo>
                  <a:pt x="95263" y="190082"/>
                </a:lnTo>
                <a:lnTo>
                  <a:pt x="95188" y="185209"/>
                </a:lnTo>
                <a:lnTo>
                  <a:pt x="95148" y="180335"/>
                </a:lnTo>
                <a:lnTo>
                  <a:pt x="95150" y="175461"/>
                </a:lnTo>
                <a:lnTo>
                  <a:pt x="95195" y="170587"/>
                </a:lnTo>
                <a:lnTo>
                  <a:pt x="95282" y="165713"/>
                </a:lnTo>
                <a:lnTo>
                  <a:pt x="95409" y="160839"/>
                </a:lnTo>
                <a:lnTo>
                  <a:pt x="95571" y="155965"/>
                </a:lnTo>
                <a:lnTo>
                  <a:pt x="95762" y="151091"/>
                </a:lnTo>
                <a:lnTo>
                  <a:pt x="95973" y="146217"/>
                </a:lnTo>
                <a:lnTo>
                  <a:pt x="96196" y="141343"/>
                </a:lnTo>
                <a:lnTo>
                  <a:pt x="96422" y="136469"/>
                </a:lnTo>
                <a:lnTo>
                  <a:pt x="96640" y="131596"/>
                </a:lnTo>
                <a:lnTo>
                  <a:pt x="96840" y="126722"/>
                </a:lnTo>
                <a:lnTo>
                  <a:pt x="97011" y="121848"/>
                </a:lnTo>
                <a:lnTo>
                  <a:pt x="97139" y="116974"/>
                </a:lnTo>
                <a:lnTo>
                  <a:pt x="97207" y="112100"/>
                </a:lnTo>
                <a:lnTo>
                  <a:pt x="97194" y="107226"/>
                </a:lnTo>
                <a:lnTo>
                  <a:pt x="97070" y="102352"/>
                </a:lnTo>
                <a:lnTo>
                  <a:pt x="96794" y="97478"/>
                </a:lnTo>
                <a:lnTo>
                  <a:pt x="96315" y="92604"/>
                </a:lnTo>
                <a:lnTo>
                  <a:pt x="95562" y="87730"/>
                </a:lnTo>
                <a:lnTo>
                  <a:pt x="94451" y="82856"/>
                </a:lnTo>
                <a:lnTo>
                  <a:pt x="92880" y="77983"/>
                </a:lnTo>
                <a:lnTo>
                  <a:pt x="90737" y="73109"/>
                </a:lnTo>
                <a:lnTo>
                  <a:pt x="87903" y="68235"/>
                </a:lnTo>
                <a:lnTo>
                  <a:pt x="84266" y="63361"/>
                </a:lnTo>
                <a:lnTo>
                  <a:pt x="79732" y="58487"/>
                </a:lnTo>
                <a:lnTo>
                  <a:pt x="74249" y="53613"/>
                </a:lnTo>
                <a:lnTo>
                  <a:pt x="67816" y="48739"/>
                </a:lnTo>
                <a:lnTo>
                  <a:pt x="60508" y="43865"/>
                </a:lnTo>
                <a:lnTo>
                  <a:pt x="52481" y="38991"/>
                </a:lnTo>
                <a:lnTo>
                  <a:pt x="43985" y="34117"/>
                </a:lnTo>
                <a:lnTo>
                  <a:pt x="35349" y="29243"/>
                </a:lnTo>
                <a:lnTo>
                  <a:pt x="26973" y="24370"/>
                </a:lnTo>
                <a:lnTo>
                  <a:pt x="19293" y="19496"/>
                </a:lnTo>
                <a:lnTo>
                  <a:pt x="12750" y="14622"/>
                </a:lnTo>
                <a:lnTo>
                  <a:pt x="7747" y="9748"/>
                </a:lnTo>
                <a:lnTo>
                  <a:pt x="4605" y="4874"/>
                </a:lnTo>
                <a:lnTo>
                  <a:pt x="3534" y="0"/>
                </a:lnTo>
                <a:lnTo>
                  <a:pt x="192607" y="0"/>
                </a:lnTo>
                <a:lnTo>
                  <a:pt x="192607" y="0"/>
                </a:lnTo>
                <a:lnTo>
                  <a:pt x="191535" y="4874"/>
                </a:lnTo>
                <a:lnTo>
                  <a:pt x="188393" y="9748"/>
                </a:lnTo>
                <a:lnTo>
                  <a:pt x="183390" y="14622"/>
                </a:lnTo>
                <a:lnTo>
                  <a:pt x="176847" y="19496"/>
                </a:lnTo>
                <a:lnTo>
                  <a:pt x="169168" y="24370"/>
                </a:lnTo>
                <a:lnTo>
                  <a:pt x="160791" y="29243"/>
                </a:lnTo>
                <a:lnTo>
                  <a:pt x="152156" y="34117"/>
                </a:lnTo>
                <a:lnTo>
                  <a:pt x="143659" y="38991"/>
                </a:lnTo>
                <a:lnTo>
                  <a:pt x="135633" y="43865"/>
                </a:lnTo>
                <a:lnTo>
                  <a:pt x="128324" y="48739"/>
                </a:lnTo>
                <a:lnTo>
                  <a:pt x="121891" y="53613"/>
                </a:lnTo>
                <a:lnTo>
                  <a:pt x="116408" y="58487"/>
                </a:lnTo>
                <a:lnTo>
                  <a:pt x="111875" y="63361"/>
                </a:lnTo>
                <a:lnTo>
                  <a:pt x="108237" y="68235"/>
                </a:lnTo>
                <a:lnTo>
                  <a:pt x="105403" y="73109"/>
                </a:lnTo>
                <a:lnTo>
                  <a:pt x="103260" y="77983"/>
                </a:lnTo>
                <a:lnTo>
                  <a:pt x="101690" y="82856"/>
                </a:lnTo>
                <a:lnTo>
                  <a:pt x="100579" y="87730"/>
                </a:lnTo>
                <a:lnTo>
                  <a:pt x="99826" y="92604"/>
                </a:lnTo>
                <a:lnTo>
                  <a:pt x="99346" y="97478"/>
                </a:lnTo>
                <a:lnTo>
                  <a:pt x="99071" y="102352"/>
                </a:lnTo>
                <a:lnTo>
                  <a:pt x="98946" y="107226"/>
                </a:lnTo>
                <a:lnTo>
                  <a:pt x="98933" y="112100"/>
                </a:lnTo>
                <a:lnTo>
                  <a:pt x="99001" y="116974"/>
                </a:lnTo>
                <a:lnTo>
                  <a:pt x="99129" y="121848"/>
                </a:lnTo>
                <a:lnTo>
                  <a:pt x="99300" y="126722"/>
                </a:lnTo>
                <a:lnTo>
                  <a:pt x="99500" y="131596"/>
                </a:lnTo>
                <a:lnTo>
                  <a:pt x="99718" y="136469"/>
                </a:lnTo>
                <a:lnTo>
                  <a:pt x="99944" y="141343"/>
                </a:lnTo>
                <a:lnTo>
                  <a:pt x="100167" y="146217"/>
                </a:lnTo>
                <a:lnTo>
                  <a:pt x="100378" y="151091"/>
                </a:lnTo>
                <a:lnTo>
                  <a:pt x="100569" y="155965"/>
                </a:lnTo>
                <a:lnTo>
                  <a:pt x="100731" y="160839"/>
                </a:lnTo>
                <a:lnTo>
                  <a:pt x="100858" y="165713"/>
                </a:lnTo>
                <a:lnTo>
                  <a:pt x="100945" y="170587"/>
                </a:lnTo>
                <a:lnTo>
                  <a:pt x="100990" y="175461"/>
                </a:lnTo>
                <a:lnTo>
                  <a:pt x="100992" y="180335"/>
                </a:lnTo>
                <a:lnTo>
                  <a:pt x="100953" y="185209"/>
                </a:lnTo>
                <a:lnTo>
                  <a:pt x="100877" y="190082"/>
                </a:lnTo>
                <a:lnTo>
                  <a:pt x="100774" y="194956"/>
                </a:lnTo>
                <a:lnTo>
                  <a:pt x="100652" y="199830"/>
                </a:lnTo>
                <a:lnTo>
                  <a:pt x="100526" y="204704"/>
                </a:lnTo>
                <a:lnTo>
                  <a:pt x="100410" y="209578"/>
                </a:lnTo>
                <a:lnTo>
                  <a:pt x="100323" y="214452"/>
                </a:lnTo>
                <a:lnTo>
                  <a:pt x="100283" y="219326"/>
                </a:lnTo>
                <a:lnTo>
                  <a:pt x="100308" y="224200"/>
                </a:lnTo>
                <a:lnTo>
                  <a:pt x="100417" y="229074"/>
                </a:lnTo>
                <a:lnTo>
                  <a:pt x="100622" y="233948"/>
                </a:lnTo>
                <a:lnTo>
                  <a:pt x="100933" y="238822"/>
                </a:lnTo>
                <a:lnTo>
                  <a:pt x="101351" y="243695"/>
                </a:lnTo>
                <a:lnTo>
                  <a:pt x="101873" y="248569"/>
                </a:lnTo>
                <a:lnTo>
                  <a:pt x="102483" y="253443"/>
                </a:lnTo>
                <a:lnTo>
                  <a:pt x="103157" y="258317"/>
                </a:lnTo>
                <a:lnTo>
                  <a:pt x="103865" y="263191"/>
                </a:lnTo>
                <a:lnTo>
                  <a:pt x="104566" y="268065"/>
                </a:lnTo>
                <a:lnTo>
                  <a:pt x="105221" y="272939"/>
                </a:lnTo>
                <a:lnTo>
                  <a:pt x="105786" y="277813"/>
                </a:lnTo>
                <a:lnTo>
                  <a:pt x="106224" y="282687"/>
                </a:lnTo>
                <a:lnTo>
                  <a:pt x="106506" y="287561"/>
                </a:lnTo>
                <a:lnTo>
                  <a:pt x="106612" y="292435"/>
                </a:lnTo>
                <a:lnTo>
                  <a:pt x="106539" y="297308"/>
                </a:lnTo>
                <a:lnTo>
                  <a:pt x="106295" y="302182"/>
                </a:lnTo>
                <a:lnTo>
                  <a:pt x="105905" y="307056"/>
                </a:lnTo>
                <a:lnTo>
                  <a:pt x="105403" y="311930"/>
                </a:lnTo>
                <a:lnTo>
                  <a:pt x="104832" y="316804"/>
                </a:lnTo>
                <a:lnTo>
                  <a:pt x="104240" y="321678"/>
                </a:lnTo>
                <a:lnTo>
                  <a:pt x="103675" y="326552"/>
                </a:lnTo>
                <a:lnTo>
                  <a:pt x="103181" y="331426"/>
                </a:lnTo>
                <a:lnTo>
                  <a:pt x="102795" y="336300"/>
                </a:lnTo>
                <a:lnTo>
                  <a:pt x="102544" y="341174"/>
                </a:lnTo>
                <a:lnTo>
                  <a:pt x="102444" y="346048"/>
                </a:lnTo>
                <a:lnTo>
                  <a:pt x="102503" y="350921"/>
                </a:lnTo>
                <a:lnTo>
                  <a:pt x="102714" y="355795"/>
                </a:lnTo>
                <a:lnTo>
                  <a:pt x="103067" y="360669"/>
                </a:lnTo>
                <a:lnTo>
                  <a:pt x="103541" y="365543"/>
                </a:lnTo>
                <a:lnTo>
                  <a:pt x="104113" y="370417"/>
                </a:lnTo>
                <a:lnTo>
                  <a:pt x="104758" y="375291"/>
                </a:lnTo>
                <a:lnTo>
                  <a:pt x="105453" y="380165"/>
                </a:lnTo>
                <a:lnTo>
                  <a:pt x="106173" y="385039"/>
                </a:lnTo>
                <a:lnTo>
                  <a:pt x="106899" y="389913"/>
                </a:lnTo>
                <a:lnTo>
                  <a:pt x="107614" y="394787"/>
                </a:lnTo>
                <a:lnTo>
                  <a:pt x="108304" y="399661"/>
                </a:lnTo>
                <a:lnTo>
                  <a:pt x="108957" y="404534"/>
                </a:lnTo>
                <a:lnTo>
                  <a:pt x="109562" y="409408"/>
                </a:lnTo>
                <a:lnTo>
                  <a:pt x="110107" y="414282"/>
                </a:lnTo>
                <a:lnTo>
                  <a:pt x="110581" y="419156"/>
                </a:lnTo>
                <a:lnTo>
                  <a:pt x="110973" y="424030"/>
                </a:lnTo>
                <a:lnTo>
                  <a:pt x="111271" y="428904"/>
                </a:lnTo>
                <a:lnTo>
                  <a:pt x="111464" y="433778"/>
                </a:lnTo>
                <a:lnTo>
                  <a:pt x="111545" y="438652"/>
                </a:lnTo>
                <a:lnTo>
                  <a:pt x="111507" y="443526"/>
                </a:lnTo>
                <a:lnTo>
                  <a:pt x="111351" y="448400"/>
                </a:lnTo>
                <a:lnTo>
                  <a:pt x="111084" y="453274"/>
                </a:lnTo>
                <a:lnTo>
                  <a:pt x="110716" y="458147"/>
                </a:lnTo>
                <a:lnTo>
                  <a:pt x="110267" y="463021"/>
                </a:lnTo>
                <a:lnTo>
                  <a:pt x="109762" y="467895"/>
                </a:lnTo>
                <a:lnTo>
                  <a:pt x="109234" y="472769"/>
                </a:lnTo>
                <a:lnTo>
                  <a:pt x="108724" y="477643"/>
                </a:lnTo>
                <a:lnTo>
                  <a:pt x="108283" y="482517"/>
                </a:lnTo>
                <a:lnTo>
                  <a:pt x="107972" y="487391"/>
                </a:lnTo>
                <a:lnTo>
                  <a:pt x="107864" y="492265"/>
                </a:lnTo>
                <a:lnTo>
                  <a:pt x="108046" y="497139"/>
                </a:lnTo>
                <a:lnTo>
                  <a:pt x="108618" y="502013"/>
                </a:lnTo>
                <a:lnTo>
                  <a:pt x="109693" y="506887"/>
                </a:lnTo>
                <a:lnTo>
                  <a:pt x="111392" y="511760"/>
                </a:lnTo>
                <a:lnTo>
                  <a:pt x="113836" y="516634"/>
                </a:lnTo>
                <a:lnTo>
                  <a:pt x="117137" y="521508"/>
                </a:lnTo>
                <a:lnTo>
                  <a:pt x="121383" y="526382"/>
                </a:lnTo>
                <a:lnTo>
                  <a:pt x="126622" y="531256"/>
                </a:lnTo>
                <a:lnTo>
                  <a:pt x="132847" y="536130"/>
                </a:lnTo>
                <a:lnTo>
                  <a:pt x="139976" y="541004"/>
                </a:lnTo>
                <a:lnTo>
                  <a:pt x="147846" y="545878"/>
                </a:lnTo>
                <a:lnTo>
                  <a:pt x="156203" y="550752"/>
                </a:lnTo>
                <a:lnTo>
                  <a:pt x="164714" y="555626"/>
                </a:lnTo>
                <a:lnTo>
                  <a:pt x="172981" y="560500"/>
                </a:lnTo>
                <a:lnTo>
                  <a:pt x="180565" y="565373"/>
                </a:lnTo>
                <a:lnTo>
                  <a:pt x="187030" y="570247"/>
                </a:lnTo>
                <a:lnTo>
                  <a:pt x="191975" y="575121"/>
                </a:lnTo>
                <a:lnTo>
                  <a:pt x="195081"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372" name="03_assume_matched_6669">
            <a:extLst>
              <a:ext uri="{FF2B5EF4-FFF2-40B4-BE49-F238E27FC236}">
                <a16:creationId xmlns:a16="http://schemas.microsoft.com/office/drawing/2014/main" id="{2C2CA77E-7269-4AA0-B65B-13C7BEEF4333}"/>
              </a:ext>
            </a:extLst>
          </p:cNvPr>
          <p:cNvSpPr>
            <a:spLocks noGrp="1"/>
          </p:cNvSpPr>
          <p:nvPr/>
        </p:nvSpPr>
        <p:spPr>
          <a:xfrm>
            <a:off x="2956082" y="3708286"/>
            <a:ext cx="196140" cy="584869"/>
          </a:xfrm>
          <a:custGeom>
            <a:avLst/>
            <a:gdLst/>
            <a:ahLst/>
            <a:cxnLst/>
            <a:rect l="0" t="0" r="0" b="0"/>
            <a:pathLst>
              <a:path w="196140" h="584869">
                <a:moveTo>
                  <a:pt x="192892" y="584869"/>
                </a:moveTo>
                <a:lnTo>
                  <a:pt x="3249" y="584869"/>
                </a:lnTo>
                <a:lnTo>
                  <a:pt x="4271" y="579995"/>
                </a:lnTo>
                <a:lnTo>
                  <a:pt x="7268" y="575121"/>
                </a:lnTo>
                <a:lnTo>
                  <a:pt x="12040" y="570247"/>
                </a:lnTo>
                <a:lnTo>
                  <a:pt x="18278" y="565373"/>
                </a:lnTo>
                <a:lnTo>
                  <a:pt x="25596" y="560500"/>
                </a:lnTo>
                <a:lnTo>
                  <a:pt x="33573" y="555626"/>
                </a:lnTo>
                <a:lnTo>
                  <a:pt x="41785" y="550752"/>
                </a:lnTo>
                <a:lnTo>
                  <a:pt x="49849" y="545878"/>
                </a:lnTo>
                <a:lnTo>
                  <a:pt x="57441" y="541004"/>
                </a:lnTo>
                <a:lnTo>
                  <a:pt x="64319" y="536130"/>
                </a:lnTo>
                <a:lnTo>
                  <a:pt x="70322" y="531256"/>
                </a:lnTo>
                <a:lnTo>
                  <a:pt x="75373" y="526382"/>
                </a:lnTo>
                <a:lnTo>
                  <a:pt x="79463" y="521508"/>
                </a:lnTo>
                <a:lnTo>
                  <a:pt x="82638" y="516634"/>
                </a:lnTo>
                <a:lnTo>
                  <a:pt x="84985" y="511760"/>
                </a:lnTo>
                <a:lnTo>
                  <a:pt x="86609" y="506887"/>
                </a:lnTo>
                <a:lnTo>
                  <a:pt x="87630" y="502013"/>
                </a:lnTo>
                <a:lnTo>
                  <a:pt x="88162" y="497139"/>
                </a:lnTo>
                <a:lnTo>
                  <a:pt x="88316" y="492265"/>
                </a:lnTo>
                <a:lnTo>
                  <a:pt x="88188" y="487391"/>
                </a:lnTo>
                <a:lnTo>
                  <a:pt x="87864" y="482517"/>
                </a:lnTo>
                <a:lnTo>
                  <a:pt x="87413" y="477643"/>
                </a:lnTo>
                <a:lnTo>
                  <a:pt x="86898" y="472769"/>
                </a:lnTo>
                <a:lnTo>
                  <a:pt x="86366" y="467895"/>
                </a:lnTo>
                <a:lnTo>
                  <a:pt x="85858" y="463021"/>
                </a:lnTo>
                <a:lnTo>
                  <a:pt x="85407" y="458147"/>
                </a:lnTo>
                <a:lnTo>
                  <a:pt x="85038" y="453274"/>
                </a:lnTo>
                <a:lnTo>
                  <a:pt x="84770" y="448400"/>
                </a:lnTo>
                <a:lnTo>
                  <a:pt x="84614" y="443526"/>
                </a:lnTo>
                <a:lnTo>
                  <a:pt x="84576" y="438652"/>
                </a:lnTo>
                <a:lnTo>
                  <a:pt x="84656" y="433778"/>
                </a:lnTo>
                <a:lnTo>
                  <a:pt x="84850" y="428904"/>
                </a:lnTo>
                <a:lnTo>
                  <a:pt x="85148" y="424030"/>
                </a:lnTo>
                <a:lnTo>
                  <a:pt x="85541" y="419156"/>
                </a:lnTo>
                <a:lnTo>
                  <a:pt x="86016" y="414282"/>
                </a:lnTo>
                <a:lnTo>
                  <a:pt x="86562" y="409408"/>
                </a:lnTo>
                <a:lnTo>
                  <a:pt x="87167" y="404534"/>
                </a:lnTo>
                <a:lnTo>
                  <a:pt x="87821" y="399661"/>
                </a:lnTo>
                <a:lnTo>
                  <a:pt x="88512" y="394787"/>
                </a:lnTo>
                <a:lnTo>
                  <a:pt x="89228" y="389913"/>
                </a:lnTo>
                <a:lnTo>
                  <a:pt x="89956" y="385039"/>
                </a:lnTo>
                <a:lnTo>
                  <a:pt x="90677" y="380165"/>
                </a:lnTo>
                <a:lnTo>
                  <a:pt x="91372" y="375291"/>
                </a:lnTo>
                <a:lnTo>
                  <a:pt x="92019" y="370417"/>
                </a:lnTo>
                <a:lnTo>
                  <a:pt x="92592" y="365543"/>
                </a:lnTo>
                <a:lnTo>
                  <a:pt x="93066" y="360669"/>
                </a:lnTo>
                <a:lnTo>
                  <a:pt x="93419" y="355795"/>
                </a:lnTo>
                <a:lnTo>
                  <a:pt x="93631" y="350921"/>
                </a:lnTo>
                <a:lnTo>
                  <a:pt x="93689" y="346048"/>
                </a:lnTo>
                <a:lnTo>
                  <a:pt x="93590" y="341174"/>
                </a:lnTo>
                <a:lnTo>
                  <a:pt x="93338" y="336300"/>
                </a:lnTo>
                <a:lnTo>
                  <a:pt x="92951" y="331426"/>
                </a:lnTo>
                <a:lnTo>
                  <a:pt x="92457" y="326552"/>
                </a:lnTo>
                <a:lnTo>
                  <a:pt x="91891" y="321678"/>
                </a:lnTo>
                <a:lnTo>
                  <a:pt x="91298" y="316804"/>
                </a:lnTo>
                <a:lnTo>
                  <a:pt x="90727" y="311930"/>
                </a:lnTo>
                <a:lnTo>
                  <a:pt x="90224" y="307056"/>
                </a:lnTo>
                <a:lnTo>
                  <a:pt x="89833" y="302182"/>
                </a:lnTo>
                <a:lnTo>
                  <a:pt x="89589" y="297308"/>
                </a:lnTo>
                <a:lnTo>
                  <a:pt x="89515" y="292435"/>
                </a:lnTo>
                <a:lnTo>
                  <a:pt x="89622" y="287561"/>
                </a:lnTo>
                <a:lnTo>
                  <a:pt x="89904" y="282687"/>
                </a:lnTo>
                <a:lnTo>
                  <a:pt x="90343" y="277813"/>
                </a:lnTo>
                <a:lnTo>
                  <a:pt x="90909" y="272939"/>
                </a:lnTo>
                <a:lnTo>
                  <a:pt x="91564" y="268065"/>
                </a:lnTo>
                <a:lnTo>
                  <a:pt x="92267" y="263191"/>
                </a:lnTo>
                <a:lnTo>
                  <a:pt x="92975" y="258317"/>
                </a:lnTo>
                <a:lnTo>
                  <a:pt x="93651" y="253443"/>
                </a:lnTo>
                <a:lnTo>
                  <a:pt x="94262" y="248569"/>
                </a:lnTo>
                <a:lnTo>
                  <a:pt x="94784" y="243695"/>
                </a:lnTo>
                <a:lnTo>
                  <a:pt x="95204" y="238822"/>
                </a:lnTo>
                <a:lnTo>
                  <a:pt x="95515" y="233948"/>
                </a:lnTo>
                <a:lnTo>
                  <a:pt x="95720" y="229074"/>
                </a:lnTo>
                <a:lnTo>
                  <a:pt x="95829" y="224200"/>
                </a:lnTo>
                <a:lnTo>
                  <a:pt x="95854" y="219326"/>
                </a:lnTo>
                <a:lnTo>
                  <a:pt x="95814" y="214452"/>
                </a:lnTo>
                <a:lnTo>
                  <a:pt x="95727" y="209578"/>
                </a:lnTo>
                <a:lnTo>
                  <a:pt x="95611" y="204704"/>
                </a:lnTo>
                <a:lnTo>
                  <a:pt x="95485" y="199830"/>
                </a:lnTo>
                <a:lnTo>
                  <a:pt x="95363" y="194956"/>
                </a:lnTo>
                <a:lnTo>
                  <a:pt x="95259" y="190082"/>
                </a:lnTo>
                <a:lnTo>
                  <a:pt x="95183" y="185209"/>
                </a:lnTo>
                <a:lnTo>
                  <a:pt x="95144" y="180335"/>
                </a:lnTo>
                <a:lnTo>
                  <a:pt x="95146" y="175461"/>
                </a:lnTo>
                <a:lnTo>
                  <a:pt x="95191" y="170587"/>
                </a:lnTo>
                <a:lnTo>
                  <a:pt x="95278" y="165713"/>
                </a:lnTo>
                <a:lnTo>
                  <a:pt x="95405" y="160839"/>
                </a:lnTo>
                <a:lnTo>
                  <a:pt x="95568" y="155965"/>
                </a:lnTo>
                <a:lnTo>
                  <a:pt x="95758" y="151091"/>
                </a:lnTo>
                <a:lnTo>
                  <a:pt x="95970" y="146217"/>
                </a:lnTo>
                <a:lnTo>
                  <a:pt x="96193" y="141343"/>
                </a:lnTo>
                <a:lnTo>
                  <a:pt x="96419" y="136469"/>
                </a:lnTo>
                <a:lnTo>
                  <a:pt x="96637" y="131596"/>
                </a:lnTo>
                <a:lnTo>
                  <a:pt x="96837" y="126722"/>
                </a:lnTo>
                <a:lnTo>
                  <a:pt x="97007" y="121848"/>
                </a:lnTo>
                <a:lnTo>
                  <a:pt x="97133" y="116974"/>
                </a:lnTo>
                <a:lnTo>
                  <a:pt x="97198" y="112100"/>
                </a:lnTo>
                <a:lnTo>
                  <a:pt x="97180" y="107226"/>
                </a:lnTo>
                <a:lnTo>
                  <a:pt x="97047" y="102352"/>
                </a:lnTo>
                <a:lnTo>
                  <a:pt x="96758" y="97478"/>
                </a:lnTo>
                <a:lnTo>
                  <a:pt x="96258" y="92604"/>
                </a:lnTo>
                <a:lnTo>
                  <a:pt x="95476" y="87730"/>
                </a:lnTo>
                <a:lnTo>
                  <a:pt x="94322" y="82856"/>
                </a:lnTo>
                <a:lnTo>
                  <a:pt x="92693" y="77983"/>
                </a:lnTo>
                <a:lnTo>
                  <a:pt x="90470" y="73109"/>
                </a:lnTo>
                <a:lnTo>
                  <a:pt x="87530" y="68235"/>
                </a:lnTo>
                <a:lnTo>
                  <a:pt x="83757" y="63361"/>
                </a:lnTo>
                <a:lnTo>
                  <a:pt x="79055" y="58487"/>
                </a:lnTo>
                <a:lnTo>
                  <a:pt x="73368" y="53613"/>
                </a:lnTo>
                <a:lnTo>
                  <a:pt x="66695" y="48739"/>
                </a:lnTo>
                <a:lnTo>
                  <a:pt x="59113" y="43865"/>
                </a:lnTo>
                <a:lnTo>
                  <a:pt x="50786" y="38991"/>
                </a:lnTo>
                <a:lnTo>
                  <a:pt x="41971" y="34117"/>
                </a:lnTo>
                <a:lnTo>
                  <a:pt x="33011" y="29243"/>
                </a:lnTo>
                <a:lnTo>
                  <a:pt x="24320" y="24370"/>
                </a:lnTo>
                <a:lnTo>
                  <a:pt x="16352" y="19496"/>
                </a:lnTo>
                <a:lnTo>
                  <a:pt x="9564" y="14622"/>
                </a:lnTo>
                <a:lnTo>
                  <a:pt x="4372" y="9748"/>
                </a:lnTo>
                <a:lnTo>
                  <a:pt x="1112" y="4874"/>
                </a:lnTo>
                <a:lnTo>
                  <a:pt x="0" y="0"/>
                </a:lnTo>
                <a:lnTo>
                  <a:pt x="196140" y="0"/>
                </a:lnTo>
                <a:lnTo>
                  <a:pt x="196140" y="0"/>
                </a:lnTo>
                <a:lnTo>
                  <a:pt x="195029" y="4874"/>
                </a:lnTo>
                <a:lnTo>
                  <a:pt x="191768" y="9748"/>
                </a:lnTo>
                <a:lnTo>
                  <a:pt x="186577" y="14622"/>
                </a:lnTo>
                <a:lnTo>
                  <a:pt x="179788" y="19496"/>
                </a:lnTo>
                <a:lnTo>
                  <a:pt x="171820" y="24370"/>
                </a:lnTo>
                <a:lnTo>
                  <a:pt x="163129" y="29243"/>
                </a:lnTo>
                <a:lnTo>
                  <a:pt x="154169" y="34117"/>
                </a:lnTo>
                <a:lnTo>
                  <a:pt x="145354" y="38991"/>
                </a:lnTo>
                <a:lnTo>
                  <a:pt x="137027" y="43865"/>
                </a:lnTo>
                <a:lnTo>
                  <a:pt x="129446" y="48739"/>
                </a:lnTo>
                <a:lnTo>
                  <a:pt x="122773" y="53613"/>
                </a:lnTo>
                <a:lnTo>
                  <a:pt x="117085" y="58487"/>
                </a:lnTo>
                <a:lnTo>
                  <a:pt x="112383" y="63361"/>
                </a:lnTo>
                <a:lnTo>
                  <a:pt x="108610" y="68235"/>
                </a:lnTo>
                <a:lnTo>
                  <a:pt x="105671" y="73109"/>
                </a:lnTo>
                <a:lnTo>
                  <a:pt x="103448" y="77983"/>
                </a:lnTo>
                <a:lnTo>
                  <a:pt x="101818" y="82856"/>
                </a:lnTo>
                <a:lnTo>
                  <a:pt x="100665" y="87730"/>
                </a:lnTo>
                <a:lnTo>
                  <a:pt x="99882" y="92604"/>
                </a:lnTo>
                <a:lnTo>
                  <a:pt x="99382" y="97478"/>
                </a:lnTo>
                <a:lnTo>
                  <a:pt x="99094" y="102352"/>
                </a:lnTo>
                <a:lnTo>
                  <a:pt x="98961" y="107226"/>
                </a:lnTo>
                <a:lnTo>
                  <a:pt x="98942" y="112100"/>
                </a:lnTo>
                <a:lnTo>
                  <a:pt x="99007" y="116974"/>
                </a:lnTo>
                <a:lnTo>
                  <a:pt x="99133" y="121848"/>
                </a:lnTo>
                <a:lnTo>
                  <a:pt x="99303" y="126722"/>
                </a:lnTo>
                <a:lnTo>
                  <a:pt x="99503" y="131596"/>
                </a:lnTo>
                <a:lnTo>
                  <a:pt x="99721" y="136469"/>
                </a:lnTo>
                <a:lnTo>
                  <a:pt x="99947" y="141343"/>
                </a:lnTo>
                <a:lnTo>
                  <a:pt x="100170" y="146217"/>
                </a:lnTo>
                <a:lnTo>
                  <a:pt x="100382" y="151091"/>
                </a:lnTo>
                <a:lnTo>
                  <a:pt x="100573" y="155965"/>
                </a:lnTo>
                <a:lnTo>
                  <a:pt x="100735" y="160839"/>
                </a:lnTo>
                <a:lnTo>
                  <a:pt x="100862" y="165713"/>
                </a:lnTo>
                <a:lnTo>
                  <a:pt x="100950" y="170587"/>
                </a:lnTo>
                <a:lnTo>
                  <a:pt x="100994" y="175461"/>
                </a:lnTo>
                <a:lnTo>
                  <a:pt x="100996" y="180335"/>
                </a:lnTo>
                <a:lnTo>
                  <a:pt x="100957" y="185209"/>
                </a:lnTo>
                <a:lnTo>
                  <a:pt x="100882" y="190082"/>
                </a:lnTo>
                <a:lnTo>
                  <a:pt x="100778" y="194956"/>
                </a:lnTo>
                <a:lnTo>
                  <a:pt x="100656" y="199830"/>
                </a:lnTo>
                <a:lnTo>
                  <a:pt x="100529" y="204704"/>
                </a:lnTo>
                <a:lnTo>
                  <a:pt x="100413" y="209578"/>
                </a:lnTo>
                <a:lnTo>
                  <a:pt x="100326" y="214452"/>
                </a:lnTo>
                <a:lnTo>
                  <a:pt x="100286" y="219326"/>
                </a:lnTo>
                <a:lnTo>
                  <a:pt x="100312" y="224200"/>
                </a:lnTo>
                <a:lnTo>
                  <a:pt x="100420" y="229074"/>
                </a:lnTo>
                <a:lnTo>
                  <a:pt x="100626" y="233948"/>
                </a:lnTo>
                <a:lnTo>
                  <a:pt x="100937" y="238822"/>
                </a:lnTo>
                <a:lnTo>
                  <a:pt x="101356" y="243695"/>
                </a:lnTo>
                <a:lnTo>
                  <a:pt x="101879" y="248569"/>
                </a:lnTo>
                <a:lnTo>
                  <a:pt x="102490" y="253443"/>
                </a:lnTo>
                <a:lnTo>
                  <a:pt x="103165" y="258317"/>
                </a:lnTo>
                <a:lnTo>
                  <a:pt x="103873" y="263191"/>
                </a:lnTo>
                <a:lnTo>
                  <a:pt x="104576" y="268065"/>
                </a:lnTo>
                <a:lnTo>
                  <a:pt x="105231" y="272939"/>
                </a:lnTo>
                <a:lnTo>
                  <a:pt x="105797" y="277813"/>
                </a:lnTo>
                <a:lnTo>
                  <a:pt x="106236" y="282687"/>
                </a:lnTo>
                <a:lnTo>
                  <a:pt x="106518" y="287561"/>
                </a:lnTo>
                <a:lnTo>
                  <a:pt x="106625" y="292435"/>
                </a:lnTo>
                <a:lnTo>
                  <a:pt x="106551" y="297308"/>
                </a:lnTo>
                <a:lnTo>
                  <a:pt x="106308" y="302182"/>
                </a:lnTo>
                <a:lnTo>
                  <a:pt x="105917" y="307056"/>
                </a:lnTo>
                <a:lnTo>
                  <a:pt x="105414" y="311930"/>
                </a:lnTo>
                <a:lnTo>
                  <a:pt x="104842" y="316804"/>
                </a:lnTo>
                <a:lnTo>
                  <a:pt x="104249" y="321678"/>
                </a:lnTo>
                <a:lnTo>
                  <a:pt x="103684" y="326552"/>
                </a:lnTo>
                <a:lnTo>
                  <a:pt x="103189" y="331426"/>
                </a:lnTo>
                <a:lnTo>
                  <a:pt x="102802" y="336300"/>
                </a:lnTo>
                <a:lnTo>
                  <a:pt x="102551" y="341174"/>
                </a:lnTo>
                <a:lnTo>
                  <a:pt x="102451" y="346048"/>
                </a:lnTo>
                <a:lnTo>
                  <a:pt x="102509" y="350921"/>
                </a:lnTo>
                <a:lnTo>
                  <a:pt x="102721" y="355795"/>
                </a:lnTo>
                <a:lnTo>
                  <a:pt x="103074" y="360669"/>
                </a:lnTo>
                <a:lnTo>
                  <a:pt x="103549" y="365543"/>
                </a:lnTo>
                <a:lnTo>
                  <a:pt x="104122" y="370417"/>
                </a:lnTo>
                <a:lnTo>
                  <a:pt x="104768" y="375291"/>
                </a:lnTo>
                <a:lnTo>
                  <a:pt x="105464" y="380165"/>
                </a:lnTo>
                <a:lnTo>
                  <a:pt x="106185" y="385039"/>
                </a:lnTo>
                <a:lnTo>
                  <a:pt x="106912" y="389913"/>
                </a:lnTo>
                <a:lnTo>
                  <a:pt x="107628" y="394787"/>
                </a:lnTo>
                <a:lnTo>
                  <a:pt x="108319" y="399661"/>
                </a:lnTo>
                <a:lnTo>
                  <a:pt x="108973" y="404534"/>
                </a:lnTo>
                <a:lnTo>
                  <a:pt x="109579" y="409408"/>
                </a:lnTo>
                <a:lnTo>
                  <a:pt x="110125" y="414282"/>
                </a:lnTo>
                <a:lnTo>
                  <a:pt x="110600" y="419156"/>
                </a:lnTo>
                <a:lnTo>
                  <a:pt x="110992" y="424030"/>
                </a:lnTo>
                <a:lnTo>
                  <a:pt x="111291" y="428904"/>
                </a:lnTo>
                <a:lnTo>
                  <a:pt x="111484" y="433778"/>
                </a:lnTo>
                <a:lnTo>
                  <a:pt x="111564" y="438652"/>
                </a:lnTo>
                <a:lnTo>
                  <a:pt x="111526" y="443526"/>
                </a:lnTo>
                <a:lnTo>
                  <a:pt x="111371" y="448400"/>
                </a:lnTo>
                <a:lnTo>
                  <a:pt x="111102" y="453274"/>
                </a:lnTo>
                <a:lnTo>
                  <a:pt x="110734" y="458147"/>
                </a:lnTo>
                <a:lnTo>
                  <a:pt x="110283" y="463021"/>
                </a:lnTo>
                <a:lnTo>
                  <a:pt x="109775" y="467895"/>
                </a:lnTo>
                <a:lnTo>
                  <a:pt x="109243" y="472769"/>
                </a:lnTo>
                <a:lnTo>
                  <a:pt x="108727" y="477643"/>
                </a:lnTo>
                <a:lnTo>
                  <a:pt x="108277" y="482517"/>
                </a:lnTo>
                <a:lnTo>
                  <a:pt x="107952" y="487391"/>
                </a:lnTo>
                <a:lnTo>
                  <a:pt x="107824" y="492265"/>
                </a:lnTo>
                <a:lnTo>
                  <a:pt x="107978" y="497139"/>
                </a:lnTo>
                <a:lnTo>
                  <a:pt x="108511" y="502013"/>
                </a:lnTo>
                <a:lnTo>
                  <a:pt x="109531" y="506887"/>
                </a:lnTo>
                <a:lnTo>
                  <a:pt x="111156" y="511760"/>
                </a:lnTo>
                <a:lnTo>
                  <a:pt x="113502" y="516634"/>
                </a:lnTo>
                <a:lnTo>
                  <a:pt x="116677" y="521508"/>
                </a:lnTo>
                <a:lnTo>
                  <a:pt x="120767" y="526382"/>
                </a:lnTo>
                <a:lnTo>
                  <a:pt x="125818" y="531256"/>
                </a:lnTo>
                <a:lnTo>
                  <a:pt x="131822" y="536130"/>
                </a:lnTo>
                <a:lnTo>
                  <a:pt x="138699" y="541004"/>
                </a:lnTo>
                <a:lnTo>
                  <a:pt x="146291" y="545878"/>
                </a:lnTo>
                <a:lnTo>
                  <a:pt x="154355" y="550752"/>
                </a:lnTo>
                <a:lnTo>
                  <a:pt x="162568" y="555626"/>
                </a:lnTo>
                <a:lnTo>
                  <a:pt x="170544" y="560500"/>
                </a:lnTo>
                <a:lnTo>
                  <a:pt x="177863" y="565373"/>
                </a:lnTo>
                <a:lnTo>
                  <a:pt x="184101" y="570247"/>
                </a:lnTo>
                <a:lnTo>
                  <a:pt x="188873" y="575121"/>
                </a:lnTo>
                <a:lnTo>
                  <a:pt x="191870" y="579995"/>
                </a:lnTo>
                <a:lnTo>
                  <a:pt x="192892" y="584869"/>
                </a:lnTo>
                <a:lnTo>
                  <a:pt x="192892" y="584869"/>
                </a:lnTo>
                <a:close/>
              </a:path>
            </a:pathLst>
          </a:custGeom>
          <a:solidFill>
            <a:srgbClr val="596BC0">
              <a:alpha val="12000"/>
            </a:srgbClr>
          </a:solidFill>
          <a:ln w="6985">
            <a:solidFill>
              <a:srgbClr val="596BC0">
                <a:alpha val="12000"/>
              </a:srgbClr>
            </a:solidFill>
            <a:prstDash val="solid"/>
          </a:ln>
        </p:spPr>
      </p:sp>
      <p:sp>
        <p:nvSpPr>
          <p:cNvPr id="1373" name="03_assume_matched_6670">
            <a:extLst>
              <a:ext uri="{FF2B5EF4-FFF2-40B4-BE49-F238E27FC236}">
                <a16:creationId xmlns:a16="http://schemas.microsoft.com/office/drawing/2014/main" id="{F8C3FC4A-2E22-4F1E-BBB6-9948AE40D853}"/>
              </a:ext>
            </a:extLst>
          </p:cNvPr>
          <p:cNvSpPr>
            <a:spLocks noGrp="1"/>
          </p:cNvSpPr>
          <p:nvPr/>
        </p:nvSpPr>
        <p:spPr>
          <a:xfrm>
            <a:off x="790996"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4" name="03_assume_matched_6671">
            <a:extLst>
              <a:ext uri="{FF2B5EF4-FFF2-40B4-BE49-F238E27FC236}">
                <a16:creationId xmlns:a16="http://schemas.microsoft.com/office/drawing/2014/main" id="{FCBE8F7E-3674-47D5-8007-0C6E3F9CC038}"/>
              </a:ext>
            </a:extLst>
          </p:cNvPr>
          <p:cNvSpPr>
            <a:spLocks noGrp="1"/>
          </p:cNvSpPr>
          <p:nvPr/>
        </p:nvSpPr>
        <p:spPr>
          <a:xfrm>
            <a:off x="1168189"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5" name="03_assume_matched_6672">
            <a:extLst>
              <a:ext uri="{FF2B5EF4-FFF2-40B4-BE49-F238E27FC236}">
                <a16:creationId xmlns:a16="http://schemas.microsoft.com/office/drawing/2014/main" id="{84E6319A-B6BF-4E06-9031-C3BB80787382}"/>
              </a:ext>
            </a:extLst>
          </p:cNvPr>
          <p:cNvSpPr>
            <a:spLocks noGrp="1"/>
          </p:cNvSpPr>
          <p:nvPr/>
        </p:nvSpPr>
        <p:spPr>
          <a:xfrm>
            <a:off x="1545382"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6" name="03_assume_matched_6673">
            <a:extLst>
              <a:ext uri="{FF2B5EF4-FFF2-40B4-BE49-F238E27FC236}">
                <a16:creationId xmlns:a16="http://schemas.microsoft.com/office/drawing/2014/main" id="{5C03AB19-7E9E-4F4F-A823-164EA5DE28BB}"/>
              </a:ext>
            </a:extLst>
          </p:cNvPr>
          <p:cNvSpPr>
            <a:spLocks noGrp="1"/>
          </p:cNvSpPr>
          <p:nvPr/>
        </p:nvSpPr>
        <p:spPr>
          <a:xfrm>
            <a:off x="2299768"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7" name="03_assume_matched_6674">
            <a:extLst>
              <a:ext uri="{FF2B5EF4-FFF2-40B4-BE49-F238E27FC236}">
                <a16:creationId xmlns:a16="http://schemas.microsoft.com/office/drawing/2014/main" id="{228802E3-9850-4ADB-990F-18C5B29A3E58}"/>
              </a:ext>
            </a:extLst>
          </p:cNvPr>
          <p:cNvSpPr>
            <a:spLocks noGrp="1"/>
          </p:cNvSpPr>
          <p:nvPr/>
        </p:nvSpPr>
        <p:spPr>
          <a:xfrm>
            <a:off x="3054153"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8" name="03_assume_matched_6675">
            <a:extLst>
              <a:ext uri="{FF2B5EF4-FFF2-40B4-BE49-F238E27FC236}">
                <a16:creationId xmlns:a16="http://schemas.microsoft.com/office/drawing/2014/main" id="{70E65D53-AB64-48A7-9B67-727EE0EC4915}"/>
              </a:ext>
            </a:extLst>
          </p:cNvPr>
          <p:cNvSpPr>
            <a:spLocks noGrp="1"/>
          </p:cNvSpPr>
          <p:nvPr/>
        </p:nvSpPr>
        <p:spPr>
          <a:xfrm>
            <a:off x="768364" y="429315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79" name="03_assume_matched_6676">
            <a:extLst>
              <a:ext uri="{FF2B5EF4-FFF2-40B4-BE49-F238E27FC236}">
                <a16:creationId xmlns:a16="http://schemas.microsoft.com/office/drawing/2014/main" id="{481624DF-AF88-48C9-BC8B-A2B2701BBBE5}"/>
              </a:ext>
            </a:extLst>
          </p:cNvPr>
          <p:cNvSpPr>
            <a:spLocks noGrp="1"/>
          </p:cNvSpPr>
          <p:nvPr/>
        </p:nvSpPr>
        <p:spPr>
          <a:xfrm>
            <a:off x="730263" y="429315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380" name="text_6677">
            <a:extLst>
              <a:ext uri="{FF2B5EF4-FFF2-40B4-BE49-F238E27FC236}">
                <a16:creationId xmlns:a16="http://schemas.microsoft.com/office/drawing/2014/main" id="{0A31BE7E-CEDE-41DD-BB96-B58ECF92C851}"/>
              </a:ext>
            </a:extLst>
          </p:cNvPr>
          <p:cNvSpPr>
            <a:spLocks noGrp="1"/>
          </p:cNvSpPr>
          <p:nvPr/>
        </p:nvSpPr>
        <p:spPr>
          <a:xfrm>
            <a:off x="640617" y="4253093"/>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1381" name="03_assume_matched_6678">
            <a:extLst>
              <a:ext uri="{FF2B5EF4-FFF2-40B4-BE49-F238E27FC236}">
                <a16:creationId xmlns:a16="http://schemas.microsoft.com/office/drawing/2014/main" id="{DAF7665D-037F-4E19-AE10-318A5449BF8B}"/>
              </a:ext>
            </a:extLst>
          </p:cNvPr>
          <p:cNvSpPr>
            <a:spLocks noGrp="1"/>
          </p:cNvSpPr>
          <p:nvPr/>
        </p:nvSpPr>
        <p:spPr>
          <a:xfrm>
            <a:off x="768364" y="4000721"/>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82" name="03_assume_matched_6679">
            <a:extLst>
              <a:ext uri="{FF2B5EF4-FFF2-40B4-BE49-F238E27FC236}">
                <a16:creationId xmlns:a16="http://schemas.microsoft.com/office/drawing/2014/main" id="{C4D238D4-5E48-4DFA-93F4-DD29035DDAA3}"/>
              </a:ext>
            </a:extLst>
          </p:cNvPr>
          <p:cNvSpPr>
            <a:spLocks noGrp="1"/>
          </p:cNvSpPr>
          <p:nvPr/>
        </p:nvSpPr>
        <p:spPr>
          <a:xfrm>
            <a:off x="730263" y="400072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383" name="text_6680">
            <a:extLst>
              <a:ext uri="{FF2B5EF4-FFF2-40B4-BE49-F238E27FC236}">
                <a16:creationId xmlns:a16="http://schemas.microsoft.com/office/drawing/2014/main" id="{2DF10191-2127-48B8-8157-42D9AFAC9F61}"/>
              </a:ext>
            </a:extLst>
          </p:cNvPr>
          <p:cNvSpPr>
            <a:spLocks noGrp="1"/>
          </p:cNvSpPr>
          <p:nvPr/>
        </p:nvSpPr>
        <p:spPr>
          <a:xfrm>
            <a:off x="589069" y="396065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1384" name="03_assume_matched_6681">
            <a:extLst>
              <a:ext uri="{FF2B5EF4-FFF2-40B4-BE49-F238E27FC236}">
                <a16:creationId xmlns:a16="http://schemas.microsoft.com/office/drawing/2014/main" id="{4AF0AFF8-2A0C-4B60-9ACD-E82B84BD8C65}"/>
              </a:ext>
            </a:extLst>
          </p:cNvPr>
          <p:cNvSpPr>
            <a:spLocks noGrp="1"/>
          </p:cNvSpPr>
          <p:nvPr/>
        </p:nvSpPr>
        <p:spPr>
          <a:xfrm>
            <a:off x="768364" y="370828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85" name="03_assume_matched_6682">
            <a:extLst>
              <a:ext uri="{FF2B5EF4-FFF2-40B4-BE49-F238E27FC236}">
                <a16:creationId xmlns:a16="http://schemas.microsoft.com/office/drawing/2014/main" id="{CB11CDE6-39DF-40F2-856F-6F41AC763674}"/>
              </a:ext>
            </a:extLst>
          </p:cNvPr>
          <p:cNvSpPr>
            <a:spLocks noGrp="1"/>
          </p:cNvSpPr>
          <p:nvPr/>
        </p:nvSpPr>
        <p:spPr>
          <a:xfrm>
            <a:off x="730263" y="370828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386" name="text_6683">
            <a:extLst>
              <a:ext uri="{FF2B5EF4-FFF2-40B4-BE49-F238E27FC236}">
                <a16:creationId xmlns:a16="http://schemas.microsoft.com/office/drawing/2014/main" id="{997F3353-D86F-45BD-A647-5BA0AFB20398}"/>
              </a:ext>
            </a:extLst>
          </p:cNvPr>
          <p:cNvSpPr>
            <a:spLocks noGrp="1"/>
          </p:cNvSpPr>
          <p:nvPr/>
        </p:nvSpPr>
        <p:spPr>
          <a:xfrm>
            <a:off x="537523" y="3668224"/>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1387" name="text_6684">
            <a:extLst>
              <a:ext uri="{FF2B5EF4-FFF2-40B4-BE49-F238E27FC236}">
                <a16:creationId xmlns:a16="http://schemas.microsoft.com/office/drawing/2014/main" id="{3FD8B163-B2A4-41A8-ACF1-CFE271BAE817}"/>
              </a:ext>
            </a:extLst>
          </p:cNvPr>
          <p:cNvSpPr>
            <a:spLocks noGrp="1"/>
          </p:cNvSpPr>
          <p:nvPr/>
        </p:nvSpPr>
        <p:spPr>
          <a:xfrm rot="-5400000">
            <a:off x="122797" y="3941189"/>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a:solidFill>
                  <a:srgbClr val="273744"/>
                </a:solidFill>
                <a:latin typeface="Arial"/>
                <a:ea typeface="Arial"/>
                <a:cs typeface="Arial"/>
              </a:rPr>
              <a:t>Completion (%)</a:t>
            </a:r>
          </a:p>
        </p:txBody>
      </p:sp>
      <p:sp>
        <p:nvSpPr>
          <p:cNvPr id="1388" name="03_assume_matched_6685">
            <a:extLst>
              <a:ext uri="{FF2B5EF4-FFF2-40B4-BE49-F238E27FC236}">
                <a16:creationId xmlns:a16="http://schemas.microsoft.com/office/drawing/2014/main" id="{EAE9EC6E-2BA2-48C6-A101-4841F6437A42}"/>
              </a:ext>
            </a:extLst>
          </p:cNvPr>
          <p:cNvSpPr>
            <a:spLocks noGrp="1"/>
          </p:cNvSpPr>
          <p:nvPr/>
        </p:nvSpPr>
        <p:spPr>
          <a:xfrm>
            <a:off x="1205940" y="3994019"/>
            <a:ext cx="28398" cy="28398"/>
          </a:xfrm>
          <a:prstGeom prst="ellipse">
            <a:avLst/>
          </a:prstGeom>
          <a:solidFill>
            <a:srgbClr val="7F8C97">
              <a:alpha val="48000"/>
            </a:srgbClr>
          </a:solidFill>
          <a:ln w="0">
            <a:noFill/>
            <a:prstDash val="solid"/>
          </a:ln>
        </p:spPr>
      </p:sp>
      <p:sp>
        <p:nvSpPr>
          <p:cNvPr id="1389" name="03_assume_matched_6686">
            <a:extLst>
              <a:ext uri="{FF2B5EF4-FFF2-40B4-BE49-F238E27FC236}">
                <a16:creationId xmlns:a16="http://schemas.microsoft.com/office/drawing/2014/main" id="{1CFCAB45-23BE-4FA4-BCA4-5158D9EEFC8A}"/>
              </a:ext>
            </a:extLst>
          </p:cNvPr>
          <p:cNvSpPr>
            <a:spLocks noGrp="1"/>
          </p:cNvSpPr>
          <p:nvPr/>
        </p:nvSpPr>
        <p:spPr>
          <a:xfrm>
            <a:off x="1194427" y="4278955"/>
            <a:ext cx="28398" cy="28398"/>
          </a:xfrm>
          <a:prstGeom prst="ellipse">
            <a:avLst/>
          </a:prstGeom>
          <a:solidFill>
            <a:srgbClr val="7F8C97">
              <a:alpha val="48000"/>
            </a:srgbClr>
          </a:solidFill>
          <a:ln w="0">
            <a:noFill/>
            <a:prstDash val="solid"/>
          </a:ln>
        </p:spPr>
      </p:sp>
      <p:sp>
        <p:nvSpPr>
          <p:cNvPr id="1390" name="03_assume_matched_6687">
            <a:extLst>
              <a:ext uri="{FF2B5EF4-FFF2-40B4-BE49-F238E27FC236}">
                <a16:creationId xmlns:a16="http://schemas.microsoft.com/office/drawing/2014/main" id="{5D8AFBB7-5D93-4785-99BB-BC7D1D0EF50C}"/>
              </a:ext>
            </a:extLst>
          </p:cNvPr>
          <p:cNvSpPr>
            <a:spLocks noGrp="1"/>
          </p:cNvSpPr>
          <p:nvPr/>
        </p:nvSpPr>
        <p:spPr>
          <a:xfrm>
            <a:off x="1137295" y="4278955"/>
            <a:ext cx="28398" cy="28398"/>
          </a:xfrm>
          <a:prstGeom prst="ellipse">
            <a:avLst/>
          </a:prstGeom>
          <a:solidFill>
            <a:srgbClr val="7F8C97">
              <a:alpha val="48000"/>
            </a:srgbClr>
          </a:solidFill>
          <a:ln w="0">
            <a:noFill/>
            <a:prstDash val="solid"/>
          </a:ln>
        </p:spPr>
      </p:sp>
      <p:sp>
        <p:nvSpPr>
          <p:cNvPr id="1391" name="03_assume_matched_6688">
            <a:extLst>
              <a:ext uri="{FF2B5EF4-FFF2-40B4-BE49-F238E27FC236}">
                <a16:creationId xmlns:a16="http://schemas.microsoft.com/office/drawing/2014/main" id="{1A97BA5B-274C-4FF4-BE31-C07BA22EB866}"/>
              </a:ext>
            </a:extLst>
          </p:cNvPr>
          <p:cNvSpPr>
            <a:spLocks noGrp="1"/>
          </p:cNvSpPr>
          <p:nvPr/>
        </p:nvSpPr>
        <p:spPr>
          <a:xfrm>
            <a:off x="1216157" y="3986521"/>
            <a:ext cx="28398" cy="28398"/>
          </a:xfrm>
          <a:prstGeom prst="ellipse">
            <a:avLst/>
          </a:prstGeom>
          <a:solidFill>
            <a:srgbClr val="7F8C97">
              <a:alpha val="48000"/>
            </a:srgbClr>
          </a:solidFill>
          <a:ln w="0">
            <a:noFill/>
            <a:prstDash val="solid"/>
          </a:ln>
        </p:spPr>
      </p:sp>
      <p:sp>
        <p:nvSpPr>
          <p:cNvPr id="1392" name="03_assume_matched_6689">
            <a:extLst>
              <a:ext uri="{FF2B5EF4-FFF2-40B4-BE49-F238E27FC236}">
                <a16:creationId xmlns:a16="http://schemas.microsoft.com/office/drawing/2014/main" id="{3847A6D3-730A-404B-A0A1-8A4452B717F8}"/>
              </a:ext>
            </a:extLst>
          </p:cNvPr>
          <p:cNvSpPr>
            <a:spLocks noGrp="1"/>
          </p:cNvSpPr>
          <p:nvPr/>
        </p:nvSpPr>
        <p:spPr>
          <a:xfrm>
            <a:off x="1183922" y="4111850"/>
            <a:ext cx="28398" cy="28398"/>
          </a:xfrm>
          <a:prstGeom prst="ellipse">
            <a:avLst/>
          </a:prstGeom>
          <a:solidFill>
            <a:srgbClr val="7F8C97">
              <a:alpha val="48000"/>
            </a:srgbClr>
          </a:solidFill>
          <a:ln w="0">
            <a:noFill/>
            <a:prstDash val="solid"/>
          </a:ln>
        </p:spPr>
      </p:sp>
      <p:sp>
        <p:nvSpPr>
          <p:cNvPr id="1393" name="03_assume_matched_6690">
            <a:extLst>
              <a:ext uri="{FF2B5EF4-FFF2-40B4-BE49-F238E27FC236}">
                <a16:creationId xmlns:a16="http://schemas.microsoft.com/office/drawing/2014/main" id="{A1228731-2424-4DCA-A3E2-5A452E42067B}"/>
              </a:ext>
            </a:extLst>
          </p:cNvPr>
          <p:cNvSpPr>
            <a:spLocks noGrp="1"/>
          </p:cNvSpPr>
          <p:nvPr/>
        </p:nvSpPr>
        <p:spPr>
          <a:xfrm>
            <a:off x="1088654" y="4013106"/>
            <a:ext cx="28398" cy="28398"/>
          </a:xfrm>
          <a:prstGeom prst="ellipse">
            <a:avLst/>
          </a:prstGeom>
          <a:solidFill>
            <a:srgbClr val="7F8C97">
              <a:alpha val="48000"/>
            </a:srgbClr>
          </a:solidFill>
          <a:ln w="0">
            <a:noFill/>
            <a:prstDash val="solid"/>
          </a:ln>
        </p:spPr>
      </p:sp>
      <p:sp>
        <p:nvSpPr>
          <p:cNvPr id="1394" name="03_assume_matched_6691">
            <a:extLst>
              <a:ext uri="{FF2B5EF4-FFF2-40B4-BE49-F238E27FC236}">
                <a16:creationId xmlns:a16="http://schemas.microsoft.com/office/drawing/2014/main" id="{1099433D-E78B-4C77-A981-E857B3E798EA}"/>
              </a:ext>
            </a:extLst>
          </p:cNvPr>
          <p:cNvSpPr>
            <a:spLocks noGrp="1"/>
          </p:cNvSpPr>
          <p:nvPr/>
        </p:nvSpPr>
        <p:spPr>
          <a:xfrm>
            <a:off x="1119306" y="4278955"/>
            <a:ext cx="28398" cy="28398"/>
          </a:xfrm>
          <a:prstGeom prst="ellipse">
            <a:avLst/>
          </a:prstGeom>
          <a:solidFill>
            <a:srgbClr val="7F8C97">
              <a:alpha val="48000"/>
            </a:srgbClr>
          </a:solidFill>
          <a:ln w="0">
            <a:noFill/>
            <a:prstDash val="solid"/>
          </a:ln>
        </p:spPr>
      </p:sp>
      <p:sp>
        <p:nvSpPr>
          <p:cNvPr id="1395" name="03_assume_matched_6692">
            <a:extLst>
              <a:ext uri="{FF2B5EF4-FFF2-40B4-BE49-F238E27FC236}">
                <a16:creationId xmlns:a16="http://schemas.microsoft.com/office/drawing/2014/main" id="{0C056C96-3BF5-4740-9934-487EC26F4D60}"/>
              </a:ext>
            </a:extLst>
          </p:cNvPr>
          <p:cNvSpPr>
            <a:spLocks noGrp="1"/>
          </p:cNvSpPr>
          <p:nvPr/>
        </p:nvSpPr>
        <p:spPr>
          <a:xfrm>
            <a:off x="1088366" y="4132738"/>
            <a:ext cx="28398" cy="28398"/>
          </a:xfrm>
          <a:prstGeom prst="ellipse">
            <a:avLst/>
          </a:prstGeom>
          <a:solidFill>
            <a:srgbClr val="7F8C97">
              <a:alpha val="48000"/>
            </a:srgbClr>
          </a:solidFill>
          <a:ln w="0">
            <a:noFill/>
            <a:prstDash val="solid"/>
          </a:ln>
        </p:spPr>
      </p:sp>
      <p:sp>
        <p:nvSpPr>
          <p:cNvPr id="1396" name="03_assume_matched_6693">
            <a:extLst>
              <a:ext uri="{FF2B5EF4-FFF2-40B4-BE49-F238E27FC236}">
                <a16:creationId xmlns:a16="http://schemas.microsoft.com/office/drawing/2014/main" id="{B3A079D1-E29C-49CC-B8CA-BBB8CD6A751D}"/>
              </a:ext>
            </a:extLst>
          </p:cNvPr>
          <p:cNvSpPr>
            <a:spLocks noGrp="1"/>
          </p:cNvSpPr>
          <p:nvPr/>
        </p:nvSpPr>
        <p:spPr>
          <a:xfrm>
            <a:off x="1169675" y="3986521"/>
            <a:ext cx="28398" cy="28398"/>
          </a:xfrm>
          <a:prstGeom prst="ellipse">
            <a:avLst/>
          </a:prstGeom>
          <a:solidFill>
            <a:srgbClr val="7F8C97">
              <a:alpha val="48000"/>
            </a:srgbClr>
          </a:solidFill>
          <a:ln w="0">
            <a:noFill/>
            <a:prstDash val="solid"/>
          </a:ln>
        </p:spPr>
      </p:sp>
      <p:sp>
        <p:nvSpPr>
          <p:cNvPr id="1397" name="03_assume_matched_6694">
            <a:extLst>
              <a:ext uri="{FF2B5EF4-FFF2-40B4-BE49-F238E27FC236}">
                <a16:creationId xmlns:a16="http://schemas.microsoft.com/office/drawing/2014/main" id="{14767E36-D765-40C8-BDFF-EB7718352F4C}"/>
              </a:ext>
            </a:extLst>
          </p:cNvPr>
          <p:cNvSpPr>
            <a:spLocks noGrp="1"/>
          </p:cNvSpPr>
          <p:nvPr/>
        </p:nvSpPr>
        <p:spPr>
          <a:xfrm>
            <a:off x="1150966" y="4278955"/>
            <a:ext cx="28398" cy="28398"/>
          </a:xfrm>
          <a:prstGeom prst="ellipse">
            <a:avLst/>
          </a:prstGeom>
          <a:solidFill>
            <a:srgbClr val="7F8C97">
              <a:alpha val="48000"/>
            </a:srgbClr>
          </a:solidFill>
          <a:ln w="0">
            <a:noFill/>
            <a:prstDash val="solid"/>
          </a:ln>
        </p:spPr>
      </p:sp>
      <p:sp>
        <p:nvSpPr>
          <p:cNvPr id="1398" name="03_assume_matched_6695">
            <a:extLst>
              <a:ext uri="{FF2B5EF4-FFF2-40B4-BE49-F238E27FC236}">
                <a16:creationId xmlns:a16="http://schemas.microsoft.com/office/drawing/2014/main" id="{3B6ADC6E-7984-41C0-8E63-B80F21EE0856}"/>
              </a:ext>
            </a:extLst>
          </p:cNvPr>
          <p:cNvSpPr>
            <a:spLocks noGrp="1"/>
          </p:cNvSpPr>
          <p:nvPr/>
        </p:nvSpPr>
        <p:spPr>
          <a:xfrm>
            <a:off x="1135712" y="4278955"/>
            <a:ext cx="28398" cy="28398"/>
          </a:xfrm>
          <a:prstGeom prst="ellipse">
            <a:avLst/>
          </a:prstGeom>
          <a:solidFill>
            <a:srgbClr val="7F8C97">
              <a:alpha val="48000"/>
            </a:srgbClr>
          </a:solidFill>
          <a:ln w="0">
            <a:noFill/>
            <a:prstDash val="solid"/>
          </a:ln>
        </p:spPr>
      </p:sp>
      <p:sp>
        <p:nvSpPr>
          <p:cNvPr id="1399" name="03_assume_matched_6696">
            <a:extLst>
              <a:ext uri="{FF2B5EF4-FFF2-40B4-BE49-F238E27FC236}">
                <a16:creationId xmlns:a16="http://schemas.microsoft.com/office/drawing/2014/main" id="{2EA2F100-F417-4254-9B26-8B39BD08F2E0}"/>
              </a:ext>
            </a:extLst>
          </p:cNvPr>
          <p:cNvSpPr>
            <a:spLocks noGrp="1"/>
          </p:cNvSpPr>
          <p:nvPr/>
        </p:nvSpPr>
        <p:spPr>
          <a:xfrm>
            <a:off x="1121465" y="4278955"/>
            <a:ext cx="28398" cy="28398"/>
          </a:xfrm>
          <a:prstGeom prst="ellipse">
            <a:avLst/>
          </a:prstGeom>
          <a:solidFill>
            <a:srgbClr val="7F8C97">
              <a:alpha val="48000"/>
            </a:srgbClr>
          </a:solidFill>
          <a:ln w="0">
            <a:noFill/>
            <a:prstDash val="solid"/>
          </a:ln>
        </p:spPr>
      </p:sp>
      <p:sp>
        <p:nvSpPr>
          <p:cNvPr id="1400" name="03_assume_matched_6697">
            <a:extLst>
              <a:ext uri="{FF2B5EF4-FFF2-40B4-BE49-F238E27FC236}">
                <a16:creationId xmlns:a16="http://schemas.microsoft.com/office/drawing/2014/main" id="{9A5D7DBC-DA03-468E-9B8E-1BF19ACA21EB}"/>
              </a:ext>
            </a:extLst>
          </p:cNvPr>
          <p:cNvSpPr>
            <a:spLocks noGrp="1"/>
          </p:cNvSpPr>
          <p:nvPr/>
        </p:nvSpPr>
        <p:spPr>
          <a:xfrm>
            <a:off x="1137871" y="4278955"/>
            <a:ext cx="28398" cy="28398"/>
          </a:xfrm>
          <a:prstGeom prst="ellipse">
            <a:avLst/>
          </a:prstGeom>
          <a:solidFill>
            <a:srgbClr val="7F8C97">
              <a:alpha val="48000"/>
            </a:srgbClr>
          </a:solidFill>
          <a:ln w="0">
            <a:noFill/>
            <a:prstDash val="solid"/>
          </a:ln>
        </p:spPr>
      </p:sp>
      <p:sp>
        <p:nvSpPr>
          <p:cNvPr id="1401" name="03_assume_matched_6698">
            <a:extLst>
              <a:ext uri="{FF2B5EF4-FFF2-40B4-BE49-F238E27FC236}">
                <a16:creationId xmlns:a16="http://schemas.microsoft.com/office/drawing/2014/main" id="{14D38D99-70A7-45D3-9E99-28B1C8E3A2AE}"/>
              </a:ext>
            </a:extLst>
          </p:cNvPr>
          <p:cNvSpPr>
            <a:spLocks noGrp="1"/>
          </p:cNvSpPr>
          <p:nvPr/>
        </p:nvSpPr>
        <p:spPr>
          <a:xfrm>
            <a:off x="1223065" y="4132738"/>
            <a:ext cx="28398" cy="28398"/>
          </a:xfrm>
          <a:prstGeom prst="ellipse">
            <a:avLst/>
          </a:prstGeom>
          <a:solidFill>
            <a:srgbClr val="7F8C97">
              <a:alpha val="48000"/>
            </a:srgbClr>
          </a:solidFill>
          <a:ln w="0">
            <a:noFill/>
            <a:prstDash val="solid"/>
          </a:ln>
        </p:spPr>
      </p:sp>
      <p:sp>
        <p:nvSpPr>
          <p:cNvPr id="1402" name="03_assume_matched_6699">
            <a:extLst>
              <a:ext uri="{FF2B5EF4-FFF2-40B4-BE49-F238E27FC236}">
                <a16:creationId xmlns:a16="http://schemas.microsoft.com/office/drawing/2014/main" id="{5EAB2770-B032-4E1C-AB42-139A46B42A83}"/>
              </a:ext>
            </a:extLst>
          </p:cNvPr>
          <p:cNvSpPr>
            <a:spLocks noGrp="1"/>
          </p:cNvSpPr>
          <p:nvPr/>
        </p:nvSpPr>
        <p:spPr>
          <a:xfrm>
            <a:off x="1178021" y="4083999"/>
            <a:ext cx="28398" cy="28398"/>
          </a:xfrm>
          <a:prstGeom prst="ellipse">
            <a:avLst/>
          </a:prstGeom>
          <a:solidFill>
            <a:srgbClr val="7F8C97">
              <a:alpha val="48000"/>
            </a:srgbClr>
          </a:solidFill>
          <a:ln w="0">
            <a:noFill/>
            <a:prstDash val="solid"/>
          </a:ln>
        </p:spPr>
      </p:sp>
      <p:sp>
        <p:nvSpPr>
          <p:cNvPr id="1403" name="03_assume_matched_6700">
            <a:extLst>
              <a:ext uri="{FF2B5EF4-FFF2-40B4-BE49-F238E27FC236}">
                <a16:creationId xmlns:a16="http://schemas.microsoft.com/office/drawing/2014/main" id="{A1F5F558-3AD2-4342-9C13-9B468EA28F75}"/>
              </a:ext>
            </a:extLst>
          </p:cNvPr>
          <p:cNvSpPr>
            <a:spLocks noGrp="1"/>
          </p:cNvSpPr>
          <p:nvPr/>
        </p:nvSpPr>
        <p:spPr>
          <a:xfrm>
            <a:off x="1187807" y="4246462"/>
            <a:ext cx="28398" cy="28398"/>
          </a:xfrm>
          <a:prstGeom prst="ellipse">
            <a:avLst/>
          </a:prstGeom>
          <a:solidFill>
            <a:srgbClr val="7F8C97">
              <a:alpha val="48000"/>
            </a:srgbClr>
          </a:solidFill>
          <a:ln w="0">
            <a:noFill/>
            <a:prstDash val="solid"/>
          </a:ln>
        </p:spPr>
      </p:sp>
      <p:sp>
        <p:nvSpPr>
          <p:cNvPr id="1404" name="03_assume_matched_6701">
            <a:extLst>
              <a:ext uri="{FF2B5EF4-FFF2-40B4-BE49-F238E27FC236}">
                <a16:creationId xmlns:a16="http://schemas.microsoft.com/office/drawing/2014/main" id="{5EA9B8DD-3F1B-4FC6-B227-3E7B1E27D59C}"/>
              </a:ext>
            </a:extLst>
          </p:cNvPr>
          <p:cNvSpPr>
            <a:spLocks noGrp="1"/>
          </p:cNvSpPr>
          <p:nvPr/>
        </p:nvSpPr>
        <p:spPr>
          <a:xfrm>
            <a:off x="1124631" y="4181477"/>
            <a:ext cx="28398" cy="28398"/>
          </a:xfrm>
          <a:prstGeom prst="ellipse">
            <a:avLst/>
          </a:prstGeom>
          <a:solidFill>
            <a:srgbClr val="7F8C97">
              <a:alpha val="48000"/>
            </a:srgbClr>
          </a:solidFill>
          <a:ln w="0">
            <a:noFill/>
            <a:prstDash val="solid"/>
          </a:ln>
        </p:spPr>
      </p:sp>
      <p:sp>
        <p:nvSpPr>
          <p:cNvPr id="1405" name="03_assume_matched_6702">
            <a:extLst>
              <a:ext uri="{FF2B5EF4-FFF2-40B4-BE49-F238E27FC236}">
                <a16:creationId xmlns:a16="http://schemas.microsoft.com/office/drawing/2014/main" id="{CEA69F13-382B-49FA-B4D1-88DB470E39E9}"/>
              </a:ext>
            </a:extLst>
          </p:cNvPr>
          <p:cNvSpPr>
            <a:spLocks noGrp="1"/>
          </p:cNvSpPr>
          <p:nvPr/>
        </p:nvSpPr>
        <p:spPr>
          <a:xfrm>
            <a:off x="1215006" y="4278955"/>
            <a:ext cx="28398" cy="28398"/>
          </a:xfrm>
          <a:prstGeom prst="ellipse">
            <a:avLst/>
          </a:prstGeom>
          <a:solidFill>
            <a:srgbClr val="7F8C97">
              <a:alpha val="48000"/>
            </a:srgbClr>
          </a:solidFill>
          <a:ln w="0">
            <a:noFill/>
            <a:prstDash val="solid"/>
          </a:ln>
        </p:spPr>
      </p:sp>
      <p:sp>
        <p:nvSpPr>
          <p:cNvPr id="1406" name="03_assume_matched_6703">
            <a:extLst>
              <a:ext uri="{FF2B5EF4-FFF2-40B4-BE49-F238E27FC236}">
                <a16:creationId xmlns:a16="http://schemas.microsoft.com/office/drawing/2014/main" id="{633258F4-2037-4D23-8A54-89F1BEC87997}"/>
              </a:ext>
            </a:extLst>
          </p:cNvPr>
          <p:cNvSpPr>
            <a:spLocks noGrp="1"/>
          </p:cNvSpPr>
          <p:nvPr/>
        </p:nvSpPr>
        <p:spPr>
          <a:xfrm>
            <a:off x="1188095" y="4119445"/>
            <a:ext cx="28398" cy="28398"/>
          </a:xfrm>
          <a:prstGeom prst="ellipse">
            <a:avLst/>
          </a:prstGeom>
          <a:solidFill>
            <a:srgbClr val="7F8C97">
              <a:alpha val="48000"/>
            </a:srgbClr>
          </a:solidFill>
          <a:ln w="0">
            <a:noFill/>
            <a:prstDash val="solid"/>
          </a:ln>
        </p:spPr>
      </p:sp>
      <p:sp>
        <p:nvSpPr>
          <p:cNvPr id="1407" name="03_assume_matched_6704">
            <a:extLst>
              <a:ext uri="{FF2B5EF4-FFF2-40B4-BE49-F238E27FC236}">
                <a16:creationId xmlns:a16="http://schemas.microsoft.com/office/drawing/2014/main" id="{9DF6733B-CA72-43DA-9355-9AD304E023A9}"/>
              </a:ext>
            </a:extLst>
          </p:cNvPr>
          <p:cNvSpPr>
            <a:spLocks noGrp="1"/>
          </p:cNvSpPr>
          <p:nvPr/>
        </p:nvSpPr>
        <p:spPr>
          <a:xfrm>
            <a:off x="1105923" y="4278955"/>
            <a:ext cx="28398" cy="28398"/>
          </a:xfrm>
          <a:prstGeom prst="ellipse">
            <a:avLst/>
          </a:prstGeom>
          <a:solidFill>
            <a:srgbClr val="7F8C97">
              <a:alpha val="48000"/>
            </a:srgbClr>
          </a:solidFill>
          <a:ln w="0">
            <a:noFill/>
            <a:prstDash val="solid"/>
          </a:ln>
        </p:spPr>
      </p:sp>
      <p:sp>
        <p:nvSpPr>
          <p:cNvPr id="1408" name="03_assume_matched_6705">
            <a:extLst>
              <a:ext uri="{FF2B5EF4-FFF2-40B4-BE49-F238E27FC236}">
                <a16:creationId xmlns:a16="http://schemas.microsoft.com/office/drawing/2014/main" id="{05D57CCA-B8E5-43EB-B149-B28940504BD5}"/>
              </a:ext>
            </a:extLst>
          </p:cNvPr>
          <p:cNvSpPr>
            <a:spLocks noGrp="1"/>
          </p:cNvSpPr>
          <p:nvPr/>
        </p:nvSpPr>
        <p:spPr>
          <a:xfrm>
            <a:off x="1113262" y="4045007"/>
            <a:ext cx="28398" cy="28398"/>
          </a:xfrm>
          <a:prstGeom prst="ellipse">
            <a:avLst/>
          </a:prstGeom>
          <a:solidFill>
            <a:srgbClr val="7F8C97">
              <a:alpha val="48000"/>
            </a:srgbClr>
          </a:solidFill>
          <a:ln w="0">
            <a:noFill/>
            <a:prstDash val="solid"/>
          </a:ln>
        </p:spPr>
      </p:sp>
      <p:sp>
        <p:nvSpPr>
          <p:cNvPr id="1409" name="03_assume_matched_6706">
            <a:extLst>
              <a:ext uri="{FF2B5EF4-FFF2-40B4-BE49-F238E27FC236}">
                <a16:creationId xmlns:a16="http://schemas.microsoft.com/office/drawing/2014/main" id="{6814E3C9-C78E-4C85-B30B-DC52091D65BA}"/>
              </a:ext>
            </a:extLst>
          </p:cNvPr>
          <p:cNvSpPr>
            <a:spLocks noGrp="1"/>
          </p:cNvSpPr>
          <p:nvPr/>
        </p:nvSpPr>
        <p:spPr>
          <a:xfrm>
            <a:off x="1124487" y="4132738"/>
            <a:ext cx="28398" cy="28398"/>
          </a:xfrm>
          <a:prstGeom prst="ellipse">
            <a:avLst/>
          </a:prstGeom>
          <a:solidFill>
            <a:srgbClr val="7F8C97">
              <a:alpha val="48000"/>
            </a:srgbClr>
          </a:solidFill>
          <a:ln w="0">
            <a:noFill/>
            <a:prstDash val="solid"/>
          </a:ln>
        </p:spPr>
      </p:sp>
      <p:sp>
        <p:nvSpPr>
          <p:cNvPr id="1410" name="03_assume_matched_6707">
            <a:extLst>
              <a:ext uri="{FF2B5EF4-FFF2-40B4-BE49-F238E27FC236}">
                <a16:creationId xmlns:a16="http://schemas.microsoft.com/office/drawing/2014/main" id="{5B361C01-88EA-43E3-AB0D-E3C1264B4BAC}"/>
              </a:ext>
            </a:extLst>
          </p:cNvPr>
          <p:cNvSpPr>
            <a:spLocks noGrp="1"/>
          </p:cNvSpPr>
          <p:nvPr/>
        </p:nvSpPr>
        <p:spPr>
          <a:xfrm>
            <a:off x="1213855" y="4278955"/>
            <a:ext cx="28398" cy="28398"/>
          </a:xfrm>
          <a:prstGeom prst="ellipse">
            <a:avLst/>
          </a:prstGeom>
          <a:solidFill>
            <a:srgbClr val="7F8C97">
              <a:alpha val="48000"/>
            </a:srgbClr>
          </a:solidFill>
          <a:ln w="0">
            <a:noFill/>
            <a:prstDash val="solid"/>
          </a:ln>
        </p:spPr>
      </p:sp>
      <p:sp>
        <p:nvSpPr>
          <p:cNvPr id="1411" name="03_assume_matched_6708">
            <a:extLst>
              <a:ext uri="{FF2B5EF4-FFF2-40B4-BE49-F238E27FC236}">
                <a16:creationId xmlns:a16="http://schemas.microsoft.com/office/drawing/2014/main" id="{4B7AE1FF-FDCC-4C31-88B7-13A7BB1C22E4}"/>
              </a:ext>
            </a:extLst>
          </p:cNvPr>
          <p:cNvSpPr>
            <a:spLocks noGrp="1"/>
          </p:cNvSpPr>
          <p:nvPr/>
        </p:nvSpPr>
        <p:spPr>
          <a:xfrm>
            <a:off x="1126790" y="3986521"/>
            <a:ext cx="28398" cy="28398"/>
          </a:xfrm>
          <a:prstGeom prst="ellipse">
            <a:avLst/>
          </a:prstGeom>
          <a:solidFill>
            <a:srgbClr val="7F8C97">
              <a:alpha val="48000"/>
            </a:srgbClr>
          </a:solidFill>
          <a:ln w="0">
            <a:noFill/>
            <a:prstDash val="solid"/>
          </a:ln>
        </p:spPr>
      </p:sp>
      <p:sp>
        <p:nvSpPr>
          <p:cNvPr id="1412" name="03_assume_matched_6709">
            <a:extLst>
              <a:ext uri="{FF2B5EF4-FFF2-40B4-BE49-F238E27FC236}">
                <a16:creationId xmlns:a16="http://schemas.microsoft.com/office/drawing/2014/main" id="{629994AC-079A-460C-8AE3-3F9B51A17E13}"/>
              </a:ext>
            </a:extLst>
          </p:cNvPr>
          <p:cNvSpPr>
            <a:spLocks noGrp="1"/>
          </p:cNvSpPr>
          <p:nvPr/>
        </p:nvSpPr>
        <p:spPr>
          <a:xfrm>
            <a:off x="1205796" y="4148984"/>
            <a:ext cx="28398" cy="28398"/>
          </a:xfrm>
          <a:prstGeom prst="ellipse">
            <a:avLst/>
          </a:prstGeom>
          <a:solidFill>
            <a:srgbClr val="7F8C97">
              <a:alpha val="48000"/>
            </a:srgbClr>
          </a:solidFill>
          <a:ln w="0">
            <a:noFill/>
            <a:prstDash val="solid"/>
          </a:ln>
        </p:spPr>
      </p:sp>
      <p:sp>
        <p:nvSpPr>
          <p:cNvPr id="1413" name="03_assume_matched_6710">
            <a:extLst>
              <a:ext uri="{FF2B5EF4-FFF2-40B4-BE49-F238E27FC236}">
                <a16:creationId xmlns:a16="http://schemas.microsoft.com/office/drawing/2014/main" id="{7D715B4F-C57F-4B10-B520-2389C585C04C}"/>
              </a:ext>
            </a:extLst>
          </p:cNvPr>
          <p:cNvSpPr>
            <a:spLocks noGrp="1"/>
          </p:cNvSpPr>
          <p:nvPr/>
        </p:nvSpPr>
        <p:spPr>
          <a:xfrm>
            <a:off x="1206947" y="3986521"/>
            <a:ext cx="28398" cy="28398"/>
          </a:xfrm>
          <a:prstGeom prst="ellipse">
            <a:avLst/>
          </a:prstGeom>
          <a:solidFill>
            <a:srgbClr val="7F8C97">
              <a:alpha val="48000"/>
            </a:srgbClr>
          </a:solidFill>
          <a:ln w="0">
            <a:noFill/>
            <a:prstDash val="solid"/>
          </a:ln>
        </p:spPr>
      </p:sp>
      <p:sp>
        <p:nvSpPr>
          <p:cNvPr id="1414" name="03_assume_matched_6711">
            <a:extLst>
              <a:ext uri="{FF2B5EF4-FFF2-40B4-BE49-F238E27FC236}">
                <a16:creationId xmlns:a16="http://schemas.microsoft.com/office/drawing/2014/main" id="{8D312E15-CFFB-4713-A54E-818ABB62E7B7}"/>
              </a:ext>
            </a:extLst>
          </p:cNvPr>
          <p:cNvSpPr>
            <a:spLocks noGrp="1"/>
          </p:cNvSpPr>
          <p:nvPr/>
        </p:nvSpPr>
        <p:spPr>
          <a:xfrm>
            <a:off x="1210689" y="4278955"/>
            <a:ext cx="28398" cy="28398"/>
          </a:xfrm>
          <a:prstGeom prst="ellipse">
            <a:avLst/>
          </a:prstGeom>
          <a:solidFill>
            <a:srgbClr val="7F8C97">
              <a:alpha val="48000"/>
            </a:srgbClr>
          </a:solidFill>
          <a:ln w="0">
            <a:noFill/>
            <a:prstDash val="solid"/>
          </a:ln>
        </p:spPr>
      </p:sp>
      <p:sp>
        <p:nvSpPr>
          <p:cNvPr id="1415" name="03_assume_matched_6712">
            <a:extLst>
              <a:ext uri="{FF2B5EF4-FFF2-40B4-BE49-F238E27FC236}">
                <a16:creationId xmlns:a16="http://schemas.microsoft.com/office/drawing/2014/main" id="{6729F85A-DF47-455E-93CC-80213228A8B0}"/>
              </a:ext>
            </a:extLst>
          </p:cNvPr>
          <p:cNvSpPr>
            <a:spLocks noGrp="1"/>
          </p:cNvSpPr>
          <p:nvPr/>
        </p:nvSpPr>
        <p:spPr>
          <a:xfrm>
            <a:off x="1127941" y="4083999"/>
            <a:ext cx="28398" cy="28398"/>
          </a:xfrm>
          <a:prstGeom prst="ellipse">
            <a:avLst/>
          </a:prstGeom>
          <a:solidFill>
            <a:srgbClr val="7F8C97">
              <a:alpha val="48000"/>
            </a:srgbClr>
          </a:solidFill>
          <a:ln w="0">
            <a:noFill/>
            <a:prstDash val="solid"/>
          </a:ln>
        </p:spPr>
      </p:sp>
      <p:sp>
        <p:nvSpPr>
          <p:cNvPr id="1416" name="03_assume_matched_6713">
            <a:extLst>
              <a:ext uri="{FF2B5EF4-FFF2-40B4-BE49-F238E27FC236}">
                <a16:creationId xmlns:a16="http://schemas.microsoft.com/office/drawing/2014/main" id="{47D95C2B-5581-4078-9637-02D3BDB2CC80}"/>
              </a:ext>
            </a:extLst>
          </p:cNvPr>
          <p:cNvSpPr>
            <a:spLocks noGrp="1"/>
          </p:cNvSpPr>
          <p:nvPr/>
        </p:nvSpPr>
        <p:spPr>
          <a:xfrm>
            <a:off x="1106211" y="4278955"/>
            <a:ext cx="28398" cy="28398"/>
          </a:xfrm>
          <a:prstGeom prst="ellipse">
            <a:avLst/>
          </a:prstGeom>
          <a:solidFill>
            <a:srgbClr val="7F8C97">
              <a:alpha val="48000"/>
            </a:srgbClr>
          </a:solidFill>
          <a:ln w="0">
            <a:noFill/>
            <a:prstDash val="solid"/>
          </a:ln>
        </p:spPr>
      </p:sp>
      <p:sp>
        <p:nvSpPr>
          <p:cNvPr id="1417" name="03_assume_matched_6714">
            <a:extLst>
              <a:ext uri="{FF2B5EF4-FFF2-40B4-BE49-F238E27FC236}">
                <a16:creationId xmlns:a16="http://schemas.microsoft.com/office/drawing/2014/main" id="{F16917D5-A78E-4457-BFE9-0D4D2DDDE875}"/>
              </a:ext>
            </a:extLst>
          </p:cNvPr>
          <p:cNvSpPr>
            <a:spLocks noGrp="1"/>
          </p:cNvSpPr>
          <p:nvPr/>
        </p:nvSpPr>
        <p:spPr>
          <a:xfrm>
            <a:off x="1189966" y="4278955"/>
            <a:ext cx="28398" cy="28398"/>
          </a:xfrm>
          <a:prstGeom prst="ellipse">
            <a:avLst/>
          </a:prstGeom>
          <a:solidFill>
            <a:srgbClr val="7F8C97">
              <a:alpha val="48000"/>
            </a:srgbClr>
          </a:solidFill>
          <a:ln w="0">
            <a:noFill/>
            <a:prstDash val="solid"/>
          </a:ln>
        </p:spPr>
      </p:sp>
      <p:sp>
        <p:nvSpPr>
          <p:cNvPr id="1418" name="03_assume_matched_6715">
            <a:extLst>
              <a:ext uri="{FF2B5EF4-FFF2-40B4-BE49-F238E27FC236}">
                <a16:creationId xmlns:a16="http://schemas.microsoft.com/office/drawing/2014/main" id="{FE0F1D36-963F-46A4-BA2D-EBD0467BF97B}"/>
              </a:ext>
            </a:extLst>
          </p:cNvPr>
          <p:cNvSpPr>
            <a:spLocks noGrp="1"/>
          </p:cNvSpPr>
          <p:nvPr/>
        </p:nvSpPr>
        <p:spPr>
          <a:xfrm>
            <a:off x="1099447" y="4278955"/>
            <a:ext cx="28398" cy="28398"/>
          </a:xfrm>
          <a:prstGeom prst="ellipse">
            <a:avLst/>
          </a:prstGeom>
          <a:solidFill>
            <a:srgbClr val="7F8C97">
              <a:alpha val="48000"/>
            </a:srgbClr>
          </a:solidFill>
          <a:ln w="0">
            <a:noFill/>
            <a:prstDash val="solid"/>
          </a:ln>
        </p:spPr>
      </p:sp>
      <p:sp>
        <p:nvSpPr>
          <p:cNvPr id="1419" name="03_assume_matched_6716">
            <a:extLst>
              <a:ext uri="{FF2B5EF4-FFF2-40B4-BE49-F238E27FC236}">
                <a16:creationId xmlns:a16="http://schemas.microsoft.com/office/drawing/2014/main" id="{F705FA25-C631-4499-94A8-3C7CBE84D8DF}"/>
              </a:ext>
            </a:extLst>
          </p:cNvPr>
          <p:cNvSpPr>
            <a:spLocks noGrp="1"/>
          </p:cNvSpPr>
          <p:nvPr/>
        </p:nvSpPr>
        <p:spPr>
          <a:xfrm>
            <a:off x="1193563" y="4045007"/>
            <a:ext cx="28398" cy="28398"/>
          </a:xfrm>
          <a:prstGeom prst="ellipse">
            <a:avLst/>
          </a:prstGeom>
          <a:solidFill>
            <a:srgbClr val="7F8C97">
              <a:alpha val="48000"/>
            </a:srgbClr>
          </a:solidFill>
          <a:ln w="0">
            <a:noFill/>
            <a:prstDash val="solid"/>
          </a:ln>
        </p:spPr>
      </p:sp>
      <p:sp>
        <p:nvSpPr>
          <p:cNvPr id="1420" name="03_assume_matched_6717">
            <a:extLst>
              <a:ext uri="{FF2B5EF4-FFF2-40B4-BE49-F238E27FC236}">
                <a16:creationId xmlns:a16="http://schemas.microsoft.com/office/drawing/2014/main" id="{F621BFE5-A73A-4B51-8D39-C3BECEA34870}"/>
              </a:ext>
            </a:extLst>
          </p:cNvPr>
          <p:cNvSpPr>
            <a:spLocks noGrp="1"/>
          </p:cNvSpPr>
          <p:nvPr/>
        </p:nvSpPr>
        <p:spPr>
          <a:xfrm>
            <a:off x="1100742" y="4278955"/>
            <a:ext cx="28398" cy="28398"/>
          </a:xfrm>
          <a:prstGeom prst="ellipse">
            <a:avLst/>
          </a:prstGeom>
          <a:solidFill>
            <a:srgbClr val="7F8C97">
              <a:alpha val="48000"/>
            </a:srgbClr>
          </a:solidFill>
          <a:ln w="0">
            <a:noFill/>
            <a:prstDash val="solid"/>
          </a:ln>
        </p:spPr>
      </p:sp>
      <p:sp>
        <p:nvSpPr>
          <p:cNvPr id="1421" name="03_assume_matched_6718">
            <a:extLst>
              <a:ext uri="{FF2B5EF4-FFF2-40B4-BE49-F238E27FC236}">
                <a16:creationId xmlns:a16="http://schemas.microsoft.com/office/drawing/2014/main" id="{60922048-4A2C-4152-950E-9FE81DA242BE}"/>
              </a:ext>
            </a:extLst>
          </p:cNvPr>
          <p:cNvSpPr>
            <a:spLocks noGrp="1"/>
          </p:cNvSpPr>
          <p:nvPr/>
        </p:nvSpPr>
        <p:spPr>
          <a:xfrm>
            <a:off x="1221194" y="4278955"/>
            <a:ext cx="28398" cy="28398"/>
          </a:xfrm>
          <a:prstGeom prst="ellipse">
            <a:avLst/>
          </a:prstGeom>
          <a:solidFill>
            <a:srgbClr val="7F8C97">
              <a:alpha val="48000"/>
            </a:srgbClr>
          </a:solidFill>
          <a:ln w="0">
            <a:noFill/>
            <a:prstDash val="solid"/>
          </a:ln>
        </p:spPr>
      </p:sp>
      <p:sp>
        <p:nvSpPr>
          <p:cNvPr id="1422" name="03_assume_matched_6719">
            <a:extLst>
              <a:ext uri="{FF2B5EF4-FFF2-40B4-BE49-F238E27FC236}">
                <a16:creationId xmlns:a16="http://schemas.microsoft.com/office/drawing/2014/main" id="{01BC64CA-5F07-42FF-A841-6353FA3DE04C}"/>
              </a:ext>
            </a:extLst>
          </p:cNvPr>
          <p:cNvSpPr>
            <a:spLocks noGrp="1"/>
          </p:cNvSpPr>
          <p:nvPr/>
        </p:nvSpPr>
        <p:spPr>
          <a:xfrm>
            <a:off x="1199176" y="4278955"/>
            <a:ext cx="28398" cy="28398"/>
          </a:xfrm>
          <a:prstGeom prst="ellipse">
            <a:avLst/>
          </a:prstGeom>
          <a:solidFill>
            <a:srgbClr val="7F8C97">
              <a:alpha val="48000"/>
            </a:srgbClr>
          </a:solidFill>
          <a:ln w="0">
            <a:noFill/>
            <a:prstDash val="solid"/>
          </a:ln>
        </p:spPr>
      </p:sp>
      <p:sp>
        <p:nvSpPr>
          <p:cNvPr id="1423" name="03_assume_matched_6720">
            <a:extLst>
              <a:ext uri="{FF2B5EF4-FFF2-40B4-BE49-F238E27FC236}">
                <a16:creationId xmlns:a16="http://schemas.microsoft.com/office/drawing/2014/main" id="{A1307913-D40C-40C0-AB9A-96D84D2D6156}"/>
              </a:ext>
            </a:extLst>
          </p:cNvPr>
          <p:cNvSpPr>
            <a:spLocks noGrp="1"/>
          </p:cNvSpPr>
          <p:nvPr/>
        </p:nvSpPr>
        <p:spPr>
          <a:xfrm>
            <a:off x="1147081" y="4278955"/>
            <a:ext cx="28398" cy="28398"/>
          </a:xfrm>
          <a:prstGeom prst="ellipse">
            <a:avLst/>
          </a:prstGeom>
          <a:solidFill>
            <a:srgbClr val="7F8C97">
              <a:alpha val="48000"/>
            </a:srgbClr>
          </a:solidFill>
          <a:ln w="0">
            <a:noFill/>
            <a:prstDash val="solid"/>
          </a:ln>
        </p:spPr>
      </p:sp>
      <p:sp>
        <p:nvSpPr>
          <p:cNvPr id="1424" name="03_assume_matched_6721">
            <a:extLst>
              <a:ext uri="{FF2B5EF4-FFF2-40B4-BE49-F238E27FC236}">
                <a16:creationId xmlns:a16="http://schemas.microsoft.com/office/drawing/2014/main" id="{A5ADCB3B-B6FA-4D0F-8A30-36172A293C5A}"/>
              </a:ext>
            </a:extLst>
          </p:cNvPr>
          <p:cNvSpPr>
            <a:spLocks noGrp="1"/>
          </p:cNvSpPr>
          <p:nvPr/>
        </p:nvSpPr>
        <p:spPr>
          <a:xfrm>
            <a:off x="1122760" y="4278955"/>
            <a:ext cx="28398" cy="28398"/>
          </a:xfrm>
          <a:prstGeom prst="ellipse">
            <a:avLst/>
          </a:prstGeom>
          <a:solidFill>
            <a:srgbClr val="7F8C97">
              <a:alpha val="48000"/>
            </a:srgbClr>
          </a:solidFill>
          <a:ln w="0">
            <a:noFill/>
            <a:prstDash val="solid"/>
          </a:ln>
        </p:spPr>
      </p:sp>
      <p:sp>
        <p:nvSpPr>
          <p:cNvPr id="1425" name="03_assume_matched_6722">
            <a:extLst>
              <a:ext uri="{FF2B5EF4-FFF2-40B4-BE49-F238E27FC236}">
                <a16:creationId xmlns:a16="http://schemas.microsoft.com/office/drawing/2014/main" id="{61678BA0-B995-4E93-826C-AA6A80534837}"/>
              </a:ext>
            </a:extLst>
          </p:cNvPr>
          <p:cNvSpPr>
            <a:spLocks noGrp="1"/>
          </p:cNvSpPr>
          <p:nvPr/>
        </p:nvSpPr>
        <p:spPr>
          <a:xfrm>
            <a:off x="1225223" y="4278955"/>
            <a:ext cx="28398" cy="28398"/>
          </a:xfrm>
          <a:prstGeom prst="ellipse">
            <a:avLst/>
          </a:prstGeom>
          <a:solidFill>
            <a:srgbClr val="7F8C97">
              <a:alpha val="48000"/>
            </a:srgbClr>
          </a:solidFill>
          <a:ln w="0">
            <a:noFill/>
            <a:prstDash val="solid"/>
          </a:ln>
        </p:spPr>
      </p:sp>
      <p:sp>
        <p:nvSpPr>
          <p:cNvPr id="1426" name="03_assume_matched_6723">
            <a:extLst>
              <a:ext uri="{FF2B5EF4-FFF2-40B4-BE49-F238E27FC236}">
                <a16:creationId xmlns:a16="http://schemas.microsoft.com/office/drawing/2014/main" id="{7FBB9CF2-2BFA-4F3F-B190-E14A64B6EA8A}"/>
              </a:ext>
            </a:extLst>
          </p:cNvPr>
          <p:cNvSpPr>
            <a:spLocks noGrp="1"/>
          </p:cNvSpPr>
          <p:nvPr/>
        </p:nvSpPr>
        <p:spPr>
          <a:xfrm>
            <a:off x="1172985" y="4278955"/>
            <a:ext cx="28398" cy="28398"/>
          </a:xfrm>
          <a:prstGeom prst="ellipse">
            <a:avLst/>
          </a:prstGeom>
          <a:solidFill>
            <a:srgbClr val="7F8C97">
              <a:alpha val="48000"/>
            </a:srgbClr>
          </a:solidFill>
          <a:ln w="0">
            <a:noFill/>
            <a:prstDash val="solid"/>
          </a:ln>
        </p:spPr>
      </p:sp>
      <p:sp>
        <p:nvSpPr>
          <p:cNvPr id="1427" name="03_assume_matched_6724">
            <a:extLst>
              <a:ext uri="{FF2B5EF4-FFF2-40B4-BE49-F238E27FC236}">
                <a16:creationId xmlns:a16="http://schemas.microsoft.com/office/drawing/2014/main" id="{FED2A892-BEC7-4744-B618-C9F88B8B3810}"/>
              </a:ext>
            </a:extLst>
          </p:cNvPr>
          <p:cNvSpPr>
            <a:spLocks noGrp="1"/>
          </p:cNvSpPr>
          <p:nvPr/>
        </p:nvSpPr>
        <p:spPr>
          <a:xfrm>
            <a:off x="1205796" y="4278955"/>
            <a:ext cx="28398" cy="28398"/>
          </a:xfrm>
          <a:prstGeom prst="ellipse">
            <a:avLst/>
          </a:prstGeom>
          <a:solidFill>
            <a:srgbClr val="7F8C97">
              <a:alpha val="48000"/>
            </a:srgbClr>
          </a:solidFill>
          <a:ln w="0">
            <a:noFill/>
            <a:prstDash val="solid"/>
          </a:ln>
        </p:spPr>
      </p:sp>
      <p:sp>
        <p:nvSpPr>
          <p:cNvPr id="1428" name="03_assume_matched_6725">
            <a:extLst>
              <a:ext uri="{FF2B5EF4-FFF2-40B4-BE49-F238E27FC236}">
                <a16:creationId xmlns:a16="http://schemas.microsoft.com/office/drawing/2014/main" id="{768908F4-9A0A-4DA5-B6AE-61EB6351A130}"/>
              </a:ext>
            </a:extLst>
          </p:cNvPr>
          <p:cNvSpPr>
            <a:spLocks noGrp="1"/>
          </p:cNvSpPr>
          <p:nvPr/>
        </p:nvSpPr>
        <p:spPr>
          <a:xfrm>
            <a:off x="1104916" y="4278955"/>
            <a:ext cx="28398" cy="28398"/>
          </a:xfrm>
          <a:prstGeom prst="ellipse">
            <a:avLst/>
          </a:prstGeom>
          <a:solidFill>
            <a:srgbClr val="7F8C97">
              <a:alpha val="48000"/>
            </a:srgbClr>
          </a:solidFill>
          <a:ln w="0">
            <a:noFill/>
            <a:prstDash val="solid"/>
          </a:ln>
        </p:spPr>
      </p:sp>
      <p:sp>
        <p:nvSpPr>
          <p:cNvPr id="1429" name="03_assume_matched_6726">
            <a:extLst>
              <a:ext uri="{FF2B5EF4-FFF2-40B4-BE49-F238E27FC236}">
                <a16:creationId xmlns:a16="http://schemas.microsoft.com/office/drawing/2014/main" id="{28DB7204-1F8C-4BE9-914A-84E99B35667B}"/>
              </a:ext>
            </a:extLst>
          </p:cNvPr>
          <p:cNvSpPr>
            <a:spLocks noGrp="1"/>
          </p:cNvSpPr>
          <p:nvPr/>
        </p:nvSpPr>
        <p:spPr>
          <a:xfrm>
            <a:off x="1196873" y="3986521"/>
            <a:ext cx="28398" cy="28398"/>
          </a:xfrm>
          <a:prstGeom prst="ellipse">
            <a:avLst/>
          </a:prstGeom>
          <a:solidFill>
            <a:srgbClr val="7F8C97">
              <a:alpha val="48000"/>
            </a:srgbClr>
          </a:solidFill>
          <a:ln w="0">
            <a:noFill/>
            <a:prstDash val="solid"/>
          </a:ln>
        </p:spPr>
      </p:sp>
      <p:sp>
        <p:nvSpPr>
          <p:cNvPr id="1430" name="03_assume_matched_6727">
            <a:extLst>
              <a:ext uri="{FF2B5EF4-FFF2-40B4-BE49-F238E27FC236}">
                <a16:creationId xmlns:a16="http://schemas.microsoft.com/office/drawing/2014/main" id="{34B7495A-68DE-48DB-A008-C81AF4C4075F}"/>
              </a:ext>
            </a:extLst>
          </p:cNvPr>
          <p:cNvSpPr>
            <a:spLocks noGrp="1"/>
          </p:cNvSpPr>
          <p:nvPr/>
        </p:nvSpPr>
        <p:spPr>
          <a:xfrm>
            <a:off x="1176007" y="4181477"/>
            <a:ext cx="28398" cy="28398"/>
          </a:xfrm>
          <a:prstGeom prst="ellipse">
            <a:avLst/>
          </a:prstGeom>
          <a:solidFill>
            <a:srgbClr val="7F8C97">
              <a:alpha val="48000"/>
            </a:srgbClr>
          </a:solidFill>
          <a:ln w="0">
            <a:noFill/>
            <a:prstDash val="solid"/>
          </a:ln>
        </p:spPr>
      </p:sp>
      <p:sp>
        <p:nvSpPr>
          <p:cNvPr id="1431" name="03_assume_matched_6728">
            <a:extLst>
              <a:ext uri="{FF2B5EF4-FFF2-40B4-BE49-F238E27FC236}">
                <a16:creationId xmlns:a16="http://schemas.microsoft.com/office/drawing/2014/main" id="{EE2C0340-5AED-469A-8B8E-A1D36493E31A}"/>
              </a:ext>
            </a:extLst>
          </p:cNvPr>
          <p:cNvSpPr>
            <a:spLocks noGrp="1"/>
          </p:cNvSpPr>
          <p:nvPr/>
        </p:nvSpPr>
        <p:spPr>
          <a:xfrm>
            <a:off x="1084624" y="3986521"/>
            <a:ext cx="28398" cy="28398"/>
          </a:xfrm>
          <a:prstGeom prst="ellipse">
            <a:avLst/>
          </a:prstGeom>
          <a:solidFill>
            <a:srgbClr val="7F8C97">
              <a:alpha val="48000"/>
            </a:srgbClr>
          </a:solidFill>
          <a:ln w="0">
            <a:noFill/>
            <a:prstDash val="solid"/>
          </a:ln>
        </p:spPr>
      </p:sp>
      <p:sp>
        <p:nvSpPr>
          <p:cNvPr id="1432" name="03_assume_matched_6729">
            <a:extLst>
              <a:ext uri="{FF2B5EF4-FFF2-40B4-BE49-F238E27FC236}">
                <a16:creationId xmlns:a16="http://schemas.microsoft.com/office/drawing/2014/main" id="{8C974236-8B01-4F92-802E-34B776BB6F8D}"/>
              </a:ext>
            </a:extLst>
          </p:cNvPr>
          <p:cNvSpPr>
            <a:spLocks noGrp="1"/>
          </p:cNvSpPr>
          <p:nvPr/>
        </p:nvSpPr>
        <p:spPr>
          <a:xfrm>
            <a:off x="1143915" y="4278955"/>
            <a:ext cx="28398" cy="28398"/>
          </a:xfrm>
          <a:prstGeom prst="ellipse">
            <a:avLst/>
          </a:prstGeom>
          <a:solidFill>
            <a:srgbClr val="7F8C97">
              <a:alpha val="48000"/>
            </a:srgbClr>
          </a:solidFill>
          <a:ln w="0">
            <a:noFill/>
            <a:prstDash val="solid"/>
          </a:ln>
        </p:spPr>
      </p:sp>
      <p:sp>
        <p:nvSpPr>
          <p:cNvPr id="1433" name="03_assume_matched_6730">
            <a:extLst>
              <a:ext uri="{FF2B5EF4-FFF2-40B4-BE49-F238E27FC236}">
                <a16:creationId xmlns:a16="http://schemas.microsoft.com/office/drawing/2014/main" id="{5978E280-BDC5-495E-9FDB-79D98306001F}"/>
              </a:ext>
            </a:extLst>
          </p:cNvPr>
          <p:cNvSpPr>
            <a:spLocks noGrp="1"/>
          </p:cNvSpPr>
          <p:nvPr/>
        </p:nvSpPr>
        <p:spPr>
          <a:xfrm>
            <a:off x="1126070" y="4278955"/>
            <a:ext cx="28398" cy="28398"/>
          </a:xfrm>
          <a:prstGeom prst="ellipse">
            <a:avLst/>
          </a:prstGeom>
          <a:solidFill>
            <a:srgbClr val="7F8C97">
              <a:alpha val="48000"/>
            </a:srgbClr>
          </a:solidFill>
          <a:ln w="0">
            <a:noFill/>
            <a:prstDash val="solid"/>
          </a:ln>
        </p:spPr>
      </p:sp>
      <p:sp>
        <p:nvSpPr>
          <p:cNvPr id="1434" name="03_assume_matched_6731">
            <a:extLst>
              <a:ext uri="{FF2B5EF4-FFF2-40B4-BE49-F238E27FC236}">
                <a16:creationId xmlns:a16="http://schemas.microsoft.com/office/drawing/2014/main" id="{A9905BE0-E8A5-4D77-932A-7BBDBB736C59}"/>
              </a:ext>
            </a:extLst>
          </p:cNvPr>
          <p:cNvSpPr>
            <a:spLocks noGrp="1"/>
          </p:cNvSpPr>
          <p:nvPr/>
        </p:nvSpPr>
        <p:spPr>
          <a:xfrm>
            <a:off x="1158306" y="3986521"/>
            <a:ext cx="28398" cy="28398"/>
          </a:xfrm>
          <a:prstGeom prst="ellipse">
            <a:avLst/>
          </a:prstGeom>
          <a:solidFill>
            <a:srgbClr val="7F8C97">
              <a:alpha val="48000"/>
            </a:srgbClr>
          </a:solidFill>
          <a:ln w="0">
            <a:noFill/>
            <a:prstDash val="solid"/>
          </a:ln>
        </p:spPr>
      </p:sp>
      <p:sp>
        <p:nvSpPr>
          <p:cNvPr id="1435" name="03_assume_matched_6732">
            <a:extLst>
              <a:ext uri="{FF2B5EF4-FFF2-40B4-BE49-F238E27FC236}">
                <a16:creationId xmlns:a16="http://schemas.microsoft.com/office/drawing/2014/main" id="{0849604B-718A-4F42-8217-BDBA1B12D535}"/>
              </a:ext>
            </a:extLst>
          </p:cNvPr>
          <p:cNvSpPr>
            <a:spLocks noGrp="1"/>
          </p:cNvSpPr>
          <p:nvPr/>
        </p:nvSpPr>
        <p:spPr>
          <a:xfrm>
            <a:off x="1140173" y="4230216"/>
            <a:ext cx="28398" cy="28398"/>
          </a:xfrm>
          <a:prstGeom prst="ellipse">
            <a:avLst/>
          </a:prstGeom>
          <a:solidFill>
            <a:srgbClr val="7F8C97">
              <a:alpha val="48000"/>
            </a:srgbClr>
          </a:solidFill>
          <a:ln w="0">
            <a:noFill/>
            <a:prstDash val="solid"/>
          </a:ln>
        </p:spPr>
      </p:sp>
      <p:sp>
        <p:nvSpPr>
          <p:cNvPr id="1436" name="03_assume_matched_6733">
            <a:extLst>
              <a:ext uri="{FF2B5EF4-FFF2-40B4-BE49-F238E27FC236}">
                <a16:creationId xmlns:a16="http://schemas.microsoft.com/office/drawing/2014/main" id="{C9EDE098-B556-45C2-B8A4-28932C26FB5F}"/>
              </a:ext>
            </a:extLst>
          </p:cNvPr>
          <p:cNvSpPr>
            <a:spLocks noGrp="1"/>
          </p:cNvSpPr>
          <p:nvPr/>
        </p:nvSpPr>
        <p:spPr>
          <a:xfrm>
            <a:off x="1202342" y="4132738"/>
            <a:ext cx="28398" cy="28398"/>
          </a:xfrm>
          <a:prstGeom prst="ellipse">
            <a:avLst/>
          </a:prstGeom>
          <a:solidFill>
            <a:srgbClr val="7F8C97">
              <a:alpha val="48000"/>
            </a:srgbClr>
          </a:solidFill>
          <a:ln w="0">
            <a:noFill/>
            <a:prstDash val="solid"/>
          </a:ln>
        </p:spPr>
      </p:sp>
      <p:sp>
        <p:nvSpPr>
          <p:cNvPr id="1437" name="03_assume_matched_6734">
            <a:extLst>
              <a:ext uri="{FF2B5EF4-FFF2-40B4-BE49-F238E27FC236}">
                <a16:creationId xmlns:a16="http://schemas.microsoft.com/office/drawing/2014/main" id="{06A2A664-6F2D-44BE-892D-A63D705C62F4}"/>
              </a:ext>
            </a:extLst>
          </p:cNvPr>
          <p:cNvSpPr>
            <a:spLocks noGrp="1"/>
          </p:cNvSpPr>
          <p:nvPr/>
        </p:nvSpPr>
        <p:spPr>
          <a:xfrm>
            <a:off x="1100454" y="3986521"/>
            <a:ext cx="28398" cy="28398"/>
          </a:xfrm>
          <a:prstGeom prst="ellipse">
            <a:avLst/>
          </a:prstGeom>
          <a:solidFill>
            <a:srgbClr val="7F8C97">
              <a:alpha val="48000"/>
            </a:srgbClr>
          </a:solidFill>
          <a:ln w="0">
            <a:noFill/>
            <a:prstDash val="solid"/>
          </a:ln>
        </p:spPr>
      </p:sp>
      <p:sp>
        <p:nvSpPr>
          <p:cNvPr id="1438" name="03_assume_matched_6735">
            <a:extLst>
              <a:ext uri="{FF2B5EF4-FFF2-40B4-BE49-F238E27FC236}">
                <a16:creationId xmlns:a16="http://schemas.microsoft.com/office/drawing/2014/main" id="{E814D4A3-94D2-4267-B38D-94201EECB412}"/>
              </a:ext>
            </a:extLst>
          </p:cNvPr>
          <p:cNvSpPr>
            <a:spLocks noGrp="1"/>
          </p:cNvSpPr>
          <p:nvPr/>
        </p:nvSpPr>
        <p:spPr>
          <a:xfrm>
            <a:off x="1107074" y="4278955"/>
            <a:ext cx="28398" cy="28398"/>
          </a:xfrm>
          <a:prstGeom prst="ellipse">
            <a:avLst/>
          </a:prstGeom>
          <a:solidFill>
            <a:srgbClr val="7F8C97">
              <a:alpha val="48000"/>
            </a:srgbClr>
          </a:solidFill>
          <a:ln w="0">
            <a:noFill/>
            <a:prstDash val="solid"/>
          </a:ln>
        </p:spPr>
      </p:sp>
      <p:sp>
        <p:nvSpPr>
          <p:cNvPr id="1439" name="03_assume_matched_6736">
            <a:extLst>
              <a:ext uri="{FF2B5EF4-FFF2-40B4-BE49-F238E27FC236}">
                <a16:creationId xmlns:a16="http://schemas.microsoft.com/office/drawing/2014/main" id="{A4066A25-330A-4D36-9317-766A6995C92D}"/>
              </a:ext>
            </a:extLst>
          </p:cNvPr>
          <p:cNvSpPr>
            <a:spLocks noGrp="1"/>
          </p:cNvSpPr>
          <p:nvPr/>
        </p:nvSpPr>
        <p:spPr>
          <a:xfrm>
            <a:off x="1166940" y="3986521"/>
            <a:ext cx="28398" cy="28398"/>
          </a:xfrm>
          <a:prstGeom prst="ellipse">
            <a:avLst/>
          </a:prstGeom>
          <a:solidFill>
            <a:srgbClr val="7F8C97">
              <a:alpha val="48000"/>
            </a:srgbClr>
          </a:solidFill>
          <a:ln w="0">
            <a:noFill/>
            <a:prstDash val="solid"/>
          </a:ln>
        </p:spPr>
      </p:sp>
      <p:sp>
        <p:nvSpPr>
          <p:cNvPr id="1440" name="03_assume_matched_6737">
            <a:extLst>
              <a:ext uri="{FF2B5EF4-FFF2-40B4-BE49-F238E27FC236}">
                <a16:creationId xmlns:a16="http://schemas.microsoft.com/office/drawing/2014/main" id="{6D6B7579-17C6-476B-89D1-F7B29D844928}"/>
              </a:ext>
            </a:extLst>
          </p:cNvPr>
          <p:cNvSpPr>
            <a:spLocks noGrp="1"/>
          </p:cNvSpPr>
          <p:nvPr/>
        </p:nvSpPr>
        <p:spPr>
          <a:xfrm>
            <a:off x="1165645" y="4278955"/>
            <a:ext cx="28398" cy="28398"/>
          </a:xfrm>
          <a:prstGeom prst="ellipse">
            <a:avLst/>
          </a:prstGeom>
          <a:solidFill>
            <a:srgbClr val="7F8C97">
              <a:alpha val="48000"/>
            </a:srgbClr>
          </a:solidFill>
          <a:ln w="0">
            <a:noFill/>
            <a:prstDash val="solid"/>
          </a:ln>
        </p:spPr>
      </p:sp>
      <p:sp>
        <p:nvSpPr>
          <p:cNvPr id="1441" name="03_assume_matched_6738">
            <a:extLst>
              <a:ext uri="{FF2B5EF4-FFF2-40B4-BE49-F238E27FC236}">
                <a16:creationId xmlns:a16="http://schemas.microsoft.com/office/drawing/2014/main" id="{B511FB3D-0DD1-4D94-9C85-857CF1B5EE00}"/>
              </a:ext>
            </a:extLst>
          </p:cNvPr>
          <p:cNvSpPr>
            <a:spLocks noGrp="1"/>
          </p:cNvSpPr>
          <p:nvPr/>
        </p:nvSpPr>
        <p:spPr>
          <a:xfrm>
            <a:off x="1212416" y="4278955"/>
            <a:ext cx="28398" cy="28398"/>
          </a:xfrm>
          <a:prstGeom prst="ellipse">
            <a:avLst/>
          </a:prstGeom>
          <a:solidFill>
            <a:srgbClr val="7F8C97">
              <a:alpha val="48000"/>
            </a:srgbClr>
          </a:solidFill>
          <a:ln w="0">
            <a:noFill/>
            <a:prstDash val="solid"/>
          </a:ln>
        </p:spPr>
      </p:sp>
      <p:sp>
        <p:nvSpPr>
          <p:cNvPr id="1442" name="03_assume_matched_6739">
            <a:extLst>
              <a:ext uri="{FF2B5EF4-FFF2-40B4-BE49-F238E27FC236}">
                <a16:creationId xmlns:a16="http://schemas.microsoft.com/office/drawing/2014/main" id="{25EBD729-575C-4F9D-BF4C-59B958E9606D}"/>
              </a:ext>
            </a:extLst>
          </p:cNvPr>
          <p:cNvSpPr>
            <a:spLocks noGrp="1"/>
          </p:cNvSpPr>
          <p:nvPr/>
        </p:nvSpPr>
        <p:spPr>
          <a:xfrm>
            <a:off x="1190685" y="4278955"/>
            <a:ext cx="28398" cy="28398"/>
          </a:xfrm>
          <a:prstGeom prst="ellipse">
            <a:avLst/>
          </a:prstGeom>
          <a:solidFill>
            <a:srgbClr val="7F8C97">
              <a:alpha val="48000"/>
            </a:srgbClr>
          </a:solidFill>
          <a:ln w="0">
            <a:noFill/>
            <a:prstDash val="solid"/>
          </a:ln>
        </p:spPr>
      </p:sp>
      <p:sp>
        <p:nvSpPr>
          <p:cNvPr id="1443" name="03_assume_matched_6740">
            <a:extLst>
              <a:ext uri="{FF2B5EF4-FFF2-40B4-BE49-F238E27FC236}">
                <a16:creationId xmlns:a16="http://schemas.microsoft.com/office/drawing/2014/main" id="{FDB6CF96-BD66-4379-B5EE-7F6FA34E7734}"/>
              </a:ext>
            </a:extLst>
          </p:cNvPr>
          <p:cNvSpPr>
            <a:spLocks noGrp="1"/>
          </p:cNvSpPr>
          <p:nvPr/>
        </p:nvSpPr>
        <p:spPr>
          <a:xfrm>
            <a:off x="1122760" y="4278955"/>
            <a:ext cx="28398" cy="28398"/>
          </a:xfrm>
          <a:prstGeom prst="ellipse">
            <a:avLst/>
          </a:prstGeom>
          <a:solidFill>
            <a:srgbClr val="7F8C97">
              <a:alpha val="48000"/>
            </a:srgbClr>
          </a:solidFill>
          <a:ln w="0">
            <a:noFill/>
            <a:prstDash val="solid"/>
          </a:ln>
        </p:spPr>
      </p:sp>
      <p:sp>
        <p:nvSpPr>
          <p:cNvPr id="1444" name="03_assume_matched_6741">
            <a:extLst>
              <a:ext uri="{FF2B5EF4-FFF2-40B4-BE49-F238E27FC236}">
                <a16:creationId xmlns:a16="http://schemas.microsoft.com/office/drawing/2014/main" id="{86C8CAE4-1A03-456D-A409-7DD1808D87EA}"/>
              </a:ext>
            </a:extLst>
          </p:cNvPr>
          <p:cNvSpPr>
            <a:spLocks noGrp="1"/>
          </p:cNvSpPr>
          <p:nvPr/>
        </p:nvSpPr>
        <p:spPr>
          <a:xfrm>
            <a:off x="1193563" y="4278955"/>
            <a:ext cx="28398" cy="28398"/>
          </a:xfrm>
          <a:prstGeom prst="ellipse">
            <a:avLst/>
          </a:prstGeom>
          <a:solidFill>
            <a:srgbClr val="7F8C97">
              <a:alpha val="48000"/>
            </a:srgbClr>
          </a:solidFill>
          <a:ln w="0">
            <a:noFill/>
            <a:prstDash val="solid"/>
          </a:ln>
        </p:spPr>
      </p:sp>
      <p:sp>
        <p:nvSpPr>
          <p:cNvPr id="1445" name="03_assume_matched_6742">
            <a:extLst>
              <a:ext uri="{FF2B5EF4-FFF2-40B4-BE49-F238E27FC236}">
                <a16:creationId xmlns:a16="http://schemas.microsoft.com/office/drawing/2014/main" id="{4E5F1F9C-E214-4AE1-A1EA-E163DFAF3635}"/>
              </a:ext>
            </a:extLst>
          </p:cNvPr>
          <p:cNvSpPr>
            <a:spLocks noGrp="1"/>
          </p:cNvSpPr>
          <p:nvPr/>
        </p:nvSpPr>
        <p:spPr>
          <a:xfrm>
            <a:off x="1181907" y="4278955"/>
            <a:ext cx="28398" cy="28398"/>
          </a:xfrm>
          <a:prstGeom prst="ellipse">
            <a:avLst/>
          </a:prstGeom>
          <a:solidFill>
            <a:srgbClr val="7F8C97">
              <a:alpha val="48000"/>
            </a:srgbClr>
          </a:solidFill>
          <a:ln w="0">
            <a:noFill/>
            <a:prstDash val="solid"/>
          </a:ln>
        </p:spPr>
      </p:sp>
      <p:sp>
        <p:nvSpPr>
          <p:cNvPr id="1446" name="03_assume_matched_6743">
            <a:extLst>
              <a:ext uri="{FF2B5EF4-FFF2-40B4-BE49-F238E27FC236}">
                <a16:creationId xmlns:a16="http://schemas.microsoft.com/office/drawing/2014/main" id="{0C77D85D-D22E-4252-903B-8A8E640F9B29}"/>
              </a:ext>
            </a:extLst>
          </p:cNvPr>
          <p:cNvSpPr>
            <a:spLocks noGrp="1"/>
          </p:cNvSpPr>
          <p:nvPr/>
        </p:nvSpPr>
        <p:spPr>
          <a:xfrm>
            <a:off x="1188095" y="4278955"/>
            <a:ext cx="28398" cy="28398"/>
          </a:xfrm>
          <a:prstGeom prst="ellipse">
            <a:avLst/>
          </a:prstGeom>
          <a:solidFill>
            <a:srgbClr val="7F8C97">
              <a:alpha val="48000"/>
            </a:srgbClr>
          </a:solidFill>
          <a:ln w="0">
            <a:noFill/>
            <a:prstDash val="solid"/>
          </a:ln>
        </p:spPr>
      </p:sp>
      <p:sp>
        <p:nvSpPr>
          <p:cNvPr id="1447" name="03_assume_matched_6744">
            <a:extLst>
              <a:ext uri="{FF2B5EF4-FFF2-40B4-BE49-F238E27FC236}">
                <a16:creationId xmlns:a16="http://schemas.microsoft.com/office/drawing/2014/main" id="{3EA76B6B-9AA8-456A-9EB0-7280752913FA}"/>
              </a:ext>
            </a:extLst>
          </p:cNvPr>
          <p:cNvSpPr>
            <a:spLocks noGrp="1"/>
          </p:cNvSpPr>
          <p:nvPr/>
        </p:nvSpPr>
        <p:spPr>
          <a:xfrm>
            <a:off x="1201478" y="4278955"/>
            <a:ext cx="28398" cy="28398"/>
          </a:xfrm>
          <a:prstGeom prst="ellipse">
            <a:avLst/>
          </a:prstGeom>
          <a:solidFill>
            <a:srgbClr val="7F8C97">
              <a:alpha val="48000"/>
            </a:srgbClr>
          </a:solidFill>
          <a:ln w="0">
            <a:noFill/>
            <a:prstDash val="solid"/>
          </a:ln>
        </p:spPr>
      </p:sp>
      <p:sp>
        <p:nvSpPr>
          <p:cNvPr id="1448" name="03_assume_matched_6745">
            <a:extLst>
              <a:ext uri="{FF2B5EF4-FFF2-40B4-BE49-F238E27FC236}">
                <a16:creationId xmlns:a16="http://schemas.microsoft.com/office/drawing/2014/main" id="{E0381A3B-68EF-48BF-9E39-CFB599C0786E}"/>
              </a:ext>
            </a:extLst>
          </p:cNvPr>
          <p:cNvSpPr>
            <a:spLocks noGrp="1"/>
          </p:cNvSpPr>
          <p:nvPr/>
        </p:nvSpPr>
        <p:spPr>
          <a:xfrm>
            <a:off x="1110096" y="3986521"/>
            <a:ext cx="28398" cy="28398"/>
          </a:xfrm>
          <a:prstGeom prst="ellipse">
            <a:avLst/>
          </a:prstGeom>
          <a:solidFill>
            <a:srgbClr val="7F8C97">
              <a:alpha val="48000"/>
            </a:srgbClr>
          </a:solidFill>
          <a:ln w="0">
            <a:noFill/>
            <a:prstDash val="solid"/>
          </a:ln>
        </p:spPr>
      </p:sp>
      <p:sp>
        <p:nvSpPr>
          <p:cNvPr id="1449" name="03_assume_matched_6746">
            <a:extLst>
              <a:ext uri="{FF2B5EF4-FFF2-40B4-BE49-F238E27FC236}">
                <a16:creationId xmlns:a16="http://schemas.microsoft.com/office/drawing/2014/main" id="{DEA44C41-0767-4A4A-9B2B-13563ED38921}"/>
              </a:ext>
            </a:extLst>
          </p:cNvPr>
          <p:cNvSpPr>
            <a:spLocks noGrp="1"/>
          </p:cNvSpPr>
          <p:nvPr/>
        </p:nvSpPr>
        <p:spPr>
          <a:xfrm>
            <a:off x="1099303" y="4083999"/>
            <a:ext cx="28398" cy="28398"/>
          </a:xfrm>
          <a:prstGeom prst="ellipse">
            <a:avLst/>
          </a:prstGeom>
          <a:solidFill>
            <a:srgbClr val="7F8C97">
              <a:alpha val="48000"/>
            </a:srgbClr>
          </a:solidFill>
          <a:ln w="0">
            <a:noFill/>
            <a:prstDash val="solid"/>
          </a:ln>
        </p:spPr>
      </p:sp>
      <p:sp>
        <p:nvSpPr>
          <p:cNvPr id="1450" name="03_assume_matched_6747">
            <a:extLst>
              <a:ext uri="{FF2B5EF4-FFF2-40B4-BE49-F238E27FC236}">
                <a16:creationId xmlns:a16="http://schemas.microsoft.com/office/drawing/2014/main" id="{B98E201E-8CDB-4C08-822E-8096A33BCBDE}"/>
              </a:ext>
            </a:extLst>
          </p:cNvPr>
          <p:cNvSpPr>
            <a:spLocks noGrp="1"/>
          </p:cNvSpPr>
          <p:nvPr/>
        </p:nvSpPr>
        <p:spPr>
          <a:xfrm>
            <a:off x="1182195" y="4132738"/>
            <a:ext cx="28398" cy="28398"/>
          </a:xfrm>
          <a:prstGeom prst="ellipse">
            <a:avLst/>
          </a:prstGeom>
          <a:solidFill>
            <a:srgbClr val="7F8C97">
              <a:alpha val="48000"/>
            </a:srgbClr>
          </a:solidFill>
          <a:ln w="0">
            <a:noFill/>
            <a:prstDash val="solid"/>
          </a:ln>
        </p:spPr>
      </p:sp>
      <p:sp>
        <p:nvSpPr>
          <p:cNvPr id="1451" name="03_assume_matched_6748">
            <a:extLst>
              <a:ext uri="{FF2B5EF4-FFF2-40B4-BE49-F238E27FC236}">
                <a16:creationId xmlns:a16="http://schemas.microsoft.com/office/drawing/2014/main" id="{5F5F71FB-196E-4DFD-87D4-5C45309C7243}"/>
              </a:ext>
            </a:extLst>
          </p:cNvPr>
          <p:cNvSpPr>
            <a:spLocks noGrp="1"/>
          </p:cNvSpPr>
          <p:nvPr/>
        </p:nvSpPr>
        <p:spPr>
          <a:xfrm>
            <a:off x="1219323" y="4237179"/>
            <a:ext cx="28398" cy="28398"/>
          </a:xfrm>
          <a:prstGeom prst="ellipse">
            <a:avLst/>
          </a:prstGeom>
          <a:solidFill>
            <a:srgbClr val="7F8C97">
              <a:alpha val="48000"/>
            </a:srgbClr>
          </a:solidFill>
          <a:ln w="0">
            <a:noFill/>
            <a:prstDash val="solid"/>
          </a:ln>
        </p:spPr>
      </p:sp>
      <p:sp>
        <p:nvSpPr>
          <p:cNvPr id="1452" name="03_assume_matched_6749">
            <a:extLst>
              <a:ext uri="{FF2B5EF4-FFF2-40B4-BE49-F238E27FC236}">
                <a16:creationId xmlns:a16="http://schemas.microsoft.com/office/drawing/2014/main" id="{84900D5A-EE13-4692-B562-DEC3EBB5D3E8}"/>
              </a:ext>
            </a:extLst>
          </p:cNvPr>
          <p:cNvSpPr>
            <a:spLocks noGrp="1"/>
          </p:cNvSpPr>
          <p:nvPr/>
        </p:nvSpPr>
        <p:spPr>
          <a:xfrm>
            <a:off x="1225511" y="3986521"/>
            <a:ext cx="28398" cy="28398"/>
          </a:xfrm>
          <a:prstGeom prst="ellipse">
            <a:avLst/>
          </a:prstGeom>
          <a:solidFill>
            <a:srgbClr val="7F8C97">
              <a:alpha val="48000"/>
            </a:srgbClr>
          </a:solidFill>
          <a:ln w="0">
            <a:noFill/>
            <a:prstDash val="solid"/>
          </a:ln>
        </p:spPr>
      </p:sp>
      <p:sp>
        <p:nvSpPr>
          <p:cNvPr id="1453" name="03_assume_matched_6750">
            <a:extLst>
              <a:ext uri="{FF2B5EF4-FFF2-40B4-BE49-F238E27FC236}">
                <a16:creationId xmlns:a16="http://schemas.microsoft.com/office/drawing/2014/main" id="{AD5EB286-E59B-4A9C-A162-C9DFCAD897EE}"/>
              </a:ext>
            </a:extLst>
          </p:cNvPr>
          <p:cNvSpPr>
            <a:spLocks noGrp="1"/>
          </p:cNvSpPr>
          <p:nvPr/>
        </p:nvSpPr>
        <p:spPr>
          <a:xfrm>
            <a:off x="1136576" y="4278955"/>
            <a:ext cx="28398" cy="28398"/>
          </a:xfrm>
          <a:prstGeom prst="ellipse">
            <a:avLst/>
          </a:prstGeom>
          <a:solidFill>
            <a:srgbClr val="7F8C97">
              <a:alpha val="48000"/>
            </a:srgbClr>
          </a:solidFill>
          <a:ln w="0">
            <a:noFill/>
            <a:prstDash val="solid"/>
          </a:ln>
        </p:spPr>
      </p:sp>
      <p:sp>
        <p:nvSpPr>
          <p:cNvPr id="1454" name="03_assume_matched_6751">
            <a:extLst>
              <a:ext uri="{FF2B5EF4-FFF2-40B4-BE49-F238E27FC236}">
                <a16:creationId xmlns:a16="http://schemas.microsoft.com/office/drawing/2014/main" id="{2885C300-6F5F-42B6-91DC-3C37A3AAA782}"/>
              </a:ext>
            </a:extLst>
          </p:cNvPr>
          <p:cNvSpPr>
            <a:spLocks noGrp="1"/>
          </p:cNvSpPr>
          <p:nvPr/>
        </p:nvSpPr>
        <p:spPr>
          <a:xfrm>
            <a:off x="1189390" y="4278955"/>
            <a:ext cx="28398" cy="28398"/>
          </a:xfrm>
          <a:prstGeom prst="ellipse">
            <a:avLst/>
          </a:prstGeom>
          <a:solidFill>
            <a:srgbClr val="7F8C97">
              <a:alpha val="48000"/>
            </a:srgbClr>
          </a:solidFill>
          <a:ln w="0">
            <a:noFill/>
            <a:prstDash val="solid"/>
          </a:ln>
        </p:spPr>
      </p:sp>
      <p:sp>
        <p:nvSpPr>
          <p:cNvPr id="1455" name="03_assume_matched_6752">
            <a:extLst>
              <a:ext uri="{FF2B5EF4-FFF2-40B4-BE49-F238E27FC236}">
                <a16:creationId xmlns:a16="http://schemas.microsoft.com/office/drawing/2014/main" id="{116A7BCE-A4E9-482D-9510-C1335F929A97}"/>
              </a:ext>
            </a:extLst>
          </p:cNvPr>
          <p:cNvSpPr>
            <a:spLocks noGrp="1"/>
          </p:cNvSpPr>
          <p:nvPr/>
        </p:nvSpPr>
        <p:spPr>
          <a:xfrm>
            <a:off x="1200327" y="4278955"/>
            <a:ext cx="28398" cy="28398"/>
          </a:xfrm>
          <a:prstGeom prst="ellipse">
            <a:avLst/>
          </a:prstGeom>
          <a:solidFill>
            <a:srgbClr val="7F8C97">
              <a:alpha val="48000"/>
            </a:srgbClr>
          </a:solidFill>
          <a:ln w="0">
            <a:noFill/>
            <a:prstDash val="solid"/>
          </a:ln>
        </p:spPr>
      </p:sp>
      <p:sp>
        <p:nvSpPr>
          <p:cNvPr id="1456" name="03_assume_matched_6753">
            <a:extLst>
              <a:ext uri="{FF2B5EF4-FFF2-40B4-BE49-F238E27FC236}">
                <a16:creationId xmlns:a16="http://schemas.microsoft.com/office/drawing/2014/main" id="{5DFD0474-0225-40C7-A832-6B2F72A0D884}"/>
              </a:ext>
            </a:extLst>
          </p:cNvPr>
          <p:cNvSpPr>
            <a:spLocks noGrp="1"/>
          </p:cNvSpPr>
          <p:nvPr/>
        </p:nvSpPr>
        <p:spPr>
          <a:xfrm>
            <a:off x="1217740" y="4278955"/>
            <a:ext cx="28398" cy="28398"/>
          </a:xfrm>
          <a:prstGeom prst="ellipse">
            <a:avLst/>
          </a:prstGeom>
          <a:solidFill>
            <a:srgbClr val="7F8C97">
              <a:alpha val="48000"/>
            </a:srgbClr>
          </a:solidFill>
          <a:ln w="0">
            <a:noFill/>
            <a:prstDash val="solid"/>
          </a:ln>
        </p:spPr>
      </p:sp>
      <p:sp>
        <p:nvSpPr>
          <p:cNvPr id="1457" name="03_assume_matched_6754">
            <a:extLst>
              <a:ext uri="{FF2B5EF4-FFF2-40B4-BE49-F238E27FC236}">
                <a16:creationId xmlns:a16="http://schemas.microsoft.com/office/drawing/2014/main" id="{1728112D-826C-4B5A-A7C6-CADAF5B5A00C}"/>
              </a:ext>
            </a:extLst>
          </p:cNvPr>
          <p:cNvSpPr>
            <a:spLocks noGrp="1"/>
          </p:cNvSpPr>
          <p:nvPr/>
        </p:nvSpPr>
        <p:spPr>
          <a:xfrm>
            <a:off x="1202486" y="4278955"/>
            <a:ext cx="28398" cy="28398"/>
          </a:xfrm>
          <a:prstGeom prst="ellipse">
            <a:avLst/>
          </a:prstGeom>
          <a:solidFill>
            <a:srgbClr val="7F8C97">
              <a:alpha val="48000"/>
            </a:srgbClr>
          </a:solidFill>
          <a:ln w="0">
            <a:noFill/>
            <a:prstDash val="solid"/>
          </a:ln>
        </p:spPr>
      </p:sp>
      <p:sp>
        <p:nvSpPr>
          <p:cNvPr id="1458" name="03_assume_matched_6755">
            <a:extLst>
              <a:ext uri="{FF2B5EF4-FFF2-40B4-BE49-F238E27FC236}">
                <a16:creationId xmlns:a16="http://schemas.microsoft.com/office/drawing/2014/main" id="{A797E53C-CFC3-4F86-B025-23395A47CF8C}"/>
              </a:ext>
            </a:extLst>
          </p:cNvPr>
          <p:cNvSpPr>
            <a:spLocks noGrp="1"/>
          </p:cNvSpPr>
          <p:nvPr/>
        </p:nvSpPr>
        <p:spPr>
          <a:xfrm>
            <a:off x="1180756" y="4278955"/>
            <a:ext cx="28398" cy="28398"/>
          </a:xfrm>
          <a:prstGeom prst="ellipse">
            <a:avLst/>
          </a:prstGeom>
          <a:solidFill>
            <a:srgbClr val="7F8C97">
              <a:alpha val="48000"/>
            </a:srgbClr>
          </a:solidFill>
          <a:ln w="0">
            <a:noFill/>
            <a:prstDash val="solid"/>
          </a:ln>
        </p:spPr>
      </p:sp>
      <p:sp>
        <p:nvSpPr>
          <p:cNvPr id="1459" name="03_assume_matched_6756">
            <a:extLst>
              <a:ext uri="{FF2B5EF4-FFF2-40B4-BE49-F238E27FC236}">
                <a16:creationId xmlns:a16="http://schemas.microsoft.com/office/drawing/2014/main" id="{76B02680-652E-47F5-9F87-2D9A5B2EECF3}"/>
              </a:ext>
            </a:extLst>
          </p:cNvPr>
          <p:cNvSpPr>
            <a:spLocks noGrp="1"/>
          </p:cNvSpPr>
          <p:nvPr/>
        </p:nvSpPr>
        <p:spPr>
          <a:xfrm>
            <a:off x="1092539" y="3986521"/>
            <a:ext cx="28398" cy="28398"/>
          </a:xfrm>
          <a:prstGeom prst="ellipse">
            <a:avLst/>
          </a:prstGeom>
          <a:solidFill>
            <a:srgbClr val="7F8C97">
              <a:alpha val="48000"/>
            </a:srgbClr>
          </a:solidFill>
          <a:ln w="0">
            <a:noFill/>
            <a:prstDash val="solid"/>
          </a:ln>
        </p:spPr>
      </p:sp>
      <p:sp>
        <p:nvSpPr>
          <p:cNvPr id="1460" name="03_assume_matched_6757">
            <a:extLst>
              <a:ext uri="{FF2B5EF4-FFF2-40B4-BE49-F238E27FC236}">
                <a16:creationId xmlns:a16="http://schemas.microsoft.com/office/drawing/2014/main" id="{A43FF07A-C679-4DC4-B644-F7FE14618EC2}"/>
              </a:ext>
            </a:extLst>
          </p:cNvPr>
          <p:cNvSpPr>
            <a:spLocks noGrp="1"/>
          </p:cNvSpPr>
          <p:nvPr/>
        </p:nvSpPr>
        <p:spPr>
          <a:xfrm>
            <a:off x="1106499" y="4278955"/>
            <a:ext cx="28398" cy="28398"/>
          </a:xfrm>
          <a:prstGeom prst="ellipse">
            <a:avLst/>
          </a:prstGeom>
          <a:solidFill>
            <a:srgbClr val="7F8C97">
              <a:alpha val="48000"/>
            </a:srgbClr>
          </a:solidFill>
          <a:ln w="0">
            <a:noFill/>
            <a:prstDash val="solid"/>
          </a:ln>
        </p:spPr>
      </p:sp>
      <p:sp>
        <p:nvSpPr>
          <p:cNvPr id="1461" name="03_assume_matched_6758">
            <a:extLst>
              <a:ext uri="{FF2B5EF4-FFF2-40B4-BE49-F238E27FC236}">
                <a16:creationId xmlns:a16="http://schemas.microsoft.com/office/drawing/2014/main" id="{AA708901-4BF2-4B6D-A69A-78930BED92BF}"/>
              </a:ext>
            </a:extLst>
          </p:cNvPr>
          <p:cNvSpPr>
            <a:spLocks noGrp="1"/>
          </p:cNvSpPr>
          <p:nvPr/>
        </p:nvSpPr>
        <p:spPr>
          <a:xfrm>
            <a:off x="1167660" y="3986521"/>
            <a:ext cx="28398" cy="28398"/>
          </a:xfrm>
          <a:prstGeom prst="ellipse">
            <a:avLst/>
          </a:prstGeom>
          <a:solidFill>
            <a:srgbClr val="7F8C97">
              <a:alpha val="48000"/>
            </a:srgbClr>
          </a:solidFill>
          <a:ln w="0">
            <a:noFill/>
            <a:prstDash val="solid"/>
          </a:ln>
        </p:spPr>
      </p:sp>
      <p:sp>
        <p:nvSpPr>
          <p:cNvPr id="1462" name="03_assume_matched_6759">
            <a:extLst>
              <a:ext uri="{FF2B5EF4-FFF2-40B4-BE49-F238E27FC236}">
                <a16:creationId xmlns:a16="http://schemas.microsoft.com/office/drawing/2014/main" id="{6CC16472-425F-4722-A858-A2BD2D3DC544}"/>
              </a:ext>
            </a:extLst>
          </p:cNvPr>
          <p:cNvSpPr>
            <a:spLocks noGrp="1"/>
          </p:cNvSpPr>
          <p:nvPr/>
        </p:nvSpPr>
        <p:spPr>
          <a:xfrm>
            <a:off x="1112543" y="4278955"/>
            <a:ext cx="28398" cy="28398"/>
          </a:xfrm>
          <a:prstGeom prst="ellipse">
            <a:avLst/>
          </a:prstGeom>
          <a:solidFill>
            <a:srgbClr val="7F8C97">
              <a:alpha val="48000"/>
            </a:srgbClr>
          </a:solidFill>
          <a:ln w="0">
            <a:noFill/>
            <a:prstDash val="solid"/>
          </a:ln>
        </p:spPr>
      </p:sp>
      <p:sp>
        <p:nvSpPr>
          <p:cNvPr id="1463" name="03_assume_matched_6760">
            <a:extLst>
              <a:ext uri="{FF2B5EF4-FFF2-40B4-BE49-F238E27FC236}">
                <a16:creationId xmlns:a16="http://schemas.microsoft.com/office/drawing/2014/main" id="{5A5C41ED-F884-42D7-AE65-0CD7F1B3FD6B}"/>
              </a:ext>
            </a:extLst>
          </p:cNvPr>
          <p:cNvSpPr>
            <a:spLocks noGrp="1"/>
          </p:cNvSpPr>
          <p:nvPr/>
        </p:nvSpPr>
        <p:spPr>
          <a:xfrm>
            <a:off x="1138590" y="4278955"/>
            <a:ext cx="28398" cy="28398"/>
          </a:xfrm>
          <a:prstGeom prst="ellipse">
            <a:avLst/>
          </a:prstGeom>
          <a:solidFill>
            <a:srgbClr val="7F8C97">
              <a:alpha val="48000"/>
            </a:srgbClr>
          </a:solidFill>
          <a:ln w="0">
            <a:noFill/>
            <a:prstDash val="solid"/>
          </a:ln>
        </p:spPr>
      </p:sp>
      <p:sp>
        <p:nvSpPr>
          <p:cNvPr id="1464" name="03_assume_matched_6761">
            <a:extLst>
              <a:ext uri="{FF2B5EF4-FFF2-40B4-BE49-F238E27FC236}">
                <a16:creationId xmlns:a16="http://schemas.microsoft.com/office/drawing/2014/main" id="{E279CC84-A934-43CD-B5F0-9B2E64B35DEA}"/>
              </a:ext>
            </a:extLst>
          </p:cNvPr>
          <p:cNvSpPr>
            <a:spLocks noGrp="1"/>
          </p:cNvSpPr>
          <p:nvPr/>
        </p:nvSpPr>
        <p:spPr>
          <a:xfrm>
            <a:off x="1087646" y="4278955"/>
            <a:ext cx="28398" cy="28398"/>
          </a:xfrm>
          <a:prstGeom prst="ellipse">
            <a:avLst/>
          </a:prstGeom>
          <a:solidFill>
            <a:srgbClr val="7F8C97">
              <a:alpha val="48000"/>
            </a:srgbClr>
          </a:solidFill>
          <a:ln w="0">
            <a:noFill/>
            <a:prstDash val="solid"/>
          </a:ln>
        </p:spPr>
      </p:sp>
      <p:sp>
        <p:nvSpPr>
          <p:cNvPr id="1465" name="03_assume_matched_6762">
            <a:extLst>
              <a:ext uri="{FF2B5EF4-FFF2-40B4-BE49-F238E27FC236}">
                <a16:creationId xmlns:a16="http://schemas.microsoft.com/office/drawing/2014/main" id="{11A2C62E-10E6-483A-B6D1-5DD0D735C8DC}"/>
              </a:ext>
            </a:extLst>
          </p:cNvPr>
          <p:cNvSpPr>
            <a:spLocks noGrp="1"/>
          </p:cNvSpPr>
          <p:nvPr/>
        </p:nvSpPr>
        <p:spPr>
          <a:xfrm>
            <a:off x="1583133" y="3709083"/>
            <a:ext cx="28398" cy="28398"/>
          </a:xfrm>
          <a:prstGeom prst="ellipse">
            <a:avLst/>
          </a:prstGeom>
          <a:solidFill>
            <a:srgbClr val="7F8C97">
              <a:alpha val="48000"/>
            </a:srgbClr>
          </a:solidFill>
          <a:ln w="0">
            <a:noFill/>
            <a:prstDash val="solid"/>
          </a:ln>
        </p:spPr>
      </p:sp>
      <p:sp>
        <p:nvSpPr>
          <p:cNvPr id="1466" name="03_assume_matched_6763">
            <a:extLst>
              <a:ext uri="{FF2B5EF4-FFF2-40B4-BE49-F238E27FC236}">
                <a16:creationId xmlns:a16="http://schemas.microsoft.com/office/drawing/2014/main" id="{2929E1BB-63ED-4897-99EE-FB20A4038A7F}"/>
              </a:ext>
            </a:extLst>
          </p:cNvPr>
          <p:cNvSpPr>
            <a:spLocks noGrp="1"/>
          </p:cNvSpPr>
          <p:nvPr/>
        </p:nvSpPr>
        <p:spPr>
          <a:xfrm>
            <a:off x="1571620" y="4278955"/>
            <a:ext cx="28398" cy="28398"/>
          </a:xfrm>
          <a:prstGeom prst="ellipse">
            <a:avLst/>
          </a:prstGeom>
          <a:solidFill>
            <a:srgbClr val="7F8C97">
              <a:alpha val="48000"/>
            </a:srgbClr>
          </a:solidFill>
          <a:ln w="0">
            <a:noFill/>
            <a:prstDash val="solid"/>
          </a:ln>
        </p:spPr>
      </p:sp>
      <p:sp>
        <p:nvSpPr>
          <p:cNvPr id="1467" name="03_assume_matched_6764">
            <a:extLst>
              <a:ext uri="{FF2B5EF4-FFF2-40B4-BE49-F238E27FC236}">
                <a16:creationId xmlns:a16="http://schemas.microsoft.com/office/drawing/2014/main" id="{E107324C-A612-47AD-B67C-38E5F7286C2D}"/>
              </a:ext>
            </a:extLst>
          </p:cNvPr>
          <p:cNvSpPr>
            <a:spLocks noGrp="1"/>
          </p:cNvSpPr>
          <p:nvPr/>
        </p:nvSpPr>
        <p:spPr>
          <a:xfrm>
            <a:off x="1514488" y="3694086"/>
            <a:ext cx="28398" cy="28398"/>
          </a:xfrm>
          <a:prstGeom prst="ellipse">
            <a:avLst/>
          </a:prstGeom>
          <a:solidFill>
            <a:srgbClr val="7F8C97">
              <a:alpha val="48000"/>
            </a:srgbClr>
          </a:solidFill>
          <a:ln w="0">
            <a:noFill/>
            <a:prstDash val="solid"/>
          </a:ln>
        </p:spPr>
      </p:sp>
      <p:sp>
        <p:nvSpPr>
          <p:cNvPr id="1468" name="03_assume_matched_6765">
            <a:extLst>
              <a:ext uri="{FF2B5EF4-FFF2-40B4-BE49-F238E27FC236}">
                <a16:creationId xmlns:a16="http://schemas.microsoft.com/office/drawing/2014/main" id="{F42E73E7-4595-4579-A6B8-E559C3061F22}"/>
              </a:ext>
            </a:extLst>
          </p:cNvPr>
          <p:cNvSpPr>
            <a:spLocks noGrp="1"/>
          </p:cNvSpPr>
          <p:nvPr/>
        </p:nvSpPr>
        <p:spPr>
          <a:xfrm>
            <a:off x="1593350" y="3694086"/>
            <a:ext cx="28398" cy="28398"/>
          </a:xfrm>
          <a:prstGeom prst="ellipse">
            <a:avLst/>
          </a:prstGeom>
          <a:solidFill>
            <a:srgbClr val="7F8C97">
              <a:alpha val="48000"/>
            </a:srgbClr>
          </a:solidFill>
          <a:ln w="0">
            <a:noFill/>
            <a:prstDash val="solid"/>
          </a:ln>
        </p:spPr>
      </p:sp>
      <p:sp>
        <p:nvSpPr>
          <p:cNvPr id="1469" name="03_assume_matched_6766">
            <a:extLst>
              <a:ext uri="{FF2B5EF4-FFF2-40B4-BE49-F238E27FC236}">
                <a16:creationId xmlns:a16="http://schemas.microsoft.com/office/drawing/2014/main" id="{704FD6C2-6B89-4146-8051-07C37EB71FDD}"/>
              </a:ext>
            </a:extLst>
          </p:cNvPr>
          <p:cNvSpPr>
            <a:spLocks noGrp="1"/>
          </p:cNvSpPr>
          <p:nvPr/>
        </p:nvSpPr>
        <p:spPr>
          <a:xfrm>
            <a:off x="1561115" y="3861191"/>
            <a:ext cx="28398" cy="28398"/>
          </a:xfrm>
          <a:prstGeom prst="ellipse">
            <a:avLst/>
          </a:prstGeom>
          <a:solidFill>
            <a:srgbClr val="7F8C97">
              <a:alpha val="48000"/>
            </a:srgbClr>
          </a:solidFill>
          <a:ln w="0">
            <a:noFill/>
            <a:prstDash val="solid"/>
          </a:ln>
        </p:spPr>
      </p:sp>
      <p:sp>
        <p:nvSpPr>
          <p:cNvPr id="1470" name="03_assume_matched_6767">
            <a:extLst>
              <a:ext uri="{FF2B5EF4-FFF2-40B4-BE49-F238E27FC236}">
                <a16:creationId xmlns:a16="http://schemas.microsoft.com/office/drawing/2014/main" id="{E96DC81D-41AF-464E-8EE3-758C89541050}"/>
              </a:ext>
            </a:extLst>
          </p:cNvPr>
          <p:cNvSpPr>
            <a:spLocks noGrp="1"/>
          </p:cNvSpPr>
          <p:nvPr/>
        </p:nvSpPr>
        <p:spPr>
          <a:xfrm>
            <a:off x="1465847" y="3747256"/>
            <a:ext cx="28398" cy="28398"/>
          </a:xfrm>
          <a:prstGeom prst="ellipse">
            <a:avLst/>
          </a:prstGeom>
          <a:solidFill>
            <a:srgbClr val="7F8C97">
              <a:alpha val="48000"/>
            </a:srgbClr>
          </a:solidFill>
          <a:ln w="0">
            <a:noFill/>
            <a:prstDash val="solid"/>
          </a:ln>
        </p:spPr>
      </p:sp>
      <p:sp>
        <p:nvSpPr>
          <p:cNvPr id="1471" name="03_assume_matched_6768">
            <a:extLst>
              <a:ext uri="{FF2B5EF4-FFF2-40B4-BE49-F238E27FC236}">
                <a16:creationId xmlns:a16="http://schemas.microsoft.com/office/drawing/2014/main" id="{597EF746-4E48-4C10-A26F-14A356A500A3}"/>
              </a:ext>
            </a:extLst>
          </p:cNvPr>
          <p:cNvSpPr>
            <a:spLocks noGrp="1"/>
          </p:cNvSpPr>
          <p:nvPr/>
        </p:nvSpPr>
        <p:spPr>
          <a:xfrm>
            <a:off x="1496499" y="4278955"/>
            <a:ext cx="28398" cy="28398"/>
          </a:xfrm>
          <a:prstGeom prst="ellipse">
            <a:avLst/>
          </a:prstGeom>
          <a:solidFill>
            <a:srgbClr val="7F8C97">
              <a:alpha val="48000"/>
            </a:srgbClr>
          </a:solidFill>
          <a:ln w="0">
            <a:noFill/>
            <a:prstDash val="solid"/>
          </a:ln>
        </p:spPr>
      </p:sp>
      <p:sp>
        <p:nvSpPr>
          <p:cNvPr id="1472" name="03_assume_matched_6769">
            <a:extLst>
              <a:ext uri="{FF2B5EF4-FFF2-40B4-BE49-F238E27FC236}">
                <a16:creationId xmlns:a16="http://schemas.microsoft.com/office/drawing/2014/main" id="{6ED84185-34C5-4CCD-8AAB-F7FC64201989}"/>
              </a:ext>
            </a:extLst>
          </p:cNvPr>
          <p:cNvSpPr>
            <a:spLocks noGrp="1"/>
          </p:cNvSpPr>
          <p:nvPr/>
        </p:nvSpPr>
        <p:spPr>
          <a:xfrm>
            <a:off x="1465559" y="4132738"/>
            <a:ext cx="28398" cy="28398"/>
          </a:xfrm>
          <a:prstGeom prst="ellipse">
            <a:avLst/>
          </a:prstGeom>
          <a:solidFill>
            <a:srgbClr val="7F8C97">
              <a:alpha val="48000"/>
            </a:srgbClr>
          </a:solidFill>
          <a:ln w="0">
            <a:noFill/>
            <a:prstDash val="solid"/>
          </a:ln>
        </p:spPr>
      </p:sp>
      <p:sp>
        <p:nvSpPr>
          <p:cNvPr id="1473" name="03_assume_matched_6770">
            <a:extLst>
              <a:ext uri="{FF2B5EF4-FFF2-40B4-BE49-F238E27FC236}">
                <a16:creationId xmlns:a16="http://schemas.microsoft.com/office/drawing/2014/main" id="{77F00DE7-F3D3-4D1D-AB2E-14D0AFC1A777}"/>
              </a:ext>
            </a:extLst>
          </p:cNvPr>
          <p:cNvSpPr>
            <a:spLocks noGrp="1"/>
          </p:cNvSpPr>
          <p:nvPr/>
        </p:nvSpPr>
        <p:spPr>
          <a:xfrm>
            <a:off x="1546868" y="3986521"/>
            <a:ext cx="28398" cy="28398"/>
          </a:xfrm>
          <a:prstGeom prst="ellipse">
            <a:avLst/>
          </a:prstGeom>
          <a:solidFill>
            <a:srgbClr val="7F8C97">
              <a:alpha val="48000"/>
            </a:srgbClr>
          </a:solidFill>
          <a:ln w="0">
            <a:noFill/>
            <a:prstDash val="solid"/>
          </a:ln>
        </p:spPr>
      </p:sp>
      <p:sp>
        <p:nvSpPr>
          <p:cNvPr id="1474" name="03_assume_matched_6771">
            <a:extLst>
              <a:ext uri="{FF2B5EF4-FFF2-40B4-BE49-F238E27FC236}">
                <a16:creationId xmlns:a16="http://schemas.microsoft.com/office/drawing/2014/main" id="{C7A72B79-BB54-43F5-BA21-FDD897DC19CC}"/>
              </a:ext>
            </a:extLst>
          </p:cNvPr>
          <p:cNvSpPr>
            <a:spLocks noGrp="1"/>
          </p:cNvSpPr>
          <p:nvPr/>
        </p:nvSpPr>
        <p:spPr>
          <a:xfrm>
            <a:off x="1528159" y="4278955"/>
            <a:ext cx="28398" cy="28398"/>
          </a:xfrm>
          <a:prstGeom prst="ellipse">
            <a:avLst/>
          </a:prstGeom>
          <a:solidFill>
            <a:srgbClr val="7F8C97">
              <a:alpha val="48000"/>
            </a:srgbClr>
          </a:solidFill>
          <a:ln w="0">
            <a:noFill/>
            <a:prstDash val="solid"/>
          </a:ln>
        </p:spPr>
      </p:sp>
      <p:sp>
        <p:nvSpPr>
          <p:cNvPr id="1475" name="03_assume_matched_6772">
            <a:extLst>
              <a:ext uri="{FF2B5EF4-FFF2-40B4-BE49-F238E27FC236}">
                <a16:creationId xmlns:a16="http://schemas.microsoft.com/office/drawing/2014/main" id="{2CE38905-E168-4371-BFDF-FF83519EF8EB}"/>
              </a:ext>
            </a:extLst>
          </p:cNvPr>
          <p:cNvSpPr>
            <a:spLocks noGrp="1"/>
          </p:cNvSpPr>
          <p:nvPr/>
        </p:nvSpPr>
        <p:spPr>
          <a:xfrm>
            <a:off x="1512905" y="4278955"/>
            <a:ext cx="28398" cy="28398"/>
          </a:xfrm>
          <a:prstGeom prst="ellipse">
            <a:avLst/>
          </a:prstGeom>
          <a:solidFill>
            <a:srgbClr val="7F8C97">
              <a:alpha val="48000"/>
            </a:srgbClr>
          </a:solidFill>
          <a:ln w="0">
            <a:noFill/>
            <a:prstDash val="solid"/>
          </a:ln>
        </p:spPr>
      </p:sp>
      <p:sp>
        <p:nvSpPr>
          <p:cNvPr id="1476" name="03_assume_matched_6773">
            <a:extLst>
              <a:ext uri="{FF2B5EF4-FFF2-40B4-BE49-F238E27FC236}">
                <a16:creationId xmlns:a16="http://schemas.microsoft.com/office/drawing/2014/main" id="{1A8BF281-5A3A-44C3-B2B4-F358534F891F}"/>
              </a:ext>
            </a:extLst>
          </p:cNvPr>
          <p:cNvSpPr>
            <a:spLocks noGrp="1"/>
          </p:cNvSpPr>
          <p:nvPr/>
        </p:nvSpPr>
        <p:spPr>
          <a:xfrm>
            <a:off x="1498658" y="4278955"/>
            <a:ext cx="28398" cy="28398"/>
          </a:xfrm>
          <a:prstGeom prst="ellipse">
            <a:avLst/>
          </a:prstGeom>
          <a:solidFill>
            <a:srgbClr val="7F8C97">
              <a:alpha val="48000"/>
            </a:srgbClr>
          </a:solidFill>
          <a:ln w="0">
            <a:noFill/>
            <a:prstDash val="solid"/>
          </a:ln>
        </p:spPr>
      </p:sp>
      <p:sp>
        <p:nvSpPr>
          <p:cNvPr id="1477" name="03_assume_matched_6774">
            <a:extLst>
              <a:ext uri="{FF2B5EF4-FFF2-40B4-BE49-F238E27FC236}">
                <a16:creationId xmlns:a16="http://schemas.microsoft.com/office/drawing/2014/main" id="{A1178842-1951-485C-95F1-899D33EB144C}"/>
              </a:ext>
            </a:extLst>
          </p:cNvPr>
          <p:cNvSpPr>
            <a:spLocks noGrp="1"/>
          </p:cNvSpPr>
          <p:nvPr/>
        </p:nvSpPr>
        <p:spPr>
          <a:xfrm>
            <a:off x="1515064" y="4278955"/>
            <a:ext cx="28398" cy="28398"/>
          </a:xfrm>
          <a:prstGeom prst="ellipse">
            <a:avLst/>
          </a:prstGeom>
          <a:solidFill>
            <a:srgbClr val="7F8C97">
              <a:alpha val="48000"/>
            </a:srgbClr>
          </a:solidFill>
          <a:ln w="0">
            <a:noFill/>
            <a:prstDash val="solid"/>
          </a:ln>
        </p:spPr>
      </p:sp>
      <p:sp>
        <p:nvSpPr>
          <p:cNvPr id="1478" name="03_assume_matched_6775">
            <a:extLst>
              <a:ext uri="{FF2B5EF4-FFF2-40B4-BE49-F238E27FC236}">
                <a16:creationId xmlns:a16="http://schemas.microsoft.com/office/drawing/2014/main" id="{E94A3C07-436F-4037-8BA7-17B905172D36}"/>
              </a:ext>
            </a:extLst>
          </p:cNvPr>
          <p:cNvSpPr>
            <a:spLocks noGrp="1"/>
          </p:cNvSpPr>
          <p:nvPr/>
        </p:nvSpPr>
        <p:spPr>
          <a:xfrm>
            <a:off x="1600258" y="4132738"/>
            <a:ext cx="28398" cy="28398"/>
          </a:xfrm>
          <a:prstGeom prst="ellipse">
            <a:avLst/>
          </a:prstGeom>
          <a:solidFill>
            <a:srgbClr val="7F8C97">
              <a:alpha val="48000"/>
            </a:srgbClr>
          </a:solidFill>
          <a:ln w="0">
            <a:noFill/>
            <a:prstDash val="solid"/>
          </a:ln>
        </p:spPr>
      </p:sp>
      <p:sp>
        <p:nvSpPr>
          <p:cNvPr id="1479" name="03_assume_matched_6776">
            <a:extLst>
              <a:ext uri="{FF2B5EF4-FFF2-40B4-BE49-F238E27FC236}">
                <a16:creationId xmlns:a16="http://schemas.microsoft.com/office/drawing/2014/main" id="{14536EC1-CF46-4BE2-8723-68038FFEE6B3}"/>
              </a:ext>
            </a:extLst>
          </p:cNvPr>
          <p:cNvSpPr>
            <a:spLocks noGrp="1"/>
          </p:cNvSpPr>
          <p:nvPr/>
        </p:nvSpPr>
        <p:spPr>
          <a:xfrm>
            <a:off x="1555214" y="3694086"/>
            <a:ext cx="28398" cy="28398"/>
          </a:xfrm>
          <a:prstGeom prst="ellipse">
            <a:avLst/>
          </a:prstGeom>
          <a:solidFill>
            <a:srgbClr val="7F8C97">
              <a:alpha val="48000"/>
            </a:srgbClr>
          </a:solidFill>
          <a:ln w="0">
            <a:noFill/>
            <a:prstDash val="solid"/>
          </a:ln>
        </p:spPr>
      </p:sp>
      <p:sp>
        <p:nvSpPr>
          <p:cNvPr id="1480" name="03_assume_matched_6777">
            <a:extLst>
              <a:ext uri="{FF2B5EF4-FFF2-40B4-BE49-F238E27FC236}">
                <a16:creationId xmlns:a16="http://schemas.microsoft.com/office/drawing/2014/main" id="{24E33057-5569-4140-8BA1-EE47D3CF1ED0}"/>
              </a:ext>
            </a:extLst>
          </p:cNvPr>
          <p:cNvSpPr>
            <a:spLocks noGrp="1"/>
          </p:cNvSpPr>
          <p:nvPr/>
        </p:nvSpPr>
        <p:spPr>
          <a:xfrm>
            <a:off x="1565000" y="4246462"/>
            <a:ext cx="28398" cy="28398"/>
          </a:xfrm>
          <a:prstGeom prst="ellipse">
            <a:avLst/>
          </a:prstGeom>
          <a:solidFill>
            <a:srgbClr val="7F8C97">
              <a:alpha val="48000"/>
            </a:srgbClr>
          </a:solidFill>
          <a:ln w="0">
            <a:noFill/>
            <a:prstDash val="solid"/>
          </a:ln>
        </p:spPr>
      </p:sp>
      <p:sp>
        <p:nvSpPr>
          <p:cNvPr id="1481" name="03_assume_matched_6778">
            <a:extLst>
              <a:ext uri="{FF2B5EF4-FFF2-40B4-BE49-F238E27FC236}">
                <a16:creationId xmlns:a16="http://schemas.microsoft.com/office/drawing/2014/main" id="{D5ECAF85-22E4-4508-B047-74DF9DCF4C88}"/>
              </a:ext>
            </a:extLst>
          </p:cNvPr>
          <p:cNvSpPr>
            <a:spLocks noGrp="1"/>
          </p:cNvSpPr>
          <p:nvPr/>
        </p:nvSpPr>
        <p:spPr>
          <a:xfrm>
            <a:off x="1501824" y="4181477"/>
            <a:ext cx="28398" cy="28398"/>
          </a:xfrm>
          <a:prstGeom prst="ellipse">
            <a:avLst/>
          </a:prstGeom>
          <a:solidFill>
            <a:srgbClr val="7F8C97">
              <a:alpha val="48000"/>
            </a:srgbClr>
          </a:solidFill>
          <a:ln w="0">
            <a:noFill/>
            <a:prstDash val="solid"/>
          </a:ln>
        </p:spPr>
      </p:sp>
      <p:sp>
        <p:nvSpPr>
          <p:cNvPr id="1482" name="03_assume_matched_6779">
            <a:extLst>
              <a:ext uri="{FF2B5EF4-FFF2-40B4-BE49-F238E27FC236}">
                <a16:creationId xmlns:a16="http://schemas.microsoft.com/office/drawing/2014/main" id="{F6DE5B61-7CF0-4949-996A-2D3DA729BB7B}"/>
              </a:ext>
            </a:extLst>
          </p:cNvPr>
          <p:cNvSpPr>
            <a:spLocks noGrp="1"/>
          </p:cNvSpPr>
          <p:nvPr/>
        </p:nvSpPr>
        <p:spPr>
          <a:xfrm>
            <a:off x="1592199" y="4278955"/>
            <a:ext cx="28398" cy="28398"/>
          </a:xfrm>
          <a:prstGeom prst="ellipse">
            <a:avLst/>
          </a:prstGeom>
          <a:solidFill>
            <a:srgbClr val="7F8C97">
              <a:alpha val="48000"/>
            </a:srgbClr>
          </a:solidFill>
          <a:ln w="0">
            <a:noFill/>
            <a:prstDash val="solid"/>
          </a:ln>
        </p:spPr>
      </p:sp>
      <p:sp>
        <p:nvSpPr>
          <p:cNvPr id="1483" name="03_assume_matched_6780">
            <a:extLst>
              <a:ext uri="{FF2B5EF4-FFF2-40B4-BE49-F238E27FC236}">
                <a16:creationId xmlns:a16="http://schemas.microsoft.com/office/drawing/2014/main" id="{D7A8ED30-C4D5-4640-91AC-612275F463AD}"/>
              </a:ext>
            </a:extLst>
          </p:cNvPr>
          <p:cNvSpPr>
            <a:spLocks noGrp="1"/>
          </p:cNvSpPr>
          <p:nvPr/>
        </p:nvSpPr>
        <p:spPr>
          <a:xfrm>
            <a:off x="1565288" y="3853596"/>
            <a:ext cx="28398" cy="28398"/>
          </a:xfrm>
          <a:prstGeom prst="ellipse">
            <a:avLst/>
          </a:prstGeom>
          <a:solidFill>
            <a:srgbClr val="7F8C97">
              <a:alpha val="48000"/>
            </a:srgbClr>
          </a:solidFill>
          <a:ln w="0">
            <a:noFill/>
            <a:prstDash val="solid"/>
          </a:ln>
        </p:spPr>
      </p:sp>
      <p:sp>
        <p:nvSpPr>
          <p:cNvPr id="1484" name="03_assume_matched_6781">
            <a:extLst>
              <a:ext uri="{FF2B5EF4-FFF2-40B4-BE49-F238E27FC236}">
                <a16:creationId xmlns:a16="http://schemas.microsoft.com/office/drawing/2014/main" id="{D0D5ECE2-83A6-4E1E-8769-640B0D44437C}"/>
              </a:ext>
            </a:extLst>
          </p:cNvPr>
          <p:cNvSpPr>
            <a:spLocks noGrp="1"/>
          </p:cNvSpPr>
          <p:nvPr/>
        </p:nvSpPr>
        <p:spPr>
          <a:xfrm>
            <a:off x="1483116" y="4278955"/>
            <a:ext cx="28398" cy="28398"/>
          </a:xfrm>
          <a:prstGeom prst="ellipse">
            <a:avLst/>
          </a:prstGeom>
          <a:solidFill>
            <a:srgbClr val="7F8C97">
              <a:alpha val="48000"/>
            </a:srgbClr>
          </a:solidFill>
          <a:ln w="0">
            <a:noFill/>
            <a:prstDash val="solid"/>
          </a:ln>
        </p:spPr>
      </p:sp>
      <p:sp>
        <p:nvSpPr>
          <p:cNvPr id="1485" name="03_assume_matched_6782">
            <a:extLst>
              <a:ext uri="{FF2B5EF4-FFF2-40B4-BE49-F238E27FC236}">
                <a16:creationId xmlns:a16="http://schemas.microsoft.com/office/drawing/2014/main" id="{6AFD01B4-B74A-45E0-847D-AF6513DE8C05}"/>
              </a:ext>
            </a:extLst>
          </p:cNvPr>
          <p:cNvSpPr>
            <a:spLocks noGrp="1"/>
          </p:cNvSpPr>
          <p:nvPr/>
        </p:nvSpPr>
        <p:spPr>
          <a:xfrm>
            <a:off x="1490455" y="3694086"/>
            <a:ext cx="28398" cy="28398"/>
          </a:xfrm>
          <a:prstGeom prst="ellipse">
            <a:avLst/>
          </a:prstGeom>
          <a:solidFill>
            <a:srgbClr val="7F8C97">
              <a:alpha val="48000"/>
            </a:srgbClr>
          </a:solidFill>
          <a:ln w="0">
            <a:noFill/>
            <a:prstDash val="solid"/>
          </a:ln>
        </p:spPr>
      </p:sp>
      <p:sp>
        <p:nvSpPr>
          <p:cNvPr id="1486" name="03_assume_matched_6783">
            <a:extLst>
              <a:ext uri="{FF2B5EF4-FFF2-40B4-BE49-F238E27FC236}">
                <a16:creationId xmlns:a16="http://schemas.microsoft.com/office/drawing/2014/main" id="{0E9ABD29-0AC4-47BA-AD5F-A09047FB9577}"/>
              </a:ext>
            </a:extLst>
          </p:cNvPr>
          <p:cNvSpPr>
            <a:spLocks noGrp="1"/>
          </p:cNvSpPr>
          <p:nvPr/>
        </p:nvSpPr>
        <p:spPr>
          <a:xfrm>
            <a:off x="1501680" y="4083999"/>
            <a:ext cx="28398" cy="28398"/>
          </a:xfrm>
          <a:prstGeom prst="ellipse">
            <a:avLst/>
          </a:prstGeom>
          <a:solidFill>
            <a:srgbClr val="7F8C97">
              <a:alpha val="48000"/>
            </a:srgbClr>
          </a:solidFill>
          <a:ln w="0">
            <a:noFill/>
            <a:prstDash val="solid"/>
          </a:ln>
        </p:spPr>
      </p:sp>
      <p:sp>
        <p:nvSpPr>
          <p:cNvPr id="1487" name="03_assume_matched_6784">
            <a:extLst>
              <a:ext uri="{FF2B5EF4-FFF2-40B4-BE49-F238E27FC236}">
                <a16:creationId xmlns:a16="http://schemas.microsoft.com/office/drawing/2014/main" id="{836633D3-755C-4DB9-B2BE-8D25DE95C542}"/>
              </a:ext>
            </a:extLst>
          </p:cNvPr>
          <p:cNvSpPr>
            <a:spLocks noGrp="1"/>
          </p:cNvSpPr>
          <p:nvPr/>
        </p:nvSpPr>
        <p:spPr>
          <a:xfrm>
            <a:off x="1591048" y="4278955"/>
            <a:ext cx="28398" cy="28398"/>
          </a:xfrm>
          <a:prstGeom prst="ellipse">
            <a:avLst/>
          </a:prstGeom>
          <a:solidFill>
            <a:srgbClr val="7F8C97">
              <a:alpha val="48000"/>
            </a:srgbClr>
          </a:solidFill>
          <a:ln w="0">
            <a:noFill/>
            <a:prstDash val="solid"/>
          </a:ln>
        </p:spPr>
      </p:sp>
      <p:sp>
        <p:nvSpPr>
          <p:cNvPr id="1488" name="03_assume_matched_6785">
            <a:extLst>
              <a:ext uri="{FF2B5EF4-FFF2-40B4-BE49-F238E27FC236}">
                <a16:creationId xmlns:a16="http://schemas.microsoft.com/office/drawing/2014/main" id="{050FB95F-2E5A-4FC1-8D4B-A16B4CB6B399}"/>
              </a:ext>
            </a:extLst>
          </p:cNvPr>
          <p:cNvSpPr>
            <a:spLocks noGrp="1"/>
          </p:cNvSpPr>
          <p:nvPr/>
        </p:nvSpPr>
        <p:spPr>
          <a:xfrm>
            <a:off x="1503983" y="3694086"/>
            <a:ext cx="28398" cy="28398"/>
          </a:xfrm>
          <a:prstGeom prst="ellipse">
            <a:avLst/>
          </a:prstGeom>
          <a:solidFill>
            <a:srgbClr val="7F8C97">
              <a:alpha val="48000"/>
            </a:srgbClr>
          </a:solidFill>
          <a:ln w="0">
            <a:noFill/>
            <a:prstDash val="solid"/>
          </a:ln>
        </p:spPr>
      </p:sp>
      <p:sp>
        <p:nvSpPr>
          <p:cNvPr id="1489" name="03_assume_matched_6786">
            <a:extLst>
              <a:ext uri="{FF2B5EF4-FFF2-40B4-BE49-F238E27FC236}">
                <a16:creationId xmlns:a16="http://schemas.microsoft.com/office/drawing/2014/main" id="{C79C4979-CE26-4A54-BAF7-C1629928FC40}"/>
              </a:ext>
            </a:extLst>
          </p:cNvPr>
          <p:cNvSpPr>
            <a:spLocks noGrp="1"/>
          </p:cNvSpPr>
          <p:nvPr/>
        </p:nvSpPr>
        <p:spPr>
          <a:xfrm>
            <a:off x="1582989" y="4148984"/>
            <a:ext cx="28398" cy="28398"/>
          </a:xfrm>
          <a:prstGeom prst="ellipse">
            <a:avLst/>
          </a:prstGeom>
          <a:solidFill>
            <a:srgbClr val="7F8C97">
              <a:alpha val="48000"/>
            </a:srgbClr>
          </a:solidFill>
          <a:ln w="0">
            <a:noFill/>
            <a:prstDash val="solid"/>
          </a:ln>
        </p:spPr>
      </p:sp>
      <p:sp>
        <p:nvSpPr>
          <p:cNvPr id="1490" name="03_assume_matched_6787">
            <a:extLst>
              <a:ext uri="{FF2B5EF4-FFF2-40B4-BE49-F238E27FC236}">
                <a16:creationId xmlns:a16="http://schemas.microsoft.com/office/drawing/2014/main" id="{7C1144C6-6F28-4940-B836-B18117637F7B}"/>
              </a:ext>
            </a:extLst>
          </p:cNvPr>
          <p:cNvSpPr>
            <a:spLocks noGrp="1"/>
          </p:cNvSpPr>
          <p:nvPr/>
        </p:nvSpPr>
        <p:spPr>
          <a:xfrm>
            <a:off x="1584140" y="3694086"/>
            <a:ext cx="28398" cy="28398"/>
          </a:xfrm>
          <a:prstGeom prst="ellipse">
            <a:avLst/>
          </a:prstGeom>
          <a:solidFill>
            <a:srgbClr val="7F8C97">
              <a:alpha val="48000"/>
            </a:srgbClr>
          </a:solidFill>
          <a:ln w="0">
            <a:noFill/>
            <a:prstDash val="solid"/>
          </a:ln>
        </p:spPr>
      </p:sp>
      <p:sp>
        <p:nvSpPr>
          <p:cNvPr id="1491" name="03_assume_matched_6788">
            <a:extLst>
              <a:ext uri="{FF2B5EF4-FFF2-40B4-BE49-F238E27FC236}">
                <a16:creationId xmlns:a16="http://schemas.microsoft.com/office/drawing/2014/main" id="{20056071-3681-4FDD-894B-BEE5C19774F1}"/>
              </a:ext>
            </a:extLst>
          </p:cNvPr>
          <p:cNvSpPr>
            <a:spLocks noGrp="1"/>
          </p:cNvSpPr>
          <p:nvPr/>
        </p:nvSpPr>
        <p:spPr>
          <a:xfrm>
            <a:off x="1587882" y="4278955"/>
            <a:ext cx="28398" cy="28398"/>
          </a:xfrm>
          <a:prstGeom prst="ellipse">
            <a:avLst/>
          </a:prstGeom>
          <a:solidFill>
            <a:srgbClr val="7F8C97">
              <a:alpha val="48000"/>
            </a:srgbClr>
          </a:solidFill>
          <a:ln w="0">
            <a:noFill/>
            <a:prstDash val="solid"/>
          </a:ln>
        </p:spPr>
      </p:sp>
      <p:sp>
        <p:nvSpPr>
          <p:cNvPr id="1492" name="03_assume_matched_6789">
            <a:extLst>
              <a:ext uri="{FF2B5EF4-FFF2-40B4-BE49-F238E27FC236}">
                <a16:creationId xmlns:a16="http://schemas.microsoft.com/office/drawing/2014/main" id="{364712BA-7B7F-45B4-AC2C-CAA705C10920}"/>
              </a:ext>
            </a:extLst>
          </p:cNvPr>
          <p:cNvSpPr>
            <a:spLocks noGrp="1"/>
          </p:cNvSpPr>
          <p:nvPr/>
        </p:nvSpPr>
        <p:spPr>
          <a:xfrm>
            <a:off x="1505134" y="4083999"/>
            <a:ext cx="28398" cy="28398"/>
          </a:xfrm>
          <a:prstGeom prst="ellipse">
            <a:avLst/>
          </a:prstGeom>
          <a:solidFill>
            <a:srgbClr val="7F8C97">
              <a:alpha val="48000"/>
            </a:srgbClr>
          </a:solidFill>
          <a:ln w="0">
            <a:noFill/>
            <a:prstDash val="solid"/>
          </a:ln>
        </p:spPr>
      </p:sp>
      <p:sp>
        <p:nvSpPr>
          <p:cNvPr id="1493" name="03_assume_matched_6790">
            <a:extLst>
              <a:ext uri="{FF2B5EF4-FFF2-40B4-BE49-F238E27FC236}">
                <a16:creationId xmlns:a16="http://schemas.microsoft.com/office/drawing/2014/main" id="{E24CA517-0181-4EFE-88B2-F4B31B123A26}"/>
              </a:ext>
            </a:extLst>
          </p:cNvPr>
          <p:cNvSpPr>
            <a:spLocks noGrp="1"/>
          </p:cNvSpPr>
          <p:nvPr/>
        </p:nvSpPr>
        <p:spPr>
          <a:xfrm>
            <a:off x="1483404" y="4132738"/>
            <a:ext cx="28398" cy="28398"/>
          </a:xfrm>
          <a:prstGeom prst="ellipse">
            <a:avLst/>
          </a:prstGeom>
          <a:solidFill>
            <a:srgbClr val="7F8C97">
              <a:alpha val="48000"/>
            </a:srgbClr>
          </a:solidFill>
          <a:ln w="0">
            <a:noFill/>
            <a:prstDash val="solid"/>
          </a:ln>
        </p:spPr>
      </p:sp>
      <p:sp>
        <p:nvSpPr>
          <p:cNvPr id="1494" name="03_assume_matched_6791">
            <a:extLst>
              <a:ext uri="{FF2B5EF4-FFF2-40B4-BE49-F238E27FC236}">
                <a16:creationId xmlns:a16="http://schemas.microsoft.com/office/drawing/2014/main" id="{43EAF947-0723-43DE-AC65-2E1E00057C4C}"/>
              </a:ext>
            </a:extLst>
          </p:cNvPr>
          <p:cNvSpPr>
            <a:spLocks noGrp="1"/>
          </p:cNvSpPr>
          <p:nvPr/>
        </p:nvSpPr>
        <p:spPr>
          <a:xfrm>
            <a:off x="1567159" y="4278955"/>
            <a:ext cx="28398" cy="28398"/>
          </a:xfrm>
          <a:prstGeom prst="ellipse">
            <a:avLst/>
          </a:prstGeom>
          <a:solidFill>
            <a:srgbClr val="7F8C97">
              <a:alpha val="48000"/>
            </a:srgbClr>
          </a:solidFill>
          <a:ln w="0">
            <a:noFill/>
            <a:prstDash val="solid"/>
          </a:ln>
        </p:spPr>
      </p:sp>
      <p:sp>
        <p:nvSpPr>
          <p:cNvPr id="1495" name="03_assume_matched_6792">
            <a:extLst>
              <a:ext uri="{FF2B5EF4-FFF2-40B4-BE49-F238E27FC236}">
                <a16:creationId xmlns:a16="http://schemas.microsoft.com/office/drawing/2014/main" id="{D37B4905-A635-4B07-BD93-61928F112F90}"/>
              </a:ext>
            </a:extLst>
          </p:cNvPr>
          <p:cNvSpPr>
            <a:spLocks noGrp="1"/>
          </p:cNvSpPr>
          <p:nvPr/>
        </p:nvSpPr>
        <p:spPr>
          <a:xfrm>
            <a:off x="1476640" y="3694086"/>
            <a:ext cx="28398" cy="28398"/>
          </a:xfrm>
          <a:prstGeom prst="ellipse">
            <a:avLst/>
          </a:prstGeom>
          <a:solidFill>
            <a:srgbClr val="7F8C97">
              <a:alpha val="48000"/>
            </a:srgbClr>
          </a:solidFill>
          <a:ln w="0">
            <a:noFill/>
            <a:prstDash val="solid"/>
          </a:ln>
        </p:spPr>
      </p:sp>
      <p:sp>
        <p:nvSpPr>
          <p:cNvPr id="1496" name="03_assume_matched_6793">
            <a:extLst>
              <a:ext uri="{FF2B5EF4-FFF2-40B4-BE49-F238E27FC236}">
                <a16:creationId xmlns:a16="http://schemas.microsoft.com/office/drawing/2014/main" id="{4285E1F3-599E-4DAE-B82C-80053C5BA8AF}"/>
              </a:ext>
            </a:extLst>
          </p:cNvPr>
          <p:cNvSpPr>
            <a:spLocks noGrp="1"/>
          </p:cNvSpPr>
          <p:nvPr/>
        </p:nvSpPr>
        <p:spPr>
          <a:xfrm>
            <a:off x="1570756" y="3694086"/>
            <a:ext cx="28398" cy="28398"/>
          </a:xfrm>
          <a:prstGeom prst="ellipse">
            <a:avLst/>
          </a:prstGeom>
          <a:solidFill>
            <a:srgbClr val="7F8C97">
              <a:alpha val="48000"/>
            </a:srgbClr>
          </a:solidFill>
          <a:ln w="0">
            <a:noFill/>
            <a:prstDash val="solid"/>
          </a:ln>
        </p:spPr>
      </p:sp>
      <p:sp>
        <p:nvSpPr>
          <p:cNvPr id="1497" name="03_assume_matched_6794">
            <a:extLst>
              <a:ext uri="{FF2B5EF4-FFF2-40B4-BE49-F238E27FC236}">
                <a16:creationId xmlns:a16="http://schemas.microsoft.com/office/drawing/2014/main" id="{E351C6EC-872D-4C10-B654-A67FA656B443}"/>
              </a:ext>
            </a:extLst>
          </p:cNvPr>
          <p:cNvSpPr>
            <a:spLocks noGrp="1"/>
          </p:cNvSpPr>
          <p:nvPr/>
        </p:nvSpPr>
        <p:spPr>
          <a:xfrm>
            <a:off x="1477935" y="4278955"/>
            <a:ext cx="28398" cy="28398"/>
          </a:xfrm>
          <a:prstGeom prst="ellipse">
            <a:avLst/>
          </a:prstGeom>
          <a:solidFill>
            <a:srgbClr val="7F8C97">
              <a:alpha val="48000"/>
            </a:srgbClr>
          </a:solidFill>
          <a:ln w="0">
            <a:noFill/>
            <a:prstDash val="solid"/>
          </a:ln>
        </p:spPr>
      </p:sp>
      <p:sp>
        <p:nvSpPr>
          <p:cNvPr id="1498" name="03_assume_matched_6795">
            <a:extLst>
              <a:ext uri="{FF2B5EF4-FFF2-40B4-BE49-F238E27FC236}">
                <a16:creationId xmlns:a16="http://schemas.microsoft.com/office/drawing/2014/main" id="{E6E3B4DB-8EC5-4898-ADB0-42E6AD077D02}"/>
              </a:ext>
            </a:extLst>
          </p:cNvPr>
          <p:cNvSpPr>
            <a:spLocks noGrp="1"/>
          </p:cNvSpPr>
          <p:nvPr/>
        </p:nvSpPr>
        <p:spPr>
          <a:xfrm>
            <a:off x="1598387" y="3694086"/>
            <a:ext cx="28398" cy="28398"/>
          </a:xfrm>
          <a:prstGeom prst="ellipse">
            <a:avLst/>
          </a:prstGeom>
          <a:solidFill>
            <a:srgbClr val="7F8C97">
              <a:alpha val="48000"/>
            </a:srgbClr>
          </a:solidFill>
          <a:ln w="0">
            <a:noFill/>
            <a:prstDash val="solid"/>
          </a:ln>
        </p:spPr>
      </p:sp>
      <p:sp>
        <p:nvSpPr>
          <p:cNvPr id="1499" name="03_assume_matched_6796">
            <a:extLst>
              <a:ext uri="{FF2B5EF4-FFF2-40B4-BE49-F238E27FC236}">
                <a16:creationId xmlns:a16="http://schemas.microsoft.com/office/drawing/2014/main" id="{2EFFFE80-751D-441A-804D-D46D84A097BC}"/>
              </a:ext>
            </a:extLst>
          </p:cNvPr>
          <p:cNvSpPr>
            <a:spLocks noGrp="1"/>
          </p:cNvSpPr>
          <p:nvPr/>
        </p:nvSpPr>
        <p:spPr>
          <a:xfrm>
            <a:off x="1576369" y="3694086"/>
            <a:ext cx="28398" cy="28398"/>
          </a:xfrm>
          <a:prstGeom prst="ellipse">
            <a:avLst/>
          </a:prstGeom>
          <a:solidFill>
            <a:srgbClr val="7F8C97">
              <a:alpha val="48000"/>
            </a:srgbClr>
          </a:solidFill>
          <a:ln w="0">
            <a:noFill/>
            <a:prstDash val="solid"/>
          </a:ln>
        </p:spPr>
      </p:sp>
      <p:sp>
        <p:nvSpPr>
          <p:cNvPr id="1500" name="03_assume_matched_6797">
            <a:extLst>
              <a:ext uri="{FF2B5EF4-FFF2-40B4-BE49-F238E27FC236}">
                <a16:creationId xmlns:a16="http://schemas.microsoft.com/office/drawing/2014/main" id="{3D0ED705-7C37-469A-901A-FB149B63A799}"/>
              </a:ext>
            </a:extLst>
          </p:cNvPr>
          <p:cNvSpPr>
            <a:spLocks noGrp="1"/>
          </p:cNvSpPr>
          <p:nvPr/>
        </p:nvSpPr>
        <p:spPr>
          <a:xfrm>
            <a:off x="1524274" y="4278955"/>
            <a:ext cx="28398" cy="28398"/>
          </a:xfrm>
          <a:prstGeom prst="ellipse">
            <a:avLst/>
          </a:prstGeom>
          <a:solidFill>
            <a:srgbClr val="7F8C97">
              <a:alpha val="48000"/>
            </a:srgbClr>
          </a:solidFill>
          <a:ln w="0">
            <a:noFill/>
            <a:prstDash val="solid"/>
          </a:ln>
        </p:spPr>
      </p:sp>
      <p:sp>
        <p:nvSpPr>
          <p:cNvPr id="1501" name="03_assume_matched_6798">
            <a:extLst>
              <a:ext uri="{FF2B5EF4-FFF2-40B4-BE49-F238E27FC236}">
                <a16:creationId xmlns:a16="http://schemas.microsoft.com/office/drawing/2014/main" id="{89DFD070-B801-4CD0-B087-56F3C7C43B04}"/>
              </a:ext>
            </a:extLst>
          </p:cNvPr>
          <p:cNvSpPr>
            <a:spLocks noGrp="1"/>
          </p:cNvSpPr>
          <p:nvPr/>
        </p:nvSpPr>
        <p:spPr>
          <a:xfrm>
            <a:off x="1499953" y="4278955"/>
            <a:ext cx="28398" cy="28398"/>
          </a:xfrm>
          <a:prstGeom prst="ellipse">
            <a:avLst/>
          </a:prstGeom>
          <a:solidFill>
            <a:srgbClr val="7F8C97">
              <a:alpha val="48000"/>
            </a:srgbClr>
          </a:solidFill>
          <a:ln w="0">
            <a:noFill/>
            <a:prstDash val="solid"/>
          </a:ln>
        </p:spPr>
      </p:sp>
      <p:sp>
        <p:nvSpPr>
          <p:cNvPr id="1502" name="03_assume_matched_6799">
            <a:extLst>
              <a:ext uri="{FF2B5EF4-FFF2-40B4-BE49-F238E27FC236}">
                <a16:creationId xmlns:a16="http://schemas.microsoft.com/office/drawing/2014/main" id="{F5EE39EB-9FF7-4DFC-BA05-74670BA43F37}"/>
              </a:ext>
            </a:extLst>
          </p:cNvPr>
          <p:cNvSpPr>
            <a:spLocks noGrp="1"/>
          </p:cNvSpPr>
          <p:nvPr/>
        </p:nvSpPr>
        <p:spPr>
          <a:xfrm>
            <a:off x="1602416" y="4278955"/>
            <a:ext cx="28398" cy="28398"/>
          </a:xfrm>
          <a:prstGeom prst="ellipse">
            <a:avLst/>
          </a:prstGeom>
          <a:solidFill>
            <a:srgbClr val="7F8C97">
              <a:alpha val="48000"/>
            </a:srgbClr>
          </a:solidFill>
          <a:ln w="0">
            <a:noFill/>
            <a:prstDash val="solid"/>
          </a:ln>
        </p:spPr>
      </p:sp>
      <p:sp>
        <p:nvSpPr>
          <p:cNvPr id="1503" name="03_assume_matched_6800">
            <a:extLst>
              <a:ext uri="{FF2B5EF4-FFF2-40B4-BE49-F238E27FC236}">
                <a16:creationId xmlns:a16="http://schemas.microsoft.com/office/drawing/2014/main" id="{6575F546-7518-48F9-97BC-BBDC5287A39F}"/>
              </a:ext>
            </a:extLst>
          </p:cNvPr>
          <p:cNvSpPr>
            <a:spLocks noGrp="1"/>
          </p:cNvSpPr>
          <p:nvPr/>
        </p:nvSpPr>
        <p:spPr>
          <a:xfrm>
            <a:off x="1550177" y="4278955"/>
            <a:ext cx="28398" cy="28398"/>
          </a:xfrm>
          <a:prstGeom prst="ellipse">
            <a:avLst/>
          </a:prstGeom>
          <a:solidFill>
            <a:srgbClr val="7F8C97">
              <a:alpha val="48000"/>
            </a:srgbClr>
          </a:solidFill>
          <a:ln w="0">
            <a:noFill/>
            <a:prstDash val="solid"/>
          </a:ln>
        </p:spPr>
      </p:sp>
      <p:sp>
        <p:nvSpPr>
          <p:cNvPr id="1504" name="03_assume_matched_6801">
            <a:extLst>
              <a:ext uri="{FF2B5EF4-FFF2-40B4-BE49-F238E27FC236}">
                <a16:creationId xmlns:a16="http://schemas.microsoft.com/office/drawing/2014/main" id="{CABC2DEF-8105-4033-A220-D4E40B403185}"/>
              </a:ext>
            </a:extLst>
          </p:cNvPr>
          <p:cNvSpPr>
            <a:spLocks noGrp="1"/>
          </p:cNvSpPr>
          <p:nvPr/>
        </p:nvSpPr>
        <p:spPr>
          <a:xfrm>
            <a:off x="1582989" y="4278955"/>
            <a:ext cx="28398" cy="28398"/>
          </a:xfrm>
          <a:prstGeom prst="ellipse">
            <a:avLst/>
          </a:prstGeom>
          <a:solidFill>
            <a:srgbClr val="7F8C97">
              <a:alpha val="48000"/>
            </a:srgbClr>
          </a:solidFill>
          <a:ln w="0">
            <a:noFill/>
            <a:prstDash val="solid"/>
          </a:ln>
        </p:spPr>
      </p:sp>
      <p:sp>
        <p:nvSpPr>
          <p:cNvPr id="1505" name="03_assume_matched_6802">
            <a:extLst>
              <a:ext uri="{FF2B5EF4-FFF2-40B4-BE49-F238E27FC236}">
                <a16:creationId xmlns:a16="http://schemas.microsoft.com/office/drawing/2014/main" id="{72679DFE-E160-42BB-A6EB-DA55679FC0B4}"/>
              </a:ext>
            </a:extLst>
          </p:cNvPr>
          <p:cNvSpPr>
            <a:spLocks noGrp="1"/>
          </p:cNvSpPr>
          <p:nvPr/>
        </p:nvSpPr>
        <p:spPr>
          <a:xfrm>
            <a:off x="1482109" y="4278955"/>
            <a:ext cx="28398" cy="28398"/>
          </a:xfrm>
          <a:prstGeom prst="ellipse">
            <a:avLst/>
          </a:prstGeom>
          <a:solidFill>
            <a:srgbClr val="7F8C97">
              <a:alpha val="48000"/>
            </a:srgbClr>
          </a:solidFill>
          <a:ln w="0">
            <a:noFill/>
            <a:prstDash val="solid"/>
          </a:ln>
        </p:spPr>
      </p:sp>
      <p:sp>
        <p:nvSpPr>
          <p:cNvPr id="1506" name="03_assume_matched_6803">
            <a:extLst>
              <a:ext uri="{FF2B5EF4-FFF2-40B4-BE49-F238E27FC236}">
                <a16:creationId xmlns:a16="http://schemas.microsoft.com/office/drawing/2014/main" id="{6478E287-5DA9-42C8-AA9F-C906F3E70E52}"/>
              </a:ext>
            </a:extLst>
          </p:cNvPr>
          <p:cNvSpPr>
            <a:spLocks noGrp="1"/>
          </p:cNvSpPr>
          <p:nvPr/>
        </p:nvSpPr>
        <p:spPr>
          <a:xfrm>
            <a:off x="1574066" y="3986521"/>
            <a:ext cx="28398" cy="28398"/>
          </a:xfrm>
          <a:prstGeom prst="ellipse">
            <a:avLst/>
          </a:prstGeom>
          <a:solidFill>
            <a:srgbClr val="7F8C97">
              <a:alpha val="48000"/>
            </a:srgbClr>
          </a:solidFill>
          <a:ln w="0">
            <a:noFill/>
            <a:prstDash val="solid"/>
          </a:ln>
        </p:spPr>
      </p:sp>
      <p:sp>
        <p:nvSpPr>
          <p:cNvPr id="1507" name="03_assume_matched_6804">
            <a:extLst>
              <a:ext uri="{FF2B5EF4-FFF2-40B4-BE49-F238E27FC236}">
                <a16:creationId xmlns:a16="http://schemas.microsoft.com/office/drawing/2014/main" id="{F7967805-05B2-42B9-8E76-45B68E92F36D}"/>
              </a:ext>
            </a:extLst>
          </p:cNvPr>
          <p:cNvSpPr>
            <a:spLocks noGrp="1"/>
          </p:cNvSpPr>
          <p:nvPr/>
        </p:nvSpPr>
        <p:spPr>
          <a:xfrm>
            <a:off x="1553200" y="4181477"/>
            <a:ext cx="28398" cy="28398"/>
          </a:xfrm>
          <a:prstGeom prst="ellipse">
            <a:avLst/>
          </a:prstGeom>
          <a:solidFill>
            <a:srgbClr val="7F8C97">
              <a:alpha val="48000"/>
            </a:srgbClr>
          </a:solidFill>
          <a:ln w="0">
            <a:noFill/>
            <a:prstDash val="solid"/>
          </a:ln>
        </p:spPr>
      </p:sp>
      <p:sp>
        <p:nvSpPr>
          <p:cNvPr id="1508" name="03_assume_matched_6805">
            <a:extLst>
              <a:ext uri="{FF2B5EF4-FFF2-40B4-BE49-F238E27FC236}">
                <a16:creationId xmlns:a16="http://schemas.microsoft.com/office/drawing/2014/main" id="{E3450657-A13D-4BB5-B7FF-F590912053FE}"/>
              </a:ext>
            </a:extLst>
          </p:cNvPr>
          <p:cNvSpPr>
            <a:spLocks noGrp="1"/>
          </p:cNvSpPr>
          <p:nvPr/>
        </p:nvSpPr>
        <p:spPr>
          <a:xfrm>
            <a:off x="1461817" y="3694086"/>
            <a:ext cx="28398" cy="28398"/>
          </a:xfrm>
          <a:prstGeom prst="ellipse">
            <a:avLst/>
          </a:prstGeom>
          <a:solidFill>
            <a:srgbClr val="7F8C97">
              <a:alpha val="48000"/>
            </a:srgbClr>
          </a:solidFill>
          <a:ln w="0">
            <a:noFill/>
            <a:prstDash val="solid"/>
          </a:ln>
        </p:spPr>
      </p:sp>
      <p:sp>
        <p:nvSpPr>
          <p:cNvPr id="1509" name="03_assume_matched_6806">
            <a:extLst>
              <a:ext uri="{FF2B5EF4-FFF2-40B4-BE49-F238E27FC236}">
                <a16:creationId xmlns:a16="http://schemas.microsoft.com/office/drawing/2014/main" id="{F85BB05F-5F5E-4364-8637-E34659D4F5CC}"/>
              </a:ext>
            </a:extLst>
          </p:cNvPr>
          <p:cNvSpPr>
            <a:spLocks noGrp="1"/>
          </p:cNvSpPr>
          <p:nvPr/>
        </p:nvSpPr>
        <p:spPr>
          <a:xfrm>
            <a:off x="1521108" y="4278955"/>
            <a:ext cx="28398" cy="28398"/>
          </a:xfrm>
          <a:prstGeom prst="ellipse">
            <a:avLst/>
          </a:prstGeom>
          <a:solidFill>
            <a:srgbClr val="7F8C97">
              <a:alpha val="48000"/>
            </a:srgbClr>
          </a:solidFill>
          <a:ln w="0">
            <a:noFill/>
            <a:prstDash val="solid"/>
          </a:ln>
        </p:spPr>
      </p:sp>
      <p:sp>
        <p:nvSpPr>
          <p:cNvPr id="1510" name="03_assume_matched_6807">
            <a:extLst>
              <a:ext uri="{FF2B5EF4-FFF2-40B4-BE49-F238E27FC236}">
                <a16:creationId xmlns:a16="http://schemas.microsoft.com/office/drawing/2014/main" id="{9A8A01C9-CD2B-4D67-B308-80A6B10B00F5}"/>
              </a:ext>
            </a:extLst>
          </p:cNvPr>
          <p:cNvSpPr>
            <a:spLocks noGrp="1"/>
          </p:cNvSpPr>
          <p:nvPr/>
        </p:nvSpPr>
        <p:spPr>
          <a:xfrm>
            <a:off x="1503263" y="4278955"/>
            <a:ext cx="28398" cy="28398"/>
          </a:xfrm>
          <a:prstGeom prst="ellipse">
            <a:avLst/>
          </a:prstGeom>
          <a:solidFill>
            <a:srgbClr val="7F8C97">
              <a:alpha val="48000"/>
            </a:srgbClr>
          </a:solidFill>
          <a:ln w="0">
            <a:noFill/>
            <a:prstDash val="solid"/>
          </a:ln>
        </p:spPr>
      </p:sp>
      <p:sp>
        <p:nvSpPr>
          <p:cNvPr id="1511" name="03_assume_matched_6808">
            <a:extLst>
              <a:ext uri="{FF2B5EF4-FFF2-40B4-BE49-F238E27FC236}">
                <a16:creationId xmlns:a16="http://schemas.microsoft.com/office/drawing/2014/main" id="{6D9BFCE4-290C-4D17-83AD-C2F74636CEFE}"/>
              </a:ext>
            </a:extLst>
          </p:cNvPr>
          <p:cNvSpPr>
            <a:spLocks noGrp="1"/>
          </p:cNvSpPr>
          <p:nvPr/>
        </p:nvSpPr>
        <p:spPr>
          <a:xfrm>
            <a:off x="1535499" y="3694086"/>
            <a:ext cx="28398" cy="28398"/>
          </a:xfrm>
          <a:prstGeom prst="ellipse">
            <a:avLst/>
          </a:prstGeom>
          <a:solidFill>
            <a:srgbClr val="7F8C97">
              <a:alpha val="48000"/>
            </a:srgbClr>
          </a:solidFill>
          <a:ln w="0">
            <a:noFill/>
            <a:prstDash val="solid"/>
          </a:ln>
        </p:spPr>
      </p:sp>
      <p:sp>
        <p:nvSpPr>
          <p:cNvPr id="1512" name="03_assume_matched_6809">
            <a:extLst>
              <a:ext uri="{FF2B5EF4-FFF2-40B4-BE49-F238E27FC236}">
                <a16:creationId xmlns:a16="http://schemas.microsoft.com/office/drawing/2014/main" id="{7A2C0C1A-B0D7-45F2-9F45-BFE817F19A56}"/>
              </a:ext>
            </a:extLst>
          </p:cNvPr>
          <p:cNvSpPr>
            <a:spLocks noGrp="1"/>
          </p:cNvSpPr>
          <p:nvPr/>
        </p:nvSpPr>
        <p:spPr>
          <a:xfrm>
            <a:off x="1517366" y="4230216"/>
            <a:ext cx="28398" cy="28398"/>
          </a:xfrm>
          <a:prstGeom prst="ellipse">
            <a:avLst/>
          </a:prstGeom>
          <a:solidFill>
            <a:srgbClr val="7F8C97">
              <a:alpha val="48000"/>
            </a:srgbClr>
          </a:solidFill>
          <a:ln w="0">
            <a:noFill/>
            <a:prstDash val="solid"/>
          </a:ln>
        </p:spPr>
      </p:sp>
      <p:sp>
        <p:nvSpPr>
          <p:cNvPr id="1513" name="03_assume_matched_6810">
            <a:extLst>
              <a:ext uri="{FF2B5EF4-FFF2-40B4-BE49-F238E27FC236}">
                <a16:creationId xmlns:a16="http://schemas.microsoft.com/office/drawing/2014/main" id="{DA335038-2168-4B76-9A2D-A5FC0762462B}"/>
              </a:ext>
            </a:extLst>
          </p:cNvPr>
          <p:cNvSpPr>
            <a:spLocks noGrp="1"/>
          </p:cNvSpPr>
          <p:nvPr/>
        </p:nvSpPr>
        <p:spPr>
          <a:xfrm>
            <a:off x="1579535" y="4132738"/>
            <a:ext cx="28398" cy="28398"/>
          </a:xfrm>
          <a:prstGeom prst="ellipse">
            <a:avLst/>
          </a:prstGeom>
          <a:solidFill>
            <a:srgbClr val="7F8C97">
              <a:alpha val="48000"/>
            </a:srgbClr>
          </a:solidFill>
          <a:ln w="0">
            <a:noFill/>
            <a:prstDash val="solid"/>
          </a:ln>
        </p:spPr>
      </p:sp>
      <p:sp>
        <p:nvSpPr>
          <p:cNvPr id="1514" name="03_assume_matched_6811">
            <a:extLst>
              <a:ext uri="{FF2B5EF4-FFF2-40B4-BE49-F238E27FC236}">
                <a16:creationId xmlns:a16="http://schemas.microsoft.com/office/drawing/2014/main" id="{DE043278-E655-4E6F-A364-48AA2062C6AB}"/>
              </a:ext>
            </a:extLst>
          </p:cNvPr>
          <p:cNvSpPr>
            <a:spLocks noGrp="1"/>
          </p:cNvSpPr>
          <p:nvPr/>
        </p:nvSpPr>
        <p:spPr>
          <a:xfrm>
            <a:off x="1477647" y="3694086"/>
            <a:ext cx="28398" cy="28398"/>
          </a:xfrm>
          <a:prstGeom prst="ellipse">
            <a:avLst/>
          </a:prstGeom>
          <a:solidFill>
            <a:srgbClr val="7F8C97">
              <a:alpha val="48000"/>
            </a:srgbClr>
          </a:solidFill>
          <a:ln w="0">
            <a:noFill/>
            <a:prstDash val="solid"/>
          </a:ln>
        </p:spPr>
      </p:sp>
      <p:sp>
        <p:nvSpPr>
          <p:cNvPr id="1515" name="03_assume_matched_6812">
            <a:extLst>
              <a:ext uri="{FF2B5EF4-FFF2-40B4-BE49-F238E27FC236}">
                <a16:creationId xmlns:a16="http://schemas.microsoft.com/office/drawing/2014/main" id="{84DC8538-C691-4CD2-90F6-577B8C9704AD}"/>
              </a:ext>
            </a:extLst>
          </p:cNvPr>
          <p:cNvSpPr>
            <a:spLocks noGrp="1"/>
          </p:cNvSpPr>
          <p:nvPr/>
        </p:nvSpPr>
        <p:spPr>
          <a:xfrm>
            <a:off x="1484267" y="4278955"/>
            <a:ext cx="28398" cy="28398"/>
          </a:xfrm>
          <a:prstGeom prst="ellipse">
            <a:avLst/>
          </a:prstGeom>
          <a:solidFill>
            <a:srgbClr val="7F8C97">
              <a:alpha val="48000"/>
            </a:srgbClr>
          </a:solidFill>
          <a:ln w="0">
            <a:noFill/>
            <a:prstDash val="solid"/>
          </a:ln>
        </p:spPr>
      </p:sp>
      <p:sp>
        <p:nvSpPr>
          <p:cNvPr id="1516" name="03_assume_matched_6813">
            <a:extLst>
              <a:ext uri="{FF2B5EF4-FFF2-40B4-BE49-F238E27FC236}">
                <a16:creationId xmlns:a16="http://schemas.microsoft.com/office/drawing/2014/main" id="{D8A0F455-7548-4E6B-9B0B-FB830D595EC3}"/>
              </a:ext>
            </a:extLst>
          </p:cNvPr>
          <p:cNvSpPr>
            <a:spLocks noGrp="1"/>
          </p:cNvSpPr>
          <p:nvPr/>
        </p:nvSpPr>
        <p:spPr>
          <a:xfrm>
            <a:off x="1544133" y="3694086"/>
            <a:ext cx="28398" cy="28398"/>
          </a:xfrm>
          <a:prstGeom prst="ellipse">
            <a:avLst/>
          </a:prstGeom>
          <a:solidFill>
            <a:srgbClr val="7F8C97">
              <a:alpha val="48000"/>
            </a:srgbClr>
          </a:solidFill>
          <a:ln w="0">
            <a:noFill/>
            <a:prstDash val="solid"/>
          </a:ln>
        </p:spPr>
      </p:sp>
      <p:sp>
        <p:nvSpPr>
          <p:cNvPr id="1517" name="03_assume_matched_6814">
            <a:extLst>
              <a:ext uri="{FF2B5EF4-FFF2-40B4-BE49-F238E27FC236}">
                <a16:creationId xmlns:a16="http://schemas.microsoft.com/office/drawing/2014/main" id="{CF17A1CF-D3A4-4CDD-87E9-5FD91CD99976}"/>
              </a:ext>
            </a:extLst>
          </p:cNvPr>
          <p:cNvSpPr>
            <a:spLocks noGrp="1"/>
          </p:cNvSpPr>
          <p:nvPr/>
        </p:nvSpPr>
        <p:spPr>
          <a:xfrm>
            <a:off x="1542838" y="4278955"/>
            <a:ext cx="28398" cy="28398"/>
          </a:xfrm>
          <a:prstGeom prst="ellipse">
            <a:avLst/>
          </a:prstGeom>
          <a:solidFill>
            <a:srgbClr val="7F8C97">
              <a:alpha val="48000"/>
            </a:srgbClr>
          </a:solidFill>
          <a:ln w="0">
            <a:noFill/>
            <a:prstDash val="solid"/>
          </a:ln>
        </p:spPr>
      </p:sp>
      <p:sp>
        <p:nvSpPr>
          <p:cNvPr id="1518" name="03_assume_matched_6815">
            <a:extLst>
              <a:ext uri="{FF2B5EF4-FFF2-40B4-BE49-F238E27FC236}">
                <a16:creationId xmlns:a16="http://schemas.microsoft.com/office/drawing/2014/main" id="{BF6D129E-D1CA-4774-A9DC-3B5185ED5546}"/>
              </a:ext>
            </a:extLst>
          </p:cNvPr>
          <p:cNvSpPr>
            <a:spLocks noGrp="1"/>
          </p:cNvSpPr>
          <p:nvPr/>
        </p:nvSpPr>
        <p:spPr>
          <a:xfrm>
            <a:off x="1589609" y="3694086"/>
            <a:ext cx="28398" cy="28398"/>
          </a:xfrm>
          <a:prstGeom prst="ellipse">
            <a:avLst/>
          </a:prstGeom>
          <a:solidFill>
            <a:srgbClr val="7F8C97">
              <a:alpha val="48000"/>
            </a:srgbClr>
          </a:solidFill>
          <a:ln w="0">
            <a:noFill/>
            <a:prstDash val="solid"/>
          </a:ln>
        </p:spPr>
      </p:sp>
      <p:sp>
        <p:nvSpPr>
          <p:cNvPr id="1519" name="03_assume_matched_6816">
            <a:extLst>
              <a:ext uri="{FF2B5EF4-FFF2-40B4-BE49-F238E27FC236}">
                <a16:creationId xmlns:a16="http://schemas.microsoft.com/office/drawing/2014/main" id="{E0FC2D6F-A89D-45D0-84D5-9405D1D2526C}"/>
              </a:ext>
            </a:extLst>
          </p:cNvPr>
          <p:cNvSpPr>
            <a:spLocks noGrp="1"/>
          </p:cNvSpPr>
          <p:nvPr/>
        </p:nvSpPr>
        <p:spPr>
          <a:xfrm>
            <a:off x="1567878" y="3986521"/>
            <a:ext cx="28398" cy="28398"/>
          </a:xfrm>
          <a:prstGeom prst="ellipse">
            <a:avLst/>
          </a:prstGeom>
          <a:solidFill>
            <a:srgbClr val="7F8C97">
              <a:alpha val="48000"/>
            </a:srgbClr>
          </a:solidFill>
          <a:ln w="0">
            <a:noFill/>
            <a:prstDash val="solid"/>
          </a:ln>
        </p:spPr>
      </p:sp>
      <p:sp>
        <p:nvSpPr>
          <p:cNvPr id="1520" name="03_assume_matched_6817">
            <a:extLst>
              <a:ext uri="{FF2B5EF4-FFF2-40B4-BE49-F238E27FC236}">
                <a16:creationId xmlns:a16="http://schemas.microsoft.com/office/drawing/2014/main" id="{2F91FE7A-CFD1-4B0E-825D-438EF0F7B476}"/>
              </a:ext>
            </a:extLst>
          </p:cNvPr>
          <p:cNvSpPr>
            <a:spLocks noGrp="1"/>
          </p:cNvSpPr>
          <p:nvPr/>
        </p:nvSpPr>
        <p:spPr>
          <a:xfrm>
            <a:off x="1499953" y="4278955"/>
            <a:ext cx="28398" cy="28398"/>
          </a:xfrm>
          <a:prstGeom prst="ellipse">
            <a:avLst/>
          </a:prstGeom>
          <a:solidFill>
            <a:srgbClr val="7F8C97">
              <a:alpha val="48000"/>
            </a:srgbClr>
          </a:solidFill>
          <a:ln w="0">
            <a:noFill/>
            <a:prstDash val="solid"/>
          </a:ln>
        </p:spPr>
      </p:sp>
      <p:sp>
        <p:nvSpPr>
          <p:cNvPr id="1521" name="03_assume_matched_6818">
            <a:extLst>
              <a:ext uri="{FF2B5EF4-FFF2-40B4-BE49-F238E27FC236}">
                <a16:creationId xmlns:a16="http://schemas.microsoft.com/office/drawing/2014/main" id="{16C20A92-6C8B-4E5E-B963-3A8596C1D4B7}"/>
              </a:ext>
            </a:extLst>
          </p:cNvPr>
          <p:cNvSpPr>
            <a:spLocks noGrp="1"/>
          </p:cNvSpPr>
          <p:nvPr/>
        </p:nvSpPr>
        <p:spPr>
          <a:xfrm>
            <a:off x="1570756" y="4278955"/>
            <a:ext cx="28398" cy="28398"/>
          </a:xfrm>
          <a:prstGeom prst="ellipse">
            <a:avLst/>
          </a:prstGeom>
          <a:solidFill>
            <a:srgbClr val="7F8C97">
              <a:alpha val="48000"/>
            </a:srgbClr>
          </a:solidFill>
          <a:ln w="0">
            <a:noFill/>
            <a:prstDash val="solid"/>
          </a:ln>
        </p:spPr>
      </p:sp>
      <p:sp>
        <p:nvSpPr>
          <p:cNvPr id="1522" name="03_assume_matched_6819">
            <a:extLst>
              <a:ext uri="{FF2B5EF4-FFF2-40B4-BE49-F238E27FC236}">
                <a16:creationId xmlns:a16="http://schemas.microsoft.com/office/drawing/2014/main" id="{85E2E506-66EC-47CB-BDBB-8A4B61512A20}"/>
              </a:ext>
            </a:extLst>
          </p:cNvPr>
          <p:cNvSpPr>
            <a:spLocks noGrp="1"/>
          </p:cNvSpPr>
          <p:nvPr/>
        </p:nvSpPr>
        <p:spPr>
          <a:xfrm>
            <a:off x="1559100" y="4278955"/>
            <a:ext cx="28398" cy="28398"/>
          </a:xfrm>
          <a:prstGeom prst="ellipse">
            <a:avLst/>
          </a:prstGeom>
          <a:solidFill>
            <a:srgbClr val="7F8C97">
              <a:alpha val="48000"/>
            </a:srgbClr>
          </a:solidFill>
          <a:ln w="0">
            <a:noFill/>
            <a:prstDash val="solid"/>
          </a:ln>
        </p:spPr>
      </p:sp>
      <p:sp>
        <p:nvSpPr>
          <p:cNvPr id="1523" name="03_assume_matched_6820">
            <a:extLst>
              <a:ext uri="{FF2B5EF4-FFF2-40B4-BE49-F238E27FC236}">
                <a16:creationId xmlns:a16="http://schemas.microsoft.com/office/drawing/2014/main" id="{DC3FE244-75C9-418B-B9C4-2FA69A6FDC52}"/>
              </a:ext>
            </a:extLst>
          </p:cNvPr>
          <p:cNvSpPr>
            <a:spLocks noGrp="1"/>
          </p:cNvSpPr>
          <p:nvPr/>
        </p:nvSpPr>
        <p:spPr>
          <a:xfrm>
            <a:off x="1565288" y="4278955"/>
            <a:ext cx="28398" cy="28398"/>
          </a:xfrm>
          <a:prstGeom prst="ellipse">
            <a:avLst/>
          </a:prstGeom>
          <a:solidFill>
            <a:srgbClr val="7F8C97">
              <a:alpha val="48000"/>
            </a:srgbClr>
          </a:solidFill>
          <a:ln w="0">
            <a:noFill/>
            <a:prstDash val="solid"/>
          </a:ln>
        </p:spPr>
      </p:sp>
      <p:sp>
        <p:nvSpPr>
          <p:cNvPr id="1524" name="03_assume_matched_6821">
            <a:extLst>
              <a:ext uri="{FF2B5EF4-FFF2-40B4-BE49-F238E27FC236}">
                <a16:creationId xmlns:a16="http://schemas.microsoft.com/office/drawing/2014/main" id="{7959D724-7572-4831-9060-818860AFD2E6}"/>
              </a:ext>
            </a:extLst>
          </p:cNvPr>
          <p:cNvSpPr>
            <a:spLocks noGrp="1"/>
          </p:cNvSpPr>
          <p:nvPr/>
        </p:nvSpPr>
        <p:spPr>
          <a:xfrm>
            <a:off x="1578671" y="4278955"/>
            <a:ext cx="28398" cy="28398"/>
          </a:xfrm>
          <a:prstGeom prst="ellipse">
            <a:avLst/>
          </a:prstGeom>
          <a:solidFill>
            <a:srgbClr val="7F8C97">
              <a:alpha val="48000"/>
            </a:srgbClr>
          </a:solidFill>
          <a:ln w="0">
            <a:noFill/>
            <a:prstDash val="solid"/>
          </a:ln>
        </p:spPr>
      </p:sp>
      <p:sp>
        <p:nvSpPr>
          <p:cNvPr id="1525" name="03_assume_matched_6822">
            <a:extLst>
              <a:ext uri="{FF2B5EF4-FFF2-40B4-BE49-F238E27FC236}">
                <a16:creationId xmlns:a16="http://schemas.microsoft.com/office/drawing/2014/main" id="{723C0491-4A7A-41C7-B4BF-6365E87304EF}"/>
              </a:ext>
            </a:extLst>
          </p:cNvPr>
          <p:cNvSpPr>
            <a:spLocks noGrp="1"/>
          </p:cNvSpPr>
          <p:nvPr/>
        </p:nvSpPr>
        <p:spPr>
          <a:xfrm>
            <a:off x="1487289" y="3694086"/>
            <a:ext cx="28398" cy="28398"/>
          </a:xfrm>
          <a:prstGeom prst="ellipse">
            <a:avLst/>
          </a:prstGeom>
          <a:solidFill>
            <a:srgbClr val="7F8C97">
              <a:alpha val="48000"/>
            </a:srgbClr>
          </a:solidFill>
          <a:ln w="0">
            <a:noFill/>
            <a:prstDash val="solid"/>
          </a:ln>
        </p:spPr>
      </p:sp>
      <p:sp>
        <p:nvSpPr>
          <p:cNvPr id="1526" name="03_assume_matched_6823">
            <a:extLst>
              <a:ext uri="{FF2B5EF4-FFF2-40B4-BE49-F238E27FC236}">
                <a16:creationId xmlns:a16="http://schemas.microsoft.com/office/drawing/2014/main" id="{3B11F165-A2BB-450F-ACF1-F83C119342C1}"/>
              </a:ext>
            </a:extLst>
          </p:cNvPr>
          <p:cNvSpPr>
            <a:spLocks noGrp="1"/>
          </p:cNvSpPr>
          <p:nvPr/>
        </p:nvSpPr>
        <p:spPr>
          <a:xfrm>
            <a:off x="1476496" y="3986521"/>
            <a:ext cx="28398" cy="28398"/>
          </a:xfrm>
          <a:prstGeom prst="ellipse">
            <a:avLst/>
          </a:prstGeom>
          <a:solidFill>
            <a:srgbClr val="7F8C97">
              <a:alpha val="48000"/>
            </a:srgbClr>
          </a:solidFill>
          <a:ln w="0">
            <a:noFill/>
            <a:prstDash val="solid"/>
          </a:ln>
        </p:spPr>
      </p:sp>
      <p:sp>
        <p:nvSpPr>
          <p:cNvPr id="1527" name="03_assume_matched_6824">
            <a:extLst>
              <a:ext uri="{FF2B5EF4-FFF2-40B4-BE49-F238E27FC236}">
                <a16:creationId xmlns:a16="http://schemas.microsoft.com/office/drawing/2014/main" id="{B147CFE5-6D45-4246-8E73-768CC6DD8325}"/>
              </a:ext>
            </a:extLst>
          </p:cNvPr>
          <p:cNvSpPr>
            <a:spLocks noGrp="1"/>
          </p:cNvSpPr>
          <p:nvPr/>
        </p:nvSpPr>
        <p:spPr>
          <a:xfrm>
            <a:off x="1559388" y="3986521"/>
            <a:ext cx="28398" cy="28398"/>
          </a:xfrm>
          <a:prstGeom prst="ellipse">
            <a:avLst/>
          </a:prstGeom>
          <a:solidFill>
            <a:srgbClr val="7F8C97">
              <a:alpha val="48000"/>
            </a:srgbClr>
          </a:solidFill>
          <a:ln w="0">
            <a:noFill/>
            <a:prstDash val="solid"/>
          </a:ln>
        </p:spPr>
      </p:sp>
      <p:sp>
        <p:nvSpPr>
          <p:cNvPr id="1528" name="03_assume_matched_6825">
            <a:extLst>
              <a:ext uri="{FF2B5EF4-FFF2-40B4-BE49-F238E27FC236}">
                <a16:creationId xmlns:a16="http://schemas.microsoft.com/office/drawing/2014/main" id="{FCE048E8-572F-45A7-8648-AB9A99E573C4}"/>
              </a:ext>
            </a:extLst>
          </p:cNvPr>
          <p:cNvSpPr>
            <a:spLocks noGrp="1"/>
          </p:cNvSpPr>
          <p:nvPr/>
        </p:nvSpPr>
        <p:spPr>
          <a:xfrm>
            <a:off x="1596516" y="4111850"/>
            <a:ext cx="28398" cy="28398"/>
          </a:xfrm>
          <a:prstGeom prst="ellipse">
            <a:avLst/>
          </a:prstGeom>
          <a:solidFill>
            <a:srgbClr val="7F8C97">
              <a:alpha val="48000"/>
            </a:srgbClr>
          </a:solidFill>
          <a:ln w="0">
            <a:noFill/>
            <a:prstDash val="solid"/>
          </a:ln>
        </p:spPr>
      </p:sp>
      <p:sp>
        <p:nvSpPr>
          <p:cNvPr id="1529" name="03_assume_matched_6826">
            <a:extLst>
              <a:ext uri="{FF2B5EF4-FFF2-40B4-BE49-F238E27FC236}">
                <a16:creationId xmlns:a16="http://schemas.microsoft.com/office/drawing/2014/main" id="{A132FB9E-FB91-4E7A-BADA-BB66E0BC3B7D}"/>
              </a:ext>
            </a:extLst>
          </p:cNvPr>
          <p:cNvSpPr>
            <a:spLocks noGrp="1"/>
          </p:cNvSpPr>
          <p:nvPr/>
        </p:nvSpPr>
        <p:spPr>
          <a:xfrm>
            <a:off x="1602704" y="3694086"/>
            <a:ext cx="28398" cy="28398"/>
          </a:xfrm>
          <a:prstGeom prst="ellipse">
            <a:avLst/>
          </a:prstGeom>
          <a:solidFill>
            <a:srgbClr val="7F8C97">
              <a:alpha val="48000"/>
            </a:srgbClr>
          </a:solidFill>
          <a:ln w="0">
            <a:noFill/>
            <a:prstDash val="solid"/>
          </a:ln>
        </p:spPr>
      </p:sp>
      <p:sp>
        <p:nvSpPr>
          <p:cNvPr id="1530" name="03_assume_matched_6827">
            <a:extLst>
              <a:ext uri="{FF2B5EF4-FFF2-40B4-BE49-F238E27FC236}">
                <a16:creationId xmlns:a16="http://schemas.microsoft.com/office/drawing/2014/main" id="{D76B0F6C-F2A8-413C-96D0-53459104F8F9}"/>
              </a:ext>
            </a:extLst>
          </p:cNvPr>
          <p:cNvSpPr>
            <a:spLocks noGrp="1"/>
          </p:cNvSpPr>
          <p:nvPr/>
        </p:nvSpPr>
        <p:spPr>
          <a:xfrm>
            <a:off x="1513769" y="3986521"/>
            <a:ext cx="28398" cy="28398"/>
          </a:xfrm>
          <a:prstGeom prst="ellipse">
            <a:avLst/>
          </a:prstGeom>
          <a:solidFill>
            <a:srgbClr val="7F8C97">
              <a:alpha val="48000"/>
            </a:srgbClr>
          </a:solidFill>
          <a:ln w="0">
            <a:noFill/>
            <a:prstDash val="solid"/>
          </a:ln>
        </p:spPr>
      </p:sp>
      <p:sp>
        <p:nvSpPr>
          <p:cNvPr id="1531" name="03_assume_matched_6828">
            <a:extLst>
              <a:ext uri="{FF2B5EF4-FFF2-40B4-BE49-F238E27FC236}">
                <a16:creationId xmlns:a16="http://schemas.microsoft.com/office/drawing/2014/main" id="{B6DE3854-6B42-49E3-B0E9-A4DE0E2BEE45}"/>
              </a:ext>
            </a:extLst>
          </p:cNvPr>
          <p:cNvSpPr>
            <a:spLocks noGrp="1"/>
          </p:cNvSpPr>
          <p:nvPr/>
        </p:nvSpPr>
        <p:spPr>
          <a:xfrm>
            <a:off x="1566583" y="4278955"/>
            <a:ext cx="28398" cy="28398"/>
          </a:xfrm>
          <a:prstGeom prst="ellipse">
            <a:avLst/>
          </a:prstGeom>
          <a:solidFill>
            <a:srgbClr val="7F8C97">
              <a:alpha val="48000"/>
            </a:srgbClr>
          </a:solidFill>
          <a:ln w="0">
            <a:noFill/>
            <a:prstDash val="solid"/>
          </a:ln>
        </p:spPr>
      </p:sp>
      <p:sp>
        <p:nvSpPr>
          <p:cNvPr id="1532" name="03_assume_matched_6829">
            <a:extLst>
              <a:ext uri="{FF2B5EF4-FFF2-40B4-BE49-F238E27FC236}">
                <a16:creationId xmlns:a16="http://schemas.microsoft.com/office/drawing/2014/main" id="{02C386E7-F254-47DA-B702-599A3C975B04}"/>
              </a:ext>
            </a:extLst>
          </p:cNvPr>
          <p:cNvSpPr>
            <a:spLocks noGrp="1"/>
          </p:cNvSpPr>
          <p:nvPr/>
        </p:nvSpPr>
        <p:spPr>
          <a:xfrm>
            <a:off x="1577520" y="3694086"/>
            <a:ext cx="28398" cy="28398"/>
          </a:xfrm>
          <a:prstGeom prst="ellipse">
            <a:avLst/>
          </a:prstGeom>
          <a:solidFill>
            <a:srgbClr val="7F8C97">
              <a:alpha val="48000"/>
            </a:srgbClr>
          </a:solidFill>
          <a:ln w="0">
            <a:noFill/>
            <a:prstDash val="solid"/>
          </a:ln>
        </p:spPr>
      </p:sp>
      <p:sp>
        <p:nvSpPr>
          <p:cNvPr id="1533" name="03_assume_matched_6830">
            <a:extLst>
              <a:ext uri="{FF2B5EF4-FFF2-40B4-BE49-F238E27FC236}">
                <a16:creationId xmlns:a16="http://schemas.microsoft.com/office/drawing/2014/main" id="{9D27B7D0-41C2-40B0-BAF0-D7B0B638E1AE}"/>
              </a:ext>
            </a:extLst>
          </p:cNvPr>
          <p:cNvSpPr>
            <a:spLocks noGrp="1"/>
          </p:cNvSpPr>
          <p:nvPr/>
        </p:nvSpPr>
        <p:spPr>
          <a:xfrm>
            <a:off x="1594933" y="3694086"/>
            <a:ext cx="28398" cy="28398"/>
          </a:xfrm>
          <a:prstGeom prst="ellipse">
            <a:avLst/>
          </a:prstGeom>
          <a:solidFill>
            <a:srgbClr val="7F8C97">
              <a:alpha val="48000"/>
            </a:srgbClr>
          </a:solidFill>
          <a:ln w="0">
            <a:noFill/>
            <a:prstDash val="solid"/>
          </a:ln>
        </p:spPr>
      </p:sp>
      <p:sp>
        <p:nvSpPr>
          <p:cNvPr id="1534" name="03_assume_matched_6831">
            <a:extLst>
              <a:ext uri="{FF2B5EF4-FFF2-40B4-BE49-F238E27FC236}">
                <a16:creationId xmlns:a16="http://schemas.microsoft.com/office/drawing/2014/main" id="{6489278E-7627-4939-85F4-8F292B725595}"/>
              </a:ext>
            </a:extLst>
          </p:cNvPr>
          <p:cNvSpPr>
            <a:spLocks noGrp="1"/>
          </p:cNvSpPr>
          <p:nvPr/>
        </p:nvSpPr>
        <p:spPr>
          <a:xfrm>
            <a:off x="1579679" y="3694086"/>
            <a:ext cx="28398" cy="28398"/>
          </a:xfrm>
          <a:prstGeom prst="ellipse">
            <a:avLst/>
          </a:prstGeom>
          <a:solidFill>
            <a:srgbClr val="7F8C97">
              <a:alpha val="48000"/>
            </a:srgbClr>
          </a:solidFill>
          <a:ln w="0">
            <a:noFill/>
            <a:prstDash val="solid"/>
          </a:ln>
        </p:spPr>
      </p:sp>
      <p:sp>
        <p:nvSpPr>
          <p:cNvPr id="1535" name="03_assume_matched_6832">
            <a:extLst>
              <a:ext uri="{FF2B5EF4-FFF2-40B4-BE49-F238E27FC236}">
                <a16:creationId xmlns:a16="http://schemas.microsoft.com/office/drawing/2014/main" id="{5B0AB677-E602-4C21-A097-82E1FC54050D}"/>
              </a:ext>
            </a:extLst>
          </p:cNvPr>
          <p:cNvSpPr>
            <a:spLocks noGrp="1"/>
          </p:cNvSpPr>
          <p:nvPr/>
        </p:nvSpPr>
        <p:spPr>
          <a:xfrm>
            <a:off x="1557949" y="3694086"/>
            <a:ext cx="28398" cy="28398"/>
          </a:xfrm>
          <a:prstGeom prst="ellipse">
            <a:avLst/>
          </a:prstGeom>
          <a:solidFill>
            <a:srgbClr val="7F8C97">
              <a:alpha val="48000"/>
            </a:srgbClr>
          </a:solidFill>
          <a:ln w="0">
            <a:noFill/>
            <a:prstDash val="solid"/>
          </a:ln>
        </p:spPr>
      </p:sp>
      <p:sp>
        <p:nvSpPr>
          <p:cNvPr id="1536" name="03_assume_matched_6833">
            <a:extLst>
              <a:ext uri="{FF2B5EF4-FFF2-40B4-BE49-F238E27FC236}">
                <a16:creationId xmlns:a16="http://schemas.microsoft.com/office/drawing/2014/main" id="{FEAFBA0A-440B-4E7E-89C5-5519B278677F}"/>
              </a:ext>
            </a:extLst>
          </p:cNvPr>
          <p:cNvSpPr>
            <a:spLocks noGrp="1"/>
          </p:cNvSpPr>
          <p:nvPr/>
        </p:nvSpPr>
        <p:spPr>
          <a:xfrm>
            <a:off x="1469732" y="3694086"/>
            <a:ext cx="28398" cy="28398"/>
          </a:xfrm>
          <a:prstGeom prst="ellipse">
            <a:avLst/>
          </a:prstGeom>
          <a:solidFill>
            <a:srgbClr val="7F8C97">
              <a:alpha val="48000"/>
            </a:srgbClr>
          </a:solidFill>
          <a:ln w="0">
            <a:noFill/>
            <a:prstDash val="solid"/>
          </a:ln>
        </p:spPr>
      </p:sp>
      <p:sp>
        <p:nvSpPr>
          <p:cNvPr id="1537" name="03_assume_matched_6834">
            <a:extLst>
              <a:ext uri="{FF2B5EF4-FFF2-40B4-BE49-F238E27FC236}">
                <a16:creationId xmlns:a16="http://schemas.microsoft.com/office/drawing/2014/main" id="{93FE83F9-7822-454D-AC65-F92CE390E940}"/>
              </a:ext>
            </a:extLst>
          </p:cNvPr>
          <p:cNvSpPr>
            <a:spLocks noGrp="1"/>
          </p:cNvSpPr>
          <p:nvPr/>
        </p:nvSpPr>
        <p:spPr>
          <a:xfrm>
            <a:off x="1483692" y="4278955"/>
            <a:ext cx="28398" cy="28398"/>
          </a:xfrm>
          <a:prstGeom prst="ellipse">
            <a:avLst/>
          </a:prstGeom>
          <a:solidFill>
            <a:srgbClr val="7F8C97">
              <a:alpha val="48000"/>
            </a:srgbClr>
          </a:solidFill>
          <a:ln w="0">
            <a:noFill/>
            <a:prstDash val="solid"/>
          </a:ln>
        </p:spPr>
      </p:sp>
      <p:sp>
        <p:nvSpPr>
          <p:cNvPr id="1538" name="03_assume_matched_6835">
            <a:extLst>
              <a:ext uri="{FF2B5EF4-FFF2-40B4-BE49-F238E27FC236}">
                <a16:creationId xmlns:a16="http://schemas.microsoft.com/office/drawing/2014/main" id="{813536FB-299C-4575-B99A-5CB72887A5D2}"/>
              </a:ext>
            </a:extLst>
          </p:cNvPr>
          <p:cNvSpPr>
            <a:spLocks noGrp="1"/>
          </p:cNvSpPr>
          <p:nvPr/>
        </p:nvSpPr>
        <p:spPr>
          <a:xfrm>
            <a:off x="1544853" y="3694086"/>
            <a:ext cx="28398" cy="28398"/>
          </a:xfrm>
          <a:prstGeom prst="ellipse">
            <a:avLst/>
          </a:prstGeom>
          <a:solidFill>
            <a:srgbClr val="7F8C97">
              <a:alpha val="48000"/>
            </a:srgbClr>
          </a:solidFill>
          <a:ln w="0">
            <a:noFill/>
            <a:prstDash val="solid"/>
          </a:ln>
        </p:spPr>
      </p:sp>
      <p:sp>
        <p:nvSpPr>
          <p:cNvPr id="1539" name="03_assume_matched_6836">
            <a:extLst>
              <a:ext uri="{FF2B5EF4-FFF2-40B4-BE49-F238E27FC236}">
                <a16:creationId xmlns:a16="http://schemas.microsoft.com/office/drawing/2014/main" id="{1BC07BFF-0E85-4401-9EAF-F9229CFEC0F2}"/>
              </a:ext>
            </a:extLst>
          </p:cNvPr>
          <p:cNvSpPr>
            <a:spLocks noGrp="1"/>
          </p:cNvSpPr>
          <p:nvPr/>
        </p:nvSpPr>
        <p:spPr>
          <a:xfrm>
            <a:off x="1489736" y="4278955"/>
            <a:ext cx="28398" cy="28398"/>
          </a:xfrm>
          <a:prstGeom prst="ellipse">
            <a:avLst/>
          </a:prstGeom>
          <a:solidFill>
            <a:srgbClr val="7F8C97">
              <a:alpha val="48000"/>
            </a:srgbClr>
          </a:solidFill>
          <a:ln w="0">
            <a:noFill/>
            <a:prstDash val="solid"/>
          </a:ln>
        </p:spPr>
      </p:sp>
      <p:sp>
        <p:nvSpPr>
          <p:cNvPr id="1540" name="03_assume_matched_6837">
            <a:extLst>
              <a:ext uri="{FF2B5EF4-FFF2-40B4-BE49-F238E27FC236}">
                <a16:creationId xmlns:a16="http://schemas.microsoft.com/office/drawing/2014/main" id="{6D4706D7-A9A2-4F75-873B-A96FB309175D}"/>
              </a:ext>
            </a:extLst>
          </p:cNvPr>
          <p:cNvSpPr>
            <a:spLocks noGrp="1"/>
          </p:cNvSpPr>
          <p:nvPr/>
        </p:nvSpPr>
        <p:spPr>
          <a:xfrm>
            <a:off x="1515783" y="3694086"/>
            <a:ext cx="28398" cy="28398"/>
          </a:xfrm>
          <a:prstGeom prst="ellipse">
            <a:avLst/>
          </a:prstGeom>
          <a:solidFill>
            <a:srgbClr val="7F8C97">
              <a:alpha val="48000"/>
            </a:srgbClr>
          </a:solidFill>
          <a:ln w="0">
            <a:noFill/>
            <a:prstDash val="solid"/>
          </a:ln>
        </p:spPr>
      </p:sp>
      <p:sp>
        <p:nvSpPr>
          <p:cNvPr id="1541" name="03_assume_matched_6838">
            <a:extLst>
              <a:ext uri="{FF2B5EF4-FFF2-40B4-BE49-F238E27FC236}">
                <a16:creationId xmlns:a16="http://schemas.microsoft.com/office/drawing/2014/main" id="{58617E43-B282-441E-A468-9F89EBB393EF}"/>
              </a:ext>
            </a:extLst>
          </p:cNvPr>
          <p:cNvSpPr>
            <a:spLocks noGrp="1"/>
          </p:cNvSpPr>
          <p:nvPr/>
        </p:nvSpPr>
        <p:spPr>
          <a:xfrm>
            <a:off x="1464839" y="4278955"/>
            <a:ext cx="28398" cy="28398"/>
          </a:xfrm>
          <a:prstGeom prst="ellipse">
            <a:avLst/>
          </a:prstGeom>
          <a:solidFill>
            <a:srgbClr val="7F8C97">
              <a:alpha val="48000"/>
            </a:srgbClr>
          </a:solidFill>
          <a:ln w="0">
            <a:noFill/>
            <a:prstDash val="solid"/>
          </a:ln>
        </p:spPr>
      </p:sp>
      <p:sp>
        <p:nvSpPr>
          <p:cNvPr id="1542" name="03_assume_matched_6839">
            <a:extLst>
              <a:ext uri="{FF2B5EF4-FFF2-40B4-BE49-F238E27FC236}">
                <a16:creationId xmlns:a16="http://schemas.microsoft.com/office/drawing/2014/main" id="{B02109CE-15C1-43B5-9866-733555D2E056}"/>
              </a:ext>
            </a:extLst>
          </p:cNvPr>
          <p:cNvSpPr>
            <a:spLocks noGrp="1"/>
          </p:cNvSpPr>
          <p:nvPr/>
        </p:nvSpPr>
        <p:spPr>
          <a:xfrm>
            <a:off x="2337519" y="3709083"/>
            <a:ext cx="28398" cy="28398"/>
          </a:xfrm>
          <a:prstGeom prst="ellipse">
            <a:avLst/>
          </a:prstGeom>
          <a:solidFill>
            <a:srgbClr val="7F8C97">
              <a:alpha val="48000"/>
            </a:srgbClr>
          </a:solidFill>
          <a:ln w="0">
            <a:noFill/>
            <a:prstDash val="solid"/>
          </a:ln>
        </p:spPr>
      </p:sp>
      <p:sp>
        <p:nvSpPr>
          <p:cNvPr id="1543" name="03_assume_matched_6840">
            <a:extLst>
              <a:ext uri="{FF2B5EF4-FFF2-40B4-BE49-F238E27FC236}">
                <a16:creationId xmlns:a16="http://schemas.microsoft.com/office/drawing/2014/main" id="{1D91A9B2-ABD0-479A-85E4-E78AD2C29345}"/>
              </a:ext>
            </a:extLst>
          </p:cNvPr>
          <p:cNvSpPr>
            <a:spLocks noGrp="1"/>
          </p:cNvSpPr>
          <p:nvPr/>
        </p:nvSpPr>
        <p:spPr>
          <a:xfrm>
            <a:off x="2326006" y="4278955"/>
            <a:ext cx="28398" cy="28398"/>
          </a:xfrm>
          <a:prstGeom prst="ellipse">
            <a:avLst/>
          </a:prstGeom>
          <a:solidFill>
            <a:srgbClr val="7F8C97">
              <a:alpha val="48000"/>
            </a:srgbClr>
          </a:solidFill>
          <a:ln w="0">
            <a:noFill/>
            <a:prstDash val="solid"/>
          </a:ln>
        </p:spPr>
      </p:sp>
      <p:sp>
        <p:nvSpPr>
          <p:cNvPr id="1544" name="03_assume_matched_6841">
            <a:extLst>
              <a:ext uri="{FF2B5EF4-FFF2-40B4-BE49-F238E27FC236}">
                <a16:creationId xmlns:a16="http://schemas.microsoft.com/office/drawing/2014/main" id="{D61F44E8-BB58-4059-A0AB-8A9512BBE4AA}"/>
              </a:ext>
            </a:extLst>
          </p:cNvPr>
          <p:cNvSpPr>
            <a:spLocks noGrp="1"/>
          </p:cNvSpPr>
          <p:nvPr/>
        </p:nvSpPr>
        <p:spPr>
          <a:xfrm>
            <a:off x="2268874" y="3694086"/>
            <a:ext cx="28398" cy="28398"/>
          </a:xfrm>
          <a:prstGeom prst="ellipse">
            <a:avLst/>
          </a:prstGeom>
          <a:solidFill>
            <a:srgbClr val="7F8C97">
              <a:alpha val="48000"/>
            </a:srgbClr>
          </a:solidFill>
          <a:ln w="0">
            <a:noFill/>
            <a:prstDash val="solid"/>
          </a:ln>
        </p:spPr>
      </p:sp>
      <p:sp>
        <p:nvSpPr>
          <p:cNvPr id="1545" name="03_assume_matched_6842">
            <a:extLst>
              <a:ext uri="{FF2B5EF4-FFF2-40B4-BE49-F238E27FC236}">
                <a16:creationId xmlns:a16="http://schemas.microsoft.com/office/drawing/2014/main" id="{9899CD5B-6A24-47DF-A014-94140474298A}"/>
              </a:ext>
            </a:extLst>
          </p:cNvPr>
          <p:cNvSpPr>
            <a:spLocks noGrp="1"/>
          </p:cNvSpPr>
          <p:nvPr/>
        </p:nvSpPr>
        <p:spPr>
          <a:xfrm>
            <a:off x="2347736" y="3694086"/>
            <a:ext cx="28398" cy="28398"/>
          </a:xfrm>
          <a:prstGeom prst="ellipse">
            <a:avLst/>
          </a:prstGeom>
          <a:solidFill>
            <a:srgbClr val="7F8C97">
              <a:alpha val="48000"/>
            </a:srgbClr>
          </a:solidFill>
          <a:ln w="0">
            <a:noFill/>
            <a:prstDash val="solid"/>
          </a:ln>
        </p:spPr>
      </p:sp>
      <p:sp>
        <p:nvSpPr>
          <p:cNvPr id="1546" name="03_assume_matched_6843">
            <a:extLst>
              <a:ext uri="{FF2B5EF4-FFF2-40B4-BE49-F238E27FC236}">
                <a16:creationId xmlns:a16="http://schemas.microsoft.com/office/drawing/2014/main" id="{3ACB044C-38C6-49A0-90F3-84AAF5123A88}"/>
              </a:ext>
            </a:extLst>
          </p:cNvPr>
          <p:cNvSpPr>
            <a:spLocks noGrp="1"/>
          </p:cNvSpPr>
          <p:nvPr/>
        </p:nvSpPr>
        <p:spPr>
          <a:xfrm>
            <a:off x="2315501" y="3694086"/>
            <a:ext cx="28398" cy="28398"/>
          </a:xfrm>
          <a:prstGeom prst="ellipse">
            <a:avLst/>
          </a:prstGeom>
          <a:solidFill>
            <a:srgbClr val="7F8C97">
              <a:alpha val="48000"/>
            </a:srgbClr>
          </a:solidFill>
          <a:ln w="0">
            <a:noFill/>
            <a:prstDash val="solid"/>
          </a:ln>
        </p:spPr>
      </p:sp>
      <p:sp>
        <p:nvSpPr>
          <p:cNvPr id="1547" name="03_assume_matched_6844">
            <a:extLst>
              <a:ext uri="{FF2B5EF4-FFF2-40B4-BE49-F238E27FC236}">
                <a16:creationId xmlns:a16="http://schemas.microsoft.com/office/drawing/2014/main" id="{339DA2B0-43D0-4C10-9CB1-4AA212ACB05B}"/>
              </a:ext>
            </a:extLst>
          </p:cNvPr>
          <p:cNvSpPr>
            <a:spLocks noGrp="1"/>
          </p:cNvSpPr>
          <p:nvPr/>
        </p:nvSpPr>
        <p:spPr>
          <a:xfrm>
            <a:off x="2220233" y="3694086"/>
            <a:ext cx="28398" cy="28398"/>
          </a:xfrm>
          <a:prstGeom prst="ellipse">
            <a:avLst/>
          </a:prstGeom>
          <a:solidFill>
            <a:srgbClr val="7F8C97">
              <a:alpha val="48000"/>
            </a:srgbClr>
          </a:solidFill>
          <a:ln w="0">
            <a:noFill/>
            <a:prstDash val="solid"/>
          </a:ln>
        </p:spPr>
      </p:sp>
      <p:sp>
        <p:nvSpPr>
          <p:cNvPr id="1548" name="03_assume_matched_6845">
            <a:extLst>
              <a:ext uri="{FF2B5EF4-FFF2-40B4-BE49-F238E27FC236}">
                <a16:creationId xmlns:a16="http://schemas.microsoft.com/office/drawing/2014/main" id="{19038778-6E58-4D48-A37F-963406A21B24}"/>
              </a:ext>
            </a:extLst>
          </p:cNvPr>
          <p:cNvSpPr>
            <a:spLocks noGrp="1"/>
          </p:cNvSpPr>
          <p:nvPr/>
        </p:nvSpPr>
        <p:spPr>
          <a:xfrm>
            <a:off x="2250885" y="4278955"/>
            <a:ext cx="28398" cy="28398"/>
          </a:xfrm>
          <a:prstGeom prst="ellipse">
            <a:avLst/>
          </a:prstGeom>
          <a:solidFill>
            <a:srgbClr val="7F8C97">
              <a:alpha val="48000"/>
            </a:srgbClr>
          </a:solidFill>
          <a:ln w="0">
            <a:noFill/>
            <a:prstDash val="solid"/>
          </a:ln>
        </p:spPr>
      </p:sp>
      <p:sp>
        <p:nvSpPr>
          <p:cNvPr id="1549" name="03_assume_matched_6846">
            <a:extLst>
              <a:ext uri="{FF2B5EF4-FFF2-40B4-BE49-F238E27FC236}">
                <a16:creationId xmlns:a16="http://schemas.microsoft.com/office/drawing/2014/main" id="{D7E6A4BD-A310-4797-AA91-71A9AE2F3F02}"/>
              </a:ext>
            </a:extLst>
          </p:cNvPr>
          <p:cNvSpPr>
            <a:spLocks noGrp="1"/>
          </p:cNvSpPr>
          <p:nvPr/>
        </p:nvSpPr>
        <p:spPr>
          <a:xfrm>
            <a:off x="2219945" y="4132738"/>
            <a:ext cx="28398" cy="28398"/>
          </a:xfrm>
          <a:prstGeom prst="ellipse">
            <a:avLst/>
          </a:prstGeom>
          <a:solidFill>
            <a:srgbClr val="7F8C97">
              <a:alpha val="48000"/>
            </a:srgbClr>
          </a:solidFill>
          <a:ln w="0">
            <a:noFill/>
            <a:prstDash val="solid"/>
          </a:ln>
        </p:spPr>
      </p:sp>
      <p:sp>
        <p:nvSpPr>
          <p:cNvPr id="1550" name="03_assume_matched_6847">
            <a:extLst>
              <a:ext uri="{FF2B5EF4-FFF2-40B4-BE49-F238E27FC236}">
                <a16:creationId xmlns:a16="http://schemas.microsoft.com/office/drawing/2014/main" id="{84D1A568-8514-4689-9C93-9119F29D604A}"/>
              </a:ext>
            </a:extLst>
          </p:cNvPr>
          <p:cNvSpPr>
            <a:spLocks noGrp="1"/>
          </p:cNvSpPr>
          <p:nvPr/>
        </p:nvSpPr>
        <p:spPr>
          <a:xfrm>
            <a:off x="2301254" y="3986521"/>
            <a:ext cx="28398" cy="28398"/>
          </a:xfrm>
          <a:prstGeom prst="ellipse">
            <a:avLst/>
          </a:prstGeom>
          <a:solidFill>
            <a:srgbClr val="7F8C97">
              <a:alpha val="48000"/>
            </a:srgbClr>
          </a:solidFill>
          <a:ln w="0">
            <a:noFill/>
            <a:prstDash val="solid"/>
          </a:ln>
        </p:spPr>
      </p:sp>
      <p:sp>
        <p:nvSpPr>
          <p:cNvPr id="1551" name="03_assume_matched_6848">
            <a:extLst>
              <a:ext uri="{FF2B5EF4-FFF2-40B4-BE49-F238E27FC236}">
                <a16:creationId xmlns:a16="http://schemas.microsoft.com/office/drawing/2014/main" id="{64422671-0D46-4FFA-B395-8C5F9C377751}"/>
              </a:ext>
            </a:extLst>
          </p:cNvPr>
          <p:cNvSpPr>
            <a:spLocks noGrp="1"/>
          </p:cNvSpPr>
          <p:nvPr/>
        </p:nvSpPr>
        <p:spPr>
          <a:xfrm>
            <a:off x="2282545" y="4278955"/>
            <a:ext cx="28398" cy="28398"/>
          </a:xfrm>
          <a:prstGeom prst="ellipse">
            <a:avLst/>
          </a:prstGeom>
          <a:solidFill>
            <a:srgbClr val="7F8C97">
              <a:alpha val="48000"/>
            </a:srgbClr>
          </a:solidFill>
          <a:ln w="0">
            <a:noFill/>
            <a:prstDash val="solid"/>
          </a:ln>
        </p:spPr>
      </p:sp>
      <p:sp>
        <p:nvSpPr>
          <p:cNvPr id="1552" name="03_assume_matched_6849">
            <a:extLst>
              <a:ext uri="{FF2B5EF4-FFF2-40B4-BE49-F238E27FC236}">
                <a16:creationId xmlns:a16="http://schemas.microsoft.com/office/drawing/2014/main" id="{453EA48C-038F-44C4-960B-F1F3369126D6}"/>
              </a:ext>
            </a:extLst>
          </p:cNvPr>
          <p:cNvSpPr>
            <a:spLocks noGrp="1"/>
          </p:cNvSpPr>
          <p:nvPr/>
        </p:nvSpPr>
        <p:spPr>
          <a:xfrm>
            <a:off x="2267291" y="4278955"/>
            <a:ext cx="28398" cy="28398"/>
          </a:xfrm>
          <a:prstGeom prst="ellipse">
            <a:avLst/>
          </a:prstGeom>
          <a:solidFill>
            <a:srgbClr val="7F8C97">
              <a:alpha val="48000"/>
            </a:srgbClr>
          </a:solidFill>
          <a:ln w="0">
            <a:noFill/>
            <a:prstDash val="solid"/>
          </a:ln>
        </p:spPr>
      </p:sp>
      <p:sp>
        <p:nvSpPr>
          <p:cNvPr id="1553" name="03_assume_matched_6850">
            <a:extLst>
              <a:ext uri="{FF2B5EF4-FFF2-40B4-BE49-F238E27FC236}">
                <a16:creationId xmlns:a16="http://schemas.microsoft.com/office/drawing/2014/main" id="{24CBC714-7F5B-4F6D-A527-77B0A49BEAE3}"/>
              </a:ext>
            </a:extLst>
          </p:cNvPr>
          <p:cNvSpPr>
            <a:spLocks noGrp="1"/>
          </p:cNvSpPr>
          <p:nvPr/>
        </p:nvSpPr>
        <p:spPr>
          <a:xfrm>
            <a:off x="2253044" y="4278955"/>
            <a:ext cx="28398" cy="28398"/>
          </a:xfrm>
          <a:prstGeom prst="ellipse">
            <a:avLst/>
          </a:prstGeom>
          <a:solidFill>
            <a:srgbClr val="7F8C97">
              <a:alpha val="48000"/>
            </a:srgbClr>
          </a:solidFill>
          <a:ln w="0">
            <a:noFill/>
            <a:prstDash val="solid"/>
          </a:ln>
        </p:spPr>
      </p:sp>
      <p:sp>
        <p:nvSpPr>
          <p:cNvPr id="1554" name="03_assume_matched_6851">
            <a:extLst>
              <a:ext uri="{FF2B5EF4-FFF2-40B4-BE49-F238E27FC236}">
                <a16:creationId xmlns:a16="http://schemas.microsoft.com/office/drawing/2014/main" id="{419B6989-930D-4089-AD10-F6268E911E81}"/>
              </a:ext>
            </a:extLst>
          </p:cNvPr>
          <p:cNvSpPr>
            <a:spLocks noGrp="1"/>
          </p:cNvSpPr>
          <p:nvPr/>
        </p:nvSpPr>
        <p:spPr>
          <a:xfrm>
            <a:off x="2269450" y="4278955"/>
            <a:ext cx="28398" cy="28398"/>
          </a:xfrm>
          <a:prstGeom prst="ellipse">
            <a:avLst/>
          </a:prstGeom>
          <a:solidFill>
            <a:srgbClr val="7F8C97">
              <a:alpha val="48000"/>
            </a:srgbClr>
          </a:solidFill>
          <a:ln w="0">
            <a:noFill/>
            <a:prstDash val="solid"/>
          </a:ln>
        </p:spPr>
      </p:sp>
      <p:sp>
        <p:nvSpPr>
          <p:cNvPr id="1555" name="03_assume_matched_6852">
            <a:extLst>
              <a:ext uri="{FF2B5EF4-FFF2-40B4-BE49-F238E27FC236}">
                <a16:creationId xmlns:a16="http://schemas.microsoft.com/office/drawing/2014/main" id="{810142F6-53A3-4FB3-91D3-4B2A93380A4E}"/>
              </a:ext>
            </a:extLst>
          </p:cNvPr>
          <p:cNvSpPr>
            <a:spLocks noGrp="1"/>
          </p:cNvSpPr>
          <p:nvPr/>
        </p:nvSpPr>
        <p:spPr>
          <a:xfrm>
            <a:off x="2354644" y="4132738"/>
            <a:ext cx="28398" cy="28398"/>
          </a:xfrm>
          <a:prstGeom prst="ellipse">
            <a:avLst/>
          </a:prstGeom>
          <a:solidFill>
            <a:srgbClr val="7F8C97">
              <a:alpha val="48000"/>
            </a:srgbClr>
          </a:solidFill>
          <a:ln w="0">
            <a:noFill/>
            <a:prstDash val="solid"/>
          </a:ln>
        </p:spPr>
      </p:sp>
      <p:sp>
        <p:nvSpPr>
          <p:cNvPr id="1556" name="03_assume_matched_6853">
            <a:extLst>
              <a:ext uri="{FF2B5EF4-FFF2-40B4-BE49-F238E27FC236}">
                <a16:creationId xmlns:a16="http://schemas.microsoft.com/office/drawing/2014/main" id="{503A6F66-865B-4C67-A0BD-3FA0436526FF}"/>
              </a:ext>
            </a:extLst>
          </p:cNvPr>
          <p:cNvSpPr>
            <a:spLocks noGrp="1"/>
          </p:cNvSpPr>
          <p:nvPr/>
        </p:nvSpPr>
        <p:spPr>
          <a:xfrm>
            <a:off x="2309600" y="3694086"/>
            <a:ext cx="28398" cy="28398"/>
          </a:xfrm>
          <a:prstGeom prst="ellipse">
            <a:avLst/>
          </a:prstGeom>
          <a:solidFill>
            <a:srgbClr val="7F8C97">
              <a:alpha val="48000"/>
            </a:srgbClr>
          </a:solidFill>
          <a:ln w="0">
            <a:noFill/>
            <a:prstDash val="solid"/>
          </a:ln>
        </p:spPr>
      </p:sp>
      <p:sp>
        <p:nvSpPr>
          <p:cNvPr id="1557" name="03_assume_matched_6854">
            <a:extLst>
              <a:ext uri="{FF2B5EF4-FFF2-40B4-BE49-F238E27FC236}">
                <a16:creationId xmlns:a16="http://schemas.microsoft.com/office/drawing/2014/main" id="{FCCD1194-FC10-4065-92DB-CD2B946D483C}"/>
              </a:ext>
            </a:extLst>
          </p:cNvPr>
          <p:cNvSpPr>
            <a:spLocks noGrp="1"/>
          </p:cNvSpPr>
          <p:nvPr/>
        </p:nvSpPr>
        <p:spPr>
          <a:xfrm>
            <a:off x="2319386" y="4246462"/>
            <a:ext cx="28398" cy="28398"/>
          </a:xfrm>
          <a:prstGeom prst="ellipse">
            <a:avLst/>
          </a:prstGeom>
          <a:solidFill>
            <a:srgbClr val="7F8C97">
              <a:alpha val="48000"/>
            </a:srgbClr>
          </a:solidFill>
          <a:ln w="0">
            <a:noFill/>
            <a:prstDash val="solid"/>
          </a:ln>
        </p:spPr>
      </p:sp>
      <p:sp>
        <p:nvSpPr>
          <p:cNvPr id="1558" name="03_assume_matched_6855">
            <a:extLst>
              <a:ext uri="{FF2B5EF4-FFF2-40B4-BE49-F238E27FC236}">
                <a16:creationId xmlns:a16="http://schemas.microsoft.com/office/drawing/2014/main" id="{E1AD6CAC-BDF8-4621-808F-142CD40B5796}"/>
              </a:ext>
            </a:extLst>
          </p:cNvPr>
          <p:cNvSpPr>
            <a:spLocks noGrp="1"/>
          </p:cNvSpPr>
          <p:nvPr/>
        </p:nvSpPr>
        <p:spPr>
          <a:xfrm>
            <a:off x="2256210" y="4181477"/>
            <a:ext cx="28398" cy="28398"/>
          </a:xfrm>
          <a:prstGeom prst="ellipse">
            <a:avLst/>
          </a:prstGeom>
          <a:solidFill>
            <a:srgbClr val="7F8C97">
              <a:alpha val="48000"/>
            </a:srgbClr>
          </a:solidFill>
          <a:ln w="0">
            <a:noFill/>
            <a:prstDash val="solid"/>
          </a:ln>
        </p:spPr>
      </p:sp>
      <p:sp>
        <p:nvSpPr>
          <p:cNvPr id="1559" name="03_assume_matched_6856">
            <a:extLst>
              <a:ext uri="{FF2B5EF4-FFF2-40B4-BE49-F238E27FC236}">
                <a16:creationId xmlns:a16="http://schemas.microsoft.com/office/drawing/2014/main" id="{79811AA6-4B07-40D5-B95F-0FCFC70B5F7D}"/>
              </a:ext>
            </a:extLst>
          </p:cNvPr>
          <p:cNvSpPr>
            <a:spLocks noGrp="1"/>
          </p:cNvSpPr>
          <p:nvPr/>
        </p:nvSpPr>
        <p:spPr>
          <a:xfrm>
            <a:off x="2346585" y="4278955"/>
            <a:ext cx="28398" cy="28398"/>
          </a:xfrm>
          <a:prstGeom prst="ellipse">
            <a:avLst/>
          </a:prstGeom>
          <a:solidFill>
            <a:srgbClr val="7F8C97">
              <a:alpha val="48000"/>
            </a:srgbClr>
          </a:solidFill>
          <a:ln w="0">
            <a:noFill/>
            <a:prstDash val="solid"/>
          </a:ln>
        </p:spPr>
      </p:sp>
      <p:sp>
        <p:nvSpPr>
          <p:cNvPr id="1560" name="03_assume_matched_6857">
            <a:extLst>
              <a:ext uri="{FF2B5EF4-FFF2-40B4-BE49-F238E27FC236}">
                <a16:creationId xmlns:a16="http://schemas.microsoft.com/office/drawing/2014/main" id="{1372823E-1E92-4B7A-9BD7-53B3E301CC31}"/>
              </a:ext>
            </a:extLst>
          </p:cNvPr>
          <p:cNvSpPr>
            <a:spLocks noGrp="1"/>
          </p:cNvSpPr>
          <p:nvPr/>
        </p:nvSpPr>
        <p:spPr>
          <a:xfrm>
            <a:off x="2319674" y="3853596"/>
            <a:ext cx="28398" cy="28398"/>
          </a:xfrm>
          <a:prstGeom prst="ellipse">
            <a:avLst/>
          </a:prstGeom>
          <a:solidFill>
            <a:srgbClr val="7F8C97">
              <a:alpha val="48000"/>
            </a:srgbClr>
          </a:solidFill>
          <a:ln w="0">
            <a:noFill/>
            <a:prstDash val="solid"/>
          </a:ln>
        </p:spPr>
      </p:sp>
      <p:sp>
        <p:nvSpPr>
          <p:cNvPr id="1561" name="03_assume_matched_6858">
            <a:extLst>
              <a:ext uri="{FF2B5EF4-FFF2-40B4-BE49-F238E27FC236}">
                <a16:creationId xmlns:a16="http://schemas.microsoft.com/office/drawing/2014/main" id="{F019C2A8-599C-417B-A346-CAD24D1380FD}"/>
              </a:ext>
            </a:extLst>
          </p:cNvPr>
          <p:cNvSpPr>
            <a:spLocks noGrp="1"/>
          </p:cNvSpPr>
          <p:nvPr/>
        </p:nvSpPr>
        <p:spPr>
          <a:xfrm>
            <a:off x="2237502" y="4278955"/>
            <a:ext cx="28398" cy="28398"/>
          </a:xfrm>
          <a:prstGeom prst="ellipse">
            <a:avLst/>
          </a:prstGeom>
          <a:solidFill>
            <a:srgbClr val="7F8C97">
              <a:alpha val="48000"/>
            </a:srgbClr>
          </a:solidFill>
          <a:ln w="0">
            <a:noFill/>
            <a:prstDash val="solid"/>
          </a:ln>
        </p:spPr>
      </p:sp>
      <p:sp>
        <p:nvSpPr>
          <p:cNvPr id="1562" name="03_assume_matched_6859">
            <a:extLst>
              <a:ext uri="{FF2B5EF4-FFF2-40B4-BE49-F238E27FC236}">
                <a16:creationId xmlns:a16="http://schemas.microsoft.com/office/drawing/2014/main" id="{CA2D21BA-912D-49A1-B420-C4103F0D7048}"/>
              </a:ext>
            </a:extLst>
          </p:cNvPr>
          <p:cNvSpPr>
            <a:spLocks noGrp="1"/>
          </p:cNvSpPr>
          <p:nvPr/>
        </p:nvSpPr>
        <p:spPr>
          <a:xfrm>
            <a:off x="2244841" y="3694086"/>
            <a:ext cx="28398" cy="28398"/>
          </a:xfrm>
          <a:prstGeom prst="ellipse">
            <a:avLst/>
          </a:prstGeom>
          <a:solidFill>
            <a:srgbClr val="7F8C97">
              <a:alpha val="48000"/>
            </a:srgbClr>
          </a:solidFill>
          <a:ln w="0">
            <a:noFill/>
            <a:prstDash val="solid"/>
          </a:ln>
        </p:spPr>
      </p:sp>
      <p:sp>
        <p:nvSpPr>
          <p:cNvPr id="1563" name="03_assume_matched_6860">
            <a:extLst>
              <a:ext uri="{FF2B5EF4-FFF2-40B4-BE49-F238E27FC236}">
                <a16:creationId xmlns:a16="http://schemas.microsoft.com/office/drawing/2014/main" id="{8ACB9421-9AFD-487E-B32C-303DDE4F0E7C}"/>
              </a:ext>
            </a:extLst>
          </p:cNvPr>
          <p:cNvSpPr>
            <a:spLocks noGrp="1"/>
          </p:cNvSpPr>
          <p:nvPr/>
        </p:nvSpPr>
        <p:spPr>
          <a:xfrm>
            <a:off x="2256066" y="4083999"/>
            <a:ext cx="28398" cy="28398"/>
          </a:xfrm>
          <a:prstGeom prst="ellipse">
            <a:avLst/>
          </a:prstGeom>
          <a:solidFill>
            <a:srgbClr val="7F8C97">
              <a:alpha val="48000"/>
            </a:srgbClr>
          </a:solidFill>
          <a:ln w="0">
            <a:noFill/>
            <a:prstDash val="solid"/>
          </a:ln>
        </p:spPr>
      </p:sp>
      <p:sp>
        <p:nvSpPr>
          <p:cNvPr id="1564" name="03_assume_matched_6861">
            <a:extLst>
              <a:ext uri="{FF2B5EF4-FFF2-40B4-BE49-F238E27FC236}">
                <a16:creationId xmlns:a16="http://schemas.microsoft.com/office/drawing/2014/main" id="{CD4A2BFD-4EDB-4B4E-A14B-B04216053979}"/>
              </a:ext>
            </a:extLst>
          </p:cNvPr>
          <p:cNvSpPr>
            <a:spLocks noGrp="1"/>
          </p:cNvSpPr>
          <p:nvPr/>
        </p:nvSpPr>
        <p:spPr>
          <a:xfrm>
            <a:off x="2345434" y="4278955"/>
            <a:ext cx="28398" cy="28398"/>
          </a:xfrm>
          <a:prstGeom prst="ellipse">
            <a:avLst/>
          </a:prstGeom>
          <a:solidFill>
            <a:srgbClr val="7F8C97">
              <a:alpha val="48000"/>
            </a:srgbClr>
          </a:solidFill>
          <a:ln w="0">
            <a:noFill/>
            <a:prstDash val="solid"/>
          </a:ln>
        </p:spPr>
      </p:sp>
      <p:sp>
        <p:nvSpPr>
          <p:cNvPr id="1565" name="03_assume_matched_6862">
            <a:extLst>
              <a:ext uri="{FF2B5EF4-FFF2-40B4-BE49-F238E27FC236}">
                <a16:creationId xmlns:a16="http://schemas.microsoft.com/office/drawing/2014/main" id="{EBFC13A3-05AD-4FD6-83A5-5C38DD8C0FC5}"/>
              </a:ext>
            </a:extLst>
          </p:cNvPr>
          <p:cNvSpPr>
            <a:spLocks noGrp="1"/>
          </p:cNvSpPr>
          <p:nvPr/>
        </p:nvSpPr>
        <p:spPr>
          <a:xfrm>
            <a:off x="2258369" y="3694086"/>
            <a:ext cx="28398" cy="28398"/>
          </a:xfrm>
          <a:prstGeom prst="ellipse">
            <a:avLst/>
          </a:prstGeom>
          <a:solidFill>
            <a:srgbClr val="7F8C97">
              <a:alpha val="48000"/>
            </a:srgbClr>
          </a:solidFill>
          <a:ln w="0">
            <a:noFill/>
            <a:prstDash val="solid"/>
          </a:ln>
        </p:spPr>
      </p:sp>
      <p:sp>
        <p:nvSpPr>
          <p:cNvPr id="1566" name="03_assume_matched_6863">
            <a:extLst>
              <a:ext uri="{FF2B5EF4-FFF2-40B4-BE49-F238E27FC236}">
                <a16:creationId xmlns:a16="http://schemas.microsoft.com/office/drawing/2014/main" id="{676194A2-81F4-4EA4-9217-31BC1F957DA5}"/>
              </a:ext>
            </a:extLst>
          </p:cNvPr>
          <p:cNvSpPr>
            <a:spLocks noGrp="1"/>
          </p:cNvSpPr>
          <p:nvPr/>
        </p:nvSpPr>
        <p:spPr>
          <a:xfrm>
            <a:off x="2337375" y="4148984"/>
            <a:ext cx="28398" cy="28398"/>
          </a:xfrm>
          <a:prstGeom prst="ellipse">
            <a:avLst/>
          </a:prstGeom>
          <a:solidFill>
            <a:srgbClr val="7F8C97">
              <a:alpha val="48000"/>
            </a:srgbClr>
          </a:solidFill>
          <a:ln w="0">
            <a:noFill/>
            <a:prstDash val="solid"/>
          </a:ln>
        </p:spPr>
      </p:sp>
      <p:sp>
        <p:nvSpPr>
          <p:cNvPr id="1567" name="03_assume_matched_6864">
            <a:extLst>
              <a:ext uri="{FF2B5EF4-FFF2-40B4-BE49-F238E27FC236}">
                <a16:creationId xmlns:a16="http://schemas.microsoft.com/office/drawing/2014/main" id="{EED2FFA2-1C2A-4C82-858F-EB0BAA353D7B}"/>
              </a:ext>
            </a:extLst>
          </p:cNvPr>
          <p:cNvSpPr>
            <a:spLocks noGrp="1"/>
          </p:cNvSpPr>
          <p:nvPr/>
        </p:nvSpPr>
        <p:spPr>
          <a:xfrm>
            <a:off x="2338526" y="3694086"/>
            <a:ext cx="28398" cy="28398"/>
          </a:xfrm>
          <a:prstGeom prst="ellipse">
            <a:avLst/>
          </a:prstGeom>
          <a:solidFill>
            <a:srgbClr val="7F8C97">
              <a:alpha val="48000"/>
            </a:srgbClr>
          </a:solidFill>
          <a:ln w="0">
            <a:noFill/>
            <a:prstDash val="solid"/>
          </a:ln>
        </p:spPr>
      </p:sp>
      <p:sp>
        <p:nvSpPr>
          <p:cNvPr id="1568" name="03_assume_matched_6865">
            <a:extLst>
              <a:ext uri="{FF2B5EF4-FFF2-40B4-BE49-F238E27FC236}">
                <a16:creationId xmlns:a16="http://schemas.microsoft.com/office/drawing/2014/main" id="{3509201A-ECCC-4A25-904E-91D14BADD89F}"/>
              </a:ext>
            </a:extLst>
          </p:cNvPr>
          <p:cNvSpPr>
            <a:spLocks noGrp="1"/>
          </p:cNvSpPr>
          <p:nvPr/>
        </p:nvSpPr>
        <p:spPr>
          <a:xfrm>
            <a:off x="2342268" y="4278955"/>
            <a:ext cx="28398" cy="28398"/>
          </a:xfrm>
          <a:prstGeom prst="ellipse">
            <a:avLst/>
          </a:prstGeom>
          <a:solidFill>
            <a:srgbClr val="7F8C97">
              <a:alpha val="48000"/>
            </a:srgbClr>
          </a:solidFill>
          <a:ln w="0">
            <a:noFill/>
            <a:prstDash val="solid"/>
          </a:ln>
        </p:spPr>
      </p:sp>
      <p:sp>
        <p:nvSpPr>
          <p:cNvPr id="1569" name="03_assume_matched_6866">
            <a:extLst>
              <a:ext uri="{FF2B5EF4-FFF2-40B4-BE49-F238E27FC236}">
                <a16:creationId xmlns:a16="http://schemas.microsoft.com/office/drawing/2014/main" id="{7928ED21-8F2A-4E52-859F-EB31BAD58991}"/>
              </a:ext>
            </a:extLst>
          </p:cNvPr>
          <p:cNvSpPr>
            <a:spLocks noGrp="1"/>
          </p:cNvSpPr>
          <p:nvPr/>
        </p:nvSpPr>
        <p:spPr>
          <a:xfrm>
            <a:off x="2259520" y="4083999"/>
            <a:ext cx="28398" cy="28398"/>
          </a:xfrm>
          <a:prstGeom prst="ellipse">
            <a:avLst/>
          </a:prstGeom>
          <a:solidFill>
            <a:srgbClr val="7F8C97">
              <a:alpha val="48000"/>
            </a:srgbClr>
          </a:solidFill>
          <a:ln w="0">
            <a:noFill/>
            <a:prstDash val="solid"/>
          </a:ln>
        </p:spPr>
      </p:sp>
      <p:sp>
        <p:nvSpPr>
          <p:cNvPr id="1570" name="03_assume_matched_6867">
            <a:extLst>
              <a:ext uri="{FF2B5EF4-FFF2-40B4-BE49-F238E27FC236}">
                <a16:creationId xmlns:a16="http://schemas.microsoft.com/office/drawing/2014/main" id="{767135EE-FC15-4AA5-AA1E-CFF5FA4E47CB}"/>
              </a:ext>
            </a:extLst>
          </p:cNvPr>
          <p:cNvSpPr>
            <a:spLocks noGrp="1"/>
          </p:cNvSpPr>
          <p:nvPr/>
        </p:nvSpPr>
        <p:spPr>
          <a:xfrm>
            <a:off x="2237790" y="4132738"/>
            <a:ext cx="28398" cy="28398"/>
          </a:xfrm>
          <a:prstGeom prst="ellipse">
            <a:avLst/>
          </a:prstGeom>
          <a:solidFill>
            <a:srgbClr val="7F8C97">
              <a:alpha val="48000"/>
            </a:srgbClr>
          </a:solidFill>
          <a:ln w="0">
            <a:noFill/>
            <a:prstDash val="solid"/>
          </a:ln>
        </p:spPr>
      </p:sp>
      <p:sp>
        <p:nvSpPr>
          <p:cNvPr id="1571" name="03_assume_matched_6868">
            <a:extLst>
              <a:ext uri="{FF2B5EF4-FFF2-40B4-BE49-F238E27FC236}">
                <a16:creationId xmlns:a16="http://schemas.microsoft.com/office/drawing/2014/main" id="{CB9F9F4C-1780-49C2-B2DE-76B2F0FD34EF}"/>
              </a:ext>
            </a:extLst>
          </p:cNvPr>
          <p:cNvSpPr>
            <a:spLocks noGrp="1"/>
          </p:cNvSpPr>
          <p:nvPr/>
        </p:nvSpPr>
        <p:spPr>
          <a:xfrm>
            <a:off x="2321545" y="4278955"/>
            <a:ext cx="28398" cy="28398"/>
          </a:xfrm>
          <a:prstGeom prst="ellipse">
            <a:avLst/>
          </a:prstGeom>
          <a:solidFill>
            <a:srgbClr val="7F8C97">
              <a:alpha val="48000"/>
            </a:srgbClr>
          </a:solidFill>
          <a:ln w="0">
            <a:noFill/>
            <a:prstDash val="solid"/>
          </a:ln>
        </p:spPr>
      </p:sp>
      <p:sp>
        <p:nvSpPr>
          <p:cNvPr id="1572" name="03_assume_matched_6869">
            <a:extLst>
              <a:ext uri="{FF2B5EF4-FFF2-40B4-BE49-F238E27FC236}">
                <a16:creationId xmlns:a16="http://schemas.microsoft.com/office/drawing/2014/main" id="{1150C327-98D1-4BF8-9833-A4E2D80C640A}"/>
              </a:ext>
            </a:extLst>
          </p:cNvPr>
          <p:cNvSpPr>
            <a:spLocks noGrp="1"/>
          </p:cNvSpPr>
          <p:nvPr/>
        </p:nvSpPr>
        <p:spPr>
          <a:xfrm>
            <a:off x="2231026" y="3694086"/>
            <a:ext cx="28398" cy="28398"/>
          </a:xfrm>
          <a:prstGeom prst="ellipse">
            <a:avLst/>
          </a:prstGeom>
          <a:solidFill>
            <a:srgbClr val="7F8C97">
              <a:alpha val="48000"/>
            </a:srgbClr>
          </a:solidFill>
          <a:ln w="0">
            <a:noFill/>
            <a:prstDash val="solid"/>
          </a:ln>
        </p:spPr>
      </p:sp>
      <p:sp>
        <p:nvSpPr>
          <p:cNvPr id="1573" name="03_assume_matched_6870">
            <a:extLst>
              <a:ext uri="{FF2B5EF4-FFF2-40B4-BE49-F238E27FC236}">
                <a16:creationId xmlns:a16="http://schemas.microsoft.com/office/drawing/2014/main" id="{E5439199-C53E-4FC1-BD51-B1B9EF60A672}"/>
              </a:ext>
            </a:extLst>
          </p:cNvPr>
          <p:cNvSpPr>
            <a:spLocks noGrp="1"/>
          </p:cNvSpPr>
          <p:nvPr/>
        </p:nvSpPr>
        <p:spPr>
          <a:xfrm>
            <a:off x="2325142" y="3694086"/>
            <a:ext cx="28398" cy="28398"/>
          </a:xfrm>
          <a:prstGeom prst="ellipse">
            <a:avLst/>
          </a:prstGeom>
          <a:solidFill>
            <a:srgbClr val="7F8C97">
              <a:alpha val="48000"/>
            </a:srgbClr>
          </a:solidFill>
          <a:ln w="0">
            <a:noFill/>
            <a:prstDash val="solid"/>
          </a:ln>
        </p:spPr>
      </p:sp>
      <p:sp>
        <p:nvSpPr>
          <p:cNvPr id="1574" name="03_assume_matched_6871">
            <a:extLst>
              <a:ext uri="{FF2B5EF4-FFF2-40B4-BE49-F238E27FC236}">
                <a16:creationId xmlns:a16="http://schemas.microsoft.com/office/drawing/2014/main" id="{BC3A21C1-2A10-4E6F-8BE6-A4D85E91192F}"/>
              </a:ext>
            </a:extLst>
          </p:cNvPr>
          <p:cNvSpPr>
            <a:spLocks noGrp="1"/>
          </p:cNvSpPr>
          <p:nvPr/>
        </p:nvSpPr>
        <p:spPr>
          <a:xfrm>
            <a:off x="2232321" y="4278955"/>
            <a:ext cx="28398" cy="28398"/>
          </a:xfrm>
          <a:prstGeom prst="ellipse">
            <a:avLst/>
          </a:prstGeom>
          <a:solidFill>
            <a:srgbClr val="7F8C97">
              <a:alpha val="48000"/>
            </a:srgbClr>
          </a:solidFill>
          <a:ln w="0">
            <a:noFill/>
            <a:prstDash val="solid"/>
          </a:ln>
        </p:spPr>
      </p:sp>
      <p:sp>
        <p:nvSpPr>
          <p:cNvPr id="1575" name="03_assume_matched_6872">
            <a:extLst>
              <a:ext uri="{FF2B5EF4-FFF2-40B4-BE49-F238E27FC236}">
                <a16:creationId xmlns:a16="http://schemas.microsoft.com/office/drawing/2014/main" id="{E0661596-ED0E-43CD-BA92-1FC83C1BB0FD}"/>
              </a:ext>
            </a:extLst>
          </p:cNvPr>
          <p:cNvSpPr>
            <a:spLocks noGrp="1"/>
          </p:cNvSpPr>
          <p:nvPr/>
        </p:nvSpPr>
        <p:spPr>
          <a:xfrm>
            <a:off x="2352773" y="3694086"/>
            <a:ext cx="28398" cy="28398"/>
          </a:xfrm>
          <a:prstGeom prst="ellipse">
            <a:avLst/>
          </a:prstGeom>
          <a:solidFill>
            <a:srgbClr val="7F8C97">
              <a:alpha val="48000"/>
            </a:srgbClr>
          </a:solidFill>
          <a:ln w="0">
            <a:noFill/>
            <a:prstDash val="solid"/>
          </a:ln>
        </p:spPr>
      </p:sp>
      <p:sp>
        <p:nvSpPr>
          <p:cNvPr id="1576" name="03_assume_matched_6873">
            <a:extLst>
              <a:ext uri="{FF2B5EF4-FFF2-40B4-BE49-F238E27FC236}">
                <a16:creationId xmlns:a16="http://schemas.microsoft.com/office/drawing/2014/main" id="{7E687774-D059-4FCC-B274-4E727025D33D}"/>
              </a:ext>
            </a:extLst>
          </p:cNvPr>
          <p:cNvSpPr>
            <a:spLocks noGrp="1"/>
          </p:cNvSpPr>
          <p:nvPr/>
        </p:nvSpPr>
        <p:spPr>
          <a:xfrm>
            <a:off x="2330755" y="3694086"/>
            <a:ext cx="28398" cy="28398"/>
          </a:xfrm>
          <a:prstGeom prst="ellipse">
            <a:avLst/>
          </a:prstGeom>
          <a:solidFill>
            <a:srgbClr val="7F8C97">
              <a:alpha val="48000"/>
            </a:srgbClr>
          </a:solidFill>
          <a:ln w="0">
            <a:noFill/>
            <a:prstDash val="solid"/>
          </a:ln>
        </p:spPr>
      </p:sp>
      <p:sp>
        <p:nvSpPr>
          <p:cNvPr id="1577" name="03_assume_matched_6874">
            <a:extLst>
              <a:ext uri="{FF2B5EF4-FFF2-40B4-BE49-F238E27FC236}">
                <a16:creationId xmlns:a16="http://schemas.microsoft.com/office/drawing/2014/main" id="{F6881B00-AA75-4107-BD89-533DBFDFDB3F}"/>
              </a:ext>
            </a:extLst>
          </p:cNvPr>
          <p:cNvSpPr>
            <a:spLocks noGrp="1"/>
          </p:cNvSpPr>
          <p:nvPr/>
        </p:nvSpPr>
        <p:spPr>
          <a:xfrm>
            <a:off x="2278660" y="3694086"/>
            <a:ext cx="28398" cy="28398"/>
          </a:xfrm>
          <a:prstGeom prst="ellipse">
            <a:avLst/>
          </a:prstGeom>
          <a:solidFill>
            <a:srgbClr val="7F8C97">
              <a:alpha val="48000"/>
            </a:srgbClr>
          </a:solidFill>
          <a:ln w="0">
            <a:noFill/>
            <a:prstDash val="solid"/>
          </a:ln>
        </p:spPr>
      </p:sp>
      <p:sp>
        <p:nvSpPr>
          <p:cNvPr id="1578" name="03_assume_matched_6875">
            <a:extLst>
              <a:ext uri="{FF2B5EF4-FFF2-40B4-BE49-F238E27FC236}">
                <a16:creationId xmlns:a16="http://schemas.microsoft.com/office/drawing/2014/main" id="{863EB6F6-A608-4107-99A6-48AE215B88CE}"/>
              </a:ext>
            </a:extLst>
          </p:cNvPr>
          <p:cNvSpPr>
            <a:spLocks noGrp="1"/>
          </p:cNvSpPr>
          <p:nvPr/>
        </p:nvSpPr>
        <p:spPr>
          <a:xfrm>
            <a:off x="2254339" y="4278955"/>
            <a:ext cx="28398" cy="28398"/>
          </a:xfrm>
          <a:prstGeom prst="ellipse">
            <a:avLst/>
          </a:prstGeom>
          <a:solidFill>
            <a:srgbClr val="7F8C97">
              <a:alpha val="48000"/>
            </a:srgbClr>
          </a:solidFill>
          <a:ln w="0">
            <a:noFill/>
            <a:prstDash val="solid"/>
          </a:ln>
        </p:spPr>
      </p:sp>
      <p:sp>
        <p:nvSpPr>
          <p:cNvPr id="1579" name="03_assume_matched_6876">
            <a:extLst>
              <a:ext uri="{FF2B5EF4-FFF2-40B4-BE49-F238E27FC236}">
                <a16:creationId xmlns:a16="http://schemas.microsoft.com/office/drawing/2014/main" id="{090609CA-04FD-4968-B760-43C26672AE69}"/>
              </a:ext>
            </a:extLst>
          </p:cNvPr>
          <p:cNvSpPr>
            <a:spLocks noGrp="1"/>
          </p:cNvSpPr>
          <p:nvPr/>
        </p:nvSpPr>
        <p:spPr>
          <a:xfrm>
            <a:off x="2356802" y="4278955"/>
            <a:ext cx="28398" cy="28398"/>
          </a:xfrm>
          <a:prstGeom prst="ellipse">
            <a:avLst/>
          </a:prstGeom>
          <a:solidFill>
            <a:srgbClr val="7F8C97">
              <a:alpha val="48000"/>
            </a:srgbClr>
          </a:solidFill>
          <a:ln w="0">
            <a:noFill/>
            <a:prstDash val="solid"/>
          </a:ln>
        </p:spPr>
      </p:sp>
      <p:sp>
        <p:nvSpPr>
          <p:cNvPr id="1580" name="03_assume_matched_6877">
            <a:extLst>
              <a:ext uri="{FF2B5EF4-FFF2-40B4-BE49-F238E27FC236}">
                <a16:creationId xmlns:a16="http://schemas.microsoft.com/office/drawing/2014/main" id="{B7877961-A728-4B1A-AEB9-6C7AF48BAEB7}"/>
              </a:ext>
            </a:extLst>
          </p:cNvPr>
          <p:cNvSpPr>
            <a:spLocks noGrp="1"/>
          </p:cNvSpPr>
          <p:nvPr/>
        </p:nvSpPr>
        <p:spPr>
          <a:xfrm>
            <a:off x="2304563" y="4278955"/>
            <a:ext cx="28398" cy="28398"/>
          </a:xfrm>
          <a:prstGeom prst="ellipse">
            <a:avLst/>
          </a:prstGeom>
          <a:solidFill>
            <a:srgbClr val="7F8C97">
              <a:alpha val="48000"/>
            </a:srgbClr>
          </a:solidFill>
          <a:ln w="0">
            <a:noFill/>
            <a:prstDash val="solid"/>
          </a:ln>
        </p:spPr>
      </p:sp>
      <p:sp>
        <p:nvSpPr>
          <p:cNvPr id="1581" name="03_assume_matched_6878">
            <a:extLst>
              <a:ext uri="{FF2B5EF4-FFF2-40B4-BE49-F238E27FC236}">
                <a16:creationId xmlns:a16="http://schemas.microsoft.com/office/drawing/2014/main" id="{39CF51F9-0FBA-4232-8905-8F80B7E6B7D5}"/>
              </a:ext>
            </a:extLst>
          </p:cNvPr>
          <p:cNvSpPr>
            <a:spLocks noGrp="1"/>
          </p:cNvSpPr>
          <p:nvPr/>
        </p:nvSpPr>
        <p:spPr>
          <a:xfrm>
            <a:off x="2337375" y="4278955"/>
            <a:ext cx="28398" cy="28398"/>
          </a:xfrm>
          <a:prstGeom prst="ellipse">
            <a:avLst/>
          </a:prstGeom>
          <a:solidFill>
            <a:srgbClr val="7F8C97">
              <a:alpha val="48000"/>
            </a:srgbClr>
          </a:solidFill>
          <a:ln w="0">
            <a:noFill/>
            <a:prstDash val="solid"/>
          </a:ln>
        </p:spPr>
      </p:sp>
      <p:sp>
        <p:nvSpPr>
          <p:cNvPr id="1582" name="03_assume_matched_6879">
            <a:extLst>
              <a:ext uri="{FF2B5EF4-FFF2-40B4-BE49-F238E27FC236}">
                <a16:creationId xmlns:a16="http://schemas.microsoft.com/office/drawing/2014/main" id="{D19A54B8-7ED2-4DF2-98B8-0D2B56073C51}"/>
              </a:ext>
            </a:extLst>
          </p:cNvPr>
          <p:cNvSpPr>
            <a:spLocks noGrp="1"/>
          </p:cNvSpPr>
          <p:nvPr/>
        </p:nvSpPr>
        <p:spPr>
          <a:xfrm>
            <a:off x="2236495" y="4161981"/>
            <a:ext cx="28398" cy="28398"/>
          </a:xfrm>
          <a:prstGeom prst="ellipse">
            <a:avLst/>
          </a:prstGeom>
          <a:solidFill>
            <a:srgbClr val="7F8C97">
              <a:alpha val="48000"/>
            </a:srgbClr>
          </a:solidFill>
          <a:ln w="0">
            <a:noFill/>
            <a:prstDash val="solid"/>
          </a:ln>
        </p:spPr>
      </p:sp>
      <p:sp>
        <p:nvSpPr>
          <p:cNvPr id="1583" name="03_assume_matched_6880">
            <a:extLst>
              <a:ext uri="{FF2B5EF4-FFF2-40B4-BE49-F238E27FC236}">
                <a16:creationId xmlns:a16="http://schemas.microsoft.com/office/drawing/2014/main" id="{4698C788-917B-42BB-9E9C-5F2A2B9AECD2}"/>
              </a:ext>
            </a:extLst>
          </p:cNvPr>
          <p:cNvSpPr>
            <a:spLocks noGrp="1"/>
          </p:cNvSpPr>
          <p:nvPr/>
        </p:nvSpPr>
        <p:spPr>
          <a:xfrm>
            <a:off x="2328452" y="3986521"/>
            <a:ext cx="28398" cy="28398"/>
          </a:xfrm>
          <a:prstGeom prst="ellipse">
            <a:avLst/>
          </a:prstGeom>
          <a:solidFill>
            <a:srgbClr val="7F8C97">
              <a:alpha val="48000"/>
            </a:srgbClr>
          </a:solidFill>
          <a:ln w="0">
            <a:noFill/>
            <a:prstDash val="solid"/>
          </a:ln>
        </p:spPr>
      </p:sp>
      <p:sp>
        <p:nvSpPr>
          <p:cNvPr id="1584" name="03_assume_matched_6881">
            <a:extLst>
              <a:ext uri="{FF2B5EF4-FFF2-40B4-BE49-F238E27FC236}">
                <a16:creationId xmlns:a16="http://schemas.microsoft.com/office/drawing/2014/main" id="{DA1C667D-5C73-4DFB-AFD4-29E8C27F8018}"/>
              </a:ext>
            </a:extLst>
          </p:cNvPr>
          <p:cNvSpPr>
            <a:spLocks noGrp="1"/>
          </p:cNvSpPr>
          <p:nvPr/>
        </p:nvSpPr>
        <p:spPr>
          <a:xfrm>
            <a:off x="2307586" y="4181477"/>
            <a:ext cx="28398" cy="28398"/>
          </a:xfrm>
          <a:prstGeom prst="ellipse">
            <a:avLst/>
          </a:prstGeom>
          <a:solidFill>
            <a:srgbClr val="7F8C97">
              <a:alpha val="48000"/>
            </a:srgbClr>
          </a:solidFill>
          <a:ln w="0">
            <a:noFill/>
            <a:prstDash val="solid"/>
          </a:ln>
        </p:spPr>
      </p:sp>
      <p:sp>
        <p:nvSpPr>
          <p:cNvPr id="1585" name="03_assume_matched_6882">
            <a:extLst>
              <a:ext uri="{FF2B5EF4-FFF2-40B4-BE49-F238E27FC236}">
                <a16:creationId xmlns:a16="http://schemas.microsoft.com/office/drawing/2014/main" id="{4C0F9A5F-3AA2-4F30-8E2D-DDF87EB007E8}"/>
              </a:ext>
            </a:extLst>
          </p:cNvPr>
          <p:cNvSpPr>
            <a:spLocks noGrp="1"/>
          </p:cNvSpPr>
          <p:nvPr/>
        </p:nvSpPr>
        <p:spPr>
          <a:xfrm>
            <a:off x="2216203" y="3694086"/>
            <a:ext cx="28398" cy="28398"/>
          </a:xfrm>
          <a:prstGeom prst="ellipse">
            <a:avLst/>
          </a:prstGeom>
          <a:solidFill>
            <a:srgbClr val="7F8C97">
              <a:alpha val="48000"/>
            </a:srgbClr>
          </a:solidFill>
          <a:ln w="0">
            <a:noFill/>
            <a:prstDash val="solid"/>
          </a:ln>
        </p:spPr>
      </p:sp>
      <p:sp>
        <p:nvSpPr>
          <p:cNvPr id="1586" name="03_assume_matched_6883">
            <a:extLst>
              <a:ext uri="{FF2B5EF4-FFF2-40B4-BE49-F238E27FC236}">
                <a16:creationId xmlns:a16="http://schemas.microsoft.com/office/drawing/2014/main" id="{A3045C02-0C7D-4C0B-A7B7-162CF20A1F5D}"/>
              </a:ext>
            </a:extLst>
          </p:cNvPr>
          <p:cNvSpPr>
            <a:spLocks noGrp="1"/>
          </p:cNvSpPr>
          <p:nvPr/>
        </p:nvSpPr>
        <p:spPr>
          <a:xfrm>
            <a:off x="2275494" y="4278955"/>
            <a:ext cx="28398" cy="28398"/>
          </a:xfrm>
          <a:prstGeom prst="ellipse">
            <a:avLst/>
          </a:prstGeom>
          <a:solidFill>
            <a:srgbClr val="7F8C97">
              <a:alpha val="48000"/>
            </a:srgbClr>
          </a:solidFill>
          <a:ln w="0">
            <a:noFill/>
            <a:prstDash val="solid"/>
          </a:ln>
        </p:spPr>
      </p:sp>
      <p:sp>
        <p:nvSpPr>
          <p:cNvPr id="1587" name="03_assume_matched_6884">
            <a:extLst>
              <a:ext uri="{FF2B5EF4-FFF2-40B4-BE49-F238E27FC236}">
                <a16:creationId xmlns:a16="http://schemas.microsoft.com/office/drawing/2014/main" id="{514DDC3C-37C5-46A8-9D32-47AC50F515F6}"/>
              </a:ext>
            </a:extLst>
          </p:cNvPr>
          <p:cNvSpPr>
            <a:spLocks noGrp="1"/>
          </p:cNvSpPr>
          <p:nvPr/>
        </p:nvSpPr>
        <p:spPr>
          <a:xfrm>
            <a:off x="2257649" y="4278955"/>
            <a:ext cx="28398" cy="28398"/>
          </a:xfrm>
          <a:prstGeom prst="ellipse">
            <a:avLst/>
          </a:prstGeom>
          <a:solidFill>
            <a:srgbClr val="7F8C97">
              <a:alpha val="48000"/>
            </a:srgbClr>
          </a:solidFill>
          <a:ln w="0">
            <a:noFill/>
            <a:prstDash val="solid"/>
          </a:ln>
        </p:spPr>
      </p:sp>
      <p:sp>
        <p:nvSpPr>
          <p:cNvPr id="1588" name="03_assume_matched_6885">
            <a:extLst>
              <a:ext uri="{FF2B5EF4-FFF2-40B4-BE49-F238E27FC236}">
                <a16:creationId xmlns:a16="http://schemas.microsoft.com/office/drawing/2014/main" id="{7A88959C-C423-4220-BAB1-A3CDA889E1B2}"/>
              </a:ext>
            </a:extLst>
          </p:cNvPr>
          <p:cNvSpPr>
            <a:spLocks noGrp="1"/>
          </p:cNvSpPr>
          <p:nvPr/>
        </p:nvSpPr>
        <p:spPr>
          <a:xfrm>
            <a:off x="2289885" y="3694086"/>
            <a:ext cx="28398" cy="28398"/>
          </a:xfrm>
          <a:prstGeom prst="ellipse">
            <a:avLst/>
          </a:prstGeom>
          <a:solidFill>
            <a:srgbClr val="7F8C97">
              <a:alpha val="48000"/>
            </a:srgbClr>
          </a:solidFill>
          <a:ln w="0">
            <a:noFill/>
            <a:prstDash val="solid"/>
          </a:ln>
        </p:spPr>
      </p:sp>
      <p:sp>
        <p:nvSpPr>
          <p:cNvPr id="1589" name="03_assume_matched_6886">
            <a:extLst>
              <a:ext uri="{FF2B5EF4-FFF2-40B4-BE49-F238E27FC236}">
                <a16:creationId xmlns:a16="http://schemas.microsoft.com/office/drawing/2014/main" id="{6A7AA67F-B7E2-499C-B549-C26C30F068B6}"/>
              </a:ext>
            </a:extLst>
          </p:cNvPr>
          <p:cNvSpPr>
            <a:spLocks noGrp="1"/>
          </p:cNvSpPr>
          <p:nvPr/>
        </p:nvSpPr>
        <p:spPr>
          <a:xfrm>
            <a:off x="2271752" y="4230216"/>
            <a:ext cx="28398" cy="28398"/>
          </a:xfrm>
          <a:prstGeom prst="ellipse">
            <a:avLst/>
          </a:prstGeom>
          <a:solidFill>
            <a:srgbClr val="7F8C97">
              <a:alpha val="48000"/>
            </a:srgbClr>
          </a:solidFill>
          <a:ln w="0">
            <a:noFill/>
            <a:prstDash val="solid"/>
          </a:ln>
        </p:spPr>
      </p:sp>
      <p:sp>
        <p:nvSpPr>
          <p:cNvPr id="1590" name="03_assume_matched_6887">
            <a:extLst>
              <a:ext uri="{FF2B5EF4-FFF2-40B4-BE49-F238E27FC236}">
                <a16:creationId xmlns:a16="http://schemas.microsoft.com/office/drawing/2014/main" id="{85E00394-1E60-4247-BF7A-6FB6C9BDF830}"/>
              </a:ext>
            </a:extLst>
          </p:cNvPr>
          <p:cNvSpPr>
            <a:spLocks noGrp="1"/>
          </p:cNvSpPr>
          <p:nvPr/>
        </p:nvSpPr>
        <p:spPr>
          <a:xfrm>
            <a:off x="2333921" y="4132738"/>
            <a:ext cx="28398" cy="28398"/>
          </a:xfrm>
          <a:prstGeom prst="ellipse">
            <a:avLst/>
          </a:prstGeom>
          <a:solidFill>
            <a:srgbClr val="7F8C97">
              <a:alpha val="48000"/>
            </a:srgbClr>
          </a:solidFill>
          <a:ln w="0">
            <a:noFill/>
            <a:prstDash val="solid"/>
          </a:ln>
        </p:spPr>
      </p:sp>
      <p:sp>
        <p:nvSpPr>
          <p:cNvPr id="1591" name="03_assume_matched_6888">
            <a:extLst>
              <a:ext uri="{FF2B5EF4-FFF2-40B4-BE49-F238E27FC236}">
                <a16:creationId xmlns:a16="http://schemas.microsoft.com/office/drawing/2014/main" id="{F074541D-F94D-4032-AB8C-AE00C2712CC1}"/>
              </a:ext>
            </a:extLst>
          </p:cNvPr>
          <p:cNvSpPr>
            <a:spLocks noGrp="1"/>
          </p:cNvSpPr>
          <p:nvPr/>
        </p:nvSpPr>
        <p:spPr>
          <a:xfrm>
            <a:off x="2232033" y="3694086"/>
            <a:ext cx="28398" cy="28398"/>
          </a:xfrm>
          <a:prstGeom prst="ellipse">
            <a:avLst/>
          </a:prstGeom>
          <a:solidFill>
            <a:srgbClr val="7F8C97">
              <a:alpha val="48000"/>
            </a:srgbClr>
          </a:solidFill>
          <a:ln w="0">
            <a:noFill/>
            <a:prstDash val="solid"/>
          </a:ln>
        </p:spPr>
      </p:sp>
      <p:sp>
        <p:nvSpPr>
          <p:cNvPr id="1592" name="03_assume_matched_6889">
            <a:extLst>
              <a:ext uri="{FF2B5EF4-FFF2-40B4-BE49-F238E27FC236}">
                <a16:creationId xmlns:a16="http://schemas.microsoft.com/office/drawing/2014/main" id="{DD3F11F7-0F31-4F63-AE8B-6597C951BE17}"/>
              </a:ext>
            </a:extLst>
          </p:cNvPr>
          <p:cNvSpPr>
            <a:spLocks noGrp="1"/>
          </p:cNvSpPr>
          <p:nvPr/>
        </p:nvSpPr>
        <p:spPr>
          <a:xfrm>
            <a:off x="2238653" y="4278955"/>
            <a:ext cx="28398" cy="28398"/>
          </a:xfrm>
          <a:prstGeom prst="ellipse">
            <a:avLst/>
          </a:prstGeom>
          <a:solidFill>
            <a:srgbClr val="7F8C97">
              <a:alpha val="48000"/>
            </a:srgbClr>
          </a:solidFill>
          <a:ln w="0">
            <a:noFill/>
            <a:prstDash val="solid"/>
          </a:ln>
        </p:spPr>
      </p:sp>
      <p:sp>
        <p:nvSpPr>
          <p:cNvPr id="1593" name="03_assume_matched_6890">
            <a:extLst>
              <a:ext uri="{FF2B5EF4-FFF2-40B4-BE49-F238E27FC236}">
                <a16:creationId xmlns:a16="http://schemas.microsoft.com/office/drawing/2014/main" id="{7BE0DEB6-7739-4DFC-8B87-D97AAAF0D716}"/>
              </a:ext>
            </a:extLst>
          </p:cNvPr>
          <p:cNvSpPr>
            <a:spLocks noGrp="1"/>
          </p:cNvSpPr>
          <p:nvPr/>
        </p:nvSpPr>
        <p:spPr>
          <a:xfrm>
            <a:off x="2298519" y="3694086"/>
            <a:ext cx="28398" cy="28398"/>
          </a:xfrm>
          <a:prstGeom prst="ellipse">
            <a:avLst/>
          </a:prstGeom>
          <a:solidFill>
            <a:srgbClr val="7F8C97">
              <a:alpha val="48000"/>
            </a:srgbClr>
          </a:solidFill>
          <a:ln w="0">
            <a:noFill/>
            <a:prstDash val="solid"/>
          </a:ln>
        </p:spPr>
      </p:sp>
      <p:sp>
        <p:nvSpPr>
          <p:cNvPr id="1594" name="03_assume_matched_6891">
            <a:extLst>
              <a:ext uri="{FF2B5EF4-FFF2-40B4-BE49-F238E27FC236}">
                <a16:creationId xmlns:a16="http://schemas.microsoft.com/office/drawing/2014/main" id="{5C0F307E-38AA-4BF6-93D1-AE48F08E8D2E}"/>
              </a:ext>
            </a:extLst>
          </p:cNvPr>
          <p:cNvSpPr>
            <a:spLocks noGrp="1"/>
          </p:cNvSpPr>
          <p:nvPr/>
        </p:nvSpPr>
        <p:spPr>
          <a:xfrm>
            <a:off x="2297224" y="4278955"/>
            <a:ext cx="28398" cy="28398"/>
          </a:xfrm>
          <a:prstGeom prst="ellipse">
            <a:avLst/>
          </a:prstGeom>
          <a:solidFill>
            <a:srgbClr val="7F8C97">
              <a:alpha val="48000"/>
            </a:srgbClr>
          </a:solidFill>
          <a:ln w="0">
            <a:noFill/>
            <a:prstDash val="solid"/>
          </a:ln>
        </p:spPr>
      </p:sp>
      <p:sp>
        <p:nvSpPr>
          <p:cNvPr id="1595" name="03_assume_matched_6892">
            <a:extLst>
              <a:ext uri="{FF2B5EF4-FFF2-40B4-BE49-F238E27FC236}">
                <a16:creationId xmlns:a16="http://schemas.microsoft.com/office/drawing/2014/main" id="{AF4C7D1C-FF68-4E54-BE56-D802568B968D}"/>
              </a:ext>
            </a:extLst>
          </p:cNvPr>
          <p:cNvSpPr>
            <a:spLocks noGrp="1"/>
          </p:cNvSpPr>
          <p:nvPr/>
        </p:nvSpPr>
        <p:spPr>
          <a:xfrm>
            <a:off x="2343995" y="3694086"/>
            <a:ext cx="28398" cy="28398"/>
          </a:xfrm>
          <a:prstGeom prst="ellipse">
            <a:avLst/>
          </a:prstGeom>
          <a:solidFill>
            <a:srgbClr val="7F8C97">
              <a:alpha val="48000"/>
            </a:srgbClr>
          </a:solidFill>
          <a:ln w="0">
            <a:noFill/>
            <a:prstDash val="solid"/>
          </a:ln>
        </p:spPr>
      </p:sp>
      <p:sp>
        <p:nvSpPr>
          <p:cNvPr id="1596" name="03_assume_matched_6893">
            <a:extLst>
              <a:ext uri="{FF2B5EF4-FFF2-40B4-BE49-F238E27FC236}">
                <a16:creationId xmlns:a16="http://schemas.microsoft.com/office/drawing/2014/main" id="{43A6D36C-C0B3-469A-A397-E14C6486603C}"/>
              </a:ext>
            </a:extLst>
          </p:cNvPr>
          <p:cNvSpPr>
            <a:spLocks noGrp="1"/>
          </p:cNvSpPr>
          <p:nvPr/>
        </p:nvSpPr>
        <p:spPr>
          <a:xfrm>
            <a:off x="2322264" y="3986521"/>
            <a:ext cx="28398" cy="28398"/>
          </a:xfrm>
          <a:prstGeom prst="ellipse">
            <a:avLst/>
          </a:prstGeom>
          <a:solidFill>
            <a:srgbClr val="7F8C97">
              <a:alpha val="48000"/>
            </a:srgbClr>
          </a:solidFill>
          <a:ln w="0">
            <a:noFill/>
            <a:prstDash val="solid"/>
          </a:ln>
        </p:spPr>
      </p:sp>
      <p:sp>
        <p:nvSpPr>
          <p:cNvPr id="1597" name="03_assume_matched_6894">
            <a:extLst>
              <a:ext uri="{FF2B5EF4-FFF2-40B4-BE49-F238E27FC236}">
                <a16:creationId xmlns:a16="http://schemas.microsoft.com/office/drawing/2014/main" id="{55B1B8AF-BCED-4771-A848-542CDE7C0F9D}"/>
              </a:ext>
            </a:extLst>
          </p:cNvPr>
          <p:cNvSpPr>
            <a:spLocks noGrp="1"/>
          </p:cNvSpPr>
          <p:nvPr/>
        </p:nvSpPr>
        <p:spPr>
          <a:xfrm>
            <a:off x="2254339" y="4278955"/>
            <a:ext cx="28398" cy="28398"/>
          </a:xfrm>
          <a:prstGeom prst="ellipse">
            <a:avLst/>
          </a:prstGeom>
          <a:solidFill>
            <a:srgbClr val="7F8C97">
              <a:alpha val="48000"/>
            </a:srgbClr>
          </a:solidFill>
          <a:ln w="0">
            <a:noFill/>
            <a:prstDash val="solid"/>
          </a:ln>
        </p:spPr>
      </p:sp>
      <p:sp>
        <p:nvSpPr>
          <p:cNvPr id="1598" name="03_assume_matched_6895">
            <a:extLst>
              <a:ext uri="{FF2B5EF4-FFF2-40B4-BE49-F238E27FC236}">
                <a16:creationId xmlns:a16="http://schemas.microsoft.com/office/drawing/2014/main" id="{D46DB6E1-7B46-48F2-9441-5323FF20DEA9}"/>
              </a:ext>
            </a:extLst>
          </p:cNvPr>
          <p:cNvSpPr>
            <a:spLocks noGrp="1"/>
          </p:cNvSpPr>
          <p:nvPr/>
        </p:nvSpPr>
        <p:spPr>
          <a:xfrm>
            <a:off x="2325142" y="4278955"/>
            <a:ext cx="28398" cy="28398"/>
          </a:xfrm>
          <a:prstGeom prst="ellipse">
            <a:avLst/>
          </a:prstGeom>
          <a:solidFill>
            <a:srgbClr val="7F8C97">
              <a:alpha val="48000"/>
            </a:srgbClr>
          </a:solidFill>
          <a:ln w="0">
            <a:noFill/>
            <a:prstDash val="solid"/>
          </a:ln>
        </p:spPr>
      </p:sp>
      <p:sp>
        <p:nvSpPr>
          <p:cNvPr id="1599" name="03_assume_matched_6896">
            <a:extLst>
              <a:ext uri="{FF2B5EF4-FFF2-40B4-BE49-F238E27FC236}">
                <a16:creationId xmlns:a16="http://schemas.microsoft.com/office/drawing/2014/main" id="{CEA0EA8A-52B5-4B90-A19F-8A875A3F375C}"/>
              </a:ext>
            </a:extLst>
          </p:cNvPr>
          <p:cNvSpPr>
            <a:spLocks noGrp="1"/>
          </p:cNvSpPr>
          <p:nvPr/>
        </p:nvSpPr>
        <p:spPr>
          <a:xfrm>
            <a:off x="2313486" y="4278955"/>
            <a:ext cx="28398" cy="28398"/>
          </a:xfrm>
          <a:prstGeom prst="ellipse">
            <a:avLst/>
          </a:prstGeom>
          <a:solidFill>
            <a:srgbClr val="7F8C97">
              <a:alpha val="48000"/>
            </a:srgbClr>
          </a:solidFill>
          <a:ln w="0">
            <a:noFill/>
            <a:prstDash val="solid"/>
          </a:ln>
        </p:spPr>
      </p:sp>
      <p:sp>
        <p:nvSpPr>
          <p:cNvPr id="1600" name="03_assume_matched_6897">
            <a:extLst>
              <a:ext uri="{FF2B5EF4-FFF2-40B4-BE49-F238E27FC236}">
                <a16:creationId xmlns:a16="http://schemas.microsoft.com/office/drawing/2014/main" id="{E1806189-48E9-41F7-9FA2-F42832F7F34E}"/>
              </a:ext>
            </a:extLst>
          </p:cNvPr>
          <p:cNvSpPr>
            <a:spLocks noGrp="1"/>
          </p:cNvSpPr>
          <p:nvPr/>
        </p:nvSpPr>
        <p:spPr>
          <a:xfrm>
            <a:off x="2319674" y="4278955"/>
            <a:ext cx="28398" cy="28398"/>
          </a:xfrm>
          <a:prstGeom prst="ellipse">
            <a:avLst/>
          </a:prstGeom>
          <a:solidFill>
            <a:srgbClr val="7F8C97">
              <a:alpha val="48000"/>
            </a:srgbClr>
          </a:solidFill>
          <a:ln w="0">
            <a:noFill/>
            <a:prstDash val="solid"/>
          </a:ln>
        </p:spPr>
      </p:sp>
      <p:sp>
        <p:nvSpPr>
          <p:cNvPr id="1601" name="03_assume_matched_6898">
            <a:extLst>
              <a:ext uri="{FF2B5EF4-FFF2-40B4-BE49-F238E27FC236}">
                <a16:creationId xmlns:a16="http://schemas.microsoft.com/office/drawing/2014/main" id="{EDBBB5A2-B0CC-4971-9C9D-F062648AE0B0}"/>
              </a:ext>
            </a:extLst>
          </p:cNvPr>
          <p:cNvSpPr>
            <a:spLocks noGrp="1"/>
          </p:cNvSpPr>
          <p:nvPr/>
        </p:nvSpPr>
        <p:spPr>
          <a:xfrm>
            <a:off x="2333057" y="4278955"/>
            <a:ext cx="28398" cy="28398"/>
          </a:xfrm>
          <a:prstGeom prst="ellipse">
            <a:avLst/>
          </a:prstGeom>
          <a:solidFill>
            <a:srgbClr val="7F8C97">
              <a:alpha val="48000"/>
            </a:srgbClr>
          </a:solidFill>
          <a:ln w="0">
            <a:noFill/>
            <a:prstDash val="solid"/>
          </a:ln>
        </p:spPr>
      </p:sp>
      <p:sp>
        <p:nvSpPr>
          <p:cNvPr id="1602" name="03_assume_matched_6899">
            <a:extLst>
              <a:ext uri="{FF2B5EF4-FFF2-40B4-BE49-F238E27FC236}">
                <a16:creationId xmlns:a16="http://schemas.microsoft.com/office/drawing/2014/main" id="{8BDCE906-7502-4DD1-B200-D1E89A65B484}"/>
              </a:ext>
            </a:extLst>
          </p:cNvPr>
          <p:cNvSpPr>
            <a:spLocks noGrp="1"/>
          </p:cNvSpPr>
          <p:nvPr/>
        </p:nvSpPr>
        <p:spPr>
          <a:xfrm>
            <a:off x="2241675" y="3694086"/>
            <a:ext cx="28398" cy="28398"/>
          </a:xfrm>
          <a:prstGeom prst="ellipse">
            <a:avLst/>
          </a:prstGeom>
          <a:solidFill>
            <a:srgbClr val="7F8C97">
              <a:alpha val="48000"/>
            </a:srgbClr>
          </a:solidFill>
          <a:ln w="0">
            <a:noFill/>
            <a:prstDash val="solid"/>
          </a:ln>
        </p:spPr>
      </p:sp>
      <p:sp>
        <p:nvSpPr>
          <p:cNvPr id="1603" name="03_assume_matched_6900">
            <a:extLst>
              <a:ext uri="{FF2B5EF4-FFF2-40B4-BE49-F238E27FC236}">
                <a16:creationId xmlns:a16="http://schemas.microsoft.com/office/drawing/2014/main" id="{71B72B3B-17EC-47C1-8EB5-6D8DFB96DA95}"/>
              </a:ext>
            </a:extLst>
          </p:cNvPr>
          <p:cNvSpPr>
            <a:spLocks noGrp="1"/>
          </p:cNvSpPr>
          <p:nvPr/>
        </p:nvSpPr>
        <p:spPr>
          <a:xfrm>
            <a:off x="2230882" y="3889042"/>
            <a:ext cx="28398" cy="28398"/>
          </a:xfrm>
          <a:prstGeom prst="ellipse">
            <a:avLst/>
          </a:prstGeom>
          <a:solidFill>
            <a:srgbClr val="7F8C97">
              <a:alpha val="48000"/>
            </a:srgbClr>
          </a:solidFill>
          <a:ln w="0">
            <a:noFill/>
            <a:prstDash val="solid"/>
          </a:ln>
        </p:spPr>
      </p:sp>
      <p:sp>
        <p:nvSpPr>
          <p:cNvPr id="1604" name="03_assume_matched_6901">
            <a:extLst>
              <a:ext uri="{FF2B5EF4-FFF2-40B4-BE49-F238E27FC236}">
                <a16:creationId xmlns:a16="http://schemas.microsoft.com/office/drawing/2014/main" id="{94B57E61-1690-4BB3-A0DB-3C0F75DB1329}"/>
              </a:ext>
            </a:extLst>
          </p:cNvPr>
          <p:cNvSpPr>
            <a:spLocks noGrp="1"/>
          </p:cNvSpPr>
          <p:nvPr/>
        </p:nvSpPr>
        <p:spPr>
          <a:xfrm>
            <a:off x="2313774" y="3986521"/>
            <a:ext cx="28398" cy="28398"/>
          </a:xfrm>
          <a:prstGeom prst="ellipse">
            <a:avLst/>
          </a:prstGeom>
          <a:solidFill>
            <a:srgbClr val="7F8C97">
              <a:alpha val="48000"/>
            </a:srgbClr>
          </a:solidFill>
          <a:ln w="0">
            <a:noFill/>
            <a:prstDash val="solid"/>
          </a:ln>
        </p:spPr>
      </p:sp>
      <p:sp>
        <p:nvSpPr>
          <p:cNvPr id="1605" name="03_assume_matched_6902">
            <a:extLst>
              <a:ext uri="{FF2B5EF4-FFF2-40B4-BE49-F238E27FC236}">
                <a16:creationId xmlns:a16="http://schemas.microsoft.com/office/drawing/2014/main" id="{966CF280-B0FE-44E3-8CEC-BEDBD23A5DAA}"/>
              </a:ext>
            </a:extLst>
          </p:cNvPr>
          <p:cNvSpPr>
            <a:spLocks noGrp="1"/>
          </p:cNvSpPr>
          <p:nvPr/>
        </p:nvSpPr>
        <p:spPr>
          <a:xfrm>
            <a:off x="2350902" y="4111850"/>
            <a:ext cx="28398" cy="28398"/>
          </a:xfrm>
          <a:prstGeom prst="ellipse">
            <a:avLst/>
          </a:prstGeom>
          <a:solidFill>
            <a:srgbClr val="7F8C97">
              <a:alpha val="48000"/>
            </a:srgbClr>
          </a:solidFill>
          <a:ln w="0">
            <a:noFill/>
            <a:prstDash val="solid"/>
          </a:ln>
        </p:spPr>
      </p:sp>
      <p:sp>
        <p:nvSpPr>
          <p:cNvPr id="1606" name="03_assume_matched_6903">
            <a:extLst>
              <a:ext uri="{FF2B5EF4-FFF2-40B4-BE49-F238E27FC236}">
                <a16:creationId xmlns:a16="http://schemas.microsoft.com/office/drawing/2014/main" id="{949CADE8-40EC-47BD-B308-6D860ACBDB31}"/>
              </a:ext>
            </a:extLst>
          </p:cNvPr>
          <p:cNvSpPr>
            <a:spLocks noGrp="1"/>
          </p:cNvSpPr>
          <p:nvPr/>
        </p:nvSpPr>
        <p:spPr>
          <a:xfrm>
            <a:off x="2357090" y="3694086"/>
            <a:ext cx="28398" cy="28398"/>
          </a:xfrm>
          <a:prstGeom prst="ellipse">
            <a:avLst/>
          </a:prstGeom>
          <a:solidFill>
            <a:srgbClr val="7F8C97">
              <a:alpha val="48000"/>
            </a:srgbClr>
          </a:solidFill>
          <a:ln w="0">
            <a:noFill/>
            <a:prstDash val="solid"/>
          </a:ln>
        </p:spPr>
      </p:sp>
      <p:sp>
        <p:nvSpPr>
          <p:cNvPr id="1607" name="03_assume_matched_6904">
            <a:extLst>
              <a:ext uri="{FF2B5EF4-FFF2-40B4-BE49-F238E27FC236}">
                <a16:creationId xmlns:a16="http://schemas.microsoft.com/office/drawing/2014/main" id="{C3A055ED-84DB-4079-ACC8-7081F0A5CA55}"/>
              </a:ext>
            </a:extLst>
          </p:cNvPr>
          <p:cNvSpPr>
            <a:spLocks noGrp="1"/>
          </p:cNvSpPr>
          <p:nvPr/>
        </p:nvSpPr>
        <p:spPr>
          <a:xfrm>
            <a:off x="2268154" y="3986521"/>
            <a:ext cx="28398" cy="28398"/>
          </a:xfrm>
          <a:prstGeom prst="ellipse">
            <a:avLst/>
          </a:prstGeom>
          <a:solidFill>
            <a:srgbClr val="7F8C97">
              <a:alpha val="48000"/>
            </a:srgbClr>
          </a:solidFill>
          <a:ln w="0">
            <a:noFill/>
            <a:prstDash val="solid"/>
          </a:ln>
        </p:spPr>
      </p:sp>
      <p:sp>
        <p:nvSpPr>
          <p:cNvPr id="1608" name="03_assume_matched_6905">
            <a:extLst>
              <a:ext uri="{FF2B5EF4-FFF2-40B4-BE49-F238E27FC236}">
                <a16:creationId xmlns:a16="http://schemas.microsoft.com/office/drawing/2014/main" id="{A1A155CA-5135-4497-A19E-9D2BCDB6B3DC}"/>
              </a:ext>
            </a:extLst>
          </p:cNvPr>
          <p:cNvSpPr>
            <a:spLocks noGrp="1"/>
          </p:cNvSpPr>
          <p:nvPr/>
        </p:nvSpPr>
        <p:spPr>
          <a:xfrm>
            <a:off x="2320969" y="4083999"/>
            <a:ext cx="28398" cy="28398"/>
          </a:xfrm>
          <a:prstGeom prst="ellipse">
            <a:avLst/>
          </a:prstGeom>
          <a:solidFill>
            <a:srgbClr val="7F8C97">
              <a:alpha val="48000"/>
            </a:srgbClr>
          </a:solidFill>
          <a:ln w="0">
            <a:noFill/>
            <a:prstDash val="solid"/>
          </a:ln>
        </p:spPr>
      </p:sp>
      <p:sp>
        <p:nvSpPr>
          <p:cNvPr id="1609" name="03_assume_matched_6906">
            <a:extLst>
              <a:ext uri="{FF2B5EF4-FFF2-40B4-BE49-F238E27FC236}">
                <a16:creationId xmlns:a16="http://schemas.microsoft.com/office/drawing/2014/main" id="{A810585D-60AB-4A58-B527-2015C1CB3797}"/>
              </a:ext>
            </a:extLst>
          </p:cNvPr>
          <p:cNvSpPr>
            <a:spLocks noGrp="1"/>
          </p:cNvSpPr>
          <p:nvPr/>
        </p:nvSpPr>
        <p:spPr>
          <a:xfrm>
            <a:off x="2331906" y="3694086"/>
            <a:ext cx="28398" cy="28398"/>
          </a:xfrm>
          <a:prstGeom prst="ellipse">
            <a:avLst/>
          </a:prstGeom>
          <a:solidFill>
            <a:srgbClr val="7F8C97">
              <a:alpha val="48000"/>
            </a:srgbClr>
          </a:solidFill>
          <a:ln w="0">
            <a:noFill/>
            <a:prstDash val="solid"/>
          </a:ln>
        </p:spPr>
      </p:sp>
      <p:sp>
        <p:nvSpPr>
          <p:cNvPr id="1610" name="03_assume_matched_6907">
            <a:extLst>
              <a:ext uri="{FF2B5EF4-FFF2-40B4-BE49-F238E27FC236}">
                <a16:creationId xmlns:a16="http://schemas.microsoft.com/office/drawing/2014/main" id="{82D87F8B-2850-4B4B-8C2A-D45D96F6F9E9}"/>
              </a:ext>
            </a:extLst>
          </p:cNvPr>
          <p:cNvSpPr>
            <a:spLocks noGrp="1"/>
          </p:cNvSpPr>
          <p:nvPr/>
        </p:nvSpPr>
        <p:spPr>
          <a:xfrm>
            <a:off x="2349319" y="3694086"/>
            <a:ext cx="28398" cy="28398"/>
          </a:xfrm>
          <a:prstGeom prst="ellipse">
            <a:avLst/>
          </a:prstGeom>
          <a:solidFill>
            <a:srgbClr val="7F8C97">
              <a:alpha val="48000"/>
            </a:srgbClr>
          </a:solidFill>
          <a:ln w="0">
            <a:noFill/>
            <a:prstDash val="solid"/>
          </a:ln>
        </p:spPr>
      </p:sp>
      <p:sp>
        <p:nvSpPr>
          <p:cNvPr id="1611" name="03_assume_matched_6908">
            <a:extLst>
              <a:ext uri="{FF2B5EF4-FFF2-40B4-BE49-F238E27FC236}">
                <a16:creationId xmlns:a16="http://schemas.microsoft.com/office/drawing/2014/main" id="{3B23EAB4-8645-4356-A01B-5D3BFB315FDB}"/>
              </a:ext>
            </a:extLst>
          </p:cNvPr>
          <p:cNvSpPr>
            <a:spLocks noGrp="1"/>
          </p:cNvSpPr>
          <p:nvPr/>
        </p:nvSpPr>
        <p:spPr>
          <a:xfrm>
            <a:off x="2334065" y="3694086"/>
            <a:ext cx="28398" cy="28398"/>
          </a:xfrm>
          <a:prstGeom prst="ellipse">
            <a:avLst/>
          </a:prstGeom>
          <a:solidFill>
            <a:srgbClr val="7F8C97">
              <a:alpha val="48000"/>
            </a:srgbClr>
          </a:solidFill>
          <a:ln w="0">
            <a:noFill/>
            <a:prstDash val="solid"/>
          </a:ln>
        </p:spPr>
      </p:sp>
      <p:sp>
        <p:nvSpPr>
          <p:cNvPr id="1612" name="03_assume_matched_6909">
            <a:extLst>
              <a:ext uri="{FF2B5EF4-FFF2-40B4-BE49-F238E27FC236}">
                <a16:creationId xmlns:a16="http://schemas.microsoft.com/office/drawing/2014/main" id="{F88E1F16-5CD4-48FB-8C62-D5F005C143D2}"/>
              </a:ext>
            </a:extLst>
          </p:cNvPr>
          <p:cNvSpPr>
            <a:spLocks noGrp="1"/>
          </p:cNvSpPr>
          <p:nvPr/>
        </p:nvSpPr>
        <p:spPr>
          <a:xfrm>
            <a:off x="2312335" y="3694086"/>
            <a:ext cx="28398" cy="28398"/>
          </a:xfrm>
          <a:prstGeom prst="ellipse">
            <a:avLst/>
          </a:prstGeom>
          <a:solidFill>
            <a:srgbClr val="7F8C97">
              <a:alpha val="48000"/>
            </a:srgbClr>
          </a:solidFill>
          <a:ln w="0">
            <a:noFill/>
            <a:prstDash val="solid"/>
          </a:ln>
        </p:spPr>
      </p:sp>
      <p:sp>
        <p:nvSpPr>
          <p:cNvPr id="1613" name="03_assume_matched_6910">
            <a:extLst>
              <a:ext uri="{FF2B5EF4-FFF2-40B4-BE49-F238E27FC236}">
                <a16:creationId xmlns:a16="http://schemas.microsoft.com/office/drawing/2014/main" id="{867D7E7D-8453-49F1-8245-D05963C30EEA}"/>
              </a:ext>
            </a:extLst>
          </p:cNvPr>
          <p:cNvSpPr>
            <a:spLocks noGrp="1"/>
          </p:cNvSpPr>
          <p:nvPr/>
        </p:nvSpPr>
        <p:spPr>
          <a:xfrm>
            <a:off x="2224118" y="3694086"/>
            <a:ext cx="28398" cy="28398"/>
          </a:xfrm>
          <a:prstGeom prst="ellipse">
            <a:avLst/>
          </a:prstGeom>
          <a:solidFill>
            <a:srgbClr val="7F8C97">
              <a:alpha val="48000"/>
            </a:srgbClr>
          </a:solidFill>
          <a:ln w="0">
            <a:noFill/>
            <a:prstDash val="solid"/>
          </a:ln>
        </p:spPr>
      </p:sp>
      <p:sp>
        <p:nvSpPr>
          <p:cNvPr id="1614" name="03_assume_matched_6911">
            <a:extLst>
              <a:ext uri="{FF2B5EF4-FFF2-40B4-BE49-F238E27FC236}">
                <a16:creationId xmlns:a16="http://schemas.microsoft.com/office/drawing/2014/main" id="{3A7E4EB6-A5E7-4438-B743-97F507A0E250}"/>
              </a:ext>
            </a:extLst>
          </p:cNvPr>
          <p:cNvSpPr>
            <a:spLocks noGrp="1"/>
          </p:cNvSpPr>
          <p:nvPr/>
        </p:nvSpPr>
        <p:spPr>
          <a:xfrm>
            <a:off x="2238078" y="4278955"/>
            <a:ext cx="28398" cy="28398"/>
          </a:xfrm>
          <a:prstGeom prst="ellipse">
            <a:avLst/>
          </a:prstGeom>
          <a:solidFill>
            <a:srgbClr val="7F8C97">
              <a:alpha val="48000"/>
            </a:srgbClr>
          </a:solidFill>
          <a:ln w="0">
            <a:noFill/>
            <a:prstDash val="solid"/>
          </a:ln>
        </p:spPr>
      </p:sp>
      <p:sp>
        <p:nvSpPr>
          <p:cNvPr id="1615" name="03_assume_matched_6912">
            <a:extLst>
              <a:ext uri="{FF2B5EF4-FFF2-40B4-BE49-F238E27FC236}">
                <a16:creationId xmlns:a16="http://schemas.microsoft.com/office/drawing/2014/main" id="{6FB6F530-0EC4-40BE-9711-90F915E8D6A3}"/>
              </a:ext>
            </a:extLst>
          </p:cNvPr>
          <p:cNvSpPr>
            <a:spLocks noGrp="1"/>
          </p:cNvSpPr>
          <p:nvPr/>
        </p:nvSpPr>
        <p:spPr>
          <a:xfrm>
            <a:off x="2299239" y="3694086"/>
            <a:ext cx="28398" cy="28398"/>
          </a:xfrm>
          <a:prstGeom prst="ellipse">
            <a:avLst/>
          </a:prstGeom>
          <a:solidFill>
            <a:srgbClr val="7F8C97">
              <a:alpha val="48000"/>
            </a:srgbClr>
          </a:solidFill>
          <a:ln w="0">
            <a:noFill/>
            <a:prstDash val="solid"/>
          </a:ln>
        </p:spPr>
      </p:sp>
      <p:sp>
        <p:nvSpPr>
          <p:cNvPr id="1616" name="03_assume_matched_6913">
            <a:extLst>
              <a:ext uri="{FF2B5EF4-FFF2-40B4-BE49-F238E27FC236}">
                <a16:creationId xmlns:a16="http://schemas.microsoft.com/office/drawing/2014/main" id="{0798C2CE-8B1A-4B96-B3BD-CC42F00FF072}"/>
              </a:ext>
            </a:extLst>
          </p:cNvPr>
          <p:cNvSpPr>
            <a:spLocks noGrp="1"/>
          </p:cNvSpPr>
          <p:nvPr/>
        </p:nvSpPr>
        <p:spPr>
          <a:xfrm>
            <a:off x="2244122" y="4278955"/>
            <a:ext cx="28398" cy="28398"/>
          </a:xfrm>
          <a:prstGeom prst="ellipse">
            <a:avLst/>
          </a:prstGeom>
          <a:solidFill>
            <a:srgbClr val="7F8C97">
              <a:alpha val="48000"/>
            </a:srgbClr>
          </a:solidFill>
          <a:ln w="0">
            <a:noFill/>
            <a:prstDash val="solid"/>
          </a:ln>
        </p:spPr>
      </p:sp>
      <p:sp>
        <p:nvSpPr>
          <p:cNvPr id="1617" name="03_assume_matched_6914">
            <a:extLst>
              <a:ext uri="{FF2B5EF4-FFF2-40B4-BE49-F238E27FC236}">
                <a16:creationId xmlns:a16="http://schemas.microsoft.com/office/drawing/2014/main" id="{6D401B2B-BFD7-4327-B8CF-E416A106FED2}"/>
              </a:ext>
            </a:extLst>
          </p:cNvPr>
          <p:cNvSpPr>
            <a:spLocks noGrp="1"/>
          </p:cNvSpPr>
          <p:nvPr/>
        </p:nvSpPr>
        <p:spPr>
          <a:xfrm>
            <a:off x="2270169" y="3694086"/>
            <a:ext cx="28398" cy="28398"/>
          </a:xfrm>
          <a:prstGeom prst="ellipse">
            <a:avLst/>
          </a:prstGeom>
          <a:solidFill>
            <a:srgbClr val="7F8C97">
              <a:alpha val="48000"/>
            </a:srgbClr>
          </a:solidFill>
          <a:ln w="0">
            <a:noFill/>
            <a:prstDash val="solid"/>
          </a:ln>
        </p:spPr>
      </p:sp>
      <p:sp>
        <p:nvSpPr>
          <p:cNvPr id="1618" name="03_assume_matched_6915">
            <a:extLst>
              <a:ext uri="{FF2B5EF4-FFF2-40B4-BE49-F238E27FC236}">
                <a16:creationId xmlns:a16="http://schemas.microsoft.com/office/drawing/2014/main" id="{41AF6984-E87E-42B2-A669-DDBF53E4D0FE}"/>
              </a:ext>
            </a:extLst>
          </p:cNvPr>
          <p:cNvSpPr>
            <a:spLocks noGrp="1"/>
          </p:cNvSpPr>
          <p:nvPr/>
        </p:nvSpPr>
        <p:spPr>
          <a:xfrm>
            <a:off x="2219225" y="4278955"/>
            <a:ext cx="28398" cy="28398"/>
          </a:xfrm>
          <a:prstGeom prst="ellipse">
            <a:avLst/>
          </a:prstGeom>
          <a:solidFill>
            <a:srgbClr val="7F8C97">
              <a:alpha val="48000"/>
            </a:srgbClr>
          </a:solidFill>
          <a:ln w="0">
            <a:noFill/>
            <a:prstDash val="solid"/>
          </a:ln>
        </p:spPr>
      </p:sp>
      <p:sp>
        <p:nvSpPr>
          <p:cNvPr id="1619" name="03_assume_matched_6916">
            <a:extLst>
              <a:ext uri="{FF2B5EF4-FFF2-40B4-BE49-F238E27FC236}">
                <a16:creationId xmlns:a16="http://schemas.microsoft.com/office/drawing/2014/main" id="{EA4F6C41-1E9F-419C-984E-0BF57E35C460}"/>
              </a:ext>
            </a:extLst>
          </p:cNvPr>
          <p:cNvSpPr>
            <a:spLocks noGrp="1"/>
          </p:cNvSpPr>
          <p:nvPr/>
        </p:nvSpPr>
        <p:spPr>
          <a:xfrm>
            <a:off x="3091905" y="3709083"/>
            <a:ext cx="28398" cy="28398"/>
          </a:xfrm>
          <a:prstGeom prst="ellipse">
            <a:avLst/>
          </a:prstGeom>
          <a:solidFill>
            <a:srgbClr val="7F8C97">
              <a:alpha val="48000"/>
            </a:srgbClr>
          </a:solidFill>
          <a:ln w="0">
            <a:noFill/>
            <a:prstDash val="solid"/>
          </a:ln>
        </p:spPr>
      </p:sp>
      <p:sp>
        <p:nvSpPr>
          <p:cNvPr id="1620" name="03_assume_matched_6917">
            <a:extLst>
              <a:ext uri="{FF2B5EF4-FFF2-40B4-BE49-F238E27FC236}">
                <a16:creationId xmlns:a16="http://schemas.microsoft.com/office/drawing/2014/main" id="{627268CF-6940-48C8-B017-4E659F3D4B83}"/>
              </a:ext>
            </a:extLst>
          </p:cNvPr>
          <p:cNvSpPr>
            <a:spLocks noGrp="1"/>
          </p:cNvSpPr>
          <p:nvPr/>
        </p:nvSpPr>
        <p:spPr>
          <a:xfrm>
            <a:off x="3080392" y="3694086"/>
            <a:ext cx="28398" cy="28398"/>
          </a:xfrm>
          <a:prstGeom prst="ellipse">
            <a:avLst/>
          </a:prstGeom>
          <a:solidFill>
            <a:srgbClr val="7F8C97">
              <a:alpha val="48000"/>
            </a:srgbClr>
          </a:solidFill>
          <a:ln w="0">
            <a:noFill/>
            <a:prstDash val="solid"/>
          </a:ln>
        </p:spPr>
      </p:sp>
      <p:sp>
        <p:nvSpPr>
          <p:cNvPr id="1621" name="03_assume_matched_6918">
            <a:extLst>
              <a:ext uri="{FF2B5EF4-FFF2-40B4-BE49-F238E27FC236}">
                <a16:creationId xmlns:a16="http://schemas.microsoft.com/office/drawing/2014/main" id="{1AA41B07-B25F-45CD-B620-34886976D798}"/>
              </a:ext>
            </a:extLst>
          </p:cNvPr>
          <p:cNvSpPr>
            <a:spLocks noGrp="1"/>
          </p:cNvSpPr>
          <p:nvPr/>
        </p:nvSpPr>
        <p:spPr>
          <a:xfrm>
            <a:off x="3023260" y="3694086"/>
            <a:ext cx="28398" cy="28398"/>
          </a:xfrm>
          <a:prstGeom prst="ellipse">
            <a:avLst/>
          </a:prstGeom>
          <a:solidFill>
            <a:srgbClr val="7F8C97">
              <a:alpha val="48000"/>
            </a:srgbClr>
          </a:solidFill>
          <a:ln w="0">
            <a:noFill/>
            <a:prstDash val="solid"/>
          </a:ln>
        </p:spPr>
      </p:sp>
      <p:sp>
        <p:nvSpPr>
          <p:cNvPr id="1622" name="03_assume_matched_6919">
            <a:extLst>
              <a:ext uri="{FF2B5EF4-FFF2-40B4-BE49-F238E27FC236}">
                <a16:creationId xmlns:a16="http://schemas.microsoft.com/office/drawing/2014/main" id="{DD9D0866-8109-4941-A03C-4B9079F7CD2B}"/>
              </a:ext>
            </a:extLst>
          </p:cNvPr>
          <p:cNvSpPr>
            <a:spLocks noGrp="1"/>
          </p:cNvSpPr>
          <p:nvPr/>
        </p:nvSpPr>
        <p:spPr>
          <a:xfrm>
            <a:off x="3102122" y="3694086"/>
            <a:ext cx="28398" cy="28398"/>
          </a:xfrm>
          <a:prstGeom prst="ellipse">
            <a:avLst/>
          </a:prstGeom>
          <a:solidFill>
            <a:srgbClr val="7F8C97">
              <a:alpha val="48000"/>
            </a:srgbClr>
          </a:solidFill>
          <a:ln w="0">
            <a:noFill/>
            <a:prstDash val="solid"/>
          </a:ln>
        </p:spPr>
      </p:sp>
      <p:sp>
        <p:nvSpPr>
          <p:cNvPr id="1623" name="03_assume_matched_6920">
            <a:extLst>
              <a:ext uri="{FF2B5EF4-FFF2-40B4-BE49-F238E27FC236}">
                <a16:creationId xmlns:a16="http://schemas.microsoft.com/office/drawing/2014/main" id="{D6FC42B4-6DC9-4248-8AD4-6B339B1EF2A5}"/>
              </a:ext>
            </a:extLst>
          </p:cNvPr>
          <p:cNvSpPr>
            <a:spLocks noGrp="1"/>
          </p:cNvSpPr>
          <p:nvPr/>
        </p:nvSpPr>
        <p:spPr>
          <a:xfrm>
            <a:off x="3069887" y="3694086"/>
            <a:ext cx="28398" cy="28398"/>
          </a:xfrm>
          <a:prstGeom prst="ellipse">
            <a:avLst/>
          </a:prstGeom>
          <a:solidFill>
            <a:srgbClr val="7F8C97">
              <a:alpha val="48000"/>
            </a:srgbClr>
          </a:solidFill>
          <a:ln w="0">
            <a:noFill/>
            <a:prstDash val="solid"/>
          </a:ln>
        </p:spPr>
      </p:sp>
      <p:sp>
        <p:nvSpPr>
          <p:cNvPr id="1624" name="03_assume_matched_6921">
            <a:extLst>
              <a:ext uri="{FF2B5EF4-FFF2-40B4-BE49-F238E27FC236}">
                <a16:creationId xmlns:a16="http://schemas.microsoft.com/office/drawing/2014/main" id="{15FAC615-EE5E-4367-8D0E-0CDC11AA8B67}"/>
              </a:ext>
            </a:extLst>
          </p:cNvPr>
          <p:cNvSpPr>
            <a:spLocks noGrp="1"/>
          </p:cNvSpPr>
          <p:nvPr/>
        </p:nvSpPr>
        <p:spPr>
          <a:xfrm>
            <a:off x="2974619" y="3694086"/>
            <a:ext cx="28398" cy="28398"/>
          </a:xfrm>
          <a:prstGeom prst="ellipse">
            <a:avLst/>
          </a:prstGeom>
          <a:solidFill>
            <a:srgbClr val="7F8C97">
              <a:alpha val="48000"/>
            </a:srgbClr>
          </a:solidFill>
          <a:ln w="0">
            <a:noFill/>
            <a:prstDash val="solid"/>
          </a:ln>
        </p:spPr>
      </p:sp>
      <p:sp>
        <p:nvSpPr>
          <p:cNvPr id="1625" name="03_assume_matched_6922">
            <a:extLst>
              <a:ext uri="{FF2B5EF4-FFF2-40B4-BE49-F238E27FC236}">
                <a16:creationId xmlns:a16="http://schemas.microsoft.com/office/drawing/2014/main" id="{FD3B4CC2-D913-4602-86C6-C88E3AFBAB74}"/>
              </a:ext>
            </a:extLst>
          </p:cNvPr>
          <p:cNvSpPr>
            <a:spLocks noGrp="1"/>
          </p:cNvSpPr>
          <p:nvPr/>
        </p:nvSpPr>
        <p:spPr>
          <a:xfrm>
            <a:off x="3005271" y="4278955"/>
            <a:ext cx="28398" cy="28398"/>
          </a:xfrm>
          <a:prstGeom prst="ellipse">
            <a:avLst/>
          </a:prstGeom>
          <a:solidFill>
            <a:srgbClr val="7F8C97">
              <a:alpha val="48000"/>
            </a:srgbClr>
          </a:solidFill>
          <a:ln w="0">
            <a:noFill/>
            <a:prstDash val="solid"/>
          </a:ln>
        </p:spPr>
      </p:sp>
      <p:sp>
        <p:nvSpPr>
          <p:cNvPr id="1626" name="03_assume_matched_6923">
            <a:extLst>
              <a:ext uri="{FF2B5EF4-FFF2-40B4-BE49-F238E27FC236}">
                <a16:creationId xmlns:a16="http://schemas.microsoft.com/office/drawing/2014/main" id="{EDD282C6-A01C-407A-BF09-5DFE899CA55B}"/>
              </a:ext>
            </a:extLst>
          </p:cNvPr>
          <p:cNvSpPr>
            <a:spLocks noGrp="1"/>
          </p:cNvSpPr>
          <p:nvPr/>
        </p:nvSpPr>
        <p:spPr>
          <a:xfrm>
            <a:off x="2974331" y="4132738"/>
            <a:ext cx="28398" cy="28398"/>
          </a:xfrm>
          <a:prstGeom prst="ellipse">
            <a:avLst/>
          </a:prstGeom>
          <a:solidFill>
            <a:srgbClr val="7F8C97">
              <a:alpha val="48000"/>
            </a:srgbClr>
          </a:solidFill>
          <a:ln w="0">
            <a:noFill/>
            <a:prstDash val="solid"/>
          </a:ln>
        </p:spPr>
      </p:sp>
      <p:sp>
        <p:nvSpPr>
          <p:cNvPr id="1627" name="03_assume_matched_6924">
            <a:extLst>
              <a:ext uri="{FF2B5EF4-FFF2-40B4-BE49-F238E27FC236}">
                <a16:creationId xmlns:a16="http://schemas.microsoft.com/office/drawing/2014/main" id="{C5CC9A73-246F-45B4-B2C3-135DBF4D94F0}"/>
              </a:ext>
            </a:extLst>
          </p:cNvPr>
          <p:cNvSpPr>
            <a:spLocks noGrp="1"/>
          </p:cNvSpPr>
          <p:nvPr/>
        </p:nvSpPr>
        <p:spPr>
          <a:xfrm>
            <a:off x="3055640" y="3986521"/>
            <a:ext cx="28398" cy="28398"/>
          </a:xfrm>
          <a:prstGeom prst="ellipse">
            <a:avLst/>
          </a:prstGeom>
          <a:solidFill>
            <a:srgbClr val="7F8C97">
              <a:alpha val="48000"/>
            </a:srgbClr>
          </a:solidFill>
          <a:ln w="0">
            <a:noFill/>
            <a:prstDash val="solid"/>
          </a:ln>
        </p:spPr>
      </p:sp>
      <p:sp>
        <p:nvSpPr>
          <p:cNvPr id="1628" name="03_assume_matched_6925">
            <a:extLst>
              <a:ext uri="{FF2B5EF4-FFF2-40B4-BE49-F238E27FC236}">
                <a16:creationId xmlns:a16="http://schemas.microsoft.com/office/drawing/2014/main" id="{D2673D64-7EBA-4856-933F-A4552DFD6F41}"/>
              </a:ext>
            </a:extLst>
          </p:cNvPr>
          <p:cNvSpPr>
            <a:spLocks noGrp="1"/>
          </p:cNvSpPr>
          <p:nvPr/>
        </p:nvSpPr>
        <p:spPr>
          <a:xfrm>
            <a:off x="3036931" y="4278955"/>
            <a:ext cx="28398" cy="28398"/>
          </a:xfrm>
          <a:prstGeom prst="ellipse">
            <a:avLst/>
          </a:prstGeom>
          <a:solidFill>
            <a:srgbClr val="7F8C97">
              <a:alpha val="48000"/>
            </a:srgbClr>
          </a:solidFill>
          <a:ln w="0">
            <a:noFill/>
            <a:prstDash val="solid"/>
          </a:ln>
        </p:spPr>
      </p:sp>
      <p:sp>
        <p:nvSpPr>
          <p:cNvPr id="1629" name="03_assume_matched_6926">
            <a:extLst>
              <a:ext uri="{FF2B5EF4-FFF2-40B4-BE49-F238E27FC236}">
                <a16:creationId xmlns:a16="http://schemas.microsoft.com/office/drawing/2014/main" id="{19CC03F4-5733-48AA-9DE0-66CC2CA0C092}"/>
              </a:ext>
            </a:extLst>
          </p:cNvPr>
          <p:cNvSpPr>
            <a:spLocks noGrp="1"/>
          </p:cNvSpPr>
          <p:nvPr/>
        </p:nvSpPr>
        <p:spPr>
          <a:xfrm>
            <a:off x="3021677" y="4278955"/>
            <a:ext cx="28398" cy="28398"/>
          </a:xfrm>
          <a:prstGeom prst="ellipse">
            <a:avLst/>
          </a:prstGeom>
          <a:solidFill>
            <a:srgbClr val="7F8C97">
              <a:alpha val="48000"/>
            </a:srgbClr>
          </a:solidFill>
          <a:ln w="0">
            <a:noFill/>
            <a:prstDash val="solid"/>
          </a:ln>
        </p:spPr>
      </p:sp>
      <p:sp>
        <p:nvSpPr>
          <p:cNvPr id="1630" name="03_assume_matched_6927">
            <a:extLst>
              <a:ext uri="{FF2B5EF4-FFF2-40B4-BE49-F238E27FC236}">
                <a16:creationId xmlns:a16="http://schemas.microsoft.com/office/drawing/2014/main" id="{AB804A1B-7B49-4F0A-9E9A-2B2FCB5C1165}"/>
              </a:ext>
            </a:extLst>
          </p:cNvPr>
          <p:cNvSpPr>
            <a:spLocks noGrp="1"/>
          </p:cNvSpPr>
          <p:nvPr/>
        </p:nvSpPr>
        <p:spPr>
          <a:xfrm>
            <a:off x="3007430" y="4278955"/>
            <a:ext cx="28398" cy="28398"/>
          </a:xfrm>
          <a:prstGeom prst="ellipse">
            <a:avLst/>
          </a:prstGeom>
          <a:solidFill>
            <a:srgbClr val="7F8C97">
              <a:alpha val="48000"/>
            </a:srgbClr>
          </a:solidFill>
          <a:ln w="0">
            <a:noFill/>
            <a:prstDash val="solid"/>
          </a:ln>
        </p:spPr>
      </p:sp>
      <p:sp>
        <p:nvSpPr>
          <p:cNvPr id="1631" name="03_assume_matched_6928">
            <a:extLst>
              <a:ext uri="{FF2B5EF4-FFF2-40B4-BE49-F238E27FC236}">
                <a16:creationId xmlns:a16="http://schemas.microsoft.com/office/drawing/2014/main" id="{87443561-CB7E-42A5-A40D-E8F320B22810}"/>
              </a:ext>
            </a:extLst>
          </p:cNvPr>
          <p:cNvSpPr>
            <a:spLocks noGrp="1"/>
          </p:cNvSpPr>
          <p:nvPr/>
        </p:nvSpPr>
        <p:spPr>
          <a:xfrm>
            <a:off x="3023836" y="4278955"/>
            <a:ext cx="28398" cy="28398"/>
          </a:xfrm>
          <a:prstGeom prst="ellipse">
            <a:avLst/>
          </a:prstGeom>
          <a:solidFill>
            <a:srgbClr val="7F8C97">
              <a:alpha val="48000"/>
            </a:srgbClr>
          </a:solidFill>
          <a:ln w="0">
            <a:noFill/>
            <a:prstDash val="solid"/>
          </a:ln>
        </p:spPr>
      </p:sp>
      <p:sp>
        <p:nvSpPr>
          <p:cNvPr id="1632" name="03_assume_matched_6929">
            <a:extLst>
              <a:ext uri="{FF2B5EF4-FFF2-40B4-BE49-F238E27FC236}">
                <a16:creationId xmlns:a16="http://schemas.microsoft.com/office/drawing/2014/main" id="{152381DD-6497-4CC4-863D-3BACA6463FF6}"/>
              </a:ext>
            </a:extLst>
          </p:cNvPr>
          <p:cNvSpPr>
            <a:spLocks noGrp="1"/>
          </p:cNvSpPr>
          <p:nvPr/>
        </p:nvSpPr>
        <p:spPr>
          <a:xfrm>
            <a:off x="3109030" y="4132738"/>
            <a:ext cx="28398" cy="28398"/>
          </a:xfrm>
          <a:prstGeom prst="ellipse">
            <a:avLst/>
          </a:prstGeom>
          <a:solidFill>
            <a:srgbClr val="7F8C97">
              <a:alpha val="48000"/>
            </a:srgbClr>
          </a:solidFill>
          <a:ln w="0">
            <a:noFill/>
            <a:prstDash val="solid"/>
          </a:ln>
        </p:spPr>
      </p:sp>
      <p:sp>
        <p:nvSpPr>
          <p:cNvPr id="1633" name="03_assume_matched_6930">
            <a:extLst>
              <a:ext uri="{FF2B5EF4-FFF2-40B4-BE49-F238E27FC236}">
                <a16:creationId xmlns:a16="http://schemas.microsoft.com/office/drawing/2014/main" id="{49C1662A-76D1-4E71-BBCF-C544FDB10475}"/>
              </a:ext>
            </a:extLst>
          </p:cNvPr>
          <p:cNvSpPr>
            <a:spLocks noGrp="1"/>
          </p:cNvSpPr>
          <p:nvPr/>
        </p:nvSpPr>
        <p:spPr>
          <a:xfrm>
            <a:off x="3063986" y="3694086"/>
            <a:ext cx="28398" cy="28398"/>
          </a:xfrm>
          <a:prstGeom prst="ellipse">
            <a:avLst/>
          </a:prstGeom>
          <a:solidFill>
            <a:srgbClr val="7F8C97">
              <a:alpha val="48000"/>
            </a:srgbClr>
          </a:solidFill>
          <a:ln w="0">
            <a:noFill/>
            <a:prstDash val="solid"/>
          </a:ln>
        </p:spPr>
      </p:sp>
      <p:sp>
        <p:nvSpPr>
          <p:cNvPr id="1634" name="03_assume_matched_6931">
            <a:extLst>
              <a:ext uri="{FF2B5EF4-FFF2-40B4-BE49-F238E27FC236}">
                <a16:creationId xmlns:a16="http://schemas.microsoft.com/office/drawing/2014/main" id="{B19419BD-33EA-4594-B4C8-F4FB1E85E106}"/>
              </a:ext>
            </a:extLst>
          </p:cNvPr>
          <p:cNvSpPr>
            <a:spLocks noGrp="1"/>
          </p:cNvSpPr>
          <p:nvPr/>
        </p:nvSpPr>
        <p:spPr>
          <a:xfrm>
            <a:off x="3073772" y="4246462"/>
            <a:ext cx="28398" cy="28398"/>
          </a:xfrm>
          <a:prstGeom prst="ellipse">
            <a:avLst/>
          </a:prstGeom>
          <a:solidFill>
            <a:srgbClr val="7F8C97">
              <a:alpha val="48000"/>
            </a:srgbClr>
          </a:solidFill>
          <a:ln w="0">
            <a:noFill/>
            <a:prstDash val="solid"/>
          </a:ln>
        </p:spPr>
      </p:sp>
      <p:sp>
        <p:nvSpPr>
          <p:cNvPr id="1635" name="03_assume_matched_6932">
            <a:extLst>
              <a:ext uri="{FF2B5EF4-FFF2-40B4-BE49-F238E27FC236}">
                <a16:creationId xmlns:a16="http://schemas.microsoft.com/office/drawing/2014/main" id="{A0506B10-9429-4A40-926B-AB6D84B8C14F}"/>
              </a:ext>
            </a:extLst>
          </p:cNvPr>
          <p:cNvSpPr>
            <a:spLocks noGrp="1"/>
          </p:cNvSpPr>
          <p:nvPr/>
        </p:nvSpPr>
        <p:spPr>
          <a:xfrm>
            <a:off x="3010596" y="4181477"/>
            <a:ext cx="28398" cy="28398"/>
          </a:xfrm>
          <a:prstGeom prst="ellipse">
            <a:avLst/>
          </a:prstGeom>
          <a:solidFill>
            <a:srgbClr val="7F8C97">
              <a:alpha val="48000"/>
            </a:srgbClr>
          </a:solidFill>
          <a:ln w="0">
            <a:noFill/>
            <a:prstDash val="solid"/>
          </a:ln>
        </p:spPr>
      </p:sp>
      <p:sp>
        <p:nvSpPr>
          <p:cNvPr id="1636" name="03_assume_matched_6933">
            <a:extLst>
              <a:ext uri="{FF2B5EF4-FFF2-40B4-BE49-F238E27FC236}">
                <a16:creationId xmlns:a16="http://schemas.microsoft.com/office/drawing/2014/main" id="{509B54C3-56D0-44BE-BCF6-481D638C23C8}"/>
              </a:ext>
            </a:extLst>
          </p:cNvPr>
          <p:cNvSpPr>
            <a:spLocks noGrp="1"/>
          </p:cNvSpPr>
          <p:nvPr/>
        </p:nvSpPr>
        <p:spPr>
          <a:xfrm>
            <a:off x="3100971" y="4278955"/>
            <a:ext cx="28398" cy="28398"/>
          </a:xfrm>
          <a:prstGeom prst="ellipse">
            <a:avLst/>
          </a:prstGeom>
          <a:solidFill>
            <a:srgbClr val="7F8C97">
              <a:alpha val="48000"/>
            </a:srgbClr>
          </a:solidFill>
          <a:ln w="0">
            <a:noFill/>
            <a:prstDash val="solid"/>
          </a:ln>
        </p:spPr>
      </p:sp>
      <p:sp>
        <p:nvSpPr>
          <p:cNvPr id="1637" name="03_assume_matched_6934">
            <a:extLst>
              <a:ext uri="{FF2B5EF4-FFF2-40B4-BE49-F238E27FC236}">
                <a16:creationId xmlns:a16="http://schemas.microsoft.com/office/drawing/2014/main" id="{5DB9958B-8074-4014-A4B6-414AE0AB8A5A}"/>
              </a:ext>
            </a:extLst>
          </p:cNvPr>
          <p:cNvSpPr>
            <a:spLocks noGrp="1"/>
          </p:cNvSpPr>
          <p:nvPr/>
        </p:nvSpPr>
        <p:spPr>
          <a:xfrm>
            <a:off x="3074060" y="3853596"/>
            <a:ext cx="28398" cy="28398"/>
          </a:xfrm>
          <a:prstGeom prst="ellipse">
            <a:avLst/>
          </a:prstGeom>
          <a:solidFill>
            <a:srgbClr val="7F8C97">
              <a:alpha val="48000"/>
            </a:srgbClr>
          </a:solidFill>
          <a:ln w="0">
            <a:noFill/>
            <a:prstDash val="solid"/>
          </a:ln>
        </p:spPr>
      </p:sp>
      <p:sp>
        <p:nvSpPr>
          <p:cNvPr id="1638" name="03_assume_matched_6935">
            <a:extLst>
              <a:ext uri="{FF2B5EF4-FFF2-40B4-BE49-F238E27FC236}">
                <a16:creationId xmlns:a16="http://schemas.microsoft.com/office/drawing/2014/main" id="{ACFAF2CF-8C43-4DFF-B739-8CF5C0DD31DF}"/>
              </a:ext>
            </a:extLst>
          </p:cNvPr>
          <p:cNvSpPr>
            <a:spLocks noGrp="1"/>
          </p:cNvSpPr>
          <p:nvPr/>
        </p:nvSpPr>
        <p:spPr>
          <a:xfrm>
            <a:off x="2991888" y="4278955"/>
            <a:ext cx="28398" cy="28398"/>
          </a:xfrm>
          <a:prstGeom prst="ellipse">
            <a:avLst/>
          </a:prstGeom>
          <a:solidFill>
            <a:srgbClr val="7F8C97">
              <a:alpha val="48000"/>
            </a:srgbClr>
          </a:solidFill>
          <a:ln w="0">
            <a:noFill/>
            <a:prstDash val="solid"/>
          </a:ln>
        </p:spPr>
      </p:sp>
      <p:sp>
        <p:nvSpPr>
          <p:cNvPr id="1639" name="03_assume_matched_6936">
            <a:extLst>
              <a:ext uri="{FF2B5EF4-FFF2-40B4-BE49-F238E27FC236}">
                <a16:creationId xmlns:a16="http://schemas.microsoft.com/office/drawing/2014/main" id="{543F8DF0-7F4C-4B37-8E85-198F68ED2638}"/>
              </a:ext>
            </a:extLst>
          </p:cNvPr>
          <p:cNvSpPr>
            <a:spLocks noGrp="1"/>
          </p:cNvSpPr>
          <p:nvPr/>
        </p:nvSpPr>
        <p:spPr>
          <a:xfrm>
            <a:off x="2999227" y="3694086"/>
            <a:ext cx="28398" cy="28398"/>
          </a:xfrm>
          <a:prstGeom prst="ellipse">
            <a:avLst/>
          </a:prstGeom>
          <a:solidFill>
            <a:srgbClr val="7F8C97">
              <a:alpha val="48000"/>
            </a:srgbClr>
          </a:solidFill>
          <a:ln w="0">
            <a:noFill/>
            <a:prstDash val="solid"/>
          </a:ln>
        </p:spPr>
      </p:sp>
      <p:sp>
        <p:nvSpPr>
          <p:cNvPr id="1640" name="03_assume_matched_6937">
            <a:extLst>
              <a:ext uri="{FF2B5EF4-FFF2-40B4-BE49-F238E27FC236}">
                <a16:creationId xmlns:a16="http://schemas.microsoft.com/office/drawing/2014/main" id="{7B52CBC0-B81F-482C-B107-59BD8D262688}"/>
              </a:ext>
            </a:extLst>
          </p:cNvPr>
          <p:cNvSpPr>
            <a:spLocks noGrp="1"/>
          </p:cNvSpPr>
          <p:nvPr/>
        </p:nvSpPr>
        <p:spPr>
          <a:xfrm>
            <a:off x="3010452" y="4083999"/>
            <a:ext cx="28398" cy="28398"/>
          </a:xfrm>
          <a:prstGeom prst="ellipse">
            <a:avLst/>
          </a:prstGeom>
          <a:solidFill>
            <a:srgbClr val="7F8C97">
              <a:alpha val="48000"/>
            </a:srgbClr>
          </a:solidFill>
          <a:ln w="0">
            <a:noFill/>
            <a:prstDash val="solid"/>
          </a:ln>
        </p:spPr>
      </p:sp>
      <p:sp>
        <p:nvSpPr>
          <p:cNvPr id="1641" name="03_assume_matched_6938">
            <a:extLst>
              <a:ext uri="{FF2B5EF4-FFF2-40B4-BE49-F238E27FC236}">
                <a16:creationId xmlns:a16="http://schemas.microsoft.com/office/drawing/2014/main" id="{24FF8E6E-510D-421E-A801-1CFED184A8C1}"/>
              </a:ext>
            </a:extLst>
          </p:cNvPr>
          <p:cNvSpPr>
            <a:spLocks noGrp="1"/>
          </p:cNvSpPr>
          <p:nvPr/>
        </p:nvSpPr>
        <p:spPr>
          <a:xfrm>
            <a:off x="3099820" y="4278955"/>
            <a:ext cx="28398" cy="28398"/>
          </a:xfrm>
          <a:prstGeom prst="ellipse">
            <a:avLst/>
          </a:prstGeom>
          <a:solidFill>
            <a:srgbClr val="7F8C97">
              <a:alpha val="48000"/>
            </a:srgbClr>
          </a:solidFill>
          <a:ln w="0">
            <a:noFill/>
            <a:prstDash val="solid"/>
          </a:ln>
        </p:spPr>
      </p:sp>
      <p:sp>
        <p:nvSpPr>
          <p:cNvPr id="1642" name="03_assume_matched_6939">
            <a:extLst>
              <a:ext uri="{FF2B5EF4-FFF2-40B4-BE49-F238E27FC236}">
                <a16:creationId xmlns:a16="http://schemas.microsoft.com/office/drawing/2014/main" id="{E66A6D59-0F3F-4B41-A8E0-83DD3A7911A0}"/>
              </a:ext>
            </a:extLst>
          </p:cNvPr>
          <p:cNvSpPr>
            <a:spLocks noGrp="1"/>
          </p:cNvSpPr>
          <p:nvPr/>
        </p:nvSpPr>
        <p:spPr>
          <a:xfrm>
            <a:off x="3012755" y="3694086"/>
            <a:ext cx="28398" cy="28398"/>
          </a:xfrm>
          <a:prstGeom prst="ellipse">
            <a:avLst/>
          </a:prstGeom>
          <a:solidFill>
            <a:srgbClr val="7F8C97">
              <a:alpha val="48000"/>
            </a:srgbClr>
          </a:solidFill>
          <a:ln w="0">
            <a:noFill/>
            <a:prstDash val="solid"/>
          </a:ln>
        </p:spPr>
      </p:sp>
      <p:sp>
        <p:nvSpPr>
          <p:cNvPr id="1643" name="03_assume_matched_6940">
            <a:extLst>
              <a:ext uri="{FF2B5EF4-FFF2-40B4-BE49-F238E27FC236}">
                <a16:creationId xmlns:a16="http://schemas.microsoft.com/office/drawing/2014/main" id="{BE8290BF-4579-4E93-9507-FCB9DFC93B56}"/>
              </a:ext>
            </a:extLst>
          </p:cNvPr>
          <p:cNvSpPr>
            <a:spLocks noGrp="1"/>
          </p:cNvSpPr>
          <p:nvPr/>
        </p:nvSpPr>
        <p:spPr>
          <a:xfrm>
            <a:off x="3091761" y="4148984"/>
            <a:ext cx="28398" cy="28398"/>
          </a:xfrm>
          <a:prstGeom prst="ellipse">
            <a:avLst/>
          </a:prstGeom>
          <a:solidFill>
            <a:srgbClr val="7F8C97">
              <a:alpha val="48000"/>
            </a:srgbClr>
          </a:solidFill>
          <a:ln w="0">
            <a:noFill/>
            <a:prstDash val="solid"/>
          </a:ln>
        </p:spPr>
      </p:sp>
      <p:sp>
        <p:nvSpPr>
          <p:cNvPr id="1644" name="03_assume_matched_6941">
            <a:extLst>
              <a:ext uri="{FF2B5EF4-FFF2-40B4-BE49-F238E27FC236}">
                <a16:creationId xmlns:a16="http://schemas.microsoft.com/office/drawing/2014/main" id="{2DE9A081-A71E-46CD-96FA-A21D3BA94A99}"/>
              </a:ext>
            </a:extLst>
          </p:cNvPr>
          <p:cNvSpPr>
            <a:spLocks noGrp="1"/>
          </p:cNvSpPr>
          <p:nvPr/>
        </p:nvSpPr>
        <p:spPr>
          <a:xfrm>
            <a:off x="3092912" y="3694086"/>
            <a:ext cx="28398" cy="28398"/>
          </a:xfrm>
          <a:prstGeom prst="ellipse">
            <a:avLst/>
          </a:prstGeom>
          <a:solidFill>
            <a:srgbClr val="7F8C97">
              <a:alpha val="48000"/>
            </a:srgbClr>
          </a:solidFill>
          <a:ln w="0">
            <a:noFill/>
            <a:prstDash val="solid"/>
          </a:ln>
        </p:spPr>
      </p:sp>
      <p:sp>
        <p:nvSpPr>
          <p:cNvPr id="1645" name="03_assume_matched_6942">
            <a:extLst>
              <a:ext uri="{FF2B5EF4-FFF2-40B4-BE49-F238E27FC236}">
                <a16:creationId xmlns:a16="http://schemas.microsoft.com/office/drawing/2014/main" id="{93C01E91-0B35-46F2-8383-F0A84D6DFF35}"/>
              </a:ext>
            </a:extLst>
          </p:cNvPr>
          <p:cNvSpPr>
            <a:spLocks noGrp="1"/>
          </p:cNvSpPr>
          <p:nvPr/>
        </p:nvSpPr>
        <p:spPr>
          <a:xfrm>
            <a:off x="3096654" y="4278955"/>
            <a:ext cx="28398" cy="28398"/>
          </a:xfrm>
          <a:prstGeom prst="ellipse">
            <a:avLst/>
          </a:prstGeom>
          <a:solidFill>
            <a:srgbClr val="7F8C97">
              <a:alpha val="48000"/>
            </a:srgbClr>
          </a:solidFill>
          <a:ln w="0">
            <a:noFill/>
            <a:prstDash val="solid"/>
          </a:ln>
        </p:spPr>
      </p:sp>
      <p:sp>
        <p:nvSpPr>
          <p:cNvPr id="1646" name="03_assume_matched_6943">
            <a:extLst>
              <a:ext uri="{FF2B5EF4-FFF2-40B4-BE49-F238E27FC236}">
                <a16:creationId xmlns:a16="http://schemas.microsoft.com/office/drawing/2014/main" id="{AAC56D8F-0B26-4018-B273-7E8F3E6F3276}"/>
              </a:ext>
            </a:extLst>
          </p:cNvPr>
          <p:cNvSpPr>
            <a:spLocks noGrp="1"/>
          </p:cNvSpPr>
          <p:nvPr/>
        </p:nvSpPr>
        <p:spPr>
          <a:xfrm>
            <a:off x="3013906" y="4083999"/>
            <a:ext cx="28398" cy="28398"/>
          </a:xfrm>
          <a:prstGeom prst="ellipse">
            <a:avLst/>
          </a:prstGeom>
          <a:solidFill>
            <a:srgbClr val="7F8C97">
              <a:alpha val="48000"/>
            </a:srgbClr>
          </a:solidFill>
          <a:ln w="0">
            <a:noFill/>
            <a:prstDash val="solid"/>
          </a:ln>
        </p:spPr>
      </p:sp>
      <p:sp>
        <p:nvSpPr>
          <p:cNvPr id="1647" name="03_assume_matched_6944">
            <a:extLst>
              <a:ext uri="{FF2B5EF4-FFF2-40B4-BE49-F238E27FC236}">
                <a16:creationId xmlns:a16="http://schemas.microsoft.com/office/drawing/2014/main" id="{DCE73EFB-B56A-458B-B2F9-4307CD475976}"/>
              </a:ext>
            </a:extLst>
          </p:cNvPr>
          <p:cNvSpPr>
            <a:spLocks noGrp="1"/>
          </p:cNvSpPr>
          <p:nvPr/>
        </p:nvSpPr>
        <p:spPr>
          <a:xfrm>
            <a:off x="2992176" y="4132738"/>
            <a:ext cx="28398" cy="28398"/>
          </a:xfrm>
          <a:prstGeom prst="ellipse">
            <a:avLst/>
          </a:prstGeom>
          <a:solidFill>
            <a:srgbClr val="7F8C97">
              <a:alpha val="48000"/>
            </a:srgbClr>
          </a:solidFill>
          <a:ln w="0">
            <a:noFill/>
            <a:prstDash val="solid"/>
          </a:ln>
        </p:spPr>
      </p:sp>
      <p:sp>
        <p:nvSpPr>
          <p:cNvPr id="1648" name="03_assume_matched_6945">
            <a:extLst>
              <a:ext uri="{FF2B5EF4-FFF2-40B4-BE49-F238E27FC236}">
                <a16:creationId xmlns:a16="http://schemas.microsoft.com/office/drawing/2014/main" id="{4690FC9D-8E70-44BE-B623-6CA9618BA8B2}"/>
              </a:ext>
            </a:extLst>
          </p:cNvPr>
          <p:cNvSpPr>
            <a:spLocks noGrp="1"/>
          </p:cNvSpPr>
          <p:nvPr/>
        </p:nvSpPr>
        <p:spPr>
          <a:xfrm>
            <a:off x="3075931" y="4278955"/>
            <a:ext cx="28398" cy="28398"/>
          </a:xfrm>
          <a:prstGeom prst="ellipse">
            <a:avLst/>
          </a:prstGeom>
          <a:solidFill>
            <a:srgbClr val="7F8C97">
              <a:alpha val="48000"/>
            </a:srgbClr>
          </a:solidFill>
          <a:ln w="0">
            <a:noFill/>
            <a:prstDash val="solid"/>
          </a:ln>
        </p:spPr>
      </p:sp>
      <p:sp>
        <p:nvSpPr>
          <p:cNvPr id="1649" name="03_assume_matched_6946">
            <a:extLst>
              <a:ext uri="{FF2B5EF4-FFF2-40B4-BE49-F238E27FC236}">
                <a16:creationId xmlns:a16="http://schemas.microsoft.com/office/drawing/2014/main" id="{0CFA61F4-49AE-4BD0-B504-303000EA4E09}"/>
              </a:ext>
            </a:extLst>
          </p:cNvPr>
          <p:cNvSpPr>
            <a:spLocks noGrp="1"/>
          </p:cNvSpPr>
          <p:nvPr/>
        </p:nvSpPr>
        <p:spPr>
          <a:xfrm>
            <a:off x="2985412" y="3694086"/>
            <a:ext cx="28398" cy="28398"/>
          </a:xfrm>
          <a:prstGeom prst="ellipse">
            <a:avLst/>
          </a:prstGeom>
          <a:solidFill>
            <a:srgbClr val="7F8C97">
              <a:alpha val="48000"/>
            </a:srgbClr>
          </a:solidFill>
          <a:ln w="0">
            <a:noFill/>
            <a:prstDash val="solid"/>
          </a:ln>
        </p:spPr>
      </p:sp>
      <p:sp>
        <p:nvSpPr>
          <p:cNvPr id="1650" name="03_assume_matched_6947">
            <a:extLst>
              <a:ext uri="{FF2B5EF4-FFF2-40B4-BE49-F238E27FC236}">
                <a16:creationId xmlns:a16="http://schemas.microsoft.com/office/drawing/2014/main" id="{C8A5DFEA-2937-4440-B433-2C3CCC238BBB}"/>
              </a:ext>
            </a:extLst>
          </p:cNvPr>
          <p:cNvSpPr>
            <a:spLocks noGrp="1"/>
          </p:cNvSpPr>
          <p:nvPr/>
        </p:nvSpPr>
        <p:spPr>
          <a:xfrm>
            <a:off x="3079528" y="3694086"/>
            <a:ext cx="28398" cy="28398"/>
          </a:xfrm>
          <a:prstGeom prst="ellipse">
            <a:avLst/>
          </a:prstGeom>
          <a:solidFill>
            <a:srgbClr val="7F8C97">
              <a:alpha val="48000"/>
            </a:srgbClr>
          </a:solidFill>
          <a:ln w="0">
            <a:noFill/>
            <a:prstDash val="solid"/>
          </a:ln>
        </p:spPr>
      </p:sp>
      <p:sp>
        <p:nvSpPr>
          <p:cNvPr id="1651" name="03_assume_matched_6948">
            <a:extLst>
              <a:ext uri="{FF2B5EF4-FFF2-40B4-BE49-F238E27FC236}">
                <a16:creationId xmlns:a16="http://schemas.microsoft.com/office/drawing/2014/main" id="{C5D3D13D-3762-49DB-92A0-20BA244FAD3A}"/>
              </a:ext>
            </a:extLst>
          </p:cNvPr>
          <p:cNvSpPr>
            <a:spLocks noGrp="1"/>
          </p:cNvSpPr>
          <p:nvPr/>
        </p:nvSpPr>
        <p:spPr>
          <a:xfrm>
            <a:off x="2986707" y="4278955"/>
            <a:ext cx="28398" cy="28398"/>
          </a:xfrm>
          <a:prstGeom prst="ellipse">
            <a:avLst/>
          </a:prstGeom>
          <a:solidFill>
            <a:srgbClr val="7F8C97">
              <a:alpha val="48000"/>
            </a:srgbClr>
          </a:solidFill>
          <a:ln w="0">
            <a:noFill/>
            <a:prstDash val="solid"/>
          </a:ln>
        </p:spPr>
      </p:sp>
      <p:sp>
        <p:nvSpPr>
          <p:cNvPr id="1652" name="03_assume_matched_6949">
            <a:extLst>
              <a:ext uri="{FF2B5EF4-FFF2-40B4-BE49-F238E27FC236}">
                <a16:creationId xmlns:a16="http://schemas.microsoft.com/office/drawing/2014/main" id="{8C798210-19EA-4369-965D-1DB7F52CDB8F}"/>
              </a:ext>
            </a:extLst>
          </p:cNvPr>
          <p:cNvSpPr>
            <a:spLocks noGrp="1"/>
          </p:cNvSpPr>
          <p:nvPr/>
        </p:nvSpPr>
        <p:spPr>
          <a:xfrm>
            <a:off x="3107159" y="3694086"/>
            <a:ext cx="28398" cy="28398"/>
          </a:xfrm>
          <a:prstGeom prst="ellipse">
            <a:avLst/>
          </a:prstGeom>
          <a:solidFill>
            <a:srgbClr val="7F8C97">
              <a:alpha val="48000"/>
            </a:srgbClr>
          </a:solidFill>
          <a:ln w="0">
            <a:noFill/>
            <a:prstDash val="solid"/>
          </a:ln>
        </p:spPr>
      </p:sp>
      <p:sp>
        <p:nvSpPr>
          <p:cNvPr id="1653" name="03_assume_matched_6950">
            <a:extLst>
              <a:ext uri="{FF2B5EF4-FFF2-40B4-BE49-F238E27FC236}">
                <a16:creationId xmlns:a16="http://schemas.microsoft.com/office/drawing/2014/main" id="{4B7505C9-9FE1-49CE-A763-BDD4F7E5266F}"/>
              </a:ext>
            </a:extLst>
          </p:cNvPr>
          <p:cNvSpPr>
            <a:spLocks noGrp="1"/>
          </p:cNvSpPr>
          <p:nvPr/>
        </p:nvSpPr>
        <p:spPr>
          <a:xfrm>
            <a:off x="3085141" y="3694086"/>
            <a:ext cx="28398" cy="28398"/>
          </a:xfrm>
          <a:prstGeom prst="ellipse">
            <a:avLst/>
          </a:prstGeom>
          <a:solidFill>
            <a:srgbClr val="7F8C97">
              <a:alpha val="48000"/>
            </a:srgbClr>
          </a:solidFill>
          <a:ln w="0">
            <a:noFill/>
            <a:prstDash val="solid"/>
          </a:ln>
        </p:spPr>
      </p:sp>
      <p:sp>
        <p:nvSpPr>
          <p:cNvPr id="1654" name="03_assume_matched_6951">
            <a:extLst>
              <a:ext uri="{FF2B5EF4-FFF2-40B4-BE49-F238E27FC236}">
                <a16:creationId xmlns:a16="http://schemas.microsoft.com/office/drawing/2014/main" id="{422D6606-15EF-4BE4-BF6B-A44D4BBEE0F7}"/>
              </a:ext>
            </a:extLst>
          </p:cNvPr>
          <p:cNvSpPr>
            <a:spLocks noGrp="1"/>
          </p:cNvSpPr>
          <p:nvPr/>
        </p:nvSpPr>
        <p:spPr>
          <a:xfrm>
            <a:off x="3033046" y="3694086"/>
            <a:ext cx="28398" cy="28398"/>
          </a:xfrm>
          <a:prstGeom prst="ellipse">
            <a:avLst/>
          </a:prstGeom>
          <a:solidFill>
            <a:srgbClr val="7F8C97">
              <a:alpha val="48000"/>
            </a:srgbClr>
          </a:solidFill>
          <a:ln w="0">
            <a:noFill/>
            <a:prstDash val="solid"/>
          </a:ln>
        </p:spPr>
      </p:sp>
      <p:sp>
        <p:nvSpPr>
          <p:cNvPr id="1655" name="03_assume_matched_6952">
            <a:extLst>
              <a:ext uri="{FF2B5EF4-FFF2-40B4-BE49-F238E27FC236}">
                <a16:creationId xmlns:a16="http://schemas.microsoft.com/office/drawing/2014/main" id="{21C947BC-EF32-4093-904B-485F36860A4D}"/>
              </a:ext>
            </a:extLst>
          </p:cNvPr>
          <p:cNvSpPr>
            <a:spLocks noGrp="1"/>
          </p:cNvSpPr>
          <p:nvPr/>
        </p:nvSpPr>
        <p:spPr>
          <a:xfrm>
            <a:off x="3008725" y="4278955"/>
            <a:ext cx="28398" cy="28398"/>
          </a:xfrm>
          <a:prstGeom prst="ellipse">
            <a:avLst/>
          </a:prstGeom>
          <a:solidFill>
            <a:srgbClr val="7F8C97">
              <a:alpha val="48000"/>
            </a:srgbClr>
          </a:solidFill>
          <a:ln w="0">
            <a:noFill/>
            <a:prstDash val="solid"/>
          </a:ln>
        </p:spPr>
      </p:sp>
      <p:sp>
        <p:nvSpPr>
          <p:cNvPr id="1656" name="03_assume_matched_6953">
            <a:extLst>
              <a:ext uri="{FF2B5EF4-FFF2-40B4-BE49-F238E27FC236}">
                <a16:creationId xmlns:a16="http://schemas.microsoft.com/office/drawing/2014/main" id="{98D839FA-6191-4FDF-BEF6-B41EDAC88952}"/>
              </a:ext>
            </a:extLst>
          </p:cNvPr>
          <p:cNvSpPr>
            <a:spLocks noGrp="1"/>
          </p:cNvSpPr>
          <p:nvPr/>
        </p:nvSpPr>
        <p:spPr>
          <a:xfrm>
            <a:off x="3111188" y="4278955"/>
            <a:ext cx="28398" cy="28398"/>
          </a:xfrm>
          <a:prstGeom prst="ellipse">
            <a:avLst/>
          </a:prstGeom>
          <a:solidFill>
            <a:srgbClr val="7F8C97">
              <a:alpha val="48000"/>
            </a:srgbClr>
          </a:solidFill>
          <a:ln w="0">
            <a:noFill/>
            <a:prstDash val="solid"/>
          </a:ln>
        </p:spPr>
      </p:sp>
      <p:sp>
        <p:nvSpPr>
          <p:cNvPr id="1657" name="03_assume_matched_6954">
            <a:extLst>
              <a:ext uri="{FF2B5EF4-FFF2-40B4-BE49-F238E27FC236}">
                <a16:creationId xmlns:a16="http://schemas.microsoft.com/office/drawing/2014/main" id="{0394391D-65BE-488A-933E-2987D014F066}"/>
              </a:ext>
            </a:extLst>
          </p:cNvPr>
          <p:cNvSpPr>
            <a:spLocks noGrp="1"/>
          </p:cNvSpPr>
          <p:nvPr/>
        </p:nvSpPr>
        <p:spPr>
          <a:xfrm>
            <a:off x="3058949" y="4278955"/>
            <a:ext cx="28398" cy="28398"/>
          </a:xfrm>
          <a:prstGeom prst="ellipse">
            <a:avLst/>
          </a:prstGeom>
          <a:solidFill>
            <a:srgbClr val="7F8C97">
              <a:alpha val="48000"/>
            </a:srgbClr>
          </a:solidFill>
          <a:ln w="0">
            <a:noFill/>
            <a:prstDash val="solid"/>
          </a:ln>
        </p:spPr>
      </p:sp>
      <p:sp>
        <p:nvSpPr>
          <p:cNvPr id="1658" name="03_assume_matched_6955">
            <a:extLst>
              <a:ext uri="{FF2B5EF4-FFF2-40B4-BE49-F238E27FC236}">
                <a16:creationId xmlns:a16="http://schemas.microsoft.com/office/drawing/2014/main" id="{7C9939F2-F3C9-448C-8722-F9CD53F51259}"/>
              </a:ext>
            </a:extLst>
          </p:cNvPr>
          <p:cNvSpPr>
            <a:spLocks noGrp="1"/>
          </p:cNvSpPr>
          <p:nvPr/>
        </p:nvSpPr>
        <p:spPr>
          <a:xfrm>
            <a:off x="3091761" y="4278955"/>
            <a:ext cx="28398" cy="28398"/>
          </a:xfrm>
          <a:prstGeom prst="ellipse">
            <a:avLst/>
          </a:prstGeom>
          <a:solidFill>
            <a:srgbClr val="7F8C97">
              <a:alpha val="48000"/>
            </a:srgbClr>
          </a:solidFill>
          <a:ln w="0">
            <a:noFill/>
            <a:prstDash val="solid"/>
          </a:ln>
        </p:spPr>
      </p:sp>
      <p:sp>
        <p:nvSpPr>
          <p:cNvPr id="1659" name="03_assume_matched_6956">
            <a:extLst>
              <a:ext uri="{FF2B5EF4-FFF2-40B4-BE49-F238E27FC236}">
                <a16:creationId xmlns:a16="http://schemas.microsoft.com/office/drawing/2014/main" id="{2CDCC959-62A3-4E47-9F39-428A2C806914}"/>
              </a:ext>
            </a:extLst>
          </p:cNvPr>
          <p:cNvSpPr>
            <a:spLocks noGrp="1"/>
          </p:cNvSpPr>
          <p:nvPr/>
        </p:nvSpPr>
        <p:spPr>
          <a:xfrm>
            <a:off x="2990880" y="4161981"/>
            <a:ext cx="28398" cy="28398"/>
          </a:xfrm>
          <a:prstGeom prst="ellipse">
            <a:avLst/>
          </a:prstGeom>
          <a:solidFill>
            <a:srgbClr val="7F8C97">
              <a:alpha val="48000"/>
            </a:srgbClr>
          </a:solidFill>
          <a:ln w="0">
            <a:noFill/>
            <a:prstDash val="solid"/>
          </a:ln>
        </p:spPr>
      </p:sp>
      <p:sp>
        <p:nvSpPr>
          <p:cNvPr id="1660" name="03_assume_matched_6957">
            <a:extLst>
              <a:ext uri="{FF2B5EF4-FFF2-40B4-BE49-F238E27FC236}">
                <a16:creationId xmlns:a16="http://schemas.microsoft.com/office/drawing/2014/main" id="{3E7E880F-6FD1-4D84-A768-DD34E6D9A54F}"/>
              </a:ext>
            </a:extLst>
          </p:cNvPr>
          <p:cNvSpPr>
            <a:spLocks noGrp="1"/>
          </p:cNvSpPr>
          <p:nvPr/>
        </p:nvSpPr>
        <p:spPr>
          <a:xfrm>
            <a:off x="3082838" y="3986521"/>
            <a:ext cx="28398" cy="28398"/>
          </a:xfrm>
          <a:prstGeom prst="ellipse">
            <a:avLst/>
          </a:prstGeom>
          <a:solidFill>
            <a:srgbClr val="7F8C97">
              <a:alpha val="48000"/>
            </a:srgbClr>
          </a:solidFill>
          <a:ln w="0">
            <a:noFill/>
            <a:prstDash val="solid"/>
          </a:ln>
        </p:spPr>
      </p:sp>
      <p:sp>
        <p:nvSpPr>
          <p:cNvPr id="1661" name="03_assume_matched_6958">
            <a:extLst>
              <a:ext uri="{FF2B5EF4-FFF2-40B4-BE49-F238E27FC236}">
                <a16:creationId xmlns:a16="http://schemas.microsoft.com/office/drawing/2014/main" id="{06D3189C-4B37-4153-AB68-3F7A1C2718E8}"/>
              </a:ext>
            </a:extLst>
          </p:cNvPr>
          <p:cNvSpPr>
            <a:spLocks noGrp="1"/>
          </p:cNvSpPr>
          <p:nvPr/>
        </p:nvSpPr>
        <p:spPr>
          <a:xfrm>
            <a:off x="3061972" y="4181477"/>
            <a:ext cx="28398" cy="28398"/>
          </a:xfrm>
          <a:prstGeom prst="ellipse">
            <a:avLst/>
          </a:prstGeom>
          <a:solidFill>
            <a:srgbClr val="7F8C97">
              <a:alpha val="48000"/>
            </a:srgbClr>
          </a:solidFill>
          <a:ln w="0">
            <a:noFill/>
            <a:prstDash val="solid"/>
          </a:ln>
        </p:spPr>
      </p:sp>
      <p:sp>
        <p:nvSpPr>
          <p:cNvPr id="1662" name="03_assume_matched_6959">
            <a:extLst>
              <a:ext uri="{FF2B5EF4-FFF2-40B4-BE49-F238E27FC236}">
                <a16:creationId xmlns:a16="http://schemas.microsoft.com/office/drawing/2014/main" id="{13945DF2-DD3A-4ED8-99A5-A2CFD18DD739}"/>
              </a:ext>
            </a:extLst>
          </p:cNvPr>
          <p:cNvSpPr>
            <a:spLocks noGrp="1"/>
          </p:cNvSpPr>
          <p:nvPr/>
        </p:nvSpPr>
        <p:spPr>
          <a:xfrm>
            <a:off x="2970589" y="3694086"/>
            <a:ext cx="28398" cy="28398"/>
          </a:xfrm>
          <a:prstGeom prst="ellipse">
            <a:avLst/>
          </a:prstGeom>
          <a:solidFill>
            <a:srgbClr val="7F8C97">
              <a:alpha val="48000"/>
            </a:srgbClr>
          </a:solidFill>
          <a:ln w="0">
            <a:noFill/>
            <a:prstDash val="solid"/>
          </a:ln>
        </p:spPr>
      </p:sp>
      <p:sp>
        <p:nvSpPr>
          <p:cNvPr id="1663" name="03_assume_matched_6960">
            <a:extLst>
              <a:ext uri="{FF2B5EF4-FFF2-40B4-BE49-F238E27FC236}">
                <a16:creationId xmlns:a16="http://schemas.microsoft.com/office/drawing/2014/main" id="{828D6BC3-9A2C-4508-9F18-4EE412543E22}"/>
              </a:ext>
            </a:extLst>
          </p:cNvPr>
          <p:cNvSpPr>
            <a:spLocks noGrp="1"/>
          </p:cNvSpPr>
          <p:nvPr/>
        </p:nvSpPr>
        <p:spPr>
          <a:xfrm>
            <a:off x="3029880" y="4278955"/>
            <a:ext cx="28398" cy="28398"/>
          </a:xfrm>
          <a:prstGeom prst="ellipse">
            <a:avLst/>
          </a:prstGeom>
          <a:solidFill>
            <a:srgbClr val="7F8C97">
              <a:alpha val="48000"/>
            </a:srgbClr>
          </a:solidFill>
          <a:ln w="0">
            <a:noFill/>
            <a:prstDash val="solid"/>
          </a:ln>
        </p:spPr>
      </p:sp>
      <p:sp>
        <p:nvSpPr>
          <p:cNvPr id="1664" name="03_assume_matched_6961">
            <a:extLst>
              <a:ext uri="{FF2B5EF4-FFF2-40B4-BE49-F238E27FC236}">
                <a16:creationId xmlns:a16="http://schemas.microsoft.com/office/drawing/2014/main" id="{4CE937B9-2A55-4EBB-BBA3-87613B59D2F3}"/>
              </a:ext>
            </a:extLst>
          </p:cNvPr>
          <p:cNvSpPr>
            <a:spLocks noGrp="1"/>
          </p:cNvSpPr>
          <p:nvPr/>
        </p:nvSpPr>
        <p:spPr>
          <a:xfrm>
            <a:off x="3012035" y="4278955"/>
            <a:ext cx="28398" cy="28398"/>
          </a:xfrm>
          <a:prstGeom prst="ellipse">
            <a:avLst/>
          </a:prstGeom>
          <a:solidFill>
            <a:srgbClr val="7F8C97">
              <a:alpha val="48000"/>
            </a:srgbClr>
          </a:solidFill>
          <a:ln w="0">
            <a:noFill/>
            <a:prstDash val="solid"/>
          </a:ln>
        </p:spPr>
      </p:sp>
      <p:sp>
        <p:nvSpPr>
          <p:cNvPr id="1665" name="03_assume_matched_6962">
            <a:extLst>
              <a:ext uri="{FF2B5EF4-FFF2-40B4-BE49-F238E27FC236}">
                <a16:creationId xmlns:a16="http://schemas.microsoft.com/office/drawing/2014/main" id="{F85B1A43-8543-4081-AA01-F348AB69B165}"/>
              </a:ext>
            </a:extLst>
          </p:cNvPr>
          <p:cNvSpPr>
            <a:spLocks noGrp="1"/>
          </p:cNvSpPr>
          <p:nvPr/>
        </p:nvSpPr>
        <p:spPr>
          <a:xfrm>
            <a:off x="3044271" y="3694086"/>
            <a:ext cx="28398" cy="28398"/>
          </a:xfrm>
          <a:prstGeom prst="ellipse">
            <a:avLst/>
          </a:prstGeom>
          <a:solidFill>
            <a:srgbClr val="7F8C97">
              <a:alpha val="48000"/>
            </a:srgbClr>
          </a:solidFill>
          <a:ln w="0">
            <a:noFill/>
            <a:prstDash val="solid"/>
          </a:ln>
        </p:spPr>
      </p:sp>
      <p:sp>
        <p:nvSpPr>
          <p:cNvPr id="1666" name="03_assume_matched_6963">
            <a:extLst>
              <a:ext uri="{FF2B5EF4-FFF2-40B4-BE49-F238E27FC236}">
                <a16:creationId xmlns:a16="http://schemas.microsoft.com/office/drawing/2014/main" id="{D0EEF1CF-D4BD-45DC-AE2C-EA880D4D8D7E}"/>
              </a:ext>
            </a:extLst>
          </p:cNvPr>
          <p:cNvSpPr>
            <a:spLocks noGrp="1"/>
          </p:cNvSpPr>
          <p:nvPr/>
        </p:nvSpPr>
        <p:spPr>
          <a:xfrm>
            <a:off x="3026138" y="4230216"/>
            <a:ext cx="28398" cy="28398"/>
          </a:xfrm>
          <a:prstGeom prst="ellipse">
            <a:avLst/>
          </a:prstGeom>
          <a:solidFill>
            <a:srgbClr val="7F8C97">
              <a:alpha val="48000"/>
            </a:srgbClr>
          </a:solidFill>
          <a:ln w="0">
            <a:noFill/>
            <a:prstDash val="solid"/>
          </a:ln>
        </p:spPr>
      </p:sp>
      <p:sp>
        <p:nvSpPr>
          <p:cNvPr id="1667" name="03_assume_matched_6964">
            <a:extLst>
              <a:ext uri="{FF2B5EF4-FFF2-40B4-BE49-F238E27FC236}">
                <a16:creationId xmlns:a16="http://schemas.microsoft.com/office/drawing/2014/main" id="{E6399088-D6B4-4175-AF6E-C8C39E614F31}"/>
              </a:ext>
            </a:extLst>
          </p:cNvPr>
          <p:cNvSpPr>
            <a:spLocks noGrp="1"/>
          </p:cNvSpPr>
          <p:nvPr/>
        </p:nvSpPr>
        <p:spPr>
          <a:xfrm>
            <a:off x="3088307" y="4132738"/>
            <a:ext cx="28398" cy="28398"/>
          </a:xfrm>
          <a:prstGeom prst="ellipse">
            <a:avLst/>
          </a:prstGeom>
          <a:solidFill>
            <a:srgbClr val="7F8C97">
              <a:alpha val="48000"/>
            </a:srgbClr>
          </a:solidFill>
          <a:ln w="0">
            <a:noFill/>
            <a:prstDash val="solid"/>
          </a:ln>
        </p:spPr>
      </p:sp>
      <p:sp>
        <p:nvSpPr>
          <p:cNvPr id="1668" name="03_assume_matched_6965">
            <a:extLst>
              <a:ext uri="{FF2B5EF4-FFF2-40B4-BE49-F238E27FC236}">
                <a16:creationId xmlns:a16="http://schemas.microsoft.com/office/drawing/2014/main" id="{8F97680B-F08D-4B85-90A1-9B54DC5EB02E}"/>
              </a:ext>
            </a:extLst>
          </p:cNvPr>
          <p:cNvSpPr>
            <a:spLocks noGrp="1"/>
          </p:cNvSpPr>
          <p:nvPr/>
        </p:nvSpPr>
        <p:spPr>
          <a:xfrm>
            <a:off x="2986419" y="3694086"/>
            <a:ext cx="28398" cy="28398"/>
          </a:xfrm>
          <a:prstGeom prst="ellipse">
            <a:avLst/>
          </a:prstGeom>
          <a:solidFill>
            <a:srgbClr val="7F8C97">
              <a:alpha val="48000"/>
            </a:srgbClr>
          </a:solidFill>
          <a:ln w="0">
            <a:noFill/>
            <a:prstDash val="solid"/>
          </a:ln>
        </p:spPr>
      </p:sp>
      <p:sp>
        <p:nvSpPr>
          <p:cNvPr id="1669" name="03_assume_matched_6966">
            <a:extLst>
              <a:ext uri="{FF2B5EF4-FFF2-40B4-BE49-F238E27FC236}">
                <a16:creationId xmlns:a16="http://schemas.microsoft.com/office/drawing/2014/main" id="{21C8276C-C6CB-4312-8910-D1FEFBC3A222}"/>
              </a:ext>
            </a:extLst>
          </p:cNvPr>
          <p:cNvSpPr>
            <a:spLocks noGrp="1"/>
          </p:cNvSpPr>
          <p:nvPr/>
        </p:nvSpPr>
        <p:spPr>
          <a:xfrm>
            <a:off x="2993039" y="4278955"/>
            <a:ext cx="28398" cy="28398"/>
          </a:xfrm>
          <a:prstGeom prst="ellipse">
            <a:avLst/>
          </a:prstGeom>
          <a:solidFill>
            <a:srgbClr val="7F8C97">
              <a:alpha val="48000"/>
            </a:srgbClr>
          </a:solidFill>
          <a:ln w="0">
            <a:noFill/>
            <a:prstDash val="solid"/>
          </a:ln>
        </p:spPr>
      </p:sp>
      <p:sp>
        <p:nvSpPr>
          <p:cNvPr id="1670" name="03_assume_matched_6967">
            <a:extLst>
              <a:ext uri="{FF2B5EF4-FFF2-40B4-BE49-F238E27FC236}">
                <a16:creationId xmlns:a16="http://schemas.microsoft.com/office/drawing/2014/main" id="{46B14AE2-ACDD-4F42-936D-895D17957D31}"/>
              </a:ext>
            </a:extLst>
          </p:cNvPr>
          <p:cNvSpPr>
            <a:spLocks noGrp="1"/>
          </p:cNvSpPr>
          <p:nvPr/>
        </p:nvSpPr>
        <p:spPr>
          <a:xfrm>
            <a:off x="3052905" y="3694086"/>
            <a:ext cx="28398" cy="28398"/>
          </a:xfrm>
          <a:prstGeom prst="ellipse">
            <a:avLst/>
          </a:prstGeom>
          <a:solidFill>
            <a:srgbClr val="7F8C97">
              <a:alpha val="48000"/>
            </a:srgbClr>
          </a:solidFill>
          <a:ln w="0">
            <a:noFill/>
            <a:prstDash val="solid"/>
          </a:ln>
        </p:spPr>
      </p:sp>
      <p:sp>
        <p:nvSpPr>
          <p:cNvPr id="1671" name="03_assume_matched_6968">
            <a:extLst>
              <a:ext uri="{FF2B5EF4-FFF2-40B4-BE49-F238E27FC236}">
                <a16:creationId xmlns:a16="http://schemas.microsoft.com/office/drawing/2014/main" id="{0926757B-1CF2-4EFC-A494-F79BC30E9C08}"/>
              </a:ext>
            </a:extLst>
          </p:cNvPr>
          <p:cNvSpPr>
            <a:spLocks noGrp="1"/>
          </p:cNvSpPr>
          <p:nvPr/>
        </p:nvSpPr>
        <p:spPr>
          <a:xfrm>
            <a:off x="3051610" y="4278955"/>
            <a:ext cx="28398" cy="28398"/>
          </a:xfrm>
          <a:prstGeom prst="ellipse">
            <a:avLst/>
          </a:prstGeom>
          <a:solidFill>
            <a:srgbClr val="7F8C97">
              <a:alpha val="48000"/>
            </a:srgbClr>
          </a:solidFill>
          <a:ln w="0">
            <a:noFill/>
            <a:prstDash val="solid"/>
          </a:ln>
        </p:spPr>
      </p:sp>
      <p:sp>
        <p:nvSpPr>
          <p:cNvPr id="1672" name="03_assume_matched_6969">
            <a:extLst>
              <a:ext uri="{FF2B5EF4-FFF2-40B4-BE49-F238E27FC236}">
                <a16:creationId xmlns:a16="http://schemas.microsoft.com/office/drawing/2014/main" id="{62F75F4E-FD29-48E4-8A58-F9FF60F3DB86}"/>
              </a:ext>
            </a:extLst>
          </p:cNvPr>
          <p:cNvSpPr>
            <a:spLocks noGrp="1"/>
          </p:cNvSpPr>
          <p:nvPr/>
        </p:nvSpPr>
        <p:spPr>
          <a:xfrm>
            <a:off x="3098380" y="3694086"/>
            <a:ext cx="28398" cy="28398"/>
          </a:xfrm>
          <a:prstGeom prst="ellipse">
            <a:avLst/>
          </a:prstGeom>
          <a:solidFill>
            <a:srgbClr val="7F8C97">
              <a:alpha val="48000"/>
            </a:srgbClr>
          </a:solidFill>
          <a:ln w="0">
            <a:noFill/>
            <a:prstDash val="solid"/>
          </a:ln>
        </p:spPr>
      </p:sp>
      <p:sp>
        <p:nvSpPr>
          <p:cNvPr id="1673" name="03_assume_matched_6970">
            <a:extLst>
              <a:ext uri="{FF2B5EF4-FFF2-40B4-BE49-F238E27FC236}">
                <a16:creationId xmlns:a16="http://schemas.microsoft.com/office/drawing/2014/main" id="{2C1B72E6-3CB4-475F-BFCF-3C40D8395C28}"/>
              </a:ext>
            </a:extLst>
          </p:cNvPr>
          <p:cNvSpPr>
            <a:spLocks noGrp="1"/>
          </p:cNvSpPr>
          <p:nvPr/>
        </p:nvSpPr>
        <p:spPr>
          <a:xfrm>
            <a:off x="3076650" y="3986521"/>
            <a:ext cx="28398" cy="28398"/>
          </a:xfrm>
          <a:prstGeom prst="ellipse">
            <a:avLst/>
          </a:prstGeom>
          <a:solidFill>
            <a:srgbClr val="7F8C97">
              <a:alpha val="48000"/>
            </a:srgbClr>
          </a:solidFill>
          <a:ln w="0">
            <a:noFill/>
            <a:prstDash val="solid"/>
          </a:ln>
        </p:spPr>
      </p:sp>
      <p:sp>
        <p:nvSpPr>
          <p:cNvPr id="1674" name="03_assume_matched_6971">
            <a:extLst>
              <a:ext uri="{FF2B5EF4-FFF2-40B4-BE49-F238E27FC236}">
                <a16:creationId xmlns:a16="http://schemas.microsoft.com/office/drawing/2014/main" id="{7FBD2157-9E8F-4A4D-AFC1-42F3800456FC}"/>
              </a:ext>
            </a:extLst>
          </p:cNvPr>
          <p:cNvSpPr>
            <a:spLocks noGrp="1"/>
          </p:cNvSpPr>
          <p:nvPr/>
        </p:nvSpPr>
        <p:spPr>
          <a:xfrm>
            <a:off x="3008725" y="4278955"/>
            <a:ext cx="28398" cy="28398"/>
          </a:xfrm>
          <a:prstGeom prst="ellipse">
            <a:avLst/>
          </a:prstGeom>
          <a:solidFill>
            <a:srgbClr val="7F8C97">
              <a:alpha val="48000"/>
            </a:srgbClr>
          </a:solidFill>
          <a:ln w="0">
            <a:noFill/>
            <a:prstDash val="solid"/>
          </a:ln>
        </p:spPr>
      </p:sp>
      <p:sp>
        <p:nvSpPr>
          <p:cNvPr id="1675" name="03_assume_matched_6972">
            <a:extLst>
              <a:ext uri="{FF2B5EF4-FFF2-40B4-BE49-F238E27FC236}">
                <a16:creationId xmlns:a16="http://schemas.microsoft.com/office/drawing/2014/main" id="{A9715C45-A762-4ECB-93EE-9A2A6BC586BF}"/>
              </a:ext>
            </a:extLst>
          </p:cNvPr>
          <p:cNvSpPr>
            <a:spLocks noGrp="1"/>
          </p:cNvSpPr>
          <p:nvPr/>
        </p:nvSpPr>
        <p:spPr>
          <a:xfrm>
            <a:off x="3079528" y="4278955"/>
            <a:ext cx="28398" cy="28398"/>
          </a:xfrm>
          <a:prstGeom prst="ellipse">
            <a:avLst/>
          </a:prstGeom>
          <a:solidFill>
            <a:srgbClr val="7F8C97">
              <a:alpha val="48000"/>
            </a:srgbClr>
          </a:solidFill>
          <a:ln w="0">
            <a:noFill/>
            <a:prstDash val="solid"/>
          </a:ln>
        </p:spPr>
      </p:sp>
      <p:sp>
        <p:nvSpPr>
          <p:cNvPr id="1676" name="03_assume_matched_6973">
            <a:extLst>
              <a:ext uri="{FF2B5EF4-FFF2-40B4-BE49-F238E27FC236}">
                <a16:creationId xmlns:a16="http://schemas.microsoft.com/office/drawing/2014/main" id="{E3647C9F-64D9-423F-B818-550A50429EF2}"/>
              </a:ext>
            </a:extLst>
          </p:cNvPr>
          <p:cNvSpPr>
            <a:spLocks noGrp="1"/>
          </p:cNvSpPr>
          <p:nvPr/>
        </p:nvSpPr>
        <p:spPr>
          <a:xfrm>
            <a:off x="3067872" y="4278955"/>
            <a:ext cx="28398" cy="28398"/>
          </a:xfrm>
          <a:prstGeom prst="ellipse">
            <a:avLst/>
          </a:prstGeom>
          <a:solidFill>
            <a:srgbClr val="7F8C97">
              <a:alpha val="48000"/>
            </a:srgbClr>
          </a:solidFill>
          <a:ln w="0">
            <a:noFill/>
            <a:prstDash val="solid"/>
          </a:ln>
        </p:spPr>
      </p:sp>
      <p:sp>
        <p:nvSpPr>
          <p:cNvPr id="1677" name="03_assume_matched_6974">
            <a:extLst>
              <a:ext uri="{FF2B5EF4-FFF2-40B4-BE49-F238E27FC236}">
                <a16:creationId xmlns:a16="http://schemas.microsoft.com/office/drawing/2014/main" id="{9E2631CA-23C8-49E8-9E1A-31501AF85A27}"/>
              </a:ext>
            </a:extLst>
          </p:cNvPr>
          <p:cNvSpPr>
            <a:spLocks noGrp="1"/>
          </p:cNvSpPr>
          <p:nvPr/>
        </p:nvSpPr>
        <p:spPr>
          <a:xfrm>
            <a:off x="3074060" y="4278955"/>
            <a:ext cx="28398" cy="28398"/>
          </a:xfrm>
          <a:prstGeom prst="ellipse">
            <a:avLst/>
          </a:prstGeom>
          <a:solidFill>
            <a:srgbClr val="7F8C97">
              <a:alpha val="48000"/>
            </a:srgbClr>
          </a:solidFill>
          <a:ln w="0">
            <a:noFill/>
            <a:prstDash val="solid"/>
          </a:ln>
        </p:spPr>
      </p:sp>
      <p:sp>
        <p:nvSpPr>
          <p:cNvPr id="1678" name="03_assume_matched_6975">
            <a:extLst>
              <a:ext uri="{FF2B5EF4-FFF2-40B4-BE49-F238E27FC236}">
                <a16:creationId xmlns:a16="http://schemas.microsoft.com/office/drawing/2014/main" id="{B6B38F1C-3F4F-4167-BD69-55C7FAAF95BA}"/>
              </a:ext>
            </a:extLst>
          </p:cNvPr>
          <p:cNvSpPr>
            <a:spLocks noGrp="1"/>
          </p:cNvSpPr>
          <p:nvPr/>
        </p:nvSpPr>
        <p:spPr>
          <a:xfrm>
            <a:off x="3087443" y="4278955"/>
            <a:ext cx="28398" cy="28398"/>
          </a:xfrm>
          <a:prstGeom prst="ellipse">
            <a:avLst/>
          </a:prstGeom>
          <a:solidFill>
            <a:srgbClr val="7F8C97">
              <a:alpha val="48000"/>
            </a:srgbClr>
          </a:solidFill>
          <a:ln w="0">
            <a:noFill/>
            <a:prstDash val="solid"/>
          </a:ln>
        </p:spPr>
      </p:sp>
      <p:sp>
        <p:nvSpPr>
          <p:cNvPr id="1679" name="03_assume_matched_6976">
            <a:extLst>
              <a:ext uri="{FF2B5EF4-FFF2-40B4-BE49-F238E27FC236}">
                <a16:creationId xmlns:a16="http://schemas.microsoft.com/office/drawing/2014/main" id="{6A028D05-A945-4628-BAAF-46D1E990106B}"/>
              </a:ext>
            </a:extLst>
          </p:cNvPr>
          <p:cNvSpPr>
            <a:spLocks noGrp="1"/>
          </p:cNvSpPr>
          <p:nvPr/>
        </p:nvSpPr>
        <p:spPr>
          <a:xfrm>
            <a:off x="2996061" y="3694086"/>
            <a:ext cx="28398" cy="28398"/>
          </a:xfrm>
          <a:prstGeom prst="ellipse">
            <a:avLst/>
          </a:prstGeom>
          <a:solidFill>
            <a:srgbClr val="7F8C97">
              <a:alpha val="48000"/>
            </a:srgbClr>
          </a:solidFill>
          <a:ln w="0">
            <a:noFill/>
            <a:prstDash val="solid"/>
          </a:ln>
        </p:spPr>
      </p:sp>
      <p:sp>
        <p:nvSpPr>
          <p:cNvPr id="1680" name="03_assume_matched_6977">
            <a:extLst>
              <a:ext uri="{FF2B5EF4-FFF2-40B4-BE49-F238E27FC236}">
                <a16:creationId xmlns:a16="http://schemas.microsoft.com/office/drawing/2014/main" id="{90A61D11-6BDC-4149-AFD6-0C6A88E6A5DA}"/>
              </a:ext>
            </a:extLst>
          </p:cNvPr>
          <p:cNvSpPr>
            <a:spLocks noGrp="1"/>
          </p:cNvSpPr>
          <p:nvPr/>
        </p:nvSpPr>
        <p:spPr>
          <a:xfrm>
            <a:off x="2985268" y="3889042"/>
            <a:ext cx="28398" cy="28398"/>
          </a:xfrm>
          <a:prstGeom prst="ellipse">
            <a:avLst/>
          </a:prstGeom>
          <a:solidFill>
            <a:srgbClr val="7F8C97">
              <a:alpha val="48000"/>
            </a:srgbClr>
          </a:solidFill>
          <a:ln w="0">
            <a:noFill/>
            <a:prstDash val="solid"/>
          </a:ln>
        </p:spPr>
      </p:sp>
      <p:sp>
        <p:nvSpPr>
          <p:cNvPr id="1681" name="03_assume_matched_6978">
            <a:extLst>
              <a:ext uri="{FF2B5EF4-FFF2-40B4-BE49-F238E27FC236}">
                <a16:creationId xmlns:a16="http://schemas.microsoft.com/office/drawing/2014/main" id="{434C937A-CCFA-45AD-9124-C4982DB4CB05}"/>
              </a:ext>
            </a:extLst>
          </p:cNvPr>
          <p:cNvSpPr>
            <a:spLocks noGrp="1"/>
          </p:cNvSpPr>
          <p:nvPr/>
        </p:nvSpPr>
        <p:spPr>
          <a:xfrm>
            <a:off x="3068160" y="3986521"/>
            <a:ext cx="28398" cy="28398"/>
          </a:xfrm>
          <a:prstGeom prst="ellipse">
            <a:avLst/>
          </a:prstGeom>
          <a:solidFill>
            <a:srgbClr val="7F8C97">
              <a:alpha val="48000"/>
            </a:srgbClr>
          </a:solidFill>
          <a:ln w="0">
            <a:noFill/>
            <a:prstDash val="solid"/>
          </a:ln>
        </p:spPr>
      </p:sp>
      <p:sp>
        <p:nvSpPr>
          <p:cNvPr id="1682" name="03_assume_matched_6979">
            <a:extLst>
              <a:ext uri="{FF2B5EF4-FFF2-40B4-BE49-F238E27FC236}">
                <a16:creationId xmlns:a16="http://schemas.microsoft.com/office/drawing/2014/main" id="{D4565911-3C29-4521-A593-CE6CE542830D}"/>
              </a:ext>
            </a:extLst>
          </p:cNvPr>
          <p:cNvSpPr>
            <a:spLocks noGrp="1"/>
          </p:cNvSpPr>
          <p:nvPr/>
        </p:nvSpPr>
        <p:spPr>
          <a:xfrm>
            <a:off x="3105288" y="4111850"/>
            <a:ext cx="28398" cy="28398"/>
          </a:xfrm>
          <a:prstGeom prst="ellipse">
            <a:avLst/>
          </a:prstGeom>
          <a:solidFill>
            <a:srgbClr val="7F8C97">
              <a:alpha val="48000"/>
            </a:srgbClr>
          </a:solidFill>
          <a:ln w="0">
            <a:noFill/>
            <a:prstDash val="solid"/>
          </a:ln>
        </p:spPr>
      </p:sp>
      <p:sp>
        <p:nvSpPr>
          <p:cNvPr id="1683" name="03_assume_matched_6980">
            <a:extLst>
              <a:ext uri="{FF2B5EF4-FFF2-40B4-BE49-F238E27FC236}">
                <a16:creationId xmlns:a16="http://schemas.microsoft.com/office/drawing/2014/main" id="{E38A6FE5-4508-40CF-A01E-1524623D3604}"/>
              </a:ext>
            </a:extLst>
          </p:cNvPr>
          <p:cNvSpPr>
            <a:spLocks noGrp="1"/>
          </p:cNvSpPr>
          <p:nvPr/>
        </p:nvSpPr>
        <p:spPr>
          <a:xfrm>
            <a:off x="3111476" y="3694086"/>
            <a:ext cx="28398" cy="28398"/>
          </a:xfrm>
          <a:prstGeom prst="ellipse">
            <a:avLst/>
          </a:prstGeom>
          <a:solidFill>
            <a:srgbClr val="7F8C97">
              <a:alpha val="48000"/>
            </a:srgbClr>
          </a:solidFill>
          <a:ln w="0">
            <a:noFill/>
            <a:prstDash val="solid"/>
          </a:ln>
        </p:spPr>
      </p:sp>
      <p:sp>
        <p:nvSpPr>
          <p:cNvPr id="1684" name="03_assume_matched_6981">
            <a:extLst>
              <a:ext uri="{FF2B5EF4-FFF2-40B4-BE49-F238E27FC236}">
                <a16:creationId xmlns:a16="http://schemas.microsoft.com/office/drawing/2014/main" id="{40F61FB4-26D8-41D0-BA7E-848063CDE52C}"/>
              </a:ext>
            </a:extLst>
          </p:cNvPr>
          <p:cNvSpPr>
            <a:spLocks noGrp="1"/>
          </p:cNvSpPr>
          <p:nvPr/>
        </p:nvSpPr>
        <p:spPr>
          <a:xfrm>
            <a:off x="3022540" y="3986521"/>
            <a:ext cx="28398" cy="28398"/>
          </a:xfrm>
          <a:prstGeom prst="ellipse">
            <a:avLst/>
          </a:prstGeom>
          <a:solidFill>
            <a:srgbClr val="7F8C97">
              <a:alpha val="48000"/>
            </a:srgbClr>
          </a:solidFill>
          <a:ln w="0">
            <a:noFill/>
            <a:prstDash val="solid"/>
          </a:ln>
        </p:spPr>
      </p:sp>
      <p:sp>
        <p:nvSpPr>
          <p:cNvPr id="1685" name="03_assume_matched_6982">
            <a:extLst>
              <a:ext uri="{FF2B5EF4-FFF2-40B4-BE49-F238E27FC236}">
                <a16:creationId xmlns:a16="http://schemas.microsoft.com/office/drawing/2014/main" id="{6D682EC3-5FF5-427C-B8D1-A4E228DC8961}"/>
              </a:ext>
            </a:extLst>
          </p:cNvPr>
          <p:cNvSpPr>
            <a:spLocks noGrp="1"/>
          </p:cNvSpPr>
          <p:nvPr/>
        </p:nvSpPr>
        <p:spPr>
          <a:xfrm>
            <a:off x="3075355" y="4083999"/>
            <a:ext cx="28398" cy="28398"/>
          </a:xfrm>
          <a:prstGeom prst="ellipse">
            <a:avLst/>
          </a:prstGeom>
          <a:solidFill>
            <a:srgbClr val="7F8C97">
              <a:alpha val="48000"/>
            </a:srgbClr>
          </a:solidFill>
          <a:ln w="0">
            <a:noFill/>
            <a:prstDash val="solid"/>
          </a:ln>
        </p:spPr>
      </p:sp>
      <p:sp>
        <p:nvSpPr>
          <p:cNvPr id="1686" name="03_assume_matched_6983">
            <a:extLst>
              <a:ext uri="{FF2B5EF4-FFF2-40B4-BE49-F238E27FC236}">
                <a16:creationId xmlns:a16="http://schemas.microsoft.com/office/drawing/2014/main" id="{886BAF1A-0B4C-4BA5-A4FB-FDC5A01E31EE}"/>
              </a:ext>
            </a:extLst>
          </p:cNvPr>
          <p:cNvSpPr>
            <a:spLocks noGrp="1"/>
          </p:cNvSpPr>
          <p:nvPr/>
        </p:nvSpPr>
        <p:spPr>
          <a:xfrm>
            <a:off x="3086292" y="3694086"/>
            <a:ext cx="28398" cy="28398"/>
          </a:xfrm>
          <a:prstGeom prst="ellipse">
            <a:avLst/>
          </a:prstGeom>
          <a:solidFill>
            <a:srgbClr val="7F8C97">
              <a:alpha val="48000"/>
            </a:srgbClr>
          </a:solidFill>
          <a:ln w="0">
            <a:noFill/>
            <a:prstDash val="solid"/>
          </a:ln>
        </p:spPr>
      </p:sp>
      <p:sp>
        <p:nvSpPr>
          <p:cNvPr id="1687" name="03_assume_matched_6984">
            <a:extLst>
              <a:ext uri="{FF2B5EF4-FFF2-40B4-BE49-F238E27FC236}">
                <a16:creationId xmlns:a16="http://schemas.microsoft.com/office/drawing/2014/main" id="{EB94ECBD-DDEC-4D02-AB97-E05408E8ED32}"/>
              </a:ext>
            </a:extLst>
          </p:cNvPr>
          <p:cNvSpPr>
            <a:spLocks noGrp="1"/>
          </p:cNvSpPr>
          <p:nvPr/>
        </p:nvSpPr>
        <p:spPr>
          <a:xfrm>
            <a:off x="3103705" y="3694086"/>
            <a:ext cx="28398" cy="28398"/>
          </a:xfrm>
          <a:prstGeom prst="ellipse">
            <a:avLst/>
          </a:prstGeom>
          <a:solidFill>
            <a:srgbClr val="7F8C97">
              <a:alpha val="48000"/>
            </a:srgbClr>
          </a:solidFill>
          <a:ln w="0">
            <a:noFill/>
            <a:prstDash val="solid"/>
          </a:ln>
        </p:spPr>
      </p:sp>
      <p:sp>
        <p:nvSpPr>
          <p:cNvPr id="1688" name="03_assume_matched_6985">
            <a:extLst>
              <a:ext uri="{FF2B5EF4-FFF2-40B4-BE49-F238E27FC236}">
                <a16:creationId xmlns:a16="http://schemas.microsoft.com/office/drawing/2014/main" id="{AC9D3D5B-773B-455A-8F1D-E3D4EB799D1B}"/>
              </a:ext>
            </a:extLst>
          </p:cNvPr>
          <p:cNvSpPr>
            <a:spLocks noGrp="1"/>
          </p:cNvSpPr>
          <p:nvPr/>
        </p:nvSpPr>
        <p:spPr>
          <a:xfrm>
            <a:off x="3088451" y="3694086"/>
            <a:ext cx="28398" cy="28398"/>
          </a:xfrm>
          <a:prstGeom prst="ellipse">
            <a:avLst/>
          </a:prstGeom>
          <a:solidFill>
            <a:srgbClr val="7F8C97">
              <a:alpha val="48000"/>
            </a:srgbClr>
          </a:solidFill>
          <a:ln w="0">
            <a:noFill/>
            <a:prstDash val="solid"/>
          </a:ln>
        </p:spPr>
      </p:sp>
      <p:sp>
        <p:nvSpPr>
          <p:cNvPr id="1689" name="03_assume_matched_6986">
            <a:extLst>
              <a:ext uri="{FF2B5EF4-FFF2-40B4-BE49-F238E27FC236}">
                <a16:creationId xmlns:a16="http://schemas.microsoft.com/office/drawing/2014/main" id="{AC535E04-BB39-4B6E-A6B3-0FD26B88E234}"/>
              </a:ext>
            </a:extLst>
          </p:cNvPr>
          <p:cNvSpPr>
            <a:spLocks noGrp="1"/>
          </p:cNvSpPr>
          <p:nvPr/>
        </p:nvSpPr>
        <p:spPr>
          <a:xfrm>
            <a:off x="3066721" y="3694086"/>
            <a:ext cx="28398" cy="28398"/>
          </a:xfrm>
          <a:prstGeom prst="ellipse">
            <a:avLst/>
          </a:prstGeom>
          <a:solidFill>
            <a:srgbClr val="7F8C97">
              <a:alpha val="48000"/>
            </a:srgbClr>
          </a:solidFill>
          <a:ln w="0">
            <a:noFill/>
            <a:prstDash val="solid"/>
          </a:ln>
        </p:spPr>
      </p:sp>
      <p:sp>
        <p:nvSpPr>
          <p:cNvPr id="1690" name="03_assume_matched_6987">
            <a:extLst>
              <a:ext uri="{FF2B5EF4-FFF2-40B4-BE49-F238E27FC236}">
                <a16:creationId xmlns:a16="http://schemas.microsoft.com/office/drawing/2014/main" id="{3E0F9C9E-122B-4B59-82C3-2E1A6DFD4855}"/>
              </a:ext>
            </a:extLst>
          </p:cNvPr>
          <p:cNvSpPr>
            <a:spLocks noGrp="1"/>
          </p:cNvSpPr>
          <p:nvPr/>
        </p:nvSpPr>
        <p:spPr>
          <a:xfrm>
            <a:off x="2978504" y="3694086"/>
            <a:ext cx="28398" cy="28398"/>
          </a:xfrm>
          <a:prstGeom prst="ellipse">
            <a:avLst/>
          </a:prstGeom>
          <a:solidFill>
            <a:srgbClr val="7F8C97">
              <a:alpha val="48000"/>
            </a:srgbClr>
          </a:solidFill>
          <a:ln w="0">
            <a:noFill/>
            <a:prstDash val="solid"/>
          </a:ln>
        </p:spPr>
      </p:sp>
      <p:sp>
        <p:nvSpPr>
          <p:cNvPr id="1691" name="03_assume_matched_6988">
            <a:extLst>
              <a:ext uri="{FF2B5EF4-FFF2-40B4-BE49-F238E27FC236}">
                <a16:creationId xmlns:a16="http://schemas.microsoft.com/office/drawing/2014/main" id="{1459E28F-5984-43DE-97A0-163D32CE7EA7}"/>
              </a:ext>
            </a:extLst>
          </p:cNvPr>
          <p:cNvSpPr>
            <a:spLocks noGrp="1"/>
          </p:cNvSpPr>
          <p:nvPr/>
        </p:nvSpPr>
        <p:spPr>
          <a:xfrm>
            <a:off x="2992463" y="4278955"/>
            <a:ext cx="28398" cy="28398"/>
          </a:xfrm>
          <a:prstGeom prst="ellipse">
            <a:avLst/>
          </a:prstGeom>
          <a:solidFill>
            <a:srgbClr val="7F8C97">
              <a:alpha val="48000"/>
            </a:srgbClr>
          </a:solidFill>
          <a:ln w="0">
            <a:noFill/>
            <a:prstDash val="solid"/>
          </a:ln>
        </p:spPr>
      </p:sp>
      <p:sp>
        <p:nvSpPr>
          <p:cNvPr id="1692" name="03_assume_matched_6989">
            <a:extLst>
              <a:ext uri="{FF2B5EF4-FFF2-40B4-BE49-F238E27FC236}">
                <a16:creationId xmlns:a16="http://schemas.microsoft.com/office/drawing/2014/main" id="{6D503302-9289-4A37-8310-65A6CB60D328}"/>
              </a:ext>
            </a:extLst>
          </p:cNvPr>
          <p:cNvSpPr>
            <a:spLocks noGrp="1"/>
          </p:cNvSpPr>
          <p:nvPr/>
        </p:nvSpPr>
        <p:spPr>
          <a:xfrm>
            <a:off x="3053625" y="3694086"/>
            <a:ext cx="28398" cy="28398"/>
          </a:xfrm>
          <a:prstGeom prst="ellipse">
            <a:avLst/>
          </a:prstGeom>
          <a:solidFill>
            <a:srgbClr val="7F8C97">
              <a:alpha val="48000"/>
            </a:srgbClr>
          </a:solidFill>
          <a:ln w="0">
            <a:noFill/>
            <a:prstDash val="solid"/>
          </a:ln>
        </p:spPr>
      </p:sp>
      <p:sp>
        <p:nvSpPr>
          <p:cNvPr id="1693" name="03_assume_matched_6990">
            <a:extLst>
              <a:ext uri="{FF2B5EF4-FFF2-40B4-BE49-F238E27FC236}">
                <a16:creationId xmlns:a16="http://schemas.microsoft.com/office/drawing/2014/main" id="{B8F220E5-18E7-487D-9C65-E610089CAA68}"/>
              </a:ext>
            </a:extLst>
          </p:cNvPr>
          <p:cNvSpPr>
            <a:spLocks noGrp="1"/>
          </p:cNvSpPr>
          <p:nvPr/>
        </p:nvSpPr>
        <p:spPr>
          <a:xfrm>
            <a:off x="2998508" y="4278955"/>
            <a:ext cx="28398" cy="28398"/>
          </a:xfrm>
          <a:prstGeom prst="ellipse">
            <a:avLst/>
          </a:prstGeom>
          <a:solidFill>
            <a:srgbClr val="7F8C97">
              <a:alpha val="48000"/>
            </a:srgbClr>
          </a:solidFill>
          <a:ln w="0">
            <a:noFill/>
            <a:prstDash val="solid"/>
          </a:ln>
        </p:spPr>
      </p:sp>
      <p:sp>
        <p:nvSpPr>
          <p:cNvPr id="1694" name="03_assume_matched_6991">
            <a:extLst>
              <a:ext uri="{FF2B5EF4-FFF2-40B4-BE49-F238E27FC236}">
                <a16:creationId xmlns:a16="http://schemas.microsoft.com/office/drawing/2014/main" id="{3F8A8B94-3BF3-48CD-9C19-CCDC7E0E6212}"/>
              </a:ext>
            </a:extLst>
          </p:cNvPr>
          <p:cNvSpPr>
            <a:spLocks noGrp="1"/>
          </p:cNvSpPr>
          <p:nvPr/>
        </p:nvSpPr>
        <p:spPr>
          <a:xfrm>
            <a:off x="3024555" y="3694086"/>
            <a:ext cx="28398" cy="28398"/>
          </a:xfrm>
          <a:prstGeom prst="ellipse">
            <a:avLst/>
          </a:prstGeom>
          <a:solidFill>
            <a:srgbClr val="7F8C97">
              <a:alpha val="48000"/>
            </a:srgbClr>
          </a:solidFill>
          <a:ln w="0">
            <a:noFill/>
            <a:prstDash val="solid"/>
          </a:ln>
        </p:spPr>
      </p:sp>
      <p:sp>
        <p:nvSpPr>
          <p:cNvPr id="1695" name="03_assume_matched_6992">
            <a:extLst>
              <a:ext uri="{FF2B5EF4-FFF2-40B4-BE49-F238E27FC236}">
                <a16:creationId xmlns:a16="http://schemas.microsoft.com/office/drawing/2014/main" id="{4905AD08-9FE6-4F42-9BE7-317881B91766}"/>
              </a:ext>
            </a:extLst>
          </p:cNvPr>
          <p:cNvSpPr>
            <a:spLocks noGrp="1"/>
          </p:cNvSpPr>
          <p:nvPr/>
        </p:nvSpPr>
        <p:spPr>
          <a:xfrm>
            <a:off x="2973611" y="4278955"/>
            <a:ext cx="28398" cy="28398"/>
          </a:xfrm>
          <a:prstGeom prst="ellipse">
            <a:avLst/>
          </a:prstGeom>
          <a:solidFill>
            <a:srgbClr val="7F8C97">
              <a:alpha val="48000"/>
            </a:srgbClr>
          </a:solidFill>
          <a:ln w="0">
            <a:noFill/>
            <a:prstDash val="solid"/>
          </a:ln>
        </p:spPr>
      </p:sp>
      <p:sp>
        <p:nvSpPr>
          <p:cNvPr id="1696" name="03_assume_matched_6993">
            <a:extLst>
              <a:ext uri="{FF2B5EF4-FFF2-40B4-BE49-F238E27FC236}">
                <a16:creationId xmlns:a16="http://schemas.microsoft.com/office/drawing/2014/main" id="{52F60FC7-0514-4DF6-83EC-329FC80785FC}"/>
              </a:ext>
            </a:extLst>
          </p:cNvPr>
          <p:cNvSpPr>
            <a:spLocks noGrp="1"/>
          </p:cNvSpPr>
          <p:nvPr/>
        </p:nvSpPr>
        <p:spPr>
          <a:xfrm>
            <a:off x="768364" y="367904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1697" name="03_assume_matched_6994">
            <a:extLst>
              <a:ext uri="{FF2B5EF4-FFF2-40B4-BE49-F238E27FC236}">
                <a16:creationId xmlns:a16="http://schemas.microsoft.com/office/drawing/2014/main" id="{700283A9-2667-459B-9FA3-0C42FED7B128}"/>
              </a:ext>
            </a:extLst>
          </p:cNvPr>
          <p:cNvSpPr>
            <a:spLocks noGrp="1"/>
          </p:cNvSpPr>
          <p:nvPr/>
        </p:nvSpPr>
        <p:spPr>
          <a:xfrm>
            <a:off x="768364" y="4322399"/>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1698" name="text_6995">
            <a:extLst>
              <a:ext uri="{FF2B5EF4-FFF2-40B4-BE49-F238E27FC236}">
                <a16:creationId xmlns:a16="http://schemas.microsoft.com/office/drawing/2014/main" id="{1E3ED80F-16F7-4199-8D29-FD145CADC8EF}"/>
              </a:ext>
            </a:extLst>
          </p:cNvPr>
          <p:cNvSpPr>
            <a:spLocks noGrp="1"/>
          </p:cNvSpPr>
          <p:nvPr/>
        </p:nvSpPr>
        <p:spPr>
          <a:xfrm>
            <a:off x="426174" y="3380106"/>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e</a:t>
            </a:r>
          </a:p>
        </p:txBody>
      </p:sp>
      <p:sp>
        <p:nvSpPr>
          <p:cNvPr id="1699" name="text_6996">
            <a:extLst>
              <a:ext uri="{FF2B5EF4-FFF2-40B4-BE49-F238E27FC236}">
                <a16:creationId xmlns:a16="http://schemas.microsoft.com/office/drawing/2014/main" id="{4C717138-E213-4D9A-A1DB-CB261F72225B}"/>
              </a:ext>
            </a:extLst>
          </p:cNvPr>
          <p:cNvSpPr>
            <a:spLocks noGrp="1"/>
          </p:cNvSpPr>
          <p:nvPr/>
        </p:nvSpPr>
        <p:spPr>
          <a:xfrm>
            <a:off x="768364" y="3479461"/>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Top-1, RMSD &lt;2 Å</a:t>
            </a:r>
          </a:p>
        </p:txBody>
      </p:sp>
      <p:sp>
        <p:nvSpPr>
          <p:cNvPr id="1700" name="03_assume_matched_6997">
            <a:extLst>
              <a:ext uri="{FF2B5EF4-FFF2-40B4-BE49-F238E27FC236}">
                <a16:creationId xmlns:a16="http://schemas.microsoft.com/office/drawing/2014/main" id="{E14FEE5B-E838-425F-8DE5-5A40D2E7BDB7}"/>
              </a:ext>
            </a:extLst>
          </p:cNvPr>
          <p:cNvSpPr>
            <a:spLocks noGrp="1"/>
          </p:cNvSpPr>
          <p:nvPr/>
        </p:nvSpPr>
        <p:spPr>
          <a:xfrm>
            <a:off x="790995" y="4019342"/>
            <a:ext cx="2263158" cy="273813"/>
          </a:xfrm>
          <a:custGeom>
            <a:avLst/>
            <a:gdLst/>
            <a:ahLst/>
            <a:cxnLst/>
            <a:rect l="0" t="0" r="0" b="0"/>
            <a:pathLst>
              <a:path w="2263158" h="273813">
                <a:moveTo>
                  <a:pt x="0" y="273813"/>
                </a:moveTo>
                <a:lnTo>
                  <a:pt x="62865" y="272491"/>
                </a:lnTo>
                <a:lnTo>
                  <a:pt x="62865" y="271541"/>
                </a:lnTo>
                <a:lnTo>
                  <a:pt x="75439" y="270753"/>
                </a:lnTo>
                <a:lnTo>
                  <a:pt x="75439" y="269994"/>
                </a:lnTo>
                <a:lnTo>
                  <a:pt x="125731" y="268768"/>
                </a:lnTo>
                <a:lnTo>
                  <a:pt x="125731" y="261814"/>
                </a:lnTo>
                <a:lnTo>
                  <a:pt x="137161" y="261716"/>
                </a:lnTo>
                <a:lnTo>
                  <a:pt x="137161" y="260335"/>
                </a:lnTo>
                <a:lnTo>
                  <a:pt x="150877" y="260238"/>
                </a:lnTo>
                <a:lnTo>
                  <a:pt x="150877" y="256440"/>
                </a:lnTo>
                <a:lnTo>
                  <a:pt x="188596" y="255831"/>
                </a:lnTo>
                <a:lnTo>
                  <a:pt x="188596" y="244121"/>
                </a:lnTo>
                <a:lnTo>
                  <a:pt x="205742" y="243927"/>
                </a:lnTo>
                <a:lnTo>
                  <a:pt x="205742" y="242546"/>
                </a:lnTo>
                <a:lnTo>
                  <a:pt x="226316" y="241266"/>
                </a:lnTo>
                <a:lnTo>
                  <a:pt x="226316" y="240506"/>
                </a:lnTo>
                <a:lnTo>
                  <a:pt x="251462" y="240311"/>
                </a:lnTo>
                <a:lnTo>
                  <a:pt x="251462" y="229242"/>
                </a:lnTo>
                <a:lnTo>
                  <a:pt x="301754" y="228065"/>
                </a:lnTo>
                <a:lnTo>
                  <a:pt x="301754" y="224267"/>
                </a:lnTo>
                <a:lnTo>
                  <a:pt x="323308" y="223439"/>
                </a:lnTo>
                <a:lnTo>
                  <a:pt x="323308" y="221812"/>
                </a:lnTo>
                <a:lnTo>
                  <a:pt x="342903" y="220773"/>
                </a:lnTo>
                <a:lnTo>
                  <a:pt x="342903" y="219392"/>
                </a:lnTo>
                <a:lnTo>
                  <a:pt x="377193" y="219100"/>
                </a:lnTo>
                <a:lnTo>
                  <a:pt x="377193" y="184062"/>
                </a:lnTo>
                <a:lnTo>
                  <a:pt x="411483" y="183770"/>
                </a:lnTo>
                <a:lnTo>
                  <a:pt x="411483" y="182389"/>
                </a:lnTo>
                <a:lnTo>
                  <a:pt x="440058" y="181012"/>
                </a:lnTo>
                <a:lnTo>
                  <a:pt x="440058" y="180379"/>
                </a:lnTo>
                <a:lnTo>
                  <a:pt x="452632" y="180281"/>
                </a:lnTo>
                <a:lnTo>
                  <a:pt x="452632" y="176484"/>
                </a:lnTo>
                <a:lnTo>
                  <a:pt x="480064" y="176191"/>
                </a:lnTo>
                <a:lnTo>
                  <a:pt x="480064" y="174810"/>
                </a:lnTo>
                <a:lnTo>
                  <a:pt x="502924" y="174616"/>
                </a:lnTo>
                <a:lnTo>
                  <a:pt x="502924" y="166923"/>
                </a:lnTo>
                <a:lnTo>
                  <a:pt x="538847" y="165871"/>
                </a:lnTo>
                <a:lnTo>
                  <a:pt x="538847" y="164243"/>
                </a:lnTo>
                <a:lnTo>
                  <a:pt x="565789" y="163261"/>
                </a:lnTo>
                <a:lnTo>
                  <a:pt x="565789" y="151867"/>
                </a:lnTo>
                <a:lnTo>
                  <a:pt x="603509" y="151575"/>
                </a:lnTo>
                <a:lnTo>
                  <a:pt x="603509" y="147777"/>
                </a:lnTo>
                <a:lnTo>
                  <a:pt x="617225" y="147680"/>
                </a:lnTo>
                <a:lnTo>
                  <a:pt x="617225" y="146299"/>
                </a:lnTo>
                <a:lnTo>
                  <a:pt x="628655" y="146201"/>
                </a:lnTo>
                <a:lnTo>
                  <a:pt x="628655" y="142306"/>
                </a:lnTo>
                <a:lnTo>
                  <a:pt x="678947" y="141277"/>
                </a:lnTo>
                <a:lnTo>
                  <a:pt x="678947" y="140517"/>
                </a:lnTo>
                <a:lnTo>
                  <a:pt x="686685" y="139136"/>
                </a:lnTo>
                <a:lnTo>
                  <a:pt x="686685" y="139039"/>
                </a:lnTo>
                <a:lnTo>
                  <a:pt x="754386" y="138454"/>
                </a:lnTo>
                <a:lnTo>
                  <a:pt x="754386" y="23369"/>
                </a:lnTo>
                <a:lnTo>
                  <a:pt x="880117" y="22284"/>
                </a:lnTo>
                <a:lnTo>
                  <a:pt x="880117" y="21018"/>
                </a:lnTo>
                <a:lnTo>
                  <a:pt x="905263" y="20328"/>
                </a:lnTo>
                <a:lnTo>
                  <a:pt x="905263" y="18808"/>
                </a:lnTo>
                <a:lnTo>
                  <a:pt x="1005848" y="18808"/>
                </a:lnTo>
                <a:lnTo>
                  <a:pt x="1005848" y="16276"/>
                </a:lnTo>
                <a:lnTo>
                  <a:pt x="1508772" y="15191"/>
                </a:lnTo>
                <a:lnTo>
                  <a:pt x="1508772" y="7596"/>
                </a:lnTo>
                <a:lnTo>
                  <a:pt x="2263158" y="7596"/>
                </a:lnTo>
                <a:lnTo>
                  <a:pt x="2263158" y="0"/>
                </a:lnTo>
                <a:lnTo>
                  <a:pt x="2263158" y="0"/>
                </a:lnTo>
              </a:path>
            </a:pathLst>
          </a:custGeom>
          <a:noFill/>
          <a:ln w="22860">
            <a:solidFill>
              <a:srgbClr val="00878B"/>
            </a:solidFill>
            <a:prstDash val="solid"/>
          </a:ln>
        </p:spPr>
      </p:sp>
      <p:sp>
        <p:nvSpPr>
          <p:cNvPr id="1701" name="03_assume_matched_6998">
            <a:extLst>
              <a:ext uri="{FF2B5EF4-FFF2-40B4-BE49-F238E27FC236}">
                <a16:creationId xmlns:a16="http://schemas.microsoft.com/office/drawing/2014/main" id="{1DF7B91E-61DA-4F61-A4F5-C8E685B2DAE6}"/>
              </a:ext>
            </a:extLst>
          </p:cNvPr>
          <p:cNvSpPr>
            <a:spLocks noGrp="1"/>
          </p:cNvSpPr>
          <p:nvPr/>
        </p:nvSpPr>
        <p:spPr>
          <a:xfrm>
            <a:off x="790995" y="4098198"/>
            <a:ext cx="2263158" cy="194956"/>
          </a:xfrm>
          <a:custGeom>
            <a:avLst/>
            <a:gdLst/>
            <a:ahLst/>
            <a:cxnLst/>
            <a:rect l="0" t="0" r="0" b="0"/>
            <a:pathLst>
              <a:path w="2263158" h="194956">
                <a:moveTo>
                  <a:pt x="0" y="194956"/>
                </a:moveTo>
                <a:lnTo>
                  <a:pt x="754386" y="194956"/>
                </a:lnTo>
                <a:lnTo>
                  <a:pt x="754386" y="48739"/>
                </a:lnTo>
                <a:lnTo>
                  <a:pt x="1508772" y="48739"/>
                </a:lnTo>
                <a:lnTo>
                  <a:pt x="1508772" y="27851"/>
                </a:lnTo>
                <a:lnTo>
                  <a:pt x="2263158" y="27851"/>
                </a:lnTo>
                <a:lnTo>
                  <a:pt x="2263158" y="0"/>
                </a:lnTo>
                <a:lnTo>
                  <a:pt x="2263158" y="0"/>
                </a:lnTo>
              </a:path>
            </a:pathLst>
          </a:custGeom>
          <a:noFill/>
          <a:ln w="13335">
            <a:solidFill>
              <a:srgbClr val="3A64C8"/>
            </a:solidFill>
            <a:prstDash val="solid"/>
          </a:ln>
        </p:spPr>
      </p:sp>
      <p:sp>
        <p:nvSpPr>
          <p:cNvPr id="1702" name="03_assume_matched_6999">
            <a:extLst>
              <a:ext uri="{FF2B5EF4-FFF2-40B4-BE49-F238E27FC236}">
                <a16:creationId xmlns:a16="http://schemas.microsoft.com/office/drawing/2014/main" id="{4BB1BA99-706B-4AA6-B957-24FEC0E68914}"/>
              </a:ext>
            </a:extLst>
          </p:cNvPr>
          <p:cNvSpPr>
            <a:spLocks noGrp="1"/>
          </p:cNvSpPr>
          <p:nvPr/>
        </p:nvSpPr>
        <p:spPr>
          <a:xfrm>
            <a:off x="1146598" y="4181813"/>
            <a:ext cx="43180" cy="43180"/>
          </a:xfrm>
          <a:prstGeom prst="ellipse">
            <a:avLst/>
          </a:prstGeom>
          <a:solidFill>
            <a:srgbClr val="00878B"/>
          </a:solidFill>
          <a:ln w="4445">
            <a:solidFill>
              <a:srgbClr val="FFFFFF"/>
            </a:solidFill>
            <a:prstDash val="solid"/>
          </a:ln>
        </p:spPr>
      </p:sp>
      <p:sp>
        <p:nvSpPr>
          <p:cNvPr id="1703" name="03_assume_matched_7000">
            <a:extLst>
              <a:ext uri="{FF2B5EF4-FFF2-40B4-BE49-F238E27FC236}">
                <a16:creationId xmlns:a16="http://schemas.microsoft.com/office/drawing/2014/main" id="{056604BF-7840-4FFD-A556-02F069033404}"/>
              </a:ext>
            </a:extLst>
          </p:cNvPr>
          <p:cNvSpPr>
            <a:spLocks noGrp="1"/>
          </p:cNvSpPr>
          <p:nvPr/>
        </p:nvSpPr>
        <p:spPr>
          <a:xfrm>
            <a:off x="1523791" y="4021120"/>
            <a:ext cx="43180" cy="43180"/>
          </a:xfrm>
          <a:prstGeom prst="ellipse">
            <a:avLst/>
          </a:prstGeom>
          <a:solidFill>
            <a:srgbClr val="00878B"/>
          </a:solidFill>
          <a:ln w="4445">
            <a:solidFill>
              <a:srgbClr val="FFFFFF"/>
            </a:solidFill>
            <a:prstDash val="solid"/>
          </a:ln>
        </p:spPr>
      </p:sp>
      <p:sp>
        <p:nvSpPr>
          <p:cNvPr id="1704" name="03_assume_matched_7001">
            <a:extLst>
              <a:ext uri="{FF2B5EF4-FFF2-40B4-BE49-F238E27FC236}">
                <a16:creationId xmlns:a16="http://schemas.microsoft.com/office/drawing/2014/main" id="{9ADEAF6A-6AF1-4C3A-8ED3-509813468F5B}"/>
              </a:ext>
            </a:extLst>
          </p:cNvPr>
          <p:cNvSpPr>
            <a:spLocks noGrp="1"/>
          </p:cNvSpPr>
          <p:nvPr/>
        </p:nvSpPr>
        <p:spPr>
          <a:xfrm>
            <a:off x="2278177" y="4005346"/>
            <a:ext cx="43180" cy="43180"/>
          </a:xfrm>
          <a:prstGeom prst="ellipse">
            <a:avLst/>
          </a:prstGeom>
          <a:solidFill>
            <a:srgbClr val="00878B"/>
          </a:solidFill>
          <a:ln w="4445">
            <a:solidFill>
              <a:srgbClr val="FFFFFF"/>
            </a:solidFill>
            <a:prstDash val="solid"/>
          </a:ln>
        </p:spPr>
      </p:sp>
      <p:sp>
        <p:nvSpPr>
          <p:cNvPr id="1705" name="03_assume_matched_7002">
            <a:extLst>
              <a:ext uri="{FF2B5EF4-FFF2-40B4-BE49-F238E27FC236}">
                <a16:creationId xmlns:a16="http://schemas.microsoft.com/office/drawing/2014/main" id="{C574DC4D-81A3-409F-B0CB-5C70CB677AFF}"/>
              </a:ext>
            </a:extLst>
          </p:cNvPr>
          <p:cNvSpPr>
            <a:spLocks noGrp="1"/>
          </p:cNvSpPr>
          <p:nvPr/>
        </p:nvSpPr>
        <p:spPr>
          <a:xfrm>
            <a:off x="3032562" y="3997751"/>
            <a:ext cx="43180" cy="43180"/>
          </a:xfrm>
          <a:prstGeom prst="ellipse">
            <a:avLst/>
          </a:prstGeom>
          <a:solidFill>
            <a:srgbClr val="00878B"/>
          </a:solidFill>
          <a:ln w="4445">
            <a:solidFill>
              <a:srgbClr val="FFFFFF"/>
            </a:solidFill>
            <a:prstDash val="solid"/>
          </a:ln>
        </p:spPr>
      </p:sp>
      <p:sp>
        <p:nvSpPr>
          <p:cNvPr id="1706" name="03_assume_matched_7003">
            <a:extLst>
              <a:ext uri="{FF2B5EF4-FFF2-40B4-BE49-F238E27FC236}">
                <a16:creationId xmlns:a16="http://schemas.microsoft.com/office/drawing/2014/main" id="{1352190A-1062-46A7-8F75-A9B97A634ACD}"/>
              </a:ext>
            </a:extLst>
          </p:cNvPr>
          <p:cNvSpPr>
            <a:spLocks noGrp="1"/>
          </p:cNvSpPr>
          <p:nvPr/>
        </p:nvSpPr>
        <p:spPr>
          <a:xfrm>
            <a:off x="1132267" y="425723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07" name="03_assume_matched_7004">
            <a:extLst>
              <a:ext uri="{FF2B5EF4-FFF2-40B4-BE49-F238E27FC236}">
                <a16:creationId xmlns:a16="http://schemas.microsoft.com/office/drawing/2014/main" id="{7E623290-2349-4F83-8562-41946F9A0343}"/>
              </a:ext>
            </a:extLst>
          </p:cNvPr>
          <p:cNvSpPr>
            <a:spLocks noGrp="1"/>
          </p:cNvSpPr>
          <p:nvPr/>
        </p:nvSpPr>
        <p:spPr>
          <a:xfrm>
            <a:off x="1509460" y="411101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08" name="03_assume_matched_7005">
            <a:extLst>
              <a:ext uri="{FF2B5EF4-FFF2-40B4-BE49-F238E27FC236}">
                <a16:creationId xmlns:a16="http://schemas.microsoft.com/office/drawing/2014/main" id="{CBB64329-C75D-48EE-B35F-533D2BFF065A}"/>
              </a:ext>
            </a:extLst>
          </p:cNvPr>
          <p:cNvSpPr>
            <a:spLocks noGrp="1"/>
          </p:cNvSpPr>
          <p:nvPr/>
        </p:nvSpPr>
        <p:spPr>
          <a:xfrm>
            <a:off x="2263845" y="4090128"/>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09" name="03_assume_matched_7006">
            <a:extLst>
              <a:ext uri="{FF2B5EF4-FFF2-40B4-BE49-F238E27FC236}">
                <a16:creationId xmlns:a16="http://schemas.microsoft.com/office/drawing/2014/main" id="{E0F7BB43-78FD-4162-A7B9-DB7E8188FCD2}"/>
              </a:ext>
            </a:extLst>
          </p:cNvPr>
          <p:cNvSpPr>
            <a:spLocks noGrp="1"/>
          </p:cNvSpPr>
          <p:nvPr/>
        </p:nvSpPr>
        <p:spPr>
          <a:xfrm>
            <a:off x="3018231" y="4062277"/>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10" name="03_assume_matched_7007">
            <a:extLst>
              <a:ext uri="{FF2B5EF4-FFF2-40B4-BE49-F238E27FC236}">
                <a16:creationId xmlns:a16="http://schemas.microsoft.com/office/drawing/2014/main" id="{9BBE4E10-6219-4842-8222-EF0E0A36520A}"/>
              </a:ext>
            </a:extLst>
          </p:cNvPr>
          <p:cNvSpPr>
            <a:spLocks noGrp="1"/>
          </p:cNvSpPr>
          <p:nvPr/>
        </p:nvSpPr>
        <p:spPr>
          <a:xfrm>
            <a:off x="3896953" y="367904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1711" name="03_assume_matched_7008">
            <a:extLst>
              <a:ext uri="{FF2B5EF4-FFF2-40B4-BE49-F238E27FC236}">
                <a16:creationId xmlns:a16="http://schemas.microsoft.com/office/drawing/2014/main" id="{9C39CA2A-3D2A-454C-84E1-554D51B7EC60}"/>
              </a:ext>
            </a:extLst>
          </p:cNvPr>
          <p:cNvSpPr>
            <a:spLocks noGrp="1"/>
          </p:cNvSpPr>
          <p:nvPr/>
        </p:nvSpPr>
        <p:spPr>
          <a:xfrm>
            <a:off x="4198707" y="3708286"/>
            <a:ext cx="196140" cy="584869"/>
          </a:xfrm>
          <a:custGeom>
            <a:avLst/>
            <a:gdLst/>
            <a:ahLst/>
            <a:cxnLst/>
            <a:rect l="0" t="0" r="0" b="0"/>
            <a:pathLst>
              <a:path w="196140" h="584869">
                <a:moveTo>
                  <a:pt x="196140" y="584869"/>
                </a:moveTo>
                <a:lnTo>
                  <a:pt x="0" y="584869"/>
                </a:lnTo>
                <a:lnTo>
                  <a:pt x="1066" y="579995"/>
                </a:lnTo>
                <a:lnTo>
                  <a:pt x="4192" y="575121"/>
                </a:lnTo>
                <a:lnTo>
                  <a:pt x="9169" y="570247"/>
                </a:lnTo>
                <a:lnTo>
                  <a:pt x="15679" y="565373"/>
                </a:lnTo>
                <a:lnTo>
                  <a:pt x="23320" y="560500"/>
                </a:lnTo>
                <a:lnTo>
                  <a:pt x="31659" y="555626"/>
                </a:lnTo>
                <a:lnTo>
                  <a:pt x="40261" y="550752"/>
                </a:lnTo>
                <a:lnTo>
                  <a:pt x="48733" y="545878"/>
                </a:lnTo>
                <a:lnTo>
                  <a:pt x="56749" y="541004"/>
                </a:lnTo>
                <a:lnTo>
                  <a:pt x="64064" y="536130"/>
                </a:lnTo>
                <a:lnTo>
                  <a:pt x="70519" y="531256"/>
                </a:lnTo>
                <a:lnTo>
                  <a:pt x="76036" y="526382"/>
                </a:lnTo>
                <a:lnTo>
                  <a:pt x="80607" y="521508"/>
                </a:lnTo>
                <a:lnTo>
                  <a:pt x="84275" y="516634"/>
                </a:lnTo>
                <a:lnTo>
                  <a:pt x="87116" y="511760"/>
                </a:lnTo>
                <a:lnTo>
                  <a:pt x="89226" y="506887"/>
                </a:lnTo>
                <a:lnTo>
                  <a:pt x="90708" y="502013"/>
                </a:lnTo>
                <a:lnTo>
                  <a:pt x="91660" y="497139"/>
                </a:lnTo>
                <a:lnTo>
                  <a:pt x="92175" y="492265"/>
                </a:lnTo>
                <a:lnTo>
                  <a:pt x="92335" y="487391"/>
                </a:lnTo>
                <a:lnTo>
                  <a:pt x="92212" y="482517"/>
                </a:lnTo>
                <a:lnTo>
                  <a:pt x="91873" y="477643"/>
                </a:lnTo>
                <a:lnTo>
                  <a:pt x="91378" y="472769"/>
                </a:lnTo>
                <a:lnTo>
                  <a:pt x="90780" y="467895"/>
                </a:lnTo>
                <a:lnTo>
                  <a:pt x="90131" y="463021"/>
                </a:lnTo>
                <a:lnTo>
                  <a:pt x="89475" y="458147"/>
                </a:lnTo>
                <a:lnTo>
                  <a:pt x="88852" y="453274"/>
                </a:lnTo>
                <a:lnTo>
                  <a:pt x="88293" y="448400"/>
                </a:lnTo>
                <a:lnTo>
                  <a:pt x="87822" y="443526"/>
                </a:lnTo>
                <a:lnTo>
                  <a:pt x="87453" y="438652"/>
                </a:lnTo>
                <a:lnTo>
                  <a:pt x="87191" y="433778"/>
                </a:lnTo>
                <a:lnTo>
                  <a:pt x="87033" y="428904"/>
                </a:lnTo>
                <a:lnTo>
                  <a:pt x="86970" y="424030"/>
                </a:lnTo>
                <a:lnTo>
                  <a:pt x="86987" y="419156"/>
                </a:lnTo>
                <a:lnTo>
                  <a:pt x="87070" y="414282"/>
                </a:lnTo>
                <a:lnTo>
                  <a:pt x="87203" y="409408"/>
                </a:lnTo>
                <a:lnTo>
                  <a:pt x="87371" y="404534"/>
                </a:lnTo>
                <a:lnTo>
                  <a:pt x="87563" y="399661"/>
                </a:lnTo>
                <a:lnTo>
                  <a:pt x="87767" y="394787"/>
                </a:lnTo>
                <a:lnTo>
                  <a:pt x="87973" y="389913"/>
                </a:lnTo>
                <a:lnTo>
                  <a:pt x="88170" y="385039"/>
                </a:lnTo>
                <a:lnTo>
                  <a:pt x="88343" y="380165"/>
                </a:lnTo>
                <a:lnTo>
                  <a:pt x="88474" y="375291"/>
                </a:lnTo>
                <a:lnTo>
                  <a:pt x="88542" y="370417"/>
                </a:lnTo>
                <a:lnTo>
                  <a:pt x="88518" y="365543"/>
                </a:lnTo>
                <a:lnTo>
                  <a:pt x="88374" y="360669"/>
                </a:lnTo>
                <a:lnTo>
                  <a:pt x="88081" y="355795"/>
                </a:lnTo>
                <a:lnTo>
                  <a:pt x="87614" y="350921"/>
                </a:lnTo>
                <a:lnTo>
                  <a:pt x="86954" y="346048"/>
                </a:lnTo>
                <a:lnTo>
                  <a:pt x="86096" y="341174"/>
                </a:lnTo>
                <a:lnTo>
                  <a:pt x="85050" y="336300"/>
                </a:lnTo>
                <a:lnTo>
                  <a:pt x="83845" y="331426"/>
                </a:lnTo>
                <a:lnTo>
                  <a:pt x="82530" y="326552"/>
                </a:lnTo>
                <a:lnTo>
                  <a:pt x="81173" y="321678"/>
                </a:lnTo>
                <a:lnTo>
                  <a:pt x="79853" y="316804"/>
                </a:lnTo>
                <a:lnTo>
                  <a:pt x="78662" y="311930"/>
                </a:lnTo>
                <a:lnTo>
                  <a:pt x="77690" y="307056"/>
                </a:lnTo>
                <a:lnTo>
                  <a:pt x="77019" y="302182"/>
                </a:lnTo>
                <a:lnTo>
                  <a:pt x="76713" y="297308"/>
                </a:lnTo>
                <a:lnTo>
                  <a:pt x="76813" y="292435"/>
                </a:lnTo>
                <a:lnTo>
                  <a:pt x="77333" y="287561"/>
                </a:lnTo>
                <a:lnTo>
                  <a:pt x="78254" y="282687"/>
                </a:lnTo>
                <a:lnTo>
                  <a:pt x="79531" y="277813"/>
                </a:lnTo>
                <a:lnTo>
                  <a:pt x="81096" y="272939"/>
                </a:lnTo>
                <a:lnTo>
                  <a:pt x="82864" y="268065"/>
                </a:lnTo>
                <a:lnTo>
                  <a:pt x="84745" y="263191"/>
                </a:lnTo>
                <a:lnTo>
                  <a:pt x="86650" y="258317"/>
                </a:lnTo>
                <a:lnTo>
                  <a:pt x="88499" y="253443"/>
                </a:lnTo>
                <a:lnTo>
                  <a:pt x="90227" y="248569"/>
                </a:lnTo>
                <a:lnTo>
                  <a:pt x="91786" y="243695"/>
                </a:lnTo>
                <a:lnTo>
                  <a:pt x="93148" y="238822"/>
                </a:lnTo>
                <a:lnTo>
                  <a:pt x="94301" y="233948"/>
                </a:lnTo>
                <a:lnTo>
                  <a:pt x="95249" y="229074"/>
                </a:lnTo>
                <a:lnTo>
                  <a:pt x="96006" y="224200"/>
                </a:lnTo>
                <a:lnTo>
                  <a:pt x="96593" y="219326"/>
                </a:lnTo>
                <a:lnTo>
                  <a:pt x="97038" y="214452"/>
                </a:lnTo>
                <a:lnTo>
                  <a:pt x="97365" y="209578"/>
                </a:lnTo>
                <a:lnTo>
                  <a:pt x="97599" y="204704"/>
                </a:lnTo>
                <a:lnTo>
                  <a:pt x="97762" y="199830"/>
                </a:lnTo>
                <a:lnTo>
                  <a:pt x="97874" y="194956"/>
                </a:lnTo>
                <a:lnTo>
                  <a:pt x="97948" y="190082"/>
                </a:lnTo>
                <a:lnTo>
                  <a:pt x="97996" y="185209"/>
                </a:lnTo>
                <a:lnTo>
                  <a:pt x="98026" y="180335"/>
                </a:lnTo>
                <a:lnTo>
                  <a:pt x="98044" y="175461"/>
                </a:lnTo>
                <a:lnTo>
                  <a:pt x="98055" y="170587"/>
                </a:lnTo>
                <a:lnTo>
                  <a:pt x="98062" y="165713"/>
                </a:lnTo>
                <a:lnTo>
                  <a:pt x="98066"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3" y="155965"/>
                </a:lnTo>
                <a:lnTo>
                  <a:pt x="98075" y="160839"/>
                </a:lnTo>
                <a:lnTo>
                  <a:pt x="98078" y="165713"/>
                </a:lnTo>
                <a:lnTo>
                  <a:pt x="98085" y="170587"/>
                </a:lnTo>
                <a:lnTo>
                  <a:pt x="98096" y="175461"/>
                </a:lnTo>
                <a:lnTo>
                  <a:pt x="98115" y="180335"/>
                </a:lnTo>
                <a:lnTo>
                  <a:pt x="98145" y="185209"/>
                </a:lnTo>
                <a:lnTo>
                  <a:pt x="98193" y="190082"/>
                </a:lnTo>
                <a:lnTo>
                  <a:pt x="98267" y="194956"/>
                </a:lnTo>
                <a:lnTo>
                  <a:pt x="98378" y="199830"/>
                </a:lnTo>
                <a:lnTo>
                  <a:pt x="98541" y="204704"/>
                </a:lnTo>
                <a:lnTo>
                  <a:pt x="98776" y="209578"/>
                </a:lnTo>
                <a:lnTo>
                  <a:pt x="99103" y="214452"/>
                </a:lnTo>
                <a:lnTo>
                  <a:pt x="99547" y="219326"/>
                </a:lnTo>
                <a:lnTo>
                  <a:pt x="100135" y="224200"/>
                </a:lnTo>
                <a:lnTo>
                  <a:pt x="100892" y="229074"/>
                </a:lnTo>
                <a:lnTo>
                  <a:pt x="101839" y="233948"/>
                </a:lnTo>
                <a:lnTo>
                  <a:pt x="102992" y="238822"/>
                </a:lnTo>
                <a:lnTo>
                  <a:pt x="104354" y="243695"/>
                </a:lnTo>
                <a:lnTo>
                  <a:pt x="105913" y="248569"/>
                </a:lnTo>
                <a:lnTo>
                  <a:pt x="107641" y="253443"/>
                </a:lnTo>
                <a:lnTo>
                  <a:pt x="109490" y="258317"/>
                </a:lnTo>
                <a:lnTo>
                  <a:pt x="111395" y="263191"/>
                </a:lnTo>
                <a:lnTo>
                  <a:pt x="113277" y="268065"/>
                </a:lnTo>
                <a:lnTo>
                  <a:pt x="115045" y="272939"/>
                </a:lnTo>
                <a:lnTo>
                  <a:pt x="116609" y="277813"/>
                </a:lnTo>
                <a:lnTo>
                  <a:pt x="117886" y="282687"/>
                </a:lnTo>
                <a:lnTo>
                  <a:pt x="118807" y="287561"/>
                </a:lnTo>
                <a:lnTo>
                  <a:pt x="119327" y="292435"/>
                </a:lnTo>
                <a:lnTo>
                  <a:pt x="119428" y="297308"/>
                </a:lnTo>
                <a:lnTo>
                  <a:pt x="119122" y="302182"/>
                </a:lnTo>
                <a:lnTo>
                  <a:pt x="118450" y="307056"/>
                </a:lnTo>
                <a:lnTo>
                  <a:pt x="117478" y="311930"/>
                </a:lnTo>
                <a:lnTo>
                  <a:pt x="116287" y="316804"/>
                </a:lnTo>
                <a:lnTo>
                  <a:pt x="114968" y="321678"/>
                </a:lnTo>
                <a:lnTo>
                  <a:pt x="113610" y="326552"/>
                </a:lnTo>
                <a:lnTo>
                  <a:pt x="112295" y="331426"/>
                </a:lnTo>
                <a:lnTo>
                  <a:pt x="111091" y="336300"/>
                </a:lnTo>
                <a:lnTo>
                  <a:pt x="110045" y="341174"/>
                </a:lnTo>
                <a:lnTo>
                  <a:pt x="109186" y="346048"/>
                </a:lnTo>
                <a:lnTo>
                  <a:pt x="108526" y="350921"/>
                </a:lnTo>
                <a:lnTo>
                  <a:pt x="108059" y="355795"/>
                </a:lnTo>
                <a:lnTo>
                  <a:pt x="107766" y="360669"/>
                </a:lnTo>
                <a:lnTo>
                  <a:pt x="107622" y="365543"/>
                </a:lnTo>
                <a:lnTo>
                  <a:pt x="107599" y="370417"/>
                </a:lnTo>
                <a:lnTo>
                  <a:pt x="107666" y="375291"/>
                </a:lnTo>
                <a:lnTo>
                  <a:pt x="107797" y="380165"/>
                </a:lnTo>
                <a:lnTo>
                  <a:pt x="107970" y="385039"/>
                </a:lnTo>
                <a:lnTo>
                  <a:pt x="108167" y="389913"/>
                </a:lnTo>
                <a:lnTo>
                  <a:pt x="108373" y="394787"/>
                </a:lnTo>
                <a:lnTo>
                  <a:pt x="108577" y="399661"/>
                </a:lnTo>
                <a:lnTo>
                  <a:pt x="108769" y="404534"/>
                </a:lnTo>
                <a:lnTo>
                  <a:pt x="108938" y="409408"/>
                </a:lnTo>
                <a:lnTo>
                  <a:pt x="109070" y="414282"/>
                </a:lnTo>
                <a:lnTo>
                  <a:pt x="109153" y="419156"/>
                </a:lnTo>
                <a:lnTo>
                  <a:pt x="109171" y="424030"/>
                </a:lnTo>
                <a:lnTo>
                  <a:pt x="109107" y="428904"/>
                </a:lnTo>
                <a:lnTo>
                  <a:pt x="108949" y="433778"/>
                </a:lnTo>
                <a:lnTo>
                  <a:pt x="108687" y="438652"/>
                </a:lnTo>
                <a:lnTo>
                  <a:pt x="108318" y="443526"/>
                </a:lnTo>
                <a:lnTo>
                  <a:pt x="107847" y="448400"/>
                </a:lnTo>
                <a:lnTo>
                  <a:pt x="107288" y="453274"/>
                </a:lnTo>
                <a:lnTo>
                  <a:pt x="106665" y="458147"/>
                </a:lnTo>
                <a:lnTo>
                  <a:pt x="106009" y="463021"/>
                </a:lnTo>
                <a:lnTo>
                  <a:pt x="105360" y="467895"/>
                </a:lnTo>
                <a:lnTo>
                  <a:pt x="104763" y="472769"/>
                </a:lnTo>
                <a:lnTo>
                  <a:pt x="104267" y="477643"/>
                </a:lnTo>
                <a:lnTo>
                  <a:pt x="103928" y="482517"/>
                </a:lnTo>
                <a:lnTo>
                  <a:pt x="103806" y="487391"/>
                </a:lnTo>
                <a:lnTo>
                  <a:pt x="103965" y="492265"/>
                </a:lnTo>
                <a:lnTo>
                  <a:pt x="104480" y="497139"/>
                </a:lnTo>
                <a:lnTo>
                  <a:pt x="105432" y="502013"/>
                </a:lnTo>
                <a:lnTo>
                  <a:pt x="106914" y="506887"/>
                </a:lnTo>
                <a:lnTo>
                  <a:pt x="109024" y="511760"/>
                </a:lnTo>
                <a:lnTo>
                  <a:pt x="111865" y="516634"/>
                </a:lnTo>
                <a:lnTo>
                  <a:pt x="115533" y="521508"/>
                </a:lnTo>
                <a:lnTo>
                  <a:pt x="120104" y="526382"/>
                </a:lnTo>
                <a:lnTo>
                  <a:pt x="125622" y="531256"/>
                </a:lnTo>
                <a:lnTo>
                  <a:pt x="132077" y="536130"/>
                </a:lnTo>
                <a:lnTo>
                  <a:pt x="139391" y="541004"/>
                </a:lnTo>
                <a:lnTo>
                  <a:pt x="147407" y="545878"/>
                </a:lnTo>
                <a:lnTo>
                  <a:pt x="155880" y="550752"/>
                </a:lnTo>
                <a:lnTo>
                  <a:pt x="164482" y="555626"/>
                </a:lnTo>
                <a:lnTo>
                  <a:pt x="172820" y="560500"/>
                </a:lnTo>
                <a:lnTo>
                  <a:pt x="180462" y="565373"/>
                </a:lnTo>
                <a:lnTo>
                  <a:pt x="186971" y="570247"/>
                </a:lnTo>
                <a:lnTo>
                  <a:pt x="191949" y="575121"/>
                </a:lnTo>
                <a:lnTo>
                  <a:pt x="195074"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712" name="03_assume_matched_7009">
            <a:extLst>
              <a:ext uri="{FF2B5EF4-FFF2-40B4-BE49-F238E27FC236}">
                <a16:creationId xmlns:a16="http://schemas.microsoft.com/office/drawing/2014/main" id="{BCFF7C4B-65E6-45C1-BF9A-25585FEFCA31}"/>
              </a:ext>
            </a:extLst>
          </p:cNvPr>
          <p:cNvSpPr>
            <a:spLocks noGrp="1"/>
          </p:cNvSpPr>
          <p:nvPr/>
        </p:nvSpPr>
        <p:spPr>
          <a:xfrm>
            <a:off x="4575900" y="3708286"/>
            <a:ext cx="196140" cy="584869"/>
          </a:xfrm>
          <a:custGeom>
            <a:avLst/>
            <a:gdLst/>
            <a:ahLst/>
            <a:cxnLst/>
            <a:rect l="0" t="0" r="0" b="0"/>
            <a:pathLst>
              <a:path w="196140" h="584869">
                <a:moveTo>
                  <a:pt x="186270" y="584869"/>
                </a:moveTo>
                <a:lnTo>
                  <a:pt x="9870" y="584869"/>
                </a:lnTo>
                <a:lnTo>
                  <a:pt x="10828" y="579995"/>
                </a:lnTo>
                <a:lnTo>
                  <a:pt x="13638" y="575121"/>
                </a:lnTo>
                <a:lnTo>
                  <a:pt x="18111" y="570247"/>
                </a:lnTo>
                <a:lnTo>
                  <a:pt x="23958" y="565373"/>
                </a:lnTo>
                <a:lnTo>
                  <a:pt x="30816" y="560500"/>
                </a:lnTo>
                <a:lnTo>
                  <a:pt x="38292" y="555626"/>
                </a:lnTo>
                <a:lnTo>
                  <a:pt x="45997" y="550752"/>
                </a:lnTo>
                <a:lnTo>
                  <a:pt x="53576" y="545878"/>
                </a:lnTo>
                <a:lnTo>
                  <a:pt x="60737" y="541004"/>
                </a:lnTo>
                <a:lnTo>
                  <a:pt x="67262" y="536130"/>
                </a:lnTo>
                <a:lnTo>
                  <a:pt x="73013" y="531256"/>
                </a:lnTo>
                <a:lnTo>
                  <a:pt x="77923" y="526382"/>
                </a:lnTo>
                <a:lnTo>
                  <a:pt x="81987" y="521508"/>
                </a:lnTo>
                <a:lnTo>
                  <a:pt x="85245" y="516634"/>
                </a:lnTo>
                <a:lnTo>
                  <a:pt x="87767" y="511760"/>
                </a:lnTo>
                <a:lnTo>
                  <a:pt x="89639" y="506887"/>
                </a:lnTo>
                <a:lnTo>
                  <a:pt x="90949" y="502013"/>
                </a:lnTo>
                <a:lnTo>
                  <a:pt x="91782" y="497139"/>
                </a:lnTo>
                <a:lnTo>
                  <a:pt x="92214" y="492265"/>
                </a:lnTo>
                <a:lnTo>
                  <a:pt x="92315" y="487391"/>
                </a:lnTo>
                <a:lnTo>
                  <a:pt x="92145" y="482517"/>
                </a:lnTo>
                <a:lnTo>
                  <a:pt x="91757" y="477643"/>
                </a:lnTo>
                <a:lnTo>
                  <a:pt x="91202" y="472769"/>
                </a:lnTo>
                <a:lnTo>
                  <a:pt x="90529" y="467895"/>
                </a:lnTo>
                <a:lnTo>
                  <a:pt x="89783" y="463021"/>
                </a:lnTo>
                <a:lnTo>
                  <a:pt x="89009" y="458147"/>
                </a:lnTo>
                <a:lnTo>
                  <a:pt x="88248" y="453274"/>
                </a:lnTo>
                <a:lnTo>
                  <a:pt x="87537" y="448400"/>
                </a:lnTo>
                <a:lnTo>
                  <a:pt x="86905" y="443526"/>
                </a:lnTo>
                <a:lnTo>
                  <a:pt x="86377" y="438652"/>
                </a:lnTo>
                <a:lnTo>
                  <a:pt x="85968" y="433778"/>
                </a:lnTo>
                <a:lnTo>
                  <a:pt x="85688" y="428904"/>
                </a:lnTo>
                <a:lnTo>
                  <a:pt x="85540" y="424030"/>
                </a:lnTo>
                <a:lnTo>
                  <a:pt x="85523" y="419156"/>
                </a:lnTo>
                <a:lnTo>
                  <a:pt x="85633" y="414282"/>
                </a:lnTo>
                <a:lnTo>
                  <a:pt x="85863" y="409408"/>
                </a:lnTo>
                <a:lnTo>
                  <a:pt x="86207" y="404534"/>
                </a:lnTo>
                <a:lnTo>
                  <a:pt x="86655" y="399661"/>
                </a:lnTo>
                <a:lnTo>
                  <a:pt x="87197" y="394787"/>
                </a:lnTo>
                <a:lnTo>
                  <a:pt x="87819" y="389913"/>
                </a:lnTo>
                <a:lnTo>
                  <a:pt x="88503" y="385039"/>
                </a:lnTo>
                <a:lnTo>
                  <a:pt x="89225" y="380165"/>
                </a:lnTo>
                <a:lnTo>
                  <a:pt x="89958" y="375291"/>
                </a:lnTo>
                <a:lnTo>
                  <a:pt x="90669" y="370417"/>
                </a:lnTo>
                <a:lnTo>
                  <a:pt x="91322" y="365543"/>
                </a:lnTo>
                <a:lnTo>
                  <a:pt x="91882" y="360669"/>
                </a:lnTo>
                <a:lnTo>
                  <a:pt x="92315" y="355795"/>
                </a:lnTo>
                <a:lnTo>
                  <a:pt x="92592" y="350921"/>
                </a:lnTo>
                <a:lnTo>
                  <a:pt x="92693" y="346048"/>
                </a:lnTo>
                <a:lnTo>
                  <a:pt x="92610" y="341174"/>
                </a:lnTo>
                <a:lnTo>
                  <a:pt x="92347" y="336300"/>
                </a:lnTo>
                <a:lnTo>
                  <a:pt x="91921" y="331426"/>
                </a:lnTo>
                <a:lnTo>
                  <a:pt x="91364" y="326552"/>
                </a:lnTo>
                <a:lnTo>
                  <a:pt x="90720" y="321678"/>
                </a:lnTo>
                <a:lnTo>
                  <a:pt x="90038" y="316804"/>
                </a:lnTo>
                <a:lnTo>
                  <a:pt x="89378" y="311930"/>
                </a:lnTo>
                <a:lnTo>
                  <a:pt x="88796" y="307056"/>
                </a:lnTo>
                <a:lnTo>
                  <a:pt x="88342" y="302182"/>
                </a:lnTo>
                <a:lnTo>
                  <a:pt x="88061" y="297308"/>
                </a:lnTo>
                <a:lnTo>
                  <a:pt x="87979" y="292435"/>
                </a:lnTo>
                <a:lnTo>
                  <a:pt x="88109" y="287561"/>
                </a:lnTo>
                <a:lnTo>
                  <a:pt x="88445" y="282687"/>
                </a:lnTo>
                <a:lnTo>
                  <a:pt x="88967" y="277813"/>
                </a:lnTo>
                <a:lnTo>
                  <a:pt x="89639" y="272939"/>
                </a:lnTo>
                <a:lnTo>
                  <a:pt x="90418" y="268065"/>
                </a:lnTo>
                <a:lnTo>
                  <a:pt x="91254" y="263191"/>
                </a:lnTo>
                <a:lnTo>
                  <a:pt x="92098" y="258317"/>
                </a:lnTo>
                <a:lnTo>
                  <a:pt x="92905" y="253443"/>
                </a:lnTo>
                <a:lnTo>
                  <a:pt x="93638" y="248569"/>
                </a:lnTo>
                <a:lnTo>
                  <a:pt x="94268" y="243695"/>
                </a:lnTo>
                <a:lnTo>
                  <a:pt x="94778" y="238822"/>
                </a:lnTo>
                <a:lnTo>
                  <a:pt x="95162" y="233948"/>
                </a:lnTo>
                <a:lnTo>
                  <a:pt x="95421" y="229074"/>
                </a:lnTo>
                <a:lnTo>
                  <a:pt x="95567" y="224200"/>
                </a:lnTo>
                <a:lnTo>
                  <a:pt x="95616" y="219326"/>
                </a:lnTo>
                <a:lnTo>
                  <a:pt x="95588" y="214452"/>
                </a:lnTo>
                <a:lnTo>
                  <a:pt x="95506" y="209578"/>
                </a:lnTo>
                <a:lnTo>
                  <a:pt x="95393" y="204704"/>
                </a:lnTo>
                <a:lnTo>
                  <a:pt x="95269" y="199830"/>
                </a:lnTo>
                <a:lnTo>
                  <a:pt x="95155" y="194956"/>
                </a:lnTo>
                <a:lnTo>
                  <a:pt x="95066" y="190082"/>
                </a:lnTo>
                <a:lnTo>
                  <a:pt x="95015" y="185209"/>
                </a:lnTo>
                <a:lnTo>
                  <a:pt x="95010" y="180335"/>
                </a:lnTo>
                <a:lnTo>
                  <a:pt x="95054" y="175461"/>
                </a:lnTo>
                <a:lnTo>
                  <a:pt x="95149" y="170587"/>
                </a:lnTo>
                <a:lnTo>
                  <a:pt x="95289" y="165713"/>
                </a:lnTo>
                <a:lnTo>
                  <a:pt x="95469" y="160839"/>
                </a:lnTo>
                <a:lnTo>
                  <a:pt x="95678" y="155965"/>
                </a:lnTo>
                <a:lnTo>
                  <a:pt x="95904" y="151091"/>
                </a:lnTo>
                <a:lnTo>
                  <a:pt x="96136" y="146217"/>
                </a:lnTo>
                <a:lnTo>
                  <a:pt x="96360" y="141343"/>
                </a:lnTo>
                <a:lnTo>
                  <a:pt x="96562" y="136469"/>
                </a:lnTo>
                <a:lnTo>
                  <a:pt x="96729" y="131596"/>
                </a:lnTo>
                <a:lnTo>
                  <a:pt x="96848" y="126722"/>
                </a:lnTo>
                <a:lnTo>
                  <a:pt x="96905" y="121848"/>
                </a:lnTo>
                <a:lnTo>
                  <a:pt x="96883" y="116974"/>
                </a:lnTo>
                <a:lnTo>
                  <a:pt x="96767" y="112100"/>
                </a:lnTo>
                <a:lnTo>
                  <a:pt x="96533" y="107226"/>
                </a:lnTo>
                <a:lnTo>
                  <a:pt x="96152" y="102352"/>
                </a:lnTo>
                <a:lnTo>
                  <a:pt x="95589" y="97478"/>
                </a:lnTo>
                <a:lnTo>
                  <a:pt x="94794" y="92604"/>
                </a:lnTo>
                <a:lnTo>
                  <a:pt x="93707" y="87730"/>
                </a:lnTo>
                <a:lnTo>
                  <a:pt x="92252" y="82856"/>
                </a:lnTo>
                <a:lnTo>
                  <a:pt x="90340" y="77983"/>
                </a:lnTo>
                <a:lnTo>
                  <a:pt x="87870" y="73109"/>
                </a:lnTo>
                <a:lnTo>
                  <a:pt x="84737" y="68235"/>
                </a:lnTo>
                <a:lnTo>
                  <a:pt x="80839" y="63361"/>
                </a:lnTo>
                <a:lnTo>
                  <a:pt x="76094" y="58487"/>
                </a:lnTo>
                <a:lnTo>
                  <a:pt x="70452" y="53613"/>
                </a:lnTo>
                <a:lnTo>
                  <a:pt x="63916" y="48739"/>
                </a:lnTo>
                <a:lnTo>
                  <a:pt x="56557" y="43865"/>
                </a:lnTo>
                <a:lnTo>
                  <a:pt x="48526" y="38991"/>
                </a:lnTo>
                <a:lnTo>
                  <a:pt x="40063" y="34117"/>
                </a:lnTo>
                <a:lnTo>
                  <a:pt x="31486" y="29243"/>
                </a:lnTo>
                <a:lnTo>
                  <a:pt x="23184" y="24370"/>
                </a:lnTo>
                <a:lnTo>
                  <a:pt x="15582" y="19496"/>
                </a:lnTo>
                <a:lnTo>
                  <a:pt x="9111" y="14622"/>
                </a:lnTo>
                <a:lnTo>
                  <a:pt x="4164" y="9748"/>
                </a:lnTo>
                <a:lnTo>
                  <a:pt x="1059" y="4874"/>
                </a:lnTo>
                <a:lnTo>
                  <a:pt x="0" y="0"/>
                </a:lnTo>
                <a:lnTo>
                  <a:pt x="196140" y="0"/>
                </a:lnTo>
                <a:lnTo>
                  <a:pt x="196140" y="0"/>
                </a:lnTo>
                <a:lnTo>
                  <a:pt x="195081" y="4874"/>
                </a:lnTo>
                <a:lnTo>
                  <a:pt x="191976" y="9748"/>
                </a:lnTo>
                <a:lnTo>
                  <a:pt x="187030" y="14622"/>
                </a:lnTo>
                <a:lnTo>
                  <a:pt x="180558" y="19496"/>
                </a:lnTo>
                <a:lnTo>
                  <a:pt x="172957" y="24370"/>
                </a:lnTo>
                <a:lnTo>
                  <a:pt x="164654" y="29243"/>
                </a:lnTo>
                <a:lnTo>
                  <a:pt x="156078" y="34117"/>
                </a:lnTo>
                <a:lnTo>
                  <a:pt x="147614" y="38991"/>
                </a:lnTo>
                <a:lnTo>
                  <a:pt x="139584" y="43865"/>
                </a:lnTo>
                <a:lnTo>
                  <a:pt x="132224" y="48739"/>
                </a:lnTo>
                <a:lnTo>
                  <a:pt x="125688" y="53613"/>
                </a:lnTo>
                <a:lnTo>
                  <a:pt x="120046" y="58487"/>
                </a:lnTo>
                <a:lnTo>
                  <a:pt x="115301" y="63361"/>
                </a:lnTo>
                <a:lnTo>
                  <a:pt x="111404" y="68235"/>
                </a:lnTo>
                <a:lnTo>
                  <a:pt x="108270" y="73109"/>
                </a:lnTo>
                <a:lnTo>
                  <a:pt x="105801" y="77983"/>
                </a:lnTo>
                <a:lnTo>
                  <a:pt x="103888" y="82856"/>
                </a:lnTo>
                <a:lnTo>
                  <a:pt x="102434" y="87730"/>
                </a:lnTo>
                <a:lnTo>
                  <a:pt x="101346" y="92604"/>
                </a:lnTo>
                <a:lnTo>
                  <a:pt x="100552" y="97478"/>
                </a:lnTo>
                <a:lnTo>
                  <a:pt x="99988" y="102352"/>
                </a:lnTo>
                <a:lnTo>
                  <a:pt x="99608" y="107226"/>
                </a:lnTo>
                <a:lnTo>
                  <a:pt x="99373" y="112100"/>
                </a:lnTo>
                <a:lnTo>
                  <a:pt x="99257" y="116974"/>
                </a:lnTo>
                <a:lnTo>
                  <a:pt x="99236" y="121848"/>
                </a:lnTo>
                <a:lnTo>
                  <a:pt x="99292" y="126722"/>
                </a:lnTo>
                <a:lnTo>
                  <a:pt x="99411" y="131596"/>
                </a:lnTo>
                <a:lnTo>
                  <a:pt x="99579" y="136469"/>
                </a:lnTo>
                <a:lnTo>
                  <a:pt x="99781" y="141343"/>
                </a:lnTo>
                <a:lnTo>
                  <a:pt x="100004" y="146217"/>
                </a:lnTo>
                <a:lnTo>
                  <a:pt x="100236" y="151091"/>
                </a:lnTo>
                <a:lnTo>
                  <a:pt x="100463" y="155965"/>
                </a:lnTo>
                <a:lnTo>
                  <a:pt x="100671" y="160839"/>
                </a:lnTo>
                <a:lnTo>
                  <a:pt x="100851" y="165713"/>
                </a:lnTo>
                <a:lnTo>
                  <a:pt x="100991" y="170587"/>
                </a:lnTo>
                <a:lnTo>
                  <a:pt x="101086" y="175461"/>
                </a:lnTo>
                <a:lnTo>
                  <a:pt x="101131" y="180335"/>
                </a:lnTo>
                <a:lnTo>
                  <a:pt x="101125" y="185209"/>
                </a:lnTo>
                <a:lnTo>
                  <a:pt x="101074" y="190082"/>
                </a:lnTo>
                <a:lnTo>
                  <a:pt x="100985" y="194956"/>
                </a:lnTo>
                <a:lnTo>
                  <a:pt x="100871" y="199830"/>
                </a:lnTo>
                <a:lnTo>
                  <a:pt x="100748" y="204704"/>
                </a:lnTo>
                <a:lnTo>
                  <a:pt x="100634" y="209578"/>
                </a:lnTo>
                <a:lnTo>
                  <a:pt x="100552" y="214452"/>
                </a:lnTo>
                <a:lnTo>
                  <a:pt x="100524" y="219326"/>
                </a:lnTo>
                <a:lnTo>
                  <a:pt x="100573" y="224200"/>
                </a:lnTo>
                <a:lnTo>
                  <a:pt x="100719" y="229074"/>
                </a:lnTo>
                <a:lnTo>
                  <a:pt x="100978" y="233948"/>
                </a:lnTo>
                <a:lnTo>
                  <a:pt x="101362" y="238822"/>
                </a:lnTo>
                <a:lnTo>
                  <a:pt x="101872" y="243695"/>
                </a:lnTo>
                <a:lnTo>
                  <a:pt x="102502" y="248569"/>
                </a:lnTo>
                <a:lnTo>
                  <a:pt x="103235" y="253443"/>
                </a:lnTo>
                <a:lnTo>
                  <a:pt x="104042" y="258317"/>
                </a:lnTo>
                <a:lnTo>
                  <a:pt x="104886" y="263191"/>
                </a:lnTo>
                <a:lnTo>
                  <a:pt x="105722" y="268065"/>
                </a:lnTo>
                <a:lnTo>
                  <a:pt x="106501" y="272939"/>
                </a:lnTo>
                <a:lnTo>
                  <a:pt x="107173" y="277813"/>
                </a:lnTo>
                <a:lnTo>
                  <a:pt x="107695" y="282687"/>
                </a:lnTo>
                <a:lnTo>
                  <a:pt x="108031" y="287561"/>
                </a:lnTo>
                <a:lnTo>
                  <a:pt x="108161" y="292435"/>
                </a:lnTo>
                <a:lnTo>
                  <a:pt x="108079" y="297308"/>
                </a:lnTo>
                <a:lnTo>
                  <a:pt x="107798" y="302182"/>
                </a:lnTo>
                <a:lnTo>
                  <a:pt x="107345" y="307056"/>
                </a:lnTo>
                <a:lnTo>
                  <a:pt x="106762" y="311930"/>
                </a:lnTo>
                <a:lnTo>
                  <a:pt x="106102" y="316804"/>
                </a:lnTo>
                <a:lnTo>
                  <a:pt x="105421" y="321678"/>
                </a:lnTo>
                <a:lnTo>
                  <a:pt x="104776" y="326552"/>
                </a:lnTo>
                <a:lnTo>
                  <a:pt x="104219" y="331426"/>
                </a:lnTo>
                <a:lnTo>
                  <a:pt x="103793" y="336300"/>
                </a:lnTo>
                <a:lnTo>
                  <a:pt x="103530" y="341174"/>
                </a:lnTo>
                <a:lnTo>
                  <a:pt x="103447" y="346048"/>
                </a:lnTo>
                <a:lnTo>
                  <a:pt x="103549" y="350921"/>
                </a:lnTo>
                <a:lnTo>
                  <a:pt x="103826" y="355795"/>
                </a:lnTo>
                <a:lnTo>
                  <a:pt x="104258" y="360669"/>
                </a:lnTo>
                <a:lnTo>
                  <a:pt x="104818" y="365543"/>
                </a:lnTo>
                <a:lnTo>
                  <a:pt x="105471" y="370417"/>
                </a:lnTo>
                <a:lnTo>
                  <a:pt x="106182" y="375291"/>
                </a:lnTo>
                <a:lnTo>
                  <a:pt x="106915" y="380165"/>
                </a:lnTo>
                <a:lnTo>
                  <a:pt x="107638" y="385039"/>
                </a:lnTo>
                <a:lnTo>
                  <a:pt x="108321" y="389913"/>
                </a:lnTo>
                <a:lnTo>
                  <a:pt x="108943" y="394787"/>
                </a:lnTo>
                <a:lnTo>
                  <a:pt x="109485" y="399661"/>
                </a:lnTo>
                <a:lnTo>
                  <a:pt x="109934" y="404534"/>
                </a:lnTo>
                <a:lnTo>
                  <a:pt x="110277" y="409408"/>
                </a:lnTo>
                <a:lnTo>
                  <a:pt x="110508" y="414282"/>
                </a:lnTo>
                <a:lnTo>
                  <a:pt x="110617" y="419156"/>
                </a:lnTo>
                <a:lnTo>
                  <a:pt x="110600" y="424030"/>
                </a:lnTo>
                <a:lnTo>
                  <a:pt x="110452" y="428904"/>
                </a:lnTo>
                <a:lnTo>
                  <a:pt x="110172" y="433778"/>
                </a:lnTo>
                <a:lnTo>
                  <a:pt x="109764" y="438652"/>
                </a:lnTo>
                <a:lnTo>
                  <a:pt x="109235" y="443526"/>
                </a:lnTo>
                <a:lnTo>
                  <a:pt x="108604" y="448400"/>
                </a:lnTo>
                <a:lnTo>
                  <a:pt x="107892" y="453274"/>
                </a:lnTo>
                <a:lnTo>
                  <a:pt x="107131" y="458147"/>
                </a:lnTo>
                <a:lnTo>
                  <a:pt x="106357" y="463021"/>
                </a:lnTo>
                <a:lnTo>
                  <a:pt x="105611" y="467895"/>
                </a:lnTo>
                <a:lnTo>
                  <a:pt x="104938" y="472769"/>
                </a:lnTo>
                <a:lnTo>
                  <a:pt x="104383" y="477643"/>
                </a:lnTo>
                <a:lnTo>
                  <a:pt x="103996" y="482517"/>
                </a:lnTo>
                <a:lnTo>
                  <a:pt x="103825" y="487391"/>
                </a:lnTo>
                <a:lnTo>
                  <a:pt x="103926" y="492265"/>
                </a:lnTo>
                <a:lnTo>
                  <a:pt x="104359" y="497139"/>
                </a:lnTo>
                <a:lnTo>
                  <a:pt x="105192" y="502013"/>
                </a:lnTo>
                <a:lnTo>
                  <a:pt x="106501" y="506887"/>
                </a:lnTo>
                <a:lnTo>
                  <a:pt x="108373" y="511760"/>
                </a:lnTo>
                <a:lnTo>
                  <a:pt x="110896" y="516634"/>
                </a:lnTo>
                <a:lnTo>
                  <a:pt x="114154" y="521508"/>
                </a:lnTo>
                <a:lnTo>
                  <a:pt x="118217" y="526382"/>
                </a:lnTo>
                <a:lnTo>
                  <a:pt x="123127" y="531256"/>
                </a:lnTo>
                <a:lnTo>
                  <a:pt x="128878" y="536130"/>
                </a:lnTo>
                <a:lnTo>
                  <a:pt x="135404" y="541004"/>
                </a:lnTo>
                <a:lnTo>
                  <a:pt x="142565" y="545878"/>
                </a:lnTo>
                <a:lnTo>
                  <a:pt x="150144" y="550752"/>
                </a:lnTo>
                <a:lnTo>
                  <a:pt x="157848" y="555626"/>
                </a:lnTo>
                <a:lnTo>
                  <a:pt x="165325" y="560500"/>
                </a:lnTo>
                <a:lnTo>
                  <a:pt x="172183" y="565373"/>
                </a:lnTo>
                <a:lnTo>
                  <a:pt x="178029" y="570247"/>
                </a:lnTo>
                <a:lnTo>
                  <a:pt x="182502" y="575121"/>
                </a:lnTo>
                <a:lnTo>
                  <a:pt x="185312" y="579995"/>
                </a:lnTo>
                <a:lnTo>
                  <a:pt x="186270" y="584869"/>
                </a:lnTo>
                <a:lnTo>
                  <a:pt x="186270" y="584869"/>
                </a:lnTo>
                <a:close/>
              </a:path>
            </a:pathLst>
          </a:custGeom>
          <a:solidFill>
            <a:srgbClr val="596BC0">
              <a:alpha val="12000"/>
            </a:srgbClr>
          </a:solidFill>
          <a:ln w="6985">
            <a:solidFill>
              <a:srgbClr val="596BC0">
                <a:alpha val="12000"/>
              </a:srgbClr>
            </a:solidFill>
            <a:prstDash val="solid"/>
          </a:ln>
        </p:spPr>
      </p:sp>
      <p:sp>
        <p:nvSpPr>
          <p:cNvPr id="1713" name="03_assume_matched_7010">
            <a:extLst>
              <a:ext uri="{FF2B5EF4-FFF2-40B4-BE49-F238E27FC236}">
                <a16:creationId xmlns:a16="http://schemas.microsoft.com/office/drawing/2014/main" id="{A1A70C7F-50DA-43D3-B970-E57BD6864F3C}"/>
              </a:ext>
            </a:extLst>
          </p:cNvPr>
          <p:cNvSpPr>
            <a:spLocks noGrp="1"/>
          </p:cNvSpPr>
          <p:nvPr/>
        </p:nvSpPr>
        <p:spPr>
          <a:xfrm>
            <a:off x="5330286" y="3708286"/>
            <a:ext cx="196140" cy="584869"/>
          </a:xfrm>
          <a:custGeom>
            <a:avLst/>
            <a:gdLst/>
            <a:ahLst/>
            <a:cxnLst/>
            <a:rect l="0" t="0" r="0" b="0"/>
            <a:pathLst>
              <a:path w="196140" h="584869">
                <a:moveTo>
                  <a:pt x="163019" y="584869"/>
                </a:moveTo>
                <a:lnTo>
                  <a:pt x="33121" y="584869"/>
                </a:lnTo>
                <a:lnTo>
                  <a:pt x="33820" y="579995"/>
                </a:lnTo>
                <a:lnTo>
                  <a:pt x="35869" y="575121"/>
                </a:lnTo>
                <a:lnTo>
                  <a:pt x="39130" y="570247"/>
                </a:lnTo>
                <a:lnTo>
                  <a:pt x="43390" y="565373"/>
                </a:lnTo>
                <a:lnTo>
                  <a:pt x="48387" y="560500"/>
                </a:lnTo>
                <a:lnTo>
                  <a:pt x="53830" y="555626"/>
                </a:lnTo>
                <a:lnTo>
                  <a:pt x="59436" y="550752"/>
                </a:lnTo>
                <a:lnTo>
                  <a:pt x="64944" y="545878"/>
                </a:lnTo>
                <a:lnTo>
                  <a:pt x="70139" y="541004"/>
                </a:lnTo>
                <a:lnTo>
                  <a:pt x="74863" y="536130"/>
                </a:lnTo>
                <a:lnTo>
                  <a:pt x="79010" y="531256"/>
                </a:lnTo>
                <a:lnTo>
                  <a:pt x="82530" y="526382"/>
                </a:lnTo>
                <a:lnTo>
                  <a:pt x="85419" y="521508"/>
                </a:lnTo>
                <a:lnTo>
                  <a:pt x="87703" y="516634"/>
                </a:lnTo>
                <a:lnTo>
                  <a:pt x="89433" y="511760"/>
                </a:lnTo>
                <a:lnTo>
                  <a:pt x="90671" y="506887"/>
                </a:lnTo>
                <a:lnTo>
                  <a:pt x="91481" y="502013"/>
                </a:lnTo>
                <a:lnTo>
                  <a:pt x="91927" y="497139"/>
                </a:lnTo>
                <a:lnTo>
                  <a:pt x="92070" y="492265"/>
                </a:lnTo>
                <a:lnTo>
                  <a:pt x="91962" y="487391"/>
                </a:lnTo>
                <a:lnTo>
                  <a:pt x="91652" y="482517"/>
                </a:lnTo>
                <a:lnTo>
                  <a:pt x="91186" y="477643"/>
                </a:lnTo>
                <a:lnTo>
                  <a:pt x="90604" y="472769"/>
                </a:lnTo>
                <a:lnTo>
                  <a:pt x="89944" y="467895"/>
                </a:lnTo>
                <a:lnTo>
                  <a:pt x="89241" y="463021"/>
                </a:lnTo>
                <a:lnTo>
                  <a:pt x="88528" y="458147"/>
                </a:lnTo>
                <a:lnTo>
                  <a:pt x="87832" y="453274"/>
                </a:lnTo>
                <a:lnTo>
                  <a:pt x="87176" y="448400"/>
                </a:lnTo>
                <a:lnTo>
                  <a:pt x="86578" y="443526"/>
                </a:lnTo>
                <a:lnTo>
                  <a:pt x="86051" y="438652"/>
                </a:lnTo>
                <a:lnTo>
                  <a:pt x="85605" y="433778"/>
                </a:lnTo>
                <a:lnTo>
                  <a:pt x="85246" y="428904"/>
                </a:lnTo>
                <a:lnTo>
                  <a:pt x="84980" y="424030"/>
                </a:lnTo>
                <a:lnTo>
                  <a:pt x="84812" y="419156"/>
                </a:lnTo>
                <a:lnTo>
                  <a:pt x="84748" y="414282"/>
                </a:lnTo>
                <a:lnTo>
                  <a:pt x="84795" y="409408"/>
                </a:lnTo>
                <a:lnTo>
                  <a:pt x="84961" y="404534"/>
                </a:lnTo>
                <a:lnTo>
                  <a:pt x="85251" y="399661"/>
                </a:lnTo>
                <a:lnTo>
                  <a:pt x="85668" y="394787"/>
                </a:lnTo>
                <a:lnTo>
                  <a:pt x="86207" y="389913"/>
                </a:lnTo>
                <a:lnTo>
                  <a:pt x="86857" y="385039"/>
                </a:lnTo>
                <a:lnTo>
                  <a:pt x="87598" y="380165"/>
                </a:lnTo>
                <a:lnTo>
                  <a:pt x="88400" y="375291"/>
                </a:lnTo>
                <a:lnTo>
                  <a:pt x="89227" y="370417"/>
                </a:lnTo>
                <a:lnTo>
                  <a:pt x="90036" y="365543"/>
                </a:lnTo>
                <a:lnTo>
                  <a:pt x="90782" y="360669"/>
                </a:lnTo>
                <a:lnTo>
                  <a:pt x="91425" y="355795"/>
                </a:lnTo>
                <a:lnTo>
                  <a:pt x="91928" y="350921"/>
                </a:lnTo>
                <a:lnTo>
                  <a:pt x="92262" y="346048"/>
                </a:lnTo>
                <a:lnTo>
                  <a:pt x="92415" y="341174"/>
                </a:lnTo>
                <a:lnTo>
                  <a:pt x="92383" y="336300"/>
                </a:lnTo>
                <a:lnTo>
                  <a:pt x="92182" y="331426"/>
                </a:lnTo>
                <a:lnTo>
                  <a:pt x="91837" y="326552"/>
                </a:lnTo>
                <a:lnTo>
                  <a:pt x="91389" y="321678"/>
                </a:lnTo>
                <a:lnTo>
                  <a:pt x="90885" y="316804"/>
                </a:lnTo>
                <a:lnTo>
                  <a:pt x="90378" y="311930"/>
                </a:lnTo>
                <a:lnTo>
                  <a:pt x="89923" y="307056"/>
                </a:lnTo>
                <a:lnTo>
                  <a:pt x="89567" y="302182"/>
                </a:lnTo>
                <a:lnTo>
                  <a:pt x="89350" y="297308"/>
                </a:lnTo>
                <a:lnTo>
                  <a:pt x="89302" y="292435"/>
                </a:lnTo>
                <a:lnTo>
                  <a:pt x="89434" y="287561"/>
                </a:lnTo>
                <a:lnTo>
                  <a:pt x="89746" y="282687"/>
                </a:lnTo>
                <a:lnTo>
                  <a:pt x="90222" y="277813"/>
                </a:lnTo>
                <a:lnTo>
                  <a:pt x="90835" y="272939"/>
                </a:lnTo>
                <a:lnTo>
                  <a:pt x="91549" y="268065"/>
                </a:lnTo>
                <a:lnTo>
                  <a:pt x="92325" y="263191"/>
                </a:lnTo>
                <a:lnTo>
                  <a:pt x="93122" y="258317"/>
                </a:lnTo>
                <a:lnTo>
                  <a:pt x="93906" y="253443"/>
                </a:lnTo>
                <a:lnTo>
                  <a:pt x="94644" y="248569"/>
                </a:lnTo>
                <a:lnTo>
                  <a:pt x="95316" y="243695"/>
                </a:lnTo>
                <a:lnTo>
                  <a:pt x="95906" y="238822"/>
                </a:lnTo>
                <a:lnTo>
                  <a:pt x="96408" y="233948"/>
                </a:lnTo>
                <a:lnTo>
                  <a:pt x="96823" y="229074"/>
                </a:lnTo>
                <a:lnTo>
                  <a:pt x="97155" y="224200"/>
                </a:lnTo>
                <a:lnTo>
                  <a:pt x="97414" y="219326"/>
                </a:lnTo>
                <a:lnTo>
                  <a:pt x="97611" y="214452"/>
                </a:lnTo>
                <a:lnTo>
                  <a:pt x="97756" y="209578"/>
                </a:lnTo>
                <a:lnTo>
                  <a:pt x="97860" y="204704"/>
                </a:lnTo>
                <a:lnTo>
                  <a:pt x="97932" y="199830"/>
                </a:lnTo>
                <a:lnTo>
                  <a:pt x="97982" y="194956"/>
                </a:lnTo>
                <a:lnTo>
                  <a:pt x="98015" y="190082"/>
                </a:lnTo>
                <a:lnTo>
                  <a:pt x="98037" y="185209"/>
                </a:lnTo>
                <a:lnTo>
                  <a:pt x="98050" y="180335"/>
                </a:lnTo>
                <a:lnTo>
                  <a:pt x="98058" y="175461"/>
                </a:lnTo>
                <a:lnTo>
                  <a:pt x="98063" y="170587"/>
                </a:lnTo>
                <a:lnTo>
                  <a:pt x="98066" y="165713"/>
                </a:lnTo>
                <a:lnTo>
                  <a:pt x="98068" y="160839"/>
                </a:lnTo>
                <a:lnTo>
                  <a:pt x="98068" y="155965"/>
                </a:lnTo>
                <a:lnTo>
                  <a:pt x="98068" y="151091"/>
                </a:lnTo>
                <a:lnTo>
                  <a:pt x="98066" y="146217"/>
                </a:lnTo>
                <a:lnTo>
                  <a:pt x="98063" y="141343"/>
                </a:lnTo>
                <a:lnTo>
                  <a:pt x="98057" y="136469"/>
                </a:lnTo>
                <a:lnTo>
                  <a:pt x="98046" y="131596"/>
                </a:lnTo>
                <a:lnTo>
                  <a:pt x="98026" y="126722"/>
                </a:lnTo>
                <a:lnTo>
                  <a:pt x="97991" y="121848"/>
                </a:lnTo>
                <a:lnTo>
                  <a:pt x="97932" y="116974"/>
                </a:lnTo>
                <a:lnTo>
                  <a:pt x="97834" y="112100"/>
                </a:lnTo>
                <a:lnTo>
                  <a:pt x="97676" y="107226"/>
                </a:lnTo>
                <a:lnTo>
                  <a:pt x="97427" y="102352"/>
                </a:lnTo>
                <a:lnTo>
                  <a:pt x="97045" y="97478"/>
                </a:lnTo>
                <a:lnTo>
                  <a:pt x="96471" y="92604"/>
                </a:lnTo>
                <a:lnTo>
                  <a:pt x="95633" y="87730"/>
                </a:lnTo>
                <a:lnTo>
                  <a:pt x="94439" y="82856"/>
                </a:lnTo>
                <a:lnTo>
                  <a:pt x="92780" y="77983"/>
                </a:lnTo>
                <a:lnTo>
                  <a:pt x="90538" y="73109"/>
                </a:lnTo>
                <a:lnTo>
                  <a:pt x="87586" y="68235"/>
                </a:lnTo>
                <a:lnTo>
                  <a:pt x="83806" y="63361"/>
                </a:lnTo>
                <a:lnTo>
                  <a:pt x="79101" y="58487"/>
                </a:lnTo>
                <a:lnTo>
                  <a:pt x="73411" y="53613"/>
                </a:lnTo>
                <a:lnTo>
                  <a:pt x="66736" y="48739"/>
                </a:lnTo>
                <a:lnTo>
                  <a:pt x="59153" y="43865"/>
                </a:lnTo>
                <a:lnTo>
                  <a:pt x="50823" y="38991"/>
                </a:lnTo>
                <a:lnTo>
                  <a:pt x="42004" y="34117"/>
                </a:lnTo>
                <a:lnTo>
                  <a:pt x="33039" y="29243"/>
                </a:lnTo>
                <a:lnTo>
                  <a:pt x="24342" y="24370"/>
                </a:lnTo>
                <a:lnTo>
                  <a:pt x="16367" y="19496"/>
                </a:lnTo>
                <a:lnTo>
                  <a:pt x="9573" y="14622"/>
                </a:lnTo>
                <a:lnTo>
                  <a:pt x="4376" y="9748"/>
                </a:lnTo>
                <a:lnTo>
                  <a:pt x="1113" y="4874"/>
                </a:lnTo>
                <a:lnTo>
                  <a:pt x="0" y="0"/>
                </a:lnTo>
                <a:lnTo>
                  <a:pt x="196140" y="0"/>
                </a:lnTo>
                <a:lnTo>
                  <a:pt x="196140" y="0"/>
                </a:lnTo>
                <a:lnTo>
                  <a:pt x="195028" y="4874"/>
                </a:lnTo>
                <a:lnTo>
                  <a:pt x="191764" y="9748"/>
                </a:lnTo>
                <a:lnTo>
                  <a:pt x="186568" y="14622"/>
                </a:lnTo>
                <a:lnTo>
                  <a:pt x="179773" y="19496"/>
                </a:lnTo>
                <a:lnTo>
                  <a:pt x="171799" y="24370"/>
                </a:lnTo>
                <a:lnTo>
                  <a:pt x="163102" y="29243"/>
                </a:lnTo>
                <a:lnTo>
                  <a:pt x="154137" y="34117"/>
                </a:lnTo>
                <a:lnTo>
                  <a:pt x="145317" y="38991"/>
                </a:lnTo>
                <a:lnTo>
                  <a:pt x="136988" y="43865"/>
                </a:lnTo>
                <a:lnTo>
                  <a:pt x="129404" y="48739"/>
                </a:lnTo>
                <a:lnTo>
                  <a:pt x="122730" y="53613"/>
                </a:lnTo>
                <a:lnTo>
                  <a:pt x="117040" y="58487"/>
                </a:lnTo>
                <a:lnTo>
                  <a:pt x="112334" y="63361"/>
                </a:lnTo>
                <a:lnTo>
                  <a:pt x="108554" y="68235"/>
                </a:lnTo>
                <a:lnTo>
                  <a:pt x="105603" y="73109"/>
                </a:lnTo>
                <a:lnTo>
                  <a:pt x="103360" y="77983"/>
                </a:lnTo>
                <a:lnTo>
                  <a:pt x="101702" y="82856"/>
                </a:lnTo>
                <a:lnTo>
                  <a:pt x="100507" y="87730"/>
                </a:lnTo>
                <a:lnTo>
                  <a:pt x="99669" y="92604"/>
                </a:lnTo>
                <a:lnTo>
                  <a:pt x="99095" y="97478"/>
                </a:lnTo>
                <a:lnTo>
                  <a:pt x="98713" y="102352"/>
                </a:lnTo>
                <a:lnTo>
                  <a:pt x="98464" y="107226"/>
                </a:lnTo>
                <a:lnTo>
                  <a:pt x="98306" y="112100"/>
                </a:lnTo>
                <a:lnTo>
                  <a:pt x="98208" y="116974"/>
                </a:lnTo>
                <a:lnTo>
                  <a:pt x="98149" y="121848"/>
                </a:lnTo>
                <a:lnTo>
                  <a:pt x="98114" y="126722"/>
                </a:lnTo>
                <a:lnTo>
                  <a:pt x="98094" y="131596"/>
                </a:lnTo>
                <a:lnTo>
                  <a:pt x="98083" y="136469"/>
                </a:lnTo>
                <a:lnTo>
                  <a:pt x="98077" y="141343"/>
                </a:lnTo>
                <a:lnTo>
                  <a:pt x="98074" y="146217"/>
                </a:lnTo>
                <a:lnTo>
                  <a:pt x="98072" y="151091"/>
                </a:lnTo>
                <a:lnTo>
                  <a:pt x="98072" y="155965"/>
                </a:lnTo>
                <a:lnTo>
                  <a:pt x="98073" y="160839"/>
                </a:lnTo>
                <a:lnTo>
                  <a:pt x="98074" y="165713"/>
                </a:lnTo>
                <a:lnTo>
                  <a:pt x="98077" y="170587"/>
                </a:lnTo>
                <a:lnTo>
                  <a:pt x="98082" y="175461"/>
                </a:lnTo>
                <a:lnTo>
                  <a:pt x="98090" y="180335"/>
                </a:lnTo>
                <a:lnTo>
                  <a:pt x="98104" y="185209"/>
                </a:lnTo>
                <a:lnTo>
                  <a:pt x="98125" y="190082"/>
                </a:lnTo>
                <a:lnTo>
                  <a:pt x="98158" y="194956"/>
                </a:lnTo>
                <a:lnTo>
                  <a:pt x="98208" y="199830"/>
                </a:lnTo>
                <a:lnTo>
                  <a:pt x="98281" y="204704"/>
                </a:lnTo>
                <a:lnTo>
                  <a:pt x="98385" y="209578"/>
                </a:lnTo>
                <a:lnTo>
                  <a:pt x="98530" y="214452"/>
                </a:lnTo>
                <a:lnTo>
                  <a:pt x="98726" y="219326"/>
                </a:lnTo>
                <a:lnTo>
                  <a:pt x="98985" y="224200"/>
                </a:lnTo>
                <a:lnTo>
                  <a:pt x="99318" y="229074"/>
                </a:lnTo>
                <a:lnTo>
                  <a:pt x="99732" y="233948"/>
                </a:lnTo>
                <a:lnTo>
                  <a:pt x="100235" y="238822"/>
                </a:lnTo>
                <a:lnTo>
                  <a:pt x="100825" y="243695"/>
                </a:lnTo>
                <a:lnTo>
                  <a:pt x="101496" y="248569"/>
                </a:lnTo>
                <a:lnTo>
                  <a:pt x="102235" y="253443"/>
                </a:lnTo>
                <a:lnTo>
                  <a:pt x="103018" y="258317"/>
                </a:lnTo>
                <a:lnTo>
                  <a:pt x="103816" y="263191"/>
                </a:lnTo>
                <a:lnTo>
                  <a:pt x="104591" y="268065"/>
                </a:lnTo>
                <a:lnTo>
                  <a:pt x="105305" y="272939"/>
                </a:lnTo>
                <a:lnTo>
                  <a:pt x="105918" y="277813"/>
                </a:lnTo>
                <a:lnTo>
                  <a:pt x="106394" y="282687"/>
                </a:lnTo>
                <a:lnTo>
                  <a:pt x="106706" y="287561"/>
                </a:lnTo>
                <a:lnTo>
                  <a:pt x="106839" y="292435"/>
                </a:lnTo>
                <a:lnTo>
                  <a:pt x="106790" y="297308"/>
                </a:lnTo>
                <a:lnTo>
                  <a:pt x="106574" y="302182"/>
                </a:lnTo>
                <a:lnTo>
                  <a:pt x="106218" y="307056"/>
                </a:lnTo>
                <a:lnTo>
                  <a:pt x="105762" y="311930"/>
                </a:lnTo>
                <a:lnTo>
                  <a:pt x="105256" y="316804"/>
                </a:lnTo>
                <a:lnTo>
                  <a:pt x="104752" y="321678"/>
                </a:lnTo>
                <a:lnTo>
                  <a:pt x="104303" y="326552"/>
                </a:lnTo>
                <a:lnTo>
                  <a:pt x="103959" y="331426"/>
                </a:lnTo>
                <a:lnTo>
                  <a:pt x="103757" y="336300"/>
                </a:lnTo>
                <a:lnTo>
                  <a:pt x="103726" y="341174"/>
                </a:lnTo>
                <a:lnTo>
                  <a:pt x="103878" y="346048"/>
                </a:lnTo>
                <a:lnTo>
                  <a:pt x="104213" y="350921"/>
                </a:lnTo>
                <a:lnTo>
                  <a:pt x="104715" y="355795"/>
                </a:lnTo>
                <a:lnTo>
                  <a:pt x="105358" y="360669"/>
                </a:lnTo>
                <a:lnTo>
                  <a:pt x="106105" y="365543"/>
                </a:lnTo>
                <a:lnTo>
                  <a:pt x="106913" y="370417"/>
                </a:lnTo>
                <a:lnTo>
                  <a:pt x="107740" y="375291"/>
                </a:lnTo>
                <a:lnTo>
                  <a:pt x="108542" y="380165"/>
                </a:lnTo>
                <a:lnTo>
                  <a:pt x="109283" y="385039"/>
                </a:lnTo>
                <a:lnTo>
                  <a:pt x="109933" y="389913"/>
                </a:lnTo>
                <a:lnTo>
                  <a:pt x="110473" y="394787"/>
                </a:lnTo>
                <a:lnTo>
                  <a:pt x="110889" y="399661"/>
                </a:lnTo>
                <a:lnTo>
                  <a:pt x="111180" y="404534"/>
                </a:lnTo>
                <a:lnTo>
                  <a:pt x="111345" y="409408"/>
                </a:lnTo>
                <a:lnTo>
                  <a:pt x="111393" y="414282"/>
                </a:lnTo>
                <a:lnTo>
                  <a:pt x="111328" y="419156"/>
                </a:lnTo>
                <a:lnTo>
                  <a:pt x="111160" y="424030"/>
                </a:lnTo>
                <a:lnTo>
                  <a:pt x="110894" y="428904"/>
                </a:lnTo>
                <a:lnTo>
                  <a:pt x="110535" y="433778"/>
                </a:lnTo>
                <a:lnTo>
                  <a:pt x="110089" y="438652"/>
                </a:lnTo>
                <a:lnTo>
                  <a:pt x="109563" y="443526"/>
                </a:lnTo>
                <a:lnTo>
                  <a:pt x="108965" y="448400"/>
                </a:lnTo>
                <a:lnTo>
                  <a:pt x="108309" y="453274"/>
                </a:lnTo>
                <a:lnTo>
                  <a:pt x="107613" y="458147"/>
                </a:lnTo>
                <a:lnTo>
                  <a:pt x="106899" y="463021"/>
                </a:lnTo>
                <a:lnTo>
                  <a:pt x="106197" y="467895"/>
                </a:lnTo>
                <a:lnTo>
                  <a:pt x="105537" y="472769"/>
                </a:lnTo>
                <a:lnTo>
                  <a:pt x="104954" y="477643"/>
                </a:lnTo>
                <a:lnTo>
                  <a:pt x="104488" y="482517"/>
                </a:lnTo>
                <a:lnTo>
                  <a:pt x="104179" y="487391"/>
                </a:lnTo>
                <a:lnTo>
                  <a:pt x="104071" y="492265"/>
                </a:lnTo>
                <a:lnTo>
                  <a:pt x="104213" y="497139"/>
                </a:lnTo>
                <a:lnTo>
                  <a:pt x="104660" y="502013"/>
                </a:lnTo>
                <a:lnTo>
                  <a:pt x="105470" y="506887"/>
                </a:lnTo>
                <a:lnTo>
                  <a:pt x="106707" y="511760"/>
                </a:lnTo>
                <a:lnTo>
                  <a:pt x="108437" y="516634"/>
                </a:lnTo>
                <a:lnTo>
                  <a:pt x="110721" y="521508"/>
                </a:lnTo>
                <a:lnTo>
                  <a:pt x="113610" y="526382"/>
                </a:lnTo>
                <a:lnTo>
                  <a:pt x="117131" y="531256"/>
                </a:lnTo>
                <a:lnTo>
                  <a:pt x="121278" y="536130"/>
                </a:lnTo>
                <a:lnTo>
                  <a:pt x="126001" y="541004"/>
                </a:lnTo>
                <a:lnTo>
                  <a:pt x="131197" y="545878"/>
                </a:lnTo>
                <a:lnTo>
                  <a:pt x="136705" y="550752"/>
                </a:lnTo>
                <a:lnTo>
                  <a:pt x="142310" y="555626"/>
                </a:lnTo>
                <a:lnTo>
                  <a:pt x="147754" y="560500"/>
                </a:lnTo>
                <a:lnTo>
                  <a:pt x="152750" y="565373"/>
                </a:lnTo>
                <a:lnTo>
                  <a:pt x="157011" y="570247"/>
                </a:lnTo>
                <a:lnTo>
                  <a:pt x="160272" y="575121"/>
                </a:lnTo>
                <a:lnTo>
                  <a:pt x="162320" y="579995"/>
                </a:lnTo>
                <a:lnTo>
                  <a:pt x="163019" y="584869"/>
                </a:lnTo>
                <a:lnTo>
                  <a:pt x="163019" y="584869"/>
                </a:lnTo>
                <a:close/>
              </a:path>
            </a:pathLst>
          </a:custGeom>
          <a:solidFill>
            <a:srgbClr val="596BC0">
              <a:alpha val="12000"/>
            </a:srgbClr>
          </a:solidFill>
          <a:ln w="6985">
            <a:solidFill>
              <a:srgbClr val="596BC0">
                <a:alpha val="12000"/>
              </a:srgbClr>
            </a:solidFill>
            <a:prstDash val="solid"/>
          </a:ln>
        </p:spPr>
      </p:sp>
      <p:sp>
        <p:nvSpPr>
          <p:cNvPr id="1714" name="03_assume_matched_7011">
            <a:extLst>
              <a:ext uri="{FF2B5EF4-FFF2-40B4-BE49-F238E27FC236}">
                <a16:creationId xmlns:a16="http://schemas.microsoft.com/office/drawing/2014/main" id="{322FBD55-75A8-4656-8888-29DE5D8A8894}"/>
              </a:ext>
            </a:extLst>
          </p:cNvPr>
          <p:cNvSpPr>
            <a:spLocks noGrp="1"/>
          </p:cNvSpPr>
          <p:nvPr/>
        </p:nvSpPr>
        <p:spPr>
          <a:xfrm>
            <a:off x="6084672" y="3708286"/>
            <a:ext cx="196140" cy="584869"/>
          </a:xfrm>
          <a:custGeom>
            <a:avLst/>
            <a:gdLst/>
            <a:ahLst/>
            <a:cxnLst/>
            <a:rect l="0" t="0" r="0" b="0"/>
            <a:pathLst>
              <a:path w="196140" h="584869">
                <a:moveTo>
                  <a:pt x="156669" y="584869"/>
                </a:moveTo>
                <a:lnTo>
                  <a:pt x="39472" y="584869"/>
                </a:lnTo>
                <a:lnTo>
                  <a:pt x="40100" y="579995"/>
                </a:lnTo>
                <a:lnTo>
                  <a:pt x="41944" y="575121"/>
                </a:lnTo>
                <a:lnTo>
                  <a:pt x="44877" y="570247"/>
                </a:lnTo>
                <a:lnTo>
                  <a:pt x="48710" y="565373"/>
                </a:lnTo>
                <a:lnTo>
                  <a:pt x="53205" y="560500"/>
                </a:lnTo>
                <a:lnTo>
                  <a:pt x="58102" y="555626"/>
                </a:lnTo>
                <a:lnTo>
                  <a:pt x="63145" y="550752"/>
                </a:lnTo>
                <a:lnTo>
                  <a:pt x="68100" y="545878"/>
                </a:lnTo>
                <a:lnTo>
                  <a:pt x="72774" y="541004"/>
                </a:lnTo>
                <a:lnTo>
                  <a:pt x="77022" y="536130"/>
                </a:lnTo>
                <a:lnTo>
                  <a:pt x="80753" y="531256"/>
                </a:lnTo>
                <a:lnTo>
                  <a:pt x="83919" y="526382"/>
                </a:lnTo>
                <a:lnTo>
                  <a:pt x="86516" y="521508"/>
                </a:lnTo>
                <a:lnTo>
                  <a:pt x="88569" y="516634"/>
                </a:lnTo>
                <a:lnTo>
                  <a:pt x="90121" y="511760"/>
                </a:lnTo>
                <a:lnTo>
                  <a:pt x="91228" y="506887"/>
                </a:lnTo>
                <a:lnTo>
                  <a:pt x="91947" y="502013"/>
                </a:lnTo>
                <a:lnTo>
                  <a:pt x="92336" y="497139"/>
                </a:lnTo>
                <a:lnTo>
                  <a:pt x="92447" y="492265"/>
                </a:lnTo>
                <a:lnTo>
                  <a:pt x="92330" y="487391"/>
                </a:lnTo>
                <a:lnTo>
                  <a:pt x="92027" y="482517"/>
                </a:lnTo>
                <a:lnTo>
                  <a:pt x="91580" y="477643"/>
                </a:lnTo>
                <a:lnTo>
                  <a:pt x="91026" y="472769"/>
                </a:lnTo>
                <a:lnTo>
                  <a:pt x="90400" y="467895"/>
                </a:lnTo>
                <a:lnTo>
                  <a:pt x="89735" y="463021"/>
                </a:lnTo>
                <a:lnTo>
                  <a:pt x="89061" y="458147"/>
                </a:lnTo>
                <a:lnTo>
                  <a:pt x="88403" y="453274"/>
                </a:lnTo>
                <a:lnTo>
                  <a:pt x="87783" y="448400"/>
                </a:lnTo>
                <a:lnTo>
                  <a:pt x="87218" y="443526"/>
                </a:lnTo>
                <a:lnTo>
                  <a:pt x="86721" y="438652"/>
                </a:lnTo>
                <a:lnTo>
                  <a:pt x="86300" y="433778"/>
                </a:lnTo>
                <a:lnTo>
                  <a:pt x="85961" y="428904"/>
                </a:lnTo>
                <a:lnTo>
                  <a:pt x="85710" y="424030"/>
                </a:lnTo>
                <a:lnTo>
                  <a:pt x="85551" y="419156"/>
                </a:lnTo>
                <a:lnTo>
                  <a:pt x="85491" y="414282"/>
                </a:lnTo>
                <a:lnTo>
                  <a:pt x="85536" y="409408"/>
                </a:lnTo>
                <a:lnTo>
                  <a:pt x="85694" y="404534"/>
                </a:lnTo>
                <a:lnTo>
                  <a:pt x="85971" y="399661"/>
                </a:lnTo>
                <a:lnTo>
                  <a:pt x="86367" y="394787"/>
                </a:lnTo>
                <a:lnTo>
                  <a:pt x="86882" y="389913"/>
                </a:lnTo>
                <a:lnTo>
                  <a:pt x="87504" y="385039"/>
                </a:lnTo>
                <a:lnTo>
                  <a:pt x="88215" y="380165"/>
                </a:lnTo>
                <a:lnTo>
                  <a:pt x="88989" y="375291"/>
                </a:lnTo>
                <a:lnTo>
                  <a:pt x="89792" y="370417"/>
                </a:lnTo>
                <a:lnTo>
                  <a:pt x="90586" y="365543"/>
                </a:lnTo>
                <a:lnTo>
                  <a:pt x="91332" y="360669"/>
                </a:lnTo>
                <a:lnTo>
                  <a:pt x="91992" y="355795"/>
                </a:lnTo>
                <a:lnTo>
                  <a:pt x="92531" y="350921"/>
                </a:lnTo>
                <a:lnTo>
                  <a:pt x="92927" y="346048"/>
                </a:lnTo>
                <a:lnTo>
                  <a:pt x="93163" y="341174"/>
                </a:lnTo>
                <a:lnTo>
                  <a:pt x="93239" y="336300"/>
                </a:lnTo>
                <a:lnTo>
                  <a:pt x="93165" y="331426"/>
                </a:lnTo>
                <a:lnTo>
                  <a:pt x="92963" y="326552"/>
                </a:lnTo>
                <a:lnTo>
                  <a:pt x="92665" y="321678"/>
                </a:lnTo>
                <a:lnTo>
                  <a:pt x="92310" y="316804"/>
                </a:lnTo>
                <a:lnTo>
                  <a:pt x="91944" y="311930"/>
                </a:lnTo>
                <a:lnTo>
                  <a:pt x="91608" y="307056"/>
                </a:lnTo>
                <a:lnTo>
                  <a:pt x="91345" y="302182"/>
                </a:lnTo>
                <a:lnTo>
                  <a:pt x="91187" y="297308"/>
                </a:lnTo>
                <a:lnTo>
                  <a:pt x="91156" y="292435"/>
                </a:lnTo>
                <a:lnTo>
                  <a:pt x="91266" y="287561"/>
                </a:lnTo>
                <a:lnTo>
                  <a:pt x="91515" y="282687"/>
                </a:lnTo>
                <a:lnTo>
                  <a:pt x="91892" y="277813"/>
                </a:lnTo>
                <a:lnTo>
                  <a:pt x="92375" y="272939"/>
                </a:lnTo>
                <a:lnTo>
                  <a:pt x="92938" y="268065"/>
                </a:lnTo>
                <a:lnTo>
                  <a:pt x="93549" y="263191"/>
                </a:lnTo>
                <a:lnTo>
                  <a:pt x="94176" y="258317"/>
                </a:lnTo>
                <a:lnTo>
                  <a:pt x="94793" y="253443"/>
                </a:lnTo>
                <a:lnTo>
                  <a:pt x="95374" y="248569"/>
                </a:lnTo>
                <a:lnTo>
                  <a:pt x="95903" y="243695"/>
                </a:lnTo>
                <a:lnTo>
                  <a:pt x="96367" y="238822"/>
                </a:lnTo>
                <a:lnTo>
                  <a:pt x="96762" y="233948"/>
                </a:lnTo>
                <a:lnTo>
                  <a:pt x="97089" y="229074"/>
                </a:lnTo>
                <a:lnTo>
                  <a:pt x="97350" y="224200"/>
                </a:lnTo>
                <a:lnTo>
                  <a:pt x="97554" y="219326"/>
                </a:lnTo>
                <a:lnTo>
                  <a:pt x="97709" y="214452"/>
                </a:lnTo>
                <a:lnTo>
                  <a:pt x="97823" y="209578"/>
                </a:lnTo>
                <a:lnTo>
                  <a:pt x="97904" y="204704"/>
                </a:lnTo>
                <a:lnTo>
                  <a:pt x="97962" y="199830"/>
                </a:lnTo>
                <a:lnTo>
                  <a:pt x="98001" y="194956"/>
                </a:lnTo>
                <a:lnTo>
                  <a:pt x="98027" y="190082"/>
                </a:lnTo>
                <a:lnTo>
                  <a:pt x="98044" y="185209"/>
                </a:lnTo>
                <a:lnTo>
                  <a:pt x="98054" y="180335"/>
                </a:lnTo>
                <a:lnTo>
                  <a:pt x="98061" y="175461"/>
                </a:lnTo>
                <a:lnTo>
                  <a:pt x="98065" y="170587"/>
                </a:lnTo>
                <a:lnTo>
                  <a:pt x="98067" y="165713"/>
                </a:lnTo>
                <a:lnTo>
                  <a:pt x="98068" y="160839"/>
                </a:lnTo>
                <a:lnTo>
                  <a:pt x="98068" y="155965"/>
                </a:lnTo>
                <a:lnTo>
                  <a:pt x="98068" y="151091"/>
                </a:lnTo>
                <a:lnTo>
                  <a:pt x="98067" y="146217"/>
                </a:lnTo>
                <a:lnTo>
                  <a:pt x="98063" y="141343"/>
                </a:lnTo>
                <a:lnTo>
                  <a:pt x="98057" y="136469"/>
                </a:lnTo>
                <a:lnTo>
                  <a:pt x="98046" y="131596"/>
                </a:lnTo>
                <a:lnTo>
                  <a:pt x="98026" y="126722"/>
                </a:lnTo>
                <a:lnTo>
                  <a:pt x="97991" y="121848"/>
                </a:lnTo>
                <a:lnTo>
                  <a:pt x="97932" y="116974"/>
                </a:lnTo>
                <a:lnTo>
                  <a:pt x="97835" y="112100"/>
                </a:lnTo>
                <a:lnTo>
                  <a:pt x="97677" y="107226"/>
                </a:lnTo>
                <a:lnTo>
                  <a:pt x="97429" y="102352"/>
                </a:lnTo>
                <a:lnTo>
                  <a:pt x="97047" y="97478"/>
                </a:lnTo>
                <a:lnTo>
                  <a:pt x="96474" y="92604"/>
                </a:lnTo>
                <a:lnTo>
                  <a:pt x="95636" y="87730"/>
                </a:lnTo>
                <a:lnTo>
                  <a:pt x="94443" y="82856"/>
                </a:lnTo>
                <a:lnTo>
                  <a:pt x="92786" y="77983"/>
                </a:lnTo>
                <a:lnTo>
                  <a:pt x="90545" y="73109"/>
                </a:lnTo>
                <a:lnTo>
                  <a:pt x="87594" y="68235"/>
                </a:lnTo>
                <a:lnTo>
                  <a:pt x="83816" y="63361"/>
                </a:lnTo>
                <a:lnTo>
                  <a:pt x="79111" y="58487"/>
                </a:lnTo>
                <a:lnTo>
                  <a:pt x="73422" y="53613"/>
                </a:lnTo>
                <a:lnTo>
                  <a:pt x="66748" y="48739"/>
                </a:lnTo>
                <a:lnTo>
                  <a:pt x="59165" y="43865"/>
                </a:lnTo>
                <a:lnTo>
                  <a:pt x="50834" y="38991"/>
                </a:lnTo>
                <a:lnTo>
                  <a:pt x="42014" y="34117"/>
                </a:lnTo>
                <a:lnTo>
                  <a:pt x="33048" y="29243"/>
                </a:lnTo>
                <a:lnTo>
                  <a:pt x="24349" y="24370"/>
                </a:lnTo>
                <a:lnTo>
                  <a:pt x="16372" y="19496"/>
                </a:lnTo>
                <a:lnTo>
                  <a:pt x="9576" y="14622"/>
                </a:lnTo>
                <a:lnTo>
                  <a:pt x="4378" y="9748"/>
                </a:lnTo>
                <a:lnTo>
                  <a:pt x="1113" y="4874"/>
                </a:lnTo>
                <a:lnTo>
                  <a:pt x="0" y="0"/>
                </a:lnTo>
                <a:lnTo>
                  <a:pt x="196140" y="0"/>
                </a:lnTo>
                <a:lnTo>
                  <a:pt x="196140" y="0"/>
                </a:lnTo>
                <a:lnTo>
                  <a:pt x="195027" y="4874"/>
                </a:lnTo>
                <a:lnTo>
                  <a:pt x="191763" y="9748"/>
                </a:lnTo>
                <a:lnTo>
                  <a:pt x="186565" y="14622"/>
                </a:lnTo>
                <a:lnTo>
                  <a:pt x="179768" y="19496"/>
                </a:lnTo>
                <a:lnTo>
                  <a:pt x="171792" y="24370"/>
                </a:lnTo>
                <a:lnTo>
                  <a:pt x="163093" y="29243"/>
                </a:lnTo>
                <a:lnTo>
                  <a:pt x="154126" y="34117"/>
                </a:lnTo>
                <a:lnTo>
                  <a:pt x="145306" y="38991"/>
                </a:lnTo>
                <a:lnTo>
                  <a:pt x="136976" y="43865"/>
                </a:lnTo>
                <a:lnTo>
                  <a:pt x="129392" y="48739"/>
                </a:lnTo>
                <a:lnTo>
                  <a:pt x="122718" y="53613"/>
                </a:lnTo>
                <a:lnTo>
                  <a:pt x="117029" y="58487"/>
                </a:lnTo>
                <a:lnTo>
                  <a:pt x="112325" y="63361"/>
                </a:lnTo>
                <a:lnTo>
                  <a:pt x="108546" y="68235"/>
                </a:lnTo>
                <a:lnTo>
                  <a:pt x="105596" y="73109"/>
                </a:lnTo>
                <a:lnTo>
                  <a:pt x="103355" y="77983"/>
                </a:lnTo>
                <a:lnTo>
                  <a:pt x="101698" y="82856"/>
                </a:lnTo>
                <a:lnTo>
                  <a:pt x="100504" y="87730"/>
                </a:lnTo>
                <a:lnTo>
                  <a:pt x="99667" y="92604"/>
                </a:lnTo>
                <a:lnTo>
                  <a:pt x="99094" y="97478"/>
                </a:lnTo>
                <a:lnTo>
                  <a:pt x="98712" y="102352"/>
                </a:lnTo>
                <a:lnTo>
                  <a:pt x="98463" y="107226"/>
                </a:lnTo>
                <a:lnTo>
                  <a:pt x="98306" y="112100"/>
                </a:lnTo>
                <a:lnTo>
                  <a:pt x="98208" y="116974"/>
                </a:lnTo>
                <a:lnTo>
                  <a:pt x="98149" y="121848"/>
                </a:lnTo>
                <a:lnTo>
                  <a:pt x="98114" y="126722"/>
                </a:lnTo>
                <a:lnTo>
                  <a:pt x="98094" y="131596"/>
                </a:lnTo>
                <a:lnTo>
                  <a:pt x="98083" y="136469"/>
                </a:lnTo>
                <a:lnTo>
                  <a:pt x="98077" y="141343"/>
                </a:lnTo>
                <a:lnTo>
                  <a:pt x="98074" y="146217"/>
                </a:lnTo>
                <a:lnTo>
                  <a:pt x="98072" y="151091"/>
                </a:lnTo>
                <a:lnTo>
                  <a:pt x="98072" y="155965"/>
                </a:lnTo>
                <a:lnTo>
                  <a:pt x="98072" y="160839"/>
                </a:lnTo>
                <a:lnTo>
                  <a:pt x="98073" y="165713"/>
                </a:lnTo>
                <a:lnTo>
                  <a:pt x="98075" y="170587"/>
                </a:lnTo>
                <a:lnTo>
                  <a:pt x="98079" y="175461"/>
                </a:lnTo>
                <a:lnTo>
                  <a:pt x="98086" y="180335"/>
                </a:lnTo>
                <a:lnTo>
                  <a:pt x="98097" y="185209"/>
                </a:lnTo>
                <a:lnTo>
                  <a:pt x="98113" y="190082"/>
                </a:lnTo>
                <a:lnTo>
                  <a:pt x="98139" y="194956"/>
                </a:lnTo>
                <a:lnTo>
                  <a:pt x="98179" y="199830"/>
                </a:lnTo>
                <a:lnTo>
                  <a:pt x="98236" y="204704"/>
                </a:lnTo>
                <a:lnTo>
                  <a:pt x="98318" y="209578"/>
                </a:lnTo>
                <a:lnTo>
                  <a:pt x="98432" y="214452"/>
                </a:lnTo>
                <a:lnTo>
                  <a:pt x="98586" y="219326"/>
                </a:lnTo>
                <a:lnTo>
                  <a:pt x="98790" y="224200"/>
                </a:lnTo>
                <a:lnTo>
                  <a:pt x="99052" y="229074"/>
                </a:lnTo>
                <a:lnTo>
                  <a:pt x="99378" y="233948"/>
                </a:lnTo>
                <a:lnTo>
                  <a:pt x="99773" y="238822"/>
                </a:lnTo>
                <a:lnTo>
                  <a:pt x="100238" y="243695"/>
                </a:lnTo>
                <a:lnTo>
                  <a:pt x="100766" y="248569"/>
                </a:lnTo>
                <a:lnTo>
                  <a:pt x="101347" y="253443"/>
                </a:lnTo>
                <a:lnTo>
                  <a:pt x="101964" y="258317"/>
                </a:lnTo>
                <a:lnTo>
                  <a:pt x="102592" y="263191"/>
                </a:lnTo>
                <a:lnTo>
                  <a:pt x="103203" y="268065"/>
                </a:lnTo>
                <a:lnTo>
                  <a:pt x="103765" y="272939"/>
                </a:lnTo>
                <a:lnTo>
                  <a:pt x="104249" y="277813"/>
                </a:lnTo>
                <a:lnTo>
                  <a:pt x="104626" y="282687"/>
                </a:lnTo>
                <a:lnTo>
                  <a:pt x="104875" y="287561"/>
                </a:lnTo>
                <a:lnTo>
                  <a:pt x="104984" y="292435"/>
                </a:lnTo>
                <a:lnTo>
                  <a:pt x="104954" y="297308"/>
                </a:lnTo>
                <a:lnTo>
                  <a:pt x="104795" y="302182"/>
                </a:lnTo>
                <a:lnTo>
                  <a:pt x="104532" y="307056"/>
                </a:lnTo>
                <a:lnTo>
                  <a:pt x="104197" y="311930"/>
                </a:lnTo>
                <a:lnTo>
                  <a:pt x="103830" y="316804"/>
                </a:lnTo>
                <a:lnTo>
                  <a:pt x="103476" y="321678"/>
                </a:lnTo>
                <a:lnTo>
                  <a:pt x="103178" y="326552"/>
                </a:lnTo>
                <a:lnTo>
                  <a:pt x="102975" y="331426"/>
                </a:lnTo>
                <a:lnTo>
                  <a:pt x="102901" y="336300"/>
                </a:lnTo>
                <a:lnTo>
                  <a:pt x="102977" y="341174"/>
                </a:lnTo>
                <a:lnTo>
                  <a:pt x="103214" y="346048"/>
                </a:lnTo>
                <a:lnTo>
                  <a:pt x="103609" y="350921"/>
                </a:lnTo>
                <a:lnTo>
                  <a:pt x="104149" y="355795"/>
                </a:lnTo>
                <a:lnTo>
                  <a:pt x="104808" y="360669"/>
                </a:lnTo>
                <a:lnTo>
                  <a:pt x="105554" y="365543"/>
                </a:lnTo>
                <a:lnTo>
                  <a:pt x="106348" y="370417"/>
                </a:lnTo>
                <a:lnTo>
                  <a:pt x="107152" y="375291"/>
                </a:lnTo>
                <a:lnTo>
                  <a:pt x="107925" y="380165"/>
                </a:lnTo>
                <a:lnTo>
                  <a:pt x="108637" y="385039"/>
                </a:lnTo>
                <a:lnTo>
                  <a:pt x="109259" y="389913"/>
                </a:lnTo>
                <a:lnTo>
                  <a:pt x="109773" y="394787"/>
                </a:lnTo>
                <a:lnTo>
                  <a:pt x="110170" y="399661"/>
                </a:lnTo>
                <a:lnTo>
                  <a:pt x="110446" y="404534"/>
                </a:lnTo>
                <a:lnTo>
                  <a:pt x="110604" y="409408"/>
                </a:lnTo>
                <a:lnTo>
                  <a:pt x="110649" y="414282"/>
                </a:lnTo>
                <a:lnTo>
                  <a:pt x="110589" y="419156"/>
                </a:lnTo>
                <a:lnTo>
                  <a:pt x="110431" y="424030"/>
                </a:lnTo>
                <a:lnTo>
                  <a:pt x="110179" y="428904"/>
                </a:lnTo>
                <a:lnTo>
                  <a:pt x="109841" y="433778"/>
                </a:lnTo>
                <a:lnTo>
                  <a:pt x="109420" y="438652"/>
                </a:lnTo>
                <a:lnTo>
                  <a:pt x="108922" y="443526"/>
                </a:lnTo>
                <a:lnTo>
                  <a:pt x="108358" y="448400"/>
                </a:lnTo>
                <a:lnTo>
                  <a:pt x="107738" y="453274"/>
                </a:lnTo>
                <a:lnTo>
                  <a:pt x="107080" y="458147"/>
                </a:lnTo>
                <a:lnTo>
                  <a:pt x="106405" y="463021"/>
                </a:lnTo>
                <a:lnTo>
                  <a:pt x="105740" y="467895"/>
                </a:lnTo>
                <a:lnTo>
                  <a:pt x="105114" y="472769"/>
                </a:lnTo>
                <a:lnTo>
                  <a:pt x="104560" y="477643"/>
                </a:lnTo>
                <a:lnTo>
                  <a:pt x="104113" y="482517"/>
                </a:lnTo>
                <a:lnTo>
                  <a:pt x="103811" y="487391"/>
                </a:lnTo>
                <a:lnTo>
                  <a:pt x="103693" y="492265"/>
                </a:lnTo>
                <a:lnTo>
                  <a:pt x="103805" y="497139"/>
                </a:lnTo>
                <a:lnTo>
                  <a:pt x="104194" y="502013"/>
                </a:lnTo>
                <a:lnTo>
                  <a:pt x="104913" y="506887"/>
                </a:lnTo>
                <a:lnTo>
                  <a:pt x="106019" y="511760"/>
                </a:lnTo>
                <a:lnTo>
                  <a:pt x="107571" y="516634"/>
                </a:lnTo>
                <a:lnTo>
                  <a:pt x="109624" y="521508"/>
                </a:lnTo>
                <a:lnTo>
                  <a:pt x="112221" y="526382"/>
                </a:lnTo>
                <a:lnTo>
                  <a:pt x="115388" y="531256"/>
                </a:lnTo>
                <a:lnTo>
                  <a:pt x="119118" y="536130"/>
                </a:lnTo>
                <a:lnTo>
                  <a:pt x="123367" y="541004"/>
                </a:lnTo>
                <a:lnTo>
                  <a:pt x="128040" y="545878"/>
                </a:lnTo>
                <a:lnTo>
                  <a:pt x="132995" y="550752"/>
                </a:lnTo>
                <a:lnTo>
                  <a:pt x="138038" y="555626"/>
                </a:lnTo>
                <a:lnTo>
                  <a:pt x="142935" y="560500"/>
                </a:lnTo>
                <a:lnTo>
                  <a:pt x="147430" y="565373"/>
                </a:lnTo>
                <a:lnTo>
                  <a:pt x="151263" y="570247"/>
                </a:lnTo>
                <a:lnTo>
                  <a:pt x="154197" y="575121"/>
                </a:lnTo>
                <a:lnTo>
                  <a:pt x="156040" y="579995"/>
                </a:lnTo>
                <a:lnTo>
                  <a:pt x="156669" y="584869"/>
                </a:lnTo>
                <a:lnTo>
                  <a:pt x="156669" y="584869"/>
                </a:lnTo>
                <a:close/>
              </a:path>
            </a:pathLst>
          </a:custGeom>
          <a:solidFill>
            <a:srgbClr val="596BC0">
              <a:alpha val="12000"/>
            </a:srgbClr>
          </a:solidFill>
          <a:ln w="6985">
            <a:solidFill>
              <a:srgbClr val="596BC0">
                <a:alpha val="12000"/>
              </a:srgbClr>
            </a:solidFill>
            <a:prstDash val="solid"/>
          </a:ln>
        </p:spPr>
      </p:sp>
      <p:sp>
        <p:nvSpPr>
          <p:cNvPr id="1715" name="03_assume_matched_7012">
            <a:extLst>
              <a:ext uri="{FF2B5EF4-FFF2-40B4-BE49-F238E27FC236}">
                <a16:creationId xmlns:a16="http://schemas.microsoft.com/office/drawing/2014/main" id="{47DD34DA-A215-4DB4-99BA-D411CF39C093}"/>
              </a:ext>
            </a:extLst>
          </p:cNvPr>
          <p:cNvSpPr>
            <a:spLocks noGrp="1"/>
          </p:cNvSpPr>
          <p:nvPr/>
        </p:nvSpPr>
        <p:spPr>
          <a:xfrm>
            <a:off x="3919585"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6" name="03_assume_matched_7013">
            <a:extLst>
              <a:ext uri="{FF2B5EF4-FFF2-40B4-BE49-F238E27FC236}">
                <a16:creationId xmlns:a16="http://schemas.microsoft.com/office/drawing/2014/main" id="{A7DE68BC-3B7B-4EB6-A907-252BD3DE3A3C}"/>
              </a:ext>
            </a:extLst>
          </p:cNvPr>
          <p:cNvSpPr>
            <a:spLocks noGrp="1"/>
          </p:cNvSpPr>
          <p:nvPr/>
        </p:nvSpPr>
        <p:spPr>
          <a:xfrm>
            <a:off x="4296778"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7" name="03_assume_matched_7014">
            <a:extLst>
              <a:ext uri="{FF2B5EF4-FFF2-40B4-BE49-F238E27FC236}">
                <a16:creationId xmlns:a16="http://schemas.microsoft.com/office/drawing/2014/main" id="{1E9B22C0-6C0B-4F45-A669-A280EC47DA59}"/>
              </a:ext>
            </a:extLst>
          </p:cNvPr>
          <p:cNvSpPr>
            <a:spLocks noGrp="1"/>
          </p:cNvSpPr>
          <p:nvPr/>
        </p:nvSpPr>
        <p:spPr>
          <a:xfrm>
            <a:off x="4673971"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8" name="03_assume_matched_7015">
            <a:extLst>
              <a:ext uri="{FF2B5EF4-FFF2-40B4-BE49-F238E27FC236}">
                <a16:creationId xmlns:a16="http://schemas.microsoft.com/office/drawing/2014/main" id="{FC364C9B-7DC6-4BB3-8A7B-712541907CA8}"/>
              </a:ext>
            </a:extLst>
          </p:cNvPr>
          <p:cNvSpPr>
            <a:spLocks noGrp="1"/>
          </p:cNvSpPr>
          <p:nvPr/>
        </p:nvSpPr>
        <p:spPr>
          <a:xfrm>
            <a:off x="5428357"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9" name="03_assume_matched_7016">
            <a:extLst>
              <a:ext uri="{FF2B5EF4-FFF2-40B4-BE49-F238E27FC236}">
                <a16:creationId xmlns:a16="http://schemas.microsoft.com/office/drawing/2014/main" id="{991AC7F8-3D03-4FEB-B98C-B1D46421F30E}"/>
              </a:ext>
            </a:extLst>
          </p:cNvPr>
          <p:cNvSpPr>
            <a:spLocks noGrp="1"/>
          </p:cNvSpPr>
          <p:nvPr/>
        </p:nvSpPr>
        <p:spPr>
          <a:xfrm>
            <a:off x="6182743"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20" name="03_assume_matched_7017">
            <a:extLst>
              <a:ext uri="{FF2B5EF4-FFF2-40B4-BE49-F238E27FC236}">
                <a16:creationId xmlns:a16="http://schemas.microsoft.com/office/drawing/2014/main" id="{25D1BA65-C264-47FE-8954-15C43B9CA980}"/>
              </a:ext>
            </a:extLst>
          </p:cNvPr>
          <p:cNvSpPr>
            <a:spLocks noGrp="1"/>
          </p:cNvSpPr>
          <p:nvPr/>
        </p:nvSpPr>
        <p:spPr>
          <a:xfrm>
            <a:off x="3896953" y="429315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721" name="03_assume_matched_7018">
            <a:extLst>
              <a:ext uri="{FF2B5EF4-FFF2-40B4-BE49-F238E27FC236}">
                <a16:creationId xmlns:a16="http://schemas.microsoft.com/office/drawing/2014/main" id="{550C6B6D-8616-4200-90FD-267CEE50BCEB}"/>
              </a:ext>
            </a:extLst>
          </p:cNvPr>
          <p:cNvSpPr>
            <a:spLocks noGrp="1"/>
          </p:cNvSpPr>
          <p:nvPr/>
        </p:nvSpPr>
        <p:spPr>
          <a:xfrm>
            <a:off x="3858852" y="429315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22" name="text_7019">
            <a:extLst>
              <a:ext uri="{FF2B5EF4-FFF2-40B4-BE49-F238E27FC236}">
                <a16:creationId xmlns:a16="http://schemas.microsoft.com/office/drawing/2014/main" id="{262A424A-688D-4500-B596-D9520927EDC2}"/>
              </a:ext>
            </a:extLst>
          </p:cNvPr>
          <p:cNvSpPr>
            <a:spLocks noGrp="1"/>
          </p:cNvSpPr>
          <p:nvPr/>
        </p:nvSpPr>
        <p:spPr>
          <a:xfrm>
            <a:off x="3769207" y="4253093"/>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1723" name="03_assume_matched_7020">
            <a:extLst>
              <a:ext uri="{FF2B5EF4-FFF2-40B4-BE49-F238E27FC236}">
                <a16:creationId xmlns:a16="http://schemas.microsoft.com/office/drawing/2014/main" id="{ABF2D26A-5F94-45DF-AEE9-B92209B69CAF}"/>
              </a:ext>
            </a:extLst>
          </p:cNvPr>
          <p:cNvSpPr>
            <a:spLocks noGrp="1"/>
          </p:cNvSpPr>
          <p:nvPr/>
        </p:nvSpPr>
        <p:spPr>
          <a:xfrm>
            <a:off x="3896953" y="4000721"/>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724" name="03_assume_matched_7021">
            <a:extLst>
              <a:ext uri="{FF2B5EF4-FFF2-40B4-BE49-F238E27FC236}">
                <a16:creationId xmlns:a16="http://schemas.microsoft.com/office/drawing/2014/main" id="{91344570-13CE-47B3-B602-47F2AF64B96C}"/>
              </a:ext>
            </a:extLst>
          </p:cNvPr>
          <p:cNvSpPr>
            <a:spLocks noGrp="1"/>
          </p:cNvSpPr>
          <p:nvPr/>
        </p:nvSpPr>
        <p:spPr>
          <a:xfrm>
            <a:off x="3858852" y="400072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25" name="text_7022">
            <a:extLst>
              <a:ext uri="{FF2B5EF4-FFF2-40B4-BE49-F238E27FC236}">
                <a16:creationId xmlns:a16="http://schemas.microsoft.com/office/drawing/2014/main" id="{26930B08-10F5-4D96-8E74-9E515C4FDFCB}"/>
              </a:ext>
            </a:extLst>
          </p:cNvPr>
          <p:cNvSpPr>
            <a:spLocks noGrp="1"/>
          </p:cNvSpPr>
          <p:nvPr/>
        </p:nvSpPr>
        <p:spPr>
          <a:xfrm>
            <a:off x="3717659" y="396065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1726" name="03_assume_matched_7023">
            <a:extLst>
              <a:ext uri="{FF2B5EF4-FFF2-40B4-BE49-F238E27FC236}">
                <a16:creationId xmlns:a16="http://schemas.microsoft.com/office/drawing/2014/main" id="{50B871CF-D53D-4498-9A60-960DBF89D79F}"/>
              </a:ext>
            </a:extLst>
          </p:cNvPr>
          <p:cNvSpPr>
            <a:spLocks noGrp="1"/>
          </p:cNvSpPr>
          <p:nvPr/>
        </p:nvSpPr>
        <p:spPr>
          <a:xfrm>
            <a:off x="3896953" y="370828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727" name="03_assume_matched_7024">
            <a:extLst>
              <a:ext uri="{FF2B5EF4-FFF2-40B4-BE49-F238E27FC236}">
                <a16:creationId xmlns:a16="http://schemas.microsoft.com/office/drawing/2014/main" id="{43ED7B75-6E0F-47BC-9F19-471A796A9746}"/>
              </a:ext>
            </a:extLst>
          </p:cNvPr>
          <p:cNvSpPr>
            <a:spLocks noGrp="1"/>
          </p:cNvSpPr>
          <p:nvPr/>
        </p:nvSpPr>
        <p:spPr>
          <a:xfrm>
            <a:off x="3858852" y="370828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28" name="text_7025">
            <a:extLst>
              <a:ext uri="{FF2B5EF4-FFF2-40B4-BE49-F238E27FC236}">
                <a16:creationId xmlns:a16="http://schemas.microsoft.com/office/drawing/2014/main" id="{21DAE1DE-8CB5-4A94-ABEF-CE7D381EE216}"/>
              </a:ext>
            </a:extLst>
          </p:cNvPr>
          <p:cNvSpPr>
            <a:spLocks noGrp="1"/>
          </p:cNvSpPr>
          <p:nvPr/>
        </p:nvSpPr>
        <p:spPr>
          <a:xfrm>
            <a:off x="3666112" y="3668224"/>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1729" name="03_assume_matched_7026">
            <a:extLst>
              <a:ext uri="{FF2B5EF4-FFF2-40B4-BE49-F238E27FC236}">
                <a16:creationId xmlns:a16="http://schemas.microsoft.com/office/drawing/2014/main" id="{0158786F-3B40-4BFB-8C35-9CA8E83773AF}"/>
              </a:ext>
            </a:extLst>
          </p:cNvPr>
          <p:cNvSpPr>
            <a:spLocks noGrp="1"/>
          </p:cNvSpPr>
          <p:nvPr/>
        </p:nvSpPr>
        <p:spPr>
          <a:xfrm>
            <a:off x="4334529" y="3994019"/>
            <a:ext cx="28398" cy="28398"/>
          </a:xfrm>
          <a:prstGeom prst="ellipse">
            <a:avLst/>
          </a:prstGeom>
          <a:solidFill>
            <a:srgbClr val="7F8C97">
              <a:alpha val="48000"/>
            </a:srgbClr>
          </a:solidFill>
          <a:ln w="0">
            <a:noFill/>
            <a:prstDash val="solid"/>
          </a:ln>
        </p:spPr>
      </p:sp>
      <p:sp>
        <p:nvSpPr>
          <p:cNvPr id="1730" name="03_assume_matched_7027">
            <a:extLst>
              <a:ext uri="{FF2B5EF4-FFF2-40B4-BE49-F238E27FC236}">
                <a16:creationId xmlns:a16="http://schemas.microsoft.com/office/drawing/2014/main" id="{D162EB40-CC56-4661-9E00-C09B97F11CC2}"/>
              </a:ext>
            </a:extLst>
          </p:cNvPr>
          <p:cNvSpPr>
            <a:spLocks noGrp="1"/>
          </p:cNvSpPr>
          <p:nvPr/>
        </p:nvSpPr>
        <p:spPr>
          <a:xfrm>
            <a:off x="4323016" y="4278955"/>
            <a:ext cx="28398" cy="28398"/>
          </a:xfrm>
          <a:prstGeom prst="ellipse">
            <a:avLst/>
          </a:prstGeom>
          <a:solidFill>
            <a:srgbClr val="7F8C97">
              <a:alpha val="48000"/>
            </a:srgbClr>
          </a:solidFill>
          <a:ln w="0">
            <a:noFill/>
            <a:prstDash val="solid"/>
          </a:ln>
        </p:spPr>
      </p:sp>
      <p:sp>
        <p:nvSpPr>
          <p:cNvPr id="1731" name="03_assume_matched_7028">
            <a:extLst>
              <a:ext uri="{FF2B5EF4-FFF2-40B4-BE49-F238E27FC236}">
                <a16:creationId xmlns:a16="http://schemas.microsoft.com/office/drawing/2014/main" id="{22EBCF80-61AC-4667-BC01-FCA0FEFF3DFB}"/>
              </a:ext>
            </a:extLst>
          </p:cNvPr>
          <p:cNvSpPr>
            <a:spLocks noGrp="1"/>
          </p:cNvSpPr>
          <p:nvPr/>
        </p:nvSpPr>
        <p:spPr>
          <a:xfrm>
            <a:off x="4265885" y="4278955"/>
            <a:ext cx="28398" cy="28398"/>
          </a:xfrm>
          <a:prstGeom prst="ellipse">
            <a:avLst/>
          </a:prstGeom>
          <a:solidFill>
            <a:srgbClr val="7F8C97">
              <a:alpha val="48000"/>
            </a:srgbClr>
          </a:solidFill>
          <a:ln w="0">
            <a:noFill/>
            <a:prstDash val="solid"/>
          </a:ln>
        </p:spPr>
      </p:sp>
      <p:sp>
        <p:nvSpPr>
          <p:cNvPr id="1732" name="03_assume_matched_7029">
            <a:extLst>
              <a:ext uri="{FF2B5EF4-FFF2-40B4-BE49-F238E27FC236}">
                <a16:creationId xmlns:a16="http://schemas.microsoft.com/office/drawing/2014/main" id="{D4400FD1-1D09-42A5-809C-5EBC32911963}"/>
              </a:ext>
            </a:extLst>
          </p:cNvPr>
          <p:cNvSpPr>
            <a:spLocks noGrp="1"/>
          </p:cNvSpPr>
          <p:nvPr/>
        </p:nvSpPr>
        <p:spPr>
          <a:xfrm>
            <a:off x="4344747" y="3986521"/>
            <a:ext cx="28398" cy="28398"/>
          </a:xfrm>
          <a:prstGeom prst="ellipse">
            <a:avLst/>
          </a:prstGeom>
          <a:solidFill>
            <a:srgbClr val="7F8C97">
              <a:alpha val="48000"/>
            </a:srgbClr>
          </a:solidFill>
          <a:ln w="0">
            <a:noFill/>
            <a:prstDash val="solid"/>
          </a:ln>
        </p:spPr>
      </p:sp>
      <p:sp>
        <p:nvSpPr>
          <p:cNvPr id="1733" name="03_assume_matched_7030">
            <a:extLst>
              <a:ext uri="{FF2B5EF4-FFF2-40B4-BE49-F238E27FC236}">
                <a16:creationId xmlns:a16="http://schemas.microsoft.com/office/drawing/2014/main" id="{C42A50C1-C3B7-447C-BED5-704A7A87E811}"/>
              </a:ext>
            </a:extLst>
          </p:cNvPr>
          <p:cNvSpPr>
            <a:spLocks noGrp="1"/>
          </p:cNvSpPr>
          <p:nvPr/>
        </p:nvSpPr>
        <p:spPr>
          <a:xfrm>
            <a:off x="4312511" y="4111850"/>
            <a:ext cx="28398" cy="28398"/>
          </a:xfrm>
          <a:prstGeom prst="ellipse">
            <a:avLst/>
          </a:prstGeom>
          <a:solidFill>
            <a:srgbClr val="7F8C97">
              <a:alpha val="48000"/>
            </a:srgbClr>
          </a:solidFill>
          <a:ln w="0">
            <a:noFill/>
            <a:prstDash val="solid"/>
          </a:ln>
        </p:spPr>
      </p:sp>
      <p:sp>
        <p:nvSpPr>
          <p:cNvPr id="1734" name="03_assume_matched_7031">
            <a:extLst>
              <a:ext uri="{FF2B5EF4-FFF2-40B4-BE49-F238E27FC236}">
                <a16:creationId xmlns:a16="http://schemas.microsoft.com/office/drawing/2014/main" id="{4877E373-B49A-4782-BE57-08C250D46570}"/>
              </a:ext>
            </a:extLst>
          </p:cNvPr>
          <p:cNvSpPr>
            <a:spLocks noGrp="1"/>
          </p:cNvSpPr>
          <p:nvPr/>
        </p:nvSpPr>
        <p:spPr>
          <a:xfrm>
            <a:off x="4217243" y="4013106"/>
            <a:ext cx="28398" cy="28398"/>
          </a:xfrm>
          <a:prstGeom prst="ellipse">
            <a:avLst/>
          </a:prstGeom>
          <a:solidFill>
            <a:srgbClr val="7F8C97">
              <a:alpha val="48000"/>
            </a:srgbClr>
          </a:solidFill>
          <a:ln w="0">
            <a:noFill/>
            <a:prstDash val="solid"/>
          </a:ln>
        </p:spPr>
      </p:sp>
      <p:sp>
        <p:nvSpPr>
          <p:cNvPr id="1735" name="03_assume_matched_7032">
            <a:extLst>
              <a:ext uri="{FF2B5EF4-FFF2-40B4-BE49-F238E27FC236}">
                <a16:creationId xmlns:a16="http://schemas.microsoft.com/office/drawing/2014/main" id="{C1CA9DDC-F314-4952-9EAC-E62D38E607D4}"/>
              </a:ext>
            </a:extLst>
          </p:cNvPr>
          <p:cNvSpPr>
            <a:spLocks noGrp="1"/>
          </p:cNvSpPr>
          <p:nvPr/>
        </p:nvSpPr>
        <p:spPr>
          <a:xfrm>
            <a:off x="4247896" y="4278955"/>
            <a:ext cx="28398" cy="28398"/>
          </a:xfrm>
          <a:prstGeom prst="ellipse">
            <a:avLst/>
          </a:prstGeom>
          <a:solidFill>
            <a:srgbClr val="7F8C97">
              <a:alpha val="48000"/>
            </a:srgbClr>
          </a:solidFill>
          <a:ln w="0">
            <a:noFill/>
            <a:prstDash val="solid"/>
          </a:ln>
        </p:spPr>
      </p:sp>
      <p:sp>
        <p:nvSpPr>
          <p:cNvPr id="1736" name="03_assume_matched_7033">
            <a:extLst>
              <a:ext uri="{FF2B5EF4-FFF2-40B4-BE49-F238E27FC236}">
                <a16:creationId xmlns:a16="http://schemas.microsoft.com/office/drawing/2014/main" id="{9BB82168-F442-4237-9167-1A73F7E58CC6}"/>
              </a:ext>
            </a:extLst>
          </p:cNvPr>
          <p:cNvSpPr>
            <a:spLocks noGrp="1"/>
          </p:cNvSpPr>
          <p:nvPr/>
        </p:nvSpPr>
        <p:spPr>
          <a:xfrm>
            <a:off x="4216956" y="4132738"/>
            <a:ext cx="28398" cy="28398"/>
          </a:xfrm>
          <a:prstGeom prst="ellipse">
            <a:avLst/>
          </a:prstGeom>
          <a:solidFill>
            <a:srgbClr val="7F8C97">
              <a:alpha val="48000"/>
            </a:srgbClr>
          </a:solidFill>
          <a:ln w="0">
            <a:noFill/>
            <a:prstDash val="solid"/>
          </a:ln>
        </p:spPr>
      </p:sp>
      <p:sp>
        <p:nvSpPr>
          <p:cNvPr id="1737" name="03_assume_matched_7034">
            <a:extLst>
              <a:ext uri="{FF2B5EF4-FFF2-40B4-BE49-F238E27FC236}">
                <a16:creationId xmlns:a16="http://schemas.microsoft.com/office/drawing/2014/main" id="{D0B6F1CD-780B-4BE7-A975-F5348CB46BEA}"/>
              </a:ext>
            </a:extLst>
          </p:cNvPr>
          <p:cNvSpPr>
            <a:spLocks noGrp="1"/>
          </p:cNvSpPr>
          <p:nvPr/>
        </p:nvSpPr>
        <p:spPr>
          <a:xfrm>
            <a:off x="4298264" y="3986521"/>
            <a:ext cx="28398" cy="28398"/>
          </a:xfrm>
          <a:prstGeom prst="ellipse">
            <a:avLst/>
          </a:prstGeom>
          <a:solidFill>
            <a:srgbClr val="7F8C97">
              <a:alpha val="48000"/>
            </a:srgbClr>
          </a:solidFill>
          <a:ln w="0">
            <a:noFill/>
            <a:prstDash val="solid"/>
          </a:ln>
        </p:spPr>
      </p:sp>
      <p:sp>
        <p:nvSpPr>
          <p:cNvPr id="1738" name="03_assume_matched_7035">
            <a:extLst>
              <a:ext uri="{FF2B5EF4-FFF2-40B4-BE49-F238E27FC236}">
                <a16:creationId xmlns:a16="http://schemas.microsoft.com/office/drawing/2014/main" id="{F9A732D9-C5D3-4B32-9699-46DBA375FDF9}"/>
              </a:ext>
            </a:extLst>
          </p:cNvPr>
          <p:cNvSpPr>
            <a:spLocks noGrp="1"/>
          </p:cNvSpPr>
          <p:nvPr/>
        </p:nvSpPr>
        <p:spPr>
          <a:xfrm>
            <a:off x="4279556" y="4278955"/>
            <a:ext cx="28398" cy="28398"/>
          </a:xfrm>
          <a:prstGeom prst="ellipse">
            <a:avLst/>
          </a:prstGeom>
          <a:solidFill>
            <a:srgbClr val="7F8C97">
              <a:alpha val="48000"/>
            </a:srgbClr>
          </a:solidFill>
          <a:ln w="0">
            <a:noFill/>
            <a:prstDash val="solid"/>
          </a:ln>
        </p:spPr>
      </p:sp>
      <p:sp>
        <p:nvSpPr>
          <p:cNvPr id="1739" name="03_assume_matched_7036">
            <a:extLst>
              <a:ext uri="{FF2B5EF4-FFF2-40B4-BE49-F238E27FC236}">
                <a16:creationId xmlns:a16="http://schemas.microsoft.com/office/drawing/2014/main" id="{260B642C-AE18-471D-AC49-CC20E568096C}"/>
              </a:ext>
            </a:extLst>
          </p:cNvPr>
          <p:cNvSpPr>
            <a:spLocks noGrp="1"/>
          </p:cNvSpPr>
          <p:nvPr/>
        </p:nvSpPr>
        <p:spPr>
          <a:xfrm>
            <a:off x="4264302" y="4278955"/>
            <a:ext cx="28398" cy="28398"/>
          </a:xfrm>
          <a:prstGeom prst="ellipse">
            <a:avLst/>
          </a:prstGeom>
          <a:solidFill>
            <a:srgbClr val="7F8C97">
              <a:alpha val="48000"/>
            </a:srgbClr>
          </a:solidFill>
          <a:ln w="0">
            <a:noFill/>
            <a:prstDash val="solid"/>
          </a:ln>
        </p:spPr>
      </p:sp>
      <p:sp>
        <p:nvSpPr>
          <p:cNvPr id="1740" name="03_assume_matched_7037">
            <a:extLst>
              <a:ext uri="{FF2B5EF4-FFF2-40B4-BE49-F238E27FC236}">
                <a16:creationId xmlns:a16="http://schemas.microsoft.com/office/drawing/2014/main" id="{AD281A70-C351-4B12-BE19-060618DFC2F7}"/>
              </a:ext>
            </a:extLst>
          </p:cNvPr>
          <p:cNvSpPr>
            <a:spLocks noGrp="1"/>
          </p:cNvSpPr>
          <p:nvPr/>
        </p:nvSpPr>
        <p:spPr>
          <a:xfrm>
            <a:off x="4250055" y="4278955"/>
            <a:ext cx="28398" cy="28398"/>
          </a:xfrm>
          <a:prstGeom prst="ellipse">
            <a:avLst/>
          </a:prstGeom>
          <a:solidFill>
            <a:srgbClr val="7F8C97">
              <a:alpha val="48000"/>
            </a:srgbClr>
          </a:solidFill>
          <a:ln w="0">
            <a:noFill/>
            <a:prstDash val="solid"/>
          </a:ln>
        </p:spPr>
      </p:sp>
      <p:sp>
        <p:nvSpPr>
          <p:cNvPr id="1741" name="03_assume_matched_7038">
            <a:extLst>
              <a:ext uri="{FF2B5EF4-FFF2-40B4-BE49-F238E27FC236}">
                <a16:creationId xmlns:a16="http://schemas.microsoft.com/office/drawing/2014/main" id="{78361472-765B-4964-8247-CFA9C9243C4D}"/>
              </a:ext>
            </a:extLst>
          </p:cNvPr>
          <p:cNvSpPr>
            <a:spLocks noGrp="1"/>
          </p:cNvSpPr>
          <p:nvPr/>
        </p:nvSpPr>
        <p:spPr>
          <a:xfrm>
            <a:off x="4266460" y="4278955"/>
            <a:ext cx="28398" cy="28398"/>
          </a:xfrm>
          <a:prstGeom prst="ellipse">
            <a:avLst/>
          </a:prstGeom>
          <a:solidFill>
            <a:srgbClr val="7F8C97">
              <a:alpha val="48000"/>
            </a:srgbClr>
          </a:solidFill>
          <a:ln w="0">
            <a:noFill/>
            <a:prstDash val="solid"/>
          </a:ln>
        </p:spPr>
      </p:sp>
      <p:sp>
        <p:nvSpPr>
          <p:cNvPr id="1742" name="03_assume_matched_7039">
            <a:extLst>
              <a:ext uri="{FF2B5EF4-FFF2-40B4-BE49-F238E27FC236}">
                <a16:creationId xmlns:a16="http://schemas.microsoft.com/office/drawing/2014/main" id="{C4E9DFE5-9314-4667-8FD1-CE67289741A6}"/>
              </a:ext>
            </a:extLst>
          </p:cNvPr>
          <p:cNvSpPr>
            <a:spLocks noGrp="1"/>
          </p:cNvSpPr>
          <p:nvPr/>
        </p:nvSpPr>
        <p:spPr>
          <a:xfrm>
            <a:off x="4351654" y="4132738"/>
            <a:ext cx="28398" cy="28398"/>
          </a:xfrm>
          <a:prstGeom prst="ellipse">
            <a:avLst/>
          </a:prstGeom>
          <a:solidFill>
            <a:srgbClr val="7F8C97">
              <a:alpha val="48000"/>
            </a:srgbClr>
          </a:solidFill>
          <a:ln w="0">
            <a:noFill/>
            <a:prstDash val="solid"/>
          </a:ln>
        </p:spPr>
      </p:sp>
      <p:sp>
        <p:nvSpPr>
          <p:cNvPr id="1743" name="03_assume_matched_7040">
            <a:extLst>
              <a:ext uri="{FF2B5EF4-FFF2-40B4-BE49-F238E27FC236}">
                <a16:creationId xmlns:a16="http://schemas.microsoft.com/office/drawing/2014/main" id="{A0B7C02C-4CBE-4B67-97B4-DEED5D9E8988}"/>
              </a:ext>
            </a:extLst>
          </p:cNvPr>
          <p:cNvSpPr>
            <a:spLocks noGrp="1"/>
          </p:cNvSpPr>
          <p:nvPr/>
        </p:nvSpPr>
        <p:spPr>
          <a:xfrm>
            <a:off x="4306611" y="4083999"/>
            <a:ext cx="28398" cy="28398"/>
          </a:xfrm>
          <a:prstGeom prst="ellipse">
            <a:avLst/>
          </a:prstGeom>
          <a:solidFill>
            <a:srgbClr val="7F8C97">
              <a:alpha val="48000"/>
            </a:srgbClr>
          </a:solidFill>
          <a:ln w="0">
            <a:noFill/>
            <a:prstDash val="solid"/>
          </a:ln>
        </p:spPr>
      </p:sp>
      <p:sp>
        <p:nvSpPr>
          <p:cNvPr id="1744" name="03_assume_matched_7041">
            <a:extLst>
              <a:ext uri="{FF2B5EF4-FFF2-40B4-BE49-F238E27FC236}">
                <a16:creationId xmlns:a16="http://schemas.microsoft.com/office/drawing/2014/main" id="{3F8D4A4A-B4F8-4529-9378-727E44517540}"/>
              </a:ext>
            </a:extLst>
          </p:cNvPr>
          <p:cNvSpPr>
            <a:spLocks noGrp="1"/>
          </p:cNvSpPr>
          <p:nvPr/>
        </p:nvSpPr>
        <p:spPr>
          <a:xfrm>
            <a:off x="4316397" y="4213970"/>
            <a:ext cx="28398" cy="28398"/>
          </a:xfrm>
          <a:prstGeom prst="ellipse">
            <a:avLst/>
          </a:prstGeom>
          <a:solidFill>
            <a:srgbClr val="7F8C97">
              <a:alpha val="48000"/>
            </a:srgbClr>
          </a:solidFill>
          <a:ln w="0">
            <a:noFill/>
            <a:prstDash val="solid"/>
          </a:ln>
        </p:spPr>
      </p:sp>
      <p:sp>
        <p:nvSpPr>
          <p:cNvPr id="1745" name="03_assume_matched_7042">
            <a:extLst>
              <a:ext uri="{FF2B5EF4-FFF2-40B4-BE49-F238E27FC236}">
                <a16:creationId xmlns:a16="http://schemas.microsoft.com/office/drawing/2014/main" id="{5C888E74-1269-4C81-B381-0D85EBD01344}"/>
              </a:ext>
            </a:extLst>
          </p:cNvPr>
          <p:cNvSpPr>
            <a:spLocks noGrp="1"/>
          </p:cNvSpPr>
          <p:nvPr/>
        </p:nvSpPr>
        <p:spPr>
          <a:xfrm>
            <a:off x="4253221" y="4148984"/>
            <a:ext cx="28398" cy="28398"/>
          </a:xfrm>
          <a:prstGeom prst="ellipse">
            <a:avLst/>
          </a:prstGeom>
          <a:solidFill>
            <a:srgbClr val="7F8C97">
              <a:alpha val="48000"/>
            </a:srgbClr>
          </a:solidFill>
          <a:ln w="0">
            <a:noFill/>
            <a:prstDash val="solid"/>
          </a:ln>
        </p:spPr>
      </p:sp>
      <p:sp>
        <p:nvSpPr>
          <p:cNvPr id="1746" name="03_assume_matched_7043">
            <a:extLst>
              <a:ext uri="{FF2B5EF4-FFF2-40B4-BE49-F238E27FC236}">
                <a16:creationId xmlns:a16="http://schemas.microsoft.com/office/drawing/2014/main" id="{4A9107CA-3D19-48CD-AE0B-03FF92D080E3}"/>
              </a:ext>
            </a:extLst>
          </p:cNvPr>
          <p:cNvSpPr>
            <a:spLocks noGrp="1"/>
          </p:cNvSpPr>
          <p:nvPr/>
        </p:nvSpPr>
        <p:spPr>
          <a:xfrm>
            <a:off x="4343595" y="4278955"/>
            <a:ext cx="28398" cy="28398"/>
          </a:xfrm>
          <a:prstGeom prst="ellipse">
            <a:avLst/>
          </a:prstGeom>
          <a:solidFill>
            <a:srgbClr val="7F8C97">
              <a:alpha val="48000"/>
            </a:srgbClr>
          </a:solidFill>
          <a:ln w="0">
            <a:noFill/>
            <a:prstDash val="solid"/>
          </a:ln>
        </p:spPr>
      </p:sp>
      <p:sp>
        <p:nvSpPr>
          <p:cNvPr id="1747" name="03_assume_matched_7044">
            <a:extLst>
              <a:ext uri="{FF2B5EF4-FFF2-40B4-BE49-F238E27FC236}">
                <a16:creationId xmlns:a16="http://schemas.microsoft.com/office/drawing/2014/main" id="{EA9F7416-36CE-492F-A3C3-EDA5BFEC35DC}"/>
              </a:ext>
            </a:extLst>
          </p:cNvPr>
          <p:cNvSpPr>
            <a:spLocks noGrp="1"/>
          </p:cNvSpPr>
          <p:nvPr/>
        </p:nvSpPr>
        <p:spPr>
          <a:xfrm>
            <a:off x="4316684" y="4066275"/>
            <a:ext cx="28398" cy="28398"/>
          </a:xfrm>
          <a:prstGeom prst="ellipse">
            <a:avLst/>
          </a:prstGeom>
          <a:solidFill>
            <a:srgbClr val="7F8C97">
              <a:alpha val="48000"/>
            </a:srgbClr>
          </a:solidFill>
          <a:ln w="0">
            <a:noFill/>
            <a:prstDash val="solid"/>
          </a:ln>
        </p:spPr>
      </p:sp>
      <p:sp>
        <p:nvSpPr>
          <p:cNvPr id="1748" name="03_assume_matched_7045">
            <a:extLst>
              <a:ext uri="{FF2B5EF4-FFF2-40B4-BE49-F238E27FC236}">
                <a16:creationId xmlns:a16="http://schemas.microsoft.com/office/drawing/2014/main" id="{07013E57-DC10-4837-8C0B-70032091B982}"/>
              </a:ext>
            </a:extLst>
          </p:cNvPr>
          <p:cNvSpPr>
            <a:spLocks noGrp="1"/>
          </p:cNvSpPr>
          <p:nvPr/>
        </p:nvSpPr>
        <p:spPr>
          <a:xfrm>
            <a:off x="4234512" y="4278955"/>
            <a:ext cx="28398" cy="28398"/>
          </a:xfrm>
          <a:prstGeom prst="ellipse">
            <a:avLst/>
          </a:prstGeom>
          <a:solidFill>
            <a:srgbClr val="7F8C97">
              <a:alpha val="48000"/>
            </a:srgbClr>
          </a:solidFill>
          <a:ln w="0">
            <a:noFill/>
            <a:prstDash val="solid"/>
          </a:ln>
        </p:spPr>
      </p:sp>
      <p:sp>
        <p:nvSpPr>
          <p:cNvPr id="1749" name="03_assume_matched_7046">
            <a:extLst>
              <a:ext uri="{FF2B5EF4-FFF2-40B4-BE49-F238E27FC236}">
                <a16:creationId xmlns:a16="http://schemas.microsoft.com/office/drawing/2014/main" id="{02D3DE2F-B418-4A81-B234-E9E866310011}"/>
              </a:ext>
            </a:extLst>
          </p:cNvPr>
          <p:cNvSpPr>
            <a:spLocks noGrp="1"/>
          </p:cNvSpPr>
          <p:nvPr/>
        </p:nvSpPr>
        <p:spPr>
          <a:xfrm>
            <a:off x="4241852" y="4045007"/>
            <a:ext cx="28398" cy="28398"/>
          </a:xfrm>
          <a:prstGeom prst="ellipse">
            <a:avLst/>
          </a:prstGeom>
          <a:solidFill>
            <a:srgbClr val="7F8C97">
              <a:alpha val="48000"/>
            </a:srgbClr>
          </a:solidFill>
          <a:ln w="0">
            <a:noFill/>
            <a:prstDash val="solid"/>
          </a:ln>
        </p:spPr>
      </p:sp>
      <p:sp>
        <p:nvSpPr>
          <p:cNvPr id="1750" name="03_assume_matched_7047">
            <a:extLst>
              <a:ext uri="{FF2B5EF4-FFF2-40B4-BE49-F238E27FC236}">
                <a16:creationId xmlns:a16="http://schemas.microsoft.com/office/drawing/2014/main" id="{31AEEB7E-EC23-4C2E-8071-223524CF8D87}"/>
              </a:ext>
            </a:extLst>
          </p:cNvPr>
          <p:cNvSpPr>
            <a:spLocks noGrp="1"/>
          </p:cNvSpPr>
          <p:nvPr/>
        </p:nvSpPr>
        <p:spPr>
          <a:xfrm>
            <a:off x="4253077" y="4132738"/>
            <a:ext cx="28398" cy="28398"/>
          </a:xfrm>
          <a:prstGeom prst="ellipse">
            <a:avLst/>
          </a:prstGeom>
          <a:solidFill>
            <a:srgbClr val="7F8C97">
              <a:alpha val="48000"/>
            </a:srgbClr>
          </a:solidFill>
          <a:ln w="0">
            <a:noFill/>
            <a:prstDash val="solid"/>
          </a:ln>
        </p:spPr>
      </p:sp>
      <p:sp>
        <p:nvSpPr>
          <p:cNvPr id="1751" name="03_assume_matched_7048">
            <a:extLst>
              <a:ext uri="{FF2B5EF4-FFF2-40B4-BE49-F238E27FC236}">
                <a16:creationId xmlns:a16="http://schemas.microsoft.com/office/drawing/2014/main" id="{E3B64BF9-AF1D-4EB4-8BD6-9DE288469F9A}"/>
              </a:ext>
            </a:extLst>
          </p:cNvPr>
          <p:cNvSpPr>
            <a:spLocks noGrp="1"/>
          </p:cNvSpPr>
          <p:nvPr/>
        </p:nvSpPr>
        <p:spPr>
          <a:xfrm>
            <a:off x="4342444" y="3986521"/>
            <a:ext cx="28398" cy="28398"/>
          </a:xfrm>
          <a:prstGeom prst="ellipse">
            <a:avLst/>
          </a:prstGeom>
          <a:solidFill>
            <a:srgbClr val="7F8C97">
              <a:alpha val="48000"/>
            </a:srgbClr>
          </a:solidFill>
          <a:ln w="0">
            <a:noFill/>
            <a:prstDash val="solid"/>
          </a:ln>
        </p:spPr>
      </p:sp>
      <p:sp>
        <p:nvSpPr>
          <p:cNvPr id="1752" name="03_assume_matched_7049">
            <a:extLst>
              <a:ext uri="{FF2B5EF4-FFF2-40B4-BE49-F238E27FC236}">
                <a16:creationId xmlns:a16="http://schemas.microsoft.com/office/drawing/2014/main" id="{7063A6D0-400C-4F58-A477-5255F23CFDDC}"/>
              </a:ext>
            </a:extLst>
          </p:cNvPr>
          <p:cNvSpPr>
            <a:spLocks noGrp="1"/>
          </p:cNvSpPr>
          <p:nvPr/>
        </p:nvSpPr>
        <p:spPr>
          <a:xfrm>
            <a:off x="4255379" y="3986521"/>
            <a:ext cx="28398" cy="28398"/>
          </a:xfrm>
          <a:prstGeom prst="ellipse">
            <a:avLst/>
          </a:prstGeom>
          <a:solidFill>
            <a:srgbClr val="7F8C97">
              <a:alpha val="48000"/>
            </a:srgbClr>
          </a:solidFill>
          <a:ln w="0">
            <a:noFill/>
            <a:prstDash val="solid"/>
          </a:ln>
        </p:spPr>
      </p:sp>
      <p:sp>
        <p:nvSpPr>
          <p:cNvPr id="1753" name="03_assume_matched_7050">
            <a:extLst>
              <a:ext uri="{FF2B5EF4-FFF2-40B4-BE49-F238E27FC236}">
                <a16:creationId xmlns:a16="http://schemas.microsoft.com/office/drawing/2014/main" id="{CA01BE91-5284-4998-A26B-BF730620F2BA}"/>
              </a:ext>
            </a:extLst>
          </p:cNvPr>
          <p:cNvSpPr>
            <a:spLocks noGrp="1"/>
          </p:cNvSpPr>
          <p:nvPr/>
        </p:nvSpPr>
        <p:spPr>
          <a:xfrm>
            <a:off x="4334385" y="4148984"/>
            <a:ext cx="28398" cy="28398"/>
          </a:xfrm>
          <a:prstGeom prst="ellipse">
            <a:avLst/>
          </a:prstGeom>
          <a:solidFill>
            <a:srgbClr val="7F8C97">
              <a:alpha val="48000"/>
            </a:srgbClr>
          </a:solidFill>
          <a:ln w="0">
            <a:noFill/>
            <a:prstDash val="solid"/>
          </a:ln>
        </p:spPr>
      </p:sp>
      <p:sp>
        <p:nvSpPr>
          <p:cNvPr id="1754" name="03_assume_matched_7051">
            <a:extLst>
              <a:ext uri="{FF2B5EF4-FFF2-40B4-BE49-F238E27FC236}">
                <a16:creationId xmlns:a16="http://schemas.microsoft.com/office/drawing/2014/main" id="{5C167F25-802C-4A52-BACD-0C95F3A9E24C}"/>
              </a:ext>
            </a:extLst>
          </p:cNvPr>
          <p:cNvSpPr>
            <a:spLocks noGrp="1"/>
          </p:cNvSpPr>
          <p:nvPr/>
        </p:nvSpPr>
        <p:spPr>
          <a:xfrm>
            <a:off x="4335537" y="3986521"/>
            <a:ext cx="28398" cy="28398"/>
          </a:xfrm>
          <a:prstGeom prst="ellipse">
            <a:avLst/>
          </a:prstGeom>
          <a:solidFill>
            <a:srgbClr val="7F8C97">
              <a:alpha val="48000"/>
            </a:srgbClr>
          </a:solidFill>
          <a:ln w="0">
            <a:noFill/>
            <a:prstDash val="solid"/>
          </a:ln>
        </p:spPr>
      </p:sp>
      <p:sp>
        <p:nvSpPr>
          <p:cNvPr id="1755" name="03_assume_matched_7052">
            <a:extLst>
              <a:ext uri="{FF2B5EF4-FFF2-40B4-BE49-F238E27FC236}">
                <a16:creationId xmlns:a16="http://schemas.microsoft.com/office/drawing/2014/main" id="{8F1350CC-4D65-41D9-8A6A-0F9867C876E4}"/>
              </a:ext>
            </a:extLst>
          </p:cNvPr>
          <p:cNvSpPr>
            <a:spLocks noGrp="1"/>
          </p:cNvSpPr>
          <p:nvPr/>
        </p:nvSpPr>
        <p:spPr>
          <a:xfrm>
            <a:off x="4339278" y="4278955"/>
            <a:ext cx="28398" cy="28398"/>
          </a:xfrm>
          <a:prstGeom prst="ellipse">
            <a:avLst/>
          </a:prstGeom>
          <a:solidFill>
            <a:srgbClr val="7F8C97">
              <a:alpha val="48000"/>
            </a:srgbClr>
          </a:solidFill>
          <a:ln w="0">
            <a:noFill/>
            <a:prstDash val="solid"/>
          </a:ln>
        </p:spPr>
      </p:sp>
      <p:sp>
        <p:nvSpPr>
          <p:cNvPr id="1756" name="03_assume_matched_7053">
            <a:extLst>
              <a:ext uri="{FF2B5EF4-FFF2-40B4-BE49-F238E27FC236}">
                <a16:creationId xmlns:a16="http://schemas.microsoft.com/office/drawing/2014/main" id="{2154EC61-2C11-47F3-B2AA-AAED094FFDCD}"/>
              </a:ext>
            </a:extLst>
          </p:cNvPr>
          <p:cNvSpPr>
            <a:spLocks noGrp="1"/>
          </p:cNvSpPr>
          <p:nvPr/>
        </p:nvSpPr>
        <p:spPr>
          <a:xfrm>
            <a:off x="4256530" y="4083999"/>
            <a:ext cx="28398" cy="28398"/>
          </a:xfrm>
          <a:prstGeom prst="ellipse">
            <a:avLst/>
          </a:prstGeom>
          <a:solidFill>
            <a:srgbClr val="7F8C97">
              <a:alpha val="48000"/>
            </a:srgbClr>
          </a:solidFill>
          <a:ln w="0">
            <a:noFill/>
            <a:prstDash val="solid"/>
          </a:ln>
        </p:spPr>
      </p:sp>
      <p:sp>
        <p:nvSpPr>
          <p:cNvPr id="1757" name="03_assume_matched_7054">
            <a:extLst>
              <a:ext uri="{FF2B5EF4-FFF2-40B4-BE49-F238E27FC236}">
                <a16:creationId xmlns:a16="http://schemas.microsoft.com/office/drawing/2014/main" id="{8714CF6F-A8F5-4327-8C25-99C284CFB41C}"/>
              </a:ext>
            </a:extLst>
          </p:cNvPr>
          <p:cNvSpPr>
            <a:spLocks noGrp="1"/>
          </p:cNvSpPr>
          <p:nvPr/>
        </p:nvSpPr>
        <p:spPr>
          <a:xfrm>
            <a:off x="4234800" y="4278955"/>
            <a:ext cx="28398" cy="28398"/>
          </a:xfrm>
          <a:prstGeom prst="ellipse">
            <a:avLst/>
          </a:prstGeom>
          <a:solidFill>
            <a:srgbClr val="7F8C97">
              <a:alpha val="48000"/>
            </a:srgbClr>
          </a:solidFill>
          <a:ln w="0">
            <a:noFill/>
            <a:prstDash val="solid"/>
          </a:ln>
        </p:spPr>
      </p:sp>
      <p:sp>
        <p:nvSpPr>
          <p:cNvPr id="1758" name="03_assume_matched_7055">
            <a:extLst>
              <a:ext uri="{FF2B5EF4-FFF2-40B4-BE49-F238E27FC236}">
                <a16:creationId xmlns:a16="http://schemas.microsoft.com/office/drawing/2014/main" id="{4E1B4C13-5E8F-40B2-8DD9-6B4223D277A3}"/>
              </a:ext>
            </a:extLst>
          </p:cNvPr>
          <p:cNvSpPr>
            <a:spLocks noGrp="1"/>
          </p:cNvSpPr>
          <p:nvPr/>
        </p:nvSpPr>
        <p:spPr>
          <a:xfrm>
            <a:off x="4318555" y="4278955"/>
            <a:ext cx="28398" cy="28398"/>
          </a:xfrm>
          <a:prstGeom prst="ellipse">
            <a:avLst/>
          </a:prstGeom>
          <a:solidFill>
            <a:srgbClr val="7F8C97">
              <a:alpha val="48000"/>
            </a:srgbClr>
          </a:solidFill>
          <a:ln w="0">
            <a:noFill/>
            <a:prstDash val="solid"/>
          </a:ln>
        </p:spPr>
      </p:sp>
      <p:sp>
        <p:nvSpPr>
          <p:cNvPr id="1759" name="03_assume_matched_7056">
            <a:extLst>
              <a:ext uri="{FF2B5EF4-FFF2-40B4-BE49-F238E27FC236}">
                <a16:creationId xmlns:a16="http://schemas.microsoft.com/office/drawing/2014/main" id="{319AF8D4-0303-4F1A-904A-118E74AE8BC1}"/>
              </a:ext>
            </a:extLst>
          </p:cNvPr>
          <p:cNvSpPr>
            <a:spLocks noGrp="1"/>
          </p:cNvSpPr>
          <p:nvPr/>
        </p:nvSpPr>
        <p:spPr>
          <a:xfrm>
            <a:off x="4228037" y="4278955"/>
            <a:ext cx="28398" cy="28398"/>
          </a:xfrm>
          <a:prstGeom prst="ellipse">
            <a:avLst/>
          </a:prstGeom>
          <a:solidFill>
            <a:srgbClr val="7F8C97">
              <a:alpha val="48000"/>
            </a:srgbClr>
          </a:solidFill>
          <a:ln w="0">
            <a:noFill/>
            <a:prstDash val="solid"/>
          </a:ln>
        </p:spPr>
      </p:sp>
      <p:sp>
        <p:nvSpPr>
          <p:cNvPr id="1760" name="03_assume_matched_7057">
            <a:extLst>
              <a:ext uri="{FF2B5EF4-FFF2-40B4-BE49-F238E27FC236}">
                <a16:creationId xmlns:a16="http://schemas.microsoft.com/office/drawing/2014/main" id="{2E3EF0D1-B8DA-4E6B-874D-45D58E93A661}"/>
              </a:ext>
            </a:extLst>
          </p:cNvPr>
          <p:cNvSpPr>
            <a:spLocks noGrp="1"/>
          </p:cNvSpPr>
          <p:nvPr/>
        </p:nvSpPr>
        <p:spPr>
          <a:xfrm>
            <a:off x="4322153" y="4045007"/>
            <a:ext cx="28398" cy="28398"/>
          </a:xfrm>
          <a:prstGeom prst="ellipse">
            <a:avLst/>
          </a:prstGeom>
          <a:solidFill>
            <a:srgbClr val="7F8C97">
              <a:alpha val="48000"/>
            </a:srgbClr>
          </a:solidFill>
          <a:ln w="0">
            <a:noFill/>
            <a:prstDash val="solid"/>
          </a:ln>
        </p:spPr>
      </p:sp>
      <p:sp>
        <p:nvSpPr>
          <p:cNvPr id="1761" name="03_assume_matched_7058">
            <a:extLst>
              <a:ext uri="{FF2B5EF4-FFF2-40B4-BE49-F238E27FC236}">
                <a16:creationId xmlns:a16="http://schemas.microsoft.com/office/drawing/2014/main" id="{11715FAA-D0DA-4510-B150-CACD864AF000}"/>
              </a:ext>
            </a:extLst>
          </p:cNvPr>
          <p:cNvSpPr>
            <a:spLocks noGrp="1"/>
          </p:cNvSpPr>
          <p:nvPr/>
        </p:nvSpPr>
        <p:spPr>
          <a:xfrm>
            <a:off x="4229332" y="4278955"/>
            <a:ext cx="28398" cy="28398"/>
          </a:xfrm>
          <a:prstGeom prst="ellipse">
            <a:avLst/>
          </a:prstGeom>
          <a:solidFill>
            <a:srgbClr val="7F8C97">
              <a:alpha val="48000"/>
            </a:srgbClr>
          </a:solidFill>
          <a:ln w="0">
            <a:noFill/>
            <a:prstDash val="solid"/>
          </a:ln>
        </p:spPr>
      </p:sp>
      <p:sp>
        <p:nvSpPr>
          <p:cNvPr id="1762" name="03_assume_matched_7059">
            <a:extLst>
              <a:ext uri="{FF2B5EF4-FFF2-40B4-BE49-F238E27FC236}">
                <a16:creationId xmlns:a16="http://schemas.microsoft.com/office/drawing/2014/main" id="{3C8702A3-AC66-4CAE-A2D9-C7C3C03E4724}"/>
              </a:ext>
            </a:extLst>
          </p:cNvPr>
          <p:cNvSpPr>
            <a:spLocks noGrp="1"/>
          </p:cNvSpPr>
          <p:nvPr/>
        </p:nvSpPr>
        <p:spPr>
          <a:xfrm>
            <a:off x="4349783" y="4278955"/>
            <a:ext cx="28398" cy="28398"/>
          </a:xfrm>
          <a:prstGeom prst="ellipse">
            <a:avLst/>
          </a:prstGeom>
          <a:solidFill>
            <a:srgbClr val="7F8C97">
              <a:alpha val="48000"/>
            </a:srgbClr>
          </a:solidFill>
          <a:ln w="0">
            <a:noFill/>
            <a:prstDash val="solid"/>
          </a:ln>
        </p:spPr>
      </p:sp>
      <p:sp>
        <p:nvSpPr>
          <p:cNvPr id="1763" name="03_assume_matched_7060">
            <a:extLst>
              <a:ext uri="{FF2B5EF4-FFF2-40B4-BE49-F238E27FC236}">
                <a16:creationId xmlns:a16="http://schemas.microsoft.com/office/drawing/2014/main" id="{EC4863EE-D85F-4555-9D91-2546F8E0017E}"/>
              </a:ext>
            </a:extLst>
          </p:cNvPr>
          <p:cNvSpPr>
            <a:spLocks noGrp="1"/>
          </p:cNvSpPr>
          <p:nvPr/>
        </p:nvSpPr>
        <p:spPr>
          <a:xfrm>
            <a:off x="4327765" y="4278955"/>
            <a:ext cx="28398" cy="28398"/>
          </a:xfrm>
          <a:prstGeom prst="ellipse">
            <a:avLst/>
          </a:prstGeom>
          <a:solidFill>
            <a:srgbClr val="7F8C97">
              <a:alpha val="48000"/>
            </a:srgbClr>
          </a:solidFill>
          <a:ln w="0">
            <a:noFill/>
            <a:prstDash val="solid"/>
          </a:ln>
        </p:spPr>
      </p:sp>
      <p:sp>
        <p:nvSpPr>
          <p:cNvPr id="1764" name="03_assume_matched_7061">
            <a:extLst>
              <a:ext uri="{FF2B5EF4-FFF2-40B4-BE49-F238E27FC236}">
                <a16:creationId xmlns:a16="http://schemas.microsoft.com/office/drawing/2014/main" id="{F6572D7A-AA20-4643-B12D-2F954C941E32}"/>
              </a:ext>
            </a:extLst>
          </p:cNvPr>
          <p:cNvSpPr>
            <a:spLocks noGrp="1"/>
          </p:cNvSpPr>
          <p:nvPr/>
        </p:nvSpPr>
        <p:spPr>
          <a:xfrm>
            <a:off x="4275670" y="4278955"/>
            <a:ext cx="28398" cy="28398"/>
          </a:xfrm>
          <a:prstGeom prst="ellipse">
            <a:avLst/>
          </a:prstGeom>
          <a:solidFill>
            <a:srgbClr val="7F8C97">
              <a:alpha val="48000"/>
            </a:srgbClr>
          </a:solidFill>
          <a:ln w="0">
            <a:noFill/>
            <a:prstDash val="solid"/>
          </a:ln>
        </p:spPr>
      </p:sp>
      <p:sp>
        <p:nvSpPr>
          <p:cNvPr id="1765" name="03_assume_matched_7062">
            <a:extLst>
              <a:ext uri="{FF2B5EF4-FFF2-40B4-BE49-F238E27FC236}">
                <a16:creationId xmlns:a16="http://schemas.microsoft.com/office/drawing/2014/main" id="{93675171-111C-4292-A73D-9E1306AAE71B}"/>
              </a:ext>
            </a:extLst>
          </p:cNvPr>
          <p:cNvSpPr>
            <a:spLocks noGrp="1"/>
          </p:cNvSpPr>
          <p:nvPr/>
        </p:nvSpPr>
        <p:spPr>
          <a:xfrm>
            <a:off x="4251350" y="4278955"/>
            <a:ext cx="28398" cy="28398"/>
          </a:xfrm>
          <a:prstGeom prst="ellipse">
            <a:avLst/>
          </a:prstGeom>
          <a:solidFill>
            <a:srgbClr val="7F8C97">
              <a:alpha val="48000"/>
            </a:srgbClr>
          </a:solidFill>
          <a:ln w="0">
            <a:noFill/>
            <a:prstDash val="solid"/>
          </a:ln>
        </p:spPr>
      </p:sp>
      <p:sp>
        <p:nvSpPr>
          <p:cNvPr id="1766" name="03_assume_matched_7063">
            <a:extLst>
              <a:ext uri="{FF2B5EF4-FFF2-40B4-BE49-F238E27FC236}">
                <a16:creationId xmlns:a16="http://schemas.microsoft.com/office/drawing/2014/main" id="{D22C6971-E340-4D37-B99F-F55196AC7600}"/>
              </a:ext>
            </a:extLst>
          </p:cNvPr>
          <p:cNvSpPr>
            <a:spLocks noGrp="1"/>
          </p:cNvSpPr>
          <p:nvPr/>
        </p:nvSpPr>
        <p:spPr>
          <a:xfrm>
            <a:off x="4353813" y="4278955"/>
            <a:ext cx="28398" cy="28398"/>
          </a:xfrm>
          <a:prstGeom prst="ellipse">
            <a:avLst/>
          </a:prstGeom>
          <a:solidFill>
            <a:srgbClr val="7F8C97">
              <a:alpha val="48000"/>
            </a:srgbClr>
          </a:solidFill>
          <a:ln w="0">
            <a:noFill/>
            <a:prstDash val="solid"/>
          </a:ln>
        </p:spPr>
      </p:sp>
      <p:sp>
        <p:nvSpPr>
          <p:cNvPr id="1767" name="03_assume_matched_7064">
            <a:extLst>
              <a:ext uri="{FF2B5EF4-FFF2-40B4-BE49-F238E27FC236}">
                <a16:creationId xmlns:a16="http://schemas.microsoft.com/office/drawing/2014/main" id="{DB713545-9C50-4AF6-A083-9B04ABF9D2A8}"/>
              </a:ext>
            </a:extLst>
          </p:cNvPr>
          <p:cNvSpPr>
            <a:spLocks noGrp="1"/>
          </p:cNvSpPr>
          <p:nvPr/>
        </p:nvSpPr>
        <p:spPr>
          <a:xfrm>
            <a:off x="4301574" y="4278955"/>
            <a:ext cx="28398" cy="28398"/>
          </a:xfrm>
          <a:prstGeom prst="ellipse">
            <a:avLst/>
          </a:prstGeom>
          <a:solidFill>
            <a:srgbClr val="7F8C97">
              <a:alpha val="48000"/>
            </a:srgbClr>
          </a:solidFill>
          <a:ln w="0">
            <a:noFill/>
            <a:prstDash val="solid"/>
          </a:ln>
        </p:spPr>
      </p:sp>
      <p:sp>
        <p:nvSpPr>
          <p:cNvPr id="1768" name="03_assume_matched_7065">
            <a:extLst>
              <a:ext uri="{FF2B5EF4-FFF2-40B4-BE49-F238E27FC236}">
                <a16:creationId xmlns:a16="http://schemas.microsoft.com/office/drawing/2014/main" id="{10C8213E-67C3-45BC-960F-340936E472D8}"/>
              </a:ext>
            </a:extLst>
          </p:cNvPr>
          <p:cNvSpPr>
            <a:spLocks noGrp="1"/>
          </p:cNvSpPr>
          <p:nvPr/>
        </p:nvSpPr>
        <p:spPr>
          <a:xfrm>
            <a:off x="4334385" y="4278955"/>
            <a:ext cx="28398" cy="28398"/>
          </a:xfrm>
          <a:prstGeom prst="ellipse">
            <a:avLst/>
          </a:prstGeom>
          <a:solidFill>
            <a:srgbClr val="7F8C97">
              <a:alpha val="48000"/>
            </a:srgbClr>
          </a:solidFill>
          <a:ln w="0">
            <a:noFill/>
            <a:prstDash val="solid"/>
          </a:ln>
        </p:spPr>
      </p:sp>
      <p:sp>
        <p:nvSpPr>
          <p:cNvPr id="1769" name="03_assume_matched_7066">
            <a:extLst>
              <a:ext uri="{FF2B5EF4-FFF2-40B4-BE49-F238E27FC236}">
                <a16:creationId xmlns:a16="http://schemas.microsoft.com/office/drawing/2014/main" id="{11234757-3FC1-4EE0-873C-6C41E9A86B48}"/>
              </a:ext>
            </a:extLst>
          </p:cNvPr>
          <p:cNvSpPr>
            <a:spLocks noGrp="1"/>
          </p:cNvSpPr>
          <p:nvPr/>
        </p:nvSpPr>
        <p:spPr>
          <a:xfrm>
            <a:off x="4233505" y="4278955"/>
            <a:ext cx="28398" cy="28398"/>
          </a:xfrm>
          <a:prstGeom prst="ellipse">
            <a:avLst/>
          </a:prstGeom>
          <a:solidFill>
            <a:srgbClr val="7F8C97">
              <a:alpha val="48000"/>
            </a:srgbClr>
          </a:solidFill>
          <a:ln w="0">
            <a:noFill/>
            <a:prstDash val="solid"/>
          </a:ln>
        </p:spPr>
      </p:sp>
      <p:sp>
        <p:nvSpPr>
          <p:cNvPr id="1770" name="03_assume_matched_7067">
            <a:extLst>
              <a:ext uri="{FF2B5EF4-FFF2-40B4-BE49-F238E27FC236}">
                <a16:creationId xmlns:a16="http://schemas.microsoft.com/office/drawing/2014/main" id="{39F69F67-9FEB-4376-9259-1B4EEDBC946E}"/>
              </a:ext>
            </a:extLst>
          </p:cNvPr>
          <p:cNvSpPr>
            <a:spLocks noGrp="1"/>
          </p:cNvSpPr>
          <p:nvPr/>
        </p:nvSpPr>
        <p:spPr>
          <a:xfrm>
            <a:off x="4325463" y="3986521"/>
            <a:ext cx="28398" cy="28398"/>
          </a:xfrm>
          <a:prstGeom prst="ellipse">
            <a:avLst/>
          </a:prstGeom>
          <a:solidFill>
            <a:srgbClr val="7F8C97">
              <a:alpha val="48000"/>
            </a:srgbClr>
          </a:solidFill>
          <a:ln w="0">
            <a:noFill/>
            <a:prstDash val="solid"/>
          </a:ln>
        </p:spPr>
      </p:sp>
      <p:sp>
        <p:nvSpPr>
          <p:cNvPr id="1771" name="03_assume_matched_7068">
            <a:extLst>
              <a:ext uri="{FF2B5EF4-FFF2-40B4-BE49-F238E27FC236}">
                <a16:creationId xmlns:a16="http://schemas.microsoft.com/office/drawing/2014/main" id="{1BA8ED75-751E-4F6E-8D86-23813D5E80BA}"/>
              </a:ext>
            </a:extLst>
          </p:cNvPr>
          <p:cNvSpPr>
            <a:spLocks noGrp="1"/>
          </p:cNvSpPr>
          <p:nvPr/>
        </p:nvSpPr>
        <p:spPr>
          <a:xfrm>
            <a:off x="4304596" y="4083999"/>
            <a:ext cx="28398" cy="28398"/>
          </a:xfrm>
          <a:prstGeom prst="ellipse">
            <a:avLst/>
          </a:prstGeom>
          <a:solidFill>
            <a:srgbClr val="7F8C97">
              <a:alpha val="48000"/>
            </a:srgbClr>
          </a:solidFill>
          <a:ln w="0">
            <a:noFill/>
            <a:prstDash val="solid"/>
          </a:ln>
        </p:spPr>
      </p:sp>
      <p:sp>
        <p:nvSpPr>
          <p:cNvPr id="1772" name="03_assume_matched_7069">
            <a:extLst>
              <a:ext uri="{FF2B5EF4-FFF2-40B4-BE49-F238E27FC236}">
                <a16:creationId xmlns:a16="http://schemas.microsoft.com/office/drawing/2014/main" id="{4D5AA82D-FEC3-4FD6-B5B9-84B6DDEB3A9D}"/>
              </a:ext>
            </a:extLst>
          </p:cNvPr>
          <p:cNvSpPr>
            <a:spLocks noGrp="1"/>
          </p:cNvSpPr>
          <p:nvPr/>
        </p:nvSpPr>
        <p:spPr>
          <a:xfrm>
            <a:off x="4213214" y="3986521"/>
            <a:ext cx="28398" cy="28398"/>
          </a:xfrm>
          <a:prstGeom prst="ellipse">
            <a:avLst/>
          </a:prstGeom>
          <a:solidFill>
            <a:srgbClr val="7F8C97">
              <a:alpha val="48000"/>
            </a:srgbClr>
          </a:solidFill>
          <a:ln w="0">
            <a:noFill/>
            <a:prstDash val="solid"/>
          </a:ln>
        </p:spPr>
      </p:sp>
      <p:sp>
        <p:nvSpPr>
          <p:cNvPr id="1773" name="03_assume_matched_7070">
            <a:extLst>
              <a:ext uri="{FF2B5EF4-FFF2-40B4-BE49-F238E27FC236}">
                <a16:creationId xmlns:a16="http://schemas.microsoft.com/office/drawing/2014/main" id="{0E964C25-3FC2-4CCB-A494-A56F7CCA568E}"/>
              </a:ext>
            </a:extLst>
          </p:cNvPr>
          <p:cNvSpPr>
            <a:spLocks noGrp="1"/>
          </p:cNvSpPr>
          <p:nvPr/>
        </p:nvSpPr>
        <p:spPr>
          <a:xfrm>
            <a:off x="4272504" y="4278955"/>
            <a:ext cx="28398" cy="28398"/>
          </a:xfrm>
          <a:prstGeom prst="ellipse">
            <a:avLst/>
          </a:prstGeom>
          <a:solidFill>
            <a:srgbClr val="7F8C97">
              <a:alpha val="48000"/>
            </a:srgbClr>
          </a:solidFill>
          <a:ln w="0">
            <a:noFill/>
            <a:prstDash val="solid"/>
          </a:ln>
        </p:spPr>
      </p:sp>
      <p:sp>
        <p:nvSpPr>
          <p:cNvPr id="1774" name="03_assume_matched_7071">
            <a:extLst>
              <a:ext uri="{FF2B5EF4-FFF2-40B4-BE49-F238E27FC236}">
                <a16:creationId xmlns:a16="http://schemas.microsoft.com/office/drawing/2014/main" id="{340E3309-82C6-4BD6-9B34-75B4F3EF4288}"/>
              </a:ext>
            </a:extLst>
          </p:cNvPr>
          <p:cNvSpPr>
            <a:spLocks noGrp="1"/>
          </p:cNvSpPr>
          <p:nvPr/>
        </p:nvSpPr>
        <p:spPr>
          <a:xfrm>
            <a:off x="4254660" y="4278955"/>
            <a:ext cx="28398" cy="28398"/>
          </a:xfrm>
          <a:prstGeom prst="ellipse">
            <a:avLst/>
          </a:prstGeom>
          <a:solidFill>
            <a:srgbClr val="7F8C97">
              <a:alpha val="48000"/>
            </a:srgbClr>
          </a:solidFill>
          <a:ln w="0">
            <a:noFill/>
            <a:prstDash val="solid"/>
          </a:ln>
        </p:spPr>
      </p:sp>
      <p:sp>
        <p:nvSpPr>
          <p:cNvPr id="1775" name="03_assume_matched_7072">
            <a:extLst>
              <a:ext uri="{FF2B5EF4-FFF2-40B4-BE49-F238E27FC236}">
                <a16:creationId xmlns:a16="http://schemas.microsoft.com/office/drawing/2014/main" id="{0BBC4E3D-3FC2-45B8-96CC-15B74E3EBB3E}"/>
              </a:ext>
            </a:extLst>
          </p:cNvPr>
          <p:cNvSpPr>
            <a:spLocks noGrp="1"/>
          </p:cNvSpPr>
          <p:nvPr/>
        </p:nvSpPr>
        <p:spPr>
          <a:xfrm>
            <a:off x="4286895" y="3986521"/>
            <a:ext cx="28398" cy="28398"/>
          </a:xfrm>
          <a:prstGeom prst="ellipse">
            <a:avLst/>
          </a:prstGeom>
          <a:solidFill>
            <a:srgbClr val="7F8C97">
              <a:alpha val="48000"/>
            </a:srgbClr>
          </a:solidFill>
          <a:ln w="0">
            <a:noFill/>
            <a:prstDash val="solid"/>
          </a:ln>
        </p:spPr>
      </p:sp>
      <p:sp>
        <p:nvSpPr>
          <p:cNvPr id="1776" name="03_assume_matched_7073">
            <a:extLst>
              <a:ext uri="{FF2B5EF4-FFF2-40B4-BE49-F238E27FC236}">
                <a16:creationId xmlns:a16="http://schemas.microsoft.com/office/drawing/2014/main" id="{9C1A333F-C130-46EF-8EDA-70F94BF63337}"/>
              </a:ext>
            </a:extLst>
          </p:cNvPr>
          <p:cNvSpPr>
            <a:spLocks noGrp="1"/>
          </p:cNvSpPr>
          <p:nvPr/>
        </p:nvSpPr>
        <p:spPr>
          <a:xfrm>
            <a:off x="4268763" y="4230216"/>
            <a:ext cx="28398" cy="28398"/>
          </a:xfrm>
          <a:prstGeom prst="ellipse">
            <a:avLst/>
          </a:prstGeom>
          <a:solidFill>
            <a:srgbClr val="7F8C97">
              <a:alpha val="48000"/>
            </a:srgbClr>
          </a:solidFill>
          <a:ln w="0">
            <a:noFill/>
            <a:prstDash val="solid"/>
          </a:ln>
        </p:spPr>
      </p:sp>
      <p:sp>
        <p:nvSpPr>
          <p:cNvPr id="1777" name="03_assume_matched_7074">
            <a:extLst>
              <a:ext uri="{FF2B5EF4-FFF2-40B4-BE49-F238E27FC236}">
                <a16:creationId xmlns:a16="http://schemas.microsoft.com/office/drawing/2014/main" id="{E01DF327-01D8-4BD6-AE23-D27590B98EEF}"/>
              </a:ext>
            </a:extLst>
          </p:cNvPr>
          <p:cNvSpPr>
            <a:spLocks noGrp="1"/>
          </p:cNvSpPr>
          <p:nvPr/>
        </p:nvSpPr>
        <p:spPr>
          <a:xfrm>
            <a:off x="4330931" y="4132738"/>
            <a:ext cx="28398" cy="28398"/>
          </a:xfrm>
          <a:prstGeom prst="ellipse">
            <a:avLst/>
          </a:prstGeom>
          <a:solidFill>
            <a:srgbClr val="7F8C97">
              <a:alpha val="48000"/>
            </a:srgbClr>
          </a:solidFill>
          <a:ln w="0">
            <a:noFill/>
            <a:prstDash val="solid"/>
          </a:ln>
        </p:spPr>
      </p:sp>
      <p:sp>
        <p:nvSpPr>
          <p:cNvPr id="1778" name="03_assume_matched_7075">
            <a:extLst>
              <a:ext uri="{FF2B5EF4-FFF2-40B4-BE49-F238E27FC236}">
                <a16:creationId xmlns:a16="http://schemas.microsoft.com/office/drawing/2014/main" id="{9F60ACF2-1FA9-4B1F-9890-8B2D46B44325}"/>
              </a:ext>
            </a:extLst>
          </p:cNvPr>
          <p:cNvSpPr>
            <a:spLocks noGrp="1"/>
          </p:cNvSpPr>
          <p:nvPr/>
        </p:nvSpPr>
        <p:spPr>
          <a:xfrm>
            <a:off x="4229044" y="3986521"/>
            <a:ext cx="28398" cy="28398"/>
          </a:xfrm>
          <a:prstGeom prst="ellipse">
            <a:avLst/>
          </a:prstGeom>
          <a:solidFill>
            <a:srgbClr val="7F8C97">
              <a:alpha val="48000"/>
            </a:srgbClr>
          </a:solidFill>
          <a:ln w="0">
            <a:noFill/>
            <a:prstDash val="solid"/>
          </a:ln>
        </p:spPr>
      </p:sp>
      <p:sp>
        <p:nvSpPr>
          <p:cNvPr id="1779" name="03_assume_matched_7076">
            <a:extLst>
              <a:ext uri="{FF2B5EF4-FFF2-40B4-BE49-F238E27FC236}">
                <a16:creationId xmlns:a16="http://schemas.microsoft.com/office/drawing/2014/main" id="{74B87925-AF4D-4997-A4EF-8E71AB7BCD35}"/>
              </a:ext>
            </a:extLst>
          </p:cNvPr>
          <p:cNvSpPr>
            <a:spLocks noGrp="1"/>
          </p:cNvSpPr>
          <p:nvPr/>
        </p:nvSpPr>
        <p:spPr>
          <a:xfrm>
            <a:off x="4235664" y="4278955"/>
            <a:ext cx="28398" cy="28398"/>
          </a:xfrm>
          <a:prstGeom prst="ellipse">
            <a:avLst/>
          </a:prstGeom>
          <a:solidFill>
            <a:srgbClr val="7F8C97">
              <a:alpha val="48000"/>
            </a:srgbClr>
          </a:solidFill>
          <a:ln w="0">
            <a:noFill/>
            <a:prstDash val="solid"/>
          </a:ln>
        </p:spPr>
      </p:sp>
      <p:sp>
        <p:nvSpPr>
          <p:cNvPr id="1780" name="03_assume_matched_7077">
            <a:extLst>
              <a:ext uri="{FF2B5EF4-FFF2-40B4-BE49-F238E27FC236}">
                <a16:creationId xmlns:a16="http://schemas.microsoft.com/office/drawing/2014/main" id="{287888C7-7D96-402C-BFB3-64AF8D62B85C}"/>
              </a:ext>
            </a:extLst>
          </p:cNvPr>
          <p:cNvSpPr>
            <a:spLocks noGrp="1"/>
          </p:cNvSpPr>
          <p:nvPr/>
        </p:nvSpPr>
        <p:spPr>
          <a:xfrm>
            <a:off x="4295530" y="3986521"/>
            <a:ext cx="28398" cy="28398"/>
          </a:xfrm>
          <a:prstGeom prst="ellipse">
            <a:avLst/>
          </a:prstGeom>
          <a:solidFill>
            <a:srgbClr val="7F8C97">
              <a:alpha val="48000"/>
            </a:srgbClr>
          </a:solidFill>
          <a:ln w="0">
            <a:noFill/>
            <a:prstDash val="solid"/>
          </a:ln>
        </p:spPr>
      </p:sp>
      <p:sp>
        <p:nvSpPr>
          <p:cNvPr id="1781" name="03_assume_matched_7078">
            <a:extLst>
              <a:ext uri="{FF2B5EF4-FFF2-40B4-BE49-F238E27FC236}">
                <a16:creationId xmlns:a16="http://schemas.microsoft.com/office/drawing/2014/main" id="{C1D98618-6CD7-4CAA-9556-1E5A0324B6AB}"/>
              </a:ext>
            </a:extLst>
          </p:cNvPr>
          <p:cNvSpPr>
            <a:spLocks noGrp="1"/>
          </p:cNvSpPr>
          <p:nvPr/>
        </p:nvSpPr>
        <p:spPr>
          <a:xfrm>
            <a:off x="4294235" y="3986521"/>
            <a:ext cx="28398" cy="28398"/>
          </a:xfrm>
          <a:prstGeom prst="ellipse">
            <a:avLst/>
          </a:prstGeom>
          <a:solidFill>
            <a:srgbClr val="7F8C97">
              <a:alpha val="48000"/>
            </a:srgbClr>
          </a:solidFill>
          <a:ln w="0">
            <a:noFill/>
            <a:prstDash val="solid"/>
          </a:ln>
        </p:spPr>
      </p:sp>
      <p:sp>
        <p:nvSpPr>
          <p:cNvPr id="1782" name="03_assume_matched_7079">
            <a:extLst>
              <a:ext uri="{FF2B5EF4-FFF2-40B4-BE49-F238E27FC236}">
                <a16:creationId xmlns:a16="http://schemas.microsoft.com/office/drawing/2014/main" id="{8B78E7F7-9CCA-42D5-89E0-86CC82F3B71F}"/>
              </a:ext>
            </a:extLst>
          </p:cNvPr>
          <p:cNvSpPr>
            <a:spLocks noGrp="1"/>
          </p:cNvSpPr>
          <p:nvPr/>
        </p:nvSpPr>
        <p:spPr>
          <a:xfrm>
            <a:off x="4341005" y="4278955"/>
            <a:ext cx="28398" cy="28398"/>
          </a:xfrm>
          <a:prstGeom prst="ellipse">
            <a:avLst/>
          </a:prstGeom>
          <a:solidFill>
            <a:srgbClr val="7F8C97">
              <a:alpha val="48000"/>
            </a:srgbClr>
          </a:solidFill>
          <a:ln w="0">
            <a:noFill/>
            <a:prstDash val="solid"/>
          </a:ln>
        </p:spPr>
      </p:sp>
      <p:sp>
        <p:nvSpPr>
          <p:cNvPr id="1783" name="03_assume_matched_7080">
            <a:extLst>
              <a:ext uri="{FF2B5EF4-FFF2-40B4-BE49-F238E27FC236}">
                <a16:creationId xmlns:a16="http://schemas.microsoft.com/office/drawing/2014/main" id="{63F2002B-B274-4722-A972-62B73063BAE0}"/>
              </a:ext>
            </a:extLst>
          </p:cNvPr>
          <p:cNvSpPr>
            <a:spLocks noGrp="1"/>
          </p:cNvSpPr>
          <p:nvPr/>
        </p:nvSpPr>
        <p:spPr>
          <a:xfrm>
            <a:off x="4319275" y="4278955"/>
            <a:ext cx="28398" cy="28398"/>
          </a:xfrm>
          <a:prstGeom prst="ellipse">
            <a:avLst/>
          </a:prstGeom>
          <a:solidFill>
            <a:srgbClr val="7F8C97">
              <a:alpha val="48000"/>
            </a:srgbClr>
          </a:solidFill>
          <a:ln w="0">
            <a:noFill/>
            <a:prstDash val="solid"/>
          </a:ln>
        </p:spPr>
      </p:sp>
      <p:sp>
        <p:nvSpPr>
          <p:cNvPr id="1784" name="03_assume_matched_7081">
            <a:extLst>
              <a:ext uri="{FF2B5EF4-FFF2-40B4-BE49-F238E27FC236}">
                <a16:creationId xmlns:a16="http://schemas.microsoft.com/office/drawing/2014/main" id="{A64AD531-0CEF-4C50-8DAF-16EDAB7331B6}"/>
              </a:ext>
            </a:extLst>
          </p:cNvPr>
          <p:cNvSpPr>
            <a:spLocks noGrp="1"/>
          </p:cNvSpPr>
          <p:nvPr/>
        </p:nvSpPr>
        <p:spPr>
          <a:xfrm>
            <a:off x="4251350" y="4278955"/>
            <a:ext cx="28398" cy="28398"/>
          </a:xfrm>
          <a:prstGeom prst="ellipse">
            <a:avLst/>
          </a:prstGeom>
          <a:solidFill>
            <a:srgbClr val="7F8C97">
              <a:alpha val="48000"/>
            </a:srgbClr>
          </a:solidFill>
          <a:ln w="0">
            <a:noFill/>
            <a:prstDash val="solid"/>
          </a:ln>
        </p:spPr>
      </p:sp>
      <p:sp>
        <p:nvSpPr>
          <p:cNvPr id="1785" name="03_assume_matched_7082">
            <a:extLst>
              <a:ext uri="{FF2B5EF4-FFF2-40B4-BE49-F238E27FC236}">
                <a16:creationId xmlns:a16="http://schemas.microsoft.com/office/drawing/2014/main" id="{40B174B3-97C9-4F0E-99ED-852E3D34CEE7}"/>
              </a:ext>
            </a:extLst>
          </p:cNvPr>
          <p:cNvSpPr>
            <a:spLocks noGrp="1"/>
          </p:cNvSpPr>
          <p:nvPr/>
        </p:nvSpPr>
        <p:spPr>
          <a:xfrm>
            <a:off x="4322153" y="4278955"/>
            <a:ext cx="28398" cy="28398"/>
          </a:xfrm>
          <a:prstGeom prst="ellipse">
            <a:avLst/>
          </a:prstGeom>
          <a:solidFill>
            <a:srgbClr val="7F8C97">
              <a:alpha val="48000"/>
            </a:srgbClr>
          </a:solidFill>
          <a:ln w="0">
            <a:noFill/>
            <a:prstDash val="solid"/>
          </a:ln>
        </p:spPr>
      </p:sp>
      <p:sp>
        <p:nvSpPr>
          <p:cNvPr id="1786" name="03_assume_matched_7083">
            <a:extLst>
              <a:ext uri="{FF2B5EF4-FFF2-40B4-BE49-F238E27FC236}">
                <a16:creationId xmlns:a16="http://schemas.microsoft.com/office/drawing/2014/main" id="{7F5F6C0B-68C3-4E74-ADD4-623FD5A90A69}"/>
              </a:ext>
            </a:extLst>
          </p:cNvPr>
          <p:cNvSpPr>
            <a:spLocks noGrp="1"/>
          </p:cNvSpPr>
          <p:nvPr/>
        </p:nvSpPr>
        <p:spPr>
          <a:xfrm>
            <a:off x="4310496" y="4278955"/>
            <a:ext cx="28398" cy="28398"/>
          </a:xfrm>
          <a:prstGeom prst="ellipse">
            <a:avLst/>
          </a:prstGeom>
          <a:solidFill>
            <a:srgbClr val="7F8C97">
              <a:alpha val="48000"/>
            </a:srgbClr>
          </a:solidFill>
          <a:ln w="0">
            <a:noFill/>
            <a:prstDash val="solid"/>
          </a:ln>
        </p:spPr>
      </p:sp>
      <p:sp>
        <p:nvSpPr>
          <p:cNvPr id="1787" name="03_assume_matched_7084">
            <a:extLst>
              <a:ext uri="{FF2B5EF4-FFF2-40B4-BE49-F238E27FC236}">
                <a16:creationId xmlns:a16="http://schemas.microsoft.com/office/drawing/2014/main" id="{7B1005DB-E443-4CC8-8C3B-8340001E1219}"/>
              </a:ext>
            </a:extLst>
          </p:cNvPr>
          <p:cNvSpPr>
            <a:spLocks noGrp="1"/>
          </p:cNvSpPr>
          <p:nvPr/>
        </p:nvSpPr>
        <p:spPr>
          <a:xfrm>
            <a:off x="4316684" y="4278955"/>
            <a:ext cx="28398" cy="28398"/>
          </a:xfrm>
          <a:prstGeom prst="ellipse">
            <a:avLst/>
          </a:prstGeom>
          <a:solidFill>
            <a:srgbClr val="7F8C97">
              <a:alpha val="48000"/>
            </a:srgbClr>
          </a:solidFill>
          <a:ln w="0">
            <a:noFill/>
            <a:prstDash val="solid"/>
          </a:ln>
        </p:spPr>
      </p:sp>
      <p:sp>
        <p:nvSpPr>
          <p:cNvPr id="1788" name="03_assume_matched_7085">
            <a:extLst>
              <a:ext uri="{FF2B5EF4-FFF2-40B4-BE49-F238E27FC236}">
                <a16:creationId xmlns:a16="http://schemas.microsoft.com/office/drawing/2014/main" id="{0C9B45F8-9BB2-4BE5-B9CA-C3BCFFC7AAB8}"/>
              </a:ext>
            </a:extLst>
          </p:cNvPr>
          <p:cNvSpPr>
            <a:spLocks noGrp="1"/>
          </p:cNvSpPr>
          <p:nvPr/>
        </p:nvSpPr>
        <p:spPr>
          <a:xfrm>
            <a:off x="4330068" y="4278955"/>
            <a:ext cx="28398" cy="28398"/>
          </a:xfrm>
          <a:prstGeom prst="ellipse">
            <a:avLst/>
          </a:prstGeom>
          <a:solidFill>
            <a:srgbClr val="7F8C97">
              <a:alpha val="48000"/>
            </a:srgbClr>
          </a:solidFill>
          <a:ln w="0">
            <a:noFill/>
            <a:prstDash val="solid"/>
          </a:ln>
        </p:spPr>
      </p:sp>
      <p:sp>
        <p:nvSpPr>
          <p:cNvPr id="1789" name="03_assume_matched_7086">
            <a:extLst>
              <a:ext uri="{FF2B5EF4-FFF2-40B4-BE49-F238E27FC236}">
                <a16:creationId xmlns:a16="http://schemas.microsoft.com/office/drawing/2014/main" id="{49E90FCF-EA68-4C01-A5E2-2C042C5336F1}"/>
              </a:ext>
            </a:extLst>
          </p:cNvPr>
          <p:cNvSpPr>
            <a:spLocks noGrp="1"/>
          </p:cNvSpPr>
          <p:nvPr/>
        </p:nvSpPr>
        <p:spPr>
          <a:xfrm>
            <a:off x="4238686" y="3986521"/>
            <a:ext cx="28398" cy="28398"/>
          </a:xfrm>
          <a:prstGeom prst="ellipse">
            <a:avLst/>
          </a:prstGeom>
          <a:solidFill>
            <a:srgbClr val="7F8C97">
              <a:alpha val="48000"/>
            </a:srgbClr>
          </a:solidFill>
          <a:ln w="0">
            <a:noFill/>
            <a:prstDash val="solid"/>
          </a:ln>
        </p:spPr>
      </p:sp>
      <p:sp>
        <p:nvSpPr>
          <p:cNvPr id="1790" name="03_assume_matched_7087">
            <a:extLst>
              <a:ext uri="{FF2B5EF4-FFF2-40B4-BE49-F238E27FC236}">
                <a16:creationId xmlns:a16="http://schemas.microsoft.com/office/drawing/2014/main" id="{85E4F8B1-DFCE-4A5C-9ADF-5D5A63BB1B75}"/>
              </a:ext>
            </a:extLst>
          </p:cNvPr>
          <p:cNvSpPr>
            <a:spLocks noGrp="1"/>
          </p:cNvSpPr>
          <p:nvPr/>
        </p:nvSpPr>
        <p:spPr>
          <a:xfrm>
            <a:off x="4227893" y="4083999"/>
            <a:ext cx="28398" cy="28398"/>
          </a:xfrm>
          <a:prstGeom prst="ellipse">
            <a:avLst/>
          </a:prstGeom>
          <a:solidFill>
            <a:srgbClr val="7F8C97">
              <a:alpha val="48000"/>
            </a:srgbClr>
          </a:solidFill>
          <a:ln w="0">
            <a:noFill/>
            <a:prstDash val="solid"/>
          </a:ln>
        </p:spPr>
      </p:sp>
      <p:sp>
        <p:nvSpPr>
          <p:cNvPr id="1791" name="03_assume_matched_7088">
            <a:extLst>
              <a:ext uri="{FF2B5EF4-FFF2-40B4-BE49-F238E27FC236}">
                <a16:creationId xmlns:a16="http://schemas.microsoft.com/office/drawing/2014/main" id="{B401751D-680F-44A4-8C8D-EA3275AD852C}"/>
              </a:ext>
            </a:extLst>
          </p:cNvPr>
          <p:cNvSpPr>
            <a:spLocks noGrp="1"/>
          </p:cNvSpPr>
          <p:nvPr/>
        </p:nvSpPr>
        <p:spPr>
          <a:xfrm>
            <a:off x="4310784" y="4132738"/>
            <a:ext cx="28398" cy="28398"/>
          </a:xfrm>
          <a:prstGeom prst="ellipse">
            <a:avLst/>
          </a:prstGeom>
          <a:solidFill>
            <a:srgbClr val="7F8C97">
              <a:alpha val="48000"/>
            </a:srgbClr>
          </a:solidFill>
          <a:ln w="0">
            <a:noFill/>
            <a:prstDash val="solid"/>
          </a:ln>
        </p:spPr>
      </p:sp>
      <p:sp>
        <p:nvSpPr>
          <p:cNvPr id="1792" name="03_assume_matched_7089">
            <a:extLst>
              <a:ext uri="{FF2B5EF4-FFF2-40B4-BE49-F238E27FC236}">
                <a16:creationId xmlns:a16="http://schemas.microsoft.com/office/drawing/2014/main" id="{4397B437-4964-4DF0-8DDE-E69A2EA7F1C8}"/>
              </a:ext>
            </a:extLst>
          </p:cNvPr>
          <p:cNvSpPr>
            <a:spLocks noGrp="1"/>
          </p:cNvSpPr>
          <p:nvPr/>
        </p:nvSpPr>
        <p:spPr>
          <a:xfrm>
            <a:off x="4347913" y="4237179"/>
            <a:ext cx="28398" cy="28398"/>
          </a:xfrm>
          <a:prstGeom prst="ellipse">
            <a:avLst/>
          </a:prstGeom>
          <a:solidFill>
            <a:srgbClr val="7F8C97">
              <a:alpha val="48000"/>
            </a:srgbClr>
          </a:solidFill>
          <a:ln w="0">
            <a:noFill/>
            <a:prstDash val="solid"/>
          </a:ln>
        </p:spPr>
      </p:sp>
      <p:sp>
        <p:nvSpPr>
          <p:cNvPr id="1793" name="03_assume_matched_7090">
            <a:extLst>
              <a:ext uri="{FF2B5EF4-FFF2-40B4-BE49-F238E27FC236}">
                <a16:creationId xmlns:a16="http://schemas.microsoft.com/office/drawing/2014/main" id="{FDBA31C3-BE8A-4A15-BB78-251CBE180F6A}"/>
              </a:ext>
            </a:extLst>
          </p:cNvPr>
          <p:cNvSpPr>
            <a:spLocks noGrp="1"/>
          </p:cNvSpPr>
          <p:nvPr/>
        </p:nvSpPr>
        <p:spPr>
          <a:xfrm>
            <a:off x="4354101" y="3986521"/>
            <a:ext cx="28398" cy="28398"/>
          </a:xfrm>
          <a:prstGeom prst="ellipse">
            <a:avLst/>
          </a:prstGeom>
          <a:solidFill>
            <a:srgbClr val="7F8C97">
              <a:alpha val="48000"/>
            </a:srgbClr>
          </a:solidFill>
          <a:ln w="0">
            <a:noFill/>
            <a:prstDash val="solid"/>
          </a:ln>
        </p:spPr>
      </p:sp>
      <p:sp>
        <p:nvSpPr>
          <p:cNvPr id="1794" name="03_assume_matched_7091">
            <a:extLst>
              <a:ext uri="{FF2B5EF4-FFF2-40B4-BE49-F238E27FC236}">
                <a16:creationId xmlns:a16="http://schemas.microsoft.com/office/drawing/2014/main" id="{17896D0E-8F5C-45C4-8229-37F2CCB956FB}"/>
              </a:ext>
            </a:extLst>
          </p:cNvPr>
          <p:cNvSpPr>
            <a:spLocks noGrp="1"/>
          </p:cNvSpPr>
          <p:nvPr/>
        </p:nvSpPr>
        <p:spPr>
          <a:xfrm>
            <a:off x="4265165" y="3986521"/>
            <a:ext cx="28398" cy="28398"/>
          </a:xfrm>
          <a:prstGeom prst="ellipse">
            <a:avLst/>
          </a:prstGeom>
          <a:solidFill>
            <a:srgbClr val="7F8C97">
              <a:alpha val="48000"/>
            </a:srgbClr>
          </a:solidFill>
          <a:ln w="0">
            <a:noFill/>
            <a:prstDash val="solid"/>
          </a:ln>
        </p:spPr>
      </p:sp>
      <p:sp>
        <p:nvSpPr>
          <p:cNvPr id="1795" name="03_assume_matched_7092">
            <a:extLst>
              <a:ext uri="{FF2B5EF4-FFF2-40B4-BE49-F238E27FC236}">
                <a16:creationId xmlns:a16="http://schemas.microsoft.com/office/drawing/2014/main" id="{1F968050-36C9-4823-B969-9F2BDF1A1B47}"/>
              </a:ext>
            </a:extLst>
          </p:cNvPr>
          <p:cNvSpPr>
            <a:spLocks noGrp="1"/>
          </p:cNvSpPr>
          <p:nvPr/>
        </p:nvSpPr>
        <p:spPr>
          <a:xfrm>
            <a:off x="4317980" y="4278955"/>
            <a:ext cx="28398" cy="28398"/>
          </a:xfrm>
          <a:prstGeom prst="ellipse">
            <a:avLst/>
          </a:prstGeom>
          <a:solidFill>
            <a:srgbClr val="7F8C97">
              <a:alpha val="48000"/>
            </a:srgbClr>
          </a:solidFill>
          <a:ln w="0">
            <a:noFill/>
            <a:prstDash val="solid"/>
          </a:ln>
        </p:spPr>
      </p:sp>
      <p:sp>
        <p:nvSpPr>
          <p:cNvPr id="1796" name="03_assume_matched_7093">
            <a:extLst>
              <a:ext uri="{FF2B5EF4-FFF2-40B4-BE49-F238E27FC236}">
                <a16:creationId xmlns:a16="http://schemas.microsoft.com/office/drawing/2014/main" id="{237F12EA-D1FA-4B1B-A6D8-538F5CEC7B96}"/>
              </a:ext>
            </a:extLst>
          </p:cNvPr>
          <p:cNvSpPr>
            <a:spLocks noGrp="1"/>
          </p:cNvSpPr>
          <p:nvPr/>
        </p:nvSpPr>
        <p:spPr>
          <a:xfrm>
            <a:off x="4328917" y="4278955"/>
            <a:ext cx="28398" cy="28398"/>
          </a:xfrm>
          <a:prstGeom prst="ellipse">
            <a:avLst/>
          </a:prstGeom>
          <a:solidFill>
            <a:srgbClr val="7F8C97">
              <a:alpha val="48000"/>
            </a:srgbClr>
          </a:solidFill>
          <a:ln w="0">
            <a:noFill/>
            <a:prstDash val="solid"/>
          </a:ln>
        </p:spPr>
      </p:sp>
      <p:sp>
        <p:nvSpPr>
          <p:cNvPr id="1797" name="03_assume_matched_7094">
            <a:extLst>
              <a:ext uri="{FF2B5EF4-FFF2-40B4-BE49-F238E27FC236}">
                <a16:creationId xmlns:a16="http://schemas.microsoft.com/office/drawing/2014/main" id="{A5D5CC2F-085F-408A-A083-C47883AE8118}"/>
              </a:ext>
            </a:extLst>
          </p:cNvPr>
          <p:cNvSpPr>
            <a:spLocks noGrp="1"/>
          </p:cNvSpPr>
          <p:nvPr/>
        </p:nvSpPr>
        <p:spPr>
          <a:xfrm>
            <a:off x="4346330" y="4278955"/>
            <a:ext cx="28398" cy="28398"/>
          </a:xfrm>
          <a:prstGeom prst="ellipse">
            <a:avLst/>
          </a:prstGeom>
          <a:solidFill>
            <a:srgbClr val="7F8C97">
              <a:alpha val="48000"/>
            </a:srgbClr>
          </a:solidFill>
          <a:ln w="0">
            <a:noFill/>
            <a:prstDash val="solid"/>
          </a:ln>
        </p:spPr>
      </p:sp>
      <p:sp>
        <p:nvSpPr>
          <p:cNvPr id="1798" name="03_assume_matched_7095">
            <a:extLst>
              <a:ext uri="{FF2B5EF4-FFF2-40B4-BE49-F238E27FC236}">
                <a16:creationId xmlns:a16="http://schemas.microsoft.com/office/drawing/2014/main" id="{D74B891A-5754-4C18-9CFE-740CBCA0EA10}"/>
              </a:ext>
            </a:extLst>
          </p:cNvPr>
          <p:cNvSpPr>
            <a:spLocks noGrp="1"/>
          </p:cNvSpPr>
          <p:nvPr/>
        </p:nvSpPr>
        <p:spPr>
          <a:xfrm>
            <a:off x="4331075" y="4278955"/>
            <a:ext cx="28398" cy="28398"/>
          </a:xfrm>
          <a:prstGeom prst="ellipse">
            <a:avLst/>
          </a:prstGeom>
          <a:solidFill>
            <a:srgbClr val="7F8C97">
              <a:alpha val="48000"/>
            </a:srgbClr>
          </a:solidFill>
          <a:ln w="0">
            <a:noFill/>
            <a:prstDash val="solid"/>
          </a:ln>
        </p:spPr>
      </p:sp>
      <p:sp>
        <p:nvSpPr>
          <p:cNvPr id="1799" name="03_assume_matched_7096">
            <a:extLst>
              <a:ext uri="{FF2B5EF4-FFF2-40B4-BE49-F238E27FC236}">
                <a16:creationId xmlns:a16="http://schemas.microsoft.com/office/drawing/2014/main" id="{D61BFA70-342E-4CFE-9676-280F4F73FBBF}"/>
              </a:ext>
            </a:extLst>
          </p:cNvPr>
          <p:cNvSpPr>
            <a:spLocks noGrp="1"/>
          </p:cNvSpPr>
          <p:nvPr/>
        </p:nvSpPr>
        <p:spPr>
          <a:xfrm>
            <a:off x="4309345" y="4278955"/>
            <a:ext cx="28398" cy="28398"/>
          </a:xfrm>
          <a:prstGeom prst="ellipse">
            <a:avLst/>
          </a:prstGeom>
          <a:solidFill>
            <a:srgbClr val="7F8C97">
              <a:alpha val="48000"/>
            </a:srgbClr>
          </a:solidFill>
          <a:ln w="0">
            <a:noFill/>
            <a:prstDash val="solid"/>
          </a:ln>
        </p:spPr>
      </p:sp>
      <p:sp>
        <p:nvSpPr>
          <p:cNvPr id="1800" name="03_assume_matched_7097">
            <a:extLst>
              <a:ext uri="{FF2B5EF4-FFF2-40B4-BE49-F238E27FC236}">
                <a16:creationId xmlns:a16="http://schemas.microsoft.com/office/drawing/2014/main" id="{25A68778-EE75-4DF7-9174-4797A7BE75AD}"/>
              </a:ext>
            </a:extLst>
          </p:cNvPr>
          <p:cNvSpPr>
            <a:spLocks noGrp="1"/>
          </p:cNvSpPr>
          <p:nvPr/>
        </p:nvSpPr>
        <p:spPr>
          <a:xfrm>
            <a:off x="4221129" y="3986521"/>
            <a:ext cx="28398" cy="28398"/>
          </a:xfrm>
          <a:prstGeom prst="ellipse">
            <a:avLst/>
          </a:prstGeom>
          <a:solidFill>
            <a:srgbClr val="7F8C97">
              <a:alpha val="48000"/>
            </a:srgbClr>
          </a:solidFill>
          <a:ln w="0">
            <a:noFill/>
            <a:prstDash val="solid"/>
          </a:ln>
        </p:spPr>
      </p:sp>
      <p:sp>
        <p:nvSpPr>
          <p:cNvPr id="1801" name="03_assume_matched_7098">
            <a:extLst>
              <a:ext uri="{FF2B5EF4-FFF2-40B4-BE49-F238E27FC236}">
                <a16:creationId xmlns:a16="http://schemas.microsoft.com/office/drawing/2014/main" id="{E25FF112-C3E5-49BA-9E9D-5817E9C1468B}"/>
              </a:ext>
            </a:extLst>
          </p:cNvPr>
          <p:cNvSpPr>
            <a:spLocks noGrp="1"/>
          </p:cNvSpPr>
          <p:nvPr/>
        </p:nvSpPr>
        <p:spPr>
          <a:xfrm>
            <a:off x="4235088" y="4278955"/>
            <a:ext cx="28398" cy="28398"/>
          </a:xfrm>
          <a:prstGeom prst="ellipse">
            <a:avLst/>
          </a:prstGeom>
          <a:solidFill>
            <a:srgbClr val="7F8C97">
              <a:alpha val="48000"/>
            </a:srgbClr>
          </a:solidFill>
          <a:ln w="0">
            <a:noFill/>
            <a:prstDash val="solid"/>
          </a:ln>
        </p:spPr>
      </p:sp>
      <p:sp>
        <p:nvSpPr>
          <p:cNvPr id="1802" name="03_assume_matched_7099">
            <a:extLst>
              <a:ext uri="{FF2B5EF4-FFF2-40B4-BE49-F238E27FC236}">
                <a16:creationId xmlns:a16="http://schemas.microsoft.com/office/drawing/2014/main" id="{2EC21178-0FA8-441D-82C8-CC266A481E7D}"/>
              </a:ext>
            </a:extLst>
          </p:cNvPr>
          <p:cNvSpPr>
            <a:spLocks noGrp="1"/>
          </p:cNvSpPr>
          <p:nvPr/>
        </p:nvSpPr>
        <p:spPr>
          <a:xfrm>
            <a:off x="4296249" y="3986521"/>
            <a:ext cx="28398" cy="28398"/>
          </a:xfrm>
          <a:prstGeom prst="ellipse">
            <a:avLst/>
          </a:prstGeom>
          <a:solidFill>
            <a:srgbClr val="7F8C97">
              <a:alpha val="48000"/>
            </a:srgbClr>
          </a:solidFill>
          <a:ln w="0">
            <a:noFill/>
            <a:prstDash val="solid"/>
          </a:ln>
        </p:spPr>
      </p:sp>
      <p:sp>
        <p:nvSpPr>
          <p:cNvPr id="1803" name="03_assume_matched_7100">
            <a:extLst>
              <a:ext uri="{FF2B5EF4-FFF2-40B4-BE49-F238E27FC236}">
                <a16:creationId xmlns:a16="http://schemas.microsoft.com/office/drawing/2014/main" id="{223D7074-A7B4-4B74-926B-62A76A303B6D}"/>
              </a:ext>
            </a:extLst>
          </p:cNvPr>
          <p:cNvSpPr>
            <a:spLocks noGrp="1"/>
          </p:cNvSpPr>
          <p:nvPr/>
        </p:nvSpPr>
        <p:spPr>
          <a:xfrm>
            <a:off x="4241132" y="4278955"/>
            <a:ext cx="28398" cy="28398"/>
          </a:xfrm>
          <a:prstGeom prst="ellipse">
            <a:avLst/>
          </a:prstGeom>
          <a:solidFill>
            <a:srgbClr val="7F8C97">
              <a:alpha val="48000"/>
            </a:srgbClr>
          </a:solidFill>
          <a:ln w="0">
            <a:noFill/>
            <a:prstDash val="solid"/>
          </a:ln>
        </p:spPr>
      </p:sp>
      <p:sp>
        <p:nvSpPr>
          <p:cNvPr id="1804" name="03_assume_matched_7101">
            <a:extLst>
              <a:ext uri="{FF2B5EF4-FFF2-40B4-BE49-F238E27FC236}">
                <a16:creationId xmlns:a16="http://schemas.microsoft.com/office/drawing/2014/main" id="{87398C2E-0EFB-45BA-AA85-180B8BE8C65D}"/>
              </a:ext>
            </a:extLst>
          </p:cNvPr>
          <p:cNvSpPr>
            <a:spLocks noGrp="1"/>
          </p:cNvSpPr>
          <p:nvPr/>
        </p:nvSpPr>
        <p:spPr>
          <a:xfrm>
            <a:off x="4267180" y="4278955"/>
            <a:ext cx="28398" cy="28398"/>
          </a:xfrm>
          <a:prstGeom prst="ellipse">
            <a:avLst/>
          </a:prstGeom>
          <a:solidFill>
            <a:srgbClr val="7F8C97">
              <a:alpha val="48000"/>
            </a:srgbClr>
          </a:solidFill>
          <a:ln w="0">
            <a:noFill/>
            <a:prstDash val="solid"/>
          </a:ln>
        </p:spPr>
      </p:sp>
      <p:sp>
        <p:nvSpPr>
          <p:cNvPr id="1805" name="03_assume_matched_7102">
            <a:extLst>
              <a:ext uri="{FF2B5EF4-FFF2-40B4-BE49-F238E27FC236}">
                <a16:creationId xmlns:a16="http://schemas.microsoft.com/office/drawing/2014/main" id="{B4DDB7F7-571F-49CA-A303-7E4A576C2C0C}"/>
              </a:ext>
            </a:extLst>
          </p:cNvPr>
          <p:cNvSpPr>
            <a:spLocks noGrp="1"/>
          </p:cNvSpPr>
          <p:nvPr/>
        </p:nvSpPr>
        <p:spPr>
          <a:xfrm>
            <a:off x="4216236" y="4278955"/>
            <a:ext cx="28398" cy="28398"/>
          </a:xfrm>
          <a:prstGeom prst="ellipse">
            <a:avLst/>
          </a:prstGeom>
          <a:solidFill>
            <a:srgbClr val="7F8C97">
              <a:alpha val="48000"/>
            </a:srgbClr>
          </a:solidFill>
          <a:ln w="0">
            <a:noFill/>
            <a:prstDash val="solid"/>
          </a:ln>
        </p:spPr>
      </p:sp>
      <p:sp>
        <p:nvSpPr>
          <p:cNvPr id="1806" name="03_assume_matched_7103">
            <a:extLst>
              <a:ext uri="{FF2B5EF4-FFF2-40B4-BE49-F238E27FC236}">
                <a16:creationId xmlns:a16="http://schemas.microsoft.com/office/drawing/2014/main" id="{F0315F9C-087C-4AF6-817E-49FED96C03BB}"/>
              </a:ext>
            </a:extLst>
          </p:cNvPr>
          <p:cNvSpPr>
            <a:spLocks noGrp="1"/>
          </p:cNvSpPr>
          <p:nvPr/>
        </p:nvSpPr>
        <p:spPr>
          <a:xfrm>
            <a:off x="4711722" y="3709083"/>
            <a:ext cx="28398" cy="28398"/>
          </a:xfrm>
          <a:prstGeom prst="ellipse">
            <a:avLst/>
          </a:prstGeom>
          <a:solidFill>
            <a:srgbClr val="7F8C97">
              <a:alpha val="48000"/>
            </a:srgbClr>
          </a:solidFill>
          <a:ln w="0">
            <a:noFill/>
            <a:prstDash val="solid"/>
          </a:ln>
        </p:spPr>
      </p:sp>
      <p:sp>
        <p:nvSpPr>
          <p:cNvPr id="1807" name="03_assume_matched_7104">
            <a:extLst>
              <a:ext uri="{FF2B5EF4-FFF2-40B4-BE49-F238E27FC236}">
                <a16:creationId xmlns:a16="http://schemas.microsoft.com/office/drawing/2014/main" id="{1BDF129E-A049-4E97-A0CE-3ADC17928B43}"/>
              </a:ext>
            </a:extLst>
          </p:cNvPr>
          <p:cNvSpPr>
            <a:spLocks noGrp="1"/>
          </p:cNvSpPr>
          <p:nvPr/>
        </p:nvSpPr>
        <p:spPr>
          <a:xfrm>
            <a:off x="4700209" y="4278955"/>
            <a:ext cx="28398" cy="28398"/>
          </a:xfrm>
          <a:prstGeom prst="ellipse">
            <a:avLst/>
          </a:prstGeom>
          <a:solidFill>
            <a:srgbClr val="7F8C97">
              <a:alpha val="48000"/>
            </a:srgbClr>
          </a:solidFill>
          <a:ln w="0">
            <a:noFill/>
            <a:prstDash val="solid"/>
          </a:ln>
        </p:spPr>
      </p:sp>
      <p:sp>
        <p:nvSpPr>
          <p:cNvPr id="1808" name="03_assume_matched_7105">
            <a:extLst>
              <a:ext uri="{FF2B5EF4-FFF2-40B4-BE49-F238E27FC236}">
                <a16:creationId xmlns:a16="http://schemas.microsoft.com/office/drawing/2014/main" id="{D37ABBA4-AF36-4BDA-93E8-C89AF6040B27}"/>
              </a:ext>
            </a:extLst>
          </p:cNvPr>
          <p:cNvSpPr>
            <a:spLocks noGrp="1"/>
          </p:cNvSpPr>
          <p:nvPr/>
        </p:nvSpPr>
        <p:spPr>
          <a:xfrm>
            <a:off x="4643078" y="3694086"/>
            <a:ext cx="28398" cy="28398"/>
          </a:xfrm>
          <a:prstGeom prst="ellipse">
            <a:avLst/>
          </a:prstGeom>
          <a:solidFill>
            <a:srgbClr val="7F8C97">
              <a:alpha val="48000"/>
            </a:srgbClr>
          </a:solidFill>
          <a:ln w="0">
            <a:noFill/>
            <a:prstDash val="solid"/>
          </a:ln>
        </p:spPr>
      </p:sp>
      <p:sp>
        <p:nvSpPr>
          <p:cNvPr id="1809" name="03_assume_matched_7106">
            <a:extLst>
              <a:ext uri="{FF2B5EF4-FFF2-40B4-BE49-F238E27FC236}">
                <a16:creationId xmlns:a16="http://schemas.microsoft.com/office/drawing/2014/main" id="{F13B771E-68CD-4A62-B8DF-1554B8E50032}"/>
              </a:ext>
            </a:extLst>
          </p:cNvPr>
          <p:cNvSpPr>
            <a:spLocks noGrp="1"/>
          </p:cNvSpPr>
          <p:nvPr/>
        </p:nvSpPr>
        <p:spPr>
          <a:xfrm>
            <a:off x="4721940" y="3694086"/>
            <a:ext cx="28398" cy="28398"/>
          </a:xfrm>
          <a:prstGeom prst="ellipse">
            <a:avLst/>
          </a:prstGeom>
          <a:solidFill>
            <a:srgbClr val="7F8C97">
              <a:alpha val="48000"/>
            </a:srgbClr>
          </a:solidFill>
          <a:ln w="0">
            <a:noFill/>
            <a:prstDash val="solid"/>
          </a:ln>
        </p:spPr>
      </p:sp>
      <p:sp>
        <p:nvSpPr>
          <p:cNvPr id="1810" name="03_assume_matched_7107">
            <a:extLst>
              <a:ext uri="{FF2B5EF4-FFF2-40B4-BE49-F238E27FC236}">
                <a16:creationId xmlns:a16="http://schemas.microsoft.com/office/drawing/2014/main" id="{AD987D46-89AE-4B00-A977-C7EB4772D4A6}"/>
              </a:ext>
            </a:extLst>
          </p:cNvPr>
          <p:cNvSpPr>
            <a:spLocks noGrp="1"/>
          </p:cNvSpPr>
          <p:nvPr/>
        </p:nvSpPr>
        <p:spPr>
          <a:xfrm>
            <a:off x="4689704" y="3861191"/>
            <a:ext cx="28398" cy="28398"/>
          </a:xfrm>
          <a:prstGeom prst="ellipse">
            <a:avLst/>
          </a:prstGeom>
          <a:solidFill>
            <a:srgbClr val="7F8C97">
              <a:alpha val="48000"/>
            </a:srgbClr>
          </a:solidFill>
          <a:ln w="0">
            <a:noFill/>
            <a:prstDash val="solid"/>
          </a:ln>
        </p:spPr>
      </p:sp>
      <p:sp>
        <p:nvSpPr>
          <p:cNvPr id="1811" name="03_assume_matched_7108">
            <a:extLst>
              <a:ext uri="{FF2B5EF4-FFF2-40B4-BE49-F238E27FC236}">
                <a16:creationId xmlns:a16="http://schemas.microsoft.com/office/drawing/2014/main" id="{F269C26E-BDE6-4011-98BF-4C80A5A2DE8F}"/>
              </a:ext>
            </a:extLst>
          </p:cNvPr>
          <p:cNvSpPr>
            <a:spLocks noGrp="1"/>
          </p:cNvSpPr>
          <p:nvPr/>
        </p:nvSpPr>
        <p:spPr>
          <a:xfrm>
            <a:off x="4594436" y="3747256"/>
            <a:ext cx="28398" cy="28398"/>
          </a:xfrm>
          <a:prstGeom prst="ellipse">
            <a:avLst/>
          </a:prstGeom>
          <a:solidFill>
            <a:srgbClr val="7F8C97">
              <a:alpha val="48000"/>
            </a:srgbClr>
          </a:solidFill>
          <a:ln w="0">
            <a:noFill/>
            <a:prstDash val="solid"/>
          </a:ln>
        </p:spPr>
      </p:sp>
      <p:sp>
        <p:nvSpPr>
          <p:cNvPr id="1812" name="03_assume_matched_7109">
            <a:extLst>
              <a:ext uri="{FF2B5EF4-FFF2-40B4-BE49-F238E27FC236}">
                <a16:creationId xmlns:a16="http://schemas.microsoft.com/office/drawing/2014/main" id="{D7BBF6B9-8326-48D1-99D8-76FF91B74859}"/>
              </a:ext>
            </a:extLst>
          </p:cNvPr>
          <p:cNvSpPr>
            <a:spLocks noGrp="1"/>
          </p:cNvSpPr>
          <p:nvPr/>
        </p:nvSpPr>
        <p:spPr>
          <a:xfrm>
            <a:off x="4625089" y="4278955"/>
            <a:ext cx="28398" cy="28398"/>
          </a:xfrm>
          <a:prstGeom prst="ellipse">
            <a:avLst/>
          </a:prstGeom>
          <a:solidFill>
            <a:srgbClr val="7F8C97">
              <a:alpha val="48000"/>
            </a:srgbClr>
          </a:solidFill>
          <a:ln w="0">
            <a:noFill/>
            <a:prstDash val="solid"/>
          </a:ln>
        </p:spPr>
      </p:sp>
      <p:sp>
        <p:nvSpPr>
          <p:cNvPr id="1813" name="03_assume_matched_7110">
            <a:extLst>
              <a:ext uri="{FF2B5EF4-FFF2-40B4-BE49-F238E27FC236}">
                <a16:creationId xmlns:a16="http://schemas.microsoft.com/office/drawing/2014/main" id="{A7A07389-7DE0-44E4-BF86-CC08A6D2E13B}"/>
              </a:ext>
            </a:extLst>
          </p:cNvPr>
          <p:cNvSpPr>
            <a:spLocks noGrp="1"/>
          </p:cNvSpPr>
          <p:nvPr/>
        </p:nvSpPr>
        <p:spPr>
          <a:xfrm>
            <a:off x="4594148" y="4132738"/>
            <a:ext cx="28398" cy="28398"/>
          </a:xfrm>
          <a:prstGeom prst="ellipse">
            <a:avLst/>
          </a:prstGeom>
          <a:solidFill>
            <a:srgbClr val="7F8C97">
              <a:alpha val="48000"/>
            </a:srgbClr>
          </a:solidFill>
          <a:ln w="0">
            <a:noFill/>
            <a:prstDash val="solid"/>
          </a:ln>
        </p:spPr>
      </p:sp>
      <p:sp>
        <p:nvSpPr>
          <p:cNvPr id="1814" name="03_assume_matched_7111">
            <a:extLst>
              <a:ext uri="{FF2B5EF4-FFF2-40B4-BE49-F238E27FC236}">
                <a16:creationId xmlns:a16="http://schemas.microsoft.com/office/drawing/2014/main" id="{950707AE-8E2A-4972-B656-F12B8E1701FA}"/>
              </a:ext>
            </a:extLst>
          </p:cNvPr>
          <p:cNvSpPr>
            <a:spLocks noGrp="1"/>
          </p:cNvSpPr>
          <p:nvPr/>
        </p:nvSpPr>
        <p:spPr>
          <a:xfrm>
            <a:off x="4675457" y="3986521"/>
            <a:ext cx="28398" cy="28398"/>
          </a:xfrm>
          <a:prstGeom prst="ellipse">
            <a:avLst/>
          </a:prstGeom>
          <a:solidFill>
            <a:srgbClr val="7F8C97">
              <a:alpha val="48000"/>
            </a:srgbClr>
          </a:solidFill>
          <a:ln w="0">
            <a:noFill/>
            <a:prstDash val="solid"/>
          </a:ln>
        </p:spPr>
      </p:sp>
      <p:sp>
        <p:nvSpPr>
          <p:cNvPr id="1815" name="03_assume_matched_7112">
            <a:extLst>
              <a:ext uri="{FF2B5EF4-FFF2-40B4-BE49-F238E27FC236}">
                <a16:creationId xmlns:a16="http://schemas.microsoft.com/office/drawing/2014/main" id="{9CAE8758-6FA9-440C-86C4-14788B377A5A}"/>
              </a:ext>
            </a:extLst>
          </p:cNvPr>
          <p:cNvSpPr>
            <a:spLocks noGrp="1"/>
          </p:cNvSpPr>
          <p:nvPr/>
        </p:nvSpPr>
        <p:spPr>
          <a:xfrm>
            <a:off x="4656749" y="4278955"/>
            <a:ext cx="28398" cy="28398"/>
          </a:xfrm>
          <a:prstGeom prst="ellipse">
            <a:avLst/>
          </a:prstGeom>
          <a:solidFill>
            <a:srgbClr val="7F8C97">
              <a:alpha val="48000"/>
            </a:srgbClr>
          </a:solidFill>
          <a:ln w="0">
            <a:noFill/>
            <a:prstDash val="solid"/>
          </a:ln>
        </p:spPr>
      </p:sp>
      <p:sp>
        <p:nvSpPr>
          <p:cNvPr id="1816" name="03_assume_matched_7113">
            <a:extLst>
              <a:ext uri="{FF2B5EF4-FFF2-40B4-BE49-F238E27FC236}">
                <a16:creationId xmlns:a16="http://schemas.microsoft.com/office/drawing/2014/main" id="{9DE16EA4-B62F-44F3-847C-AF93A27E8E2E}"/>
              </a:ext>
            </a:extLst>
          </p:cNvPr>
          <p:cNvSpPr>
            <a:spLocks noGrp="1"/>
          </p:cNvSpPr>
          <p:nvPr/>
        </p:nvSpPr>
        <p:spPr>
          <a:xfrm>
            <a:off x="4641495" y="3694086"/>
            <a:ext cx="28398" cy="28398"/>
          </a:xfrm>
          <a:prstGeom prst="ellipse">
            <a:avLst/>
          </a:prstGeom>
          <a:solidFill>
            <a:srgbClr val="7F8C97">
              <a:alpha val="48000"/>
            </a:srgbClr>
          </a:solidFill>
          <a:ln w="0">
            <a:noFill/>
            <a:prstDash val="solid"/>
          </a:ln>
        </p:spPr>
      </p:sp>
      <p:sp>
        <p:nvSpPr>
          <p:cNvPr id="1817" name="03_assume_matched_7114">
            <a:extLst>
              <a:ext uri="{FF2B5EF4-FFF2-40B4-BE49-F238E27FC236}">
                <a16:creationId xmlns:a16="http://schemas.microsoft.com/office/drawing/2014/main" id="{0ACDA3CD-B403-45CE-8732-8633AFEDCB3C}"/>
              </a:ext>
            </a:extLst>
          </p:cNvPr>
          <p:cNvSpPr>
            <a:spLocks noGrp="1"/>
          </p:cNvSpPr>
          <p:nvPr/>
        </p:nvSpPr>
        <p:spPr>
          <a:xfrm>
            <a:off x="4627248" y="4278955"/>
            <a:ext cx="28398" cy="28398"/>
          </a:xfrm>
          <a:prstGeom prst="ellipse">
            <a:avLst/>
          </a:prstGeom>
          <a:solidFill>
            <a:srgbClr val="7F8C97">
              <a:alpha val="48000"/>
            </a:srgbClr>
          </a:solidFill>
          <a:ln w="0">
            <a:noFill/>
            <a:prstDash val="solid"/>
          </a:ln>
        </p:spPr>
      </p:sp>
      <p:sp>
        <p:nvSpPr>
          <p:cNvPr id="1818" name="03_assume_matched_7115">
            <a:extLst>
              <a:ext uri="{FF2B5EF4-FFF2-40B4-BE49-F238E27FC236}">
                <a16:creationId xmlns:a16="http://schemas.microsoft.com/office/drawing/2014/main" id="{66BAE29C-A3CD-460D-8F00-475FC087ABB7}"/>
              </a:ext>
            </a:extLst>
          </p:cNvPr>
          <p:cNvSpPr>
            <a:spLocks noGrp="1"/>
          </p:cNvSpPr>
          <p:nvPr/>
        </p:nvSpPr>
        <p:spPr>
          <a:xfrm>
            <a:off x="4643653" y="4278955"/>
            <a:ext cx="28398" cy="28398"/>
          </a:xfrm>
          <a:prstGeom prst="ellipse">
            <a:avLst/>
          </a:prstGeom>
          <a:solidFill>
            <a:srgbClr val="7F8C97">
              <a:alpha val="48000"/>
            </a:srgbClr>
          </a:solidFill>
          <a:ln w="0">
            <a:noFill/>
            <a:prstDash val="solid"/>
          </a:ln>
        </p:spPr>
      </p:sp>
      <p:sp>
        <p:nvSpPr>
          <p:cNvPr id="1819" name="03_assume_matched_7116">
            <a:extLst>
              <a:ext uri="{FF2B5EF4-FFF2-40B4-BE49-F238E27FC236}">
                <a16:creationId xmlns:a16="http://schemas.microsoft.com/office/drawing/2014/main" id="{10374A2D-2146-456F-A6FC-9FDA08DC8DE4}"/>
              </a:ext>
            </a:extLst>
          </p:cNvPr>
          <p:cNvSpPr>
            <a:spLocks noGrp="1"/>
          </p:cNvSpPr>
          <p:nvPr/>
        </p:nvSpPr>
        <p:spPr>
          <a:xfrm>
            <a:off x="4728847" y="4132738"/>
            <a:ext cx="28398" cy="28398"/>
          </a:xfrm>
          <a:prstGeom prst="ellipse">
            <a:avLst/>
          </a:prstGeom>
          <a:solidFill>
            <a:srgbClr val="7F8C97">
              <a:alpha val="48000"/>
            </a:srgbClr>
          </a:solidFill>
          <a:ln w="0">
            <a:noFill/>
            <a:prstDash val="solid"/>
          </a:ln>
        </p:spPr>
      </p:sp>
      <p:sp>
        <p:nvSpPr>
          <p:cNvPr id="1820" name="03_assume_matched_7117">
            <a:extLst>
              <a:ext uri="{FF2B5EF4-FFF2-40B4-BE49-F238E27FC236}">
                <a16:creationId xmlns:a16="http://schemas.microsoft.com/office/drawing/2014/main" id="{005FCCA4-7E02-469D-912A-8A3E72AA97DA}"/>
              </a:ext>
            </a:extLst>
          </p:cNvPr>
          <p:cNvSpPr>
            <a:spLocks noGrp="1"/>
          </p:cNvSpPr>
          <p:nvPr/>
        </p:nvSpPr>
        <p:spPr>
          <a:xfrm>
            <a:off x="4683804" y="3694086"/>
            <a:ext cx="28398" cy="28398"/>
          </a:xfrm>
          <a:prstGeom prst="ellipse">
            <a:avLst/>
          </a:prstGeom>
          <a:solidFill>
            <a:srgbClr val="7F8C97">
              <a:alpha val="48000"/>
            </a:srgbClr>
          </a:solidFill>
          <a:ln w="0">
            <a:noFill/>
            <a:prstDash val="solid"/>
          </a:ln>
        </p:spPr>
      </p:sp>
      <p:sp>
        <p:nvSpPr>
          <p:cNvPr id="1821" name="03_assume_matched_7118">
            <a:extLst>
              <a:ext uri="{FF2B5EF4-FFF2-40B4-BE49-F238E27FC236}">
                <a16:creationId xmlns:a16="http://schemas.microsoft.com/office/drawing/2014/main" id="{1F04EE1D-CC19-46A2-AFA1-C0B90A445D5C}"/>
              </a:ext>
            </a:extLst>
          </p:cNvPr>
          <p:cNvSpPr>
            <a:spLocks noGrp="1"/>
          </p:cNvSpPr>
          <p:nvPr/>
        </p:nvSpPr>
        <p:spPr>
          <a:xfrm>
            <a:off x="4693590" y="4213970"/>
            <a:ext cx="28398" cy="28398"/>
          </a:xfrm>
          <a:prstGeom prst="ellipse">
            <a:avLst/>
          </a:prstGeom>
          <a:solidFill>
            <a:srgbClr val="7F8C97">
              <a:alpha val="48000"/>
            </a:srgbClr>
          </a:solidFill>
          <a:ln w="0">
            <a:noFill/>
            <a:prstDash val="solid"/>
          </a:ln>
        </p:spPr>
      </p:sp>
      <p:sp>
        <p:nvSpPr>
          <p:cNvPr id="1822" name="03_assume_matched_7119">
            <a:extLst>
              <a:ext uri="{FF2B5EF4-FFF2-40B4-BE49-F238E27FC236}">
                <a16:creationId xmlns:a16="http://schemas.microsoft.com/office/drawing/2014/main" id="{DD558FA6-49F0-4C75-89BE-75EDAF886B02}"/>
              </a:ext>
            </a:extLst>
          </p:cNvPr>
          <p:cNvSpPr>
            <a:spLocks noGrp="1"/>
          </p:cNvSpPr>
          <p:nvPr/>
        </p:nvSpPr>
        <p:spPr>
          <a:xfrm>
            <a:off x="4630414" y="4148984"/>
            <a:ext cx="28398" cy="28398"/>
          </a:xfrm>
          <a:prstGeom prst="ellipse">
            <a:avLst/>
          </a:prstGeom>
          <a:solidFill>
            <a:srgbClr val="7F8C97">
              <a:alpha val="48000"/>
            </a:srgbClr>
          </a:solidFill>
          <a:ln w="0">
            <a:noFill/>
            <a:prstDash val="solid"/>
          </a:ln>
        </p:spPr>
      </p:sp>
      <p:sp>
        <p:nvSpPr>
          <p:cNvPr id="1823" name="03_assume_matched_7120">
            <a:extLst>
              <a:ext uri="{FF2B5EF4-FFF2-40B4-BE49-F238E27FC236}">
                <a16:creationId xmlns:a16="http://schemas.microsoft.com/office/drawing/2014/main" id="{4BFEB63F-0672-444E-8493-C4FA37A118CD}"/>
              </a:ext>
            </a:extLst>
          </p:cNvPr>
          <p:cNvSpPr>
            <a:spLocks noGrp="1"/>
          </p:cNvSpPr>
          <p:nvPr/>
        </p:nvSpPr>
        <p:spPr>
          <a:xfrm>
            <a:off x="4720788" y="4083999"/>
            <a:ext cx="28398" cy="28398"/>
          </a:xfrm>
          <a:prstGeom prst="ellipse">
            <a:avLst/>
          </a:prstGeom>
          <a:solidFill>
            <a:srgbClr val="7F8C97">
              <a:alpha val="48000"/>
            </a:srgbClr>
          </a:solidFill>
          <a:ln w="0">
            <a:noFill/>
            <a:prstDash val="solid"/>
          </a:ln>
        </p:spPr>
      </p:sp>
      <p:sp>
        <p:nvSpPr>
          <p:cNvPr id="1824" name="03_assume_matched_7121">
            <a:extLst>
              <a:ext uri="{FF2B5EF4-FFF2-40B4-BE49-F238E27FC236}">
                <a16:creationId xmlns:a16="http://schemas.microsoft.com/office/drawing/2014/main" id="{2496D109-1EDC-44A8-932E-B26DC636AEF6}"/>
              </a:ext>
            </a:extLst>
          </p:cNvPr>
          <p:cNvSpPr>
            <a:spLocks noGrp="1"/>
          </p:cNvSpPr>
          <p:nvPr/>
        </p:nvSpPr>
        <p:spPr>
          <a:xfrm>
            <a:off x="4693877" y="3747256"/>
            <a:ext cx="28398" cy="28398"/>
          </a:xfrm>
          <a:prstGeom prst="ellipse">
            <a:avLst/>
          </a:prstGeom>
          <a:solidFill>
            <a:srgbClr val="7F8C97">
              <a:alpha val="48000"/>
            </a:srgbClr>
          </a:solidFill>
          <a:ln w="0">
            <a:noFill/>
            <a:prstDash val="solid"/>
          </a:ln>
        </p:spPr>
      </p:sp>
      <p:sp>
        <p:nvSpPr>
          <p:cNvPr id="1825" name="03_assume_matched_7122">
            <a:extLst>
              <a:ext uri="{FF2B5EF4-FFF2-40B4-BE49-F238E27FC236}">
                <a16:creationId xmlns:a16="http://schemas.microsoft.com/office/drawing/2014/main" id="{AE8FFE84-BB06-4E56-8D69-BC09DA7844F4}"/>
              </a:ext>
            </a:extLst>
          </p:cNvPr>
          <p:cNvSpPr>
            <a:spLocks noGrp="1"/>
          </p:cNvSpPr>
          <p:nvPr/>
        </p:nvSpPr>
        <p:spPr>
          <a:xfrm>
            <a:off x="4611705" y="4278955"/>
            <a:ext cx="28398" cy="28398"/>
          </a:xfrm>
          <a:prstGeom prst="ellipse">
            <a:avLst/>
          </a:prstGeom>
          <a:solidFill>
            <a:srgbClr val="7F8C97">
              <a:alpha val="48000"/>
            </a:srgbClr>
          </a:solidFill>
          <a:ln w="0">
            <a:noFill/>
            <a:prstDash val="solid"/>
          </a:ln>
        </p:spPr>
      </p:sp>
      <p:sp>
        <p:nvSpPr>
          <p:cNvPr id="1826" name="03_assume_matched_7123">
            <a:extLst>
              <a:ext uri="{FF2B5EF4-FFF2-40B4-BE49-F238E27FC236}">
                <a16:creationId xmlns:a16="http://schemas.microsoft.com/office/drawing/2014/main" id="{9F396664-27CA-47A4-B5D6-4A675D8CCC97}"/>
              </a:ext>
            </a:extLst>
          </p:cNvPr>
          <p:cNvSpPr>
            <a:spLocks noGrp="1"/>
          </p:cNvSpPr>
          <p:nvPr/>
        </p:nvSpPr>
        <p:spPr>
          <a:xfrm>
            <a:off x="4619045" y="3694086"/>
            <a:ext cx="28398" cy="28398"/>
          </a:xfrm>
          <a:prstGeom prst="ellipse">
            <a:avLst/>
          </a:prstGeom>
          <a:solidFill>
            <a:srgbClr val="7F8C97">
              <a:alpha val="48000"/>
            </a:srgbClr>
          </a:solidFill>
          <a:ln w="0">
            <a:noFill/>
            <a:prstDash val="solid"/>
          </a:ln>
        </p:spPr>
      </p:sp>
      <p:sp>
        <p:nvSpPr>
          <p:cNvPr id="1827" name="03_assume_matched_7124">
            <a:extLst>
              <a:ext uri="{FF2B5EF4-FFF2-40B4-BE49-F238E27FC236}">
                <a16:creationId xmlns:a16="http://schemas.microsoft.com/office/drawing/2014/main" id="{734223FA-505D-444E-8FC6-47F61693F20E}"/>
              </a:ext>
            </a:extLst>
          </p:cNvPr>
          <p:cNvSpPr>
            <a:spLocks noGrp="1"/>
          </p:cNvSpPr>
          <p:nvPr/>
        </p:nvSpPr>
        <p:spPr>
          <a:xfrm>
            <a:off x="4630270" y="4083999"/>
            <a:ext cx="28398" cy="28398"/>
          </a:xfrm>
          <a:prstGeom prst="ellipse">
            <a:avLst/>
          </a:prstGeom>
          <a:solidFill>
            <a:srgbClr val="7F8C97">
              <a:alpha val="48000"/>
            </a:srgbClr>
          </a:solidFill>
          <a:ln w="0">
            <a:noFill/>
            <a:prstDash val="solid"/>
          </a:ln>
        </p:spPr>
      </p:sp>
      <p:sp>
        <p:nvSpPr>
          <p:cNvPr id="1828" name="03_assume_matched_7125">
            <a:extLst>
              <a:ext uri="{FF2B5EF4-FFF2-40B4-BE49-F238E27FC236}">
                <a16:creationId xmlns:a16="http://schemas.microsoft.com/office/drawing/2014/main" id="{697D5D0C-E4D8-44A1-BDA6-FD3C04E2AB25}"/>
              </a:ext>
            </a:extLst>
          </p:cNvPr>
          <p:cNvSpPr>
            <a:spLocks noGrp="1"/>
          </p:cNvSpPr>
          <p:nvPr/>
        </p:nvSpPr>
        <p:spPr>
          <a:xfrm>
            <a:off x="4719637" y="3986521"/>
            <a:ext cx="28398" cy="28398"/>
          </a:xfrm>
          <a:prstGeom prst="ellipse">
            <a:avLst/>
          </a:prstGeom>
          <a:solidFill>
            <a:srgbClr val="7F8C97">
              <a:alpha val="48000"/>
            </a:srgbClr>
          </a:solidFill>
          <a:ln w="0">
            <a:noFill/>
            <a:prstDash val="solid"/>
          </a:ln>
        </p:spPr>
      </p:sp>
      <p:sp>
        <p:nvSpPr>
          <p:cNvPr id="1829" name="03_assume_matched_7126">
            <a:extLst>
              <a:ext uri="{FF2B5EF4-FFF2-40B4-BE49-F238E27FC236}">
                <a16:creationId xmlns:a16="http://schemas.microsoft.com/office/drawing/2014/main" id="{C7513160-F5EB-4626-8636-A771006E711E}"/>
              </a:ext>
            </a:extLst>
          </p:cNvPr>
          <p:cNvSpPr>
            <a:spLocks noGrp="1"/>
          </p:cNvSpPr>
          <p:nvPr/>
        </p:nvSpPr>
        <p:spPr>
          <a:xfrm>
            <a:off x="4632572" y="3694086"/>
            <a:ext cx="28398" cy="28398"/>
          </a:xfrm>
          <a:prstGeom prst="ellipse">
            <a:avLst/>
          </a:prstGeom>
          <a:solidFill>
            <a:srgbClr val="7F8C97">
              <a:alpha val="48000"/>
            </a:srgbClr>
          </a:solidFill>
          <a:ln w="0">
            <a:noFill/>
            <a:prstDash val="solid"/>
          </a:ln>
        </p:spPr>
      </p:sp>
      <p:sp>
        <p:nvSpPr>
          <p:cNvPr id="1830" name="03_assume_matched_7127">
            <a:extLst>
              <a:ext uri="{FF2B5EF4-FFF2-40B4-BE49-F238E27FC236}">
                <a16:creationId xmlns:a16="http://schemas.microsoft.com/office/drawing/2014/main" id="{B5F103E5-D2A3-4EEB-A38F-2792121A41CC}"/>
              </a:ext>
            </a:extLst>
          </p:cNvPr>
          <p:cNvSpPr>
            <a:spLocks noGrp="1"/>
          </p:cNvSpPr>
          <p:nvPr/>
        </p:nvSpPr>
        <p:spPr>
          <a:xfrm>
            <a:off x="4711578" y="4083999"/>
            <a:ext cx="28398" cy="28398"/>
          </a:xfrm>
          <a:prstGeom prst="ellipse">
            <a:avLst/>
          </a:prstGeom>
          <a:solidFill>
            <a:srgbClr val="7F8C97">
              <a:alpha val="48000"/>
            </a:srgbClr>
          </a:solidFill>
          <a:ln w="0">
            <a:noFill/>
            <a:prstDash val="solid"/>
          </a:ln>
        </p:spPr>
      </p:sp>
      <p:sp>
        <p:nvSpPr>
          <p:cNvPr id="1831" name="03_assume_matched_7128">
            <a:extLst>
              <a:ext uri="{FF2B5EF4-FFF2-40B4-BE49-F238E27FC236}">
                <a16:creationId xmlns:a16="http://schemas.microsoft.com/office/drawing/2014/main" id="{B631FB96-E2B8-4AD9-A01C-21C2D0A093F2}"/>
              </a:ext>
            </a:extLst>
          </p:cNvPr>
          <p:cNvSpPr>
            <a:spLocks noGrp="1"/>
          </p:cNvSpPr>
          <p:nvPr/>
        </p:nvSpPr>
        <p:spPr>
          <a:xfrm>
            <a:off x="4712729" y="3694086"/>
            <a:ext cx="28398" cy="28398"/>
          </a:xfrm>
          <a:prstGeom prst="ellipse">
            <a:avLst/>
          </a:prstGeom>
          <a:solidFill>
            <a:srgbClr val="7F8C97">
              <a:alpha val="48000"/>
            </a:srgbClr>
          </a:solidFill>
          <a:ln w="0">
            <a:noFill/>
            <a:prstDash val="solid"/>
          </a:ln>
        </p:spPr>
      </p:sp>
      <p:sp>
        <p:nvSpPr>
          <p:cNvPr id="1832" name="03_assume_matched_7129">
            <a:extLst>
              <a:ext uri="{FF2B5EF4-FFF2-40B4-BE49-F238E27FC236}">
                <a16:creationId xmlns:a16="http://schemas.microsoft.com/office/drawing/2014/main" id="{E1ACE34F-BE4F-499C-88C5-A0045A288CA3}"/>
              </a:ext>
            </a:extLst>
          </p:cNvPr>
          <p:cNvSpPr>
            <a:spLocks noGrp="1"/>
          </p:cNvSpPr>
          <p:nvPr/>
        </p:nvSpPr>
        <p:spPr>
          <a:xfrm>
            <a:off x="4716471" y="4278955"/>
            <a:ext cx="28398" cy="28398"/>
          </a:xfrm>
          <a:prstGeom prst="ellipse">
            <a:avLst/>
          </a:prstGeom>
          <a:solidFill>
            <a:srgbClr val="7F8C97">
              <a:alpha val="48000"/>
            </a:srgbClr>
          </a:solidFill>
          <a:ln w="0">
            <a:noFill/>
            <a:prstDash val="solid"/>
          </a:ln>
        </p:spPr>
      </p:sp>
      <p:sp>
        <p:nvSpPr>
          <p:cNvPr id="1833" name="03_assume_matched_7130">
            <a:extLst>
              <a:ext uri="{FF2B5EF4-FFF2-40B4-BE49-F238E27FC236}">
                <a16:creationId xmlns:a16="http://schemas.microsoft.com/office/drawing/2014/main" id="{F2E1EFE0-A250-408C-B736-B636898AB478}"/>
              </a:ext>
            </a:extLst>
          </p:cNvPr>
          <p:cNvSpPr>
            <a:spLocks noGrp="1"/>
          </p:cNvSpPr>
          <p:nvPr/>
        </p:nvSpPr>
        <p:spPr>
          <a:xfrm>
            <a:off x="4633723" y="4083999"/>
            <a:ext cx="28398" cy="28398"/>
          </a:xfrm>
          <a:prstGeom prst="ellipse">
            <a:avLst/>
          </a:prstGeom>
          <a:solidFill>
            <a:srgbClr val="7F8C97">
              <a:alpha val="48000"/>
            </a:srgbClr>
          </a:solidFill>
          <a:ln w="0">
            <a:noFill/>
            <a:prstDash val="solid"/>
          </a:ln>
        </p:spPr>
      </p:sp>
      <p:sp>
        <p:nvSpPr>
          <p:cNvPr id="1834" name="03_assume_matched_7131">
            <a:extLst>
              <a:ext uri="{FF2B5EF4-FFF2-40B4-BE49-F238E27FC236}">
                <a16:creationId xmlns:a16="http://schemas.microsoft.com/office/drawing/2014/main" id="{6CA94D2D-693C-4590-837C-F0E1CB91803D}"/>
              </a:ext>
            </a:extLst>
          </p:cNvPr>
          <p:cNvSpPr>
            <a:spLocks noGrp="1"/>
          </p:cNvSpPr>
          <p:nvPr/>
        </p:nvSpPr>
        <p:spPr>
          <a:xfrm>
            <a:off x="4611993" y="4132738"/>
            <a:ext cx="28398" cy="28398"/>
          </a:xfrm>
          <a:prstGeom prst="ellipse">
            <a:avLst/>
          </a:prstGeom>
          <a:solidFill>
            <a:srgbClr val="7F8C97">
              <a:alpha val="48000"/>
            </a:srgbClr>
          </a:solidFill>
          <a:ln w="0">
            <a:noFill/>
            <a:prstDash val="solid"/>
          </a:ln>
        </p:spPr>
      </p:sp>
      <p:sp>
        <p:nvSpPr>
          <p:cNvPr id="1835" name="03_assume_matched_7132">
            <a:extLst>
              <a:ext uri="{FF2B5EF4-FFF2-40B4-BE49-F238E27FC236}">
                <a16:creationId xmlns:a16="http://schemas.microsoft.com/office/drawing/2014/main" id="{E8104AB7-F774-430F-AC5F-36E8FB733B2E}"/>
              </a:ext>
            </a:extLst>
          </p:cNvPr>
          <p:cNvSpPr>
            <a:spLocks noGrp="1"/>
          </p:cNvSpPr>
          <p:nvPr/>
        </p:nvSpPr>
        <p:spPr>
          <a:xfrm>
            <a:off x="4695748" y="4278955"/>
            <a:ext cx="28398" cy="28398"/>
          </a:xfrm>
          <a:prstGeom prst="ellipse">
            <a:avLst/>
          </a:prstGeom>
          <a:solidFill>
            <a:srgbClr val="7F8C97">
              <a:alpha val="48000"/>
            </a:srgbClr>
          </a:solidFill>
          <a:ln w="0">
            <a:noFill/>
            <a:prstDash val="solid"/>
          </a:ln>
        </p:spPr>
      </p:sp>
      <p:sp>
        <p:nvSpPr>
          <p:cNvPr id="1836" name="03_assume_matched_7133">
            <a:extLst>
              <a:ext uri="{FF2B5EF4-FFF2-40B4-BE49-F238E27FC236}">
                <a16:creationId xmlns:a16="http://schemas.microsoft.com/office/drawing/2014/main" id="{FC576B32-4A55-446A-B169-250E7B2A9E11}"/>
              </a:ext>
            </a:extLst>
          </p:cNvPr>
          <p:cNvSpPr>
            <a:spLocks noGrp="1"/>
          </p:cNvSpPr>
          <p:nvPr/>
        </p:nvSpPr>
        <p:spPr>
          <a:xfrm>
            <a:off x="4605229" y="3694086"/>
            <a:ext cx="28398" cy="28398"/>
          </a:xfrm>
          <a:prstGeom prst="ellipse">
            <a:avLst/>
          </a:prstGeom>
          <a:solidFill>
            <a:srgbClr val="7F8C97">
              <a:alpha val="48000"/>
            </a:srgbClr>
          </a:solidFill>
          <a:ln w="0">
            <a:noFill/>
            <a:prstDash val="solid"/>
          </a:ln>
        </p:spPr>
      </p:sp>
      <p:sp>
        <p:nvSpPr>
          <p:cNvPr id="1837" name="03_assume_matched_7134">
            <a:extLst>
              <a:ext uri="{FF2B5EF4-FFF2-40B4-BE49-F238E27FC236}">
                <a16:creationId xmlns:a16="http://schemas.microsoft.com/office/drawing/2014/main" id="{51799A53-AFFB-4EDB-85E8-B0337AA719BB}"/>
              </a:ext>
            </a:extLst>
          </p:cNvPr>
          <p:cNvSpPr>
            <a:spLocks noGrp="1"/>
          </p:cNvSpPr>
          <p:nvPr/>
        </p:nvSpPr>
        <p:spPr>
          <a:xfrm>
            <a:off x="4699346" y="3694086"/>
            <a:ext cx="28398" cy="28398"/>
          </a:xfrm>
          <a:prstGeom prst="ellipse">
            <a:avLst/>
          </a:prstGeom>
          <a:solidFill>
            <a:srgbClr val="7F8C97">
              <a:alpha val="48000"/>
            </a:srgbClr>
          </a:solidFill>
          <a:ln w="0">
            <a:noFill/>
            <a:prstDash val="solid"/>
          </a:ln>
        </p:spPr>
      </p:sp>
      <p:sp>
        <p:nvSpPr>
          <p:cNvPr id="1838" name="03_assume_matched_7135">
            <a:extLst>
              <a:ext uri="{FF2B5EF4-FFF2-40B4-BE49-F238E27FC236}">
                <a16:creationId xmlns:a16="http://schemas.microsoft.com/office/drawing/2014/main" id="{B6607709-CEEA-4CA2-A2A1-06EE7D929F67}"/>
              </a:ext>
            </a:extLst>
          </p:cNvPr>
          <p:cNvSpPr>
            <a:spLocks noGrp="1"/>
          </p:cNvSpPr>
          <p:nvPr/>
        </p:nvSpPr>
        <p:spPr>
          <a:xfrm>
            <a:off x="4606525" y="4278955"/>
            <a:ext cx="28398" cy="28398"/>
          </a:xfrm>
          <a:prstGeom prst="ellipse">
            <a:avLst/>
          </a:prstGeom>
          <a:solidFill>
            <a:srgbClr val="7F8C97">
              <a:alpha val="48000"/>
            </a:srgbClr>
          </a:solidFill>
          <a:ln w="0">
            <a:noFill/>
            <a:prstDash val="solid"/>
          </a:ln>
        </p:spPr>
      </p:sp>
      <p:sp>
        <p:nvSpPr>
          <p:cNvPr id="1839" name="03_assume_matched_7136">
            <a:extLst>
              <a:ext uri="{FF2B5EF4-FFF2-40B4-BE49-F238E27FC236}">
                <a16:creationId xmlns:a16="http://schemas.microsoft.com/office/drawing/2014/main" id="{D867AC60-2F94-4387-BFBC-65A80F00C88A}"/>
              </a:ext>
            </a:extLst>
          </p:cNvPr>
          <p:cNvSpPr>
            <a:spLocks noGrp="1"/>
          </p:cNvSpPr>
          <p:nvPr/>
        </p:nvSpPr>
        <p:spPr>
          <a:xfrm>
            <a:off x="4726976" y="3694086"/>
            <a:ext cx="28398" cy="28398"/>
          </a:xfrm>
          <a:prstGeom prst="ellipse">
            <a:avLst/>
          </a:prstGeom>
          <a:solidFill>
            <a:srgbClr val="7F8C97">
              <a:alpha val="48000"/>
            </a:srgbClr>
          </a:solidFill>
          <a:ln w="0">
            <a:noFill/>
            <a:prstDash val="solid"/>
          </a:ln>
        </p:spPr>
      </p:sp>
      <p:sp>
        <p:nvSpPr>
          <p:cNvPr id="1840" name="03_assume_matched_7137">
            <a:extLst>
              <a:ext uri="{FF2B5EF4-FFF2-40B4-BE49-F238E27FC236}">
                <a16:creationId xmlns:a16="http://schemas.microsoft.com/office/drawing/2014/main" id="{EED22CAE-2426-4405-88BD-3BB44AA76BC9}"/>
              </a:ext>
            </a:extLst>
          </p:cNvPr>
          <p:cNvSpPr>
            <a:spLocks noGrp="1"/>
          </p:cNvSpPr>
          <p:nvPr/>
        </p:nvSpPr>
        <p:spPr>
          <a:xfrm>
            <a:off x="4704958" y="3694086"/>
            <a:ext cx="28398" cy="28398"/>
          </a:xfrm>
          <a:prstGeom prst="ellipse">
            <a:avLst/>
          </a:prstGeom>
          <a:solidFill>
            <a:srgbClr val="7F8C97">
              <a:alpha val="48000"/>
            </a:srgbClr>
          </a:solidFill>
          <a:ln w="0">
            <a:noFill/>
            <a:prstDash val="solid"/>
          </a:ln>
        </p:spPr>
      </p:sp>
      <p:sp>
        <p:nvSpPr>
          <p:cNvPr id="1841" name="03_assume_matched_7138">
            <a:extLst>
              <a:ext uri="{FF2B5EF4-FFF2-40B4-BE49-F238E27FC236}">
                <a16:creationId xmlns:a16="http://schemas.microsoft.com/office/drawing/2014/main" id="{16195F68-0087-40D7-9073-C9DFDAE95310}"/>
              </a:ext>
            </a:extLst>
          </p:cNvPr>
          <p:cNvSpPr>
            <a:spLocks noGrp="1"/>
          </p:cNvSpPr>
          <p:nvPr/>
        </p:nvSpPr>
        <p:spPr>
          <a:xfrm>
            <a:off x="4652863" y="4278955"/>
            <a:ext cx="28398" cy="28398"/>
          </a:xfrm>
          <a:prstGeom prst="ellipse">
            <a:avLst/>
          </a:prstGeom>
          <a:solidFill>
            <a:srgbClr val="7F8C97">
              <a:alpha val="48000"/>
            </a:srgbClr>
          </a:solidFill>
          <a:ln w="0">
            <a:noFill/>
            <a:prstDash val="solid"/>
          </a:ln>
        </p:spPr>
      </p:sp>
      <p:sp>
        <p:nvSpPr>
          <p:cNvPr id="1842" name="03_assume_matched_7139">
            <a:extLst>
              <a:ext uri="{FF2B5EF4-FFF2-40B4-BE49-F238E27FC236}">
                <a16:creationId xmlns:a16="http://schemas.microsoft.com/office/drawing/2014/main" id="{B7B73953-9922-4CD8-A2DF-A91158B75BAF}"/>
              </a:ext>
            </a:extLst>
          </p:cNvPr>
          <p:cNvSpPr>
            <a:spLocks noGrp="1"/>
          </p:cNvSpPr>
          <p:nvPr/>
        </p:nvSpPr>
        <p:spPr>
          <a:xfrm>
            <a:off x="4628543" y="4278955"/>
            <a:ext cx="28398" cy="28398"/>
          </a:xfrm>
          <a:prstGeom prst="ellipse">
            <a:avLst/>
          </a:prstGeom>
          <a:solidFill>
            <a:srgbClr val="7F8C97">
              <a:alpha val="48000"/>
            </a:srgbClr>
          </a:solidFill>
          <a:ln w="0">
            <a:noFill/>
            <a:prstDash val="solid"/>
          </a:ln>
        </p:spPr>
      </p:sp>
      <p:sp>
        <p:nvSpPr>
          <p:cNvPr id="1843" name="03_assume_matched_7140">
            <a:extLst>
              <a:ext uri="{FF2B5EF4-FFF2-40B4-BE49-F238E27FC236}">
                <a16:creationId xmlns:a16="http://schemas.microsoft.com/office/drawing/2014/main" id="{0C102523-14BE-429D-A590-960076D006A3}"/>
              </a:ext>
            </a:extLst>
          </p:cNvPr>
          <p:cNvSpPr>
            <a:spLocks noGrp="1"/>
          </p:cNvSpPr>
          <p:nvPr/>
        </p:nvSpPr>
        <p:spPr>
          <a:xfrm>
            <a:off x="4731006" y="4278955"/>
            <a:ext cx="28398" cy="28398"/>
          </a:xfrm>
          <a:prstGeom prst="ellipse">
            <a:avLst/>
          </a:prstGeom>
          <a:solidFill>
            <a:srgbClr val="7F8C97">
              <a:alpha val="48000"/>
            </a:srgbClr>
          </a:solidFill>
          <a:ln w="0">
            <a:noFill/>
            <a:prstDash val="solid"/>
          </a:ln>
        </p:spPr>
      </p:sp>
      <p:sp>
        <p:nvSpPr>
          <p:cNvPr id="1844" name="03_assume_matched_7141">
            <a:extLst>
              <a:ext uri="{FF2B5EF4-FFF2-40B4-BE49-F238E27FC236}">
                <a16:creationId xmlns:a16="http://schemas.microsoft.com/office/drawing/2014/main" id="{18EC8C80-3D93-4EA4-8B22-1CCABCFD29EC}"/>
              </a:ext>
            </a:extLst>
          </p:cNvPr>
          <p:cNvSpPr>
            <a:spLocks noGrp="1"/>
          </p:cNvSpPr>
          <p:nvPr/>
        </p:nvSpPr>
        <p:spPr>
          <a:xfrm>
            <a:off x="4678767" y="4278955"/>
            <a:ext cx="28398" cy="28398"/>
          </a:xfrm>
          <a:prstGeom prst="ellipse">
            <a:avLst/>
          </a:prstGeom>
          <a:solidFill>
            <a:srgbClr val="7F8C97">
              <a:alpha val="48000"/>
            </a:srgbClr>
          </a:solidFill>
          <a:ln w="0">
            <a:noFill/>
            <a:prstDash val="solid"/>
          </a:ln>
        </p:spPr>
      </p:sp>
      <p:sp>
        <p:nvSpPr>
          <p:cNvPr id="1845" name="03_assume_matched_7142">
            <a:extLst>
              <a:ext uri="{FF2B5EF4-FFF2-40B4-BE49-F238E27FC236}">
                <a16:creationId xmlns:a16="http://schemas.microsoft.com/office/drawing/2014/main" id="{0D84054C-1080-4BAF-A09B-65B0A12AED08}"/>
              </a:ext>
            </a:extLst>
          </p:cNvPr>
          <p:cNvSpPr>
            <a:spLocks noGrp="1"/>
          </p:cNvSpPr>
          <p:nvPr/>
        </p:nvSpPr>
        <p:spPr>
          <a:xfrm>
            <a:off x="4711578" y="4278955"/>
            <a:ext cx="28398" cy="28398"/>
          </a:xfrm>
          <a:prstGeom prst="ellipse">
            <a:avLst/>
          </a:prstGeom>
          <a:solidFill>
            <a:srgbClr val="7F8C97">
              <a:alpha val="48000"/>
            </a:srgbClr>
          </a:solidFill>
          <a:ln w="0">
            <a:noFill/>
            <a:prstDash val="solid"/>
          </a:ln>
        </p:spPr>
      </p:sp>
      <p:sp>
        <p:nvSpPr>
          <p:cNvPr id="1846" name="03_assume_matched_7143">
            <a:extLst>
              <a:ext uri="{FF2B5EF4-FFF2-40B4-BE49-F238E27FC236}">
                <a16:creationId xmlns:a16="http://schemas.microsoft.com/office/drawing/2014/main" id="{2A0F68A9-1E4D-4B52-8721-4A3DA83B428D}"/>
              </a:ext>
            </a:extLst>
          </p:cNvPr>
          <p:cNvSpPr>
            <a:spLocks noGrp="1"/>
          </p:cNvSpPr>
          <p:nvPr/>
        </p:nvSpPr>
        <p:spPr>
          <a:xfrm>
            <a:off x="4610698" y="4278955"/>
            <a:ext cx="28398" cy="28398"/>
          </a:xfrm>
          <a:prstGeom prst="ellipse">
            <a:avLst/>
          </a:prstGeom>
          <a:solidFill>
            <a:srgbClr val="7F8C97">
              <a:alpha val="48000"/>
            </a:srgbClr>
          </a:solidFill>
          <a:ln w="0">
            <a:noFill/>
            <a:prstDash val="solid"/>
          </a:ln>
        </p:spPr>
      </p:sp>
      <p:sp>
        <p:nvSpPr>
          <p:cNvPr id="1847" name="03_assume_matched_7144">
            <a:extLst>
              <a:ext uri="{FF2B5EF4-FFF2-40B4-BE49-F238E27FC236}">
                <a16:creationId xmlns:a16="http://schemas.microsoft.com/office/drawing/2014/main" id="{49AF6F7E-EF9C-43DE-ADC6-03DCAAFB9D90}"/>
              </a:ext>
            </a:extLst>
          </p:cNvPr>
          <p:cNvSpPr>
            <a:spLocks noGrp="1"/>
          </p:cNvSpPr>
          <p:nvPr/>
        </p:nvSpPr>
        <p:spPr>
          <a:xfrm>
            <a:off x="4702656" y="3986521"/>
            <a:ext cx="28398" cy="28398"/>
          </a:xfrm>
          <a:prstGeom prst="ellipse">
            <a:avLst/>
          </a:prstGeom>
          <a:solidFill>
            <a:srgbClr val="7F8C97">
              <a:alpha val="48000"/>
            </a:srgbClr>
          </a:solidFill>
          <a:ln w="0">
            <a:noFill/>
            <a:prstDash val="solid"/>
          </a:ln>
        </p:spPr>
      </p:sp>
      <p:sp>
        <p:nvSpPr>
          <p:cNvPr id="1848" name="03_assume_matched_7145">
            <a:extLst>
              <a:ext uri="{FF2B5EF4-FFF2-40B4-BE49-F238E27FC236}">
                <a16:creationId xmlns:a16="http://schemas.microsoft.com/office/drawing/2014/main" id="{7C7C7B39-D26C-49D9-8588-FE58ED1A0845}"/>
              </a:ext>
            </a:extLst>
          </p:cNvPr>
          <p:cNvSpPr>
            <a:spLocks noGrp="1"/>
          </p:cNvSpPr>
          <p:nvPr/>
        </p:nvSpPr>
        <p:spPr>
          <a:xfrm>
            <a:off x="4681789" y="3986521"/>
            <a:ext cx="28398" cy="28398"/>
          </a:xfrm>
          <a:prstGeom prst="ellipse">
            <a:avLst/>
          </a:prstGeom>
          <a:solidFill>
            <a:srgbClr val="7F8C97">
              <a:alpha val="48000"/>
            </a:srgbClr>
          </a:solidFill>
          <a:ln w="0">
            <a:noFill/>
            <a:prstDash val="solid"/>
          </a:ln>
        </p:spPr>
      </p:sp>
      <p:sp>
        <p:nvSpPr>
          <p:cNvPr id="1849" name="03_assume_matched_7146">
            <a:extLst>
              <a:ext uri="{FF2B5EF4-FFF2-40B4-BE49-F238E27FC236}">
                <a16:creationId xmlns:a16="http://schemas.microsoft.com/office/drawing/2014/main" id="{F5DA7211-4F4B-48CE-BEB0-C00D109C4A4C}"/>
              </a:ext>
            </a:extLst>
          </p:cNvPr>
          <p:cNvSpPr>
            <a:spLocks noGrp="1"/>
          </p:cNvSpPr>
          <p:nvPr/>
        </p:nvSpPr>
        <p:spPr>
          <a:xfrm>
            <a:off x="4590407" y="3694086"/>
            <a:ext cx="28398" cy="28398"/>
          </a:xfrm>
          <a:prstGeom prst="ellipse">
            <a:avLst/>
          </a:prstGeom>
          <a:solidFill>
            <a:srgbClr val="7F8C97">
              <a:alpha val="48000"/>
            </a:srgbClr>
          </a:solidFill>
          <a:ln w="0">
            <a:noFill/>
            <a:prstDash val="solid"/>
          </a:ln>
        </p:spPr>
      </p:sp>
      <p:sp>
        <p:nvSpPr>
          <p:cNvPr id="1850" name="03_assume_matched_7147">
            <a:extLst>
              <a:ext uri="{FF2B5EF4-FFF2-40B4-BE49-F238E27FC236}">
                <a16:creationId xmlns:a16="http://schemas.microsoft.com/office/drawing/2014/main" id="{49681C5C-F47E-4487-8A9F-6C57C2D6B6E6}"/>
              </a:ext>
            </a:extLst>
          </p:cNvPr>
          <p:cNvSpPr>
            <a:spLocks noGrp="1"/>
          </p:cNvSpPr>
          <p:nvPr/>
        </p:nvSpPr>
        <p:spPr>
          <a:xfrm>
            <a:off x="4649697" y="4278955"/>
            <a:ext cx="28398" cy="28398"/>
          </a:xfrm>
          <a:prstGeom prst="ellipse">
            <a:avLst/>
          </a:prstGeom>
          <a:solidFill>
            <a:srgbClr val="7F8C97">
              <a:alpha val="48000"/>
            </a:srgbClr>
          </a:solidFill>
          <a:ln w="0">
            <a:noFill/>
            <a:prstDash val="solid"/>
          </a:ln>
        </p:spPr>
      </p:sp>
      <p:sp>
        <p:nvSpPr>
          <p:cNvPr id="1851" name="03_assume_matched_7148">
            <a:extLst>
              <a:ext uri="{FF2B5EF4-FFF2-40B4-BE49-F238E27FC236}">
                <a16:creationId xmlns:a16="http://schemas.microsoft.com/office/drawing/2014/main" id="{3FDBDF4B-DBB7-477A-BD7A-0A93F3E4C29C}"/>
              </a:ext>
            </a:extLst>
          </p:cNvPr>
          <p:cNvSpPr>
            <a:spLocks noGrp="1"/>
          </p:cNvSpPr>
          <p:nvPr/>
        </p:nvSpPr>
        <p:spPr>
          <a:xfrm>
            <a:off x="4631853" y="4278955"/>
            <a:ext cx="28398" cy="28398"/>
          </a:xfrm>
          <a:prstGeom prst="ellipse">
            <a:avLst/>
          </a:prstGeom>
          <a:solidFill>
            <a:srgbClr val="7F8C97">
              <a:alpha val="48000"/>
            </a:srgbClr>
          </a:solidFill>
          <a:ln w="0">
            <a:noFill/>
            <a:prstDash val="solid"/>
          </a:ln>
        </p:spPr>
      </p:sp>
      <p:sp>
        <p:nvSpPr>
          <p:cNvPr id="1852" name="03_assume_matched_7149">
            <a:extLst>
              <a:ext uri="{FF2B5EF4-FFF2-40B4-BE49-F238E27FC236}">
                <a16:creationId xmlns:a16="http://schemas.microsoft.com/office/drawing/2014/main" id="{8BB87A82-67F5-4C26-99B4-9B7FEAC2CEEF}"/>
              </a:ext>
            </a:extLst>
          </p:cNvPr>
          <p:cNvSpPr>
            <a:spLocks noGrp="1"/>
          </p:cNvSpPr>
          <p:nvPr/>
        </p:nvSpPr>
        <p:spPr>
          <a:xfrm>
            <a:off x="4664088" y="3694086"/>
            <a:ext cx="28398" cy="28398"/>
          </a:xfrm>
          <a:prstGeom prst="ellipse">
            <a:avLst/>
          </a:prstGeom>
          <a:solidFill>
            <a:srgbClr val="7F8C97">
              <a:alpha val="48000"/>
            </a:srgbClr>
          </a:solidFill>
          <a:ln w="0">
            <a:noFill/>
            <a:prstDash val="solid"/>
          </a:ln>
        </p:spPr>
      </p:sp>
      <p:sp>
        <p:nvSpPr>
          <p:cNvPr id="1853" name="03_assume_matched_7150">
            <a:extLst>
              <a:ext uri="{FF2B5EF4-FFF2-40B4-BE49-F238E27FC236}">
                <a16:creationId xmlns:a16="http://schemas.microsoft.com/office/drawing/2014/main" id="{E7043379-FBB7-4686-950B-26EB5F96A78D}"/>
              </a:ext>
            </a:extLst>
          </p:cNvPr>
          <p:cNvSpPr>
            <a:spLocks noGrp="1"/>
          </p:cNvSpPr>
          <p:nvPr/>
        </p:nvSpPr>
        <p:spPr>
          <a:xfrm>
            <a:off x="4645956" y="4230216"/>
            <a:ext cx="28398" cy="28398"/>
          </a:xfrm>
          <a:prstGeom prst="ellipse">
            <a:avLst/>
          </a:prstGeom>
          <a:solidFill>
            <a:srgbClr val="7F8C97">
              <a:alpha val="48000"/>
            </a:srgbClr>
          </a:solidFill>
          <a:ln w="0">
            <a:noFill/>
            <a:prstDash val="solid"/>
          </a:ln>
        </p:spPr>
      </p:sp>
      <p:sp>
        <p:nvSpPr>
          <p:cNvPr id="1854" name="03_assume_matched_7151">
            <a:extLst>
              <a:ext uri="{FF2B5EF4-FFF2-40B4-BE49-F238E27FC236}">
                <a16:creationId xmlns:a16="http://schemas.microsoft.com/office/drawing/2014/main" id="{DAE9C22F-EC26-43CE-B16D-3C8A101BF85B}"/>
              </a:ext>
            </a:extLst>
          </p:cNvPr>
          <p:cNvSpPr>
            <a:spLocks noGrp="1"/>
          </p:cNvSpPr>
          <p:nvPr/>
        </p:nvSpPr>
        <p:spPr>
          <a:xfrm>
            <a:off x="4708124" y="4132738"/>
            <a:ext cx="28398" cy="28398"/>
          </a:xfrm>
          <a:prstGeom prst="ellipse">
            <a:avLst/>
          </a:prstGeom>
          <a:solidFill>
            <a:srgbClr val="7F8C97">
              <a:alpha val="48000"/>
            </a:srgbClr>
          </a:solidFill>
          <a:ln w="0">
            <a:noFill/>
            <a:prstDash val="solid"/>
          </a:ln>
        </p:spPr>
      </p:sp>
      <p:sp>
        <p:nvSpPr>
          <p:cNvPr id="1855" name="03_assume_matched_7152">
            <a:extLst>
              <a:ext uri="{FF2B5EF4-FFF2-40B4-BE49-F238E27FC236}">
                <a16:creationId xmlns:a16="http://schemas.microsoft.com/office/drawing/2014/main" id="{13240081-5C46-4297-9AB2-DE972863EE46}"/>
              </a:ext>
            </a:extLst>
          </p:cNvPr>
          <p:cNvSpPr>
            <a:spLocks noGrp="1"/>
          </p:cNvSpPr>
          <p:nvPr/>
        </p:nvSpPr>
        <p:spPr>
          <a:xfrm>
            <a:off x="4606237" y="3694086"/>
            <a:ext cx="28398" cy="28398"/>
          </a:xfrm>
          <a:prstGeom prst="ellipse">
            <a:avLst/>
          </a:prstGeom>
          <a:solidFill>
            <a:srgbClr val="7F8C97">
              <a:alpha val="48000"/>
            </a:srgbClr>
          </a:solidFill>
          <a:ln w="0">
            <a:noFill/>
            <a:prstDash val="solid"/>
          </a:ln>
        </p:spPr>
      </p:sp>
      <p:sp>
        <p:nvSpPr>
          <p:cNvPr id="1856" name="03_assume_matched_7153">
            <a:extLst>
              <a:ext uri="{FF2B5EF4-FFF2-40B4-BE49-F238E27FC236}">
                <a16:creationId xmlns:a16="http://schemas.microsoft.com/office/drawing/2014/main" id="{396DCF47-9A2E-4A93-ACA4-EBF258EFAD4B}"/>
              </a:ext>
            </a:extLst>
          </p:cNvPr>
          <p:cNvSpPr>
            <a:spLocks noGrp="1"/>
          </p:cNvSpPr>
          <p:nvPr/>
        </p:nvSpPr>
        <p:spPr>
          <a:xfrm>
            <a:off x="4612857" y="4278955"/>
            <a:ext cx="28398" cy="28398"/>
          </a:xfrm>
          <a:prstGeom prst="ellipse">
            <a:avLst/>
          </a:prstGeom>
          <a:solidFill>
            <a:srgbClr val="7F8C97">
              <a:alpha val="48000"/>
            </a:srgbClr>
          </a:solidFill>
          <a:ln w="0">
            <a:noFill/>
            <a:prstDash val="solid"/>
          </a:ln>
        </p:spPr>
      </p:sp>
      <p:sp>
        <p:nvSpPr>
          <p:cNvPr id="1857" name="03_assume_matched_7154">
            <a:extLst>
              <a:ext uri="{FF2B5EF4-FFF2-40B4-BE49-F238E27FC236}">
                <a16:creationId xmlns:a16="http://schemas.microsoft.com/office/drawing/2014/main" id="{3BD0E963-5F70-4828-A6BA-688120029D7D}"/>
              </a:ext>
            </a:extLst>
          </p:cNvPr>
          <p:cNvSpPr>
            <a:spLocks noGrp="1"/>
          </p:cNvSpPr>
          <p:nvPr/>
        </p:nvSpPr>
        <p:spPr>
          <a:xfrm>
            <a:off x="4672723" y="3694086"/>
            <a:ext cx="28398" cy="28398"/>
          </a:xfrm>
          <a:prstGeom prst="ellipse">
            <a:avLst/>
          </a:prstGeom>
          <a:solidFill>
            <a:srgbClr val="7F8C97">
              <a:alpha val="48000"/>
            </a:srgbClr>
          </a:solidFill>
          <a:ln w="0">
            <a:noFill/>
            <a:prstDash val="solid"/>
          </a:ln>
        </p:spPr>
      </p:sp>
      <p:sp>
        <p:nvSpPr>
          <p:cNvPr id="1858" name="03_assume_matched_7155">
            <a:extLst>
              <a:ext uri="{FF2B5EF4-FFF2-40B4-BE49-F238E27FC236}">
                <a16:creationId xmlns:a16="http://schemas.microsoft.com/office/drawing/2014/main" id="{BBE42E07-9A99-42E8-A400-C856E7E9DA80}"/>
              </a:ext>
            </a:extLst>
          </p:cNvPr>
          <p:cNvSpPr>
            <a:spLocks noGrp="1"/>
          </p:cNvSpPr>
          <p:nvPr/>
        </p:nvSpPr>
        <p:spPr>
          <a:xfrm>
            <a:off x="4671428" y="3694086"/>
            <a:ext cx="28398" cy="28398"/>
          </a:xfrm>
          <a:prstGeom prst="ellipse">
            <a:avLst/>
          </a:prstGeom>
          <a:solidFill>
            <a:srgbClr val="7F8C97">
              <a:alpha val="48000"/>
            </a:srgbClr>
          </a:solidFill>
          <a:ln w="0">
            <a:noFill/>
            <a:prstDash val="solid"/>
          </a:ln>
        </p:spPr>
      </p:sp>
      <p:sp>
        <p:nvSpPr>
          <p:cNvPr id="1859" name="03_assume_matched_7156">
            <a:extLst>
              <a:ext uri="{FF2B5EF4-FFF2-40B4-BE49-F238E27FC236}">
                <a16:creationId xmlns:a16="http://schemas.microsoft.com/office/drawing/2014/main" id="{6B3410FA-33D1-4D9D-A07C-937853B02D83}"/>
              </a:ext>
            </a:extLst>
          </p:cNvPr>
          <p:cNvSpPr>
            <a:spLocks noGrp="1"/>
          </p:cNvSpPr>
          <p:nvPr/>
        </p:nvSpPr>
        <p:spPr>
          <a:xfrm>
            <a:off x="4718198" y="3694086"/>
            <a:ext cx="28398" cy="28398"/>
          </a:xfrm>
          <a:prstGeom prst="ellipse">
            <a:avLst/>
          </a:prstGeom>
          <a:solidFill>
            <a:srgbClr val="7F8C97">
              <a:alpha val="48000"/>
            </a:srgbClr>
          </a:solidFill>
          <a:ln w="0">
            <a:noFill/>
            <a:prstDash val="solid"/>
          </a:ln>
        </p:spPr>
      </p:sp>
      <p:sp>
        <p:nvSpPr>
          <p:cNvPr id="1860" name="03_assume_matched_7157">
            <a:extLst>
              <a:ext uri="{FF2B5EF4-FFF2-40B4-BE49-F238E27FC236}">
                <a16:creationId xmlns:a16="http://schemas.microsoft.com/office/drawing/2014/main" id="{30150825-57EC-4D43-802E-2A1A3716095D}"/>
              </a:ext>
            </a:extLst>
          </p:cNvPr>
          <p:cNvSpPr>
            <a:spLocks noGrp="1"/>
          </p:cNvSpPr>
          <p:nvPr/>
        </p:nvSpPr>
        <p:spPr>
          <a:xfrm>
            <a:off x="4696468" y="3986521"/>
            <a:ext cx="28398" cy="28398"/>
          </a:xfrm>
          <a:prstGeom prst="ellipse">
            <a:avLst/>
          </a:prstGeom>
          <a:solidFill>
            <a:srgbClr val="7F8C97">
              <a:alpha val="48000"/>
            </a:srgbClr>
          </a:solidFill>
          <a:ln w="0">
            <a:noFill/>
            <a:prstDash val="solid"/>
          </a:ln>
        </p:spPr>
      </p:sp>
      <p:sp>
        <p:nvSpPr>
          <p:cNvPr id="1861" name="03_assume_matched_7158">
            <a:extLst>
              <a:ext uri="{FF2B5EF4-FFF2-40B4-BE49-F238E27FC236}">
                <a16:creationId xmlns:a16="http://schemas.microsoft.com/office/drawing/2014/main" id="{95E84179-2A6C-4DDC-8B4F-30AFB21F8B92}"/>
              </a:ext>
            </a:extLst>
          </p:cNvPr>
          <p:cNvSpPr>
            <a:spLocks noGrp="1"/>
          </p:cNvSpPr>
          <p:nvPr/>
        </p:nvSpPr>
        <p:spPr>
          <a:xfrm>
            <a:off x="4628543" y="4278955"/>
            <a:ext cx="28398" cy="28398"/>
          </a:xfrm>
          <a:prstGeom prst="ellipse">
            <a:avLst/>
          </a:prstGeom>
          <a:solidFill>
            <a:srgbClr val="7F8C97">
              <a:alpha val="48000"/>
            </a:srgbClr>
          </a:solidFill>
          <a:ln w="0">
            <a:noFill/>
            <a:prstDash val="solid"/>
          </a:ln>
        </p:spPr>
      </p:sp>
      <p:sp>
        <p:nvSpPr>
          <p:cNvPr id="1862" name="03_assume_matched_7159">
            <a:extLst>
              <a:ext uri="{FF2B5EF4-FFF2-40B4-BE49-F238E27FC236}">
                <a16:creationId xmlns:a16="http://schemas.microsoft.com/office/drawing/2014/main" id="{8EAEECCD-3C1B-4498-A289-F8B4FDE8A023}"/>
              </a:ext>
            </a:extLst>
          </p:cNvPr>
          <p:cNvSpPr>
            <a:spLocks noGrp="1"/>
          </p:cNvSpPr>
          <p:nvPr/>
        </p:nvSpPr>
        <p:spPr>
          <a:xfrm>
            <a:off x="4699346" y="4278955"/>
            <a:ext cx="28398" cy="28398"/>
          </a:xfrm>
          <a:prstGeom prst="ellipse">
            <a:avLst/>
          </a:prstGeom>
          <a:solidFill>
            <a:srgbClr val="7F8C97">
              <a:alpha val="48000"/>
            </a:srgbClr>
          </a:solidFill>
          <a:ln w="0">
            <a:noFill/>
            <a:prstDash val="solid"/>
          </a:ln>
        </p:spPr>
      </p:sp>
      <p:sp>
        <p:nvSpPr>
          <p:cNvPr id="1863" name="03_assume_matched_7160">
            <a:extLst>
              <a:ext uri="{FF2B5EF4-FFF2-40B4-BE49-F238E27FC236}">
                <a16:creationId xmlns:a16="http://schemas.microsoft.com/office/drawing/2014/main" id="{74DF4594-CB3E-4462-9156-74C72ABEF7A3}"/>
              </a:ext>
            </a:extLst>
          </p:cNvPr>
          <p:cNvSpPr>
            <a:spLocks noGrp="1"/>
          </p:cNvSpPr>
          <p:nvPr/>
        </p:nvSpPr>
        <p:spPr>
          <a:xfrm>
            <a:off x="4687689" y="4278955"/>
            <a:ext cx="28398" cy="28398"/>
          </a:xfrm>
          <a:prstGeom prst="ellipse">
            <a:avLst/>
          </a:prstGeom>
          <a:solidFill>
            <a:srgbClr val="7F8C97">
              <a:alpha val="48000"/>
            </a:srgbClr>
          </a:solidFill>
          <a:ln w="0">
            <a:noFill/>
            <a:prstDash val="solid"/>
          </a:ln>
        </p:spPr>
      </p:sp>
      <p:sp>
        <p:nvSpPr>
          <p:cNvPr id="1864" name="03_assume_matched_7161">
            <a:extLst>
              <a:ext uri="{FF2B5EF4-FFF2-40B4-BE49-F238E27FC236}">
                <a16:creationId xmlns:a16="http://schemas.microsoft.com/office/drawing/2014/main" id="{C7F0B4B0-E566-4F3A-A683-E5293482F408}"/>
              </a:ext>
            </a:extLst>
          </p:cNvPr>
          <p:cNvSpPr>
            <a:spLocks noGrp="1"/>
          </p:cNvSpPr>
          <p:nvPr/>
        </p:nvSpPr>
        <p:spPr>
          <a:xfrm>
            <a:off x="4693877" y="4278955"/>
            <a:ext cx="28398" cy="28398"/>
          </a:xfrm>
          <a:prstGeom prst="ellipse">
            <a:avLst/>
          </a:prstGeom>
          <a:solidFill>
            <a:srgbClr val="7F8C97">
              <a:alpha val="48000"/>
            </a:srgbClr>
          </a:solidFill>
          <a:ln w="0">
            <a:noFill/>
            <a:prstDash val="solid"/>
          </a:ln>
        </p:spPr>
      </p:sp>
      <p:sp>
        <p:nvSpPr>
          <p:cNvPr id="1865" name="03_assume_matched_7162">
            <a:extLst>
              <a:ext uri="{FF2B5EF4-FFF2-40B4-BE49-F238E27FC236}">
                <a16:creationId xmlns:a16="http://schemas.microsoft.com/office/drawing/2014/main" id="{FB4D708A-76D7-4C0D-BA07-F8C6E1CF6F80}"/>
              </a:ext>
            </a:extLst>
          </p:cNvPr>
          <p:cNvSpPr>
            <a:spLocks noGrp="1"/>
          </p:cNvSpPr>
          <p:nvPr/>
        </p:nvSpPr>
        <p:spPr>
          <a:xfrm>
            <a:off x="4707261" y="4278955"/>
            <a:ext cx="28398" cy="28398"/>
          </a:xfrm>
          <a:prstGeom prst="ellipse">
            <a:avLst/>
          </a:prstGeom>
          <a:solidFill>
            <a:srgbClr val="7F8C97">
              <a:alpha val="48000"/>
            </a:srgbClr>
          </a:solidFill>
          <a:ln w="0">
            <a:noFill/>
            <a:prstDash val="solid"/>
          </a:ln>
        </p:spPr>
      </p:sp>
      <p:sp>
        <p:nvSpPr>
          <p:cNvPr id="1866" name="03_assume_matched_7163">
            <a:extLst>
              <a:ext uri="{FF2B5EF4-FFF2-40B4-BE49-F238E27FC236}">
                <a16:creationId xmlns:a16="http://schemas.microsoft.com/office/drawing/2014/main" id="{804C3E76-DD12-46E7-A1B6-75B8BB8A1F92}"/>
              </a:ext>
            </a:extLst>
          </p:cNvPr>
          <p:cNvSpPr>
            <a:spLocks noGrp="1"/>
          </p:cNvSpPr>
          <p:nvPr/>
        </p:nvSpPr>
        <p:spPr>
          <a:xfrm>
            <a:off x="4615879" y="3694086"/>
            <a:ext cx="28398" cy="28398"/>
          </a:xfrm>
          <a:prstGeom prst="ellipse">
            <a:avLst/>
          </a:prstGeom>
          <a:solidFill>
            <a:srgbClr val="7F8C97">
              <a:alpha val="48000"/>
            </a:srgbClr>
          </a:solidFill>
          <a:ln w="0">
            <a:noFill/>
            <a:prstDash val="solid"/>
          </a:ln>
        </p:spPr>
      </p:sp>
      <p:sp>
        <p:nvSpPr>
          <p:cNvPr id="1867" name="03_assume_matched_7164">
            <a:extLst>
              <a:ext uri="{FF2B5EF4-FFF2-40B4-BE49-F238E27FC236}">
                <a16:creationId xmlns:a16="http://schemas.microsoft.com/office/drawing/2014/main" id="{EC164B4F-C91B-42C6-882D-1932CD57404B}"/>
              </a:ext>
            </a:extLst>
          </p:cNvPr>
          <p:cNvSpPr>
            <a:spLocks noGrp="1"/>
          </p:cNvSpPr>
          <p:nvPr/>
        </p:nvSpPr>
        <p:spPr>
          <a:xfrm>
            <a:off x="4605086" y="3889042"/>
            <a:ext cx="28398" cy="28398"/>
          </a:xfrm>
          <a:prstGeom prst="ellipse">
            <a:avLst/>
          </a:prstGeom>
          <a:solidFill>
            <a:srgbClr val="7F8C97">
              <a:alpha val="48000"/>
            </a:srgbClr>
          </a:solidFill>
          <a:ln w="0">
            <a:noFill/>
            <a:prstDash val="solid"/>
          </a:ln>
        </p:spPr>
      </p:sp>
      <p:sp>
        <p:nvSpPr>
          <p:cNvPr id="1868" name="03_assume_matched_7165">
            <a:extLst>
              <a:ext uri="{FF2B5EF4-FFF2-40B4-BE49-F238E27FC236}">
                <a16:creationId xmlns:a16="http://schemas.microsoft.com/office/drawing/2014/main" id="{08F93179-F0AB-4F68-AAD1-E2A88D43DE64}"/>
              </a:ext>
            </a:extLst>
          </p:cNvPr>
          <p:cNvSpPr>
            <a:spLocks noGrp="1"/>
          </p:cNvSpPr>
          <p:nvPr/>
        </p:nvSpPr>
        <p:spPr>
          <a:xfrm>
            <a:off x="4687977" y="3986521"/>
            <a:ext cx="28398" cy="28398"/>
          </a:xfrm>
          <a:prstGeom prst="ellipse">
            <a:avLst/>
          </a:prstGeom>
          <a:solidFill>
            <a:srgbClr val="7F8C97">
              <a:alpha val="48000"/>
            </a:srgbClr>
          </a:solidFill>
          <a:ln w="0">
            <a:noFill/>
            <a:prstDash val="solid"/>
          </a:ln>
        </p:spPr>
      </p:sp>
      <p:sp>
        <p:nvSpPr>
          <p:cNvPr id="1869" name="03_assume_matched_7166">
            <a:extLst>
              <a:ext uri="{FF2B5EF4-FFF2-40B4-BE49-F238E27FC236}">
                <a16:creationId xmlns:a16="http://schemas.microsoft.com/office/drawing/2014/main" id="{67DB535D-21DB-4173-A169-68FBA4680A76}"/>
              </a:ext>
            </a:extLst>
          </p:cNvPr>
          <p:cNvSpPr>
            <a:spLocks noGrp="1"/>
          </p:cNvSpPr>
          <p:nvPr/>
        </p:nvSpPr>
        <p:spPr>
          <a:xfrm>
            <a:off x="4725106" y="4111850"/>
            <a:ext cx="28398" cy="28398"/>
          </a:xfrm>
          <a:prstGeom prst="ellipse">
            <a:avLst/>
          </a:prstGeom>
          <a:solidFill>
            <a:srgbClr val="7F8C97">
              <a:alpha val="48000"/>
            </a:srgbClr>
          </a:solidFill>
          <a:ln w="0">
            <a:noFill/>
            <a:prstDash val="solid"/>
          </a:ln>
        </p:spPr>
      </p:sp>
      <p:sp>
        <p:nvSpPr>
          <p:cNvPr id="1870" name="03_assume_matched_7167">
            <a:extLst>
              <a:ext uri="{FF2B5EF4-FFF2-40B4-BE49-F238E27FC236}">
                <a16:creationId xmlns:a16="http://schemas.microsoft.com/office/drawing/2014/main" id="{C0F662A4-2CBF-446D-AEF0-A2D4611D99AB}"/>
              </a:ext>
            </a:extLst>
          </p:cNvPr>
          <p:cNvSpPr>
            <a:spLocks noGrp="1"/>
          </p:cNvSpPr>
          <p:nvPr/>
        </p:nvSpPr>
        <p:spPr>
          <a:xfrm>
            <a:off x="4731294" y="3694086"/>
            <a:ext cx="28398" cy="28398"/>
          </a:xfrm>
          <a:prstGeom prst="ellipse">
            <a:avLst/>
          </a:prstGeom>
          <a:solidFill>
            <a:srgbClr val="7F8C97">
              <a:alpha val="48000"/>
            </a:srgbClr>
          </a:solidFill>
          <a:ln w="0">
            <a:noFill/>
            <a:prstDash val="solid"/>
          </a:ln>
        </p:spPr>
      </p:sp>
      <p:sp>
        <p:nvSpPr>
          <p:cNvPr id="1871" name="03_assume_matched_7168">
            <a:extLst>
              <a:ext uri="{FF2B5EF4-FFF2-40B4-BE49-F238E27FC236}">
                <a16:creationId xmlns:a16="http://schemas.microsoft.com/office/drawing/2014/main" id="{CCB9C027-F5AC-4197-9163-1999A81DADC4}"/>
              </a:ext>
            </a:extLst>
          </p:cNvPr>
          <p:cNvSpPr>
            <a:spLocks noGrp="1"/>
          </p:cNvSpPr>
          <p:nvPr/>
        </p:nvSpPr>
        <p:spPr>
          <a:xfrm>
            <a:off x="4642358" y="3694086"/>
            <a:ext cx="28398" cy="28398"/>
          </a:xfrm>
          <a:prstGeom prst="ellipse">
            <a:avLst/>
          </a:prstGeom>
          <a:solidFill>
            <a:srgbClr val="7F8C97">
              <a:alpha val="48000"/>
            </a:srgbClr>
          </a:solidFill>
          <a:ln w="0">
            <a:noFill/>
            <a:prstDash val="solid"/>
          </a:ln>
        </p:spPr>
      </p:sp>
      <p:sp>
        <p:nvSpPr>
          <p:cNvPr id="1872" name="03_assume_matched_7169">
            <a:extLst>
              <a:ext uri="{FF2B5EF4-FFF2-40B4-BE49-F238E27FC236}">
                <a16:creationId xmlns:a16="http://schemas.microsoft.com/office/drawing/2014/main" id="{B5771DF9-E2E8-43A3-AA9C-D1133C36321C}"/>
              </a:ext>
            </a:extLst>
          </p:cNvPr>
          <p:cNvSpPr>
            <a:spLocks noGrp="1"/>
          </p:cNvSpPr>
          <p:nvPr/>
        </p:nvSpPr>
        <p:spPr>
          <a:xfrm>
            <a:off x="4695173" y="4278955"/>
            <a:ext cx="28398" cy="28398"/>
          </a:xfrm>
          <a:prstGeom prst="ellipse">
            <a:avLst/>
          </a:prstGeom>
          <a:solidFill>
            <a:srgbClr val="7F8C97">
              <a:alpha val="48000"/>
            </a:srgbClr>
          </a:solidFill>
          <a:ln w="0">
            <a:noFill/>
            <a:prstDash val="solid"/>
          </a:ln>
        </p:spPr>
      </p:sp>
      <p:sp>
        <p:nvSpPr>
          <p:cNvPr id="1873" name="03_assume_matched_7170">
            <a:extLst>
              <a:ext uri="{FF2B5EF4-FFF2-40B4-BE49-F238E27FC236}">
                <a16:creationId xmlns:a16="http://schemas.microsoft.com/office/drawing/2014/main" id="{656E6E6C-1E67-4E2D-9237-FA54573CE6A0}"/>
              </a:ext>
            </a:extLst>
          </p:cNvPr>
          <p:cNvSpPr>
            <a:spLocks noGrp="1"/>
          </p:cNvSpPr>
          <p:nvPr/>
        </p:nvSpPr>
        <p:spPr>
          <a:xfrm>
            <a:off x="4706110" y="3694086"/>
            <a:ext cx="28398" cy="28398"/>
          </a:xfrm>
          <a:prstGeom prst="ellipse">
            <a:avLst/>
          </a:prstGeom>
          <a:solidFill>
            <a:srgbClr val="7F8C97">
              <a:alpha val="48000"/>
            </a:srgbClr>
          </a:solidFill>
          <a:ln w="0">
            <a:noFill/>
            <a:prstDash val="solid"/>
          </a:ln>
        </p:spPr>
      </p:sp>
      <p:sp>
        <p:nvSpPr>
          <p:cNvPr id="1874" name="03_assume_matched_7171">
            <a:extLst>
              <a:ext uri="{FF2B5EF4-FFF2-40B4-BE49-F238E27FC236}">
                <a16:creationId xmlns:a16="http://schemas.microsoft.com/office/drawing/2014/main" id="{55AB5669-8E46-4BDB-ACD6-2FF47FDEA29E}"/>
              </a:ext>
            </a:extLst>
          </p:cNvPr>
          <p:cNvSpPr>
            <a:spLocks noGrp="1"/>
          </p:cNvSpPr>
          <p:nvPr/>
        </p:nvSpPr>
        <p:spPr>
          <a:xfrm>
            <a:off x="4723523" y="3694086"/>
            <a:ext cx="28398" cy="28398"/>
          </a:xfrm>
          <a:prstGeom prst="ellipse">
            <a:avLst/>
          </a:prstGeom>
          <a:solidFill>
            <a:srgbClr val="7F8C97">
              <a:alpha val="48000"/>
            </a:srgbClr>
          </a:solidFill>
          <a:ln w="0">
            <a:noFill/>
            <a:prstDash val="solid"/>
          </a:ln>
        </p:spPr>
      </p:sp>
      <p:sp>
        <p:nvSpPr>
          <p:cNvPr id="1875" name="03_assume_matched_7172">
            <a:extLst>
              <a:ext uri="{FF2B5EF4-FFF2-40B4-BE49-F238E27FC236}">
                <a16:creationId xmlns:a16="http://schemas.microsoft.com/office/drawing/2014/main" id="{7AA6EA82-83B0-4816-B542-090A16D7381A}"/>
              </a:ext>
            </a:extLst>
          </p:cNvPr>
          <p:cNvSpPr>
            <a:spLocks noGrp="1"/>
          </p:cNvSpPr>
          <p:nvPr/>
        </p:nvSpPr>
        <p:spPr>
          <a:xfrm>
            <a:off x="4708268" y="3694086"/>
            <a:ext cx="28398" cy="28398"/>
          </a:xfrm>
          <a:prstGeom prst="ellipse">
            <a:avLst/>
          </a:prstGeom>
          <a:solidFill>
            <a:srgbClr val="7F8C97">
              <a:alpha val="48000"/>
            </a:srgbClr>
          </a:solidFill>
          <a:ln w="0">
            <a:noFill/>
            <a:prstDash val="solid"/>
          </a:ln>
        </p:spPr>
      </p:sp>
      <p:sp>
        <p:nvSpPr>
          <p:cNvPr id="1876" name="03_assume_matched_7173">
            <a:extLst>
              <a:ext uri="{FF2B5EF4-FFF2-40B4-BE49-F238E27FC236}">
                <a16:creationId xmlns:a16="http://schemas.microsoft.com/office/drawing/2014/main" id="{0FEDE1EA-0C60-4B8B-8392-24A2A16E2D24}"/>
              </a:ext>
            </a:extLst>
          </p:cNvPr>
          <p:cNvSpPr>
            <a:spLocks noGrp="1"/>
          </p:cNvSpPr>
          <p:nvPr/>
        </p:nvSpPr>
        <p:spPr>
          <a:xfrm>
            <a:off x="4686538" y="3694086"/>
            <a:ext cx="28398" cy="28398"/>
          </a:xfrm>
          <a:prstGeom prst="ellipse">
            <a:avLst/>
          </a:prstGeom>
          <a:solidFill>
            <a:srgbClr val="7F8C97">
              <a:alpha val="48000"/>
            </a:srgbClr>
          </a:solidFill>
          <a:ln w="0">
            <a:noFill/>
            <a:prstDash val="solid"/>
          </a:ln>
        </p:spPr>
      </p:sp>
      <p:sp>
        <p:nvSpPr>
          <p:cNvPr id="1877" name="03_assume_matched_7174">
            <a:extLst>
              <a:ext uri="{FF2B5EF4-FFF2-40B4-BE49-F238E27FC236}">
                <a16:creationId xmlns:a16="http://schemas.microsoft.com/office/drawing/2014/main" id="{3C9615D0-7EC7-4BE9-B771-FED12B67CFF0}"/>
              </a:ext>
            </a:extLst>
          </p:cNvPr>
          <p:cNvSpPr>
            <a:spLocks noGrp="1"/>
          </p:cNvSpPr>
          <p:nvPr/>
        </p:nvSpPr>
        <p:spPr>
          <a:xfrm>
            <a:off x="4598322" y="3694086"/>
            <a:ext cx="28398" cy="28398"/>
          </a:xfrm>
          <a:prstGeom prst="ellipse">
            <a:avLst/>
          </a:prstGeom>
          <a:solidFill>
            <a:srgbClr val="7F8C97">
              <a:alpha val="48000"/>
            </a:srgbClr>
          </a:solidFill>
          <a:ln w="0">
            <a:noFill/>
            <a:prstDash val="solid"/>
          </a:ln>
        </p:spPr>
      </p:sp>
      <p:sp>
        <p:nvSpPr>
          <p:cNvPr id="1878" name="03_assume_matched_7175">
            <a:extLst>
              <a:ext uri="{FF2B5EF4-FFF2-40B4-BE49-F238E27FC236}">
                <a16:creationId xmlns:a16="http://schemas.microsoft.com/office/drawing/2014/main" id="{E0F30C6C-5C69-4A2D-8885-40F28414C06B}"/>
              </a:ext>
            </a:extLst>
          </p:cNvPr>
          <p:cNvSpPr>
            <a:spLocks noGrp="1"/>
          </p:cNvSpPr>
          <p:nvPr/>
        </p:nvSpPr>
        <p:spPr>
          <a:xfrm>
            <a:off x="4612281" y="4278955"/>
            <a:ext cx="28398" cy="28398"/>
          </a:xfrm>
          <a:prstGeom prst="ellipse">
            <a:avLst/>
          </a:prstGeom>
          <a:solidFill>
            <a:srgbClr val="7F8C97">
              <a:alpha val="48000"/>
            </a:srgbClr>
          </a:solidFill>
          <a:ln w="0">
            <a:noFill/>
            <a:prstDash val="solid"/>
          </a:ln>
        </p:spPr>
      </p:sp>
      <p:sp>
        <p:nvSpPr>
          <p:cNvPr id="1879" name="03_assume_matched_7176">
            <a:extLst>
              <a:ext uri="{FF2B5EF4-FFF2-40B4-BE49-F238E27FC236}">
                <a16:creationId xmlns:a16="http://schemas.microsoft.com/office/drawing/2014/main" id="{48665EBE-B1BB-4680-931D-DA4084B88799}"/>
              </a:ext>
            </a:extLst>
          </p:cNvPr>
          <p:cNvSpPr>
            <a:spLocks noGrp="1"/>
          </p:cNvSpPr>
          <p:nvPr/>
        </p:nvSpPr>
        <p:spPr>
          <a:xfrm>
            <a:off x="4673442" y="3694086"/>
            <a:ext cx="28398" cy="28398"/>
          </a:xfrm>
          <a:prstGeom prst="ellipse">
            <a:avLst/>
          </a:prstGeom>
          <a:solidFill>
            <a:srgbClr val="7F8C97">
              <a:alpha val="48000"/>
            </a:srgbClr>
          </a:solidFill>
          <a:ln w="0">
            <a:noFill/>
            <a:prstDash val="solid"/>
          </a:ln>
        </p:spPr>
      </p:sp>
      <p:sp>
        <p:nvSpPr>
          <p:cNvPr id="1880" name="03_assume_matched_7177">
            <a:extLst>
              <a:ext uri="{FF2B5EF4-FFF2-40B4-BE49-F238E27FC236}">
                <a16:creationId xmlns:a16="http://schemas.microsoft.com/office/drawing/2014/main" id="{50105C1A-BDF1-4FD4-90BF-426AEB17DE2C}"/>
              </a:ext>
            </a:extLst>
          </p:cNvPr>
          <p:cNvSpPr>
            <a:spLocks noGrp="1"/>
          </p:cNvSpPr>
          <p:nvPr/>
        </p:nvSpPr>
        <p:spPr>
          <a:xfrm>
            <a:off x="4618325" y="3694086"/>
            <a:ext cx="28398" cy="28398"/>
          </a:xfrm>
          <a:prstGeom prst="ellipse">
            <a:avLst/>
          </a:prstGeom>
          <a:solidFill>
            <a:srgbClr val="7F8C97">
              <a:alpha val="48000"/>
            </a:srgbClr>
          </a:solidFill>
          <a:ln w="0">
            <a:noFill/>
            <a:prstDash val="solid"/>
          </a:ln>
        </p:spPr>
      </p:sp>
      <p:sp>
        <p:nvSpPr>
          <p:cNvPr id="1881" name="03_assume_matched_7178">
            <a:extLst>
              <a:ext uri="{FF2B5EF4-FFF2-40B4-BE49-F238E27FC236}">
                <a16:creationId xmlns:a16="http://schemas.microsoft.com/office/drawing/2014/main" id="{E9AF036C-D403-4996-B71B-96182BCC0D97}"/>
              </a:ext>
            </a:extLst>
          </p:cNvPr>
          <p:cNvSpPr>
            <a:spLocks noGrp="1"/>
          </p:cNvSpPr>
          <p:nvPr/>
        </p:nvSpPr>
        <p:spPr>
          <a:xfrm>
            <a:off x="4644373" y="3694086"/>
            <a:ext cx="28398" cy="28398"/>
          </a:xfrm>
          <a:prstGeom prst="ellipse">
            <a:avLst/>
          </a:prstGeom>
          <a:solidFill>
            <a:srgbClr val="7F8C97">
              <a:alpha val="48000"/>
            </a:srgbClr>
          </a:solidFill>
          <a:ln w="0">
            <a:noFill/>
            <a:prstDash val="solid"/>
          </a:ln>
        </p:spPr>
      </p:sp>
      <p:sp>
        <p:nvSpPr>
          <p:cNvPr id="1882" name="03_assume_matched_7179">
            <a:extLst>
              <a:ext uri="{FF2B5EF4-FFF2-40B4-BE49-F238E27FC236}">
                <a16:creationId xmlns:a16="http://schemas.microsoft.com/office/drawing/2014/main" id="{C15CD528-D3C0-4AAC-8E8D-5EE2096EAD98}"/>
              </a:ext>
            </a:extLst>
          </p:cNvPr>
          <p:cNvSpPr>
            <a:spLocks noGrp="1"/>
          </p:cNvSpPr>
          <p:nvPr/>
        </p:nvSpPr>
        <p:spPr>
          <a:xfrm>
            <a:off x="4593429" y="4278955"/>
            <a:ext cx="28398" cy="28398"/>
          </a:xfrm>
          <a:prstGeom prst="ellipse">
            <a:avLst/>
          </a:prstGeom>
          <a:solidFill>
            <a:srgbClr val="7F8C97">
              <a:alpha val="48000"/>
            </a:srgbClr>
          </a:solidFill>
          <a:ln w="0">
            <a:noFill/>
            <a:prstDash val="solid"/>
          </a:ln>
        </p:spPr>
      </p:sp>
      <p:sp>
        <p:nvSpPr>
          <p:cNvPr id="1883" name="03_assume_matched_7180">
            <a:extLst>
              <a:ext uri="{FF2B5EF4-FFF2-40B4-BE49-F238E27FC236}">
                <a16:creationId xmlns:a16="http://schemas.microsoft.com/office/drawing/2014/main" id="{10D59B05-7611-4264-B743-01BF916A5E12}"/>
              </a:ext>
            </a:extLst>
          </p:cNvPr>
          <p:cNvSpPr>
            <a:spLocks noGrp="1"/>
          </p:cNvSpPr>
          <p:nvPr/>
        </p:nvSpPr>
        <p:spPr>
          <a:xfrm>
            <a:off x="5466108" y="3709083"/>
            <a:ext cx="28398" cy="28398"/>
          </a:xfrm>
          <a:prstGeom prst="ellipse">
            <a:avLst/>
          </a:prstGeom>
          <a:solidFill>
            <a:srgbClr val="7F8C97">
              <a:alpha val="48000"/>
            </a:srgbClr>
          </a:solidFill>
          <a:ln w="0">
            <a:noFill/>
            <a:prstDash val="solid"/>
          </a:ln>
        </p:spPr>
      </p:sp>
      <p:sp>
        <p:nvSpPr>
          <p:cNvPr id="1884" name="03_assume_matched_7181">
            <a:extLst>
              <a:ext uri="{FF2B5EF4-FFF2-40B4-BE49-F238E27FC236}">
                <a16:creationId xmlns:a16="http://schemas.microsoft.com/office/drawing/2014/main" id="{DFA0CFBA-8420-4D40-BE47-F82383DC136C}"/>
              </a:ext>
            </a:extLst>
          </p:cNvPr>
          <p:cNvSpPr>
            <a:spLocks noGrp="1"/>
          </p:cNvSpPr>
          <p:nvPr/>
        </p:nvSpPr>
        <p:spPr>
          <a:xfrm>
            <a:off x="5454595" y="4278955"/>
            <a:ext cx="28398" cy="28398"/>
          </a:xfrm>
          <a:prstGeom prst="ellipse">
            <a:avLst/>
          </a:prstGeom>
          <a:solidFill>
            <a:srgbClr val="7F8C97">
              <a:alpha val="48000"/>
            </a:srgbClr>
          </a:solidFill>
          <a:ln w="0">
            <a:noFill/>
            <a:prstDash val="solid"/>
          </a:ln>
        </p:spPr>
      </p:sp>
      <p:sp>
        <p:nvSpPr>
          <p:cNvPr id="1885" name="03_assume_matched_7182">
            <a:extLst>
              <a:ext uri="{FF2B5EF4-FFF2-40B4-BE49-F238E27FC236}">
                <a16:creationId xmlns:a16="http://schemas.microsoft.com/office/drawing/2014/main" id="{2C5BFC63-E2CE-45AF-A2FE-6DFD0ED7AB32}"/>
              </a:ext>
            </a:extLst>
          </p:cNvPr>
          <p:cNvSpPr>
            <a:spLocks noGrp="1"/>
          </p:cNvSpPr>
          <p:nvPr/>
        </p:nvSpPr>
        <p:spPr>
          <a:xfrm>
            <a:off x="5397464" y="3694086"/>
            <a:ext cx="28398" cy="28398"/>
          </a:xfrm>
          <a:prstGeom prst="ellipse">
            <a:avLst/>
          </a:prstGeom>
          <a:solidFill>
            <a:srgbClr val="7F8C97">
              <a:alpha val="48000"/>
            </a:srgbClr>
          </a:solidFill>
          <a:ln w="0">
            <a:noFill/>
            <a:prstDash val="solid"/>
          </a:ln>
        </p:spPr>
      </p:sp>
      <p:sp>
        <p:nvSpPr>
          <p:cNvPr id="1886" name="03_assume_matched_7183">
            <a:extLst>
              <a:ext uri="{FF2B5EF4-FFF2-40B4-BE49-F238E27FC236}">
                <a16:creationId xmlns:a16="http://schemas.microsoft.com/office/drawing/2014/main" id="{4CD0729B-5AC6-4D6D-B7A6-AF2F99969C1C}"/>
              </a:ext>
            </a:extLst>
          </p:cNvPr>
          <p:cNvSpPr>
            <a:spLocks noGrp="1"/>
          </p:cNvSpPr>
          <p:nvPr/>
        </p:nvSpPr>
        <p:spPr>
          <a:xfrm>
            <a:off x="5476326" y="3694086"/>
            <a:ext cx="28398" cy="28398"/>
          </a:xfrm>
          <a:prstGeom prst="ellipse">
            <a:avLst/>
          </a:prstGeom>
          <a:solidFill>
            <a:srgbClr val="7F8C97">
              <a:alpha val="48000"/>
            </a:srgbClr>
          </a:solidFill>
          <a:ln w="0">
            <a:noFill/>
            <a:prstDash val="solid"/>
          </a:ln>
        </p:spPr>
      </p:sp>
      <p:sp>
        <p:nvSpPr>
          <p:cNvPr id="1887" name="03_assume_matched_7184">
            <a:extLst>
              <a:ext uri="{FF2B5EF4-FFF2-40B4-BE49-F238E27FC236}">
                <a16:creationId xmlns:a16="http://schemas.microsoft.com/office/drawing/2014/main" id="{86E2EFEF-30C8-43B0-98A3-82BA8E2A0609}"/>
              </a:ext>
            </a:extLst>
          </p:cNvPr>
          <p:cNvSpPr>
            <a:spLocks noGrp="1"/>
          </p:cNvSpPr>
          <p:nvPr/>
        </p:nvSpPr>
        <p:spPr>
          <a:xfrm>
            <a:off x="5444090" y="3694086"/>
            <a:ext cx="28398" cy="28398"/>
          </a:xfrm>
          <a:prstGeom prst="ellipse">
            <a:avLst/>
          </a:prstGeom>
          <a:solidFill>
            <a:srgbClr val="7F8C97">
              <a:alpha val="48000"/>
            </a:srgbClr>
          </a:solidFill>
          <a:ln w="0">
            <a:noFill/>
            <a:prstDash val="solid"/>
          </a:ln>
        </p:spPr>
      </p:sp>
      <p:sp>
        <p:nvSpPr>
          <p:cNvPr id="1888" name="03_assume_matched_7185">
            <a:extLst>
              <a:ext uri="{FF2B5EF4-FFF2-40B4-BE49-F238E27FC236}">
                <a16:creationId xmlns:a16="http://schemas.microsoft.com/office/drawing/2014/main" id="{429336F6-64A2-4600-8997-CB61CB784641}"/>
              </a:ext>
            </a:extLst>
          </p:cNvPr>
          <p:cNvSpPr>
            <a:spLocks noGrp="1"/>
          </p:cNvSpPr>
          <p:nvPr/>
        </p:nvSpPr>
        <p:spPr>
          <a:xfrm>
            <a:off x="5348822" y="3694086"/>
            <a:ext cx="28398" cy="28398"/>
          </a:xfrm>
          <a:prstGeom prst="ellipse">
            <a:avLst/>
          </a:prstGeom>
          <a:solidFill>
            <a:srgbClr val="7F8C97">
              <a:alpha val="48000"/>
            </a:srgbClr>
          </a:solidFill>
          <a:ln w="0">
            <a:noFill/>
            <a:prstDash val="solid"/>
          </a:ln>
        </p:spPr>
      </p:sp>
      <p:sp>
        <p:nvSpPr>
          <p:cNvPr id="1889" name="03_assume_matched_7186">
            <a:extLst>
              <a:ext uri="{FF2B5EF4-FFF2-40B4-BE49-F238E27FC236}">
                <a16:creationId xmlns:a16="http://schemas.microsoft.com/office/drawing/2014/main" id="{8A172654-679C-440C-B1D4-682A70F0FB42}"/>
              </a:ext>
            </a:extLst>
          </p:cNvPr>
          <p:cNvSpPr>
            <a:spLocks noGrp="1"/>
          </p:cNvSpPr>
          <p:nvPr/>
        </p:nvSpPr>
        <p:spPr>
          <a:xfrm>
            <a:off x="5379475" y="4278955"/>
            <a:ext cx="28398" cy="28398"/>
          </a:xfrm>
          <a:prstGeom prst="ellipse">
            <a:avLst/>
          </a:prstGeom>
          <a:solidFill>
            <a:srgbClr val="7F8C97">
              <a:alpha val="48000"/>
            </a:srgbClr>
          </a:solidFill>
          <a:ln w="0">
            <a:noFill/>
            <a:prstDash val="solid"/>
          </a:ln>
        </p:spPr>
      </p:sp>
      <p:sp>
        <p:nvSpPr>
          <p:cNvPr id="1890" name="03_assume_matched_7187">
            <a:extLst>
              <a:ext uri="{FF2B5EF4-FFF2-40B4-BE49-F238E27FC236}">
                <a16:creationId xmlns:a16="http://schemas.microsoft.com/office/drawing/2014/main" id="{AFB5ED2B-13C4-4195-8940-0E601BD41AD9}"/>
              </a:ext>
            </a:extLst>
          </p:cNvPr>
          <p:cNvSpPr>
            <a:spLocks noGrp="1"/>
          </p:cNvSpPr>
          <p:nvPr/>
        </p:nvSpPr>
        <p:spPr>
          <a:xfrm>
            <a:off x="5348534" y="4132738"/>
            <a:ext cx="28398" cy="28398"/>
          </a:xfrm>
          <a:prstGeom prst="ellipse">
            <a:avLst/>
          </a:prstGeom>
          <a:solidFill>
            <a:srgbClr val="7F8C97">
              <a:alpha val="48000"/>
            </a:srgbClr>
          </a:solidFill>
          <a:ln w="0">
            <a:noFill/>
            <a:prstDash val="solid"/>
          </a:ln>
        </p:spPr>
      </p:sp>
      <p:sp>
        <p:nvSpPr>
          <p:cNvPr id="1891" name="03_assume_matched_7188">
            <a:extLst>
              <a:ext uri="{FF2B5EF4-FFF2-40B4-BE49-F238E27FC236}">
                <a16:creationId xmlns:a16="http://schemas.microsoft.com/office/drawing/2014/main" id="{157AEA50-34B4-484F-B210-31D0BAE152F3}"/>
              </a:ext>
            </a:extLst>
          </p:cNvPr>
          <p:cNvSpPr>
            <a:spLocks noGrp="1"/>
          </p:cNvSpPr>
          <p:nvPr/>
        </p:nvSpPr>
        <p:spPr>
          <a:xfrm>
            <a:off x="5429843" y="3986521"/>
            <a:ext cx="28398" cy="28398"/>
          </a:xfrm>
          <a:prstGeom prst="ellipse">
            <a:avLst/>
          </a:prstGeom>
          <a:solidFill>
            <a:srgbClr val="7F8C97">
              <a:alpha val="48000"/>
            </a:srgbClr>
          </a:solidFill>
          <a:ln w="0">
            <a:noFill/>
            <a:prstDash val="solid"/>
          </a:ln>
        </p:spPr>
      </p:sp>
      <p:sp>
        <p:nvSpPr>
          <p:cNvPr id="1892" name="03_assume_matched_7189">
            <a:extLst>
              <a:ext uri="{FF2B5EF4-FFF2-40B4-BE49-F238E27FC236}">
                <a16:creationId xmlns:a16="http://schemas.microsoft.com/office/drawing/2014/main" id="{BBF947D2-5955-4E9A-95A7-EB2E846080E5}"/>
              </a:ext>
            </a:extLst>
          </p:cNvPr>
          <p:cNvSpPr>
            <a:spLocks noGrp="1"/>
          </p:cNvSpPr>
          <p:nvPr/>
        </p:nvSpPr>
        <p:spPr>
          <a:xfrm>
            <a:off x="5411135" y="4278955"/>
            <a:ext cx="28398" cy="28398"/>
          </a:xfrm>
          <a:prstGeom prst="ellipse">
            <a:avLst/>
          </a:prstGeom>
          <a:solidFill>
            <a:srgbClr val="7F8C97">
              <a:alpha val="48000"/>
            </a:srgbClr>
          </a:solidFill>
          <a:ln w="0">
            <a:noFill/>
            <a:prstDash val="solid"/>
          </a:ln>
        </p:spPr>
      </p:sp>
      <p:sp>
        <p:nvSpPr>
          <p:cNvPr id="1893" name="03_assume_matched_7190">
            <a:extLst>
              <a:ext uri="{FF2B5EF4-FFF2-40B4-BE49-F238E27FC236}">
                <a16:creationId xmlns:a16="http://schemas.microsoft.com/office/drawing/2014/main" id="{F9C9248A-77D7-4019-B468-A9A6C53B361E}"/>
              </a:ext>
            </a:extLst>
          </p:cNvPr>
          <p:cNvSpPr>
            <a:spLocks noGrp="1"/>
          </p:cNvSpPr>
          <p:nvPr/>
        </p:nvSpPr>
        <p:spPr>
          <a:xfrm>
            <a:off x="5395881" y="3694086"/>
            <a:ext cx="28398" cy="28398"/>
          </a:xfrm>
          <a:prstGeom prst="ellipse">
            <a:avLst/>
          </a:prstGeom>
          <a:solidFill>
            <a:srgbClr val="7F8C97">
              <a:alpha val="48000"/>
            </a:srgbClr>
          </a:solidFill>
          <a:ln w="0">
            <a:noFill/>
            <a:prstDash val="solid"/>
          </a:ln>
        </p:spPr>
      </p:sp>
      <p:sp>
        <p:nvSpPr>
          <p:cNvPr id="1894" name="03_assume_matched_7191">
            <a:extLst>
              <a:ext uri="{FF2B5EF4-FFF2-40B4-BE49-F238E27FC236}">
                <a16:creationId xmlns:a16="http://schemas.microsoft.com/office/drawing/2014/main" id="{06D5505E-DB10-40B8-9E75-566BBAC3CABC}"/>
              </a:ext>
            </a:extLst>
          </p:cNvPr>
          <p:cNvSpPr>
            <a:spLocks noGrp="1"/>
          </p:cNvSpPr>
          <p:nvPr/>
        </p:nvSpPr>
        <p:spPr>
          <a:xfrm>
            <a:off x="5381634" y="4278955"/>
            <a:ext cx="28398" cy="28398"/>
          </a:xfrm>
          <a:prstGeom prst="ellipse">
            <a:avLst/>
          </a:prstGeom>
          <a:solidFill>
            <a:srgbClr val="7F8C97">
              <a:alpha val="48000"/>
            </a:srgbClr>
          </a:solidFill>
          <a:ln w="0">
            <a:noFill/>
            <a:prstDash val="solid"/>
          </a:ln>
        </p:spPr>
      </p:sp>
      <p:sp>
        <p:nvSpPr>
          <p:cNvPr id="1895" name="03_assume_matched_7192">
            <a:extLst>
              <a:ext uri="{FF2B5EF4-FFF2-40B4-BE49-F238E27FC236}">
                <a16:creationId xmlns:a16="http://schemas.microsoft.com/office/drawing/2014/main" id="{3291BE67-61B4-478B-9BEF-3FB62A8CB95E}"/>
              </a:ext>
            </a:extLst>
          </p:cNvPr>
          <p:cNvSpPr>
            <a:spLocks noGrp="1"/>
          </p:cNvSpPr>
          <p:nvPr/>
        </p:nvSpPr>
        <p:spPr>
          <a:xfrm>
            <a:off x="5398039" y="4278955"/>
            <a:ext cx="28398" cy="28398"/>
          </a:xfrm>
          <a:prstGeom prst="ellipse">
            <a:avLst/>
          </a:prstGeom>
          <a:solidFill>
            <a:srgbClr val="7F8C97">
              <a:alpha val="48000"/>
            </a:srgbClr>
          </a:solidFill>
          <a:ln w="0">
            <a:noFill/>
            <a:prstDash val="solid"/>
          </a:ln>
        </p:spPr>
      </p:sp>
      <p:sp>
        <p:nvSpPr>
          <p:cNvPr id="1896" name="03_assume_matched_7193">
            <a:extLst>
              <a:ext uri="{FF2B5EF4-FFF2-40B4-BE49-F238E27FC236}">
                <a16:creationId xmlns:a16="http://schemas.microsoft.com/office/drawing/2014/main" id="{B9E6F849-8324-4BD2-97E6-1255B12DC7E3}"/>
              </a:ext>
            </a:extLst>
          </p:cNvPr>
          <p:cNvSpPr>
            <a:spLocks noGrp="1"/>
          </p:cNvSpPr>
          <p:nvPr/>
        </p:nvSpPr>
        <p:spPr>
          <a:xfrm>
            <a:off x="5483233" y="4132738"/>
            <a:ext cx="28398" cy="28398"/>
          </a:xfrm>
          <a:prstGeom prst="ellipse">
            <a:avLst/>
          </a:prstGeom>
          <a:solidFill>
            <a:srgbClr val="7F8C97">
              <a:alpha val="48000"/>
            </a:srgbClr>
          </a:solidFill>
          <a:ln w="0">
            <a:noFill/>
            <a:prstDash val="solid"/>
          </a:ln>
        </p:spPr>
      </p:sp>
      <p:sp>
        <p:nvSpPr>
          <p:cNvPr id="1897" name="03_assume_matched_7194">
            <a:extLst>
              <a:ext uri="{FF2B5EF4-FFF2-40B4-BE49-F238E27FC236}">
                <a16:creationId xmlns:a16="http://schemas.microsoft.com/office/drawing/2014/main" id="{432DAFE8-E1D0-4446-9AB1-89B94313263F}"/>
              </a:ext>
            </a:extLst>
          </p:cNvPr>
          <p:cNvSpPr>
            <a:spLocks noGrp="1"/>
          </p:cNvSpPr>
          <p:nvPr/>
        </p:nvSpPr>
        <p:spPr>
          <a:xfrm>
            <a:off x="5438190" y="3694086"/>
            <a:ext cx="28398" cy="28398"/>
          </a:xfrm>
          <a:prstGeom prst="ellipse">
            <a:avLst/>
          </a:prstGeom>
          <a:solidFill>
            <a:srgbClr val="7F8C97">
              <a:alpha val="48000"/>
            </a:srgbClr>
          </a:solidFill>
          <a:ln w="0">
            <a:noFill/>
            <a:prstDash val="solid"/>
          </a:ln>
        </p:spPr>
      </p:sp>
      <p:sp>
        <p:nvSpPr>
          <p:cNvPr id="1898" name="03_assume_matched_7195">
            <a:extLst>
              <a:ext uri="{FF2B5EF4-FFF2-40B4-BE49-F238E27FC236}">
                <a16:creationId xmlns:a16="http://schemas.microsoft.com/office/drawing/2014/main" id="{4D541BA6-C6F7-4062-B878-44A52B7D2420}"/>
              </a:ext>
            </a:extLst>
          </p:cNvPr>
          <p:cNvSpPr>
            <a:spLocks noGrp="1"/>
          </p:cNvSpPr>
          <p:nvPr/>
        </p:nvSpPr>
        <p:spPr>
          <a:xfrm>
            <a:off x="5447976" y="4213970"/>
            <a:ext cx="28398" cy="28398"/>
          </a:xfrm>
          <a:prstGeom prst="ellipse">
            <a:avLst/>
          </a:prstGeom>
          <a:solidFill>
            <a:srgbClr val="7F8C97">
              <a:alpha val="48000"/>
            </a:srgbClr>
          </a:solidFill>
          <a:ln w="0">
            <a:noFill/>
            <a:prstDash val="solid"/>
          </a:ln>
        </p:spPr>
      </p:sp>
      <p:sp>
        <p:nvSpPr>
          <p:cNvPr id="1899" name="03_assume_matched_7196">
            <a:extLst>
              <a:ext uri="{FF2B5EF4-FFF2-40B4-BE49-F238E27FC236}">
                <a16:creationId xmlns:a16="http://schemas.microsoft.com/office/drawing/2014/main" id="{C56086EB-14A9-494F-A83F-F7248F4AABA7}"/>
              </a:ext>
            </a:extLst>
          </p:cNvPr>
          <p:cNvSpPr>
            <a:spLocks noGrp="1"/>
          </p:cNvSpPr>
          <p:nvPr/>
        </p:nvSpPr>
        <p:spPr>
          <a:xfrm>
            <a:off x="5384800" y="4148984"/>
            <a:ext cx="28398" cy="28398"/>
          </a:xfrm>
          <a:prstGeom prst="ellipse">
            <a:avLst/>
          </a:prstGeom>
          <a:solidFill>
            <a:srgbClr val="7F8C97">
              <a:alpha val="48000"/>
            </a:srgbClr>
          </a:solidFill>
          <a:ln w="0">
            <a:noFill/>
            <a:prstDash val="solid"/>
          </a:ln>
        </p:spPr>
      </p:sp>
      <p:sp>
        <p:nvSpPr>
          <p:cNvPr id="1900" name="03_assume_matched_7197">
            <a:extLst>
              <a:ext uri="{FF2B5EF4-FFF2-40B4-BE49-F238E27FC236}">
                <a16:creationId xmlns:a16="http://schemas.microsoft.com/office/drawing/2014/main" id="{A30F607E-24F8-41CD-A092-FB226996DCA0}"/>
              </a:ext>
            </a:extLst>
          </p:cNvPr>
          <p:cNvSpPr>
            <a:spLocks noGrp="1"/>
          </p:cNvSpPr>
          <p:nvPr/>
        </p:nvSpPr>
        <p:spPr>
          <a:xfrm>
            <a:off x="5475174" y="4083999"/>
            <a:ext cx="28398" cy="28398"/>
          </a:xfrm>
          <a:prstGeom prst="ellipse">
            <a:avLst/>
          </a:prstGeom>
          <a:solidFill>
            <a:srgbClr val="7F8C97">
              <a:alpha val="48000"/>
            </a:srgbClr>
          </a:solidFill>
          <a:ln w="0">
            <a:noFill/>
            <a:prstDash val="solid"/>
          </a:ln>
        </p:spPr>
      </p:sp>
      <p:sp>
        <p:nvSpPr>
          <p:cNvPr id="1901" name="03_assume_matched_7198">
            <a:extLst>
              <a:ext uri="{FF2B5EF4-FFF2-40B4-BE49-F238E27FC236}">
                <a16:creationId xmlns:a16="http://schemas.microsoft.com/office/drawing/2014/main" id="{ED635E7C-C132-45B9-89EA-C08EA631044E}"/>
              </a:ext>
            </a:extLst>
          </p:cNvPr>
          <p:cNvSpPr>
            <a:spLocks noGrp="1"/>
          </p:cNvSpPr>
          <p:nvPr/>
        </p:nvSpPr>
        <p:spPr>
          <a:xfrm>
            <a:off x="5448263" y="3694086"/>
            <a:ext cx="28398" cy="28398"/>
          </a:xfrm>
          <a:prstGeom prst="ellipse">
            <a:avLst/>
          </a:prstGeom>
          <a:solidFill>
            <a:srgbClr val="7F8C97">
              <a:alpha val="48000"/>
            </a:srgbClr>
          </a:solidFill>
          <a:ln w="0">
            <a:noFill/>
            <a:prstDash val="solid"/>
          </a:ln>
        </p:spPr>
      </p:sp>
      <p:sp>
        <p:nvSpPr>
          <p:cNvPr id="1902" name="03_assume_matched_7199">
            <a:extLst>
              <a:ext uri="{FF2B5EF4-FFF2-40B4-BE49-F238E27FC236}">
                <a16:creationId xmlns:a16="http://schemas.microsoft.com/office/drawing/2014/main" id="{03196293-DF78-449B-AABA-D17341CE47F2}"/>
              </a:ext>
            </a:extLst>
          </p:cNvPr>
          <p:cNvSpPr>
            <a:spLocks noGrp="1"/>
          </p:cNvSpPr>
          <p:nvPr/>
        </p:nvSpPr>
        <p:spPr>
          <a:xfrm>
            <a:off x="5366091" y="4278955"/>
            <a:ext cx="28398" cy="28398"/>
          </a:xfrm>
          <a:prstGeom prst="ellipse">
            <a:avLst/>
          </a:prstGeom>
          <a:solidFill>
            <a:srgbClr val="7F8C97">
              <a:alpha val="48000"/>
            </a:srgbClr>
          </a:solidFill>
          <a:ln w="0">
            <a:noFill/>
            <a:prstDash val="solid"/>
          </a:ln>
        </p:spPr>
      </p:sp>
      <p:sp>
        <p:nvSpPr>
          <p:cNvPr id="1903" name="03_assume_matched_7200">
            <a:extLst>
              <a:ext uri="{FF2B5EF4-FFF2-40B4-BE49-F238E27FC236}">
                <a16:creationId xmlns:a16="http://schemas.microsoft.com/office/drawing/2014/main" id="{DB3B0FA1-8A96-4091-9CC9-DD113B5A8463}"/>
              </a:ext>
            </a:extLst>
          </p:cNvPr>
          <p:cNvSpPr>
            <a:spLocks noGrp="1"/>
          </p:cNvSpPr>
          <p:nvPr/>
        </p:nvSpPr>
        <p:spPr>
          <a:xfrm>
            <a:off x="5373431" y="3694086"/>
            <a:ext cx="28398" cy="28398"/>
          </a:xfrm>
          <a:prstGeom prst="ellipse">
            <a:avLst/>
          </a:prstGeom>
          <a:solidFill>
            <a:srgbClr val="7F8C97">
              <a:alpha val="48000"/>
            </a:srgbClr>
          </a:solidFill>
          <a:ln w="0">
            <a:noFill/>
            <a:prstDash val="solid"/>
          </a:ln>
        </p:spPr>
      </p:sp>
      <p:sp>
        <p:nvSpPr>
          <p:cNvPr id="1904" name="03_assume_matched_7201">
            <a:extLst>
              <a:ext uri="{FF2B5EF4-FFF2-40B4-BE49-F238E27FC236}">
                <a16:creationId xmlns:a16="http://schemas.microsoft.com/office/drawing/2014/main" id="{5904E761-8F3F-434D-BD8B-33252D923B4D}"/>
              </a:ext>
            </a:extLst>
          </p:cNvPr>
          <p:cNvSpPr>
            <a:spLocks noGrp="1"/>
          </p:cNvSpPr>
          <p:nvPr/>
        </p:nvSpPr>
        <p:spPr>
          <a:xfrm>
            <a:off x="5384656" y="4083999"/>
            <a:ext cx="28398" cy="28398"/>
          </a:xfrm>
          <a:prstGeom prst="ellipse">
            <a:avLst/>
          </a:prstGeom>
          <a:solidFill>
            <a:srgbClr val="7F8C97">
              <a:alpha val="48000"/>
            </a:srgbClr>
          </a:solidFill>
          <a:ln w="0">
            <a:noFill/>
            <a:prstDash val="solid"/>
          </a:ln>
        </p:spPr>
      </p:sp>
      <p:sp>
        <p:nvSpPr>
          <p:cNvPr id="1905" name="03_assume_matched_7202">
            <a:extLst>
              <a:ext uri="{FF2B5EF4-FFF2-40B4-BE49-F238E27FC236}">
                <a16:creationId xmlns:a16="http://schemas.microsoft.com/office/drawing/2014/main" id="{60FBB4C8-52B7-4893-A907-6C8AA88B4B28}"/>
              </a:ext>
            </a:extLst>
          </p:cNvPr>
          <p:cNvSpPr>
            <a:spLocks noGrp="1"/>
          </p:cNvSpPr>
          <p:nvPr/>
        </p:nvSpPr>
        <p:spPr>
          <a:xfrm>
            <a:off x="5474023" y="3986521"/>
            <a:ext cx="28398" cy="28398"/>
          </a:xfrm>
          <a:prstGeom prst="ellipse">
            <a:avLst/>
          </a:prstGeom>
          <a:solidFill>
            <a:srgbClr val="7F8C97">
              <a:alpha val="48000"/>
            </a:srgbClr>
          </a:solidFill>
          <a:ln w="0">
            <a:noFill/>
            <a:prstDash val="solid"/>
          </a:ln>
        </p:spPr>
      </p:sp>
      <p:sp>
        <p:nvSpPr>
          <p:cNvPr id="1906" name="03_assume_matched_7203">
            <a:extLst>
              <a:ext uri="{FF2B5EF4-FFF2-40B4-BE49-F238E27FC236}">
                <a16:creationId xmlns:a16="http://schemas.microsoft.com/office/drawing/2014/main" id="{8B435422-1CF9-44C5-A9F4-BE78189367E2}"/>
              </a:ext>
            </a:extLst>
          </p:cNvPr>
          <p:cNvSpPr>
            <a:spLocks noGrp="1"/>
          </p:cNvSpPr>
          <p:nvPr/>
        </p:nvSpPr>
        <p:spPr>
          <a:xfrm>
            <a:off x="5386958" y="3694086"/>
            <a:ext cx="28398" cy="28398"/>
          </a:xfrm>
          <a:prstGeom prst="ellipse">
            <a:avLst/>
          </a:prstGeom>
          <a:solidFill>
            <a:srgbClr val="7F8C97">
              <a:alpha val="48000"/>
            </a:srgbClr>
          </a:solidFill>
          <a:ln w="0">
            <a:noFill/>
            <a:prstDash val="solid"/>
          </a:ln>
        </p:spPr>
      </p:sp>
      <p:sp>
        <p:nvSpPr>
          <p:cNvPr id="1907" name="03_assume_matched_7204">
            <a:extLst>
              <a:ext uri="{FF2B5EF4-FFF2-40B4-BE49-F238E27FC236}">
                <a16:creationId xmlns:a16="http://schemas.microsoft.com/office/drawing/2014/main" id="{2538FFAA-9109-43E2-BA40-FEB41EA275D8}"/>
              </a:ext>
            </a:extLst>
          </p:cNvPr>
          <p:cNvSpPr>
            <a:spLocks noGrp="1"/>
          </p:cNvSpPr>
          <p:nvPr/>
        </p:nvSpPr>
        <p:spPr>
          <a:xfrm>
            <a:off x="5465964" y="4083999"/>
            <a:ext cx="28398" cy="28398"/>
          </a:xfrm>
          <a:prstGeom prst="ellipse">
            <a:avLst/>
          </a:prstGeom>
          <a:solidFill>
            <a:srgbClr val="7F8C97">
              <a:alpha val="48000"/>
            </a:srgbClr>
          </a:solidFill>
          <a:ln w="0">
            <a:noFill/>
            <a:prstDash val="solid"/>
          </a:ln>
        </p:spPr>
      </p:sp>
      <p:sp>
        <p:nvSpPr>
          <p:cNvPr id="1908" name="03_assume_matched_7205">
            <a:extLst>
              <a:ext uri="{FF2B5EF4-FFF2-40B4-BE49-F238E27FC236}">
                <a16:creationId xmlns:a16="http://schemas.microsoft.com/office/drawing/2014/main" id="{DD2F3039-9DBD-40C1-9E70-27B25636CA6B}"/>
              </a:ext>
            </a:extLst>
          </p:cNvPr>
          <p:cNvSpPr>
            <a:spLocks noGrp="1"/>
          </p:cNvSpPr>
          <p:nvPr/>
        </p:nvSpPr>
        <p:spPr>
          <a:xfrm>
            <a:off x="5467115" y="3694086"/>
            <a:ext cx="28398" cy="28398"/>
          </a:xfrm>
          <a:prstGeom prst="ellipse">
            <a:avLst/>
          </a:prstGeom>
          <a:solidFill>
            <a:srgbClr val="7F8C97">
              <a:alpha val="48000"/>
            </a:srgbClr>
          </a:solidFill>
          <a:ln w="0">
            <a:noFill/>
            <a:prstDash val="solid"/>
          </a:ln>
        </p:spPr>
      </p:sp>
      <p:sp>
        <p:nvSpPr>
          <p:cNvPr id="1909" name="03_assume_matched_7206">
            <a:extLst>
              <a:ext uri="{FF2B5EF4-FFF2-40B4-BE49-F238E27FC236}">
                <a16:creationId xmlns:a16="http://schemas.microsoft.com/office/drawing/2014/main" id="{FCD795FB-BBF4-4084-B938-7B5B0C872286}"/>
              </a:ext>
            </a:extLst>
          </p:cNvPr>
          <p:cNvSpPr>
            <a:spLocks noGrp="1"/>
          </p:cNvSpPr>
          <p:nvPr/>
        </p:nvSpPr>
        <p:spPr>
          <a:xfrm>
            <a:off x="5470857" y="4278955"/>
            <a:ext cx="28398" cy="28398"/>
          </a:xfrm>
          <a:prstGeom prst="ellipse">
            <a:avLst/>
          </a:prstGeom>
          <a:solidFill>
            <a:srgbClr val="7F8C97">
              <a:alpha val="48000"/>
            </a:srgbClr>
          </a:solidFill>
          <a:ln w="0">
            <a:noFill/>
            <a:prstDash val="solid"/>
          </a:ln>
        </p:spPr>
      </p:sp>
      <p:sp>
        <p:nvSpPr>
          <p:cNvPr id="1910" name="03_assume_matched_7207">
            <a:extLst>
              <a:ext uri="{FF2B5EF4-FFF2-40B4-BE49-F238E27FC236}">
                <a16:creationId xmlns:a16="http://schemas.microsoft.com/office/drawing/2014/main" id="{855507EC-ACF1-4472-B071-FB1283860637}"/>
              </a:ext>
            </a:extLst>
          </p:cNvPr>
          <p:cNvSpPr>
            <a:spLocks noGrp="1"/>
          </p:cNvSpPr>
          <p:nvPr/>
        </p:nvSpPr>
        <p:spPr>
          <a:xfrm>
            <a:off x="5388109" y="4083999"/>
            <a:ext cx="28398" cy="28398"/>
          </a:xfrm>
          <a:prstGeom prst="ellipse">
            <a:avLst/>
          </a:prstGeom>
          <a:solidFill>
            <a:srgbClr val="7F8C97">
              <a:alpha val="48000"/>
            </a:srgbClr>
          </a:solidFill>
          <a:ln w="0">
            <a:noFill/>
            <a:prstDash val="solid"/>
          </a:ln>
        </p:spPr>
      </p:sp>
      <p:sp>
        <p:nvSpPr>
          <p:cNvPr id="1911" name="03_assume_matched_7208">
            <a:extLst>
              <a:ext uri="{FF2B5EF4-FFF2-40B4-BE49-F238E27FC236}">
                <a16:creationId xmlns:a16="http://schemas.microsoft.com/office/drawing/2014/main" id="{929B0802-C632-42EA-B1C6-5774E089F17C}"/>
              </a:ext>
            </a:extLst>
          </p:cNvPr>
          <p:cNvSpPr>
            <a:spLocks noGrp="1"/>
          </p:cNvSpPr>
          <p:nvPr/>
        </p:nvSpPr>
        <p:spPr>
          <a:xfrm>
            <a:off x="5366379" y="4132738"/>
            <a:ext cx="28398" cy="28398"/>
          </a:xfrm>
          <a:prstGeom prst="ellipse">
            <a:avLst/>
          </a:prstGeom>
          <a:solidFill>
            <a:srgbClr val="7F8C97">
              <a:alpha val="48000"/>
            </a:srgbClr>
          </a:solidFill>
          <a:ln w="0">
            <a:noFill/>
            <a:prstDash val="solid"/>
          </a:ln>
        </p:spPr>
      </p:sp>
      <p:sp>
        <p:nvSpPr>
          <p:cNvPr id="1912" name="03_assume_matched_7209">
            <a:extLst>
              <a:ext uri="{FF2B5EF4-FFF2-40B4-BE49-F238E27FC236}">
                <a16:creationId xmlns:a16="http://schemas.microsoft.com/office/drawing/2014/main" id="{CCF6E156-6CE8-42F7-94C0-4FC96A934BD0}"/>
              </a:ext>
            </a:extLst>
          </p:cNvPr>
          <p:cNvSpPr>
            <a:spLocks noGrp="1"/>
          </p:cNvSpPr>
          <p:nvPr/>
        </p:nvSpPr>
        <p:spPr>
          <a:xfrm>
            <a:off x="5450134" y="4278955"/>
            <a:ext cx="28398" cy="28398"/>
          </a:xfrm>
          <a:prstGeom prst="ellipse">
            <a:avLst/>
          </a:prstGeom>
          <a:solidFill>
            <a:srgbClr val="7F8C97">
              <a:alpha val="48000"/>
            </a:srgbClr>
          </a:solidFill>
          <a:ln w="0">
            <a:noFill/>
            <a:prstDash val="solid"/>
          </a:ln>
        </p:spPr>
      </p:sp>
      <p:sp>
        <p:nvSpPr>
          <p:cNvPr id="1913" name="03_assume_matched_7210">
            <a:extLst>
              <a:ext uri="{FF2B5EF4-FFF2-40B4-BE49-F238E27FC236}">
                <a16:creationId xmlns:a16="http://schemas.microsoft.com/office/drawing/2014/main" id="{B499EEC6-7BDE-470D-A1BE-82CD0FD2E790}"/>
              </a:ext>
            </a:extLst>
          </p:cNvPr>
          <p:cNvSpPr>
            <a:spLocks noGrp="1"/>
          </p:cNvSpPr>
          <p:nvPr/>
        </p:nvSpPr>
        <p:spPr>
          <a:xfrm>
            <a:off x="5359615" y="3694086"/>
            <a:ext cx="28398" cy="28398"/>
          </a:xfrm>
          <a:prstGeom prst="ellipse">
            <a:avLst/>
          </a:prstGeom>
          <a:solidFill>
            <a:srgbClr val="7F8C97">
              <a:alpha val="48000"/>
            </a:srgbClr>
          </a:solidFill>
          <a:ln w="0">
            <a:noFill/>
            <a:prstDash val="solid"/>
          </a:ln>
        </p:spPr>
      </p:sp>
      <p:sp>
        <p:nvSpPr>
          <p:cNvPr id="1914" name="03_assume_matched_7211">
            <a:extLst>
              <a:ext uri="{FF2B5EF4-FFF2-40B4-BE49-F238E27FC236}">
                <a16:creationId xmlns:a16="http://schemas.microsoft.com/office/drawing/2014/main" id="{D7B62610-0ED5-4866-B8C6-FFC7F01089D3}"/>
              </a:ext>
            </a:extLst>
          </p:cNvPr>
          <p:cNvSpPr>
            <a:spLocks noGrp="1"/>
          </p:cNvSpPr>
          <p:nvPr/>
        </p:nvSpPr>
        <p:spPr>
          <a:xfrm>
            <a:off x="5453732" y="3694086"/>
            <a:ext cx="28398" cy="28398"/>
          </a:xfrm>
          <a:prstGeom prst="ellipse">
            <a:avLst/>
          </a:prstGeom>
          <a:solidFill>
            <a:srgbClr val="7F8C97">
              <a:alpha val="48000"/>
            </a:srgbClr>
          </a:solidFill>
          <a:ln w="0">
            <a:noFill/>
            <a:prstDash val="solid"/>
          </a:ln>
        </p:spPr>
      </p:sp>
      <p:sp>
        <p:nvSpPr>
          <p:cNvPr id="1915" name="03_assume_matched_7212">
            <a:extLst>
              <a:ext uri="{FF2B5EF4-FFF2-40B4-BE49-F238E27FC236}">
                <a16:creationId xmlns:a16="http://schemas.microsoft.com/office/drawing/2014/main" id="{A74BDF74-6296-4B33-8077-B65C17606776}"/>
              </a:ext>
            </a:extLst>
          </p:cNvPr>
          <p:cNvSpPr>
            <a:spLocks noGrp="1"/>
          </p:cNvSpPr>
          <p:nvPr/>
        </p:nvSpPr>
        <p:spPr>
          <a:xfrm>
            <a:off x="5360911" y="4278955"/>
            <a:ext cx="28398" cy="28398"/>
          </a:xfrm>
          <a:prstGeom prst="ellipse">
            <a:avLst/>
          </a:prstGeom>
          <a:solidFill>
            <a:srgbClr val="7F8C97">
              <a:alpha val="48000"/>
            </a:srgbClr>
          </a:solidFill>
          <a:ln w="0">
            <a:noFill/>
            <a:prstDash val="solid"/>
          </a:ln>
        </p:spPr>
      </p:sp>
      <p:sp>
        <p:nvSpPr>
          <p:cNvPr id="1916" name="03_assume_matched_7213">
            <a:extLst>
              <a:ext uri="{FF2B5EF4-FFF2-40B4-BE49-F238E27FC236}">
                <a16:creationId xmlns:a16="http://schemas.microsoft.com/office/drawing/2014/main" id="{74E5CB6A-D574-4A93-896F-F0A876DD6E2D}"/>
              </a:ext>
            </a:extLst>
          </p:cNvPr>
          <p:cNvSpPr>
            <a:spLocks noGrp="1"/>
          </p:cNvSpPr>
          <p:nvPr/>
        </p:nvSpPr>
        <p:spPr>
          <a:xfrm>
            <a:off x="5481362" y="3694086"/>
            <a:ext cx="28398" cy="28398"/>
          </a:xfrm>
          <a:prstGeom prst="ellipse">
            <a:avLst/>
          </a:prstGeom>
          <a:solidFill>
            <a:srgbClr val="7F8C97">
              <a:alpha val="48000"/>
            </a:srgbClr>
          </a:solidFill>
          <a:ln w="0">
            <a:noFill/>
            <a:prstDash val="solid"/>
          </a:ln>
        </p:spPr>
      </p:sp>
      <p:sp>
        <p:nvSpPr>
          <p:cNvPr id="1917" name="03_assume_matched_7214">
            <a:extLst>
              <a:ext uri="{FF2B5EF4-FFF2-40B4-BE49-F238E27FC236}">
                <a16:creationId xmlns:a16="http://schemas.microsoft.com/office/drawing/2014/main" id="{53A497D9-5326-4CAE-ADD9-A44BF711902D}"/>
              </a:ext>
            </a:extLst>
          </p:cNvPr>
          <p:cNvSpPr>
            <a:spLocks noGrp="1"/>
          </p:cNvSpPr>
          <p:nvPr/>
        </p:nvSpPr>
        <p:spPr>
          <a:xfrm>
            <a:off x="5459344" y="3694086"/>
            <a:ext cx="28398" cy="28398"/>
          </a:xfrm>
          <a:prstGeom prst="ellipse">
            <a:avLst/>
          </a:prstGeom>
          <a:solidFill>
            <a:srgbClr val="7F8C97">
              <a:alpha val="48000"/>
            </a:srgbClr>
          </a:solidFill>
          <a:ln w="0">
            <a:noFill/>
            <a:prstDash val="solid"/>
          </a:ln>
        </p:spPr>
      </p:sp>
      <p:sp>
        <p:nvSpPr>
          <p:cNvPr id="1918" name="03_assume_matched_7215">
            <a:extLst>
              <a:ext uri="{FF2B5EF4-FFF2-40B4-BE49-F238E27FC236}">
                <a16:creationId xmlns:a16="http://schemas.microsoft.com/office/drawing/2014/main" id="{D956E623-01EE-4CA3-9D8F-AE95771F588A}"/>
              </a:ext>
            </a:extLst>
          </p:cNvPr>
          <p:cNvSpPr>
            <a:spLocks noGrp="1"/>
          </p:cNvSpPr>
          <p:nvPr/>
        </p:nvSpPr>
        <p:spPr>
          <a:xfrm>
            <a:off x="5407249" y="3694086"/>
            <a:ext cx="28398" cy="28398"/>
          </a:xfrm>
          <a:prstGeom prst="ellipse">
            <a:avLst/>
          </a:prstGeom>
          <a:solidFill>
            <a:srgbClr val="7F8C97">
              <a:alpha val="48000"/>
            </a:srgbClr>
          </a:solidFill>
          <a:ln w="0">
            <a:noFill/>
            <a:prstDash val="solid"/>
          </a:ln>
        </p:spPr>
      </p:sp>
      <p:sp>
        <p:nvSpPr>
          <p:cNvPr id="1919" name="03_assume_matched_7216">
            <a:extLst>
              <a:ext uri="{FF2B5EF4-FFF2-40B4-BE49-F238E27FC236}">
                <a16:creationId xmlns:a16="http://schemas.microsoft.com/office/drawing/2014/main" id="{8D4A9C87-9CDE-4454-B52C-E5E565F7F362}"/>
              </a:ext>
            </a:extLst>
          </p:cNvPr>
          <p:cNvSpPr>
            <a:spLocks noGrp="1"/>
          </p:cNvSpPr>
          <p:nvPr/>
        </p:nvSpPr>
        <p:spPr>
          <a:xfrm>
            <a:off x="5382929" y="4278955"/>
            <a:ext cx="28398" cy="28398"/>
          </a:xfrm>
          <a:prstGeom prst="ellipse">
            <a:avLst/>
          </a:prstGeom>
          <a:solidFill>
            <a:srgbClr val="7F8C97">
              <a:alpha val="48000"/>
            </a:srgbClr>
          </a:solidFill>
          <a:ln w="0">
            <a:noFill/>
            <a:prstDash val="solid"/>
          </a:ln>
        </p:spPr>
      </p:sp>
      <p:sp>
        <p:nvSpPr>
          <p:cNvPr id="1920" name="03_assume_matched_7217">
            <a:extLst>
              <a:ext uri="{FF2B5EF4-FFF2-40B4-BE49-F238E27FC236}">
                <a16:creationId xmlns:a16="http://schemas.microsoft.com/office/drawing/2014/main" id="{5B308B98-E476-48C0-BD9D-2A395E50F192}"/>
              </a:ext>
            </a:extLst>
          </p:cNvPr>
          <p:cNvSpPr>
            <a:spLocks noGrp="1"/>
          </p:cNvSpPr>
          <p:nvPr/>
        </p:nvSpPr>
        <p:spPr>
          <a:xfrm>
            <a:off x="5485392" y="4278955"/>
            <a:ext cx="28398" cy="28398"/>
          </a:xfrm>
          <a:prstGeom prst="ellipse">
            <a:avLst/>
          </a:prstGeom>
          <a:solidFill>
            <a:srgbClr val="7F8C97">
              <a:alpha val="48000"/>
            </a:srgbClr>
          </a:solidFill>
          <a:ln w="0">
            <a:noFill/>
            <a:prstDash val="solid"/>
          </a:ln>
        </p:spPr>
      </p:sp>
      <p:sp>
        <p:nvSpPr>
          <p:cNvPr id="1921" name="03_assume_matched_7218">
            <a:extLst>
              <a:ext uri="{FF2B5EF4-FFF2-40B4-BE49-F238E27FC236}">
                <a16:creationId xmlns:a16="http://schemas.microsoft.com/office/drawing/2014/main" id="{F6ADEBDB-5F8F-4EC0-8903-13CF65580724}"/>
              </a:ext>
            </a:extLst>
          </p:cNvPr>
          <p:cNvSpPr>
            <a:spLocks noGrp="1"/>
          </p:cNvSpPr>
          <p:nvPr/>
        </p:nvSpPr>
        <p:spPr>
          <a:xfrm>
            <a:off x="5433153" y="4278955"/>
            <a:ext cx="28398" cy="28398"/>
          </a:xfrm>
          <a:prstGeom prst="ellipse">
            <a:avLst/>
          </a:prstGeom>
          <a:solidFill>
            <a:srgbClr val="7F8C97">
              <a:alpha val="48000"/>
            </a:srgbClr>
          </a:solidFill>
          <a:ln w="0">
            <a:noFill/>
            <a:prstDash val="solid"/>
          </a:ln>
        </p:spPr>
      </p:sp>
      <p:sp>
        <p:nvSpPr>
          <p:cNvPr id="1922" name="03_assume_matched_7219">
            <a:extLst>
              <a:ext uri="{FF2B5EF4-FFF2-40B4-BE49-F238E27FC236}">
                <a16:creationId xmlns:a16="http://schemas.microsoft.com/office/drawing/2014/main" id="{54A2BADF-6B7E-4971-87BD-9068519F0DAB}"/>
              </a:ext>
            </a:extLst>
          </p:cNvPr>
          <p:cNvSpPr>
            <a:spLocks noGrp="1"/>
          </p:cNvSpPr>
          <p:nvPr/>
        </p:nvSpPr>
        <p:spPr>
          <a:xfrm>
            <a:off x="5465964" y="4278955"/>
            <a:ext cx="28398" cy="28398"/>
          </a:xfrm>
          <a:prstGeom prst="ellipse">
            <a:avLst/>
          </a:prstGeom>
          <a:solidFill>
            <a:srgbClr val="7F8C97">
              <a:alpha val="48000"/>
            </a:srgbClr>
          </a:solidFill>
          <a:ln w="0">
            <a:noFill/>
            <a:prstDash val="solid"/>
          </a:ln>
        </p:spPr>
      </p:sp>
      <p:sp>
        <p:nvSpPr>
          <p:cNvPr id="1923" name="03_assume_matched_7220">
            <a:extLst>
              <a:ext uri="{FF2B5EF4-FFF2-40B4-BE49-F238E27FC236}">
                <a16:creationId xmlns:a16="http://schemas.microsoft.com/office/drawing/2014/main" id="{977C8CCA-EF4B-4762-B83D-10E828AF1313}"/>
              </a:ext>
            </a:extLst>
          </p:cNvPr>
          <p:cNvSpPr>
            <a:spLocks noGrp="1"/>
          </p:cNvSpPr>
          <p:nvPr/>
        </p:nvSpPr>
        <p:spPr>
          <a:xfrm>
            <a:off x="5365084" y="4161981"/>
            <a:ext cx="28398" cy="28398"/>
          </a:xfrm>
          <a:prstGeom prst="ellipse">
            <a:avLst/>
          </a:prstGeom>
          <a:solidFill>
            <a:srgbClr val="7F8C97">
              <a:alpha val="48000"/>
            </a:srgbClr>
          </a:solidFill>
          <a:ln w="0">
            <a:noFill/>
            <a:prstDash val="solid"/>
          </a:ln>
        </p:spPr>
      </p:sp>
      <p:sp>
        <p:nvSpPr>
          <p:cNvPr id="1924" name="03_assume_matched_7221">
            <a:extLst>
              <a:ext uri="{FF2B5EF4-FFF2-40B4-BE49-F238E27FC236}">
                <a16:creationId xmlns:a16="http://schemas.microsoft.com/office/drawing/2014/main" id="{63AA0229-9CCC-47F0-8AE2-02E416F9AB79}"/>
              </a:ext>
            </a:extLst>
          </p:cNvPr>
          <p:cNvSpPr>
            <a:spLocks noGrp="1"/>
          </p:cNvSpPr>
          <p:nvPr/>
        </p:nvSpPr>
        <p:spPr>
          <a:xfrm>
            <a:off x="5457042" y="3986521"/>
            <a:ext cx="28398" cy="28398"/>
          </a:xfrm>
          <a:prstGeom prst="ellipse">
            <a:avLst/>
          </a:prstGeom>
          <a:solidFill>
            <a:srgbClr val="7F8C97">
              <a:alpha val="48000"/>
            </a:srgbClr>
          </a:solidFill>
          <a:ln w="0">
            <a:noFill/>
            <a:prstDash val="solid"/>
          </a:ln>
        </p:spPr>
      </p:sp>
      <p:sp>
        <p:nvSpPr>
          <p:cNvPr id="1925" name="03_assume_matched_7222">
            <a:extLst>
              <a:ext uri="{FF2B5EF4-FFF2-40B4-BE49-F238E27FC236}">
                <a16:creationId xmlns:a16="http://schemas.microsoft.com/office/drawing/2014/main" id="{6781DDF8-95FC-4F89-8419-D9BEAE77F7E0}"/>
              </a:ext>
            </a:extLst>
          </p:cNvPr>
          <p:cNvSpPr>
            <a:spLocks noGrp="1"/>
          </p:cNvSpPr>
          <p:nvPr/>
        </p:nvSpPr>
        <p:spPr>
          <a:xfrm>
            <a:off x="5436175" y="3986521"/>
            <a:ext cx="28398" cy="28398"/>
          </a:xfrm>
          <a:prstGeom prst="ellipse">
            <a:avLst/>
          </a:prstGeom>
          <a:solidFill>
            <a:srgbClr val="7F8C97">
              <a:alpha val="48000"/>
            </a:srgbClr>
          </a:solidFill>
          <a:ln w="0">
            <a:noFill/>
            <a:prstDash val="solid"/>
          </a:ln>
        </p:spPr>
      </p:sp>
      <p:sp>
        <p:nvSpPr>
          <p:cNvPr id="1926" name="03_assume_matched_7223">
            <a:extLst>
              <a:ext uri="{FF2B5EF4-FFF2-40B4-BE49-F238E27FC236}">
                <a16:creationId xmlns:a16="http://schemas.microsoft.com/office/drawing/2014/main" id="{AB63BF20-A36C-49A0-B897-FC8983A90A05}"/>
              </a:ext>
            </a:extLst>
          </p:cNvPr>
          <p:cNvSpPr>
            <a:spLocks noGrp="1"/>
          </p:cNvSpPr>
          <p:nvPr/>
        </p:nvSpPr>
        <p:spPr>
          <a:xfrm>
            <a:off x="5344793" y="3694086"/>
            <a:ext cx="28398" cy="28398"/>
          </a:xfrm>
          <a:prstGeom prst="ellipse">
            <a:avLst/>
          </a:prstGeom>
          <a:solidFill>
            <a:srgbClr val="7F8C97">
              <a:alpha val="48000"/>
            </a:srgbClr>
          </a:solidFill>
          <a:ln w="0">
            <a:noFill/>
            <a:prstDash val="solid"/>
          </a:ln>
        </p:spPr>
      </p:sp>
      <p:sp>
        <p:nvSpPr>
          <p:cNvPr id="1927" name="03_assume_matched_7224">
            <a:extLst>
              <a:ext uri="{FF2B5EF4-FFF2-40B4-BE49-F238E27FC236}">
                <a16:creationId xmlns:a16="http://schemas.microsoft.com/office/drawing/2014/main" id="{3498F665-BBFA-47AB-829E-E711655A50C2}"/>
              </a:ext>
            </a:extLst>
          </p:cNvPr>
          <p:cNvSpPr>
            <a:spLocks noGrp="1"/>
          </p:cNvSpPr>
          <p:nvPr/>
        </p:nvSpPr>
        <p:spPr>
          <a:xfrm>
            <a:off x="5404083" y="4278955"/>
            <a:ext cx="28398" cy="28398"/>
          </a:xfrm>
          <a:prstGeom prst="ellipse">
            <a:avLst/>
          </a:prstGeom>
          <a:solidFill>
            <a:srgbClr val="7F8C97">
              <a:alpha val="48000"/>
            </a:srgbClr>
          </a:solidFill>
          <a:ln w="0">
            <a:noFill/>
            <a:prstDash val="solid"/>
          </a:ln>
        </p:spPr>
      </p:sp>
      <p:sp>
        <p:nvSpPr>
          <p:cNvPr id="1928" name="03_assume_matched_7225">
            <a:extLst>
              <a:ext uri="{FF2B5EF4-FFF2-40B4-BE49-F238E27FC236}">
                <a16:creationId xmlns:a16="http://schemas.microsoft.com/office/drawing/2014/main" id="{BCF700F6-21F9-4382-9B9B-3A9848B579FD}"/>
              </a:ext>
            </a:extLst>
          </p:cNvPr>
          <p:cNvSpPr>
            <a:spLocks noGrp="1"/>
          </p:cNvSpPr>
          <p:nvPr/>
        </p:nvSpPr>
        <p:spPr>
          <a:xfrm>
            <a:off x="5386239" y="4278955"/>
            <a:ext cx="28398" cy="28398"/>
          </a:xfrm>
          <a:prstGeom prst="ellipse">
            <a:avLst/>
          </a:prstGeom>
          <a:solidFill>
            <a:srgbClr val="7F8C97">
              <a:alpha val="48000"/>
            </a:srgbClr>
          </a:solidFill>
          <a:ln w="0">
            <a:noFill/>
            <a:prstDash val="solid"/>
          </a:ln>
        </p:spPr>
      </p:sp>
      <p:sp>
        <p:nvSpPr>
          <p:cNvPr id="1929" name="03_assume_matched_7226">
            <a:extLst>
              <a:ext uri="{FF2B5EF4-FFF2-40B4-BE49-F238E27FC236}">
                <a16:creationId xmlns:a16="http://schemas.microsoft.com/office/drawing/2014/main" id="{0775F47A-7923-4DA6-AACB-018264022BFF}"/>
              </a:ext>
            </a:extLst>
          </p:cNvPr>
          <p:cNvSpPr>
            <a:spLocks noGrp="1"/>
          </p:cNvSpPr>
          <p:nvPr/>
        </p:nvSpPr>
        <p:spPr>
          <a:xfrm>
            <a:off x="5418474" y="3694086"/>
            <a:ext cx="28398" cy="28398"/>
          </a:xfrm>
          <a:prstGeom prst="ellipse">
            <a:avLst/>
          </a:prstGeom>
          <a:solidFill>
            <a:srgbClr val="7F8C97">
              <a:alpha val="48000"/>
            </a:srgbClr>
          </a:solidFill>
          <a:ln w="0">
            <a:noFill/>
            <a:prstDash val="solid"/>
          </a:ln>
        </p:spPr>
      </p:sp>
      <p:sp>
        <p:nvSpPr>
          <p:cNvPr id="1930" name="03_assume_matched_7227">
            <a:extLst>
              <a:ext uri="{FF2B5EF4-FFF2-40B4-BE49-F238E27FC236}">
                <a16:creationId xmlns:a16="http://schemas.microsoft.com/office/drawing/2014/main" id="{5891705F-BDDB-40D3-98A4-F19BF1A4623D}"/>
              </a:ext>
            </a:extLst>
          </p:cNvPr>
          <p:cNvSpPr>
            <a:spLocks noGrp="1"/>
          </p:cNvSpPr>
          <p:nvPr/>
        </p:nvSpPr>
        <p:spPr>
          <a:xfrm>
            <a:off x="5400342" y="4230216"/>
            <a:ext cx="28398" cy="28398"/>
          </a:xfrm>
          <a:prstGeom prst="ellipse">
            <a:avLst/>
          </a:prstGeom>
          <a:solidFill>
            <a:srgbClr val="7F8C97">
              <a:alpha val="48000"/>
            </a:srgbClr>
          </a:solidFill>
          <a:ln w="0">
            <a:noFill/>
            <a:prstDash val="solid"/>
          </a:ln>
        </p:spPr>
      </p:sp>
      <p:sp>
        <p:nvSpPr>
          <p:cNvPr id="1931" name="03_assume_matched_7228">
            <a:extLst>
              <a:ext uri="{FF2B5EF4-FFF2-40B4-BE49-F238E27FC236}">
                <a16:creationId xmlns:a16="http://schemas.microsoft.com/office/drawing/2014/main" id="{40FD27EB-EC5E-44DE-8861-2F7C49AD3D70}"/>
              </a:ext>
            </a:extLst>
          </p:cNvPr>
          <p:cNvSpPr>
            <a:spLocks noGrp="1"/>
          </p:cNvSpPr>
          <p:nvPr/>
        </p:nvSpPr>
        <p:spPr>
          <a:xfrm>
            <a:off x="5462510" y="4132738"/>
            <a:ext cx="28398" cy="28398"/>
          </a:xfrm>
          <a:prstGeom prst="ellipse">
            <a:avLst/>
          </a:prstGeom>
          <a:solidFill>
            <a:srgbClr val="7F8C97">
              <a:alpha val="48000"/>
            </a:srgbClr>
          </a:solidFill>
          <a:ln w="0">
            <a:noFill/>
            <a:prstDash val="solid"/>
          </a:ln>
        </p:spPr>
      </p:sp>
      <p:sp>
        <p:nvSpPr>
          <p:cNvPr id="1932" name="03_assume_matched_7229">
            <a:extLst>
              <a:ext uri="{FF2B5EF4-FFF2-40B4-BE49-F238E27FC236}">
                <a16:creationId xmlns:a16="http://schemas.microsoft.com/office/drawing/2014/main" id="{A6B95480-7E24-4966-BF95-41304BBA5D8F}"/>
              </a:ext>
            </a:extLst>
          </p:cNvPr>
          <p:cNvSpPr>
            <a:spLocks noGrp="1"/>
          </p:cNvSpPr>
          <p:nvPr/>
        </p:nvSpPr>
        <p:spPr>
          <a:xfrm>
            <a:off x="5360623" y="3694086"/>
            <a:ext cx="28398" cy="28398"/>
          </a:xfrm>
          <a:prstGeom prst="ellipse">
            <a:avLst/>
          </a:prstGeom>
          <a:solidFill>
            <a:srgbClr val="7F8C97">
              <a:alpha val="48000"/>
            </a:srgbClr>
          </a:solidFill>
          <a:ln w="0">
            <a:noFill/>
            <a:prstDash val="solid"/>
          </a:ln>
        </p:spPr>
      </p:sp>
      <p:sp>
        <p:nvSpPr>
          <p:cNvPr id="1933" name="03_assume_matched_7230">
            <a:extLst>
              <a:ext uri="{FF2B5EF4-FFF2-40B4-BE49-F238E27FC236}">
                <a16:creationId xmlns:a16="http://schemas.microsoft.com/office/drawing/2014/main" id="{CBE35E68-7A26-4557-9F87-3EC87868EF06}"/>
              </a:ext>
            </a:extLst>
          </p:cNvPr>
          <p:cNvSpPr>
            <a:spLocks noGrp="1"/>
          </p:cNvSpPr>
          <p:nvPr/>
        </p:nvSpPr>
        <p:spPr>
          <a:xfrm>
            <a:off x="5367243" y="4278955"/>
            <a:ext cx="28398" cy="28398"/>
          </a:xfrm>
          <a:prstGeom prst="ellipse">
            <a:avLst/>
          </a:prstGeom>
          <a:solidFill>
            <a:srgbClr val="7F8C97">
              <a:alpha val="48000"/>
            </a:srgbClr>
          </a:solidFill>
          <a:ln w="0">
            <a:noFill/>
            <a:prstDash val="solid"/>
          </a:ln>
        </p:spPr>
      </p:sp>
      <p:sp>
        <p:nvSpPr>
          <p:cNvPr id="1934" name="03_assume_matched_7231">
            <a:extLst>
              <a:ext uri="{FF2B5EF4-FFF2-40B4-BE49-F238E27FC236}">
                <a16:creationId xmlns:a16="http://schemas.microsoft.com/office/drawing/2014/main" id="{31CFBB7D-6ACD-4C73-8977-DD3EFFB60DC9}"/>
              </a:ext>
            </a:extLst>
          </p:cNvPr>
          <p:cNvSpPr>
            <a:spLocks noGrp="1"/>
          </p:cNvSpPr>
          <p:nvPr/>
        </p:nvSpPr>
        <p:spPr>
          <a:xfrm>
            <a:off x="5427109" y="3694086"/>
            <a:ext cx="28398" cy="28398"/>
          </a:xfrm>
          <a:prstGeom prst="ellipse">
            <a:avLst/>
          </a:prstGeom>
          <a:solidFill>
            <a:srgbClr val="7F8C97">
              <a:alpha val="48000"/>
            </a:srgbClr>
          </a:solidFill>
          <a:ln w="0">
            <a:noFill/>
            <a:prstDash val="solid"/>
          </a:ln>
        </p:spPr>
      </p:sp>
      <p:sp>
        <p:nvSpPr>
          <p:cNvPr id="1935" name="03_assume_matched_7232">
            <a:extLst>
              <a:ext uri="{FF2B5EF4-FFF2-40B4-BE49-F238E27FC236}">
                <a16:creationId xmlns:a16="http://schemas.microsoft.com/office/drawing/2014/main" id="{BDCEE56D-78AA-46A2-9165-5923742BCB55}"/>
              </a:ext>
            </a:extLst>
          </p:cNvPr>
          <p:cNvSpPr>
            <a:spLocks noGrp="1"/>
          </p:cNvSpPr>
          <p:nvPr/>
        </p:nvSpPr>
        <p:spPr>
          <a:xfrm>
            <a:off x="5425814" y="3694086"/>
            <a:ext cx="28398" cy="28398"/>
          </a:xfrm>
          <a:prstGeom prst="ellipse">
            <a:avLst/>
          </a:prstGeom>
          <a:solidFill>
            <a:srgbClr val="7F8C97">
              <a:alpha val="48000"/>
            </a:srgbClr>
          </a:solidFill>
          <a:ln w="0">
            <a:noFill/>
            <a:prstDash val="solid"/>
          </a:ln>
        </p:spPr>
      </p:sp>
      <p:sp>
        <p:nvSpPr>
          <p:cNvPr id="1936" name="03_assume_matched_7233">
            <a:extLst>
              <a:ext uri="{FF2B5EF4-FFF2-40B4-BE49-F238E27FC236}">
                <a16:creationId xmlns:a16="http://schemas.microsoft.com/office/drawing/2014/main" id="{103D26DB-D096-4A9C-8531-BC1FC67BBA0B}"/>
              </a:ext>
            </a:extLst>
          </p:cNvPr>
          <p:cNvSpPr>
            <a:spLocks noGrp="1"/>
          </p:cNvSpPr>
          <p:nvPr/>
        </p:nvSpPr>
        <p:spPr>
          <a:xfrm>
            <a:off x="5472584" y="3694086"/>
            <a:ext cx="28398" cy="28398"/>
          </a:xfrm>
          <a:prstGeom prst="ellipse">
            <a:avLst/>
          </a:prstGeom>
          <a:solidFill>
            <a:srgbClr val="7F8C97">
              <a:alpha val="48000"/>
            </a:srgbClr>
          </a:solidFill>
          <a:ln w="0">
            <a:noFill/>
            <a:prstDash val="solid"/>
          </a:ln>
        </p:spPr>
      </p:sp>
      <p:sp>
        <p:nvSpPr>
          <p:cNvPr id="1937" name="03_assume_matched_7234">
            <a:extLst>
              <a:ext uri="{FF2B5EF4-FFF2-40B4-BE49-F238E27FC236}">
                <a16:creationId xmlns:a16="http://schemas.microsoft.com/office/drawing/2014/main" id="{3B4CDFCA-9139-4EF5-A450-F852C1C89D9F}"/>
              </a:ext>
            </a:extLst>
          </p:cNvPr>
          <p:cNvSpPr>
            <a:spLocks noGrp="1"/>
          </p:cNvSpPr>
          <p:nvPr/>
        </p:nvSpPr>
        <p:spPr>
          <a:xfrm>
            <a:off x="5450854" y="3986521"/>
            <a:ext cx="28398" cy="28398"/>
          </a:xfrm>
          <a:prstGeom prst="ellipse">
            <a:avLst/>
          </a:prstGeom>
          <a:solidFill>
            <a:srgbClr val="7F8C97">
              <a:alpha val="48000"/>
            </a:srgbClr>
          </a:solidFill>
          <a:ln w="0">
            <a:noFill/>
            <a:prstDash val="solid"/>
          </a:ln>
        </p:spPr>
      </p:sp>
      <p:sp>
        <p:nvSpPr>
          <p:cNvPr id="1938" name="03_assume_matched_7235">
            <a:extLst>
              <a:ext uri="{FF2B5EF4-FFF2-40B4-BE49-F238E27FC236}">
                <a16:creationId xmlns:a16="http://schemas.microsoft.com/office/drawing/2014/main" id="{4C982CF7-A07B-4099-A8AC-4422FDACD64A}"/>
              </a:ext>
            </a:extLst>
          </p:cNvPr>
          <p:cNvSpPr>
            <a:spLocks noGrp="1"/>
          </p:cNvSpPr>
          <p:nvPr/>
        </p:nvSpPr>
        <p:spPr>
          <a:xfrm>
            <a:off x="5382929" y="4278955"/>
            <a:ext cx="28398" cy="28398"/>
          </a:xfrm>
          <a:prstGeom prst="ellipse">
            <a:avLst/>
          </a:prstGeom>
          <a:solidFill>
            <a:srgbClr val="7F8C97">
              <a:alpha val="48000"/>
            </a:srgbClr>
          </a:solidFill>
          <a:ln w="0">
            <a:noFill/>
            <a:prstDash val="solid"/>
          </a:ln>
        </p:spPr>
      </p:sp>
      <p:sp>
        <p:nvSpPr>
          <p:cNvPr id="1939" name="03_assume_matched_7236">
            <a:extLst>
              <a:ext uri="{FF2B5EF4-FFF2-40B4-BE49-F238E27FC236}">
                <a16:creationId xmlns:a16="http://schemas.microsoft.com/office/drawing/2014/main" id="{015059E7-14A7-4E2D-A057-E02E9470836B}"/>
              </a:ext>
            </a:extLst>
          </p:cNvPr>
          <p:cNvSpPr>
            <a:spLocks noGrp="1"/>
          </p:cNvSpPr>
          <p:nvPr/>
        </p:nvSpPr>
        <p:spPr>
          <a:xfrm>
            <a:off x="5453732" y="4278955"/>
            <a:ext cx="28398" cy="28398"/>
          </a:xfrm>
          <a:prstGeom prst="ellipse">
            <a:avLst/>
          </a:prstGeom>
          <a:solidFill>
            <a:srgbClr val="7F8C97">
              <a:alpha val="48000"/>
            </a:srgbClr>
          </a:solidFill>
          <a:ln w="0">
            <a:noFill/>
            <a:prstDash val="solid"/>
          </a:ln>
        </p:spPr>
      </p:sp>
      <p:sp>
        <p:nvSpPr>
          <p:cNvPr id="1940" name="03_assume_matched_7237">
            <a:extLst>
              <a:ext uri="{FF2B5EF4-FFF2-40B4-BE49-F238E27FC236}">
                <a16:creationId xmlns:a16="http://schemas.microsoft.com/office/drawing/2014/main" id="{291ACE60-F09D-4F17-8F71-B8D57C6185B2}"/>
              </a:ext>
            </a:extLst>
          </p:cNvPr>
          <p:cNvSpPr>
            <a:spLocks noGrp="1"/>
          </p:cNvSpPr>
          <p:nvPr/>
        </p:nvSpPr>
        <p:spPr>
          <a:xfrm>
            <a:off x="5442075" y="4083999"/>
            <a:ext cx="28398" cy="28398"/>
          </a:xfrm>
          <a:prstGeom prst="ellipse">
            <a:avLst/>
          </a:prstGeom>
          <a:solidFill>
            <a:srgbClr val="7F8C97">
              <a:alpha val="48000"/>
            </a:srgbClr>
          </a:solidFill>
          <a:ln w="0">
            <a:noFill/>
            <a:prstDash val="solid"/>
          </a:ln>
        </p:spPr>
      </p:sp>
      <p:sp>
        <p:nvSpPr>
          <p:cNvPr id="1941" name="03_assume_matched_7238">
            <a:extLst>
              <a:ext uri="{FF2B5EF4-FFF2-40B4-BE49-F238E27FC236}">
                <a16:creationId xmlns:a16="http://schemas.microsoft.com/office/drawing/2014/main" id="{3245B0B9-C6EC-4030-8000-2D91C4919A88}"/>
              </a:ext>
            </a:extLst>
          </p:cNvPr>
          <p:cNvSpPr>
            <a:spLocks noGrp="1"/>
          </p:cNvSpPr>
          <p:nvPr/>
        </p:nvSpPr>
        <p:spPr>
          <a:xfrm>
            <a:off x="5448263" y="4278955"/>
            <a:ext cx="28398" cy="28398"/>
          </a:xfrm>
          <a:prstGeom prst="ellipse">
            <a:avLst/>
          </a:prstGeom>
          <a:solidFill>
            <a:srgbClr val="7F8C97">
              <a:alpha val="48000"/>
            </a:srgbClr>
          </a:solidFill>
          <a:ln w="0">
            <a:noFill/>
            <a:prstDash val="solid"/>
          </a:ln>
        </p:spPr>
      </p:sp>
      <p:sp>
        <p:nvSpPr>
          <p:cNvPr id="1942" name="03_assume_matched_7239">
            <a:extLst>
              <a:ext uri="{FF2B5EF4-FFF2-40B4-BE49-F238E27FC236}">
                <a16:creationId xmlns:a16="http://schemas.microsoft.com/office/drawing/2014/main" id="{7027B926-97FC-46BA-97F8-0F3664F9C80B}"/>
              </a:ext>
            </a:extLst>
          </p:cNvPr>
          <p:cNvSpPr>
            <a:spLocks noGrp="1"/>
          </p:cNvSpPr>
          <p:nvPr/>
        </p:nvSpPr>
        <p:spPr>
          <a:xfrm>
            <a:off x="5461647" y="4278955"/>
            <a:ext cx="28398" cy="28398"/>
          </a:xfrm>
          <a:prstGeom prst="ellipse">
            <a:avLst/>
          </a:prstGeom>
          <a:solidFill>
            <a:srgbClr val="7F8C97">
              <a:alpha val="48000"/>
            </a:srgbClr>
          </a:solidFill>
          <a:ln w="0">
            <a:noFill/>
            <a:prstDash val="solid"/>
          </a:ln>
        </p:spPr>
      </p:sp>
      <p:sp>
        <p:nvSpPr>
          <p:cNvPr id="1943" name="03_assume_matched_7240">
            <a:extLst>
              <a:ext uri="{FF2B5EF4-FFF2-40B4-BE49-F238E27FC236}">
                <a16:creationId xmlns:a16="http://schemas.microsoft.com/office/drawing/2014/main" id="{00C9DEA8-5A4F-4247-8AC8-C546A39A1C2B}"/>
              </a:ext>
            </a:extLst>
          </p:cNvPr>
          <p:cNvSpPr>
            <a:spLocks noGrp="1"/>
          </p:cNvSpPr>
          <p:nvPr/>
        </p:nvSpPr>
        <p:spPr>
          <a:xfrm>
            <a:off x="5370265" y="3694086"/>
            <a:ext cx="28398" cy="28398"/>
          </a:xfrm>
          <a:prstGeom prst="ellipse">
            <a:avLst/>
          </a:prstGeom>
          <a:solidFill>
            <a:srgbClr val="7F8C97">
              <a:alpha val="48000"/>
            </a:srgbClr>
          </a:solidFill>
          <a:ln w="0">
            <a:noFill/>
            <a:prstDash val="solid"/>
          </a:ln>
        </p:spPr>
      </p:sp>
      <p:sp>
        <p:nvSpPr>
          <p:cNvPr id="1944" name="03_assume_matched_7241">
            <a:extLst>
              <a:ext uri="{FF2B5EF4-FFF2-40B4-BE49-F238E27FC236}">
                <a16:creationId xmlns:a16="http://schemas.microsoft.com/office/drawing/2014/main" id="{7AB7553F-3851-4307-B72F-77DF8FBBBEBC}"/>
              </a:ext>
            </a:extLst>
          </p:cNvPr>
          <p:cNvSpPr>
            <a:spLocks noGrp="1"/>
          </p:cNvSpPr>
          <p:nvPr/>
        </p:nvSpPr>
        <p:spPr>
          <a:xfrm>
            <a:off x="5359472" y="3694086"/>
            <a:ext cx="28398" cy="28398"/>
          </a:xfrm>
          <a:prstGeom prst="ellipse">
            <a:avLst/>
          </a:prstGeom>
          <a:solidFill>
            <a:srgbClr val="7F8C97">
              <a:alpha val="48000"/>
            </a:srgbClr>
          </a:solidFill>
          <a:ln w="0">
            <a:noFill/>
            <a:prstDash val="solid"/>
          </a:ln>
        </p:spPr>
      </p:sp>
      <p:sp>
        <p:nvSpPr>
          <p:cNvPr id="1945" name="03_assume_matched_7242">
            <a:extLst>
              <a:ext uri="{FF2B5EF4-FFF2-40B4-BE49-F238E27FC236}">
                <a16:creationId xmlns:a16="http://schemas.microsoft.com/office/drawing/2014/main" id="{B2A4AFB0-0767-4BC6-B92C-D9F4B9F997FF}"/>
              </a:ext>
            </a:extLst>
          </p:cNvPr>
          <p:cNvSpPr>
            <a:spLocks noGrp="1"/>
          </p:cNvSpPr>
          <p:nvPr/>
        </p:nvSpPr>
        <p:spPr>
          <a:xfrm>
            <a:off x="5442363" y="3986521"/>
            <a:ext cx="28398" cy="28398"/>
          </a:xfrm>
          <a:prstGeom prst="ellipse">
            <a:avLst/>
          </a:prstGeom>
          <a:solidFill>
            <a:srgbClr val="7F8C97">
              <a:alpha val="48000"/>
            </a:srgbClr>
          </a:solidFill>
          <a:ln w="0">
            <a:noFill/>
            <a:prstDash val="solid"/>
          </a:ln>
        </p:spPr>
      </p:sp>
      <p:sp>
        <p:nvSpPr>
          <p:cNvPr id="1946" name="03_assume_matched_7243">
            <a:extLst>
              <a:ext uri="{FF2B5EF4-FFF2-40B4-BE49-F238E27FC236}">
                <a16:creationId xmlns:a16="http://schemas.microsoft.com/office/drawing/2014/main" id="{674F8E5A-C14E-4F7B-B26D-0CFDC89F8D36}"/>
              </a:ext>
            </a:extLst>
          </p:cNvPr>
          <p:cNvSpPr>
            <a:spLocks noGrp="1"/>
          </p:cNvSpPr>
          <p:nvPr/>
        </p:nvSpPr>
        <p:spPr>
          <a:xfrm>
            <a:off x="5479492" y="4111850"/>
            <a:ext cx="28398" cy="28398"/>
          </a:xfrm>
          <a:prstGeom prst="ellipse">
            <a:avLst/>
          </a:prstGeom>
          <a:solidFill>
            <a:srgbClr val="7F8C97">
              <a:alpha val="48000"/>
            </a:srgbClr>
          </a:solidFill>
          <a:ln w="0">
            <a:noFill/>
            <a:prstDash val="solid"/>
          </a:ln>
        </p:spPr>
      </p:sp>
      <p:sp>
        <p:nvSpPr>
          <p:cNvPr id="1947" name="03_assume_matched_7244">
            <a:extLst>
              <a:ext uri="{FF2B5EF4-FFF2-40B4-BE49-F238E27FC236}">
                <a16:creationId xmlns:a16="http://schemas.microsoft.com/office/drawing/2014/main" id="{D50CE5FA-4175-4D5A-BEFF-84D1A45378E2}"/>
              </a:ext>
            </a:extLst>
          </p:cNvPr>
          <p:cNvSpPr>
            <a:spLocks noGrp="1"/>
          </p:cNvSpPr>
          <p:nvPr/>
        </p:nvSpPr>
        <p:spPr>
          <a:xfrm>
            <a:off x="5485680" y="3694086"/>
            <a:ext cx="28398" cy="28398"/>
          </a:xfrm>
          <a:prstGeom prst="ellipse">
            <a:avLst/>
          </a:prstGeom>
          <a:solidFill>
            <a:srgbClr val="7F8C97">
              <a:alpha val="48000"/>
            </a:srgbClr>
          </a:solidFill>
          <a:ln w="0">
            <a:noFill/>
            <a:prstDash val="solid"/>
          </a:ln>
        </p:spPr>
      </p:sp>
      <p:sp>
        <p:nvSpPr>
          <p:cNvPr id="1948" name="03_assume_matched_7245">
            <a:extLst>
              <a:ext uri="{FF2B5EF4-FFF2-40B4-BE49-F238E27FC236}">
                <a16:creationId xmlns:a16="http://schemas.microsoft.com/office/drawing/2014/main" id="{7260A969-BA32-4521-A73C-B7A50528B27C}"/>
              </a:ext>
            </a:extLst>
          </p:cNvPr>
          <p:cNvSpPr>
            <a:spLocks noGrp="1"/>
          </p:cNvSpPr>
          <p:nvPr/>
        </p:nvSpPr>
        <p:spPr>
          <a:xfrm>
            <a:off x="5396744" y="3694086"/>
            <a:ext cx="28398" cy="28398"/>
          </a:xfrm>
          <a:prstGeom prst="ellipse">
            <a:avLst/>
          </a:prstGeom>
          <a:solidFill>
            <a:srgbClr val="7F8C97">
              <a:alpha val="48000"/>
            </a:srgbClr>
          </a:solidFill>
          <a:ln w="0">
            <a:noFill/>
            <a:prstDash val="solid"/>
          </a:ln>
        </p:spPr>
      </p:sp>
      <p:sp>
        <p:nvSpPr>
          <p:cNvPr id="1949" name="03_assume_matched_7246">
            <a:extLst>
              <a:ext uri="{FF2B5EF4-FFF2-40B4-BE49-F238E27FC236}">
                <a16:creationId xmlns:a16="http://schemas.microsoft.com/office/drawing/2014/main" id="{0F01B31F-FA75-469F-9088-3FDA9E1827E6}"/>
              </a:ext>
            </a:extLst>
          </p:cNvPr>
          <p:cNvSpPr>
            <a:spLocks noGrp="1"/>
          </p:cNvSpPr>
          <p:nvPr/>
        </p:nvSpPr>
        <p:spPr>
          <a:xfrm>
            <a:off x="5449559" y="4083999"/>
            <a:ext cx="28398" cy="28398"/>
          </a:xfrm>
          <a:prstGeom prst="ellipse">
            <a:avLst/>
          </a:prstGeom>
          <a:solidFill>
            <a:srgbClr val="7F8C97">
              <a:alpha val="48000"/>
            </a:srgbClr>
          </a:solidFill>
          <a:ln w="0">
            <a:noFill/>
            <a:prstDash val="solid"/>
          </a:ln>
        </p:spPr>
      </p:sp>
      <p:sp>
        <p:nvSpPr>
          <p:cNvPr id="1950" name="03_assume_matched_7247">
            <a:extLst>
              <a:ext uri="{FF2B5EF4-FFF2-40B4-BE49-F238E27FC236}">
                <a16:creationId xmlns:a16="http://schemas.microsoft.com/office/drawing/2014/main" id="{D99C8DEA-AF93-4D36-9EEC-F20A4FC52F07}"/>
              </a:ext>
            </a:extLst>
          </p:cNvPr>
          <p:cNvSpPr>
            <a:spLocks noGrp="1"/>
          </p:cNvSpPr>
          <p:nvPr/>
        </p:nvSpPr>
        <p:spPr>
          <a:xfrm>
            <a:off x="5460496" y="3694086"/>
            <a:ext cx="28398" cy="28398"/>
          </a:xfrm>
          <a:prstGeom prst="ellipse">
            <a:avLst/>
          </a:prstGeom>
          <a:solidFill>
            <a:srgbClr val="7F8C97">
              <a:alpha val="48000"/>
            </a:srgbClr>
          </a:solidFill>
          <a:ln w="0">
            <a:noFill/>
            <a:prstDash val="solid"/>
          </a:ln>
        </p:spPr>
      </p:sp>
      <p:sp>
        <p:nvSpPr>
          <p:cNvPr id="1951" name="03_assume_matched_7248">
            <a:extLst>
              <a:ext uri="{FF2B5EF4-FFF2-40B4-BE49-F238E27FC236}">
                <a16:creationId xmlns:a16="http://schemas.microsoft.com/office/drawing/2014/main" id="{EE213B13-CF7F-4AE0-9244-3E1F465BD50F}"/>
              </a:ext>
            </a:extLst>
          </p:cNvPr>
          <p:cNvSpPr>
            <a:spLocks noGrp="1"/>
          </p:cNvSpPr>
          <p:nvPr/>
        </p:nvSpPr>
        <p:spPr>
          <a:xfrm>
            <a:off x="5477909" y="3694086"/>
            <a:ext cx="28398" cy="28398"/>
          </a:xfrm>
          <a:prstGeom prst="ellipse">
            <a:avLst/>
          </a:prstGeom>
          <a:solidFill>
            <a:srgbClr val="7F8C97">
              <a:alpha val="48000"/>
            </a:srgbClr>
          </a:solidFill>
          <a:ln w="0">
            <a:noFill/>
            <a:prstDash val="solid"/>
          </a:ln>
        </p:spPr>
      </p:sp>
      <p:sp>
        <p:nvSpPr>
          <p:cNvPr id="1952" name="03_assume_matched_7249">
            <a:extLst>
              <a:ext uri="{FF2B5EF4-FFF2-40B4-BE49-F238E27FC236}">
                <a16:creationId xmlns:a16="http://schemas.microsoft.com/office/drawing/2014/main" id="{88BF5E90-DEBB-449D-848E-9B7BF6DE17C5}"/>
              </a:ext>
            </a:extLst>
          </p:cNvPr>
          <p:cNvSpPr>
            <a:spLocks noGrp="1"/>
          </p:cNvSpPr>
          <p:nvPr/>
        </p:nvSpPr>
        <p:spPr>
          <a:xfrm>
            <a:off x="5462654" y="3694086"/>
            <a:ext cx="28398" cy="28398"/>
          </a:xfrm>
          <a:prstGeom prst="ellipse">
            <a:avLst/>
          </a:prstGeom>
          <a:solidFill>
            <a:srgbClr val="7F8C97">
              <a:alpha val="48000"/>
            </a:srgbClr>
          </a:solidFill>
          <a:ln w="0">
            <a:noFill/>
            <a:prstDash val="solid"/>
          </a:ln>
        </p:spPr>
      </p:sp>
      <p:sp>
        <p:nvSpPr>
          <p:cNvPr id="1953" name="03_assume_matched_7250">
            <a:extLst>
              <a:ext uri="{FF2B5EF4-FFF2-40B4-BE49-F238E27FC236}">
                <a16:creationId xmlns:a16="http://schemas.microsoft.com/office/drawing/2014/main" id="{8781CDFA-7907-4ECD-A40E-970CD3C96230}"/>
              </a:ext>
            </a:extLst>
          </p:cNvPr>
          <p:cNvSpPr>
            <a:spLocks noGrp="1"/>
          </p:cNvSpPr>
          <p:nvPr/>
        </p:nvSpPr>
        <p:spPr>
          <a:xfrm>
            <a:off x="5440924" y="3694086"/>
            <a:ext cx="28398" cy="28398"/>
          </a:xfrm>
          <a:prstGeom prst="ellipse">
            <a:avLst/>
          </a:prstGeom>
          <a:solidFill>
            <a:srgbClr val="7F8C97">
              <a:alpha val="48000"/>
            </a:srgbClr>
          </a:solidFill>
          <a:ln w="0">
            <a:noFill/>
            <a:prstDash val="solid"/>
          </a:ln>
        </p:spPr>
      </p:sp>
      <p:sp>
        <p:nvSpPr>
          <p:cNvPr id="1954" name="03_assume_matched_7251">
            <a:extLst>
              <a:ext uri="{FF2B5EF4-FFF2-40B4-BE49-F238E27FC236}">
                <a16:creationId xmlns:a16="http://schemas.microsoft.com/office/drawing/2014/main" id="{CC25F8A7-3350-4F5A-B08A-1ACABFEB8C05}"/>
              </a:ext>
            </a:extLst>
          </p:cNvPr>
          <p:cNvSpPr>
            <a:spLocks noGrp="1"/>
          </p:cNvSpPr>
          <p:nvPr/>
        </p:nvSpPr>
        <p:spPr>
          <a:xfrm>
            <a:off x="5352708" y="3694086"/>
            <a:ext cx="28398" cy="28398"/>
          </a:xfrm>
          <a:prstGeom prst="ellipse">
            <a:avLst/>
          </a:prstGeom>
          <a:solidFill>
            <a:srgbClr val="7F8C97">
              <a:alpha val="48000"/>
            </a:srgbClr>
          </a:solidFill>
          <a:ln w="0">
            <a:noFill/>
            <a:prstDash val="solid"/>
          </a:ln>
        </p:spPr>
      </p:sp>
      <p:sp>
        <p:nvSpPr>
          <p:cNvPr id="1955" name="03_assume_matched_7252">
            <a:extLst>
              <a:ext uri="{FF2B5EF4-FFF2-40B4-BE49-F238E27FC236}">
                <a16:creationId xmlns:a16="http://schemas.microsoft.com/office/drawing/2014/main" id="{C2BD88BF-1FA5-4454-9CC2-7C88E99BC07E}"/>
              </a:ext>
            </a:extLst>
          </p:cNvPr>
          <p:cNvSpPr>
            <a:spLocks noGrp="1"/>
          </p:cNvSpPr>
          <p:nvPr/>
        </p:nvSpPr>
        <p:spPr>
          <a:xfrm>
            <a:off x="5366667" y="4278955"/>
            <a:ext cx="28398" cy="28398"/>
          </a:xfrm>
          <a:prstGeom prst="ellipse">
            <a:avLst/>
          </a:prstGeom>
          <a:solidFill>
            <a:srgbClr val="7F8C97">
              <a:alpha val="48000"/>
            </a:srgbClr>
          </a:solidFill>
          <a:ln w="0">
            <a:noFill/>
            <a:prstDash val="solid"/>
          </a:ln>
        </p:spPr>
      </p:sp>
      <p:sp>
        <p:nvSpPr>
          <p:cNvPr id="1956" name="03_assume_matched_7253">
            <a:extLst>
              <a:ext uri="{FF2B5EF4-FFF2-40B4-BE49-F238E27FC236}">
                <a16:creationId xmlns:a16="http://schemas.microsoft.com/office/drawing/2014/main" id="{6FCFD824-0F78-46C3-BD92-AEC53EAD4980}"/>
              </a:ext>
            </a:extLst>
          </p:cNvPr>
          <p:cNvSpPr>
            <a:spLocks noGrp="1"/>
          </p:cNvSpPr>
          <p:nvPr/>
        </p:nvSpPr>
        <p:spPr>
          <a:xfrm>
            <a:off x="5427828" y="3694086"/>
            <a:ext cx="28398" cy="28398"/>
          </a:xfrm>
          <a:prstGeom prst="ellipse">
            <a:avLst/>
          </a:prstGeom>
          <a:solidFill>
            <a:srgbClr val="7F8C97">
              <a:alpha val="48000"/>
            </a:srgbClr>
          </a:solidFill>
          <a:ln w="0">
            <a:noFill/>
            <a:prstDash val="solid"/>
          </a:ln>
        </p:spPr>
      </p:sp>
      <p:sp>
        <p:nvSpPr>
          <p:cNvPr id="1957" name="03_assume_matched_7254">
            <a:extLst>
              <a:ext uri="{FF2B5EF4-FFF2-40B4-BE49-F238E27FC236}">
                <a16:creationId xmlns:a16="http://schemas.microsoft.com/office/drawing/2014/main" id="{2BEE6625-ED63-4317-9FC9-50961C8EEB82}"/>
              </a:ext>
            </a:extLst>
          </p:cNvPr>
          <p:cNvSpPr>
            <a:spLocks noGrp="1"/>
          </p:cNvSpPr>
          <p:nvPr/>
        </p:nvSpPr>
        <p:spPr>
          <a:xfrm>
            <a:off x="5372711" y="3694086"/>
            <a:ext cx="28398" cy="28398"/>
          </a:xfrm>
          <a:prstGeom prst="ellipse">
            <a:avLst/>
          </a:prstGeom>
          <a:solidFill>
            <a:srgbClr val="7F8C97">
              <a:alpha val="48000"/>
            </a:srgbClr>
          </a:solidFill>
          <a:ln w="0">
            <a:noFill/>
            <a:prstDash val="solid"/>
          </a:ln>
        </p:spPr>
      </p:sp>
      <p:sp>
        <p:nvSpPr>
          <p:cNvPr id="1958" name="03_assume_matched_7255">
            <a:extLst>
              <a:ext uri="{FF2B5EF4-FFF2-40B4-BE49-F238E27FC236}">
                <a16:creationId xmlns:a16="http://schemas.microsoft.com/office/drawing/2014/main" id="{0A5EE0F3-1CCC-4AC2-B67B-13F73333BB50}"/>
              </a:ext>
            </a:extLst>
          </p:cNvPr>
          <p:cNvSpPr>
            <a:spLocks noGrp="1"/>
          </p:cNvSpPr>
          <p:nvPr/>
        </p:nvSpPr>
        <p:spPr>
          <a:xfrm>
            <a:off x="5398759" y="3694086"/>
            <a:ext cx="28398" cy="28398"/>
          </a:xfrm>
          <a:prstGeom prst="ellipse">
            <a:avLst/>
          </a:prstGeom>
          <a:solidFill>
            <a:srgbClr val="7F8C97">
              <a:alpha val="48000"/>
            </a:srgbClr>
          </a:solidFill>
          <a:ln w="0">
            <a:noFill/>
            <a:prstDash val="solid"/>
          </a:ln>
        </p:spPr>
      </p:sp>
      <p:sp>
        <p:nvSpPr>
          <p:cNvPr id="1959" name="03_assume_matched_7256">
            <a:extLst>
              <a:ext uri="{FF2B5EF4-FFF2-40B4-BE49-F238E27FC236}">
                <a16:creationId xmlns:a16="http://schemas.microsoft.com/office/drawing/2014/main" id="{B1630FA1-9FB1-4A9D-A5A9-BDCA7A0D21BA}"/>
              </a:ext>
            </a:extLst>
          </p:cNvPr>
          <p:cNvSpPr>
            <a:spLocks noGrp="1"/>
          </p:cNvSpPr>
          <p:nvPr/>
        </p:nvSpPr>
        <p:spPr>
          <a:xfrm>
            <a:off x="5347815" y="4278955"/>
            <a:ext cx="28398" cy="28398"/>
          </a:xfrm>
          <a:prstGeom prst="ellipse">
            <a:avLst/>
          </a:prstGeom>
          <a:solidFill>
            <a:srgbClr val="7F8C97">
              <a:alpha val="48000"/>
            </a:srgbClr>
          </a:solidFill>
          <a:ln w="0">
            <a:noFill/>
            <a:prstDash val="solid"/>
          </a:ln>
        </p:spPr>
      </p:sp>
      <p:sp>
        <p:nvSpPr>
          <p:cNvPr id="1960" name="03_assume_matched_7257">
            <a:extLst>
              <a:ext uri="{FF2B5EF4-FFF2-40B4-BE49-F238E27FC236}">
                <a16:creationId xmlns:a16="http://schemas.microsoft.com/office/drawing/2014/main" id="{AC513465-8E31-4FDC-9F6C-9E7E7898CF73}"/>
              </a:ext>
            </a:extLst>
          </p:cNvPr>
          <p:cNvSpPr>
            <a:spLocks noGrp="1"/>
          </p:cNvSpPr>
          <p:nvPr/>
        </p:nvSpPr>
        <p:spPr>
          <a:xfrm>
            <a:off x="6220494" y="3709083"/>
            <a:ext cx="28398" cy="28398"/>
          </a:xfrm>
          <a:prstGeom prst="ellipse">
            <a:avLst/>
          </a:prstGeom>
          <a:solidFill>
            <a:srgbClr val="7F8C97">
              <a:alpha val="48000"/>
            </a:srgbClr>
          </a:solidFill>
          <a:ln w="0">
            <a:noFill/>
            <a:prstDash val="solid"/>
          </a:ln>
        </p:spPr>
      </p:sp>
      <p:sp>
        <p:nvSpPr>
          <p:cNvPr id="1961" name="03_assume_matched_7258">
            <a:extLst>
              <a:ext uri="{FF2B5EF4-FFF2-40B4-BE49-F238E27FC236}">
                <a16:creationId xmlns:a16="http://schemas.microsoft.com/office/drawing/2014/main" id="{980A4DD1-678A-4607-B3C0-5B5B00938239}"/>
              </a:ext>
            </a:extLst>
          </p:cNvPr>
          <p:cNvSpPr>
            <a:spLocks noGrp="1"/>
          </p:cNvSpPr>
          <p:nvPr/>
        </p:nvSpPr>
        <p:spPr>
          <a:xfrm>
            <a:off x="6208981" y="3694086"/>
            <a:ext cx="28398" cy="28398"/>
          </a:xfrm>
          <a:prstGeom prst="ellipse">
            <a:avLst/>
          </a:prstGeom>
          <a:solidFill>
            <a:srgbClr val="7F8C97">
              <a:alpha val="48000"/>
            </a:srgbClr>
          </a:solidFill>
          <a:ln w="0">
            <a:noFill/>
            <a:prstDash val="solid"/>
          </a:ln>
        </p:spPr>
      </p:sp>
      <p:sp>
        <p:nvSpPr>
          <p:cNvPr id="1962" name="03_assume_matched_7259">
            <a:extLst>
              <a:ext uri="{FF2B5EF4-FFF2-40B4-BE49-F238E27FC236}">
                <a16:creationId xmlns:a16="http://schemas.microsoft.com/office/drawing/2014/main" id="{B08E0D54-0593-4E3E-9E98-0731209F95BD}"/>
              </a:ext>
            </a:extLst>
          </p:cNvPr>
          <p:cNvSpPr>
            <a:spLocks noGrp="1"/>
          </p:cNvSpPr>
          <p:nvPr/>
        </p:nvSpPr>
        <p:spPr>
          <a:xfrm>
            <a:off x="6151849" y="3694086"/>
            <a:ext cx="28398" cy="28398"/>
          </a:xfrm>
          <a:prstGeom prst="ellipse">
            <a:avLst/>
          </a:prstGeom>
          <a:solidFill>
            <a:srgbClr val="7F8C97">
              <a:alpha val="48000"/>
            </a:srgbClr>
          </a:solidFill>
          <a:ln w="0">
            <a:noFill/>
            <a:prstDash val="solid"/>
          </a:ln>
        </p:spPr>
      </p:sp>
      <p:sp>
        <p:nvSpPr>
          <p:cNvPr id="1963" name="03_assume_matched_7260">
            <a:extLst>
              <a:ext uri="{FF2B5EF4-FFF2-40B4-BE49-F238E27FC236}">
                <a16:creationId xmlns:a16="http://schemas.microsoft.com/office/drawing/2014/main" id="{5D6BD0B0-C41C-4AFA-AC6A-08F923F6191A}"/>
              </a:ext>
            </a:extLst>
          </p:cNvPr>
          <p:cNvSpPr>
            <a:spLocks noGrp="1"/>
          </p:cNvSpPr>
          <p:nvPr/>
        </p:nvSpPr>
        <p:spPr>
          <a:xfrm>
            <a:off x="6230712" y="3694086"/>
            <a:ext cx="28398" cy="28398"/>
          </a:xfrm>
          <a:prstGeom prst="ellipse">
            <a:avLst/>
          </a:prstGeom>
          <a:solidFill>
            <a:srgbClr val="7F8C97">
              <a:alpha val="48000"/>
            </a:srgbClr>
          </a:solidFill>
          <a:ln w="0">
            <a:noFill/>
            <a:prstDash val="solid"/>
          </a:ln>
        </p:spPr>
      </p:sp>
      <p:sp>
        <p:nvSpPr>
          <p:cNvPr id="1964" name="03_assume_matched_7261">
            <a:extLst>
              <a:ext uri="{FF2B5EF4-FFF2-40B4-BE49-F238E27FC236}">
                <a16:creationId xmlns:a16="http://schemas.microsoft.com/office/drawing/2014/main" id="{FAE7ADAC-5953-496D-8109-C8797A239F7E}"/>
              </a:ext>
            </a:extLst>
          </p:cNvPr>
          <p:cNvSpPr>
            <a:spLocks noGrp="1"/>
          </p:cNvSpPr>
          <p:nvPr/>
        </p:nvSpPr>
        <p:spPr>
          <a:xfrm>
            <a:off x="6198476" y="3694086"/>
            <a:ext cx="28398" cy="28398"/>
          </a:xfrm>
          <a:prstGeom prst="ellipse">
            <a:avLst/>
          </a:prstGeom>
          <a:solidFill>
            <a:srgbClr val="7F8C97">
              <a:alpha val="48000"/>
            </a:srgbClr>
          </a:solidFill>
          <a:ln w="0">
            <a:noFill/>
            <a:prstDash val="solid"/>
          </a:ln>
        </p:spPr>
      </p:sp>
      <p:sp>
        <p:nvSpPr>
          <p:cNvPr id="1965" name="03_assume_matched_7262">
            <a:extLst>
              <a:ext uri="{FF2B5EF4-FFF2-40B4-BE49-F238E27FC236}">
                <a16:creationId xmlns:a16="http://schemas.microsoft.com/office/drawing/2014/main" id="{B46C879A-BA8B-43E3-BDFF-2747907FDF2E}"/>
              </a:ext>
            </a:extLst>
          </p:cNvPr>
          <p:cNvSpPr>
            <a:spLocks noGrp="1"/>
          </p:cNvSpPr>
          <p:nvPr/>
        </p:nvSpPr>
        <p:spPr>
          <a:xfrm>
            <a:off x="6103208" y="3694086"/>
            <a:ext cx="28398" cy="28398"/>
          </a:xfrm>
          <a:prstGeom prst="ellipse">
            <a:avLst/>
          </a:prstGeom>
          <a:solidFill>
            <a:srgbClr val="7F8C97">
              <a:alpha val="48000"/>
            </a:srgbClr>
          </a:solidFill>
          <a:ln w="0">
            <a:noFill/>
            <a:prstDash val="solid"/>
          </a:ln>
        </p:spPr>
      </p:sp>
      <p:sp>
        <p:nvSpPr>
          <p:cNvPr id="1966" name="03_assume_matched_7263">
            <a:extLst>
              <a:ext uri="{FF2B5EF4-FFF2-40B4-BE49-F238E27FC236}">
                <a16:creationId xmlns:a16="http://schemas.microsoft.com/office/drawing/2014/main" id="{9C1FF6D2-77D9-48CE-96C7-A979654A7B1B}"/>
              </a:ext>
            </a:extLst>
          </p:cNvPr>
          <p:cNvSpPr>
            <a:spLocks noGrp="1"/>
          </p:cNvSpPr>
          <p:nvPr/>
        </p:nvSpPr>
        <p:spPr>
          <a:xfrm>
            <a:off x="6133861" y="4278955"/>
            <a:ext cx="28398" cy="28398"/>
          </a:xfrm>
          <a:prstGeom prst="ellipse">
            <a:avLst/>
          </a:prstGeom>
          <a:solidFill>
            <a:srgbClr val="7F8C97">
              <a:alpha val="48000"/>
            </a:srgbClr>
          </a:solidFill>
          <a:ln w="0">
            <a:noFill/>
            <a:prstDash val="solid"/>
          </a:ln>
        </p:spPr>
      </p:sp>
      <p:sp>
        <p:nvSpPr>
          <p:cNvPr id="1967" name="03_assume_matched_7264">
            <a:extLst>
              <a:ext uri="{FF2B5EF4-FFF2-40B4-BE49-F238E27FC236}">
                <a16:creationId xmlns:a16="http://schemas.microsoft.com/office/drawing/2014/main" id="{1788DE9D-C3B4-4695-A1E2-C8D113A63C2E}"/>
              </a:ext>
            </a:extLst>
          </p:cNvPr>
          <p:cNvSpPr>
            <a:spLocks noGrp="1"/>
          </p:cNvSpPr>
          <p:nvPr/>
        </p:nvSpPr>
        <p:spPr>
          <a:xfrm>
            <a:off x="6102920" y="4132738"/>
            <a:ext cx="28398" cy="28398"/>
          </a:xfrm>
          <a:prstGeom prst="ellipse">
            <a:avLst/>
          </a:prstGeom>
          <a:solidFill>
            <a:srgbClr val="7F8C97">
              <a:alpha val="48000"/>
            </a:srgbClr>
          </a:solidFill>
          <a:ln w="0">
            <a:noFill/>
            <a:prstDash val="solid"/>
          </a:ln>
        </p:spPr>
      </p:sp>
      <p:sp>
        <p:nvSpPr>
          <p:cNvPr id="1968" name="03_assume_matched_7265">
            <a:extLst>
              <a:ext uri="{FF2B5EF4-FFF2-40B4-BE49-F238E27FC236}">
                <a16:creationId xmlns:a16="http://schemas.microsoft.com/office/drawing/2014/main" id="{D4C50809-62CF-4862-8917-1C7FA1160CD5}"/>
              </a:ext>
            </a:extLst>
          </p:cNvPr>
          <p:cNvSpPr>
            <a:spLocks noGrp="1"/>
          </p:cNvSpPr>
          <p:nvPr/>
        </p:nvSpPr>
        <p:spPr>
          <a:xfrm>
            <a:off x="6184229" y="3986521"/>
            <a:ext cx="28398" cy="28398"/>
          </a:xfrm>
          <a:prstGeom prst="ellipse">
            <a:avLst/>
          </a:prstGeom>
          <a:solidFill>
            <a:srgbClr val="7F8C97">
              <a:alpha val="48000"/>
            </a:srgbClr>
          </a:solidFill>
          <a:ln w="0">
            <a:noFill/>
            <a:prstDash val="solid"/>
          </a:ln>
        </p:spPr>
      </p:sp>
      <p:sp>
        <p:nvSpPr>
          <p:cNvPr id="1969" name="03_assume_matched_7266">
            <a:extLst>
              <a:ext uri="{FF2B5EF4-FFF2-40B4-BE49-F238E27FC236}">
                <a16:creationId xmlns:a16="http://schemas.microsoft.com/office/drawing/2014/main" id="{6E29C575-6D16-4D66-8623-6022383120A9}"/>
              </a:ext>
            </a:extLst>
          </p:cNvPr>
          <p:cNvSpPr>
            <a:spLocks noGrp="1"/>
          </p:cNvSpPr>
          <p:nvPr/>
        </p:nvSpPr>
        <p:spPr>
          <a:xfrm>
            <a:off x="6165521" y="4278955"/>
            <a:ext cx="28398" cy="28398"/>
          </a:xfrm>
          <a:prstGeom prst="ellipse">
            <a:avLst/>
          </a:prstGeom>
          <a:solidFill>
            <a:srgbClr val="7F8C97">
              <a:alpha val="48000"/>
            </a:srgbClr>
          </a:solidFill>
          <a:ln w="0">
            <a:noFill/>
            <a:prstDash val="solid"/>
          </a:ln>
        </p:spPr>
      </p:sp>
      <p:sp>
        <p:nvSpPr>
          <p:cNvPr id="1970" name="03_assume_matched_7267">
            <a:extLst>
              <a:ext uri="{FF2B5EF4-FFF2-40B4-BE49-F238E27FC236}">
                <a16:creationId xmlns:a16="http://schemas.microsoft.com/office/drawing/2014/main" id="{A4BEA23C-F9E6-475E-A1E8-2CAE1DBFCCE5}"/>
              </a:ext>
            </a:extLst>
          </p:cNvPr>
          <p:cNvSpPr>
            <a:spLocks noGrp="1"/>
          </p:cNvSpPr>
          <p:nvPr/>
        </p:nvSpPr>
        <p:spPr>
          <a:xfrm>
            <a:off x="6150266" y="3694086"/>
            <a:ext cx="28398" cy="28398"/>
          </a:xfrm>
          <a:prstGeom prst="ellipse">
            <a:avLst/>
          </a:prstGeom>
          <a:solidFill>
            <a:srgbClr val="7F8C97">
              <a:alpha val="48000"/>
            </a:srgbClr>
          </a:solidFill>
          <a:ln w="0">
            <a:noFill/>
            <a:prstDash val="solid"/>
          </a:ln>
        </p:spPr>
      </p:sp>
      <p:sp>
        <p:nvSpPr>
          <p:cNvPr id="1971" name="03_assume_matched_7268">
            <a:extLst>
              <a:ext uri="{FF2B5EF4-FFF2-40B4-BE49-F238E27FC236}">
                <a16:creationId xmlns:a16="http://schemas.microsoft.com/office/drawing/2014/main" id="{61A5BEA4-A558-4B7A-9943-81BE9D7DB0AB}"/>
              </a:ext>
            </a:extLst>
          </p:cNvPr>
          <p:cNvSpPr>
            <a:spLocks noGrp="1"/>
          </p:cNvSpPr>
          <p:nvPr/>
        </p:nvSpPr>
        <p:spPr>
          <a:xfrm>
            <a:off x="6136019" y="4278955"/>
            <a:ext cx="28398" cy="28398"/>
          </a:xfrm>
          <a:prstGeom prst="ellipse">
            <a:avLst/>
          </a:prstGeom>
          <a:solidFill>
            <a:srgbClr val="7F8C97">
              <a:alpha val="48000"/>
            </a:srgbClr>
          </a:solidFill>
          <a:ln w="0">
            <a:noFill/>
            <a:prstDash val="solid"/>
          </a:ln>
        </p:spPr>
      </p:sp>
      <p:sp>
        <p:nvSpPr>
          <p:cNvPr id="1972" name="03_assume_matched_7269">
            <a:extLst>
              <a:ext uri="{FF2B5EF4-FFF2-40B4-BE49-F238E27FC236}">
                <a16:creationId xmlns:a16="http://schemas.microsoft.com/office/drawing/2014/main" id="{3B1FAA16-69EE-4C14-AAFE-29C5BFD8FAD3}"/>
              </a:ext>
            </a:extLst>
          </p:cNvPr>
          <p:cNvSpPr>
            <a:spLocks noGrp="1"/>
          </p:cNvSpPr>
          <p:nvPr/>
        </p:nvSpPr>
        <p:spPr>
          <a:xfrm>
            <a:off x="6152425" y="4278955"/>
            <a:ext cx="28398" cy="28398"/>
          </a:xfrm>
          <a:prstGeom prst="ellipse">
            <a:avLst/>
          </a:prstGeom>
          <a:solidFill>
            <a:srgbClr val="7F8C97">
              <a:alpha val="48000"/>
            </a:srgbClr>
          </a:solidFill>
          <a:ln w="0">
            <a:noFill/>
            <a:prstDash val="solid"/>
          </a:ln>
        </p:spPr>
      </p:sp>
      <p:sp>
        <p:nvSpPr>
          <p:cNvPr id="1973" name="03_assume_matched_7270">
            <a:extLst>
              <a:ext uri="{FF2B5EF4-FFF2-40B4-BE49-F238E27FC236}">
                <a16:creationId xmlns:a16="http://schemas.microsoft.com/office/drawing/2014/main" id="{C4D12A8B-AC92-4D0E-BB65-C5A247AE6AF3}"/>
              </a:ext>
            </a:extLst>
          </p:cNvPr>
          <p:cNvSpPr>
            <a:spLocks noGrp="1"/>
          </p:cNvSpPr>
          <p:nvPr/>
        </p:nvSpPr>
        <p:spPr>
          <a:xfrm>
            <a:off x="6237619" y="4132738"/>
            <a:ext cx="28398" cy="28398"/>
          </a:xfrm>
          <a:prstGeom prst="ellipse">
            <a:avLst/>
          </a:prstGeom>
          <a:solidFill>
            <a:srgbClr val="7F8C97">
              <a:alpha val="48000"/>
            </a:srgbClr>
          </a:solidFill>
          <a:ln w="0">
            <a:noFill/>
            <a:prstDash val="solid"/>
          </a:ln>
        </p:spPr>
      </p:sp>
      <p:sp>
        <p:nvSpPr>
          <p:cNvPr id="1974" name="03_assume_matched_7271">
            <a:extLst>
              <a:ext uri="{FF2B5EF4-FFF2-40B4-BE49-F238E27FC236}">
                <a16:creationId xmlns:a16="http://schemas.microsoft.com/office/drawing/2014/main" id="{6888B8F8-D3C7-4A38-9248-080348C16FC4}"/>
              </a:ext>
            </a:extLst>
          </p:cNvPr>
          <p:cNvSpPr>
            <a:spLocks noGrp="1"/>
          </p:cNvSpPr>
          <p:nvPr/>
        </p:nvSpPr>
        <p:spPr>
          <a:xfrm>
            <a:off x="6192576" y="3694086"/>
            <a:ext cx="28398" cy="28398"/>
          </a:xfrm>
          <a:prstGeom prst="ellipse">
            <a:avLst/>
          </a:prstGeom>
          <a:solidFill>
            <a:srgbClr val="7F8C97">
              <a:alpha val="48000"/>
            </a:srgbClr>
          </a:solidFill>
          <a:ln w="0">
            <a:noFill/>
            <a:prstDash val="solid"/>
          </a:ln>
        </p:spPr>
      </p:sp>
      <p:sp>
        <p:nvSpPr>
          <p:cNvPr id="1975" name="03_assume_matched_7272">
            <a:extLst>
              <a:ext uri="{FF2B5EF4-FFF2-40B4-BE49-F238E27FC236}">
                <a16:creationId xmlns:a16="http://schemas.microsoft.com/office/drawing/2014/main" id="{90BF02E5-C447-4817-8FB9-462B70DA9359}"/>
              </a:ext>
            </a:extLst>
          </p:cNvPr>
          <p:cNvSpPr>
            <a:spLocks noGrp="1"/>
          </p:cNvSpPr>
          <p:nvPr/>
        </p:nvSpPr>
        <p:spPr>
          <a:xfrm>
            <a:off x="6202362" y="4213970"/>
            <a:ext cx="28398" cy="28398"/>
          </a:xfrm>
          <a:prstGeom prst="ellipse">
            <a:avLst/>
          </a:prstGeom>
          <a:solidFill>
            <a:srgbClr val="7F8C97">
              <a:alpha val="48000"/>
            </a:srgbClr>
          </a:solidFill>
          <a:ln w="0">
            <a:noFill/>
            <a:prstDash val="solid"/>
          </a:ln>
        </p:spPr>
      </p:sp>
      <p:sp>
        <p:nvSpPr>
          <p:cNvPr id="1976" name="03_assume_matched_7273">
            <a:extLst>
              <a:ext uri="{FF2B5EF4-FFF2-40B4-BE49-F238E27FC236}">
                <a16:creationId xmlns:a16="http://schemas.microsoft.com/office/drawing/2014/main" id="{219F19BE-00CA-4035-9793-E4E4930E088E}"/>
              </a:ext>
            </a:extLst>
          </p:cNvPr>
          <p:cNvSpPr>
            <a:spLocks noGrp="1"/>
          </p:cNvSpPr>
          <p:nvPr/>
        </p:nvSpPr>
        <p:spPr>
          <a:xfrm>
            <a:off x="6139185" y="4148984"/>
            <a:ext cx="28398" cy="28398"/>
          </a:xfrm>
          <a:prstGeom prst="ellipse">
            <a:avLst/>
          </a:prstGeom>
          <a:solidFill>
            <a:srgbClr val="7F8C97">
              <a:alpha val="48000"/>
            </a:srgbClr>
          </a:solidFill>
          <a:ln w="0">
            <a:noFill/>
            <a:prstDash val="solid"/>
          </a:ln>
        </p:spPr>
      </p:sp>
      <p:sp>
        <p:nvSpPr>
          <p:cNvPr id="1977" name="03_assume_matched_7274">
            <a:extLst>
              <a:ext uri="{FF2B5EF4-FFF2-40B4-BE49-F238E27FC236}">
                <a16:creationId xmlns:a16="http://schemas.microsoft.com/office/drawing/2014/main" id="{B37F80EA-1BD9-4434-98F5-AB77CECB74B4}"/>
              </a:ext>
            </a:extLst>
          </p:cNvPr>
          <p:cNvSpPr>
            <a:spLocks noGrp="1"/>
          </p:cNvSpPr>
          <p:nvPr/>
        </p:nvSpPr>
        <p:spPr>
          <a:xfrm>
            <a:off x="6229560" y="4083999"/>
            <a:ext cx="28398" cy="28398"/>
          </a:xfrm>
          <a:prstGeom prst="ellipse">
            <a:avLst/>
          </a:prstGeom>
          <a:solidFill>
            <a:srgbClr val="7F8C97">
              <a:alpha val="48000"/>
            </a:srgbClr>
          </a:solidFill>
          <a:ln w="0">
            <a:noFill/>
            <a:prstDash val="solid"/>
          </a:ln>
        </p:spPr>
      </p:sp>
      <p:sp>
        <p:nvSpPr>
          <p:cNvPr id="1978" name="03_assume_matched_7275">
            <a:extLst>
              <a:ext uri="{FF2B5EF4-FFF2-40B4-BE49-F238E27FC236}">
                <a16:creationId xmlns:a16="http://schemas.microsoft.com/office/drawing/2014/main" id="{5452B6EF-617A-4D62-9A26-A173E1DBFF78}"/>
              </a:ext>
            </a:extLst>
          </p:cNvPr>
          <p:cNvSpPr>
            <a:spLocks noGrp="1"/>
          </p:cNvSpPr>
          <p:nvPr/>
        </p:nvSpPr>
        <p:spPr>
          <a:xfrm>
            <a:off x="6202649" y="3694086"/>
            <a:ext cx="28398" cy="28398"/>
          </a:xfrm>
          <a:prstGeom prst="ellipse">
            <a:avLst/>
          </a:prstGeom>
          <a:solidFill>
            <a:srgbClr val="7F8C97">
              <a:alpha val="48000"/>
            </a:srgbClr>
          </a:solidFill>
          <a:ln w="0">
            <a:noFill/>
            <a:prstDash val="solid"/>
          </a:ln>
        </p:spPr>
      </p:sp>
      <p:sp>
        <p:nvSpPr>
          <p:cNvPr id="1979" name="03_assume_matched_7276">
            <a:extLst>
              <a:ext uri="{FF2B5EF4-FFF2-40B4-BE49-F238E27FC236}">
                <a16:creationId xmlns:a16="http://schemas.microsoft.com/office/drawing/2014/main" id="{5F14717E-8EE8-4091-B3D7-DC492014F9D3}"/>
              </a:ext>
            </a:extLst>
          </p:cNvPr>
          <p:cNvSpPr>
            <a:spLocks noGrp="1"/>
          </p:cNvSpPr>
          <p:nvPr/>
        </p:nvSpPr>
        <p:spPr>
          <a:xfrm>
            <a:off x="6120477" y="4278955"/>
            <a:ext cx="28398" cy="28398"/>
          </a:xfrm>
          <a:prstGeom prst="ellipse">
            <a:avLst/>
          </a:prstGeom>
          <a:solidFill>
            <a:srgbClr val="7F8C97">
              <a:alpha val="48000"/>
            </a:srgbClr>
          </a:solidFill>
          <a:ln w="0">
            <a:noFill/>
            <a:prstDash val="solid"/>
          </a:ln>
        </p:spPr>
      </p:sp>
      <p:sp>
        <p:nvSpPr>
          <p:cNvPr id="1980" name="03_assume_matched_7277">
            <a:extLst>
              <a:ext uri="{FF2B5EF4-FFF2-40B4-BE49-F238E27FC236}">
                <a16:creationId xmlns:a16="http://schemas.microsoft.com/office/drawing/2014/main" id="{0DF22313-E38B-43BB-9CDA-9337640F2AD3}"/>
              </a:ext>
            </a:extLst>
          </p:cNvPr>
          <p:cNvSpPr>
            <a:spLocks noGrp="1"/>
          </p:cNvSpPr>
          <p:nvPr/>
        </p:nvSpPr>
        <p:spPr>
          <a:xfrm>
            <a:off x="6127817" y="3694086"/>
            <a:ext cx="28398" cy="28398"/>
          </a:xfrm>
          <a:prstGeom prst="ellipse">
            <a:avLst/>
          </a:prstGeom>
          <a:solidFill>
            <a:srgbClr val="7F8C97">
              <a:alpha val="48000"/>
            </a:srgbClr>
          </a:solidFill>
          <a:ln w="0">
            <a:noFill/>
            <a:prstDash val="solid"/>
          </a:ln>
        </p:spPr>
      </p:sp>
      <p:sp>
        <p:nvSpPr>
          <p:cNvPr id="1981" name="03_assume_matched_7278">
            <a:extLst>
              <a:ext uri="{FF2B5EF4-FFF2-40B4-BE49-F238E27FC236}">
                <a16:creationId xmlns:a16="http://schemas.microsoft.com/office/drawing/2014/main" id="{FACA14E7-021E-4F4E-8D0F-850B130F4A29}"/>
              </a:ext>
            </a:extLst>
          </p:cNvPr>
          <p:cNvSpPr>
            <a:spLocks noGrp="1"/>
          </p:cNvSpPr>
          <p:nvPr/>
        </p:nvSpPr>
        <p:spPr>
          <a:xfrm>
            <a:off x="6139042" y="4083999"/>
            <a:ext cx="28398" cy="28398"/>
          </a:xfrm>
          <a:prstGeom prst="ellipse">
            <a:avLst/>
          </a:prstGeom>
          <a:solidFill>
            <a:srgbClr val="7F8C97">
              <a:alpha val="48000"/>
            </a:srgbClr>
          </a:solidFill>
          <a:ln w="0">
            <a:noFill/>
            <a:prstDash val="solid"/>
          </a:ln>
        </p:spPr>
      </p:sp>
      <p:sp>
        <p:nvSpPr>
          <p:cNvPr id="1982" name="03_assume_matched_7279">
            <a:extLst>
              <a:ext uri="{FF2B5EF4-FFF2-40B4-BE49-F238E27FC236}">
                <a16:creationId xmlns:a16="http://schemas.microsoft.com/office/drawing/2014/main" id="{78E05A55-3D9A-4F19-A61D-1918A080FF25}"/>
              </a:ext>
            </a:extLst>
          </p:cNvPr>
          <p:cNvSpPr>
            <a:spLocks noGrp="1"/>
          </p:cNvSpPr>
          <p:nvPr/>
        </p:nvSpPr>
        <p:spPr>
          <a:xfrm>
            <a:off x="6228409" y="3986521"/>
            <a:ext cx="28398" cy="28398"/>
          </a:xfrm>
          <a:prstGeom prst="ellipse">
            <a:avLst/>
          </a:prstGeom>
          <a:solidFill>
            <a:srgbClr val="7F8C97">
              <a:alpha val="48000"/>
            </a:srgbClr>
          </a:solidFill>
          <a:ln w="0">
            <a:noFill/>
            <a:prstDash val="solid"/>
          </a:ln>
        </p:spPr>
      </p:sp>
      <p:sp>
        <p:nvSpPr>
          <p:cNvPr id="1983" name="03_assume_matched_7280">
            <a:extLst>
              <a:ext uri="{FF2B5EF4-FFF2-40B4-BE49-F238E27FC236}">
                <a16:creationId xmlns:a16="http://schemas.microsoft.com/office/drawing/2014/main" id="{B50F05C6-93CE-4EA8-8AB8-1827D7FE17C2}"/>
              </a:ext>
            </a:extLst>
          </p:cNvPr>
          <p:cNvSpPr>
            <a:spLocks noGrp="1"/>
          </p:cNvSpPr>
          <p:nvPr/>
        </p:nvSpPr>
        <p:spPr>
          <a:xfrm>
            <a:off x="6141344" y="3694086"/>
            <a:ext cx="28398" cy="28398"/>
          </a:xfrm>
          <a:prstGeom prst="ellipse">
            <a:avLst/>
          </a:prstGeom>
          <a:solidFill>
            <a:srgbClr val="7F8C97">
              <a:alpha val="48000"/>
            </a:srgbClr>
          </a:solidFill>
          <a:ln w="0">
            <a:noFill/>
            <a:prstDash val="solid"/>
          </a:ln>
        </p:spPr>
      </p:sp>
      <p:sp>
        <p:nvSpPr>
          <p:cNvPr id="1984" name="03_assume_matched_7281">
            <a:extLst>
              <a:ext uri="{FF2B5EF4-FFF2-40B4-BE49-F238E27FC236}">
                <a16:creationId xmlns:a16="http://schemas.microsoft.com/office/drawing/2014/main" id="{70C3A662-3EBB-43C7-8011-A2F55350892F}"/>
              </a:ext>
            </a:extLst>
          </p:cNvPr>
          <p:cNvSpPr>
            <a:spLocks noGrp="1"/>
          </p:cNvSpPr>
          <p:nvPr/>
        </p:nvSpPr>
        <p:spPr>
          <a:xfrm>
            <a:off x="6220350" y="4083999"/>
            <a:ext cx="28398" cy="28398"/>
          </a:xfrm>
          <a:prstGeom prst="ellipse">
            <a:avLst/>
          </a:prstGeom>
          <a:solidFill>
            <a:srgbClr val="7F8C97">
              <a:alpha val="48000"/>
            </a:srgbClr>
          </a:solidFill>
          <a:ln w="0">
            <a:noFill/>
            <a:prstDash val="solid"/>
          </a:ln>
        </p:spPr>
      </p:sp>
      <p:sp>
        <p:nvSpPr>
          <p:cNvPr id="1985" name="03_assume_matched_7282">
            <a:extLst>
              <a:ext uri="{FF2B5EF4-FFF2-40B4-BE49-F238E27FC236}">
                <a16:creationId xmlns:a16="http://schemas.microsoft.com/office/drawing/2014/main" id="{271D968D-1C67-4EEF-8240-86B7889CF8BA}"/>
              </a:ext>
            </a:extLst>
          </p:cNvPr>
          <p:cNvSpPr>
            <a:spLocks noGrp="1"/>
          </p:cNvSpPr>
          <p:nvPr/>
        </p:nvSpPr>
        <p:spPr>
          <a:xfrm>
            <a:off x="6221501" y="3694086"/>
            <a:ext cx="28398" cy="28398"/>
          </a:xfrm>
          <a:prstGeom prst="ellipse">
            <a:avLst/>
          </a:prstGeom>
          <a:solidFill>
            <a:srgbClr val="7F8C97">
              <a:alpha val="48000"/>
            </a:srgbClr>
          </a:solidFill>
          <a:ln w="0">
            <a:noFill/>
            <a:prstDash val="solid"/>
          </a:ln>
        </p:spPr>
      </p:sp>
      <p:sp>
        <p:nvSpPr>
          <p:cNvPr id="1986" name="03_assume_matched_7283">
            <a:extLst>
              <a:ext uri="{FF2B5EF4-FFF2-40B4-BE49-F238E27FC236}">
                <a16:creationId xmlns:a16="http://schemas.microsoft.com/office/drawing/2014/main" id="{4054E336-B8B7-4FA0-937C-0E2C8799099C}"/>
              </a:ext>
            </a:extLst>
          </p:cNvPr>
          <p:cNvSpPr>
            <a:spLocks noGrp="1"/>
          </p:cNvSpPr>
          <p:nvPr/>
        </p:nvSpPr>
        <p:spPr>
          <a:xfrm>
            <a:off x="6225243" y="4278955"/>
            <a:ext cx="28398" cy="28398"/>
          </a:xfrm>
          <a:prstGeom prst="ellipse">
            <a:avLst/>
          </a:prstGeom>
          <a:solidFill>
            <a:srgbClr val="7F8C97">
              <a:alpha val="48000"/>
            </a:srgbClr>
          </a:solidFill>
          <a:ln w="0">
            <a:noFill/>
            <a:prstDash val="solid"/>
          </a:ln>
        </p:spPr>
      </p:sp>
      <p:sp>
        <p:nvSpPr>
          <p:cNvPr id="1987" name="03_assume_matched_7284">
            <a:extLst>
              <a:ext uri="{FF2B5EF4-FFF2-40B4-BE49-F238E27FC236}">
                <a16:creationId xmlns:a16="http://schemas.microsoft.com/office/drawing/2014/main" id="{A7A4E4D8-DED8-4434-81CE-56057349ECFC}"/>
              </a:ext>
            </a:extLst>
          </p:cNvPr>
          <p:cNvSpPr>
            <a:spLocks noGrp="1"/>
          </p:cNvSpPr>
          <p:nvPr/>
        </p:nvSpPr>
        <p:spPr>
          <a:xfrm>
            <a:off x="6142495" y="4083999"/>
            <a:ext cx="28398" cy="28398"/>
          </a:xfrm>
          <a:prstGeom prst="ellipse">
            <a:avLst/>
          </a:prstGeom>
          <a:solidFill>
            <a:srgbClr val="7F8C97">
              <a:alpha val="48000"/>
            </a:srgbClr>
          </a:solidFill>
          <a:ln w="0">
            <a:noFill/>
            <a:prstDash val="solid"/>
          </a:ln>
        </p:spPr>
      </p:sp>
      <p:sp>
        <p:nvSpPr>
          <p:cNvPr id="1988" name="03_assume_matched_7285">
            <a:extLst>
              <a:ext uri="{FF2B5EF4-FFF2-40B4-BE49-F238E27FC236}">
                <a16:creationId xmlns:a16="http://schemas.microsoft.com/office/drawing/2014/main" id="{9FBDAEA5-0E62-4D51-9822-9C94CD1F4B97}"/>
              </a:ext>
            </a:extLst>
          </p:cNvPr>
          <p:cNvSpPr>
            <a:spLocks noGrp="1"/>
          </p:cNvSpPr>
          <p:nvPr/>
        </p:nvSpPr>
        <p:spPr>
          <a:xfrm>
            <a:off x="6120765" y="4132738"/>
            <a:ext cx="28398" cy="28398"/>
          </a:xfrm>
          <a:prstGeom prst="ellipse">
            <a:avLst/>
          </a:prstGeom>
          <a:solidFill>
            <a:srgbClr val="7F8C97">
              <a:alpha val="48000"/>
            </a:srgbClr>
          </a:solidFill>
          <a:ln w="0">
            <a:noFill/>
            <a:prstDash val="solid"/>
          </a:ln>
        </p:spPr>
      </p:sp>
      <p:sp>
        <p:nvSpPr>
          <p:cNvPr id="1989" name="03_assume_matched_7286">
            <a:extLst>
              <a:ext uri="{FF2B5EF4-FFF2-40B4-BE49-F238E27FC236}">
                <a16:creationId xmlns:a16="http://schemas.microsoft.com/office/drawing/2014/main" id="{EBBF58FB-943D-4A8D-9B73-64945FDE76E1}"/>
              </a:ext>
            </a:extLst>
          </p:cNvPr>
          <p:cNvSpPr>
            <a:spLocks noGrp="1"/>
          </p:cNvSpPr>
          <p:nvPr/>
        </p:nvSpPr>
        <p:spPr>
          <a:xfrm>
            <a:off x="6204520" y="4278955"/>
            <a:ext cx="28398" cy="28398"/>
          </a:xfrm>
          <a:prstGeom prst="ellipse">
            <a:avLst/>
          </a:prstGeom>
          <a:solidFill>
            <a:srgbClr val="7F8C97">
              <a:alpha val="48000"/>
            </a:srgbClr>
          </a:solidFill>
          <a:ln w="0">
            <a:noFill/>
            <a:prstDash val="solid"/>
          </a:ln>
        </p:spPr>
      </p:sp>
      <p:sp>
        <p:nvSpPr>
          <p:cNvPr id="1990" name="03_assume_matched_7287">
            <a:extLst>
              <a:ext uri="{FF2B5EF4-FFF2-40B4-BE49-F238E27FC236}">
                <a16:creationId xmlns:a16="http://schemas.microsoft.com/office/drawing/2014/main" id="{1E9DD969-67F3-4F2B-BE6A-4554C4DBAAC8}"/>
              </a:ext>
            </a:extLst>
          </p:cNvPr>
          <p:cNvSpPr>
            <a:spLocks noGrp="1"/>
          </p:cNvSpPr>
          <p:nvPr/>
        </p:nvSpPr>
        <p:spPr>
          <a:xfrm>
            <a:off x="6114001" y="3694086"/>
            <a:ext cx="28398" cy="28398"/>
          </a:xfrm>
          <a:prstGeom prst="ellipse">
            <a:avLst/>
          </a:prstGeom>
          <a:solidFill>
            <a:srgbClr val="7F8C97">
              <a:alpha val="48000"/>
            </a:srgbClr>
          </a:solidFill>
          <a:ln w="0">
            <a:noFill/>
            <a:prstDash val="solid"/>
          </a:ln>
        </p:spPr>
      </p:sp>
      <p:sp>
        <p:nvSpPr>
          <p:cNvPr id="1991" name="03_assume_matched_7288">
            <a:extLst>
              <a:ext uri="{FF2B5EF4-FFF2-40B4-BE49-F238E27FC236}">
                <a16:creationId xmlns:a16="http://schemas.microsoft.com/office/drawing/2014/main" id="{0D22C358-545A-4C3E-8431-A2D133B275ED}"/>
              </a:ext>
            </a:extLst>
          </p:cNvPr>
          <p:cNvSpPr>
            <a:spLocks noGrp="1"/>
          </p:cNvSpPr>
          <p:nvPr/>
        </p:nvSpPr>
        <p:spPr>
          <a:xfrm>
            <a:off x="6208118" y="3694086"/>
            <a:ext cx="28398" cy="28398"/>
          </a:xfrm>
          <a:prstGeom prst="ellipse">
            <a:avLst/>
          </a:prstGeom>
          <a:solidFill>
            <a:srgbClr val="7F8C97">
              <a:alpha val="48000"/>
            </a:srgbClr>
          </a:solidFill>
          <a:ln w="0">
            <a:noFill/>
            <a:prstDash val="solid"/>
          </a:ln>
        </p:spPr>
      </p:sp>
      <p:sp>
        <p:nvSpPr>
          <p:cNvPr id="1992" name="03_assume_matched_7289">
            <a:extLst>
              <a:ext uri="{FF2B5EF4-FFF2-40B4-BE49-F238E27FC236}">
                <a16:creationId xmlns:a16="http://schemas.microsoft.com/office/drawing/2014/main" id="{A849E7AB-083C-4672-AB77-7254A3ABA7BA}"/>
              </a:ext>
            </a:extLst>
          </p:cNvPr>
          <p:cNvSpPr>
            <a:spLocks noGrp="1"/>
          </p:cNvSpPr>
          <p:nvPr/>
        </p:nvSpPr>
        <p:spPr>
          <a:xfrm>
            <a:off x="6115297" y="4278955"/>
            <a:ext cx="28398" cy="28398"/>
          </a:xfrm>
          <a:prstGeom prst="ellipse">
            <a:avLst/>
          </a:prstGeom>
          <a:solidFill>
            <a:srgbClr val="7F8C97">
              <a:alpha val="48000"/>
            </a:srgbClr>
          </a:solidFill>
          <a:ln w="0">
            <a:noFill/>
            <a:prstDash val="solid"/>
          </a:ln>
        </p:spPr>
      </p:sp>
      <p:sp>
        <p:nvSpPr>
          <p:cNvPr id="1993" name="03_assume_matched_7290">
            <a:extLst>
              <a:ext uri="{FF2B5EF4-FFF2-40B4-BE49-F238E27FC236}">
                <a16:creationId xmlns:a16="http://schemas.microsoft.com/office/drawing/2014/main" id="{F6DBA17E-6506-48A7-BD54-0199B71AE3B2}"/>
              </a:ext>
            </a:extLst>
          </p:cNvPr>
          <p:cNvSpPr>
            <a:spLocks noGrp="1"/>
          </p:cNvSpPr>
          <p:nvPr/>
        </p:nvSpPr>
        <p:spPr>
          <a:xfrm>
            <a:off x="6235748" y="3694086"/>
            <a:ext cx="28398" cy="28398"/>
          </a:xfrm>
          <a:prstGeom prst="ellipse">
            <a:avLst/>
          </a:prstGeom>
          <a:solidFill>
            <a:srgbClr val="7F8C97">
              <a:alpha val="48000"/>
            </a:srgbClr>
          </a:solidFill>
          <a:ln w="0">
            <a:noFill/>
            <a:prstDash val="solid"/>
          </a:ln>
        </p:spPr>
      </p:sp>
      <p:sp>
        <p:nvSpPr>
          <p:cNvPr id="1994" name="03_assume_matched_7291">
            <a:extLst>
              <a:ext uri="{FF2B5EF4-FFF2-40B4-BE49-F238E27FC236}">
                <a16:creationId xmlns:a16="http://schemas.microsoft.com/office/drawing/2014/main" id="{8EE11471-E11E-40C6-A584-9A85C5BB9F01}"/>
              </a:ext>
            </a:extLst>
          </p:cNvPr>
          <p:cNvSpPr>
            <a:spLocks noGrp="1"/>
          </p:cNvSpPr>
          <p:nvPr/>
        </p:nvSpPr>
        <p:spPr>
          <a:xfrm>
            <a:off x="6213730" y="3694086"/>
            <a:ext cx="28398" cy="28398"/>
          </a:xfrm>
          <a:prstGeom prst="ellipse">
            <a:avLst/>
          </a:prstGeom>
          <a:solidFill>
            <a:srgbClr val="7F8C97">
              <a:alpha val="48000"/>
            </a:srgbClr>
          </a:solidFill>
          <a:ln w="0">
            <a:noFill/>
            <a:prstDash val="solid"/>
          </a:ln>
        </p:spPr>
      </p:sp>
      <p:sp>
        <p:nvSpPr>
          <p:cNvPr id="1995" name="03_assume_matched_7292">
            <a:extLst>
              <a:ext uri="{FF2B5EF4-FFF2-40B4-BE49-F238E27FC236}">
                <a16:creationId xmlns:a16="http://schemas.microsoft.com/office/drawing/2014/main" id="{340E3F27-D3A2-4EE2-9C0C-DD38387F8F65}"/>
              </a:ext>
            </a:extLst>
          </p:cNvPr>
          <p:cNvSpPr>
            <a:spLocks noGrp="1"/>
          </p:cNvSpPr>
          <p:nvPr/>
        </p:nvSpPr>
        <p:spPr>
          <a:xfrm>
            <a:off x="6161635" y="3694086"/>
            <a:ext cx="28398" cy="28398"/>
          </a:xfrm>
          <a:prstGeom prst="ellipse">
            <a:avLst/>
          </a:prstGeom>
          <a:solidFill>
            <a:srgbClr val="7F8C97">
              <a:alpha val="48000"/>
            </a:srgbClr>
          </a:solidFill>
          <a:ln w="0">
            <a:noFill/>
            <a:prstDash val="solid"/>
          </a:ln>
        </p:spPr>
      </p:sp>
      <p:sp>
        <p:nvSpPr>
          <p:cNvPr id="1996" name="03_assume_matched_7293">
            <a:extLst>
              <a:ext uri="{FF2B5EF4-FFF2-40B4-BE49-F238E27FC236}">
                <a16:creationId xmlns:a16="http://schemas.microsoft.com/office/drawing/2014/main" id="{E05367FC-16C8-4F5A-A8D5-040DB6B69E3C}"/>
              </a:ext>
            </a:extLst>
          </p:cNvPr>
          <p:cNvSpPr>
            <a:spLocks noGrp="1"/>
          </p:cNvSpPr>
          <p:nvPr/>
        </p:nvSpPr>
        <p:spPr>
          <a:xfrm>
            <a:off x="6137315" y="4278955"/>
            <a:ext cx="28398" cy="28398"/>
          </a:xfrm>
          <a:prstGeom prst="ellipse">
            <a:avLst/>
          </a:prstGeom>
          <a:solidFill>
            <a:srgbClr val="7F8C97">
              <a:alpha val="48000"/>
            </a:srgbClr>
          </a:solidFill>
          <a:ln w="0">
            <a:noFill/>
            <a:prstDash val="solid"/>
          </a:ln>
        </p:spPr>
      </p:sp>
      <p:sp>
        <p:nvSpPr>
          <p:cNvPr id="1997" name="03_assume_matched_7294">
            <a:extLst>
              <a:ext uri="{FF2B5EF4-FFF2-40B4-BE49-F238E27FC236}">
                <a16:creationId xmlns:a16="http://schemas.microsoft.com/office/drawing/2014/main" id="{19039115-6C7E-4070-9468-3939BD483AB2}"/>
              </a:ext>
            </a:extLst>
          </p:cNvPr>
          <p:cNvSpPr>
            <a:spLocks noGrp="1"/>
          </p:cNvSpPr>
          <p:nvPr/>
        </p:nvSpPr>
        <p:spPr>
          <a:xfrm>
            <a:off x="6239778" y="4278955"/>
            <a:ext cx="28398" cy="28398"/>
          </a:xfrm>
          <a:prstGeom prst="ellipse">
            <a:avLst/>
          </a:prstGeom>
          <a:solidFill>
            <a:srgbClr val="7F8C97">
              <a:alpha val="48000"/>
            </a:srgbClr>
          </a:solidFill>
          <a:ln w="0">
            <a:noFill/>
            <a:prstDash val="solid"/>
          </a:ln>
        </p:spPr>
      </p:sp>
      <p:sp>
        <p:nvSpPr>
          <p:cNvPr id="1998" name="03_assume_matched_7295">
            <a:extLst>
              <a:ext uri="{FF2B5EF4-FFF2-40B4-BE49-F238E27FC236}">
                <a16:creationId xmlns:a16="http://schemas.microsoft.com/office/drawing/2014/main" id="{585FBBAC-361F-4D1D-BAD7-3123A844F7B1}"/>
              </a:ext>
            </a:extLst>
          </p:cNvPr>
          <p:cNvSpPr>
            <a:spLocks noGrp="1"/>
          </p:cNvSpPr>
          <p:nvPr/>
        </p:nvSpPr>
        <p:spPr>
          <a:xfrm>
            <a:off x="6187539" y="4278955"/>
            <a:ext cx="28398" cy="28398"/>
          </a:xfrm>
          <a:prstGeom prst="ellipse">
            <a:avLst/>
          </a:prstGeom>
          <a:solidFill>
            <a:srgbClr val="7F8C97">
              <a:alpha val="48000"/>
            </a:srgbClr>
          </a:solidFill>
          <a:ln w="0">
            <a:noFill/>
            <a:prstDash val="solid"/>
          </a:ln>
        </p:spPr>
      </p:sp>
      <p:sp>
        <p:nvSpPr>
          <p:cNvPr id="1999" name="03_assume_matched_7296">
            <a:extLst>
              <a:ext uri="{FF2B5EF4-FFF2-40B4-BE49-F238E27FC236}">
                <a16:creationId xmlns:a16="http://schemas.microsoft.com/office/drawing/2014/main" id="{052C8B13-3E1D-4F72-AF79-4A9DE57454BD}"/>
              </a:ext>
            </a:extLst>
          </p:cNvPr>
          <p:cNvSpPr>
            <a:spLocks noGrp="1"/>
          </p:cNvSpPr>
          <p:nvPr/>
        </p:nvSpPr>
        <p:spPr>
          <a:xfrm>
            <a:off x="6220350" y="4278955"/>
            <a:ext cx="28398" cy="28398"/>
          </a:xfrm>
          <a:prstGeom prst="ellipse">
            <a:avLst/>
          </a:prstGeom>
          <a:solidFill>
            <a:srgbClr val="7F8C97">
              <a:alpha val="48000"/>
            </a:srgbClr>
          </a:solidFill>
          <a:ln w="0">
            <a:noFill/>
            <a:prstDash val="solid"/>
          </a:ln>
        </p:spPr>
      </p:sp>
      <p:sp>
        <p:nvSpPr>
          <p:cNvPr id="2000" name="03_assume_matched_7297">
            <a:extLst>
              <a:ext uri="{FF2B5EF4-FFF2-40B4-BE49-F238E27FC236}">
                <a16:creationId xmlns:a16="http://schemas.microsoft.com/office/drawing/2014/main" id="{748DEECB-4A14-4F93-8A94-1A81CFC5C245}"/>
              </a:ext>
            </a:extLst>
          </p:cNvPr>
          <p:cNvSpPr>
            <a:spLocks noGrp="1"/>
          </p:cNvSpPr>
          <p:nvPr/>
        </p:nvSpPr>
        <p:spPr>
          <a:xfrm>
            <a:off x="6119470" y="4161981"/>
            <a:ext cx="28398" cy="28398"/>
          </a:xfrm>
          <a:prstGeom prst="ellipse">
            <a:avLst/>
          </a:prstGeom>
          <a:solidFill>
            <a:srgbClr val="7F8C97">
              <a:alpha val="48000"/>
            </a:srgbClr>
          </a:solidFill>
          <a:ln w="0">
            <a:noFill/>
            <a:prstDash val="solid"/>
          </a:ln>
        </p:spPr>
      </p:sp>
      <p:sp>
        <p:nvSpPr>
          <p:cNvPr id="2001" name="03_assume_matched_7298">
            <a:extLst>
              <a:ext uri="{FF2B5EF4-FFF2-40B4-BE49-F238E27FC236}">
                <a16:creationId xmlns:a16="http://schemas.microsoft.com/office/drawing/2014/main" id="{B616A5A3-A040-4DE5-8325-F4AC74C45EFB}"/>
              </a:ext>
            </a:extLst>
          </p:cNvPr>
          <p:cNvSpPr>
            <a:spLocks noGrp="1"/>
          </p:cNvSpPr>
          <p:nvPr/>
        </p:nvSpPr>
        <p:spPr>
          <a:xfrm>
            <a:off x="6211428" y="3986521"/>
            <a:ext cx="28398" cy="28398"/>
          </a:xfrm>
          <a:prstGeom prst="ellipse">
            <a:avLst/>
          </a:prstGeom>
          <a:solidFill>
            <a:srgbClr val="7F8C97">
              <a:alpha val="48000"/>
            </a:srgbClr>
          </a:solidFill>
          <a:ln w="0">
            <a:noFill/>
            <a:prstDash val="solid"/>
          </a:ln>
        </p:spPr>
      </p:sp>
      <p:sp>
        <p:nvSpPr>
          <p:cNvPr id="2002" name="03_assume_matched_7299">
            <a:extLst>
              <a:ext uri="{FF2B5EF4-FFF2-40B4-BE49-F238E27FC236}">
                <a16:creationId xmlns:a16="http://schemas.microsoft.com/office/drawing/2014/main" id="{A367C144-EF96-40D0-A829-5DC55DF40B07}"/>
              </a:ext>
            </a:extLst>
          </p:cNvPr>
          <p:cNvSpPr>
            <a:spLocks noGrp="1"/>
          </p:cNvSpPr>
          <p:nvPr/>
        </p:nvSpPr>
        <p:spPr>
          <a:xfrm>
            <a:off x="6190561" y="3986521"/>
            <a:ext cx="28398" cy="28398"/>
          </a:xfrm>
          <a:prstGeom prst="ellipse">
            <a:avLst/>
          </a:prstGeom>
          <a:solidFill>
            <a:srgbClr val="7F8C97">
              <a:alpha val="48000"/>
            </a:srgbClr>
          </a:solidFill>
          <a:ln w="0">
            <a:noFill/>
            <a:prstDash val="solid"/>
          </a:ln>
        </p:spPr>
      </p:sp>
      <p:sp>
        <p:nvSpPr>
          <p:cNvPr id="2003" name="03_assume_matched_7300">
            <a:extLst>
              <a:ext uri="{FF2B5EF4-FFF2-40B4-BE49-F238E27FC236}">
                <a16:creationId xmlns:a16="http://schemas.microsoft.com/office/drawing/2014/main" id="{B92F75C7-1E20-46F0-9848-3EFCD2E8455D}"/>
              </a:ext>
            </a:extLst>
          </p:cNvPr>
          <p:cNvSpPr>
            <a:spLocks noGrp="1"/>
          </p:cNvSpPr>
          <p:nvPr/>
        </p:nvSpPr>
        <p:spPr>
          <a:xfrm>
            <a:off x="6099179" y="3694086"/>
            <a:ext cx="28398" cy="28398"/>
          </a:xfrm>
          <a:prstGeom prst="ellipse">
            <a:avLst/>
          </a:prstGeom>
          <a:solidFill>
            <a:srgbClr val="7F8C97">
              <a:alpha val="48000"/>
            </a:srgbClr>
          </a:solidFill>
          <a:ln w="0">
            <a:noFill/>
            <a:prstDash val="solid"/>
          </a:ln>
        </p:spPr>
      </p:sp>
      <p:sp>
        <p:nvSpPr>
          <p:cNvPr id="2004" name="03_assume_matched_7301">
            <a:extLst>
              <a:ext uri="{FF2B5EF4-FFF2-40B4-BE49-F238E27FC236}">
                <a16:creationId xmlns:a16="http://schemas.microsoft.com/office/drawing/2014/main" id="{DF4D8C46-C8AF-4DE8-ADE9-5A8B5ED5F76F}"/>
              </a:ext>
            </a:extLst>
          </p:cNvPr>
          <p:cNvSpPr>
            <a:spLocks noGrp="1"/>
          </p:cNvSpPr>
          <p:nvPr/>
        </p:nvSpPr>
        <p:spPr>
          <a:xfrm>
            <a:off x="6158469" y="4278955"/>
            <a:ext cx="28398" cy="28398"/>
          </a:xfrm>
          <a:prstGeom prst="ellipse">
            <a:avLst/>
          </a:prstGeom>
          <a:solidFill>
            <a:srgbClr val="7F8C97">
              <a:alpha val="48000"/>
            </a:srgbClr>
          </a:solidFill>
          <a:ln w="0">
            <a:noFill/>
            <a:prstDash val="solid"/>
          </a:ln>
        </p:spPr>
      </p:sp>
      <p:sp>
        <p:nvSpPr>
          <p:cNvPr id="2005" name="03_assume_matched_7302">
            <a:extLst>
              <a:ext uri="{FF2B5EF4-FFF2-40B4-BE49-F238E27FC236}">
                <a16:creationId xmlns:a16="http://schemas.microsoft.com/office/drawing/2014/main" id="{1F187B9A-DEC1-4655-AF68-423FA0E52587}"/>
              </a:ext>
            </a:extLst>
          </p:cNvPr>
          <p:cNvSpPr>
            <a:spLocks noGrp="1"/>
          </p:cNvSpPr>
          <p:nvPr/>
        </p:nvSpPr>
        <p:spPr>
          <a:xfrm>
            <a:off x="6140625" y="4278955"/>
            <a:ext cx="28398" cy="28398"/>
          </a:xfrm>
          <a:prstGeom prst="ellipse">
            <a:avLst/>
          </a:prstGeom>
          <a:solidFill>
            <a:srgbClr val="7F8C97">
              <a:alpha val="48000"/>
            </a:srgbClr>
          </a:solidFill>
          <a:ln w="0">
            <a:noFill/>
            <a:prstDash val="solid"/>
          </a:ln>
        </p:spPr>
      </p:sp>
      <p:sp>
        <p:nvSpPr>
          <p:cNvPr id="2006" name="03_assume_matched_7303">
            <a:extLst>
              <a:ext uri="{FF2B5EF4-FFF2-40B4-BE49-F238E27FC236}">
                <a16:creationId xmlns:a16="http://schemas.microsoft.com/office/drawing/2014/main" id="{F5E3FDBC-764B-42A0-84A8-BE21219E234A}"/>
              </a:ext>
            </a:extLst>
          </p:cNvPr>
          <p:cNvSpPr>
            <a:spLocks noGrp="1"/>
          </p:cNvSpPr>
          <p:nvPr/>
        </p:nvSpPr>
        <p:spPr>
          <a:xfrm>
            <a:off x="6172860" y="3694086"/>
            <a:ext cx="28398" cy="28398"/>
          </a:xfrm>
          <a:prstGeom prst="ellipse">
            <a:avLst/>
          </a:prstGeom>
          <a:solidFill>
            <a:srgbClr val="7F8C97">
              <a:alpha val="48000"/>
            </a:srgbClr>
          </a:solidFill>
          <a:ln w="0">
            <a:noFill/>
            <a:prstDash val="solid"/>
          </a:ln>
        </p:spPr>
      </p:sp>
      <p:sp>
        <p:nvSpPr>
          <p:cNvPr id="2007" name="03_assume_matched_7304">
            <a:extLst>
              <a:ext uri="{FF2B5EF4-FFF2-40B4-BE49-F238E27FC236}">
                <a16:creationId xmlns:a16="http://schemas.microsoft.com/office/drawing/2014/main" id="{2C186D27-0839-4283-A47D-67CFE34533F7}"/>
              </a:ext>
            </a:extLst>
          </p:cNvPr>
          <p:cNvSpPr>
            <a:spLocks noGrp="1"/>
          </p:cNvSpPr>
          <p:nvPr/>
        </p:nvSpPr>
        <p:spPr>
          <a:xfrm>
            <a:off x="6154728" y="4230216"/>
            <a:ext cx="28398" cy="28398"/>
          </a:xfrm>
          <a:prstGeom prst="ellipse">
            <a:avLst/>
          </a:prstGeom>
          <a:solidFill>
            <a:srgbClr val="7F8C97">
              <a:alpha val="48000"/>
            </a:srgbClr>
          </a:solidFill>
          <a:ln w="0">
            <a:noFill/>
            <a:prstDash val="solid"/>
          </a:ln>
        </p:spPr>
      </p:sp>
      <p:sp>
        <p:nvSpPr>
          <p:cNvPr id="2008" name="03_assume_matched_7305">
            <a:extLst>
              <a:ext uri="{FF2B5EF4-FFF2-40B4-BE49-F238E27FC236}">
                <a16:creationId xmlns:a16="http://schemas.microsoft.com/office/drawing/2014/main" id="{F1558AC3-438E-4B74-BA44-A4009A1A180B}"/>
              </a:ext>
            </a:extLst>
          </p:cNvPr>
          <p:cNvSpPr>
            <a:spLocks noGrp="1"/>
          </p:cNvSpPr>
          <p:nvPr/>
        </p:nvSpPr>
        <p:spPr>
          <a:xfrm>
            <a:off x="6216896" y="4132738"/>
            <a:ext cx="28398" cy="28398"/>
          </a:xfrm>
          <a:prstGeom prst="ellipse">
            <a:avLst/>
          </a:prstGeom>
          <a:solidFill>
            <a:srgbClr val="7F8C97">
              <a:alpha val="48000"/>
            </a:srgbClr>
          </a:solidFill>
          <a:ln w="0">
            <a:noFill/>
            <a:prstDash val="solid"/>
          </a:ln>
        </p:spPr>
      </p:sp>
      <p:sp>
        <p:nvSpPr>
          <p:cNvPr id="2009" name="03_assume_matched_7306">
            <a:extLst>
              <a:ext uri="{FF2B5EF4-FFF2-40B4-BE49-F238E27FC236}">
                <a16:creationId xmlns:a16="http://schemas.microsoft.com/office/drawing/2014/main" id="{687E0A60-5095-4EA4-AE1F-4CAFF40EC1B7}"/>
              </a:ext>
            </a:extLst>
          </p:cNvPr>
          <p:cNvSpPr>
            <a:spLocks noGrp="1"/>
          </p:cNvSpPr>
          <p:nvPr/>
        </p:nvSpPr>
        <p:spPr>
          <a:xfrm>
            <a:off x="6115009" y="3694086"/>
            <a:ext cx="28398" cy="28398"/>
          </a:xfrm>
          <a:prstGeom prst="ellipse">
            <a:avLst/>
          </a:prstGeom>
          <a:solidFill>
            <a:srgbClr val="7F8C97">
              <a:alpha val="48000"/>
            </a:srgbClr>
          </a:solidFill>
          <a:ln w="0">
            <a:noFill/>
            <a:prstDash val="solid"/>
          </a:ln>
        </p:spPr>
      </p:sp>
      <p:sp>
        <p:nvSpPr>
          <p:cNvPr id="2010" name="03_assume_matched_7307">
            <a:extLst>
              <a:ext uri="{FF2B5EF4-FFF2-40B4-BE49-F238E27FC236}">
                <a16:creationId xmlns:a16="http://schemas.microsoft.com/office/drawing/2014/main" id="{DABDD193-B363-4FED-BBF1-C683A86B4314}"/>
              </a:ext>
            </a:extLst>
          </p:cNvPr>
          <p:cNvSpPr>
            <a:spLocks noGrp="1"/>
          </p:cNvSpPr>
          <p:nvPr/>
        </p:nvSpPr>
        <p:spPr>
          <a:xfrm>
            <a:off x="6121629" y="4278955"/>
            <a:ext cx="28398" cy="28398"/>
          </a:xfrm>
          <a:prstGeom prst="ellipse">
            <a:avLst/>
          </a:prstGeom>
          <a:solidFill>
            <a:srgbClr val="7F8C97">
              <a:alpha val="48000"/>
            </a:srgbClr>
          </a:solidFill>
          <a:ln w="0">
            <a:noFill/>
            <a:prstDash val="solid"/>
          </a:ln>
        </p:spPr>
      </p:sp>
      <p:sp>
        <p:nvSpPr>
          <p:cNvPr id="2011" name="03_assume_matched_7308">
            <a:extLst>
              <a:ext uri="{FF2B5EF4-FFF2-40B4-BE49-F238E27FC236}">
                <a16:creationId xmlns:a16="http://schemas.microsoft.com/office/drawing/2014/main" id="{584E1C25-B752-4DF1-9A7A-70148A694C03}"/>
              </a:ext>
            </a:extLst>
          </p:cNvPr>
          <p:cNvSpPr>
            <a:spLocks noGrp="1"/>
          </p:cNvSpPr>
          <p:nvPr/>
        </p:nvSpPr>
        <p:spPr>
          <a:xfrm>
            <a:off x="6181495" y="3694086"/>
            <a:ext cx="28398" cy="28398"/>
          </a:xfrm>
          <a:prstGeom prst="ellipse">
            <a:avLst/>
          </a:prstGeom>
          <a:solidFill>
            <a:srgbClr val="7F8C97">
              <a:alpha val="48000"/>
            </a:srgbClr>
          </a:solidFill>
          <a:ln w="0">
            <a:noFill/>
            <a:prstDash val="solid"/>
          </a:ln>
        </p:spPr>
      </p:sp>
      <p:sp>
        <p:nvSpPr>
          <p:cNvPr id="2012" name="03_assume_matched_7309">
            <a:extLst>
              <a:ext uri="{FF2B5EF4-FFF2-40B4-BE49-F238E27FC236}">
                <a16:creationId xmlns:a16="http://schemas.microsoft.com/office/drawing/2014/main" id="{D8240D07-39B8-4E08-90D6-DFFF3DBA3CCE}"/>
              </a:ext>
            </a:extLst>
          </p:cNvPr>
          <p:cNvSpPr>
            <a:spLocks noGrp="1"/>
          </p:cNvSpPr>
          <p:nvPr/>
        </p:nvSpPr>
        <p:spPr>
          <a:xfrm>
            <a:off x="6180200" y="3694086"/>
            <a:ext cx="28398" cy="28398"/>
          </a:xfrm>
          <a:prstGeom prst="ellipse">
            <a:avLst/>
          </a:prstGeom>
          <a:solidFill>
            <a:srgbClr val="7F8C97">
              <a:alpha val="48000"/>
            </a:srgbClr>
          </a:solidFill>
          <a:ln w="0">
            <a:noFill/>
            <a:prstDash val="solid"/>
          </a:ln>
        </p:spPr>
      </p:sp>
      <p:sp>
        <p:nvSpPr>
          <p:cNvPr id="2013" name="03_assume_matched_7310">
            <a:extLst>
              <a:ext uri="{FF2B5EF4-FFF2-40B4-BE49-F238E27FC236}">
                <a16:creationId xmlns:a16="http://schemas.microsoft.com/office/drawing/2014/main" id="{C61F9924-17D3-411E-A28C-EC2676B72BAD}"/>
              </a:ext>
            </a:extLst>
          </p:cNvPr>
          <p:cNvSpPr>
            <a:spLocks noGrp="1"/>
          </p:cNvSpPr>
          <p:nvPr/>
        </p:nvSpPr>
        <p:spPr>
          <a:xfrm>
            <a:off x="6226970" y="3694086"/>
            <a:ext cx="28398" cy="28398"/>
          </a:xfrm>
          <a:prstGeom prst="ellipse">
            <a:avLst/>
          </a:prstGeom>
          <a:solidFill>
            <a:srgbClr val="7F8C97">
              <a:alpha val="48000"/>
            </a:srgbClr>
          </a:solidFill>
          <a:ln w="0">
            <a:noFill/>
            <a:prstDash val="solid"/>
          </a:ln>
        </p:spPr>
      </p:sp>
      <p:sp>
        <p:nvSpPr>
          <p:cNvPr id="2014" name="03_assume_matched_7311">
            <a:extLst>
              <a:ext uri="{FF2B5EF4-FFF2-40B4-BE49-F238E27FC236}">
                <a16:creationId xmlns:a16="http://schemas.microsoft.com/office/drawing/2014/main" id="{EE48CF16-CFC3-447B-B182-CF2BF3C17738}"/>
              </a:ext>
            </a:extLst>
          </p:cNvPr>
          <p:cNvSpPr>
            <a:spLocks noGrp="1"/>
          </p:cNvSpPr>
          <p:nvPr/>
        </p:nvSpPr>
        <p:spPr>
          <a:xfrm>
            <a:off x="6205240" y="3694086"/>
            <a:ext cx="28398" cy="28398"/>
          </a:xfrm>
          <a:prstGeom prst="ellipse">
            <a:avLst/>
          </a:prstGeom>
          <a:solidFill>
            <a:srgbClr val="7F8C97">
              <a:alpha val="48000"/>
            </a:srgbClr>
          </a:solidFill>
          <a:ln w="0">
            <a:noFill/>
            <a:prstDash val="solid"/>
          </a:ln>
        </p:spPr>
      </p:sp>
      <p:sp>
        <p:nvSpPr>
          <p:cNvPr id="2015" name="03_assume_matched_7312">
            <a:extLst>
              <a:ext uri="{FF2B5EF4-FFF2-40B4-BE49-F238E27FC236}">
                <a16:creationId xmlns:a16="http://schemas.microsoft.com/office/drawing/2014/main" id="{3C5ABC67-B0C6-4925-ACEC-E02E27DAD0B2}"/>
              </a:ext>
            </a:extLst>
          </p:cNvPr>
          <p:cNvSpPr>
            <a:spLocks noGrp="1"/>
          </p:cNvSpPr>
          <p:nvPr/>
        </p:nvSpPr>
        <p:spPr>
          <a:xfrm>
            <a:off x="6137315" y="4278955"/>
            <a:ext cx="28398" cy="28398"/>
          </a:xfrm>
          <a:prstGeom prst="ellipse">
            <a:avLst/>
          </a:prstGeom>
          <a:solidFill>
            <a:srgbClr val="7F8C97">
              <a:alpha val="48000"/>
            </a:srgbClr>
          </a:solidFill>
          <a:ln w="0">
            <a:noFill/>
            <a:prstDash val="solid"/>
          </a:ln>
        </p:spPr>
      </p:sp>
      <p:sp>
        <p:nvSpPr>
          <p:cNvPr id="2016" name="03_assume_matched_7313">
            <a:extLst>
              <a:ext uri="{FF2B5EF4-FFF2-40B4-BE49-F238E27FC236}">
                <a16:creationId xmlns:a16="http://schemas.microsoft.com/office/drawing/2014/main" id="{A930E20C-65BC-4F38-AE45-EE393C5C3418}"/>
              </a:ext>
            </a:extLst>
          </p:cNvPr>
          <p:cNvSpPr>
            <a:spLocks noGrp="1"/>
          </p:cNvSpPr>
          <p:nvPr/>
        </p:nvSpPr>
        <p:spPr>
          <a:xfrm>
            <a:off x="6208118" y="4278955"/>
            <a:ext cx="28398" cy="28398"/>
          </a:xfrm>
          <a:prstGeom prst="ellipse">
            <a:avLst/>
          </a:prstGeom>
          <a:solidFill>
            <a:srgbClr val="7F8C97">
              <a:alpha val="48000"/>
            </a:srgbClr>
          </a:solidFill>
          <a:ln w="0">
            <a:noFill/>
            <a:prstDash val="solid"/>
          </a:ln>
        </p:spPr>
      </p:sp>
      <p:sp>
        <p:nvSpPr>
          <p:cNvPr id="2017" name="03_assume_matched_7314">
            <a:extLst>
              <a:ext uri="{FF2B5EF4-FFF2-40B4-BE49-F238E27FC236}">
                <a16:creationId xmlns:a16="http://schemas.microsoft.com/office/drawing/2014/main" id="{A4252625-1A3B-42B5-91E9-A04386D5B125}"/>
              </a:ext>
            </a:extLst>
          </p:cNvPr>
          <p:cNvSpPr>
            <a:spLocks noGrp="1"/>
          </p:cNvSpPr>
          <p:nvPr/>
        </p:nvSpPr>
        <p:spPr>
          <a:xfrm>
            <a:off x="6196461" y="4083999"/>
            <a:ext cx="28398" cy="28398"/>
          </a:xfrm>
          <a:prstGeom prst="ellipse">
            <a:avLst/>
          </a:prstGeom>
          <a:solidFill>
            <a:srgbClr val="7F8C97">
              <a:alpha val="48000"/>
            </a:srgbClr>
          </a:solidFill>
          <a:ln w="0">
            <a:noFill/>
            <a:prstDash val="solid"/>
          </a:ln>
        </p:spPr>
      </p:sp>
      <p:sp>
        <p:nvSpPr>
          <p:cNvPr id="2018" name="03_assume_matched_7315">
            <a:extLst>
              <a:ext uri="{FF2B5EF4-FFF2-40B4-BE49-F238E27FC236}">
                <a16:creationId xmlns:a16="http://schemas.microsoft.com/office/drawing/2014/main" id="{BDD3F7BF-93F2-46B0-9C38-DD1677A16213}"/>
              </a:ext>
            </a:extLst>
          </p:cNvPr>
          <p:cNvSpPr>
            <a:spLocks noGrp="1"/>
          </p:cNvSpPr>
          <p:nvPr/>
        </p:nvSpPr>
        <p:spPr>
          <a:xfrm>
            <a:off x="6202649" y="4278955"/>
            <a:ext cx="28398" cy="28398"/>
          </a:xfrm>
          <a:prstGeom prst="ellipse">
            <a:avLst/>
          </a:prstGeom>
          <a:solidFill>
            <a:srgbClr val="7F8C97">
              <a:alpha val="48000"/>
            </a:srgbClr>
          </a:solidFill>
          <a:ln w="0">
            <a:noFill/>
            <a:prstDash val="solid"/>
          </a:ln>
        </p:spPr>
      </p:sp>
      <p:sp>
        <p:nvSpPr>
          <p:cNvPr id="2019" name="03_assume_matched_7316">
            <a:extLst>
              <a:ext uri="{FF2B5EF4-FFF2-40B4-BE49-F238E27FC236}">
                <a16:creationId xmlns:a16="http://schemas.microsoft.com/office/drawing/2014/main" id="{59FA811A-3B16-4DC5-86F2-81E30B221144}"/>
              </a:ext>
            </a:extLst>
          </p:cNvPr>
          <p:cNvSpPr>
            <a:spLocks noGrp="1"/>
          </p:cNvSpPr>
          <p:nvPr/>
        </p:nvSpPr>
        <p:spPr>
          <a:xfrm>
            <a:off x="6216033" y="4278955"/>
            <a:ext cx="28398" cy="28398"/>
          </a:xfrm>
          <a:prstGeom prst="ellipse">
            <a:avLst/>
          </a:prstGeom>
          <a:solidFill>
            <a:srgbClr val="7F8C97">
              <a:alpha val="48000"/>
            </a:srgbClr>
          </a:solidFill>
          <a:ln w="0">
            <a:noFill/>
            <a:prstDash val="solid"/>
          </a:ln>
        </p:spPr>
      </p:sp>
      <p:sp>
        <p:nvSpPr>
          <p:cNvPr id="2020" name="03_assume_matched_7317">
            <a:extLst>
              <a:ext uri="{FF2B5EF4-FFF2-40B4-BE49-F238E27FC236}">
                <a16:creationId xmlns:a16="http://schemas.microsoft.com/office/drawing/2014/main" id="{76C54D9B-F89B-415C-9D59-2E1834172DC1}"/>
              </a:ext>
            </a:extLst>
          </p:cNvPr>
          <p:cNvSpPr>
            <a:spLocks noGrp="1"/>
          </p:cNvSpPr>
          <p:nvPr/>
        </p:nvSpPr>
        <p:spPr>
          <a:xfrm>
            <a:off x="6124651" y="3694086"/>
            <a:ext cx="28398" cy="28398"/>
          </a:xfrm>
          <a:prstGeom prst="ellipse">
            <a:avLst/>
          </a:prstGeom>
          <a:solidFill>
            <a:srgbClr val="7F8C97">
              <a:alpha val="48000"/>
            </a:srgbClr>
          </a:solidFill>
          <a:ln w="0">
            <a:noFill/>
            <a:prstDash val="solid"/>
          </a:ln>
        </p:spPr>
      </p:sp>
      <p:sp>
        <p:nvSpPr>
          <p:cNvPr id="2021" name="03_assume_matched_7318">
            <a:extLst>
              <a:ext uri="{FF2B5EF4-FFF2-40B4-BE49-F238E27FC236}">
                <a16:creationId xmlns:a16="http://schemas.microsoft.com/office/drawing/2014/main" id="{3562B94A-5467-436B-A202-A51E753B9A7C}"/>
              </a:ext>
            </a:extLst>
          </p:cNvPr>
          <p:cNvSpPr>
            <a:spLocks noGrp="1"/>
          </p:cNvSpPr>
          <p:nvPr/>
        </p:nvSpPr>
        <p:spPr>
          <a:xfrm>
            <a:off x="6113858" y="3694086"/>
            <a:ext cx="28398" cy="28398"/>
          </a:xfrm>
          <a:prstGeom prst="ellipse">
            <a:avLst/>
          </a:prstGeom>
          <a:solidFill>
            <a:srgbClr val="7F8C97">
              <a:alpha val="48000"/>
            </a:srgbClr>
          </a:solidFill>
          <a:ln w="0">
            <a:noFill/>
            <a:prstDash val="solid"/>
          </a:ln>
        </p:spPr>
      </p:sp>
      <p:sp>
        <p:nvSpPr>
          <p:cNvPr id="2022" name="03_assume_matched_7319">
            <a:extLst>
              <a:ext uri="{FF2B5EF4-FFF2-40B4-BE49-F238E27FC236}">
                <a16:creationId xmlns:a16="http://schemas.microsoft.com/office/drawing/2014/main" id="{F9370B2E-957B-48DF-86E4-69681211928E}"/>
              </a:ext>
            </a:extLst>
          </p:cNvPr>
          <p:cNvSpPr>
            <a:spLocks noGrp="1"/>
          </p:cNvSpPr>
          <p:nvPr/>
        </p:nvSpPr>
        <p:spPr>
          <a:xfrm>
            <a:off x="6196749" y="3986521"/>
            <a:ext cx="28398" cy="28398"/>
          </a:xfrm>
          <a:prstGeom prst="ellipse">
            <a:avLst/>
          </a:prstGeom>
          <a:solidFill>
            <a:srgbClr val="7F8C97">
              <a:alpha val="48000"/>
            </a:srgbClr>
          </a:solidFill>
          <a:ln w="0">
            <a:noFill/>
            <a:prstDash val="solid"/>
          </a:ln>
        </p:spPr>
      </p:sp>
      <p:sp>
        <p:nvSpPr>
          <p:cNvPr id="2023" name="03_assume_matched_7320">
            <a:extLst>
              <a:ext uri="{FF2B5EF4-FFF2-40B4-BE49-F238E27FC236}">
                <a16:creationId xmlns:a16="http://schemas.microsoft.com/office/drawing/2014/main" id="{B1A437DA-B4A1-4E80-B2E3-25DD6E865B9A}"/>
              </a:ext>
            </a:extLst>
          </p:cNvPr>
          <p:cNvSpPr>
            <a:spLocks noGrp="1"/>
          </p:cNvSpPr>
          <p:nvPr/>
        </p:nvSpPr>
        <p:spPr>
          <a:xfrm>
            <a:off x="6233878" y="4111850"/>
            <a:ext cx="28398" cy="28398"/>
          </a:xfrm>
          <a:prstGeom prst="ellipse">
            <a:avLst/>
          </a:prstGeom>
          <a:solidFill>
            <a:srgbClr val="7F8C97">
              <a:alpha val="48000"/>
            </a:srgbClr>
          </a:solidFill>
          <a:ln w="0">
            <a:noFill/>
            <a:prstDash val="solid"/>
          </a:ln>
        </p:spPr>
      </p:sp>
      <p:sp>
        <p:nvSpPr>
          <p:cNvPr id="2024" name="03_assume_matched_7321">
            <a:extLst>
              <a:ext uri="{FF2B5EF4-FFF2-40B4-BE49-F238E27FC236}">
                <a16:creationId xmlns:a16="http://schemas.microsoft.com/office/drawing/2014/main" id="{673C4161-E1FF-4675-B694-DFD84CF4643A}"/>
              </a:ext>
            </a:extLst>
          </p:cNvPr>
          <p:cNvSpPr>
            <a:spLocks noGrp="1"/>
          </p:cNvSpPr>
          <p:nvPr/>
        </p:nvSpPr>
        <p:spPr>
          <a:xfrm>
            <a:off x="6240066" y="3694086"/>
            <a:ext cx="28398" cy="28398"/>
          </a:xfrm>
          <a:prstGeom prst="ellipse">
            <a:avLst/>
          </a:prstGeom>
          <a:solidFill>
            <a:srgbClr val="7F8C97">
              <a:alpha val="48000"/>
            </a:srgbClr>
          </a:solidFill>
          <a:ln w="0">
            <a:noFill/>
            <a:prstDash val="solid"/>
          </a:ln>
        </p:spPr>
      </p:sp>
      <p:sp>
        <p:nvSpPr>
          <p:cNvPr id="2025" name="03_assume_matched_7322">
            <a:extLst>
              <a:ext uri="{FF2B5EF4-FFF2-40B4-BE49-F238E27FC236}">
                <a16:creationId xmlns:a16="http://schemas.microsoft.com/office/drawing/2014/main" id="{FF4218C1-6DFC-4A88-A815-3AC60875E146}"/>
              </a:ext>
            </a:extLst>
          </p:cNvPr>
          <p:cNvSpPr>
            <a:spLocks noGrp="1"/>
          </p:cNvSpPr>
          <p:nvPr/>
        </p:nvSpPr>
        <p:spPr>
          <a:xfrm>
            <a:off x="6151130" y="3694086"/>
            <a:ext cx="28398" cy="28398"/>
          </a:xfrm>
          <a:prstGeom prst="ellipse">
            <a:avLst/>
          </a:prstGeom>
          <a:solidFill>
            <a:srgbClr val="7F8C97">
              <a:alpha val="48000"/>
            </a:srgbClr>
          </a:solidFill>
          <a:ln w="0">
            <a:noFill/>
            <a:prstDash val="solid"/>
          </a:ln>
        </p:spPr>
      </p:sp>
      <p:sp>
        <p:nvSpPr>
          <p:cNvPr id="2026" name="03_assume_matched_7323">
            <a:extLst>
              <a:ext uri="{FF2B5EF4-FFF2-40B4-BE49-F238E27FC236}">
                <a16:creationId xmlns:a16="http://schemas.microsoft.com/office/drawing/2014/main" id="{DBE05A75-E2D9-4EBE-BEB5-77D69DDF991C}"/>
              </a:ext>
            </a:extLst>
          </p:cNvPr>
          <p:cNvSpPr>
            <a:spLocks noGrp="1"/>
          </p:cNvSpPr>
          <p:nvPr/>
        </p:nvSpPr>
        <p:spPr>
          <a:xfrm>
            <a:off x="6203945" y="4083999"/>
            <a:ext cx="28398" cy="28398"/>
          </a:xfrm>
          <a:prstGeom prst="ellipse">
            <a:avLst/>
          </a:prstGeom>
          <a:solidFill>
            <a:srgbClr val="7F8C97">
              <a:alpha val="48000"/>
            </a:srgbClr>
          </a:solidFill>
          <a:ln w="0">
            <a:noFill/>
            <a:prstDash val="solid"/>
          </a:ln>
        </p:spPr>
      </p:sp>
      <p:sp>
        <p:nvSpPr>
          <p:cNvPr id="2027" name="03_assume_matched_7324">
            <a:extLst>
              <a:ext uri="{FF2B5EF4-FFF2-40B4-BE49-F238E27FC236}">
                <a16:creationId xmlns:a16="http://schemas.microsoft.com/office/drawing/2014/main" id="{9B7908A2-2DCE-4484-A50A-BBF73018C569}"/>
              </a:ext>
            </a:extLst>
          </p:cNvPr>
          <p:cNvSpPr>
            <a:spLocks noGrp="1"/>
          </p:cNvSpPr>
          <p:nvPr/>
        </p:nvSpPr>
        <p:spPr>
          <a:xfrm>
            <a:off x="6214882" y="3694086"/>
            <a:ext cx="28398" cy="28398"/>
          </a:xfrm>
          <a:prstGeom prst="ellipse">
            <a:avLst/>
          </a:prstGeom>
          <a:solidFill>
            <a:srgbClr val="7F8C97">
              <a:alpha val="48000"/>
            </a:srgbClr>
          </a:solidFill>
          <a:ln w="0">
            <a:noFill/>
            <a:prstDash val="solid"/>
          </a:ln>
        </p:spPr>
      </p:sp>
      <p:sp>
        <p:nvSpPr>
          <p:cNvPr id="2028" name="03_assume_matched_7325">
            <a:extLst>
              <a:ext uri="{FF2B5EF4-FFF2-40B4-BE49-F238E27FC236}">
                <a16:creationId xmlns:a16="http://schemas.microsoft.com/office/drawing/2014/main" id="{FEFF875F-9C65-4201-A32A-AD1E3A605B71}"/>
              </a:ext>
            </a:extLst>
          </p:cNvPr>
          <p:cNvSpPr>
            <a:spLocks noGrp="1"/>
          </p:cNvSpPr>
          <p:nvPr/>
        </p:nvSpPr>
        <p:spPr>
          <a:xfrm>
            <a:off x="6232295" y="3694086"/>
            <a:ext cx="28398" cy="28398"/>
          </a:xfrm>
          <a:prstGeom prst="ellipse">
            <a:avLst/>
          </a:prstGeom>
          <a:solidFill>
            <a:srgbClr val="7F8C97">
              <a:alpha val="48000"/>
            </a:srgbClr>
          </a:solidFill>
          <a:ln w="0">
            <a:noFill/>
            <a:prstDash val="solid"/>
          </a:ln>
        </p:spPr>
      </p:sp>
      <p:sp>
        <p:nvSpPr>
          <p:cNvPr id="2029" name="03_assume_matched_7326">
            <a:extLst>
              <a:ext uri="{FF2B5EF4-FFF2-40B4-BE49-F238E27FC236}">
                <a16:creationId xmlns:a16="http://schemas.microsoft.com/office/drawing/2014/main" id="{D6F6B071-D74A-4ECB-A8B0-3DA2901BDA04}"/>
              </a:ext>
            </a:extLst>
          </p:cNvPr>
          <p:cNvSpPr>
            <a:spLocks noGrp="1"/>
          </p:cNvSpPr>
          <p:nvPr/>
        </p:nvSpPr>
        <p:spPr>
          <a:xfrm>
            <a:off x="6217040" y="3694086"/>
            <a:ext cx="28398" cy="28398"/>
          </a:xfrm>
          <a:prstGeom prst="ellipse">
            <a:avLst/>
          </a:prstGeom>
          <a:solidFill>
            <a:srgbClr val="7F8C97">
              <a:alpha val="48000"/>
            </a:srgbClr>
          </a:solidFill>
          <a:ln w="0">
            <a:noFill/>
            <a:prstDash val="solid"/>
          </a:ln>
        </p:spPr>
      </p:sp>
      <p:sp>
        <p:nvSpPr>
          <p:cNvPr id="2030" name="03_assume_matched_7327">
            <a:extLst>
              <a:ext uri="{FF2B5EF4-FFF2-40B4-BE49-F238E27FC236}">
                <a16:creationId xmlns:a16="http://schemas.microsoft.com/office/drawing/2014/main" id="{A5171051-E5BF-481C-9A9F-54F0E66396BE}"/>
              </a:ext>
            </a:extLst>
          </p:cNvPr>
          <p:cNvSpPr>
            <a:spLocks noGrp="1"/>
          </p:cNvSpPr>
          <p:nvPr/>
        </p:nvSpPr>
        <p:spPr>
          <a:xfrm>
            <a:off x="6195310" y="3694086"/>
            <a:ext cx="28398" cy="28398"/>
          </a:xfrm>
          <a:prstGeom prst="ellipse">
            <a:avLst/>
          </a:prstGeom>
          <a:solidFill>
            <a:srgbClr val="7F8C97">
              <a:alpha val="48000"/>
            </a:srgbClr>
          </a:solidFill>
          <a:ln w="0">
            <a:noFill/>
            <a:prstDash val="solid"/>
          </a:ln>
        </p:spPr>
      </p:sp>
      <p:sp>
        <p:nvSpPr>
          <p:cNvPr id="2031" name="03_assume_matched_7328">
            <a:extLst>
              <a:ext uri="{FF2B5EF4-FFF2-40B4-BE49-F238E27FC236}">
                <a16:creationId xmlns:a16="http://schemas.microsoft.com/office/drawing/2014/main" id="{BEB9F61F-4C53-45DA-8B3B-7A1D5B0D0025}"/>
              </a:ext>
            </a:extLst>
          </p:cNvPr>
          <p:cNvSpPr>
            <a:spLocks noGrp="1"/>
          </p:cNvSpPr>
          <p:nvPr/>
        </p:nvSpPr>
        <p:spPr>
          <a:xfrm>
            <a:off x="6107094" y="3694086"/>
            <a:ext cx="28398" cy="28398"/>
          </a:xfrm>
          <a:prstGeom prst="ellipse">
            <a:avLst/>
          </a:prstGeom>
          <a:solidFill>
            <a:srgbClr val="7F8C97">
              <a:alpha val="48000"/>
            </a:srgbClr>
          </a:solidFill>
          <a:ln w="0">
            <a:noFill/>
            <a:prstDash val="solid"/>
          </a:ln>
        </p:spPr>
      </p:sp>
      <p:sp>
        <p:nvSpPr>
          <p:cNvPr id="2032" name="03_assume_matched_7329">
            <a:extLst>
              <a:ext uri="{FF2B5EF4-FFF2-40B4-BE49-F238E27FC236}">
                <a16:creationId xmlns:a16="http://schemas.microsoft.com/office/drawing/2014/main" id="{71E11293-F619-4B98-9B92-93D00D9F8C09}"/>
              </a:ext>
            </a:extLst>
          </p:cNvPr>
          <p:cNvSpPr>
            <a:spLocks noGrp="1"/>
          </p:cNvSpPr>
          <p:nvPr/>
        </p:nvSpPr>
        <p:spPr>
          <a:xfrm>
            <a:off x="6121053" y="4278955"/>
            <a:ext cx="28398" cy="28398"/>
          </a:xfrm>
          <a:prstGeom prst="ellipse">
            <a:avLst/>
          </a:prstGeom>
          <a:solidFill>
            <a:srgbClr val="7F8C97">
              <a:alpha val="48000"/>
            </a:srgbClr>
          </a:solidFill>
          <a:ln w="0">
            <a:noFill/>
            <a:prstDash val="solid"/>
          </a:ln>
        </p:spPr>
      </p:sp>
      <p:sp>
        <p:nvSpPr>
          <p:cNvPr id="2033" name="03_assume_matched_7330">
            <a:extLst>
              <a:ext uri="{FF2B5EF4-FFF2-40B4-BE49-F238E27FC236}">
                <a16:creationId xmlns:a16="http://schemas.microsoft.com/office/drawing/2014/main" id="{89453864-E389-4A45-9672-F9004D5679A1}"/>
              </a:ext>
            </a:extLst>
          </p:cNvPr>
          <p:cNvSpPr>
            <a:spLocks noGrp="1"/>
          </p:cNvSpPr>
          <p:nvPr/>
        </p:nvSpPr>
        <p:spPr>
          <a:xfrm>
            <a:off x="6182214" y="3694086"/>
            <a:ext cx="28398" cy="28398"/>
          </a:xfrm>
          <a:prstGeom prst="ellipse">
            <a:avLst/>
          </a:prstGeom>
          <a:solidFill>
            <a:srgbClr val="7F8C97">
              <a:alpha val="48000"/>
            </a:srgbClr>
          </a:solidFill>
          <a:ln w="0">
            <a:noFill/>
            <a:prstDash val="solid"/>
          </a:ln>
        </p:spPr>
      </p:sp>
      <p:sp>
        <p:nvSpPr>
          <p:cNvPr id="2034" name="03_assume_matched_7331">
            <a:extLst>
              <a:ext uri="{FF2B5EF4-FFF2-40B4-BE49-F238E27FC236}">
                <a16:creationId xmlns:a16="http://schemas.microsoft.com/office/drawing/2014/main" id="{EC6F85F5-1E4E-473C-ACAF-CFD3D50A6FFB}"/>
              </a:ext>
            </a:extLst>
          </p:cNvPr>
          <p:cNvSpPr>
            <a:spLocks noGrp="1"/>
          </p:cNvSpPr>
          <p:nvPr/>
        </p:nvSpPr>
        <p:spPr>
          <a:xfrm>
            <a:off x="6127097" y="3694086"/>
            <a:ext cx="28398" cy="28398"/>
          </a:xfrm>
          <a:prstGeom prst="ellipse">
            <a:avLst/>
          </a:prstGeom>
          <a:solidFill>
            <a:srgbClr val="7F8C97">
              <a:alpha val="48000"/>
            </a:srgbClr>
          </a:solidFill>
          <a:ln w="0">
            <a:noFill/>
            <a:prstDash val="solid"/>
          </a:ln>
        </p:spPr>
      </p:sp>
      <p:sp>
        <p:nvSpPr>
          <p:cNvPr id="2035" name="03_assume_matched_7332">
            <a:extLst>
              <a:ext uri="{FF2B5EF4-FFF2-40B4-BE49-F238E27FC236}">
                <a16:creationId xmlns:a16="http://schemas.microsoft.com/office/drawing/2014/main" id="{7632F19A-41FE-4CCD-951E-D161605C9B80}"/>
              </a:ext>
            </a:extLst>
          </p:cNvPr>
          <p:cNvSpPr>
            <a:spLocks noGrp="1"/>
          </p:cNvSpPr>
          <p:nvPr/>
        </p:nvSpPr>
        <p:spPr>
          <a:xfrm>
            <a:off x="6153145" y="3694086"/>
            <a:ext cx="28398" cy="28398"/>
          </a:xfrm>
          <a:prstGeom prst="ellipse">
            <a:avLst/>
          </a:prstGeom>
          <a:solidFill>
            <a:srgbClr val="7F8C97">
              <a:alpha val="48000"/>
            </a:srgbClr>
          </a:solidFill>
          <a:ln w="0">
            <a:noFill/>
            <a:prstDash val="solid"/>
          </a:ln>
        </p:spPr>
      </p:sp>
      <p:sp>
        <p:nvSpPr>
          <p:cNvPr id="2036" name="03_assume_matched_7333">
            <a:extLst>
              <a:ext uri="{FF2B5EF4-FFF2-40B4-BE49-F238E27FC236}">
                <a16:creationId xmlns:a16="http://schemas.microsoft.com/office/drawing/2014/main" id="{DCE3D3D7-B2E3-4CEB-8352-622B2EADF9CD}"/>
              </a:ext>
            </a:extLst>
          </p:cNvPr>
          <p:cNvSpPr>
            <a:spLocks noGrp="1"/>
          </p:cNvSpPr>
          <p:nvPr/>
        </p:nvSpPr>
        <p:spPr>
          <a:xfrm>
            <a:off x="6102201" y="4278955"/>
            <a:ext cx="28398" cy="28398"/>
          </a:xfrm>
          <a:prstGeom prst="ellipse">
            <a:avLst/>
          </a:prstGeom>
          <a:solidFill>
            <a:srgbClr val="7F8C97">
              <a:alpha val="48000"/>
            </a:srgbClr>
          </a:solidFill>
          <a:ln w="0">
            <a:noFill/>
            <a:prstDash val="solid"/>
          </a:ln>
        </p:spPr>
      </p:sp>
      <p:sp>
        <p:nvSpPr>
          <p:cNvPr id="2037" name="03_assume_matched_7334">
            <a:extLst>
              <a:ext uri="{FF2B5EF4-FFF2-40B4-BE49-F238E27FC236}">
                <a16:creationId xmlns:a16="http://schemas.microsoft.com/office/drawing/2014/main" id="{FAC9314C-594A-426F-8CCC-2D7A6FB4F91F}"/>
              </a:ext>
            </a:extLst>
          </p:cNvPr>
          <p:cNvSpPr>
            <a:spLocks noGrp="1"/>
          </p:cNvSpPr>
          <p:nvPr/>
        </p:nvSpPr>
        <p:spPr>
          <a:xfrm>
            <a:off x="3896953" y="367904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2038" name="03_assume_matched_7335">
            <a:extLst>
              <a:ext uri="{FF2B5EF4-FFF2-40B4-BE49-F238E27FC236}">
                <a16:creationId xmlns:a16="http://schemas.microsoft.com/office/drawing/2014/main" id="{9CFB164D-F417-4F8C-B5B3-F963655FC720}"/>
              </a:ext>
            </a:extLst>
          </p:cNvPr>
          <p:cNvSpPr>
            <a:spLocks noGrp="1"/>
          </p:cNvSpPr>
          <p:nvPr/>
        </p:nvSpPr>
        <p:spPr>
          <a:xfrm>
            <a:off x="3896953" y="4322399"/>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2039" name="text_7336">
            <a:extLst>
              <a:ext uri="{FF2B5EF4-FFF2-40B4-BE49-F238E27FC236}">
                <a16:creationId xmlns:a16="http://schemas.microsoft.com/office/drawing/2014/main" id="{36F505C1-A098-4341-825C-FC3128C6938F}"/>
              </a:ext>
            </a:extLst>
          </p:cNvPr>
          <p:cNvSpPr>
            <a:spLocks noGrp="1"/>
          </p:cNvSpPr>
          <p:nvPr/>
        </p:nvSpPr>
        <p:spPr>
          <a:xfrm>
            <a:off x="3554764" y="3380106"/>
            <a:ext cx="54991"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f</a:t>
            </a:r>
          </a:p>
        </p:txBody>
      </p:sp>
      <p:sp>
        <p:nvSpPr>
          <p:cNvPr id="2040" name="text_7337">
            <a:extLst>
              <a:ext uri="{FF2B5EF4-FFF2-40B4-BE49-F238E27FC236}">
                <a16:creationId xmlns:a16="http://schemas.microsoft.com/office/drawing/2014/main" id="{2FFBC559-E775-4AE7-8C2B-7557B36FF557}"/>
              </a:ext>
            </a:extLst>
          </p:cNvPr>
          <p:cNvSpPr>
            <a:spLocks noGrp="1"/>
          </p:cNvSpPr>
          <p:nvPr/>
        </p:nvSpPr>
        <p:spPr>
          <a:xfrm>
            <a:off x="3896953" y="3479461"/>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Top-1, RMSD &lt;3 Å</a:t>
            </a:r>
          </a:p>
        </p:txBody>
      </p:sp>
      <p:sp>
        <p:nvSpPr>
          <p:cNvPr id="2041" name="03_assume_matched_7338">
            <a:extLst>
              <a:ext uri="{FF2B5EF4-FFF2-40B4-BE49-F238E27FC236}">
                <a16:creationId xmlns:a16="http://schemas.microsoft.com/office/drawing/2014/main" id="{3768F2E9-E0F0-49D1-8D8E-69E9D72B2730}"/>
              </a:ext>
            </a:extLst>
          </p:cNvPr>
          <p:cNvSpPr>
            <a:spLocks noGrp="1"/>
          </p:cNvSpPr>
          <p:nvPr/>
        </p:nvSpPr>
        <p:spPr>
          <a:xfrm>
            <a:off x="3919584" y="3971274"/>
            <a:ext cx="2263158" cy="321881"/>
          </a:xfrm>
          <a:custGeom>
            <a:avLst/>
            <a:gdLst/>
            <a:ahLst/>
            <a:cxnLst/>
            <a:rect l="0" t="0" r="0" b="0"/>
            <a:pathLst>
              <a:path w="2263158" h="321881">
                <a:moveTo>
                  <a:pt x="0" y="321881"/>
                </a:moveTo>
                <a:lnTo>
                  <a:pt x="62865" y="320558"/>
                </a:lnTo>
                <a:lnTo>
                  <a:pt x="62865" y="319609"/>
                </a:lnTo>
                <a:lnTo>
                  <a:pt x="68581" y="319512"/>
                </a:lnTo>
                <a:lnTo>
                  <a:pt x="68581" y="318130"/>
                </a:lnTo>
                <a:lnTo>
                  <a:pt x="94298" y="316754"/>
                </a:lnTo>
                <a:lnTo>
                  <a:pt x="94298" y="316438"/>
                </a:lnTo>
                <a:lnTo>
                  <a:pt x="125731" y="316146"/>
                </a:lnTo>
                <a:lnTo>
                  <a:pt x="125731" y="307925"/>
                </a:lnTo>
                <a:lnTo>
                  <a:pt x="137161" y="307828"/>
                </a:lnTo>
                <a:lnTo>
                  <a:pt x="137161" y="306447"/>
                </a:lnTo>
                <a:lnTo>
                  <a:pt x="150877" y="306349"/>
                </a:lnTo>
                <a:lnTo>
                  <a:pt x="150877" y="302551"/>
                </a:lnTo>
                <a:lnTo>
                  <a:pt x="188596" y="301943"/>
                </a:lnTo>
                <a:lnTo>
                  <a:pt x="188596" y="290233"/>
                </a:lnTo>
                <a:lnTo>
                  <a:pt x="205742" y="290038"/>
                </a:lnTo>
                <a:lnTo>
                  <a:pt x="205742" y="288657"/>
                </a:lnTo>
                <a:lnTo>
                  <a:pt x="215539" y="288137"/>
                </a:lnTo>
                <a:lnTo>
                  <a:pt x="215539" y="287052"/>
                </a:lnTo>
                <a:lnTo>
                  <a:pt x="251462" y="286001"/>
                </a:lnTo>
                <a:lnTo>
                  <a:pt x="251462" y="274932"/>
                </a:lnTo>
                <a:lnTo>
                  <a:pt x="301754" y="273754"/>
                </a:lnTo>
                <a:lnTo>
                  <a:pt x="301754" y="269956"/>
                </a:lnTo>
                <a:lnTo>
                  <a:pt x="323308" y="269129"/>
                </a:lnTo>
                <a:lnTo>
                  <a:pt x="323308" y="267501"/>
                </a:lnTo>
                <a:lnTo>
                  <a:pt x="338507" y="266138"/>
                </a:lnTo>
                <a:lnTo>
                  <a:pt x="338507" y="266040"/>
                </a:lnTo>
                <a:lnTo>
                  <a:pt x="348178" y="264659"/>
                </a:lnTo>
                <a:lnTo>
                  <a:pt x="348178" y="264562"/>
                </a:lnTo>
                <a:lnTo>
                  <a:pt x="377193" y="264367"/>
                </a:lnTo>
                <a:lnTo>
                  <a:pt x="377193" y="217936"/>
                </a:lnTo>
                <a:lnTo>
                  <a:pt x="411483" y="217644"/>
                </a:lnTo>
                <a:lnTo>
                  <a:pt x="411483" y="216263"/>
                </a:lnTo>
                <a:lnTo>
                  <a:pt x="440058" y="214886"/>
                </a:lnTo>
                <a:lnTo>
                  <a:pt x="440058" y="214253"/>
                </a:lnTo>
                <a:lnTo>
                  <a:pt x="452632" y="214155"/>
                </a:lnTo>
                <a:lnTo>
                  <a:pt x="452632" y="210357"/>
                </a:lnTo>
                <a:lnTo>
                  <a:pt x="480064" y="210065"/>
                </a:lnTo>
                <a:lnTo>
                  <a:pt x="480064" y="208684"/>
                </a:lnTo>
                <a:lnTo>
                  <a:pt x="502924" y="208489"/>
                </a:lnTo>
                <a:lnTo>
                  <a:pt x="502924" y="198264"/>
                </a:lnTo>
                <a:lnTo>
                  <a:pt x="538847" y="197213"/>
                </a:lnTo>
                <a:lnTo>
                  <a:pt x="538847" y="195585"/>
                </a:lnTo>
                <a:lnTo>
                  <a:pt x="548644" y="195488"/>
                </a:lnTo>
                <a:lnTo>
                  <a:pt x="548644" y="194107"/>
                </a:lnTo>
                <a:lnTo>
                  <a:pt x="565789" y="193912"/>
                </a:lnTo>
                <a:lnTo>
                  <a:pt x="565789" y="182518"/>
                </a:lnTo>
                <a:lnTo>
                  <a:pt x="603509" y="182226"/>
                </a:lnTo>
                <a:lnTo>
                  <a:pt x="603509" y="178428"/>
                </a:lnTo>
                <a:lnTo>
                  <a:pt x="617225" y="178331"/>
                </a:lnTo>
                <a:lnTo>
                  <a:pt x="617225" y="176950"/>
                </a:lnTo>
                <a:lnTo>
                  <a:pt x="628655" y="176853"/>
                </a:lnTo>
                <a:lnTo>
                  <a:pt x="628655" y="171691"/>
                </a:lnTo>
                <a:lnTo>
                  <a:pt x="670565" y="170759"/>
                </a:lnTo>
                <a:lnTo>
                  <a:pt x="670565" y="169915"/>
                </a:lnTo>
                <a:lnTo>
                  <a:pt x="685805" y="169058"/>
                </a:lnTo>
                <a:lnTo>
                  <a:pt x="686685" y="167580"/>
                </a:lnTo>
                <a:lnTo>
                  <a:pt x="754386" y="166996"/>
                </a:lnTo>
                <a:lnTo>
                  <a:pt x="754386" y="31655"/>
                </a:lnTo>
                <a:lnTo>
                  <a:pt x="862155" y="30965"/>
                </a:lnTo>
                <a:lnTo>
                  <a:pt x="862155" y="29880"/>
                </a:lnTo>
                <a:lnTo>
                  <a:pt x="891547" y="28614"/>
                </a:lnTo>
                <a:lnTo>
                  <a:pt x="891547" y="27923"/>
                </a:lnTo>
                <a:lnTo>
                  <a:pt x="905263" y="27923"/>
                </a:lnTo>
                <a:lnTo>
                  <a:pt x="905263" y="26404"/>
                </a:lnTo>
                <a:lnTo>
                  <a:pt x="1005848" y="26404"/>
                </a:lnTo>
                <a:lnTo>
                  <a:pt x="1005848" y="21340"/>
                </a:lnTo>
                <a:lnTo>
                  <a:pt x="1508772" y="20255"/>
                </a:lnTo>
                <a:lnTo>
                  <a:pt x="1508772" y="11394"/>
                </a:lnTo>
                <a:lnTo>
                  <a:pt x="1697368" y="11394"/>
                </a:lnTo>
                <a:lnTo>
                  <a:pt x="1697368" y="9495"/>
                </a:lnTo>
                <a:lnTo>
                  <a:pt x="2263158" y="9495"/>
                </a:lnTo>
                <a:lnTo>
                  <a:pt x="2263158" y="0"/>
                </a:lnTo>
                <a:lnTo>
                  <a:pt x="2263158" y="0"/>
                </a:lnTo>
              </a:path>
            </a:pathLst>
          </a:custGeom>
          <a:noFill/>
          <a:ln w="22860">
            <a:solidFill>
              <a:srgbClr val="00878B"/>
            </a:solidFill>
            <a:prstDash val="solid"/>
          </a:ln>
        </p:spPr>
      </p:sp>
      <p:sp>
        <p:nvSpPr>
          <p:cNvPr id="2042" name="03_assume_matched_7339">
            <a:extLst>
              <a:ext uri="{FF2B5EF4-FFF2-40B4-BE49-F238E27FC236}">
                <a16:creationId xmlns:a16="http://schemas.microsoft.com/office/drawing/2014/main" id="{2E438C37-805A-4DD2-BD42-B497F96829F0}"/>
              </a:ext>
            </a:extLst>
          </p:cNvPr>
          <p:cNvSpPr>
            <a:spLocks noGrp="1"/>
          </p:cNvSpPr>
          <p:nvPr/>
        </p:nvSpPr>
        <p:spPr>
          <a:xfrm>
            <a:off x="3919584" y="4000721"/>
            <a:ext cx="2263158" cy="292435"/>
          </a:xfrm>
          <a:custGeom>
            <a:avLst/>
            <a:gdLst/>
            <a:ahLst/>
            <a:cxnLst/>
            <a:rect l="0" t="0" r="0" b="0"/>
            <a:pathLst>
              <a:path w="2263158" h="292435">
                <a:moveTo>
                  <a:pt x="0" y="292435"/>
                </a:moveTo>
                <a:lnTo>
                  <a:pt x="565789" y="292435"/>
                </a:lnTo>
                <a:lnTo>
                  <a:pt x="565789" y="243695"/>
                </a:lnTo>
                <a:lnTo>
                  <a:pt x="754386" y="243695"/>
                </a:lnTo>
                <a:lnTo>
                  <a:pt x="754386" y="0"/>
                </a:lnTo>
                <a:lnTo>
                  <a:pt x="2263158" y="0"/>
                </a:lnTo>
                <a:lnTo>
                  <a:pt x="2263158" y="0"/>
                </a:lnTo>
              </a:path>
            </a:pathLst>
          </a:custGeom>
          <a:noFill/>
          <a:ln w="13335">
            <a:solidFill>
              <a:srgbClr val="3A64C8"/>
            </a:solidFill>
            <a:prstDash val="solid"/>
          </a:ln>
        </p:spPr>
      </p:sp>
      <p:sp>
        <p:nvSpPr>
          <p:cNvPr id="2043" name="03_assume_matched_7340">
            <a:extLst>
              <a:ext uri="{FF2B5EF4-FFF2-40B4-BE49-F238E27FC236}">
                <a16:creationId xmlns:a16="http://schemas.microsoft.com/office/drawing/2014/main" id="{5B50B42A-C687-49A1-BE38-EDCC294B05B8}"/>
              </a:ext>
            </a:extLst>
          </p:cNvPr>
          <p:cNvSpPr>
            <a:spLocks noGrp="1"/>
          </p:cNvSpPr>
          <p:nvPr/>
        </p:nvSpPr>
        <p:spPr>
          <a:xfrm>
            <a:off x="4275187" y="4167619"/>
            <a:ext cx="43180" cy="43180"/>
          </a:xfrm>
          <a:prstGeom prst="ellipse">
            <a:avLst/>
          </a:prstGeom>
          <a:solidFill>
            <a:srgbClr val="00878B"/>
          </a:solidFill>
          <a:ln w="4445">
            <a:solidFill>
              <a:srgbClr val="FFFFFF"/>
            </a:solidFill>
            <a:prstDash val="solid"/>
          </a:ln>
        </p:spPr>
      </p:sp>
      <p:sp>
        <p:nvSpPr>
          <p:cNvPr id="2044" name="03_assume_matched_7341">
            <a:extLst>
              <a:ext uri="{FF2B5EF4-FFF2-40B4-BE49-F238E27FC236}">
                <a16:creationId xmlns:a16="http://schemas.microsoft.com/office/drawing/2014/main" id="{0760AEE8-F642-4125-991A-AD32FD45126C}"/>
              </a:ext>
            </a:extLst>
          </p:cNvPr>
          <p:cNvSpPr>
            <a:spLocks noGrp="1"/>
          </p:cNvSpPr>
          <p:nvPr/>
        </p:nvSpPr>
        <p:spPr>
          <a:xfrm>
            <a:off x="4652380" y="3981338"/>
            <a:ext cx="43180" cy="43180"/>
          </a:xfrm>
          <a:prstGeom prst="ellipse">
            <a:avLst/>
          </a:prstGeom>
          <a:solidFill>
            <a:srgbClr val="00878B"/>
          </a:solidFill>
          <a:ln w="4445">
            <a:solidFill>
              <a:srgbClr val="FFFFFF"/>
            </a:solidFill>
            <a:prstDash val="solid"/>
          </a:ln>
        </p:spPr>
      </p:sp>
      <p:sp>
        <p:nvSpPr>
          <p:cNvPr id="2045" name="03_assume_matched_7342">
            <a:extLst>
              <a:ext uri="{FF2B5EF4-FFF2-40B4-BE49-F238E27FC236}">
                <a16:creationId xmlns:a16="http://schemas.microsoft.com/office/drawing/2014/main" id="{C1319B1A-AEAB-4CEF-84C3-B65D08816EE3}"/>
              </a:ext>
            </a:extLst>
          </p:cNvPr>
          <p:cNvSpPr>
            <a:spLocks noGrp="1"/>
          </p:cNvSpPr>
          <p:nvPr/>
        </p:nvSpPr>
        <p:spPr>
          <a:xfrm>
            <a:off x="5406766" y="3961077"/>
            <a:ext cx="43180" cy="43180"/>
          </a:xfrm>
          <a:prstGeom prst="ellipse">
            <a:avLst/>
          </a:prstGeom>
          <a:solidFill>
            <a:srgbClr val="00878B"/>
          </a:solidFill>
          <a:ln w="4445">
            <a:solidFill>
              <a:srgbClr val="FFFFFF"/>
            </a:solidFill>
            <a:prstDash val="solid"/>
          </a:ln>
        </p:spPr>
      </p:sp>
      <p:sp>
        <p:nvSpPr>
          <p:cNvPr id="2046" name="03_assume_matched_7343">
            <a:extLst>
              <a:ext uri="{FF2B5EF4-FFF2-40B4-BE49-F238E27FC236}">
                <a16:creationId xmlns:a16="http://schemas.microsoft.com/office/drawing/2014/main" id="{F766E06B-87AA-452B-8BD4-9E658D9BC655}"/>
              </a:ext>
            </a:extLst>
          </p:cNvPr>
          <p:cNvSpPr>
            <a:spLocks noGrp="1"/>
          </p:cNvSpPr>
          <p:nvPr/>
        </p:nvSpPr>
        <p:spPr>
          <a:xfrm>
            <a:off x="6161152" y="3949683"/>
            <a:ext cx="43180" cy="43180"/>
          </a:xfrm>
          <a:prstGeom prst="ellipse">
            <a:avLst/>
          </a:prstGeom>
          <a:solidFill>
            <a:srgbClr val="00878B"/>
          </a:solidFill>
          <a:ln w="4445">
            <a:solidFill>
              <a:srgbClr val="FFFFFF"/>
            </a:solidFill>
            <a:prstDash val="solid"/>
          </a:ln>
        </p:spPr>
      </p:sp>
      <p:sp>
        <p:nvSpPr>
          <p:cNvPr id="2047" name="03_assume_matched_7344">
            <a:extLst>
              <a:ext uri="{FF2B5EF4-FFF2-40B4-BE49-F238E27FC236}">
                <a16:creationId xmlns:a16="http://schemas.microsoft.com/office/drawing/2014/main" id="{C406CD58-6AA4-4369-96BF-5CD591989B8E}"/>
              </a:ext>
            </a:extLst>
          </p:cNvPr>
          <p:cNvSpPr>
            <a:spLocks noGrp="1"/>
          </p:cNvSpPr>
          <p:nvPr/>
        </p:nvSpPr>
        <p:spPr>
          <a:xfrm>
            <a:off x="4260856" y="425723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48" name="03_assume_matched_7345">
            <a:extLst>
              <a:ext uri="{FF2B5EF4-FFF2-40B4-BE49-F238E27FC236}">
                <a16:creationId xmlns:a16="http://schemas.microsoft.com/office/drawing/2014/main" id="{FE091AED-2E1F-4650-ABB8-B06828A8B4C7}"/>
              </a:ext>
            </a:extLst>
          </p:cNvPr>
          <p:cNvSpPr>
            <a:spLocks noGrp="1"/>
          </p:cNvSpPr>
          <p:nvPr/>
        </p:nvSpPr>
        <p:spPr>
          <a:xfrm>
            <a:off x="4638049" y="396479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49" name="03_assume_matched_7346">
            <a:extLst>
              <a:ext uri="{FF2B5EF4-FFF2-40B4-BE49-F238E27FC236}">
                <a16:creationId xmlns:a16="http://schemas.microsoft.com/office/drawing/2014/main" id="{AF241D13-21A0-4E0C-ACD9-82080172AA0C}"/>
              </a:ext>
            </a:extLst>
          </p:cNvPr>
          <p:cNvSpPr>
            <a:spLocks noGrp="1"/>
          </p:cNvSpPr>
          <p:nvPr/>
        </p:nvSpPr>
        <p:spPr>
          <a:xfrm>
            <a:off x="5392435" y="396479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50" name="03_assume_matched_7347">
            <a:extLst>
              <a:ext uri="{FF2B5EF4-FFF2-40B4-BE49-F238E27FC236}">
                <a16:creationId xmlns:a16="http://schemas.microsoft.com/office/drawing/2014/main" id="{3CBB79A7-F94F-4597-A218-BE7A2DD10871}"/>
              </a:ext>
            </a:extLst>
          </p:cNvPr>
          <p:cNvSpPr>
            <a:spLocks noGrp="1"/>
          </p:cNvSpPr>
          <p:nvPr/>
        </p:nvSpPr>
        <p:spPr>
          <a:xfrm>
            <a:off x="6146821" y="396479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51" name="03_assume_matched_7348">
            <a:extLst>
              <a:ext uri="{FF2B5EF4-FFF2-40B4-BE49-F238E27FC236}">
                <a16:creationId xmlns:a16="http://schemas.microsoft.com/office/drawing/2014/main" id="{987BF9F0-FA26-4816-8987-9FC04444606E}"/>
              </a:ext>
            </a:extLst>
          </p:cNvPr>
          <p:cNvSpPr>
            <a:spLocks noGrp="1"/>
          </p:cNvSpPr>
          <p:nvPr/>
        </p:nvSpPr>
        <p:spPr>
          <a:xfrm>
            <a:off x="768364" y="483708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2052" name="03_assume_matched_7349">
            <a:extLst>
              <a:ext uri="{FF2B5EF4-FFF2-40B4-BE49-F238E27FC236}">
                <a16:creationId xmlns:a16="http://schemas.microsoft.com/office/drawing/2014/main" id="{9EE60AF2-0317-4E6C-A9C3-B5D215580EF0}"/>
              </a:ext>
            </a:extLst>
          </p:cNvPr>
          <p:cNvSpPr>
            <a:spLocks noGrp="1"/>
          </p:cNvSpPr>
          <p:nvPr/>
        </p:nvSpPr>
        <p:spPr>
          <a:xfrm>
            <a:off x="1070117" y="4866327"/>
            <a:ext cx="196140" cy="584869"/>
          </a:xfrm>
          <a:custGeom>
            <a:avLst/>
            <a:gdLst/>
            <a:ahLst/>
            <a:cxnLst/>
            <a:rect l="0" t="0" r="0" b="0"/>
            <a:pathLst>
              <a:path w="196140" h="584869">
                <a:moveTo>
                  <a:pt x="196140" y="584869"/>
                </a:moveTo>
                <a:lnTo>
                  <a:pt x="0" y="584869"/>
                </a:lnTo>
                <a:lnTo>
                  <a:pt x="1084" y="579995"/>
                </a:lnTo>
                <a:lnTo>
                  <a:pt x="4261" y="575121"/>
                </a:lnTo>
                <a:lnTo>
                  <a:pt x="9320" y="570247"/>
                </a:lnTo>
                <a:lnTo>
                  <a:pt x="15930" y="565373"/>
                </a:lnTo>
                <a:lnTo>
                  <a:pt x="23683" y="560500"/>
                </a:lnTo>
                <a:lnTo>
                  <a:pt x="32132" y="555626"/>
                </a:lnTo>
                <a:lnTo>
                  <a:pt x="40834" y="550752"/>
                </a:lnTo>
                <a:lnTo>
                  <a:pt x="49387" y="545878"/>
                </a:lnTo>
                <a:lnTo>
                  <a:pt x="57457" y="541004"/>
                </a:lnTo>
                <a:lnTo>
                  <a:pt x="64796" y="536130"/>
                </a:lnTo>
                <a:lnTo>
                  <a:pt x="71245" y="531256"/>
                </a:lnTo>
                <a:lnTo>
                  <a:pt x="76728" y="526382"/>
                </a:lnTo>
                <a:lnTo>
                  <a:pt x="81240" y="521508"/>
                </a:lnTo>
                <a:lnTo>
                  <a:pt x="84830" y="516634"/>
                </a:lnTo>
                <a:lnTo>
                  <a:pt x="87581" y="511760"/>
                </a:lnTo>
                <a:lnTo>
                  <a:pt x="89596" y="506887"/>
                </a:lnTo>
                <a:lnTo>
                  <a:pt x="90981" y="502013"/>
                </a:lnTo>
                <a:lnTo>
                  <a:pt x="91838" y="497139"/>
                </a:lnTo>
                <a:lnTo>
                  <a:pt x="92261" y="492265"/>
                </a:lnTo>
                <a:lnTo>
                  <a:pt x="92332" y="487391"/>
                </a:lnTo>
                <a:lnTo>
                  <a:pt x="92120" y="482517"/>
                </a:lnTo>
                <a:lnTo>
                  <a:pt x="91688" y="477643"/>
                </a:lnTo>
                <a:lnTo>
                  <a:pt x="91091" y="472769"/>
                </a:lnTo>
                <a:lnTo>
                  <a:pt x="90379" y="467895"/>
                </a:lnTo>
                <a:lnTo>
                  <a:pt x="89601" y="463021"/>
                </a:lnTo>
                <a:lnTo>
                  <a:pt x="88801" y="458147"/>
                </a:lnTo>
                <a:lnTo>
                  <a:pt x="88021" y="453274"/>
                </a:lnTo>
                <a:lnTo>
                  <a:pt x="87298" y="448400"/>
                </a:lnTo>
                <a:lnTo>
                  <a:pt x="86663" y="443526"/>
                </a:lnTo>
                <a:lnTo>
                  <a:pt x="86137" y="438652"/>
                </a:lnTo>
                <a:lnTo>
                  <a:pt x="85737" y="433778"/>
                </a:lnTo>
                <a:lnTo>
                  <a:pt x="85467" y="428904"/>
                </a:lnTo>
                <a:lnTo>
                  <a:pt x="85326" y="424030"/>
                </a:lnTo>
                <a:lnTo>
                  <a:pt x="85304" y="419156"/>
                </a:lnTo>
                <a:lnTo>
                  <a:pt x="85388" y="414282"/>
                </a:lnTo>
                <a:lnTo>
                  <a:pt x="85560" y="409408"/>
                </a:lnTo>
                <a:lnTo>
                  <a:pt x="85801" y="404534"/>
                </a:lnTo>
                <a:lnTo>
                  <a:pt x="86094" y="399661"/>
                </a:lnTo>
                <a:lnTo>
                  <a:pt x="86418" y="394787"/>
                </a:lnTo>
                <a:lnTo>
                  <a:pt x="86755" y="389913"/>
                </a:lnTo>
                <a:lnTo>
                  <a:pt x="87084" y="385039"/>
                </a:lnTo>
                <a:lnTo>
                  <a:pt x="87384" y="380165"/>
                </a:lnTo>
                <a:lnTo>
                  <a:pt x="87631" y="375291"/>
                </a:lnTo>
                <a:lnTo>
                  <a:pt x="87795" y="370417"/>
                </a:lnTo>
                <a:lnTo>
                  <a:pt x="87846" y="365543"/>
                </a:lnTo>
                <a:lnTo>
                  <a:pt x="87752" y="360669"/>
                </a:lnTo>
                <a:lnTo>
                  <a:pt x="87481" y="355795"/>
                </a:lnTo>
                <a:lnTo>
                  <a:pt x="87005" y="350921"/>
                </a:lnTo>
                <a:lnTo>
                  <a:pt x="86306" y="346048"/>
                </a:lnTo>
                <a:lnTo>
                  <a:pt x="85378" y="341174"/>
                </a:lnTo>
                <a:lnTo>
                  <a:pt x="84234" y="336300"/>
                </a:lnTo>
                <a:lnTo>
                  <a:pt x="82905" y="331426"/>
                </a:lnTo>
                <a:lnTo>
                  <a:pt x="81444" y="326552"/>
                </a:lnTo>
                <a:lnTo>
                  <a:pt x="79926" y="321678"/>
                </a:lnTo>
                <a:lnTo>
                  <a:pt x="78440" y="316804"/>
                </a:lnTo>
                <a:lnTo>
                  <a:pt x="77086" y="311930"/>
                </a:lnTo>
                <a:lnTo>
                  <a:pt x="75964" y="307056"/>
                </a:lnTo>
                <a:lnTo>
                  <a:pt x="75167" y="302182"/>
                </a:lnTo>
                <a:lnTo>
                  <a:pt x="74769" y="297308"/>
                </a:lnTo>
                <a:lnTo>
                  <a:pt x="74817" y="292435"/>
                </a:lnTo>
                <a:lnTo>
                  <a:pt x="75329" y="287561"/>
                </a:lnTo>
                <a:lnTo>
                  <a:pt x="76288" y="282687"/>
                </a:lnTo>
                <a:lnTo>
                  <a:pt x="77646" y="277813"/>
                </a:lnTo>
                <a:lnTo>
                  <a:pt x="79330" y="272939"/>
                </a:lnTo>
                <a:lnTo>
                  <a:pt x="81249" y="268065"/>
                </a:lnTo>
                <a:lnTo>
                  <a:pt x="83302" y="263191"/>
                </a:lnTo>
                <a:lnTo>
                  <a:pt x="85390" y="258317"/>
                </a:lnTo>
                <a:lnTo>
                  <a:pt x="87425" y="253443"/>
                </a:lnTo>
                <a:lnTo>
                  <a:pt x="89332" y="248569"/>
                </a:lnTo>
                <a:lnTo>
                  <a:pt x="91058" y="243695"/>
                </a:lnTo>
                <a:lnTo>
                  <a:pt x="92569" y="238822"/>
                </a:lnTo>
                <a:lnTo>
                  <a:pt x="93851" y="233948"/>
                </a:lnTo>
                <a:lnTo>
                  <a:pt x="94908" y="229074"/>
                </a:lnTo>
                <a:lnTo>
                  <a:pt x="95753" y="224200"/>
                </a:lnTo>
                <a:lnTo>
                  <a:pt x="96411" y="219326"/>
                </a:lnTo>
                <a:lnTo>
                  <a:pt x="96908" y="214452"/>
                </a:lnTo>
                <a:lnTo>
                  <a:pt x="97275" y="209578"/>
                </a:lnTo>
                <a:lnTo>
                  <a:pt x="97539" y="204704"/>
                </a:lnTo>
                <a:lnTo>
                  <a:pt x="97723" y="199830"/>
                </a:lnTo>
                <a:lnTo>
                  <a:pt x="97848" y="194956"/>
                </a:lnTo>
                <a:lnTo>
                  <a:pt x="97932" y="190082"/>
                </a:lnTo>
                <a:lnTo>
                  <a:pt x="97986" y="185209"/>
                </a:lnTo>
                <a:lnTo>
                  <a:pt x="98020" y="180335"/>
                </a:lnTo>
                <a:lnTo>
                  <a:pt x="98041" y="175461"/>
                </a:lnTo>
                <a:lnTo>
                  <a:pt x="98053" y="170587"/>
                </a:lnTo>
                <a:lnTo>
                  <a:pt x="98061" y="165713"/>
                </a:lnTo>
                <a:lnTo>
                  <a:pt x="98065" y="160839"/>
                </a:lnTo>
                <a:lnTo>
                  <a:pt x="98067" y="155965"/>
                </a:lnTo>
                <a:lnTo>
                  <a:pt x="98069"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3" y="155965"/>
                </a:lnTo>
                <a:lnTo>
                  <a:pt x="98075" y="160839"/>
                </a:lnTo>
                <a:lnTo>
                  <a:pt x="98079" y="165713"/>
                </a:lnTo>
                <a:lnTo>
                  <a:pt x="98087" y="170587"/>
                </a:lnTo>
                <a:lnTo>
                  <a:pt x="98100" y="175461"/>
                </a:lnTo>
                <a:lnTo>
                  <a:pt x="98121" y="180335"/>
                </a:lnTo>
                <a:lnTo>
                  <a:pt x="98155" y="185209"/>
                </a:lnTo>
                <a:lnTo>
                  <a:pt x="98209" y="190082"/>
                </a:lnTo>
                <a:lnTo>
                  <a:pt x="98292" y="194956"/>
                </a:lnTo>
                <a:lnTo>
                  <a:pt x="98418" y="199830"/>
                </a:lnTo>
                <a:lnTo>
                  <a:pt x="98602" y="204704"/>
                </a:lnTo>
                <a:lnTo>
                  <a:pt x="98865" y="209578"/>
                </a:lnTo>
                <a:lnTo>
                  <a:pt x="99232" y="214452"/>
                </a:lnTo>
                <a:lnTo>
                  <a:pt x="99730" y="219326"/>
                </a:lnTo>
                <a:lnTo>
                  <a:pt x="100387" y="224200"/>
                </a:lnTo>
                <a:lnTo>
                  <a:pt x="101233" y="229074"/>
                </a:lnTo>
                <a:lnTo>
                  <a:pt x="102289" y="233948"/>
                </a:lnTo>
                <a:lnTo>
                  <a:pt x="103571" y="238822"/>
                </a:lnTo>
                <a:lnTo>
                  <a:pt x="105083" y="243695"/>
                </a:lnTo>
                <a:lnTo>
                  <a:pt x="106808" y="248569"/>
                </a:lnTo>
                <a:lnTo>
                  <a:pt x="108716" y="253443"/>
                </a:lnTo>
                <a:lnTo>
                  <a:pt x="110750" y="258317"/>
                </a:lnTo>
                <a:lnTo>
                  <a:pt x="112839" y="263191"/>
                </a:lnTo>
                <a:lnTo>
                  <a:pt x="114892" y="268065"/>
                </a:lnTo>
                <a:lnTo>
                  <a:pt x="116810" y="272939"/>
                </a:lnTo>
                <a:lnTo>
                  <a:pt x="118494" y="277813"/>
                </a:lnTo>
                <a:lnTo>
                  <a:pt x="119852" y="282687"/>
                </a:lnTo>
                <a:lnTo>
                  <a:pt x="120811" y="287561"/>
                </a:lnTo>
                <a:lnTo>
                  <a:pt x="121323" y="292435"/>
                </a:lnTo>
                <a:lnTo>
                  <a:pt x="121372" y="297308"/>
                </a:lnTo>
                <a:lnTo>
                  <a:pt x="120973" y="302182"/>
                </a:lnTo>
                <a:lnTo>
                  <a:pt x="120176" y="307056"/>
                </a:lnTo>
                <a:lnTo>
                  <a:pt x="119055" y="311930"/>
                </a:lnTo>
                <a:lnTo>
                  <a:pt x="117700" y="316804"/>
                </a:lnTo>
                <a:lnTo>
                  <a:pt x="116214" y="321678"/>
                </a:lnTo>
                <a:lnTo>
                  <a:pt x="114696" y="326552"/>
                </a:lnTo>
                <a:lnTo>
                  <a:pt x="113236" y="331426"/>
                </a:lnTo>
                <a:lnTo>
                  <a:pt x="111907" y="336300"/>
                </a:lnTo>
                <a:lnTo>
                  <a:pt x="110762" y="341174"/>
                </a:lnTo>
                <a:lnTo>
                  <a:pt x="109835" y="346048"/>
                </a:lnTo>
                <a:lnTo>
                  <a:pt x="109136" y="350921"/>
                </a:lnTo>
                <a:lnTo>
                  <a:pt x="108660" y="355795"/>
                </a:lnTo>
                <a:lnTo>
                  <a:pt x="108388" y="360669"/>
                </a:lnTo>
                <a:lnTo>
                  <a:pt x="108294" y="365543"/>
                </a:lnTo>
                <a:lnTo>
                  <a:pt x="108345" y="370417"/>
                </a:lnTo>
                <a:lnTo>
                  <a:pt x="108510" y="375291"/>
                </a:lnTo>
                <a:lnTo>
                  <a:pt x="108756" y="380165"/>
                </a:lnTo>
                <a:lnTo>
                  <a:pt x="109056" y="385039"/>
                </a:lnTo>
                <a:lnTo>
                  <a:pt x="109386" y="389913"/>
                </a:lnTo>
                <a:lnTo>
                  <a:pt x="109723" y="394787"/>
                </a:lnTo>
                <a:lnTo>
                  <a:pt x="110047" y="399661"/>
                </a:lnTo>
                <a:lnTo>
                  <a:pt x="110339" y="404534"/>
                </a:lnTo>
                <a:lnTo>
                  <a:pt x="110580" y="409408"/>
                </a:lnTo>
                <a:lnTo>
                  <a:pt x="110752" y="414282"/>
                </a:lnTo>
                <a:lnTo>
                  <a:pt x="110836" y="419156"/>
                </a:lnTo>
                <a:lnTo>
                  <a:pt x="110814" y="424030"/>
                </a:lnTo>
                <a:lnTo>
                  <a:pt x="110673" y="428904"/>
                </a:lnTo>
                <a:lnTo>
                  <a:pt x="110403" y="433778"/>
                </a:lnTo>
                <a:lnTo>
                  <a:pt x="110003" y="438652"/>
                </a:lnTo>
                <a:lnTo>
                  <a:pt x="109478" y="443526"/>
                </a:lnTo>
                <a:lnTo>
                  <a:pt x="108842" y="448400"/>
                </a:lnTo>
                <a:lnTo>
                  <a:pt x="108119" y="453274"/>
                </a:lnTo>
                <a:lnTo>
                  <a:pt x="107339" y="458147"/>
                </a:lnTo>
                <a:lnTo>
                  <a:pt x="106539" y="463021"/>
                </a:lnTo>
                <a:lnTo>
                  <a:pt x="105761" y="467895"/>
                </a:lnTo>
                <a:lnTo>
                  <a:pt x="105050" y="472769"/>
                </a:lnTo>
                <a:lnTo>
                  <a:pt x="104452" y="477643"/>
                </a:lnTo>
                <a:lnTo>
                  <a:pt x="104020" y="482517"/>
                </a:lnTo>
                <a:lnTo>
                  <a:pt x="103808" y="487391"/>
                </a:lnTo>
                <a:lnTo>
                  <a:pt x="103879" y="492265"/>
                </a:lnTo>
                <a:lnTo>
                  <a:pt x="104302" y="497139"/>
                </a:lnTo>
                <a:lnTo>
                  <a:pt x="105160" y="502013"/>
                </a:lnTo>
                <a:lnTo>
                  <a:pt x="106544" y="506887"/>
                </a:lnTo>
                <a:lnTo>
                  <a:pt x="108559" y="511760"/>
                </a:lnTo>
                <a:lnTo>
                  <a:pt x="111310" y="516634"/>
                </a:lnTo>
                <a:lnTo>
                  <a:pt x="114900" y="521508"/>
                </a:lnTo>
                <a:lnTo>
                  <a:pt x="119413" y="526382"/>
                </a:lnTo>
                <a:lnTo>
                  <a:pt x="124895" y="531256"/>
                </a:lnTo>
                <a:lnTo>
                  <a:pt x="131344" y="536130"/>
                </a:lnTo>
                <a:lnTo>
                  <a:pt x="138683" y="541004"/>
                </a:lnTo>
                <a:lnTo>
                  <a:pt x="146753" y="545878"/>
                </a:lnTo>
                <a:lnTo>
                  <a:pt x="155306" y="550752"/>
                </a:lnTo>
                <a:lnTo>
                  <a:pt x="164008" y="555626"/>
                </a:lnTo>
                <a:lnTo>
                  <a:pt x="172458" y="560500"/>
                </a:lnTo>
                <a:lnTo>
                  <a:pt x="180211" y="565373"/>
                </a:lnTo>
                <a:lnTo>
                  <a:pt x="186821" y="570247"/>
                </a:lnTo>
                <a:lnTo>
                  <a:pt x="191879" y="575121"/>
                </a:lnTo>
                <a:lnTo>
                  <a:pt x="195057"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2053" name="03_assume_matched_7350">
            <a:extLst>
              <a:ext uri="{FF2B5EF4-FFF2-40B4-BE49-F238E27FC236}">
                <a16:creationId xmlns:a16="http://schemas.microsoft.com/office/drawing/2014/main" id="{14D316C1-2CBB-41B9-9861-28E2EBE943A6}"/>
              </a:ext>
            </a:extLst>
          </p:cNvPr>
          <p:cNvSpPr>
            <a:spLocks noGrp="1"/>
          </p:cNvSpPr>
          <p:nvPr/>
        </p:nvSpPr>
        <p:spPr>
          <a:xfrm>
            <a:off x="1447310" y="4866327"/>
            <a:ext cx="196140" cy="584869"/>
          </a:xfrm>
          <a:custGeom>
            <a:avLst/>
            <a:gdLst/>
            <a:ahLst/>
            <a:cxnLst/>
            <a:rect l="0" t="0" r="0" b="0"/>
            <a:pathLst>
              <a:path w="196140" h="584869">
                <a:moveTo>
                  <a:pt x="183081" y="584869"/>
                </a:moveTo>
                <a:lnTo>
                  <a:pt x="13060" y="584869"/>
                </a:lnTo>
                <a:lnTo>
                  <a:pt x="13983" y="579995"/>
                </a:lnTo>
                <a:lnTo>
                  <a:pt x="16692" y="575121"/>
                </a:lnTo>
                <a:lnTo>
                  <a:pt x="21005" y="570247"/>
                </a:lnTo>
                <a:lnTo>
                  <a:pt x="26642" y="565373"/>
                </a:lnTo>
                <a:lnTo>
                  <a:pt x="33256" y="560500"/>
                </a:lnTo>
                <a:lnTo>
                  <a:pt x="40467" y="555626"/>
                </a:lnTo>
                <a:lnTo>
                  <a:pt x="47902" y="550752"/>
                </a:lnTo>
                <a:lnTo>
                  <a:pt x="55219" y="545878"/>
                </a:lnTo>
                <a:lnTo>
                  <a:pt x="62141" y="541004"/>
                </a:lnTo>
                <a:lnTo>
                  <a:pt x="68457" y="536130"/>
                </a:lnTo>
                <a:lnTo>
                  <a:pt x="74038" y="531256"/>
                </a:lnTo>
                <a:lnTo>
                  <a:pt x="78823" y="526382"/>
                </a:lnTo>
                <a:lnTo>
                  <a:pt x="82810" y="521508"/>
                </a:lnTo>
                <a:lnTo>
                  <a:pt x="86041" y="516634"/>
                </a:lnTo>
                <a:lnTo>
                  <a:pt x="88588" y="511760"/>
                </a:lnTo>
                <a:lnTo>
                  <a:pt x="90534" y="506887"/>
                </a:lnTo>
                <a:lnTo>
                  <a:pt x="91968" y="502013"/>
                </a:lnTo>
                <a:lnTo>
                  <a:pt x="92970" y="497139"/>
                </a:lnTo>
                <a:lnTo>
                  <a:pt x="93613" y="492265"/>
                </a:lnTo>
                <a:lnTo>
                  <a:pt x="93960" y="487391"/>
                </a:lnTo>
                <a:lnTo>
                  <a:pt x="94062" y="482517"/>
                </a:lnTo>
                <a:lnTo>
                  <a:pt x="93963" y="477643"/>
                </a:lnTo>
                <a:lnTo>
                  <a:pt x="93703" y="472769"/>
                </a:lnTo>
                <a:lnTo>
                  <a:pt x="93317" y="467895"/>
                </a:lnTo>
                <a:lnTo>
                  <a:pt x="92840" y="463021"/>
                </a:lnTo>
                <a:lnTo>
                  <a:pt x="92306" y="458147"/>
                </a:lnTo>
                <a:lnTo>
                  <a:pt x="91748" y="453274"/>
                </a:lnTo>
                <a:lnTo>
                  <a:pt x="91196" y="448400"/>
                </a:lnTo>
                <a:lnTo>
                  <a:pt x="90677" y="443526"/>
                </a:lnTo>
                <a:lnTo>
                  <a:pt x="90215" y="438652"/>
                </a:lnTo>
                <a:lnTo>
                  <a:pt x="89829" y="433778"/>
                </a:lnTo>
                <a:lnTo>
                  <a:pt x="89532" y="428904"/>
                </a:lnTo>
                <a:lnTo>
                  <a:pt x="89331" y="424030"/>
                </a:lnTo>
                <a:lnTo>
                  <a:pt x="89230" y="419156"/>
                </a:lnTo>
                <a:lnTo>
                  <a:pt x="89228" y="414282"/>
                </a:lnTo>
                <a:lnTo>
                  <a:pt x="89322" y="409408"/>
                </a:lnTo>
                <a:lnTo>
                  <a:pt x="89504" y="404534"/>
                </a:lnTo>
                <a:lnTo>
                  <a:pt x="89766" y="399661"/>
                </a:lnTo>
                <a:lnTo>
                  <a:pt x="90096" y="394787"/>
                </a:lnTo>
                <a:lnTo>
                  <a:pt x="90479" y="389913"/>
                </a:lnTo>
                <a:lnTo>
                  <a:pt x="90900" y="385039"/>
                </a:lnTo>
                <a:lnTo>
                  <a:pt x="91339" y="380165"/>
                </a:lnTo>
                <a:lnTo>
                  <a:pt x="91774" y="375291"/>
                </a:lnTo>
                <a:lnTo>
                  <a:pt x="92182" y="370417"/>
                </a:lnTo>
                <a:lnTo>
                  <a:pt x="92540" y="365543"/>
                </a:lnTo>
                <a:lnTo>
                  <a:pt x="92825" y="360669"/>
                </a:lnTo>
                <a:lnTo>
                  <a:pt x="93020" y="355795"/>
                </a:lnTo>
                <a:lnTo>
                  <a:pt x="93112" y="350921"/>
                </a:lnTo>
                <a:lnTo>
                  <a:pt x="93093" y="346048"/>
                </a:lnTo>
                <a:lnTo>
                  <a:pt x="92964" y="341174"/>
                </a:lnTo>
                <a:lnTo>
                  <a:pt x="92735" y="336300"/>
                </a:lnTo>
                <a:lnTo>
                  <a:pt x="92424" y="331426"/>
                </a:lnTo>
                <a:lnTo>
                  <a:pt x="92053" y="326552"/>
                </a:lnTo>
                <a:lnTo>
                  <a:pt x="91651" y="321678"/>
                </a:lnTo>
                <a:lnTo>
                  <a:pt x="91252" y="316804"/>
                </a:lnTo>
                <a:lnTo>
                  <a:pt x="90888" y="311930"/>
                </a:lnTo>
                <a:lnTo>
                  <a:pt x="90588" y="307056"/>
                </a:lnTo>
                <a:lnTo>
                  <a:pt x="90377" y="302182"/>
                </a:lnTo>
                <a:lnTo>
                  <a:pt x="90274" y="297308"/>
                </a:lnTo>
                <a:lnTo>
                  <a:pt x="90286" y="292435"/>
                </a:lnTo>
                <a:lnTo>
                  <a:pt x="90412" y="287561"/>
                </a:lnTo>
                <a:lnTo>
                  <a:pt x="90642" y="282687"/>
                </a:lnTo>
                <a:lnTo>
                  <a:pt x="90956" y="277813"/>
                </a:lnTo>
                <a:lnTo>
                  <a:pt x="91329" y="272939"/>
                </a:lnTo>
                <a:lnTo>
                  <a:pt x="91733" y="268065"/>
                </a:lnTo>
                <a:lnTo>
                  <a:pt x="92138" y="263191"/>
                </a:lnTo>
                <a:lnTo>
                  <a:pt x="92517" y="258317"/>
                </a:lnTo>
                <a:lnTo>
                  <a:pt x="92847" y="253443"/>
                </a:lnTo>
                <a:lnTo>
                  <a:pt x="93111" y="248569"/>
                </a:lnTo>
                <a:lnTo>
                  <a:pt x="93298" y="243695"/>
                </a:lnTo>
                <a:lnTo>
                  <a:pt x="93406" y="238822"/>
                </a:lnTo>
                <a:lnTo>
                  <a:pt x="93436" y="233948"/>
                </a:lnTo>
                <a:lnTo>
                  <a:pt x="93397" y="229074"/>
                </a:lnTo>
                <a:lnTo>
                  <a:pt x="93301" y="224200"/>
                </a:lnTo>
                <a:lnTo>
                  <a:pt x="93163" y="219326"/>
                </a:lnTo>
                <a:lnTo>
                  <a:pt x="92999" y="214452"/>
                </a:lnTo>
                <a:lnTo>
                  <a:pt x="92826" y="209578"/>
                </a:lnTo>
                <a:lnTo>
                  <a:pt x="92660" y="204704"/>
                </a:lnTo>
                <a:lnTo>
                  <a:pt x="92515" y="199830"/>
                </a:lnTo>
                <a:lnTo>
                  <a:pt x="92404" y="194956"/>
                </a:lnTo>
                <a:lnTo>
                  <a:pt x="92337" y="190082"/>
                </a:lnTo>
                <a:lnTo>
                  <a:pt x="92322" y="185209"/>
                </a:lnTo>
                <a:lnTo>
                  <a:pt x="92362" y="180335"/>
                </a:lnTo>
                <a:lnTo>
                  <a:pt x="92459" y="175461"/>
                </a:lnTo>
                <a:lnTo>
                  <a:pt x="92614" y="170587"/>
                </a:lnTo>
                <a:lnTo>
                  <a:pt x="92821" y="165713"/>
                </a:lnTo>
                <a:lnTo>
                  <a:pt x="93077" y="160839"/>
                </a:lnTo>
                <a:lnTo>
                  <a:pt x="93373" y="155965"/>
                </a:lnTo>
                <a:lnTo>
                  <a:pt x="93701" y="151091"/>
                </a:lnTo>
                <a:lnTo>
                  <a:pt x="94050" y="146217"/>
                </a:lnTo>
                <a:lnTo>
                  <a:pt x="94407" y="141343"/>
                </a:lnTo>
                <a:lnTo>
                  <a:pt x="94758" y="136469"/>
                </a:lnTo>
                <a:lnTo>
                  <a:pt x="95088" y="131596"/>
                </a:lnTo>
                <a:lnTo>
                  <a:pt x="95380" y="126722"/>
                </a:lnTo>
                <a:lnTo>
                  <a:pt x="95617" y="121848"/>
                </a:lnTo>
                <a:lnTo>
                  <a:pt x="95778" y="116974"/>
                </a:lnTo>
                <a:lnTo>
                  <a:pt x="95841" y="112100"/>
                </a:lnTo>
                <a:lnTo>
                  <a:pt x="95780" y="107226"/>
                </a:lnTo>
                <a:lnTo>
                  <a:pt x="95563" y="102352"/>
                </a:lnTo>
                <a:lnTo>
                  <a:pt x="95150" y="97478"/>
                </a:lnTo>
                <a:lnTo>
                  <a:pt x="94493" y="92604"/>
                </a:lnTo>
                <a:lnTo>
                  <a:pt x="93529" y="87730"/>
                </a:lnTo>
                <a:lnTo>
                  <a:pt x="92184" y="82856"/>
                </a:lnTo>
                <a:lnTo>
                  <a:pt x="90368" y="77983"/>
                </a:lnTo>
                <a:lnTo>
                  <a:pt x="87982" y="73109"/>
                </a:lnTo>
                <a:lnTo>
                  <a:pt x="84920" y="68235"/>
                </a:lnTo>
                <a:lnTo>
                  <a:pt x="81081" y="63361"/>
                </a:lnTo>
                <a:lnTo>
                  <a:pt x="76381" y="58487"/>
                </a:lnTo>
                <a:lnTo>
                  <a:pt x="70769" y="53613"/>
                </a:lnTo>
                <a:lnTo>
                  <a:pt x="64247" y="48739"/>
                </a:lnTo>
                <a:lnTo>
                  <a:pt x="56886" y="43865"/>
                </a:lnTo>
                <a:lnTo>
                  <a:pt x="48837" y="38991"/>
                </a:lnTo>
                <a:lnTo>
                  <a:pt x="40341" y="34117"/>
                </a:lnTo>
                <a:lnTo>
                  <a:pt x="31720" y="29243"/>
                </a:lnTo>
                <a:lnTo>
                  <a:pt x="23365" y="24370"/>
                </a:lnTo>
                <a:lnTo>
                  <a:pt x="15709" y="19496"/>
                </a:lnTo>
                <a:lnTo>
                  <a:pt x="9188" y="14622"/>
                </a:lnTo>
                <a:lnTo>
                  <a:pt x="4200" y="9748"/>
                </a:lnTo>
                <a:lnTo>
                  <a:pt x="1068" y="4874"/>
                </a:lnTo>
                <a:lnTo>
                  <a:pt x="0" y="0"/>
                </a:lnTo>
                <a:lnTo>
                  <a:pt x="196140" y="0"/>
                </a:lnTo>
                <a:lnTo>
                  <a:pt x="196140" y="0"/>
                </a:lnTo>
                <a:lnTo>
                  <a:pt x="195072" y="4874"/>
                </a:lnTo>
                <a:lnTo>
                  <a:pt x="191940" y="9748"/>
                </a:lnTo>
                <a:lnTo>
                  <a:pt x="186953" y="14622"/>
                </a:lnTo>
                <a:lnTo>
                  <a:pt x="180431" y="19496"/>
                </a:lnTo>
                <a:lnTo>
                  <a:pt x="172775" y="24370"/>
                </a:lnTo>
                <a:lnTo>
                  <a:pt x="164421" y="29243"/>
                </a:lnTo>
                <a:lnTo>
                  <a:pt x="155800" y="34117"/>
                </a:lnTo>
                <a:lnTo>
                  <a:pt x="147303" y="38991"/>
                </a:lnTo>
                <a:lnTo>
                  <a:pt x="139254" y="43865"/>
                </a:lnTo>
                <a:lnTo>
                  <a:pt x="131893" y="48739"/>
                </a:lnTo>
                <a:lnTo>
                  <a:pt x="125371" y="53613"/>
                </a:lnTo>
                <a:lnTo>
                  <a:pt x="119759" y="58487"/>
                </a:lnTo>
                <a:lnTo>
                  <a:pt x="115059" y="63361"/>
                </a:lnTo>
                <a:lnTo>
                  <a:pt x="111220" y="68235"/>
                </a:lnTo>
                <a:lnTo>
                  <a:pt x="108158" y="73109"/>
                </a:lnTo>
                <a:lnTo>
                  <a:pt x="105772" y="77983"/>
                </a:lnTo>
                <a:lnTo>
                  <a:pt x="103957" y="82856"/>
                </a:lnTo>
                <a:lnTo>
                  <a:pt x="102611" y="87730"/>
                </a:lnTo>
                <a:lnTo>
                  <a:pt x="101647" y="92604"/>
                </a:lnTo>
                <a:lnTo>
                  <a:pt x="100990" y="97478"/>
                </a:lnTo>
                <a:lnTo>
                  <a:pt x="100577" y="102352"/>
                </a:lnTo>
                <a:lnTo>
                  <a:pt x="100360" y="107226"/>
                </a:lnTo>
                <a:lnTo>
                  <a:pt x="100299" y="112100"/>
                </a:lnTo>
                <a:lnTo>
                  <a:pt x="100362" y="116974"/>
                </a:lnTo>
                <a:lnTo>
                  <a:pt x="100523" y="121848"/>
                </a:lnTo>
                <a:lnTo>
                  <a:pt x="100760" y="126722"/>
                </a:lnTo>
                <a:lnTo>
                  <a:pt x="101053" y="131596"/>
                </a:lnTo>
                <a:lnTo>
                  <a:pt x="101383" y="136469"/>
                </a:lnTo>
                <a:lnTo>
                  <a:pt x="101734" y="141343"/>
                </a:lnTo>
                <a:lnTo>
                  <a:pt x="102090" y="146217"/>
                </a:lnTo>
                <a:lnTo>
                  <a:pt x="102439" y="151091"/>
                </a:lnTo>
                <a:lnTo>
                  <a:pt x="102767" y="155965"/>
                </a:lnTo>
                <a:lnTo>
                  <a:pt x="103063" y="160839"/>
                </a:lnTo>
                <a:lnTo>
                  <a:pt x="103319" y="165713"/>
                </a:lnTo>
                <a:lnTo>
                  <a:pt x="103527" y="170587"/>
                </a:lnTo>
                <a:lnTo>
                  <a:pt x="103681" y="175461"/>
                </a:lnTo>
                <a:lnTo>
                  <a:pt x="103779" y="180335"/>
                </a:lnTo>
                <a:lnTo>
                  <a:pt x="103819" y="185209"/>
                </a:lnTo>
                <a:lnTo>
                  <a:pt x="103803" y="190082"/>
                </a:lnTo>
                <a:lnTo>
                  <a:pt x="103736" y="194956"/>
                </a:lnTo>
                <a:lnTo>
                  <a:pt x="103625" y="199830"/>
                </a:lnTo>
                <a:lnTo>
                  <a:pt x="103480" y="204704"/>
                </a:lnTo>
                <a:lnTo>
                  <a:pt x="103314" y="209578"/>
                </a:lnTo>
                <a:lnTo>
                  <a:pt x="103141" y="214452"/>
                </a:lnTo>
                <a:lnTo>
                  <a:pt x="102977" y="219326"/>
                </a:lnTo>
                <a:lnTo>
                  <a:pt x="102839" y="224200"/>
                </a:lnTo>
                <a:lnTo>
                  <a:pt x="102743" y="229074"/>
                </a:lnTo>
                <a:lnTo>
                  <a:pt x="102704" y="233948"/>
                </a:lnTo>
                <a:lnTo>
                  <a:pt x="102735" y="238822"/>
                </a:lnTo>
                <a:lnTo>
                  <a:pt x="102842" y="243695"/>
                </a:lnTo>
                <a:lnTo>
                  <a:pt x="103030" y="248569"/>
                </a:lnTo>
                <a:lnTo>
                  <a:pt x="103294" y="253443"/>
                </a:lnTo>
                <a:lnTo>
                  <a:pt x="103624" y="258317"/>
                </a:lnTo>
                <a:lnTo>
                  <a:pt x="104002" y="263191"/>
                </a:lnTo>
                <a:lnTo>
                  <a:pt x="104407" y="268065"/>
                </a:lnTo>
                <a:lnTo>
                  <a:pt x="104811" y="272939"/>
                </a:lnTo>
                <a:lnTo>
                  <a:pt x="105184" y="277813"/>
                </a:lnTo>
                <a:lnTo>
                  <a:pt x="105498" y="282687"/>
                </a:lnTo>
                <a:lnTo>
                  <a:pt x="105728" y="287561"/>
                </a:lnTo>
                <a:lnTo>
                  <a:pt x="105855" y="292435"/>
                </a:lnTo>
                <a:lnTo>
                  <a:pt x="105867" y="297308"/>
                </a:lnTo>
                <a:lnTo>
                  <a:pt x="105763" y="302182"/>
                </a:lnTo>
                <a:lnTo>
                  <a:pt x="105553" y="307056"/>
                </a:lnTo>
                <a:lnTo>
                  <a:pt x="105253" y="311930"/>
                </a:lnTo>
                <a:lnTo>
                  <a:pt x="104888" y="316804"/>
                </a:lnTo>
                <a:lnTo>
                  <a:pt x="104489" y="321678"/>
                </a:lnTo>
                <a:lnTo>
                  <a:pt x="104088" y="326552"/>
                </a:lnTo>
                <a:lnTo>
                  <a:pt x="103717" y="331426"/>
                </a:lnTo>
                <a:lnTo>
                  <a:pt x="103405" y="336300"/>
                </a:lnTo>
                <a:lnTo>
                  <a:pt x="103176" y="341174"/>
                </a:lnTo>
                <a:lnTo>
                  <a:pt x="103048" y="346048"/>
                </a:lnTo>
                <a:lnTo>
                  <a:pt x="103029" y="350921"/>
                </a:lnTo>
                <a:lnTo>
                  <a:pt x="103120" y="355795"/>
                </a:lnTo>
                <a:lnTo>
                  <a:pt x="103315" y="360669"/>
                </a:lnTo>
                <a:lnTo>
                  <a:pt x="103601" y="365543"/>
                </a:lnTo>
                <a:lnTo>
                  <a:pt x="103958" y="370417"/>
                </a:lnTo>
                <a:lnTo>
                  <a:pt x="104366" y="375291"/>
                </a:lnTo>
                <a:lnTo>
                  <a:pt x="104801" y="380165"/>
                </a:lnTo>
                <a:lnTo>
                  <a:pt x="105240" y="385039"/>
                </a:lnTo>
                <a:lnTo>
                  <a:pt x="105661" y="389913"/>
                </a:lnTo>
                <a:lnTo>
                  <a:pt x="106045" y="394787"/>
                </a:lnTo>
                <a:lnTo>
                  <a:pt x="106375" y="399661"/>
                </a:lnTo>
                <a:lnTo>
                  <a:pt x="106636" y="404534"/>
                </a:lnTo>
                <a:lnTo>
                  <a:pt x="106818" y="409408"/>
                </a:lnTo>
                <a:lnTo>
                  <a:pt x="106912" y="414282"/>
                </a:lnTo>
                <a:lnTo>
                  <a:pt x="106910" y="419156"/>
                </a:lnTo>
                <a:lnTo>
                  <a:pt x="106809" y="424030"/>
                </a:lnTo>
                <a:lnTo>
                  <a:pt x="106609" y="428904"/>
                </a:lnTo>
                <a:lnTo>
                  <a:pt x="106311" y="433778"/>
                </a:lnTo>
                <a:lnTo>
                  <a:pt x="105925" y="438652"/>
                </a:lnTo>
                <a:lnTo>
                  <a:pt x="105463" y="443526"/>
                </a:lnTo>
                <a:lnTo>
                  <a:pt x="104945" y="448400"/>
                </a:lnTo>
                <a:lnTo>
                  <a:pt x="104392" y="453274"/>
                </a:lnTo>
                <a:lnTo>
                  <a:pt x="103834" y="458147"/>
                </a:lnTo>
                <a:lnTo>
                  <a:pt x="103300" y="463021"/>
                </a:lnTo>
                <a:lnTo>
                  <a:pt x="102824" y="467895"/>
                </a:lnTo>
                <a:lnTo>
                  <a:pt x="102438" y="472769"/>
                </a:lnTo>
                <a:lnTo>
                  <a:pt x="102177" y="477643"/>
                </a:lnTo>
                <a:lnTo>
                  <a:pt x="102078" y="482517"/>
                </a:lnTo>
                <a:lnTo>
                  <a:pt x="102180" y="487391"/>
                </a:lnTo>
                <a:lnTo>
                  <a:pt x="102527" y="492265"/>
                </a:lnTo>
                <a:lnTo>
                  <a:pt x="103170" y="497139"/>
                </a:lnTo>
                <a:lnTo>
                  <a:pt x="104173" y="502013"/>
                </a:lnTo>
                <a:lnTo>
                  <a:pt x="105606" y="506887"/>
                </a:lnTo>
                <a:lnTo>
                  <a:pt x="107552" y="511760"/>
                </a:lnTo>
                <a:lnTo>
                  <a:pt x="110099" y="516634"/>
                </a:lnTo>
                <a:lnTo>
                  <a:pt x="113330" y="521508"/>
                </a:lnTo>
                <a:lnTo>
                  <a:pt x="117317" y="526382"/>
                </a:lnTo>
                <a:lnTo>
                  <a:pt x="122102" y="531256"/>
                </a:lnTo>
                <a:lnTo>
                  <a:pt x="127683" y="536130"/>
                </a:lnTo>
                <a:lnTo>
                  <a:pt x="134000" y="541004"/>
                </a:lnTo>
                <a:lnTo>
                  <a:pt x="140921" y="545878"/>
                </a:lnTo>
                <a:lnTo>
                  <a:pt x="148239" y="550752"/>
                </a:lnTo>
                <a:lnTo>
                  <a:pt x="155673" y="555626"/>
                </a:lnTo>
                <a:lnTo>
                  <a:pt x="162885" y="560500"/>
                </a:lnTo>
                <a:lnTo>
                  <a:pt x="169498" y="565373"/>
                </a:lnTo>
                <a:lnTo>
                  <a:pt x="175135" y="570247"/>
                </a:lnTo>
                <a:lnTo>
                  <a:pt x="179448" y="575121"/>
                </a:lnTo>
                <a:lnTo>
                  <a:pt x="182157" y="579995"/>
                </a:lnTo>
                <a:lnTo>
                  <a:pt x="183081" y="584869"/>
                </a:lnTo>
                <a:lnTo>
                  <a:pt x="183081" y="584869"/>
                </a:lnTo>
                <a:close/>
              </a:path>
            </a:pathLst>
          </a:custGeom>
          <a:solidFill>
            <a:srgbClr val="596BC0">
              <a:alpha val="12000"/>
            </a:srgbClr>
          </a:solidFill>
          <a:ln w="6985">
            <a:solidFill>
              <a:srgbClr val="596BC0">
                <a:alpha val="12000"/>
              </a:srgbClr>
            </a:solidFill>
            <a:prstDash val="solid"/>
          </a:ln>
        </p:spPr>
      </p:sp>
      <p:sp>
        <p:nvSpPr>
          <p:cNvPr id="2054" name="03_assume_matched_7351">
            <a:extLst>
              <a:ext uri="{FF2B5EF4-FFF2-40B4-BE49-F238E27FC236}">
                <a16:creationId xmlns:a16="http://schemas.microsoft.com/office/drawing/2014/main" id="{4D313CC5-807A-4920-A153-26B2DF9EECB4}"/>
              </a:ext>
            </a:extLst>
          </p:cNvPr>
          <p:cNvSpPr>
            <a:spLocks noGrp="1"/>
          </p:cNvSpPr>
          <p:nvPr/>
        </p:nvSpPr>
        <p:spPr>
          <a:xfrm>
            <a:off x="2201696" y="4866327"/>
            <a:ext cx="196140" cy="584869"/>
          </a:xfrm>
          <a:custGeom>
            <a:avLst/>
            <a:gdLst/>
            <a:ahLst/>
            <a:cxnLst/>
            <a:rect l="0" t="0" r="0" b="0"/>
            <a:pathLst>
              <a:path w="196140" h="584869">
                <a:moveTo>
                  <a:pt x="163767" y="584869"/>
                </a:moveTo>
                <a:lnTo>
                  <a:pt x="32373" y="584869"/>
                </a:lnTo>
                <a:lnTo>
                  <a:pt x="33083" y="579995"/>
                </a:lnTo>
                <a:lnTo>
                  <a:pt x="35163" y="575121"/>
                </a:lnTo>
                <a:lnTo>
                  <a:pt x="38474" y="570247"/>
                </a:lnTo>
                <a:lnTo>
                  <a:pt x="42802" y="565373"/>
                </a:lnTo>
                <a:lnTo>
                  <a:pt x="47881" y="560500"/>
                </a:lnTo>
                <a:lnTo>
                  <a:pt x="53419" y="555626"/>
                </a:lnTo>
                <a:lnTo>
                  <a:pt x="59129" y="550752"/>
                </a:lnTo>
                <a:lnTo>
                  <a:pt x="64750" y="545878"/>
                </a:lnTo>
                <a:lnTo>
                  <a:pt x="70068" y="541004"/>
                </a:lnTo>
                <a:lnTo>
                  <a:pt x="74924" y="536130"/>
                </a:lnTo>
                <a:lnTo>
                  <a:pt x="79218" y="531256"/>
                </a:lnTo>
                <a:lnTo>
                  <a:pt x="82902" y="526382"/>
                </a:lnTo>
                <a:lnTo>
                  <a:pt x="85976" y="521508"/>
                </a:lnTo>
                <a:lnTo>
                  <a:pt x="88470" y="516634"/>
                </a:lnTo>
                <a:lnTo>
                  <a:pt x="90438" y="511760"/>
                </a:lnTo>
                <a:lnTo>
                  <a:pt x="91943" y="506887"/>
                </a:lnTo>
                <a:lnTo>
                  <a:pt x="93049" y="502013"/>
                </a:lnTo>
                <a:lnTo>
                  <a:pt x="93817" y="497139"/>
                </a:lnTo>
                <a:lnTo>
                  <a:pt x="94301" y="492265"/>
                </a:lnTo>
                <a:lnTo>
                  <a:pt x="94544" y="487391"/>
                </a:lnTo>
                <a:lnTo>
                  <a:pt x="94585" y="482517"/>
                </a:lnTo>
                <a:lnTo>
                  <a:pt x="94454" y="477643"/>
                </a:lnTo>
                <a:lnTo>
                  <a:pt x="94181" y="472769"/>
                </a:lnTo>
                <a:lnTo>
                  <a:pt x="93790" y="467895"/>
                </a:lnTo>
                <a:lnTo>
                  <a:pt x="93306" y="463021"/>
                </a:lnTo>
                <a:lnTo>
                  <a:pt x="92754" y="458147"/>
                </a:lnTo>
                <a:lnTo>
                  <a:pt x="92159" y="453274"/>
                </a:lnTo>
                <a:lnTo>
                  <a:pt x="91542" y="448400"/>
                </a:lnTo>
                <a:lnTo>
                  <a:pt x="90928" y="443526"/>
                </a:lnTo>
                <a:lnTo>
                  <a:pt x="90334" y="438652"/>
                </a:lnTo>
                <a:lnTo>
                  <a:pt x="89781" y="433778"/>
                </a:lnTo>
                <a:lnTo>
                  <a:pt x="89283" y="428904"/>
                </a:lnTo>
                <a:lnTo>
                  <a:pt x="88856" y="424030"/>
                </a:lnTo>
                <a:lnTo>
                  <a:pt x="88511" y="419156"/>
                </a:lnTo>
                <a:lnTo>
                  <a:pt x="88260" y="414282"/>
                </a:lnTo>
                <a:lnTo>
                  <a:pt x="88113" y="409408"/>
                </a:lnTo>
                <a:lnTo>
                  <a:pt x="88076" y="404534"/>
                </a:lnTo>
                <a:lnTo>
                  <a:pt x="88155" y="399661"/>
                </a:lnTo>
                <a:lnTo>
                  <a:pt x="88349" y="394787"/>
                </a:lnTo>
                <a:lnTo>
                  <a:pt x="88651" y="389913"/>
                </a:lnTo>
                <a:lnTo>
                  <a:pt x="89050" y="385039"/>
                </a:lnTo>
                <a:lnTo>
                  <a:pt x="89527" y="380165"/>
                </a:lnTo>
                <a:lnTo>
                  <a:pt x="90055" y="375291"/>
                </a:lnTo>
                <a:lnTo>
                  <a:pt x="90606" y="370417"/>
                </a:lnTo>
                <a:lnTo>
                  <a:pt x="91147" y="365543"/>
                </a:lnTo>
                <a:lnTo>
                  <a:pt x="91645" y="360669"/>
                </a:lnTo>
                <a:lnTo>
                  <a:pt x="92073" y="355795"/>
                </a:lnTo>
                <a:lnTo>
                  <a:pt x="92406" y="350921"/>
                </a:lnTo>
                <a:lnTo>
                  <a:pt x="92629" y="346048"/>
                </a:lnTo>
                <a:lnTo>
                  <a:pt x="92736" y="341174"/>
                </a:lnTo>
                <a:lnTo>
                  <a:pt x="92730" y="336300"/>
                </a:lnTo>
                <a:lnTo>
                  <a:pt x="92626" y="331426"/>
                </a:lnTo>
                <a:lnTo>
                  <a:pt x="92445" y="326552"/>
                </a:lnTo>
                <a:lnTo>
                  <a:pt x="92214" y="321678"/>
                </a:lnTo>
                <a:lnTo>
                  <a:pt x="91967" y="316804"/>
                </a:lnTo>
                <a:lnTo>
                  <a:pt x="91737" y="311930"/>
                </a:lnTo>
                <a:lnTo>
                  <a:pt x="91555" y="307056"/>
                </a:lnTo>
                <a:lnTo>
                  <a:pt x="91450" y="302182"/>
                </a:lnTo>
                <a:lnTo>
                  <a:pt x="91440" y="297308"/>
                </a:lnTo>
                <a:lnTo>
                  <a:pt x="91539" y="292435"/>
                </a:lnTo>
                <a:lnTo>
                  <a:pt x="91750" y="287561"/>
                </a:lnTo>
                <a:lnTo>
                  <a:pt x="92065" y="282687"/>
                </a:lnTo>
                <a:lnTo>
                  <a:pt x="92470" y="277813"/>
                </a:lnTo>
                <a:lnTo>
                  <a:pt x="92943" y="272939"/>
                </a:lnTo>
                <a:lnTo>
                  <a:pt x="93458" y="268065"/>
                </a:lnTo>
                <a:lnTo>
                  <a:pt x="93988" y="263191"/>
                </a:lnTo>
                <a:lnTo>
                  <a:pt x="94507" y="258317"/>
                </a:lnTo>
                <a:lnTo>
                  <a:pt x="94989" y="253443"/>
                </a:lnTo>
                <a:lnTo>
                  <a:pt x="95416" y="248569"/>
                </a:lnTo>
                <a:lnTo>
                  <a:pt x="95775" y="243695"/>
                </a:lnTo>
                <a:lnTo>
                  <a:pt x="96058" y="238822"/>
                </a:lnTo>
                <a:lnTo>
                  <a:pt x="96263" y="233948"/>
                </a:lnTo>
                <a:lnTo>
                  <a:pt x="96396" y="229074"/>
                </a:lnTo>
                <a:lnTo>
                  <a:pt x="96463" y="224200"/>
                </a:lnTo>
                <a:lnTo>
                  <a:pt x="96474" y="219326"/>
                </a:lnTo>
                <a:lnTo>
                  <a:pt x="96442" y="214452"/>
                </a:lnTo>
                <a:lnTo>
                  <a:pt x="96378" y="209578"/>
                </a:lnTo>
                <a:lnTo>
                  <a:pt x="96293" y="204704"/>
                </a:lnTo>
                <a:lnTo>
                  <a:pt x="96195" y="199830"/>
                </a:lnTo>
                <a:lnTo>
                  <a:pt x="96093" y="194956"/>
                </a:lnTo>
                <a:lnTo>
                  <a:pt x="95991" y="190082"/>
                </a:lnTo>
                <a:lnTo>
                  <a:pt x="95891" y="185209"/>
                </a:lnTo>
                <a:lnTo>
                  <a:pt x="95794" y="180335"/>
                </a:lnTo>
                <a:lnTo>
                  <a:pt x="95702" y="175461"/>
                </a:lnTo>
                <a:lnTo>
                  <a:pt x="95614" y="170587"/>
                </a:lnTo>
                <a:lnTo>
                  <a:pt x="95530" y="165713"/>
                </a:lnTo>
                <a:lnTo>
                  <a:pt x="95454" y="160839"/>
                </a:lnTo>
                <a:lnTo>
                  <a:pt x="95387" y="155965"/>
                </a:lnTo>
                <a:lnTo>
                  <a:pt x="95332" y="151091"/>
                </a:lnTo>
                <a:lnTo>
                  <a:pt x="95295" y="146217"/>
                </a:lnTo>
                <a:lnTo>
                  <a:pt x="95278" y="141343"/>
                </a:lnTo>
                <a:lnTo>
                  <a:pt x="95286" y="136469"/>
                </a:lnTo>
                <a:lnTo>
                  <a:pt x="95319" y="131596"/>
                </a:lnTo>
                <a:lnTo>
                  <a:pt x="95377" y="126722"/>
                </a:lnTo>
                <a:lnTo>
                  <a:pt x="95453" y="121848"/>
                </a:lnTo>
                <a:lnTo>
                  <a:pt x="95536" y="116974"/>
                </a:lnTo>
                <a:lnTo>
                  <a:pt x="95610" y="112100"/>
                </a:lnTo>
                <a:lnTo>
                  <a:pt x="95647" y="107226"/>
                </a:lnTo>
                <a:lnTo>
                  <a:pt x="95611" y="102352"/>
                </a:lnTo>
                <a:lnTo>
                  <a:pt x="95451" y="97478"/>
                </a:lnTo>
                <a:lnTo>
                  <a:pt x="95105" y="92604"/>
                </a:lnTo>
                <a:lnTo>
                  <a:pt x="94491" y="87730"/>
                </a:lnTo>
                <a:lnTo>
                  <a:pt x="93512" y="82856"/>
                </a:lnTo>
                <a:lnTo>
                  <a:pt x="92056" y="77983"/>
                </a:lnTo>
                <a:lnTo>
                  <a:pt x="89999" y="73109"/>
                </a:lnTo>
                <a:lnTo>
                  <a:pt x="87212" y="68235"/>
                </a:lnTo>
                <a:lnTo>
                  <a:pt x="83575" y="63361"/>
                </a:lnTo>
                <a:lnTo>
                  <a:pt x="78989" y="58487"/>
                </a:lnTo>
                <a:lnTo>
                  <a:pt x="73393" y="53613"/>
                </a:lnTo>
                <a:lnTo>
                  <a:pt x="66790" y="48739"/>
                </a:lnTo>
                <a:lnTo>
                  <a:pt x="59253" y="43865"/>
                </a:lnTo>
                <a:lnTo>
                  <a:pt x="50949" y="38991"/>
                </a:lnTo>
                <a:lnTo>
                  <a:pt x="42136" y="34117"/>
                </a:lnTo>
                <a:lnTo>
                  <a:pt x="33162" y="29243"/>
                </a:lnTo>
                <a:lnTo>
                  <a:pt x="24444" y="24370"/>
                </a:lnTo>
                <a:lnTo>
                  <a:pt x="16442" y="19496"/>
                </a:lnTo>
                <a:lnTo>
                  <a:pt x="9619" y="14622"/>
                </a:lnTo>
                <a:lnTo>
                  <a:pt x="4398" y="9748"/>
                </a:lnTo>
                <a:lnTo>
                  <a:pt x="1119" y="4874"/>
                </a:lnTo>
                <a:lnTo>
                  <a:pt x="0" y="0"/>
                </a:lnTo>
                <a:lnTo>
                  <a:pt x="196140" y="0"/>
                </a:lnTo>
                <a:lnTo>
                  <a:pt x="196140" y="0"/>
                </a:lnTo>
                <a:lnTo>
                  <a:pt x="195022" y="4874"/>
                </a:lnTo>
                <a:lnTo>
                  <a:pt x="191742" y="9748"/>
                </a:lnTo>
                <a:lnTo>
                  <a:pt x="186521" y="14622"/>
                </a:lnTo>
                <a:lnTo>
                  <a:pt x="179698" y="19496"/>
                </a:lnTo>
                <a:lnTo>
                  <a:pt x="171696" y="24370"/>
                </a:lnTo>
                <a:lnTo>
                  <a:pt x="162978" y="29243"/>
                </a:lnTo>
                <a:lnTo>
                  <a:pt x="154004" y="34117"/>
                </a:lnTo>
                <a:lnTo>
                  <a:pt x="145191" y="38991"/>
                </a:lnTo>
                <a:lnTo>
                  <a:pt x="136887" y="43865"/>
                </a:lnTo>
                <a:lnTo>
                  <a:pt x="129351" y="48739"/>
                </a:lnTo>
                <a:lnTo>
                  <a:pt x="122747" y="53613"/>
                </a:lnTo>
                <a:lnTo>
                  <a:pt x="117152" y="58487"/>
                </a:lnTo>
                <a:lnTo>
                  <a:pt x="112565" y="63361"/>
                </a:lnTo>
                <a:lnTo>
                  <a:pt x="108928" y="68235"/>
                </a:lnTo>
                <a:lnTo>
                  <a:pt x="106141" y="73109"/>
                </a:lnTo>
                <a:lnTo>
                  <a:pt x="104084" y="77983"/>
                </a:lnTo>
                <a:lnTo>
                  <a:pt x="102628" y="82856"/>
                </a:lnTo>
                <a:lnTo>
                  <a:pt x="101650" y="87730"/>
                </a:lnTo>
                <a:lnTo>
                  <a:pt x="101036" y="92604"/>
                </a:lnTo>
                <a:lnTo>
                  <a:pt x="100689" y="97478"/>
                </a:lnTo>
                <a:lnTo>
                  <a:pt x="100530" y="102352"/>
                </a:lnTo>
                <a:lnTo>
                  <a:pt x="100493" y="107226"/>
                </a:lnTo>
                <a:lnTo>
                  <a:pt x="100530" y="112100"/>
                </a:lnTo>
                <a:lnTo>
                  <a:pt x="100604" y="116974"/>
                </a:lnTo>
                <a:lnTo>
                  <a:pt x="100688" y="121848"/>
                </a:lnTo>
                <a:lnTo>
                  <a:pt x="100764" y="126722"/>
                </a:lnTo>
                <a:lnTo>
                  <a:pt x="100821" y="131596"/>
                </a:lnTo>
                <a:lnTo>
                  <a:pt x="100855" y="136469"/>
                </a:lnTo>
                <a:lnTo>
                  <a:pt x="100862" y="141343"/>
                </a:lnTo>
                <a:lnTo>
                  <a:pt x="100846" y="146217"/>
                </a:lnTo>
                <a:lnTo>
                  <a:pt x="100808" y="151091"/>
                </a:lnTo>
                <a:lnTo>
                  <a:pt x="100754" y="155965"/>
                </a:lnTo>
                <a:lnTo>
                  <a:pt x="100686" y="160839"/>
                </a:lnTo>
                <a:lnTo>
                  <a:pt x="100610" y="165713"/>
                </a:lnTo>
                <a:lnTo>
                  <a:pt x="100527" y="170587"/>
                </a:lnTo>
                <a:lnTo>
                  <a:pt x="100439" y="175461"/>
                </a:lnTo>
                <a:lnTo>
                  <a:pt x="100346" y="180335"/>
                </a:lnTo>
                <a:lnTo>
                  <a:pt x="100250" y="185209"/>
                </a:lnTo>
                <a:lnTo>
                  <a:pt x="100150" y="190082"/>
                </a:lnTo>
                <a:lnTo>
                  <a:pt x="100047" y="194956"/>
                </a:lnTo>
                <a:lnTo>
                  <a:pt x="99945" y="199830"/>
                </a:lnTo>
                <a:lnTo>
                  <a:pt x="99848" y="204704"/>
                </a:lnTo>
                <a:lnTo>
                  <a:pt x="99763" y="209578"/>
                </a:lnTo>
                <a:lnTo>
                  <a:pt x="99699" y="214452"/>
                </a:lnTo>
                <a:lnTo>
                  <a:pt x="99666" y="219326"/>
                </a:lnTo>
                <a:lnTo>
                  <a:pt x="99678" y="224200"/>
                </a:lnTo>
                <a:lnTo>
                  <a:pt x="99744" y="229074"/>
                </a:lnTo>
                <a:lnTo>
                  <a:pt x="99877" y="233948"/>
                </a:lnTo>
                <a:lnTo>
                  <a:pt x="100083" y="238822"/>
                </a:lnTo>
                <a:lnTo>
                  <a:pt x="100366" y="243695"/>
                </a:lnTo>
                <a:lnTo>
                  <a:pt x="100724" y="248569"/>
                </a:lnTo>
                <a:lnTo>
                  <a:pt x="101152" y="253443"/>
                </a:lnTo>
                <a:lnTo>
                  <a:pt x="101634" y="258317"/>
                </a:lnTo>
                <a:lnTo>
                  <a:pt x="102152" y="263191"/>
                </a:lnTo>
                <a:lnTo>
                  <a:pt x="102682" y="268065"/>
                </a:lnTo>
                <a:lnTo>
                  <a:pt x="103198" y="272939"/>
                </a:lnTo>
                <a:lnTo>
                  <a:pt x="103671" y="277813"/>
                </a:lnTo>
                <a:lnTo>
                  <a:pt x="104075" y="282687"/>
                </a:lnTo>
                <a:lnTo>
                  <a:pt x="104390" y="287561"/>
                </a:lnTo>
                <a:lnTo>
                  <a:pt x="104601" y="292435"/>
                </a:lnTo>
                <a:lnTo>
                  <a:pt x="104700" y="297308"/>
                </a:lnTo>
                <a:lnTo>
                  <a:pt x="104691" y="302182"/>
                </a:lnTo>
                <a:lnTo>
                  <a:pt x="104585" y="307056"/>
                </a:lnTo>
                <a:lnTo>
                  <a:pt x="104403" y="311930"/>
                </a:lnTo>
                <a:lnTo>
                  <a:pt x="104173" y="316804"/>
                </a:lnTo>
                <a:lnTo>
                  <a:pt x="103926" y="321678"/>
                </a:lnTo>
                <a:lnTo>
                  <a:pt x="103696" y="326552"/>
                </a:lnTo>
                <a:lnTo>
                  <a:pt x="103514" y="331426"/>
                </a:lnTo>
                <a:lnTo>
                  <a:pt x="103410" y="336300"/>
                </a:lnTo>
                <a:lnTo>
                  <a:pt x="103405" y="341174"/>
                </a:lnTo>
                <a:lnTo>
                  <a:pt x="103512" y="346048"/>
                </a:lnTo>
                <a:lnTo>
                  <a:pt x="103735" y="350921"/>
                </a:lnTo>
                <a:lnTo>
                  <a:pt x="104068" y="355795"/>
                </a:lnTo>
                <a:lnTo>
                  <a:pt x="104495" y="360669"/>
                </a:lnTo>
                <a:lnTo>
                  <a:pt x="104994" y="365543"/>
                </a:lnTo>
                <a:lnTo>
                  <a:pt x="105534" y="370417"/>
                </a:lnTo>
                <a:lnTo>
                  <a:pt x="106085" y="375291"/>
                </a:lnTo>
                <a:lnTo>
                  <a:pt x="106614" y="380165"/>
                </a:lnTo>
                <a:lnTo>
                  <a:pt x="107090" y="385039"/>
                </a:lnTo>
                <a:lnTo>
                  <a:pt x="107489" y="389913"/>
                </a:lnTo>
                <a:lnTo>
                  <a:pt x="107792" y="394787"/>
                </a:lnTo>
                <a:lnTo>
                  <a:pt x="107985" y="399661"/>
                </a:lnTo>
                <a:lnTo>
                  <a:pt x="108064" y="404534"/>
                </a:lnTo>
                <a:lnTo>
                  <a:pt x="108028" y="409408"/>
                </a:lnTo>
                <a:lnTo>
                  <a:pt x="107880" y="414282"/>
                </a:lnTo>
                <a:lnTo>
                  <a:pt x="107629" y="419156"/>
                </a:lnTo>
                <a:lnTo>
                  <a:pt x="107285" y="424030"/>
                </a:lnTo>
                <a:lnTo>
                  <a:pt x="106857" y="428904"/>
                </a:lnTo>
                <a:lnTo>
                  <a:pt x="106359" y="433778"/>
                </a:lnTo>
                <a:lnTo>
                  <a:pt x="105806" y="438652"/>
                </a:lnTo>
                <a:lnTo>
                  <a:pt x="105213" y="443526"/>
                </a:lnTo>
                <a:lnTo>
                  <a:pt x="104598" y="448400"/>
                </a:lnTo>
                <a:lnTo>
                  <a:pt x="103982" y="453274"/>
                </a:lnTo>
                <a:lnTo>
                  <a:pt x="103386" y="458147"/>
                </a:lnTo>
                <a:lnTo>
                  <a:pt x="102834" y="463021"/>
                </a:lnTo>
                <a:lnTo>
                  <a:pt x="102351" y="467895"/>
                </a:lnTo>
                <a:lnTo>
                  <a:pt x="101960" y="472769"/>
                </a:lnTo>
                <a:lnTo>
                  <a:pt x="101686" y="477643"/>
                </a:lnTo>
                <a:lnTo>
                  <a:pt x="101555" y="482517"/>
                </a:lnTo>
                <a:lnTo>
                  <a:pt x="101596" y="487391"/>
                </a:lnTo>
                <a:lnTo>
                  <a:pt x="101839" y="492265"/>
                </a:lnTo>
                <a:lnTo>
                  <a:pt x="102323" y="497139"/>
                </a:lnTo>
                <a:lnTo>
                  <a:pt x="103091" y="502013"/>
                </a:lnTo>
                <a:lnTo>
                  <a:pt x="104198" y="506887"/>
                </a:lnTo>
                <a:lnTo>
                  <a:pt x="105703" y="511760"/>
                </a:lnTo>
                <a:lnTo>
                  <a:pt x="107671" y="516634"/>
                </a:lnTo>
                <a:lnTo>
                  <a:pt x="110165" y="521508"/>
                </a:lnTo>
                <a:lnTo>
                  <a:pt x="113238" y="526382"/>
                </a:lnTo>
                <a:lnTo>
                  <a:pt x="116922" y="531256"/>
                </a:lnTo>
                <a:lnTo>
                  <a:pt x="121216" y="536130"/>
                </a:lnTo>
                <a:lnTo>
                  <a:pt x="126072" y="541004"/>
                </a:lnTo>
                <a:lnTo>
                  <a:pt x="131391" y="545878"/>
                </a:lnTo>
                <a:lnTo>
                  <a:pt x="137012" y="550752"/>
                </a:lnTo>
                <a:lnTo>
                  <a:pt x="142721" y="555626"/>
                </a:lnTo>
                <a:lnTo>
                  <a:pt x="148259" y="560500"/>
                </a:lnTo>
                <a:lnTo>
                  <a:pt x="153338" y="565373"/>
                </a:lnTo>
                <a:lnTo>
                  <a:pt x="157666" y="570247"/>
                </a:lnTo>
                <a:lnTo>
                  <a:pt x="160978" y="575121"/>
                </a:lnTo>
                <a:lnTo>
                  <a:pt x="163058" y="579995"/>
                </a:lnTo>
                <a:lnTo>
                  <a:pt x="163767" y="584869"/>
                </a:lnTo>
                <a:lnTo>
                  <a:pt x="163767" y="584869"/>
                </a:lnTo>
                <a:close/>
              </a:path>
            </a:pathLst>
          </a:custGeom>
          <a:solidFill>
            <a:srgbClr val="596BC0">
              <a:alpha val="12000"/>
            </a:srgbClr>
          </a:solidFill>
          <a:ln w="6985">
            <a:solidFill>
              <a:srgbClr val="596BC0">
                <a:alpha val="12000"/>
              </a:srgbClr>
            </a:solidFill>
            <a:prstDash val="solid"/>
          </a:ln>
        </p:spPr>
      </p:sp>
      <p:sp>
        <p:nvSpPr>
          <p:cNvPr id="2055" name="03_assume_matched_7352">
            <a:extLst>
              <a:ext uri="{FF2B5EF4-FFF2-40B4-BE49-F238E27FC236}">
                <a16:creationId xmlns:a16="http://schemas.microsoft.com/office/drawing/2014/main" id="{3942E4CB-A40D-4C13-9FF8-B3ED766D4042}"/>
              </a:ext>
            </a:extLst>
          </p:cNvPr>
          <p:cNvSpPr>
            <a:spLocks noGrp="1"/>
          </p:cNvSpPr>
          <p:nvPr/>
        </p:nvSpPr>
        <p:spPr>
          <a:xfrm>
            <a:off x="2956082" y="4866327"/>
            <a:ext cx="196140" cy="584869"/>
          </a:xfrm>
          <a:custGeom>
            <a:avLst/>
            <a:gdLst/>
            <a:ahLst/>
            <a:cxnLst/>
            <a:rect l="0" t="0" r="0" b="0"/>
            <a:pathLst>
              <a:path w="196140" h="584869">
                <a:moveTo>
                  <a:pt x="153405" y="584869"/>
                </a:moveTo>
                <a:lnTo>
                  <a:pt x="42736" y="584869"/>
                </a:lnTo>
                <a:lnTo>
                  <a:pt x="43330" y="579995"/>
                </a:lnTo>
                <a:lnTo>
                  <a:pt x="45073" y="575121"/>
                </a:lnTo>
                <a:lnTo>
                  <a:pt x="47847" y="570247"/>
                </a:lnTo>
                <a:lnTo>
                  <a:pt x="51473" y="565373"/>
                </a:lnTo>
                <a:lnTo>
                  <a:pt x="55728" y="560500"/>
                </a:lnTo>
                <a:lnTo>
                  <a:pt x="60368" y="555626"/>
                </a:lnTo>
                <a:lnTo>
                  <a:pt x="65153" y="550752"/>
                </a:lnTo>
                <a:lnTo>
                  <a:pt x="69864" y="545878"/>
                </a:lnTo>
                <a:lnTo>
                  <a:pt x="74322" y="541004"/>
                </a:lnTo>
                <a:lnTo>
                  <a:pt x="78395" y="536130"/>
                </a:lnTo>
                <a:lnTo>
                  <a:pt x="81997" y="531256"/>
                </a:lnTo>
                <a:lnTo>
                  <a:pt x="85091" y="526382"/>
                </a:lnTo>
                <a:lnTo>
                  <a:pt x="87675" y="521508"/>
                </a:lnTo>
                <a:lnTo>
                  <a:pt x="89774" y="516634"/>
                </a:lnTo>
                <a:lnTo>
                  <a:pt x="91432" y="511760"/>
                </a:lnTo>
                <a:lnTo>
                  <a:pt x="92701" y="506887"/>
                </a:lnTo>
                <a:lnTo>
                  <a:pt x="93634" y="502013"/>
                </a:lnTo>
                <a:lnTo>
                  <a:pt x="94279" y="497139"/>
                </a:lnTo>
                <a:lnTo>
                  <a:pt x="94681" y="492265"/>
                </a:lnTo>
                <a:lnTo>
                  <a:pt x="94876" y="487391"/>
                </a:lnTo>
                <a:lnTo>
                  <a:pt x="94894" y="482517"/>
                </a:lnTo>
                <a:lnTo>
                  <a:pt x="94761" y="477643"/>
                </a:lnTo>
                <a:lnTo>
                  <a:pt x="94501" y="472769"/>
                </a:lnTo>
                <a:lnTo>
                  <a:pt x="94136" y="467895"/>
                </a:lnTo>
                <a:lnTo>
                  <a:pt x="93687" y="463021"/>
                </a:lnTo>
                <a:lnTo>
                  <a:pt x="93177" y="458147"/>
                </a:lnTo>
                <a:lnTo>
                  <a:pt x="92628" y="453274"/>
                </a:lnTo>
                <a:lnTo>
                  <a:pt x="92060" y="448400"/>
                </a:lnTo>
                <a:lnTo>
                  <a:pt x="91494" y="443526"/>
                </a:lnTo>
                <a:lnTo>
                  <a:pt x="90947" y="438652"/>
                </a:lnTo>
                <a:lnTo>
                  <a:pt x="90438" y="433778"/>
                </a:lnTo>
                <a:lnTo>
                  <a:pt x="89979" y="428904"/>
                </a:lnTo>
                <a:lnTo>
                  <a:pt x="89586" y="424030"/>
                </a:lnTo>
                <a:lnTo>
                  <a:pt x="89268" y="419156"/>
                </a:lnTo>
                <a:lnTo>
                  <a:pt x="89038" y="414282"/>
                </a:lnTo>
                <a:lnTo>
                  <a:pt x="88903" y="409408"/>
                </a:lnTo>
                <a:lnTo>
                  <a:pt x="88871" y="404534"/>
                </a:lnTo>
                <a:lnTo>
                  <a:pt x="88945" y="399661"/>
                </a:lnTo>
                <a:lnTo>
                  <a:pt x="89127" y="394787"/>
                </a:lnTo>
                <a:lnTo>
                  <a:pt x="89410" y="389913"/>
                </a:lnTo>
                <a:lnTo>
                  <a:pt x="89785" y="385039"/>
                </a:lnTo>
                <a:lnTo>
                  <a:pt x="90234" y="380165"/>
                </a:lnTo>
                <a:lnTo>
                  <a:pt x="90737" y="375291"/>
                </a:lnTo>
                <a:lnTo>
                  <a:pt x="91265" y="370417"/>
                </a:lnTo>
                <a:lnTo>
                  <a:pt x="91792" y="365543"/>
                </a:lnTo>
                <a:lnTo>
                  <a:pt x="92290" y="360669"/>
                </a:lnTo>
                <a:lnTo>
                  <a:pt x="92733" y="355795"/>
                </a:lnTo>
                <a:lnTo>
                  <a:pt x="93101" y="350921"/>
                </a:lnTo>
                <a:lnTo>
                  <a:pt x="93381" y="346048"/>
                </a:lnTo>
                <a:lnTo>
                  <a:pt x="93567" y="341174"/>
                </a:lnTo>
                <a:lnTo>
                  <a:pt x="93662" y="336300"/>
                </a:lnTo>
                <a:lnTo>
                  <a:pt x="93676" y="331426"/>
                </a:lnTo>
                <a:lnTo>
                  <a:pt x="93625" y="326552"/>
                </a:lnTo>
                <a:lnTo>
                  <a:pt x="93532" y="321678"/>
                </a:lnTo>
                <a:lnTo>
                  <a:pt x="93420" y="316804"/>
                </a:lnTo>
                <a:lnTo>
                  <a:pt x="93314" y="311930"/>
                </a:lnTo>
                <a:lnTo>
                  <a:pt x="93238" y="307056"/>
                </a:lnTo>
                <a:lnTo>
                  <a:pt x="93211" y="302182"/>
                </a:lnTo>
                <a:lnTo>
                  <a:pt x="93249" y="297308"/>
                </a:lnTo>
                <a:lnTo>
                  <a:pt x="93360" y="292435"/>
                </a:lnTo>
                <a:lnTo>
                  <a:pt x="93546" y="287561"/>
                </a:lnTo>
                <a:lnTo>
                  <a:pt x="93804" y="282687"/>
                </a:lnTo>
                <a:lnTo>
                  <a:pt x="94123" y="277813"/>
                </a:lnTo>
                <a:lnTo>
                  <a:pt x="94491" y="272939"/>
                </a:lnTo>
                <a:lnTo>
                  <a:pt x="94889" y="268065"/>
                </a:lnTo>
                <a:lnTo>
                  <a:pt x="95301" y="263191"/>
                </a:lnTo>
                <a:lnTo>
                  <a:pt x="95709" y="258317"/>
                </a:lnTo>
                <a:lnTo>
                  <a:pt x="96099" y="253443"/>
                </a:lnTo>
                <a:lnTo>
                  <a:pt x="96457" y="248569"/>
                </a:lnTo>
                <a:lnTo>
                  <a:pt x="96775" y="243695"/>
                </a:lnTo>
                <a:lnTo>
                  <a:pt x="97048" y="238822"/>
                </a:lnTo>
                <a:lnTo>
                  <a:pt x="97272" y="233948"/>
                </a:lnTo>
                <a:lnTo>
                  <a:pt x="97449" y="229074"/>
                </a:lnTo>
                <a:lnTo>
                  <a:pt x="97579" y="224200"/>
                </a:lnTo>
                <a:lnTo>
                  <a:pt x="97665" y="219326"/>
                </a:lnTo>
                <a:lnTo>
                  <a:pt x="97711" y="214452"/>
                </a:lnTo>
                <a:lnTo>
                  <a:pt x="97719" y="209578"/>
                </a:lnTo>
                <a:lnTo>
                  <a:pt x="97692" y="204704"/>
                </a:lnTo>
                <a:lnTo>
                  <a:pt x="97632" y="199830"/>
                </a:lnTo>
                <a:lnTo>
                  <a:pt x="97540" y="194956"/>
                </a:lnTo>
                <a:lnTo>
                  <a:pt x="97418" y="190082"/>
                </a:lnTo>
                <a:lnTo>
                  <a:pt x="97269" y="185209"/>
                </a:lnTo>
                <a:lnTo>
                  <a:pt x="97094" y="180335"/>
                </a:lnTo>
                <a:lnTo>
                  <a:pt x="96896" y="175461"/>
                </a:lnTo>
                <a:lnTo>
                  <a:pt x="96680" y="170587"/>
                </a:lnTo>
                <a:lnTo>
                  <a:pt x="96449" y="165713"/>
                </a:lnTo>
                <a:lnTo>
                  <a:pt x="96211" y="160839"/>
                </a:lnTo>
                <a:lnTo>
                  <a:pt x="95971" y="155965"/>
                </a:lnTo>
                <a:lnTo>
                  <a:pt x="95736" y="151091"/>
                </a:lnTo>
                <a:lnTo>
                  <a:pt x="95514" y="146217"/>
                </a:lnTo>
                <a:lnTo>
                  <a:pt x="95311" y="141343"/>
                </a:lnTo>
                <a:lnTo>
                  <a:pt x="95134" y="136469"/>
                </a:lnTo>
                <a:lnTo>
                  <a:pt x="94986" y="131596"/>
                </a:lnTo>
                <a:lnTo>
                  <a:pt x="94869" y="126722"/>
                </a:lnTo>
                <a:lnTo>
                  <a:pt x="94783" y="121848"/>
                </a:lnTo>
                <a:lnTo>
                  <a:pt x="94721" y="116974"/>
                </a:lnTo>
                <a:lnTo>
                  <a:pt x="94670" y="112100"/>
                </a:lnTo>
                <a:lnTo>
                  <a:pt x="94608" y="107226"/>
                </a:lnTo>
                <a:lnTo>
                  <a:pt x="94502" y="102352"/>
                </a:lnTo>
                <a:lnTo>
                  <a:pt x="94303" y="97478"/>
                </a:lnTo>
                <a:lnTo>
                  <a:pt x="93950" y="92604"/>
                </a:lnTo>
                <a:lnTo>
                  <a:pt x="93359" y="87730"/>
                </a:lnTo>
                <a:lnTo>
                  <a:pt x="92432" y="82856"/>
                </a:lnTo>
                <a:lnTo>
                  <a:pt x="91051" y="77983"/>
                </a:lnTo>
                <a:lnTo>
                  <a:pt x="89086" y="73109"/>
                </a:lnTo>
                <a:lnTo>
                  <a:pt x="86403" y="68235"/>
                </a:lnTo>
                <a:lnTo>
                  <a:pt x="82876" y="63361"/>
                </a:lnTo>
                <a:lnTo>
                  <a:pt x="78399" y="58487"/>
                </a:lnTo>
                <a:lnTo>
                  <a:pt x="72909" y="53613"/>
                </a:lnTo>
                <a:lnTo>
                  <a:pt x="66401" y="48739"/>
                </a:lnTo>
                <a:lnTo>
                  <a:pt x="58951" y="43865"/>
                </a:lnTo>
                <a:lnTo>
                  <a:pt x="50721" y="38991"/>
                </a:lnTo>
                <a:lnTo>
                  <a:pt x="41970" y="34117"/>
                </a:lnTo>
                <a:lnTo>
                  <a:pt x="33045" y="29243"/>
                </a:lnTo>
                <a:lnTo>
                  <a:pt x="24367" y="24370"/>
                </a:lnTo>
                <a:lnTo>
                  <a:pt x="16395" y="19496"/>
                </a:lnTo>
                <a:lnTo>
                  <a:pt x="9594" y="14622"/>
                </a:lnTo>
                <a:lnTo>
                  <a:pt x="4387" y="9748"/>
                </a:lnTo>
                <a:lnTo>
                  <a:pt x="1116" y="4874"/>
                </a:lnTo>
                <a:lnTo>
                  <a:pt x="0" y="0"/>
                </a:lnTo>
                <a:lnTo>
                  <a:pt x="196140" y="0"/>
                </a:lnTo>
                <a:lnTo>
                  <a:pt x="196140" y="0"/>
                </a:lnTo>
                <a:lnTo>
                  <a:pt x="195024" y="4874"/>
                </a:lnTo>
                <a:lnTo>
                  <a:pt x="191753" y="9748"/>
                </a:lnTo>
                <a:lnTo>
                  <a:pt x="186547" y="14622"/>
                </a:lnTo>
                <a:lnTo>
                  <a:pt x="179746" y="19496"/>
                </a:lnTo>
                <a:lnTo>
                  <a:pt x="171774" y="24370"/>
                </a:lnTo>
                <a:lnTo>
                  <a:pt x="163095" y="29243"/>
                </a:lnTo>
                <a:lnTo>
                  <a:pt x="154171" y="34117"/>
                </a:lnTo>
                <a:lnTo>
                  <a:pt x="145420" y="38991"/>
                </a:lnTo>
                <a:lnTo>
                  <a:pt x="137189" y="43865"/>
                </a:lnTo>
                <a:lnTo>
                  <a:pt x="129739" y="48739"/>
                </a:lnTo>
                <a:lnTo>
                  <a:pt x="123232" y="53613"/>
                </a:lnTo>
                <a:lnTo>
                  <a:pt x="117742" y="58487"/>
                </a:lnTo>
                <a:lnTo>
                  <a:pt x="113265" y="63361"/>
                </a:lnTo>
                <a:lnTo>
                  <a:pt x="109737" y="68235"/>
                </a:lnTo>
                <a:lnTo>
                  <a:pt x="107054" y="73109"/>
                </a:lnTo>
                <a:lnTo>
                  <a:pt x="105089" y="77983"/>
                </a:lnTo>
                <a:lnTo>
                  <a:pt x="103708" y="82856"/>
                </a:lnTo>
                <a:lnTo>
                  <a:pt x="102781" y="87730"/>
                </a:lnTo>
                <a:lnTo>
                  <a:pt x="102191" y="92604"/>
                </a:lnTo>
                <a:lnTo>
                  <a:pt x="101837" y="97478"/>
                </a:lnTo>
                <a:lnTo>
                  <a:pt x="101639" y="102352"/>
                </a:lnTo>
                <a:lnTo>
                  <a:pt x="101532" y="107226"/>
                </a:lnTo>
                <a:lnTo>
                  <a:pt x="101470" y="112100"/>
                </a:lnTo>
                <a:lnTo>
                  <a:pt x="101419" y="116974"/>
                </a:lnTo>
                <a:lnTo>
                  <a:pt x="101357" y="121848"/>
                </a:lnTo>
                <a:lnTo>
                  <a:pt x="101271" y="126722"/>
                </a:lnTo>
                <a:lnTo>
                  <a:pt x="101155" y="131596"/>
                </a:lnTo>
                <a:lnTo>
                  <a:pt x="101007" y="136469"/>
                </a:lnTo>
                <a:lnTo>
                  <a:pt x="100829" y="141343"/>
                </a:lnTo>
                <a:lnTo>
                  <a:pt x="100626" y="146217"/>
                </a:lnTo>
                <a:lnTo>
                  <a:pt x="100404" y="151091"/>
                </a:lnTo>
                <a:lnTo>
                  <a:pt x="100169" y="155965"/>
                </a:lnTo>
                <a:lnTo>
                  <a:pt x="99929" y="160839"/>
                </a:lnTo>
                <a:lnTo>
                  <a:pt x="99691" y="165713"/>
                </a:lnTo>
                <a:lnTo>
                  <a:pt x="99461" y="170587"/>
                </a:lnTo>
                <a:lnTo>
                  <a:pt x="99244" y="175461"/>
                </a:lnTo>
                <a:lnTo>
                  <a:pt x="99046" y="180335"/>
                </a:lnTo>
                <a:lnTo>
                  <a:pt x="98871" y="185209"/>
                </a:lnTo>
                <a:lnTo>
                  <a:pt x="98722" y="190082"/>
                </a:lnTo>
                <a:lnTo>
                  <a:pt x="98601" y="194956"/>
                </a:lnTo>
                <a:lnTo>
                  <a:pt x="98509" y="199830"/>
                </a:lnTo>
                <a:lnTo>
                  <a:pt x="98449" y="204704"/>
                </a:lnTo>
                <a:lnTo>
                  <a:pt x="98421" y="209578"/>
                </a:lnTo>
                <a:lnTo>
                  <a:pt x="98429" y="214452"/>
                </a:lnTo>
                <a:lnTo>
                  <a:pt x="98475" y="219326"/>
                </a:lnTo>
                <a:lnTo>
                  <a:pt x="98562" y="224200"/>
                </a:lnTo>
                <a:lnTo>
                  <a:pt x="98692" y="229074"/>
                </a:lnTo>
                <a:lnTo>
                  <a:pt x="98868" y="233948"/>
                </a:lnTo>
                <a:lnTo>
                  <a:pt x="99093" y="238822"/>
                </a:lnTo>
                <a:lnTo>
                  <a:pt x="99365" y="243695"/>
                </a:lnTo>
                <a:lnTo>
                  <a:pt x="99683" y="248569"/>
                </a:lnTo>
                <a:lnTo>
                  <a:pt x="100042" y="253443"/>
                </a:lnTo>
                <a:lnTo>
                  <a:pt x="100431" y="258317"/>
                </a:lnTo>
                <a:lnTo>
                  <a:pt x="100839" y="263191"/>
                </a:lnTo>
                <a:lnTo>
                  <a:pt x="101251" y="268065"/>
                </a:lnTo>
                <a:lnTo>
                  <a:pt x="101650" y="272939"/>
                </a:lnTo>
                <a:lnTo>
                  <a:pt x="102017" y="277813"/>
                </a:lnTo>
                <a:lnTo>
                  <a:pt x="102336" y="282687"/>
                </a:lnTo>
                <a:lnTo>
                  <a:pt x="102594" y="287561"/>
                </a:lnTo>
                <a:lnTo>
                  <a:pt x="102781" y="292435"/>
                </a:lnTo>
                <a:lnTo>
                  <a:pt x="102892" y="297308"/>
                </a:lnTo>
                <a:lnTo>
                  <a:pt x="102929" y="302182"/>
                </a:lnTo>
                <a:lnTo>
                  <a:pt x="102903" y="307056"/>
                </a:lnTo>
                <a:lnTo>
                  <a:pt x="102826" y="311930"/>
                </a:lnTo>
                <a:lnTo>
                  <a:pt x="102721" y="316804"/>
                </a:lnTo>
                <a:lnTo>
                  <a:pt x="102608" y="321678"/>
                </a:lnTo>
                <a:lnTo>
                  <a:pt x="102515" y="326552"/>
                </a:lnTo>
                <a:lnTo>
                  <a:pt x="102464" y="331426"/>
                </a:lnTo>
                <a:lnTo>
                  <a:pt x="102478" y="336300"/>
                </a:lnTo>
                <a:lnTo>
                  <a:pt x="102573" y="341174"/>
                </a:lnTo>
                <a:lnTo>
                  <a:pt x="102759" y="346048"/>
                </a:lnTo>
                <a:lnTo>
                  <a:pt x="103039" y="350921"/>
                </a:lnTo>
                <a:lnTo>
                  <a:pt x="103407" y="355795"/>
                </a:lnTo>
                <a:lnTo>
                  <a:pt x="103850" y="360669"/>
                </a:lnTo>
                <a:lnTo>
                  <a:pt x="104348" y="365543"/>
                </a:lnTo>
                <a:lnTo>
                  <a:pt x="104875" y="370417"/>
                </a:lnTo>
                <a:lnTo>
                  <a:pt x="105404" y="375291"/>
                </a:lnTo>
                <a:lnTo>
                  <a:pt x="105906" y="380165"/>
                </a:lnTo>
                <a:lnTo>
                  <a:pt x="106355" y="385039"/>
                </a:lnTo>
                <a:lnTo>
                  <a:pt x="106730" y="389913"/>
                </a:lnTo>
                <a:lnTo>
                  <a:pt x="107014" y="394787"/>
                </a:lnTo>
                <a:lnTo>
                  <a:pt x="107195" y="399661"/>
                </a:lnTo>
                <a:lnTo>
                  <a:pt x="107270" y="404534"/>
                </a:lnTo>
                <a:lnTo>
                  <a:pt x="107237" y="409408"/>
                </a:lnTo>
                <a:lnTo>
                  <a:pt x="107102" y="414282"/>
                </a:lnTo>
                <a:lnTo>
                  <a:pt x="106872" y="419156"/>
                </a:lnTo>
                <a:lnTo>
                  <a:pt x="106555" y="424030"/>
                </a:lnTo>
                <a:lnTo>
                  <a:pt x="106161" y="428904"/>
                </a:lnTo>
                <a:lnTo>
                  <a:pt x="105703" y="433778"/>
                </a:lnTo>
                <a:lnTo>
                  <a:pt x="105193" y="438652"/>
                </a:lnTo>
                <a:lnTo>
                  <a:pt x="104647" y="443526"/>
                </a:lnTo>
                <a:lnTo>
                  <a:pt x="104080" y="448400"/>
                </a:lnTo>
                <a:lnTo>
                  <a:pt x="103512" y="453274"/>
                </a:lnTo>
                <a:lnTo>
                  <a:pt x="102963" y="458147"/>
                </a:lnTo>
                <a:lnTo>
                  <a:pt x="102453" y="463021"/>
                </a:lnTo>
                <a:lnTo>
                  <a:pt x="102005" y="467895"/>
                </a:lnTo>
                <a:lnTo>
                  <a:pt x="101640" y="472769"/>
                </a:lnTo>
                <a:lnTo>
                  <a:pt x="101380" y="477643"/>
                </a:lnTo>
                <a:lnTo>
                  <a:pt x="101247" y="482517"/>
                </a:lnTo>
                <a:lnTo>
                  <a:pt x="101265" y="487391"/>
                </a:lnTo>
                <a:lnTo>
                  <a:pt x="101459" y="492265"/>
                </a:lnTo>
                <a:lnTo>
                  <a:pt x="101861" y="497139"/>
                </a:lnTo>
                <a:lnTo>
                  <a:pt x="102507" y="502013"/>
                </a:lnTo>
                <a:lnTo>
                  <a:pt x="103439" y="506887"/>
                </a:lnTo>
                <a:lnTo>
                  <a:pt x="104708" y="511760"/>
                </a:lnTo>
                <a:lnTo>
                  <a:pt x="106366" y="516634"/>
                </a:lnTo>
                <a:lnTo>
                  <a:pt x="108465" y="521508"/>
                </a:lnTo>
                <a:lnTo>
                  <a:pt x="111049" y="526382"/>
                </a:lnTo>
                <a:lnTo>
                  <a:pt x="114143" y="531256"/>
                </a:lnTo>
                <a:lnTo>
                  <a:pt x="117746" y="536130"/>
                </a:lnTo>
                <a:lnTo>
                  <a:pt x="121818" y="541004"/>
                </a:lnTo>
                <a:lnTo>
                  <a:pt x="126277" y="545878"/>
                </a:lnTo>
                <a:lnTo>
                  <a:pt x="130988" y="550752"/>
                </a:lnTo>
                <a:lnTo>
                  <a:pt x="135772" y="555626"/>
                </a:lnTo>
                <a:lnTo>
                  <a:pt x="140412" y="560500"/>
                </a:lnTo>
                <a:lnTo>
                  <a:pt x="144667" y="565373"/>
                </a:lnTo>
                <a:lnTo>
                  <a:pt x="148293" y="570247"/>
                </a:lnTo>
                <a:lnTo>
                  <a:pt x="151068" y="575121"/>
                </a:lnTo>
                <a:lnTo>
                  <a:pt x="152810" y="579995"/>
                </a:lnTo>
                <a:lnTo>
                  <a:pt x="153405" y="584869"/>
                </a:lnTo>
                <a:lnTo>
                  <a:pt x="153405" y="584869"/>
                </a:lnTo>
                <a:close/>
              </a:path>
            </a:pathLst>
          </a:custGeom>
          <a:solidFill>
            <a:srgbClr val="596BC0">
              <a:alpha val="12000"/>
            </a:srgbClr>
          </a:solidFill>
          <a:ln w="6985">
            <a:solidFill>
              <a:srgbClr val="596BC0">
                <a:alpha val="12000"/>
              </a:srgbClr>
            </a:solidFill>
            <a:prstDash val="solid"/>
          </a:ln>
        </p:spPr>
      </p:sp>
      <p:sp>
        <p:nvSpPr>
          <p:cNvPr id="2056" name="03_assume_matched_7353">
            <a:extLst>
              <a:ext uri="{FF2B5EF4-FFF2-40B4-BE49-F238E27FC236}">
                <a16:creationId xmlns:a16="http://schemas.microsoft.com/office/drawing/2014/main" id="{AF38A5D4-10F2-4728-A9A7-7C7B74778A73}"/>
              </a:ext>
            </a:extLst>
          </p:cNvPr>
          <p:cNvSpPr>
            <a:spLocks noGrp="1"/>
          </p:cNvSpPr>
          <p:nvPr/>
        </p:nvSpPr>
        <p:spPr>
          <a:xfrm>
            <a:off x="790996"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57" name="03_assume_matched_7354">
            <a:extLst>
              <a:ext uri="{FF2B5EF4-FFF2-40B4-BE49-F238E27FC236}">
                <a16:creationId xmlns:a16="http://schemas.microsoft.com/office/drawing/2014/main" id="{0E581BC0-86C9-428F-8C92-38E3DAE2FE26}"/>
              </a:ext>
            </a:extLst>
          </p:cNvPr>
          <p:cNvSpPr>
            <a:spLocks noGrp="1"/>
          </p:cNvSpPr>
          <p:nvPr/>
        </p:nvSpPr>
        <p:spPr>
          <a:xfrm>
            <a:off x="1168189"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58" name="03_assume_matched_7355">
            <a:extLst>
              <a:ext uri="{FF2B5EF4-FFF2-40B4-BE49-F238E27FC236}">
                <a16:creationId xmlns:a16="http://schemas.microsoft.com/office/drawing/2014/main" id="{914CAC27-B4BB-4BA1-8CA3-D30133430175}"/>
              </a:ext>
            </a:extLst>
          </p:cNvPr>
          <p:cNvSpPr>
            <a:spLocks noGrp="1"/>
          </p:cNvSpPr>
          <p:nvPr/>
        </p:nvSpPr>
        <p:spPr>
          <a:xfrm>
            <a:off x="1545382"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59" name="03_assume_matched_7356">
            <a:extLst>
              <a:ext uri="{FF2B5EF4-FFF2-40B4-BE49-F238E27FC236}">
                <a16:creationId xmlns:a16="http://schemas.microsoft.com/office/drawing/2014/main" id="{1373A939-D223-4CAB-8E55-31617FD3EB7F}"/>
              </a:ext>
            </a:extLst>
          </p:cNvPr>
          <p:cNvSpPr>
            <a:spLocks noGrp="1"/>
          </p:cNvSpPr>
          <p:nvPr/>
        </p:nvSpPr>
        <p:spPr>
          <a:xfrm>
            <a:off x="2299768"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60" name="03_assume_matched_7357">
            <a:extLst>
              <a:ext uri="{FF2B5EF4-FFF2-40B4-BE49-F238E27FC236}">
                <a16:creationId xmlns:a16="http://schemas.microsoft.com/office/drawing/2014/main" id="{8EAC6433-D80E-47F8-A55F-DF3A38BC9BDB}"/>
              </a:ext>
            </a:extLst>
          </p:cNvPr>
          <p:cNvSpPr>
            <a:spLocks noGrp="1"/>
          </p:cNvSpPr>
          <p:nvPr/>
        </p:nvSpPr>
        <p:spPr>
          <a:xfrm>
            <a:off x="3054153"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61" name="03_assume_matched_7358">
            <a:extLst>
              <a:ext uri="{FF2B5EF4-FFF2-40B4-BE49-F238E27FC236}">
                <a16:creationId xmlns:a16="http://schemas.microsoft.com/office/drawing/2014/main" id="{9255B078-2BBD-484B-AAA7-6CA3A6699C9F}"/>
              </a:ext>
            </a:extLst>
          </p:cNvPr>
          <p:cNvSpPr>
            <a:spLocks noGrp="1"/>
          </p:cNvSpPr>
          <p:nvPr/>
        </p:nvSpPr>
        <p:spPr>
          <a:xfrm>
            <a:off x="768364" y="545119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062" name="03_assume_matched_7359">
            <a:extLst>
              <a:ext uri="{FF2B5EF4-FFF2-40B4-BE49-F238E27FC236}">
                <a16:creationId xmlns:a16="http://schemas.microsoft.com/office/drawing/2014/main" id="{AF2FC066-5049-494B-838D-6764E1EDAFEE}"/>
              </a:ext>
            </a:extLst>
          </p:cNvPr>
          <p:cNvSpPr>
            <a:spLocks noGrp="1"/>
          </p:cNvSpPr>
          <p:nvPr/>
        </p:nvSpPr>
        <p:spPr>
          <a:xfrm>
            <a:off x="730263" y="545119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63" name="text_7360">
            <a:extLst>
              <a:ext uri="{FF2B5EF4-FFF2-40B4-BE49-F238E27FC236}">
                <a16:creationId xmlns:a16="http://schemas.microsoft.com/office/drawing/2014/main" id="{C05123E1-1918-4298-930B-D6FBCEAE4BCE}"/>
              </a:ext>
            </a:extLst>
          </p:cNvPr>
          <p:cNvSpPr>
            <a:spLocks noGrp="1"/>
          </p:cNvSpPr>
          <p:nvPr/>
        </p:nvSpPr>
        <p:spPr>
          <a:xfrm>
            <a:off x="640617" y="5411134"/>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2064" name="03_assume_matched_7361">
            <a:extLst>
              <a:ext uri="{FF2B5EF4-FFF2-40B4-BE49-F238E27FC236}">
                <a16:creationId xmlns:a16="http://schemas.microsoft.com/office/drawing/2014/main" id="{8EE61EEE-D1FC-45CB-9A33-99CCCC2CF494}"/>
              </a:ext>
            </a:extLst>
          </p:cNvPr>
          <p:cNvSpPr>
            <a:spLocks noGrp="1"/>
          </p:cNvSpPr>
          <p:nvPr/>
        </p:nvSpPr>
        <p:spPr>
          <a:xfrm>
            <a:off x="768364" y="5158761"/>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065" name="03_assume_matched_7362">
            <a:extLst>
              <a:ext uri="{FF2B5EF4-FFF2-40B4-BE49-F238E27FC236}">
                <a16:creationId xmlns:a16="http://schemas.microsoft.com/office/drawing/2014/main" id="{23866DD7-5D28-4113-B93D-CE8C5DD3B68F}"/>
              </a:ext>
            </a:extLst>
          </p:cNvPr>
          <p:cNvSpPr>
            <a:spLocks noGrp="1"/>
          </p:cNvSpPr>
          <p:nvPr/>
        </p:nvSpPr>
        <p:spPr>
          <a:xfrm>
            <a:off x="730263" y="515876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66" name="text_7363">
            <a:extLst>
              <a:ext uri="{FF2B5EF4-FFF2-40B4-BE49-F238E27FC236}">
                <a16:creationId xmlns:a16="http://schemas.microsoft.com/office/drawing/2014/main" id="{0024A8B6-C035-4DC6-B974-2F45E7D08E39}"/>
              </a:ext>
            </a:extLst>
          </p:cNvPr>
          <p:cNvSpPr>
            <a:spLocks noGrp="1"/>
          </p:cNvSpPr>
          <p:nvPr/>
        </p:nvSpPr>
        <p:spPr>
          <a:xfrm>
            <a:off x="589069" y="511870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2067" name="03_assume_matched_7364">
            <a:extLst>
              <a:ext uri="{FF2B5EF4-FFF2-40B4-BE49-F238E27FC236}">
                <a16:creationId xmlns:a16="http://schemas.microsoft.com/office/drawing/2014/main" id="{0F733B57-226D-454F-837B-29D8B0883454}"/>
              </a:ext>
            </a:extLst>
          </p:cNvPr>
          <p:cNvSpPr>
            <a:spLocks noGrp="1"/>
          </p:cNvSpPr>
          <p:nvPr/>
        </p:nvSpPr>
        <p:spPr>
          <a:xfrm>
            <a:off x="768364" y="486632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068" name="03_assume_matched_7365">
            <a:extLst>
              <a:ext uri="{FF2B5EF4-FFF2-40B4-BE49-F238E27FC236}">
                <a16:creationId xmlns:a16="http://schemas.microsoft.com/office/drawing/2014/main" id="{258ABC2C-91EC-4FBB-9103-43FCA7355BB1}"/>
              </a:ext>
            </a:extLst>
          </p:cNvPr>
          <p:cNvSpPr>
            <a:spLocks noGrp="1"/>
          </p:cNvSpPr>
          <p:nvPr/>
        </p:nvSpPr>
        <p:spPr>
          <a:xfrm>
            <a:off x="730263" y="486632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69" name="text_7366">
            <a:extLst>
              <a:ext uri="{FF2B5EF4-FFF2-40B4-BE49-F238E27FC236}">
                <a16:creationId xmlns:a16="http://schemas.microsoft.com/office/drawing/2014/main" id="{274B6416-E98F-4770-9A96-109E30EEDAB0}"/>
              </a:ext>
            </a:extLst>
          </p:cNvPr>
          <p:cNvSpPr>
            <a:spLocks noGrp="1"/>
          </p:cNvSpPr>
          <p:nvPr/>
        </p:nvSpPr>
        <p:spPr>
          <a:xfrm>
            <a:off x="537523" y="4826265"/>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2070" name="text_7367">
            <a:extLst>
              <a:ext uri="{FF2B5EF4-FFF2-40B4-BE49-F238E27FC236}">
                <a16:creationId xmlns:a16="http://schemas.microsoft.com/office/drawing/2014/main" id="{30F49D10-B6E4-4597-AB83-70DEA038DD94}"/>
              </a:ext>
            </a:extLst>
          </p:cNvPr>
          <p:cNvSpPr>
            <a:spLocks noGrp="1"/>
          </p:cNvSpPr>
          <p:nvPr/>
        </p:nvSpPr>
        <p:spPr>
          <a:xfrm rot="-5400000">
            <a:off x="122797" y="5099230"/>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a:solidFill>
                  <a:srgbClr val="273744"/>
                </a:solidFill>
                <a:latin typeface="Arial"/>
                <a:ea typeface="Arial"/>
                <a:cs typeface="Arial"/>
              </a:rPr>
              <a:t>Completion (%)</a:t>
            </a:r>
          </a:p>
        </p:txBody>
      </p:sp>
      <p:sp>
        <p:nvSpPr>
          <p:cNvPr id="2071" name="03_assume_matched_7368">
            <a:extLst>
              <a:ext uri="{FF2B5EF4-FFF2-40B4-BE49-F238E27FC236}">
                <a16:creationId xmlns:a16="http://schemas.microsoft.com/office/drawing/2014/main" id="{472D9DA2-1DA0-4E73-922D-0E4D3FFDB82F}"/>
              </a:ext>
            </a:extLst>
          </p:cNvPr>
          <p:cNvSpPr>
            <a:spLocks noGrp="1"/>
          </p:cNvSpPr>
          <p:nvPr/>
        </p:nvSpPr>
        <p:spPr>
          <a:xfrm>
            <a:off x="1205940" y="5144561"/>
            <a:ext cx="28398" cy="28398"/>
          </a:xfrm>
          <a:prstGeom prst="ellipse">
            <a:avLst/>
          </a:prstGeom>
          <a:solidFill>
            <a:srgbClr val="7F8C97">
              <a:alpha val="48000"/>
            </a:srgbClr>
          </a:solidFill>
          <a:ln w="0">
            <a:noFill/>
            <a:prstDash val="solid"/>
          </a:ln>
        </p:spPr>
      </p:sp>
      <p:sp>
        <p:nvSpPr>
          <p:cNvPr id="2072" name="03_assume_matched_7369">
            <a:extLst>
              <a:ext uri="{FF2B5EF4-FFF2-40B4-BE49-F238E27FC236}">
                <a16:creationId xmlns:a16="http://schemas.microsoft.com/office/drawing/2014/main" id="{737AA9FB-09F9-4B5D-9F6F-3C88B36B373C}"/>
              </a:ext>
            </a:extLst>
          </p:cNvPr>
          <p:cNvSpPr>
            <a:spLocks noGrp="1"/>
          </p:cNvSpPr>
          <p:nvPr/>
        </p:nvSpPr>
        <p:spPr>
          <a:xfrm>
            <a:off x="1194427" y="5436996"/>
            <a:ext cx="28398" cy="28398"/>
          </a:xfrm>
          <a:prstGeom prst="ellipse">
            <a:avLst/>
          </a:prstGeom>
          <a:solidFill>
            <a:srgbClr val="7F8C97">
              <a:alpha val="48000"/>
            </a:srgbClr>
          </a:solidFill>
          <a:ln w="0">
            <a:noFill/>
            <a:prstDash val="solid"/>
          </a:ln>
        </p:spPr>
      </p:sp>
      <p:sp>
        <p:nvSpPr>
          <p:cNvPr id="2073" name="03_assume_matched_7370">
            <a:extLst>
              <a:ext uri="{FF2B5EF4-FFF2-40B4-BE49-F238E27FC236}">
                <a16:creationId xmlns:a16="http://schemas.microsoft.com/office/drawing/2014/main" id="{A6C470AE-5833-4E1C-87E6-38E6B0FAE1A5}"/>
              </a:ext>
            </a:extLst>
          </p:cNvPr>
          <p:cNvSpPr>
            <a:spLocks noGrp="1"/>
          </p:cNvSpPr>
          <p:nvPr/>
        </p:nvSpPr>
        <p:spPr>
          <a:xfrm>
            <a:off x="1137295" y="5436996"/>
            <a:ext cx="28398" cy="28398"/>
          </a:xfrm>
          <a:prstGeom prst="ellipse">
            <a:avLst/>
          </a:prstGeom>
          <a:solidFill>
            <a:srgbClr val="7F8C97">
              <a:alpha val="48000"/>
            </a:srgbClr>
          </a:solidFill>
          <a:ln w="0">
            <a:noFill/>
            <a:prstDash val="solid"/>
          </a:ln>
        </p:spPr>
      </p:sp>
      <p:sp>
        <p:nvSpPr>
          <p:cNvPr id="2074" name="03_assume_matched_7371">
            <a:extLst>
              <a:ext uri="{FF2B5EF4-FFF2-40B4-BE49-F238E27FC236}">
                <a16:creationId xmlns:a16="http://schemas.microsoft.com/office/drawing/2014/main" id="{AF0280E5-2244-41EF-B664-00606C42E6B8}"/>
              </a:ext>
            </a:extLst>
          </p:cNvPr>
          <p:cNvSpPr>
            <a:spLocks noGrp="1"/>
          </p:cNvSpPr>
          <p:nvPr/>
        </p:nvSpPr>
        <p:spPr>
          <a:xfrm>
            <a:off x="1216157" y="5144561"/>
            <a:ext cx="28398" cy="28398"/>
          </a:xfrm>
          <a:prstGeom prst="ellipse">
            <a:avLst/>
          </a:prstGeom>
          <a:solidFill>
            <a:srgbClr val="7F8C97">
              <a:alpha val="48000"/>
            </a:srgbClr>
          </a:solidFill>
          <a:ln w="0">
            <a:noFill/>
            <a:prstDash val="solid"/>
          </a:ln>
        </p:spPr>
      </p:sp>
      <p:sp>
        <p:nvSpPr>
          <p:cNvPr id="2075" name="03_assume_matched_7372">
            <a:extLst>
              <a:ext uri="{FF2B5EF4-FFF2-40B4-BE49-F238E27FC236}">
                <a16:creationId xmlns:a16="http://schemas.microsoft.com/office/drawing/2014/main" id="{E1525065-7E33-4679-B0C5-2A5D581A6B95}"/>
              </a:ext>
            </a:extLst>
          </p:cNvPr>
          <p:cNvSpPr>
            <a:spLocks noGrp="1"/>
          </p:cNvSpPr>
          <p:nvPr/>
        </p:nvSpPr>
        <p:spPr>
          <a:xfrm>
            <a:off x="1183922" y="5269890"/>
            <a:ext cx="28398" cy="28398"/>
          </a:xfrm>
          <a:prstGeom prst="ellipse">
            <a:avLst/>
          </a:prstGeom>
          <a:solidFill>
            <a:srgbClr val="7F8C97">
              <a:alpha val="48000"/>
            </a:srgbClr>
          </a:solidFill>
          <a:ln w="0">
            <a:noFill/>
            <a:prstDash val="solid"/>
          </a:ln>
        </p:spPr>
      </p:sp>
      <p:sp>
        <p:nvSpPr>
          <p:cNvPr id="2076" name="03_assume_matched_7373">
            <a:extLst>
              <a:ext uri="{FF2B5EF4-FFF2-40B4-BE49-F238E27FC236}">
                <a16:creationId xmlns:a16="http://schemas.microsoft.com/office/drawing/2014/main" id="{B46508F9-BE4A-4E66-864D-04F7458AB3DF}"/>
              </a:ext>
            </a:extLst>
          </p:cNvPr>
          <p:cNvSpPr>
            <a:spLocks noGrp="1"/>
          </p:cNvSpPr>
          <p:nvPr/>
        </p:nvSpPr>
        <p:spPr>
          <a:xfrm>
            <a:off x="1088654" y="5171146"/>
            <a:ext cx="28398" cy="28398"/>
          </a:xfrm>
          <a:prstGeom prst="ellipse">
            <a:avLst/>
          </a:prstGeom>
          <a:solidFill>
            <a:srgbClr val="7F8C97">
              <a:alpha val="48000"/>
            </a:srgbClr>
          </a:solidFill>
          <a:ln w="0">
            <a:noFill/>
            <a:prstDash val="solid"/>
          </a:ln>
        </p:spPr>
      </p:sp>
      <p:sp>
        <p:nvSpPr>
          <p:cNvPr id="2077" name="03_assume_matched_7374">
            <a:extLst>
              <a:ext uri="{FF2B5EF4-FFF2-40B4-BE49-F238E27FC236}">
                <a16:creationId xmlns:a16="http://schemas.microsoft.com/office/drawing/2014/main" id="{FED66B6C-4BF8-4D28-A7BE-5EA66B72BAA9}"/>
              </a:ext>
            </a:extLst>
          </p:cNvPr>
          <p:cNvSpPr>
            <a:spLocks noGrp="1"/>
          </p:cNvSpPr>
          <p:nvPr/>
        </p:nvSpPr>
        <p:spPr>
          <a:xfrm>
            <a:off x="1119306" y="5436996"/>
            <a:ext cx="28398" cy="28398"/>
          </a:xfrm>
          <a:prstGeom prst="ellipse">
            <a:avLst/>
          </a:prstGeom>
          <a:solidFill>
            <a:srgbClr val="7F8C97">
              <a:alpha val="48000"/>
            </a:srgbClr>
          </a:solidFill>
          <a:ln w="0">
            <a:noFill/>
            <a:prstDash val="solid"/>
          </a:ln>
        </p:spPr>
      </p:sp>
      <p:sp>
        <p:nvSpPr>
          <p:cNvPr id="2078" name="03_assume_matched_7375">
            <a:extLst>
              <a:ext uri="{FF2B5EF4-FFF2-40B4-BE49-F238E27FC236}">
                <a16:creationId xmlns:a16="http://schemas.microsoft.com/office/drawing/2014/main" id="{06009449-D243-4B76-AE95-DA0F483F2EA5}"/>
              </a:ext>
            </a:extLst>
          </p:cNvPr>
          <p:cNvSpPr>
            <a:spLocks noGrp="1"/>
          </p:cNvSpPr>
          <p:nvPr/>
        </p:nvSpPr>
        <p:spPr>
          <a:xfrm>
            <a:off x="1088366" y="5290779"/>
            <a:ext cx="28398" cy="28398"/>
          </a:xfrm>
          <a:prstGeom prst="ellipse">
            <a:avLst/>
          </a:prstGeom>
          <a:solidFill>
            <a:srgbClr val="7F8C97">
              <a:alpha val="48000"/>
            </a:srgbClr>
          </a:solidFill>
          <a:ln w="0">
            <a:noFill/>
            <a:prstDash val="solid"/>
          </a:ln>
        </p:spPr>
      </p:sp>
      <p:sp>
        <p:nvSpPr>
          <p:cNvPr id="2079" name="03_assume_matched_7376">
            <a:extLst>
              <a:ext uri="{FF2B5EF4-FFF2-40B4-BE49-F238E27FC236}">
                <a16:creationId xmlns:a16="http://schemas.microsoft.com/office/drawing/2014/main" id="{9BD77A20-A96D-43CE-A416-1D349A6E8D17}"/>
              </a:ext>
            </a:extLst>
          </p:cNvPr>
          <p:cNvSpPr>
            <a:spLocks noGrp="1"/>
          </p:cNvSpPr>
          <p:nvPr/>
        </p:nvSpPr>
        <p:spPr>
          <a:xfrm>
            <a:off x="1169675" y="5144561"/>
            <a:ext cx="28398" cy="28398"/>
          </a:xfrm>
          <a:prstGeom prst="ellipse">
            <a:avLst/>
          </a:prstGeom>
          <a:solidFill>
            <a:srgbClr val="7F8C97">
              <a:alpha val="48000"/>
            </a:srgbClr>
          </a:solidFill>
          <a:ln w="0">
            <a:noFill/>
            <a:prstDash val="solid"/>
          </a:ln>
        </p:spPr>
      </p:sp>
      <p:sp>
        <p:nvSpPr>
          <p:cNvPr id="2080" name="03_assume_matched_7377">
            <a:extLst>
              <a:ext uri="{FF2B5EF4-FFF2-40B4-BE49-F238E27FC236}">
                <a16:creationId xmlns:a16="http://schemas.microsoft.com/office/drawing/2014/main" id="{B3C47E44-C2D1-49BB-8B69-FC0F37C48E82}"/>
              </a:ext>
            </a:extLst>
          </p:cNvPr>
          <p:cNvSpPr>
            <a:spLocks noGrp="1"/>
          </p:cNvSpPr>
          <p:nvPr/>
        </p:nvSpPr>
        <p:spPr>
          <a:xfrm>
            <a:off x="1150966" y="5436996"/>
            <a:ext cx="28398" cy="28398"/>
          </a:xfrm>
          <a:prstGeom prst="ellipse">
            <a:avLst/>
          </a:prstGeom>
          <a:solidFill>
            <a:srgbClr val="7F8C97">
              <a:alpha val="48000"/>
            </a:srgbClr>
          </a:solidFill>
          <a:ln w="0">
            <a:noFill/>
            <a:prstDash val="solid"/>
          </a:ln>
        </p:spPr>
      </p:sp>
      <p:sp>
        <p:nvSpPr>
          <p:cNvPr id="2081" name="03_assume_matched_7378">
            <a:extLst>
              <a:ext uri="{FF2B5EF4-FFF2-40B4-BE49-F238E27FC236}">
                <a16:creationId xmlns:a16="http://schemas.microsoft.com/office/drawing/2014/main" id="{1D1EFFBD-8B07-4F2D-9694-F9CF8F76567F}"/>
              </a:ext>
            </a:extLst>
          </p:cNvPr>
          <p:cNvSpPr>
            <a:spLocks noGrp="1"/>
          </p:cNvSpPr>
          <p:nvPr/>
        </p:nvSpPr>
        <p:spPr>
          <a:xfrm>
            <a:off x="1135712" y="5436996"/>
            <a:ext cx="28398" cy="28398"/>
          </a:xfrm>
          <a:prstGeom prst="ellipse">
            <a:avLst/>
          </a:prstGeom>
          <a:solidFill>
            <a:srgbClr val="7F8C97">
              <a:alpha val="48000"/>
            </a:srgbClr>
          </a:solidFill>
          <a:ln w="0">
            <a:noFill/>
            <a:prstDash val="solid"/>
          </a:ln>
        </p:spPr>
      </p:sp>
      <p:sp>
        <p:nvSpPr>
          <p:cNvPr id="2082" name="03_assume_matched_7379">
            <a:extLst>
              <a:ext uri="{FF2B5EF4-FFF2-40B4-BE49-F238E27FC236}">
                <a16:creationId xmlns:a16="http://schemas.microsoft.com/office/drawing/2014/main" id="{3D9327DD-0717-459A-922B-A7E55F3CD61C}"/>
              </a:ext>
            </a:extLst>
          </p:cNvPr>
          <p:cNvSpPr>
            <a:spLocks noGrp="1"/>
          </p:cNvSpPr>
          <p:nvPr/>
        </p:nvSpPr>
        <p:spPr>
          <a:xfrm>
            <a:off x="1121465" y="5436996"/>
            <a:ext cx="28398" cy="28398"/>
          </a:xfrm>
          <a:prstGeom prst="ellipse">
            <a:avLst/>
          </a:prstGeom>
          <a:solidFill>
            <a:srgbClr val="7F8C97">
              <a:alpha val="48000"/>
            </a:srgbClr>
          </a:solidFill>
          <a:ln w="0">
            <a:noFill/>
            <a:prstDash val="solid"/>
          </a:ln>
        </p:spPr>
      </p:sp>
      <p:sp>
        <p:nvSpPr>
          <p:cNvPr id="2083" name="03_assume_matched_7380">
            <a:extLst>
              <a:ext uri="{FF2B5EF4-FFF2-40B4-BE49-F238E27FC236}">
                <a16:creationId xmlns:a16="http://schemas.microsoft.com/office/drawing/2014/main" id="{396276FB-8C6F-4CD5-8F13-1B8EBAB32169}"/>
              </a:ext>
            </a:extLst>
          </p:cNvPr>
          <p:cNvSpPr>
            <a:spLocks noGrp="1"/>
          </p:cNvSpPr>
          <p:nvPr/>
        </p:nvSpPr>
        <p:spPr>
          <a:xfrm>
            <a:off x="1137871" y="5436996"/>
            <a:ext cx="28398" cy="28398"/>
          </a:xfrm>
          <a:prstGeom prst="ellipse">
            <a:avLst/>
          </a:prstGeom>
          <a:solidFill>
            <a:srgbClr val="7F8C97">
              <a:alpha val="48000"/>
            </a:srgbClr>
          </a:solidFill>
          <a:ln w="0">
            <a:noFill/>
            <a:prstDash val="solid"/>
          </a:ln>
        </p:spPr>
      </p:sp>
      <p:sp>
        <p:nvSpPr>
          <p:cNvPr id="2084" name="03_assume_matched_7381">
            <a:extLst>
              <a:ext uri="{FF2B5EF4-FFF2-40B4-BE49-F238E27FC236}">
                <a16:creationId xmlns:a16="http://schemas.microsoft.com/office/drawing/2014/main" id="{4ADEAB1B-DA5D-4101-A776-ACAAD2544971}"/>
              </a:ext>
            </a:extLst>
          </p:cNvPr>
          <p:cNvSpPr>
            <a:spLocks noGrp="1"/>
          </p:cNvSpPr>
          <p:nvPr/>
        </p:nvSpPr>
        <p:spPr>
          <a:xfrm>
            <a:off x="1223065" y="5290779"/>
            <a:ext cx="28398" cy="28398"/>
          </a:xfrm>
          <a:prstGeom prst="ellipse">
            <a:avLst/>
          </a:prstGeom>
          <a:solidFill>
            <a:srgbClr val="7F8C97">
              <a:alpha val="48000"/>
            </a:srgbClr>
          </a:solidFill>
          <a:ln w="0">
            <a:noFill/>
            <a:prstDash val="solid"/>
          </a:ln>
        </p:spPr>
      </p:sp>
      <p:sp>
        <p:nvSpPr>
          <p:cNvPr id="2085" name="03_assume_matched_7382">
            <a:extLst>
              <a:ext uri="{FF2B5EF4-FFF2-40B4-BE49-F238E27FC236}">
                <a16:creationId xmlns:a16="http://schemas.microsoft.com/office/drawing/2014/main" id="{4487302D-36C1-4EB3-BBD9-BCA940D6996E}"/>
              </a:ext>
            </a:extLst>
          </p:cNvPr>
          <p:cNvSpPr>
            <a:spLocks noGrp="1"/>
          </p:cNvSpPr>
          <p:nvPr/>
        </p:nvSpPr>
        <p:spPr>
          <a:xfrm>
            <a:off x="1178021" y="5242040"/>
            <a:ext cx="28398" cy="28398"/>
          </a:xfrm>
          <a:prstGeom prst="ellipse">
            <a:avLst/>
          </a:prstGeom>
          <a:solidFill>
            <a:srgbClr val="7F8C97">
              <a:alpha val="48000"/>
            </a:srgbClr>
          </a:solidFill>
          <a:ln w="0">
            <a:noFill/>
            <a:prstDash val="solid"/>
          </a:ln>
        </p:spPr>
      </p:sp>
      <p:sp>
        <p:nvSpPr>
          <p:cNvPr id="2086" name="03_assume_matched_7383">
            <a:extLst>
              <a:ext uri="{FF2B5EF4-FFF2-40B4-BE49-F238E27FC236}">
                <a16:creationId xmlns:a16="http://schemas.microsoft.com/office/drawing/2014/main" id="{F3B9E63D-077B-49ED-83C6-4B678C80E577}"/>
              </a:ext>
            </a:extLst>
          </p:cNvPr>
          <p:cNvSpPr>
            <a:spLocks noGrp="1"/>
          </p:cNvSpPr>
          <p:nvPr/>
        </p:nvSpPr>
        <p:spPr>
          <a:xfrm>
            <a:off x="1187807" y="5372010"/>
            <a:ext cx="28398" cy="28398"/>
          </a:xfrm>
          <a:prstGeom prst="ellipse">
            <a:avLst/>
          </a:prstGeom>
          <a:solidFill>
            <a:srgbClr val="7F8C97">
              <a:alpha val="48000"/>
            </a:srgbClr>
          </a:solidFill>
          <a:ln w="0">
            <a:noFill/>
            <a:prstDash val="solid"/>
          </a:ln>
        </p:spPr>
      </p:sp>
      <p:sp>
        <p:nvSpPr>
          <p:cNvPr id="2087" name="03_assume_matched_7384">
            <a:extLst>
              <a:ext uri="{FF2B5EF4-FFF2-40B4-BE49-F238E27FC236}">
                <a16:creationId xmlns:a16="http://schemas.microsoft.com/office/drawing/2014/main" id="{7A2ECD75-5562-4A92-BBBB-8CDA9D4D092B}"/>
              </a:ext>
            </a:extLst>
          </p:cNvPr>
          <p:cNvSpPr>
            <a:spLocks noGrp="1"/>
          </p:cNvSpPr>
          <p:nvPr/>
        </p:nvSpPr>
        <p:spPr>
          <a:xfrm>
            <a:off x="1124631" y="5274532"/>
            <a:ext cx="28398" cy="28398"/>
          </a:xfrm>
          <a:prstGeom prst="ellipse">
            <a:avLst/>
          </a:prstGeom>
          <a:solidFill>
            <a:srgbClr val="7F8C97">
              <a:alpha val="48000"/>
            </a:srgbClr>
          </a:solidFill>
          <a:ln w="0">
            <a:noFill/>
            <a:prstDash val="solid"/>
          </a:ln>
        </p:spPr>
      </p:sp>
      <p:sp>
        <p:nvSpPr>
          <p:cNvPr id="2088" name="03_assume_matched_7385">
            <a:extLst>
              <a:ext uri="{FF2B5EF4-FFF2-40B4-BE49-F238E27FC236}">
                <a16:creationId xmlns:a16="http://schemas.microsoft.com/office/drawing/2014/main" id="{8786BA0C-60B0-4050-85EB-020F614AB26F}"/>
              </a:ext>
            </a:extLst>
          </p:cNvPr>
          <p:cNvSpPr>
            <a:spLocks noGrp="1"/>
          </p:cNvSpPr>
          <p:nvPr/>
        </p:nvSpPr>
        <p:spPr>
          <a:xfrm>
            <a:off x="1215006" y="5436996"/>
            <a:ext cx="28398" cy="28398"/>
          </a:xfrm>
          <a:prstGeom prst="ellipse">
            <a:avLst/>
          </a:prstGeom>
          <a:solidFill>
            <a:srgbClr val="7F8C97">
              <a:alpha val="48000"/>
            </a:srgbClr>
          </a:solidFill>
          <a:ln w="0">
            <a:noFill/>
            <a:prstDash val="solid"/>
          </a:ln>
        </p:spPr>
      </p:sp>
      <p:sp>
        <p:nvSpPr>
          <p:cNvPr id="2089" name="03_assume_matched_7386">
            <a:extLst>
              <a:ext uri="{FF2B5EF4-FFF2-40B4-BE49-F238E27FC236}">
                <a16:creationId xmlns:a16="http://schemas.microsoft.com/office/drawing/2014/main" id="{B9064680-4C3E-496E-BE55-A1F29B4B7949}"/>
              </a:ext>
            </a:extLst>
          </p:cNvPr>
          <p:cNvSpPr>
            <a:spLocks noGrp="1"/>
          </p:cNvSpPr>
          <p:nvPr/>
        </p:nvSpPr>
        <p:spPr>
          <a:xfrm>
            <a:off x="1188095" y="5224316"/>
            <a:ext cx="28398" cy="28398"/>
          </a:xfrm>
          <a:prstGeom prst="ellipse">
            <a:avLst/>
          </a:prstGeom>
          <a:solidFill>
            <a:srgbClr val="7F8C97">
              <a:alpha val="48000"/>
            </a:srgbClr>
          </a:solidFill>
          <a:ln w="0">
            <a:noFill/>
            <a:prstDash val="solid"/>
          </a:ln>
        </p:spPr>
      </p:sp>
      <p:sp>
        <p:nvSpPr>
          <p:cNvPr id="2090" name="03_assume_matched_7387">
            <a:extLst>
              <a:ext uri="{FF2B5EF4-FFF2-40B4-BE49-F238E27FC236}">
                <a16:creationId xmlns:a16="http://schemas.microsoft.com/office/drawing/2014/main" id="{AA01683D-75D1-42C3-87F5-8970AE352C98}"/>
              </a:ext>
            </a:extLst>
          </p:cNvPr>
          <p:cNvSpPr>
            <a:spLocks noGrp="1"/>
          </p:cNvSpPr>
          <p:nvPr/>
        </p:nvSpPr>
        <p:spPr>
          <a:xfrm>
            <a:off x="1105923" y="5436996"/>
            <a:ext cx="28398" cy="28398"/>
          </a:xfrm>
          <a:prstGeom prst="ellipse">
            <a:avLst/>
          </a:prstGeom>
          <a:solidFill>
            <a:srgbClr val="7F8C97">
              <a:alpha val="48000"/>
            </a:srgbClr>
          </a:solidFill>
          <a:ln w="0">
            <a:noFill/>
            <a:prstDash val="solid"/>
          </a:ln>
        </p:spPr>
      </p:sp>
      <p:sp>
        <p:nvSpPr>
          <p:cNvPr id="2091" name="03_assume_matched_7388">
            <a:extLst>
              <a:ext uri="{FF2B5EF4-FFF2-40B4-BE49-F238E27FC236}">
                <a16:creationId xmlns:a16="http://schemas.microsoft.com/office/drawing/2014/main" id="{219289E3-2E9A-4CC3-8393-69B6BA6B3FCA}"/>
              </a:ext>
            </a:extLst>
          </p:cNvPr>
          <p:cNvSpPr>
            <a:spLocks noGrp="1"/>
          </p:cNvSpPr>
          <p:nvPr/>
        </p:nvSpPr>
        <p:spPr>
          <a:xfrm>
            <a:off x="1113262" y="5203048"/>
            <a:ext cx="28398" cy="28398"/>
          </a:xfrm>
          <a:prstGeom prst="ellipse">
            <a:avLst/>
          </a:prstGeom>
          <a:solidFill>
            <a:srgbClr val="7F8C97">
              <a:alpha val="48000"/>
            </a:srgbClr>
          </a:solidFill>
          <a:ln w="0">
            <a:noFill/>
            <a:prstDash val="solid"/>
          </a:ln>
        </p:spPr>
      </p:sp>
      <p:sp>
        <p:nvSpPr>
          <p:cNvPr id="2092" name="03_assume_matched_7389">
            <a:extLst>
              <a:ext uri="{FF2B5EF4-FFF2-40B4-BE49-F238E27FC236}">
                <a16:creationId xmlns:a16="http://schemas.microsoft.com/office/drawing/2014/main" id="{F2C97389-5FAF-4420-89CB-7496BDDBB538}"/>
              </a:ext>
            </a:extLst>
          </p:cNvPr>
          <p:cNvSpPr>
            <a:spLocks noGrp="1"/>
          </p:cNvSpPr>
          <p:nvPr/>
        </p:nvSpPr>
        <p:spPr>
          <a:xfrm>
            <a:off x="1124487" y="5290779"/>
            <a:ext cx="28398" cy="28398"/>
          </a:xfrm>
          <a:prstGeom prst="ellipse">
            <a:avLst/>
          </a:prstGeom>
          <a:solidFill>
            <a:srgbClr val="7F8C97">
              <a:alpha val="48000"/>
            </a:srgbClr>
          </a:solidFill>
          <a:ln w="0">
            <a:noFill/>
            <a:prstDash val="solid"/>
          </a:ln>
        </p:spPr>
      </p:sp>
      <p:sp>
        <p:nvSpPr>
          <p:cNvPr id="2093" name="03_assume_matched_7390">
            <a:extLst>
              <a:ext uri="{FF2B5EF4-FFF2-40B4-BE49-F238E27FC236}">
                <a16:creationId xmlns:a16="http://schemas.microsoft.com/office/drawing/2014/main" id="{95FF1FB4-BBB1-4ADD-A9E6-D524B581AE85}"/>
              </a:ext>
            </a:extLst>
          </p:cNvPr>
          <p:cNvSpPr>
            <a:spLocks noGrp="1"/>
          </p:cNvSpPr>
          <p:nvPr/>
        </p:nvSpPr>
        <p:spPr>
          <a:xfrm>
            <a:off x="1213855" y="5436996"/>
            <a:ext cx="28398" cy="28398"/>
          </a:xfrm>
          <a:prstGeom prst="ellipse">
            <a:avLst/>
          </a:prstGeom>
          <a:solidFill>
            <a:srgbClr val="7F8C97">
              <a:alpha val="48000"/>
            </a:srgbClr>
          </a:solidFill>
          <a:ln w="0">
            <a:noFill/>
            <a:prstDash val="solid"/>
          </a:ln>
        </p:spPr>
      </p:sp>
      <p:sp>
        <p:nvSpPr>
          <p:cNvPr id="2094" name="03_assume_matched_7391">
            <a:extLst>
              <a:ext uri="{FF2B5EF4-FFF2-40B4-BE49-F238E27FC236}">
                <a16:creationId xmlns:a16="http://schemas.microsoft.com/office/drawing/2014/main" id="{1465398B-4809-4E33-BCC2-BB65EDBFF508}"/>
              </a:ext>
            </a:extLst>
          </p:cNvPr>
          <p:cNvSpPr>
            <a:spLocks noGrp="1"/>
          </p:cNvSpPr>
          <p:nvPr/>
        </p:nvSpPr>
        <p:spPr>
          <a:xfrm>
            <a:off x="1126790" y="5144561"/>
            <a:ext cx="28398" cy="28398"/>
          </a:xfrm>
          <a:prstGeom prst="ellipse">
            <a:avLst/>
          </a:prstGeom>
          <a:solidFill>
            <a:srgbClr val="7F8C97">
              <a:alpha val="48000"/>
            </a:srgbClr>
          </a:solidFill>
          <a:ln w="0">
            <a:noFill/>
            <a:prstDash val="solid"/>
          </a:ln>
        </p:spPr>
      </p:sp>
      <p:sp>
        <p:nvSpPr>
          <p:cNvPr id="2095" name="03_assume_matched_7392">
            <a:extLst>
              <a:ext uri="{FF2B5EF4-FFF2-40B4-BE49-F238E27FC236}">
                <a16:creationId xmlns:a16="http://schemas.microsoft.com/office/drawing/2014/main" id="{F8E9620B-7069-4D7C-AE7C-BA83C56A1263}"/>
              </a:ext>
            </a:extLst>
          </p:cNvPr>
          <p:cNvSpPr>
            <a:spLocks noGrp="1"/>
          </p:cNvSpPr>
          <p:nvPr/>
        </p:nvSpPr>
        <p:spPr>
          <a:xfrm>
            <a:off x="1205796" y="5242040"/>
            <a:ext cx="28398" cy="28398"/>
          </a:xfrm>
          <a:prstGeom prst="ellipse">
            <a:avLst/>
          </a:prstGeom>
          <a:solidFill>
            <a:srgbClr val="7F8C97">
              <a:alpha val="48000"/>
            </a:srgbClr>
          </a:solidFill>
          <a:ln w="0">
            <a:noFill/>
            <a:prstDash val="solid"/>
          </a:ln>
        </p:spPr>
      </p:sp>
      <p:sp>
        <p:nvSpPr>
          <p:cNvPr id="2096" name="03_assume_matched_7393">
            <a:extLst>
              <a:ext uri="{FF2B5EF4-FFF2-40B4-BE49-F238E27FC236}">
                <a16:creationId xmlns:a16="http://schemas.microsoft.com/office/drawing/2014/main" id="{F5501278-740C-4E3E-BF1A-E6A9860887B9}"/>
              </a:ext>
            </a:extLst>
          </p:cNvPr>
          <p:cNvSpPr>
            <a:spLocks noGrp="1"/>
          </p:cNvSpPr>
          <p:nvPr/>
        </p:nvSpPr>
        <p:spPr>
          <a:xfrm>
            <a:off x="1206947" y="5144561"/>
            <a:ext cx="28398" cy="28398"/>
          </a:xfrm>
          <a:prstGeom prst="ellipse">
            <a:avLst/>
          </a:prstGeom>
          <a:solidFill>
            <a:srgbClr val="7F8C97">
              <a:alpha val="48000"/>
            </a:srgbClr>
          </a:solidFill>
          <a:ln w="0">
            <a:noFill/>
            <a:prstDash val="solid"/>
          </a:ln>
        </p:spPr>
      </p:sp>
      <p:sp>
        <p:nvSpPr>
          <p:cNvPr id="2097" name="03_assume_matched_7394">
            <a:extLst>
              <a:ext uri="{FF2B5EF4-FFF2-40B4-BE49-F238E27FC236}">
                <a16:creationId xmlns:a16="http://schemas.microsoft.com/office/drawing/2014/main" id="{8DFE7AA2-820B-4A26-80E5-851CD4DB7573}"/>
              </a:ext>
            </a:extLst>
          </p:cNvPr>
          <p:cNvSpPr>
            <a:spLocks noGrp="1"/>
          </p:cNvSpPr>
          <p:nvPr/>
        </p:nvSpPr>
        <p:spPr>
          <a:xfrm>
            <a:off x="1210689" y="5436996"/>
            <a:ext cx="28398" cy="28398"/>
          </a:xfrm>
          <a:prstGeom prst="ellipse">
            <a:avLst/>
          </a:prstGeom>
          <a:solidFill>
            <a:srgbClr val="7F8C97">
              <a:alpha val="48000"/>
            </a:srgbClr>
          </a:solidFill>
          <a:ln w="0">
            <a:noFill/>
            <a:prstDash val="solid"/>
          </a:ln>
        </p:spPr>
      </p:sp>
      <p:sp>
        <p:nvSpPr>
          <p:cNvPr id="2098" name="03_assume_matched_7395">
            <a:extLst>
              <a:ext uri="{FF2B5EF4-FFF2-40B4-BE49-F238E27FC236}">
                <a16:creationId xmlns:a16="http://schemas.microsoft.com/office/drawing/2014/main" id="{3A3F495A-5020-4EC1-8E0A-D87977398F4B}"/>
              </a:ext>
            </a:extLst>
          </p:cNvPr>
          <p:cNvSpPr>
            <a:spLocks noGrp="1"/>
          </p:cNvSpPr>
          <p:nvPr/>
        </p:nvSpPr>
        <p:spPr>
          <a:xfrm>
            <a:off x="1127941" y="5242040"/>
            <a:ext cx="28398" cy="28398"/>
          </a:xfrm>
          <a:prstGeom prst="ellipse">
            <a:avLst/>
          </a:prstGeom>
          <a:solidFill>
            <a:srgbClr val="7F8C97">
              <a:alpha val="48000"/>
            </a:srgbClr>
          </a:solidFill>
          <a:ln w="0">
            <a:noFill/>
            <a:prstDash val="solid"/>
          </a:ln>
        </p:spPr>
      </p:sp>
      <p:sp>
        <p:nvSpPr>
          <p:cNvPr id="2099" name="03_assume_matched_7396">
            <a:extLst>
              <a:ext uri="{FF2B5EF4-FFF2-40B4-BE49-F238E27FC236}">
                <a16:creationId xmlns:a16="http://schemas.microsoft.com/office/drawing/2014/main" id="{88846E3C-1ACD-4E40-B305-7A5A8D2A4169}"/>
              </a:ext>
            </a:extLst>
          </p:cNvPr>
          <p:cNvSpPr>
            <a:spLocks noGrp="1"/>
          </p:cNvSpPr>
          <p:nvPr/>
        </p:nvSpPr>
        <p:spPr>
          <a:xfrm>
            <a:off x="1106211" y="5290779"/>
            <a:ext cx="28398" cy="28398"/>
          </a:xfrm>
          <a:prstGeom prst="ellipse">
            <a:avLst/>
          </a:prstGeom>
          <a:solidFill>
            <a:srgbClr val="7F8C97">
              <a:alpha val="48000"/>
            </a:srgbClr>
          </a:solidFill>
          <a:ln w="0">
            <a:noFill/>
            <a:prstDash val="solid"/>
          </a:ln>
        </p:spPr>
      </p:sp>
      <p:sp>
        <p:nvSpPr>
          <p:cNvPr id="2100" name="03_assume_matched_7397">
            <a:extLst>
              <a:ext uri="{FF2B5EF4-FFF2-40B4-BE49-F238E27FC236}">
                <a16:creationId xmlns:a16="http://schemas.microsoft.com/office/drawing/2014/main" id="{52E9D605-5814-4F35-9E0C-69FACD1F7C6F}"/>
              </a:ext>
            </a:extLst>
          </p:cNvPr>
          <p:cNvSpPr>
            <a:spLocks noGrp="1"/>
          </p:cNvSpPr>
          <p:nvPr/>
        </p:nvSpPr>
        <p:spPr>
          <a:xfrm>
            <a:off x="1189966" y="5436996"/>
            <a:ext cx="28398" cy="28398"/>
          </a:xfrm>
          <a:prstGeom prst="ellipse">
            <a:avLst/>
          </a:prstGeom>
          <a:solidFill>
            <a:srgbClr val="7F8C97">
              <a:alpha val="48000"/>
            </a:srgbClr>
          </a:solidFill>
          <a:ln w="0">
            <a:noFill/>
            <a:prstDash val="solid"/>
          </a:ln>
        </p:spPr>
      </p:sp>
      <p:sp>
        <p:nvSpPr>
          <p:cNvPr id="2101" name="03_assume_matched_7398">
            <a:extLst>
              <a:ext uri="{FF2B5EF4-FFF2-40B4-BE49-F238E27FC236}">
                <a16:creationId xmlns:a16="http://schemas.microsoft.com/office/drawing/2014/main" id="{E71144D1-A06A-41BC-912C-CE33D2BD353D}"/>
              </a:ext>
            </a:extLst>
          </p:cNvPr>
          <p:cNvSpPr>
            <a:spLocks noGrp="1"/>
          </p:cNvSpPr>
          <p:nvPr/>
        </p:nvSpPr>
        <p:spPr>
          <a:xfrm>
            <a:off x="1099447" y="5436996"/>
            <a:ext cx="28398" cy="28398"/>
          </a:xfrm>
          <a:prstGeom prst="ellipse">
            <a:avLst/>
          </a:prstGeom>
          <a:solidFill>
            <a:srgbClr val="7F8C97">
              <a:alpha val="48000"/>
            </a:srgbClr>
          </a:solidFill>
          <a:ln w="0">
            <a:noFill/>
            <a:prstDash val="solid"/>
          </a:ln>
        </p:spPr>
      </p:sp>
      <p:sp>
        <p:nvSpPr>
          <p:cNvPr id="2102" name="03_assume_matched_7399">
            <a:extLst>
              <a:ext uri="{FF2B5EF4-FFF2-40B4-BE49-F238E27FC236}">
                <a16:creationId xmlns:a16="http://schemas.microsoft.com/office/drawing/2014/main" id="{22936AE8-A08A-420A-AD2E-190171F82391}"/>
              </a:ext>
            </a:extLst>
          </p:cNvPr>
          <p:cNvSpPr>
            <a:spLocks noGrp="1"/>
          </p:cNvSpPr>
          <p:nvPr/>
        </p:nvSpPr>
        <p:spPr>
          <a:xfrm>
            <a:off x="1193563" y="5203048"/>
            <a:ext cx="28398" cy="28398"/>
          </a:xfrm>
          <a:prstGeom prst="ellipse">
            <a:avLst/>
          </a:prstGeom>
          <a:solidFill>
            <a:srgbClr val="7F8C97">
              <a:alpha val="48000"/>
            </a:srgbClr>
          </a:solidFill>
          <a:ln w="0">
            <a:noFill/>
            <a:prstDash val="solid"/>
          </a:ln>
        </p:spPr>
      </p:sp>
      <p:sp>
        <p:nvSpPr>
          <p:cNvPr id="2103" name="03_assume_matched_7400">
            <a:extLst>
              <a:ext uri="{FF2B5EF4-FFF2-40B4-BE49-F238E27FC236}">
                <a16:creationId xmlns:a16="http://schemas.microsoft.com/office/drawing/2014/main" id="{FA4FA4CC-C427-4E4F-B380-20D82105B5DD}"/>
              </a:ext>
            </a:extLst>
          </p:cNvPr>
          <p:cNvSpPr>
            <a:spLocks noGrp="1"/>
          </p:cNvSpPr>
          <p:nvPr/>
        </p:nvSpPr>
        <p:spPr>
          <a:xfrm>
            <a:off x="1100742" y="5436996"/>
            <a:ext cx="28398" cy="28398"/>
          </a:xfrm>
          <a:prstGeom prst="ellipse">
            <a:avLst/>
          </a:prstGeom>
          <a:solidFill>
            <a:srgbClr val="7F8C97">
              <a:alpha val="48000"/>
            </a:srgbClr>
          </a:solidFill>
          <a:ln w="0">
            <a:noFill/>
            <a:prstDash val="solid"/>
          </a:ln>
        </p:spPr>
      </p:sp>
      <p:sp>
        <p:nvSpPr>
          <p:cNvPr id="2104" name="03_assume_matched_7401">
            <a:extLst>
              <a:ext uri="{FF2B5EF4-FFF2-40B4-BE49-F238E27FC236}">
                <a16:creationId xmlns:a16="http://schemas.microsoft.com/office/drawing/2014/main" id="{70577061-3850-41A4-B44D-6F20B44B5A6D}"/>
              </a:ext>
            </a:extLst>
          </p:cNvPr>
          <p:cNvSpPr>
            <a:spLocks noGrp="1"/>
          </p:cNvSpPr>
          <p:nvPr/>
        </p:nvSpPr>
        <p:spPr>
          <a:xfrm>
            <a:off x="1221194" y="5436996"/>
            <a:ext cx="28398" cy="28398"/>
          </a:xfrm>
          <a:prstGeom prst="ellipse">
            <a:avLst/>
          </a:prstGeom>
          <a:solidFill>
            <a:srgbClr val="7F8C97">
              <a:alpha val="48000"/>
            </a:srgbClr>
          </a:solidFill>
          <a:ln w="0">
            <a:noFill/>
            <a:prstDash val="solid"/>
          </a:ln>
        </p:spPr>
      </p:sp>
      <p:sp>
        <p:nvSpPr>
          <p:cNvPr id="2105" name="03_assume_matched_7402">
            <a:extLst>
              <a:ext uri="{FF2B5EF4-FFF2-40B4-BE49-F238E27FC236}">
                <a16:creationId xmlns:a16="http://schemas.microsoft.com/office/drawing/2014/main" id="{DA0F5349-676B-468F-82E9-CD0221D2D884}"/>
              </a:ext>
            </a:extLst>
          </p:cNvPr>
          <p:cNvSpPr>
            <a:spLocks noGrp="1"/>
          </p:cNvSpPr>
          <p:nvPr/>
        </p:nvSpPr>
        <p:spPr>
          <a:xfrm>
            <a:off x="1199176" y="5436996"/>
            <a:ext cx="28398" cy="28398"/>
          </a:xfrm>
          <a:prstGeom prst="ellipse">
            <a:avLst/>
          </a:prstGeom>
          <a:solidFill>
            <a:srgbClr val="7F8C97">
              <a:alpha val="48000"/>
            </a:srgbClr>
          </a:solidFill>
          <a:ln w="0">
            <a:noFill/>
            <a:prstDash val="solid"/>
          </a:ln>
        </p:spPr>
      </p:sp>
      <p:sp>
        <p:nvSpPr>
          <p:cNvPr id="2106" name="03_assume_matched_7403">
            <a:extLst>
              <a:ext uri="{FF2B5EF4-FFF2-40B4-BE49-F238E27FC236}">
                <a16:creationId xmlns:a16="http://schemas.microsoft.com/office/drawing/2014/main" id="{EE50921E-D339-4125-B589-C8A243F81BF2}"/>
              </a:ext>
            </a:extLst>
          </p:cNvPr>
          <p:cNvSpPr>
            <a:spLocks noGrp="1"/>
          </p:cNvSpPr>
          <p:nvPr/>
        </p:nvSpPr>
        <p:spPr>
          <a:xfrm>
            <a:off x="1147081" y="5436996"/>
            <a:ext cx="28398" cy="28398"/>
          </a:xfrm>
          <a:prstGeom prst="ellipse">
            <a:avLst/>
          </a:prstGeom>
          <a:solidFill>
            <a:srgbClr val="7F8C97">
              <a:alpha val="48000"/>
            </a:srgbClr>
          </a:solidFill>
          <a:ln w="0">
            <a:noFill/>
            <a:prstDash val="solid"/>
          </a:ln>
        </p:spPr>
      </p:sp>
      <p:sp>
        <p:nvSpPr>
          <p:cNvPr id="2107" name="03_assume_matched_7404">
            <a:extLst>
              <a:ext uri="{FF2B5EF4-FFF2-40B4-BE49-F238E27FC236}">
                <a16:creationId xmlns:a16="http://schemas.microsoft.com/office/drawing/2014/main" id="{D5B9658B-8A6F-4E40-AD29-90DA03440162}"/>
              </a:ext>
            </a:extLst>
          </p:cNvPr>
          <p:cNvSpPr>
            <a:spLocks noGrp="1"/>
          </p:cNvSpPr>
          <p:nvPr/>
        </p:nvSpPr>
        <p:spPr>
          <a:xfrm>
            <a:off x="1122760" y="5436996"/>
            <a:ext cx="28398" cy="28398"/>
          </a:xfrm>
          <a:prstGeom prst="ellipse">
            <a:avLst/>
          </a:prstGeom>
          <a:solidFill>
            <a:srgbClr val="7F8C97">
              <a:alpha val="48000"/>
            </a:srgbClr>
          </a:solidFill>
          <a:ln w="0">
            <a:noFill/>
            <a:prstDash val="solid"/>
          </a:ln>
        </p:spPr>
      </p:sp>
      <p:sp>
        <p:nvSpPr>
          <p:cNvPr id="2108" name="03_assume_matched_7405">
            <a:extLst>
              <a:ext uri="{FF2B5EF4-FFF2-40B4-BE49-F238E27FC236}">
                <a16:creationId xmlns:a16="http://schemas.microsoft.com/office/drawing/2014/main" id="{30D64DF5-3BDE-46A0-B459-F605D17EB9A1}"/>
              </a:ext>
            </a:extLst>
          </p:cNvPr>
          <p:cNvSpPr>
            <a:spLocks noGrp="1"/>
          </p:cNvSpPr>
          <p:nvPr/>
        </p:nvSpPr>
        <p:spPr>
          <a:xfrm>
            <a:off x="1225223" y="5436996"/>
            <a:ext cx="28398" cy="28398"/>
          </a:xfrm>
          <a:prstGeom prst="ellipse">
            <a:avLst/>
          </a:prstGeom>
          <a:solidFill>
            <a:srgbClr val="7F8C97">
              <a:alpha val="48000"/>
            </a:srgbClr>
          </a:solidFill>
          <a:ln w="0">
            <a:noFill/>
            <a:prstDash val="solid"/>
          </a:ln>
        </p:spPr>
      </p:sp>
      <p:sp>
        <p:nvSpPr>
          <p:cNvPr id="2109" name="03_assume_matched_7406">
            <a:extLst>
              <a:ext uri="{FF2B5EF4-FFF2-40B4-BE49-F238E27FC236}">
                <a16:creationId xmlns:a16="http://schemas.microsoft.com/office/drawing/2014/main" id="{6E507073-24C8-4C99-B56D-4D34FDB67BEF}"/>
              </a:ext>
            </a:extLst>
          </p:cNvPr>
          <p:cNvSpPr>
            <a:spLocks noGrp="1"/>
          </p:cNvSpPr>
          <p:nvPr/>
        </p:nvSpPr>
        <p:spPr>
          <a:xfrm>
            <a:off x="1172985" y="5436996"/>
            <a:ext cx="28398" cy="28398"/>
          </a:xfrm>
          <a:prstGeom prst="ellipse">
            <a:avLst/>
          </a:prstGeom>
          <a:solidFill>
            <a:srgbClr val="7F8C97">
              <a:alpha val="48000"/>
            </a:srgbClr>
          </a:solidFill>
          <a:ln w="0">
            <a:noFill/>
            <a:prstDash val="solid"/>
          </a:ln>
        </p:spPr>
      </p:sp>
      <p:sp>
        <p:nvSpPr>
          <p:cNvPr id="2110" name="03_assume_matched_7407">
            <a:extLst>
              <a:ext uri="{FF2B5EF4-FFF2-40B4-BE49-F238E27FC236}">
                <a16:creationId xmlns:a16="http://schemas.microsoft.com/office/drawing/2014/main" id="{0C7A388E-F81F-4F92-B83A-2A9545E0EC27}"/>
              </a:ext>
            </a:extLst>
          </p:cNvPr>
          <p:cNvSpPr>
            <a:spLocks noGrp="1"/>
          </p:cNvSpPr>
          <p:nvPr/>
        </p:nvSpPr>
        <p:spPr>
          <a:xfrm>
            <a:off x="1205796" y="5436996"/>
            <a:ext cx="28398" cy="28398"/>
          </a:xfrm>
          <a:prstGeom prst="ellipse">
            <a:avLst/>
          </a:prstGeom>
          <a:solidFill>
            <a:srgbClr val="7F8C97">
              <a:alpha val="48000"/>
            </a:srgbClr>
          </a:solidFill>
          <a:ln w="0">
            <a:noFill/>
            <a:prstDash val="solid"/>
          </a:ln>
        </p:spPr>
      </p:sp>
      <p:sp>
        <p:nvSpPr>
          <p:cNvPr id="2111" name="03_assume_matched_7408">
            <a:extLst>
              <a:ext uri="{FF2B5EF4-FFF2-40B4-BE49-F238E27FC236}">
                <a16:creationId xmlns:a16="http://schemas.microsoft.com/office/drawing/2014/main" id="{C1C1C2DA-1041-495A-A022-6FF4AE90BF15}"/>
              </a:ext>
            </a:extLst>
          </p:cNvPr>
          <p:cNvSpPr>
            <a:spLocks noGrp="1"/>
          </p:cNvSpPr>
          <p:nvPr/>
        </p:nvSpPr>
        <p:spPr>
          <a:xfrm>
            <a:off x="1104916" y="5320022"/>
            <a:ext cx="28398" cy="28398"/>
          </a:xfrm>
          <a:prstGeom prst="ellipse">
            <a:avLst/>
          </a:prstGeom>
          <a:solidFill>
            <a:srgbClr val="7F8C97">
              <a:alpha val="48000"/>
            </a:srgbClr>
          </a:solidFill>
          <a:ln w="0">
            <a:noFill/>
            <a:prstDash val="solid"/>
          </a:ln>
        </p:spPr>
      </p:sp>
      <p:sp>
        <p:nvSpPr>
          <p:cNvPr id="2112" name="03_assume_matched_7409">
            <a:extLst>
              <a:ext uri="{FF2B5EF4-FFF2-40B4-BE49-F238E27FC236}">
                <a16:creationId xmlns:a16="http://schemas.microsoft.com/office/drawing/2014/main" id="{BA0DAAC2-3EED-49DA-B182-03E32F4A9DAC}"/>
              </a:ext>
            </a:extLst>
          </p:cNvPr>
          <p:cNvSpPr>
            <a:spLocks noGrp="1"/>
          </p:cNvSpPr>
          <p:nvPr/>
        </p:nvSpPr>
        <p:spPr>
          <a:xfrm>
            <a:off x="1196873" y="5144561"/>
            <a:ext cx="28398" cy="28398"/>
          </a:xfrm>
          <a:prstGeom prst="ellipse">
            <a:avLst/>
          </a:prstGeom>
          <a:solidFill>
            <a:srgbClr val="7F8C97">
              <a:alpha val="48000"/>
            </a:srgbClr>
          </a:solidFill>
          <a:ln w="0">
            <a:noFill/>
            <a:prstDash val="solid"/>
          </a:ln>
        </p:spPr>
      </p:sp>
      <p:sp>
        <p:nvSpPr>
          <p:cNvPr id="2113" name="03_assume_matched_7410">
            <a:extLst>
              <a:ext uri="{FF2B5EF4-FFF2-40B4-BE49-F238E27FC236}">
                <a16:creationId xmlns:a16="http://schemas.microsoft.com/office/drawing/2014/main" id="{A44F64C7-725A-4178-AC8B-4721C73C2CF0}"/>
              </a:ext>
            </a:extLst>
          </p:cNvPr>
          <p:cNvSpPr>
            <a:spLocks noGrp="1"/>
          </p:cNvSpPr>
          <p:nvPr/>
        </p:nvSpPr>
        <p:spPr>
          <a:xfrm>
            <a:off x="1176007" y="5144561"/>
            <a:ext cx="28398" cy="28398"/>
          </a:xfrm>
          <a:prstGeom prst="ellipse">
            <a:avLst/>
          </a:prstGeom>
          <a:solidFill>
            <a:srgbClr val="7F8C97">
              <a:alpha val="48000"/>
            </a:srgbClr>
          </a:solidFill>
          <a:ln w="0">
            <a:noFill/>
            <a:prstDash val="solid"/>
          </a:ln>
        </p:spPr>
      </p:sp>
      <p:sp>
        <p:nvSpPr>
          <p:cNvPr id="2114" name="03_assume_matched_7411">
            <a:extLst>
              <a:ext uri="{FF2B5EF4-FFF2-40B4-BE49-F238E27FC236}">
                <a16:creationId xmlns:a16="http://schemas.microsoft.com/office/drawing/2014/main" id="{AA034F0D-23E6-43F0-AAAD-1FB532322143}"/>
              </a:ext>
            </a:extLst>
          </p:cNvPr>
          <p:cNvSpPr>
            <a:spLocks noGrp="1"/>
          </p:cNvSpPr>
          <p:nvPr/>
        </p:nvSpPr>
        <p:spPr>
          <a:xfrm>
            <a:off x="1084624" y="5144561"/>
            <a:ext cx="28398" cy="28398"/>
          </a:xfrm>
          <a:prstGeom prst="ellipse">
            <a:avLst/>
          </a:prstGeom>
          <a:solidFill>
            <a:srgbClr val="7F8C97">
              <a:alpha val="48000"/>
            </a:srgbClr>
          </a:solidFill>
          <a:ln w="0">
            <a:noFill/>
            <a:prstDash val="solid"/>
          </a:ln>
        </p:spPr>
      </p:sp>
      <p:sp>
        <p:nvSpPr>
          <p:cNvPr id="2115" name="03_assume_matched_7412">
            <a:extLst>
              <a:ext uri="{FF2B5EF4-FFF2-40B4-BE49-F238E27FC236}">
                <a16:creationId xmlns:a16="http://schemas.microsoft.com/office/drawing/2014/main" id="{0ECCEC29-6B7C-4A93-B24F-D5E5590C16EB}"/>
              </a:ext>
            </a:extLst>
          </p:cNvPr>
          <p:cNvSpPr>
            <a:spLocks noGrp="1"/>
          </p:cNvSpPr>
          <p:nvPr/>
        </p:nvSpPr>
        <p:spPr>
          <a:xfrm>
            <a:off x="1143915" y="5436996"/>
            <a:ext cx="28398" cy="28398"/>
          </a:xfrm>
          <a:prstGeom prst="ellipse">
            <a:avLst/>
          </a:prstGeom>
          <a:solidFill>
            <a:srgbClr val="7F8C97">
              <a:alpha val="48000"/>
            </a:srgbClr>
          </a:solidFill>
          <a:ln w="0">
            <a:noFill/>
            <a:prstDash val="solid"/>
          </a:ln>
        </p:spPr>
      </p:sp>
      <p:sp>
        <p:nvSpPr>
          <p:cNvPr id="2116" name="03_assume_matched_7413">
            <a:extLst>
              <a:ext uri="{FF2B5EF4-FFF2-40B4-BE49-F238E27FC236}">
                <a16:creationId xmlns:a16="http://schemas.microsoft.com/office/drawing/2014/main" id="{BB497CD3-E001-4BB6-886B-A2C1B835A49F}"/>
              </a:ext>
            </a:extLst>
          </p:cNvPr>
          <p:cNvSpPr>
            <a:spLocks noGrp="1"/>
          </p:cNvSpPr>
          <p:nvPr/>
        </p:nvSpPr>
        <p:spPr>
          <a:xfrm>
            <a:off x="1126070" y="5436996"/>
            <a:ext cx="28398" cy="28398"/>
          </a:xfrm>
          <a:prstGeom prst="ellipse">
            <a:avLst/>
          </a:prstGeom>
          <a:solidFill>
            <a:srgbClr val="7F8C97">
              <a:alpha val="48000"/>
            </a:srgbClr>
          </a:solidFill>
          <a:ln w="0">
            <a:noFill/>
            <a:prstDash val="solid"/>
          </a:ln>
        </p:spPr>
      </p:sp>
      <p:sp>
        <p:nvSpPr>
          <p:cNvPr id="2117" name="03_assume_matched_7414">
            <a:extLst>
              <a:ext uri="{FF2B5EF4-FFF2-40B4-BE49-F238E27FC236}">
                <a16:creationId xmlns:a16="http://schemas.microsoft.com/office/drawing/2014/main" id="{00F6D7DA-278A-4139-98C5-58185825A554}"/>
              </a:ext>
            </a:extLst>
          </p:cNvPr>
          <p:cNvSpPr>
            <a:spLocks noGrp="1"/>
          </p:cNvSpPr>
          <p:nvPr/>
        </p:nvSpPr>
        <p:spPr>
          <a:xfrm>
            <a:off x="1158306" y="5144561"/>
            <a:ext cx="28398" cy="28398"/>
          </a:xfrm>
          <a:prstGeom prst="ellipse">
            <a:avLst/>
          </a:prstGeom>
          <a:solidFill>
            <a:srgbClr val="7F8C97">
              <a:alpha val="48000"/>
            </a:srgbClr>
          </a:solidFill>
          <a:ln w="0">
            <a:noFill/>
            <a:prstDash val="solid"/>
          </a:ln>
        </p:spPr>
      </p:sp>
      <p:sp>
        <p:nvSpPr>
          <p:cNvPr id="2118" name="03_assume_matched_7415">
            <a:extLst>
              <a:ext uri="{FF2B5EF4-FFF2-40B4-BE49-F238E27FC236}">
                <a16:creationId xmlns:a16="http://schemas.microsoft.com/office/drawing/2014/main" id="{BBD748AA-3200-480E-94AA-2BB33C80B694}"/>
              </a:ext>
            </a:extLst>
          </p:cNvPr>
          <p:cNvSpPr>
            <a:spLocks noGrp="1"/>
          </p:cNvSpPr>
          <p:nvPr/>
        </p:nvSpPr>
        <p:spPr>
          <a:xfrm>
            <a:off x="1140173" y="5388257"/>
            <a:ext cx="28398" cy="28398"/>
          </a:xfrm>
          <a:prstGeom prst="ellipse">
            <a:avLst/>
          </a:prstGeom>
          <a:solidFill>
            <a:srgbClr val="7F8C97">
              <a:alpha val="48000"/>
            </a:srgbClr>
          </a:solidFill>
          <a:ln w="0">
            <a:noFill/>
            <a:prstDash val="solid"/>
          </a:ln>
        </p:spPr>
      </p:sp>
      <p:sp>
        <p:nvSpPr>
          <p:cNvPr id="2119" name="03_assume_matched_7416">
            <a:extLst>
              <a:ext uri="{FF2B5EF4-FFF2-40B4-BE49-F238E27FC236}">
                <a16:creationId xmlns:a16="http://schemas.microsoft.com/office/drawing/2014/main" id="{C4C25C5B-7030-47B2-A621-DB2C235ACBF7}"/>
              </a:ext>
            </a:extLst>
          </p:cNvPr>
          <p:cNvSpPr>
            <a:spLocks noGrp="1"/>
          </p:cNvSpPr>
          <p:nvPr/>
        </p:nvSpPr>
        <p:spPr>
          <a:xfrm>
            <a:off x="1202342" y="5290779"/>
            <a:ext cx="28398" cy="28398"/>
          </a:xfrm>
          <a:prstGeom prst="ellipse">
            <a:avLst/>
          </a:prstGeom>
          <a:solidFill>
            <a:srgbClr val="7F8C97">
              <a:alpha val="48000"/>
            </a:srgbClr>
          </a:solidFill>
          <a:ln w="0">
            <a:noFill/>
            <a:prstDash val="solid"/>
          </a:ln>
        </p:spPr>
      </p:sp>
      <p:sp>
        <p:nvSpPr>
          <p:cNvPr id="2120" name="03_assume_matched_7417">
            <a:extLst>
              <a:ext uri="{FF2B5EF4-FFF2-40B4-BE49-F238E27FC236}">
                <a16:creationId xmlns:a16="http://schemas.microsoft.com/office/drawing/2014/main" id="{066D8A2E-C3D8-4256-B159-88D4F3CF4508}"/>
              </a:ext>
            </a:extLst>
          </p:cNvPr>
          <p:cNvSpPr>
            <a:spLocks noGrp="1"/>
          </p:cNvSpPr>
          <p:nvPr/>
        </p:nvSpPr>
        <p:spPr>
          <a:xfrm>
            <a:off x="1100454" y="5144561"/>
            <a:ext cx="28398" cy="28398"/>
          </a:xfrm>
          <a:prstGeom prst="ellipse">
            <a:avLst/>
          </a:prstGeom>
          <a:solidFill>
            <a:srgbClr val="7F8C97">
              <a:alpha val="48000"/>
            </a:srgbClr>
          </a:solidFill>
          <a:ln w="0">
            <a:noFill/>
            <a:prstDash val="solid"/>
          </a:ln>
        </p:spPr>
      </p:sp>
      <p:sp>
        <p:nvSpPr>
          <p:cNvPr id="2121" name="03_assume_matched_7418">
            <a:extLst>
              <a:ext uri="{FF2B5EF4-FFF2-40B4-BE49-F238E27FC236}">
                <a16:creationId xmlns:a16="http://schemas.microsoft.com/office/drawing/2014/main" id="{1E0B0ED3-573C-4343-BE2E-BCA0A089A361}"/>
              </a:ext>
            </a:extLst>
          </p:cNvPr>
          <p:cNvSpPr>
            <a:spLocks noGrp="1"/>
          </p:cNvSpPr>
          <p:nvPr/>
        </p:nvSpPr>
        <p:spPr>
          <a:xfrm>
            <a:off x="1107074" y="5436996"/>
            <a:ext cx="28398" cy="28398"/>
          </a:xfrm>
          <a:prstGeom prst="ellipse">
            <a:avLst/>
          </a:prstGeom>
          <a:solidFill>
            <a:srgbClr val="7F8C97">
              <a:alpha val="48000"/>
            </a:srgbClr>
          </a:solidFill>
          <a:ln w="0">
            <a:noFill/>
            <a:prstDash val="solid"/>
          </a:ln>
        </p:spPr>
      </p:sp>
      <p:sp>
        <p:nvSpPr>
          <p:cNvPr id="2122" name="03_assume_matched_7419">
            <a:extLst>
              <a:ext uri="{FF2B5EF4-FFF2-40B4-BE49-F238E27FC236}">
                <a16:creationId xmlns:a16="http://schemas.microsoft.com/office/drawing/2014/main" id="{003789BB-00C6-421C-A172-551F10D0E70D}"/>
              </a:ext>
            </a:extLst>
          </p:cNvPr>
          <p:cNvSpPr>
            <a:spLocks noGrp="1"/>
          </p:cNvSpPr>
          <p:nvPr/>
        </p:nvSpPr>
        <p:spPr>
          <a:xfrm>
            <a:off x="1166940" y="5144561"/>
            <a:ext cx="28398" cy="28398"/>
          </a:xfrm>
          <a:prstGeom prst="ellipse">
            <a:avLst/>
          </a:prstGeom>
          <a:solidFill>
            <a:srgbClr val="7F8C97">
              <a:alpha val="48000"/>
            </a:srgbClr>
          </a:solidFill>
          <a:ln w="0">
            <a:noFill/>
            <a:prstDash val="solid"/>
          </a:ln>
        </p:spPr>
      </p:sp>
      <p:sp>
        <p:nvSpPr>
          <p:cNvPr id="2123" name="03_assume_matched_7420">
            <a:extLst>
              <a:ext uri="{FF2B5EF4-FFF2-40B4-BE49-F238E27FC236}">
                <a16:creationId xmlns:a16="http://schemas.microsoft.com/office/drawing/2014/main" id="{33BEA1FD-7DE6-4AE9-9953-4E689CF9ECBF}"/>
              </a:ext>
            </a:extLst>
          </p:cNvPr>
          <p:cNvSpPr>
            <a:spLocks noGrp="1"/>
          </p:cNvSpPr>
          <p:nvPr/>
        </p:nvSpPr>
        <p:spPr>
          <a:xfrm>
            <a:off x="1165645" y="5144561"/>
            <a:ext cx="28398" cy="28398"/>
          </a:xfrm>
          <a:prstGeom prst="ellipse">
            <a:avLst/>
          </a:prstGeom>
          <a:solidFill>
            <a:srgbClr val="7F8C97">
              <a:alpha val="48000"/>
            </a:srgbClr>
          </a:solidFill>
          <a:ln w="0">
            <a:noFill/>
            <a:prstDash val="solid"/>
          </a:ln>
        </p:spPr>
      </p:sp>
      <p:sp>
        <p:nvSpPr>
          <p:cNvPr id="2124" name="03_assume_matched_7421">
            <a:extLst>
              <a:ext uri="{FF2B5EF4-FFF2-40B4-BE49-F238E27FC236}">
                <a16:creationId xmlns:a16="http://schemas.microsoft.com/office/drawing/2014/main" id="{F81D914F-77A2-4953-AE01-C3AD644EF6F7}"/>
              </a:ext>
            </a:extLst>
          </p:cNvPr>
          <p:cNvSpPr>
            <a:spLocks noGrp="1"/>
          </p:cNvSpPr>
          <p:nvPr/>
        </p:nvSpPr>
        <p:spPr>
          <a:xfrm>
            <a:off x="1212416" y="5436996"/>
            <a:ext cx="28398" cy="28398"/>
          </a:xfrm>
          <a:prstGeom prst="ellipse">
            <a:avLst/>
          </a:prstGeom>
          <a:solidFill>
            <a:srgbClr val="7F8C97">
              <a:alpha val="48000"/>
            </a:srgbClr>
          </a:solidFill>
          <a:ln w="0">
            <a:noFill/>
            <a:prstDash val="solid"/>
          </a:ln>
        </p:spPr>
      </p:sp>
      <p:sp>
        <p:nvSpPr>
          <p:cNvPr id="2125" name="03_assume_matched_7422">
            <a:extLst>
              <a:ext uri="{FF2B5EF4-FFF2-40B4-BE49-F238E27FC236}">
                <a16:creationId xmlns:a16="http://schemas.microsoft.com/office/drawing/2014/main" id="{A0E1F32C-9AD6-4144-9BF3-7D167F016241}"/>
              </a:ext>
            </a:extLst>
          </p:cNvPr>
          <p:cNvSpPr>
            <a:spLocks noGrp="1"/>
          </p:cNvSpPr>
          <p:nvPr/>
        </p:nvSpPr>
        <p:spPr>
          <a:xfrm>
            <a:off x="1190685" y="5436996"/>
            <a:ext cx="28398" cy="28398"/>
          </a:xfrm>
          <a:prstGeom prst="ellipse">
            <a:avLst/>
          </a:prstGeom>
          <a:solidFill>
            <a:srgbClr val="7F8C97">
              <a:alpha val="48000"/>
            </a:srgbClr>
          </a:solidFill>
          <a:ln w="0">
            <a:noFill/>
            <a:prstDash val="solid"/>
          </a:ln>
        </p:spPr>
      </p:sp>
      <p:sp>
        <p:nvSpPr>
          <p:cNvPr id="2126" name="03_assume_matched_7423">
            <a:extLst>
              <a:ext uri="{FF2B5EF4-FFF2-40B4-BE49-F238E27FC236}">
                <a16:creationId xmlns:a16="http://schemas.microsoft.com/office/drawing/2014/main" id="{1F67B999-57A6-4E71-A49C-6EB7CBCF6775}"/>
              </a:ext>
            </a:extLst>
          </p:cNvPr>
          <p:cNvSpPr>
            <a:spLocks noGrp="1"/>
          </p:cNvSpPr>
          <p:nvPr/>
        </p:nvSpPr>
        <p:spPr>
          <a:xfrm>
            <a:off x="1122760" y="5436996"/>
            <a:ext cx="28398" cy="28398"/>
          </a:xfrm>
          <a:prstGeom prst="ellipse">
            <a:avLst/>
          </a:prstGeom>
          <a:solidFill>
            <a:srgbClr val="7F8C97">
              <a:alpha val="48000"/>
            </a:srgbClr>
          </a:solidFill>
          <a:ln w="0">
            <a:noFill/>
            <a:prstDash val="solid"/>
          </a:ln>
        </p:spPr>
      </p:sp>
      <p:sp>
        <p:nvSpPr>
          <p:cNvPr id="2127" name="03_assume_matched_7424">
            <a:extLst>
              <a:ext uri="{FF2B5EF4-FFF2-40B4-BE49-F238E27FC236}">
                <a16:creationId xmlns:a16="http://schemas.microsoft.com/office/drawing/2014/main" id="{1EAB49AC-97C3-41F9-81F2-F08CF5C35CD4}"/>
              </a:ext>
            </a:extLst>
          </p:cNvPr>
          <p:cNvSpPr>
            <a:spLocks noGrp="1"/>
          </p:cNvSpPr>
          <p:nvPr/>
        </p:nvSpPr>
        <p:spPr>
          <a:xfrm>
            <a:off x="1193563" y="5436996"/>
            <a:ext cx="28398" cy="28398"/>
          </a:xfrm>
          <a:prstGeom prst="ellipse">
            <a:avLst/>
          </a:prstGeom>
          <a:solidFill>
            <a:srgbClr val="7F8C97">
              <a:alpha val="48000"/>
            </a:srgbClr>
          </a:solidFill>
          <a:ln w="0">
            <a:noFill/>
            <a:prstDash val="solid"/>
          </a:ln>
        </p:spPr>
      </p:sp>
      <p:sp>
        <p:nvSpPr>
          <p:cNvPr id="2128" name="03_assume_matched_7425">
            <a:extLst>
              <a:ext uri="{FF2B5EF4-FFF2-40B4-BE49-F238E27FC236}">
                <a16:creationId xmlns:a16="http://schemas.microsoft.com/office/drawing/2014/main" id="{80D34845-90A6-49B2-96D0-661FA4C5E405}"/>
              </a:ext>
            </a:extLst>
          </p:cNvPr>
          <p:cNvSpPr>
            <a:spLocks noGrp="1"/>
          </p:cNvSpPr>
          <p:nvPr/>
        </p:nvSpPr>
        <p:spPr>
          <a:xfrm>
            <a:off x="1181907" y="5436996"/>
            <a:ext cx="28398" cy="28398"/>
          </a:xfrm>
          <a:prstGeom prst="ellipse">
            <a:avLst/>
          </a:prstGeom>
          <a:solidFill>
            <a:srgbClr val="7F8C97">
              <a:alpha val="48000"/>
            </a:srgbClr>
          </a:solidFill>
          <a:ln w="0">
            <a:noFill/>
            <a:prstDash val="solid"/>
          </a:ln>
        </p:spPr>
      </p:sp>
      <p:sp>
        <p:nvSpPr>
          <p:cNvPr id="2129" name="03_assume_matched_7426">
            <a:extLst>
              <a:ext uri="{FF2B5EF4-FFF2-40B4-BE49-F238E27FC236}">
                <a16:creationId xmlns:a16="http://schemas.microsoft.com/office/drawing/2014/main" id="{7A81756A-05AD-4D24-B9FC-7550F4A26CE3}"/>
              </a:ext>
            </a:extLst>
          </p:cNvPr>
          <p:cNvSpPr>
            <a:spLocks noGrp="1"/>
          </p:cNvSpPr>
          <p:nvPr/>
        </p:nvSpPr>
        <p:spPr>
          <a:xfrm>
            <a:off x="1188095" y="5436996"/>
            <a:ext cx="28398" cy="28398"/>
          </a:xfrm>
          <a:prstGeom prst="ellipse">
            <a:avLst/>
          </a:prstGeom>
          <a:solidFill>
            <a:srgbClr val="7F8C97">
              <a:alpha val="48000"/>
            </a:srgbClr>
          </a:solidFill>
          <a:ln w="0">
            <a:noFill/>
            <a:prstDash val="solid"/>
          </a:ln>
        </p:spPr>
      </p:sp>
      <p:sp>
        <p:nvSpPr>
          <p:cNvPr id="2130" name="03_assume_matched_7427">
            <a:extLst>
              <a:ext uri="{FF2B5EF4-FFF2-40B4-BE49-F238E27FC236}">
                <a16:creationId xmlns:a16="http://schemas.microsoft.com/office/drawing/2014/main" id="{515A0F40-6C41-4292-86A9-8965CE7E6F8C}"/>
              </a:ext>
            </a:extLst>
          </p:cNvPr>
          <p:cNvSpPr>
            <a:spLocks noGrp="1"/>
          </p:cNvSpPr>
          <p:nvPr/>
        </p:nvSpPr>
        <p:spPr>
          <a:xfrm>
            <a:off x="1201478" y="5436996"/>
            <a:ext cx="28398" cy="28398"/>
          </a:xfrm>
          <a:prstGeom prst="ellipse">
            <a:avLst/>
          </a:prstGeom>
          <a:solidFill>
            <a:srgbClr val="7F8C97">
              <a:alpha val="48000"/>
            </a:srgbClr>
          </a:solidFill>
          <a:ln w="0">
            <a:noFill/>
            <a:prstDash val="solid"/>
          </a:ln>
        </p:spPr>
      </p:sp>
      <p:sp>
        <p:nvSpPr>
          <p:cNvPr id="2131" name="03_assume_matched_7428">
            <a:extLst>
              <a:ext uri="{FF2B5EF4-FFF2-40B4-BE49-F238E27FC236}">
                <a16:creationId xmlns:a16="http://schemas.microsoft.com/office/drawing/2014/main" id="{6C64C531-42FE-4174-9E80-218F73623C71}"/>
              </a:ext>
            </a:extLst>
          </p:cNvPr>
          <p:cNvSpPr>
            <a:spLocks noGrp="1"/>
          </p:cNvSpPr>
          <p:nvPr/>
        </p:nvSpPr>
        <p:spPr>
          <a:xfrm>
            <a:off x="1110096" y="5144561"/>
            <a:ext cx="28398" cy="28398"/>
          </a:xfrm>
          <a:prstGeom prst="ellipse">
            <a:avLst/>
          </a:prstGeom>
          <a:solidFill>
            <a:srgbClr val="7F8C97">
              <a:alpha val="48000"/>
            </a:srgbClr>
          </a:solidFill>
          <a:ln w="0">
            <a:noFill/>
            <a:prstDash val="solid"/>
          </a:ln>
        </p:spPr>
      </p:sp>
      <p:sp>
        <p:nvSpPr>
          <p:cNvPr id="2132" name="03_assume_matched_7429">
            <a:extLst>
              <a:ext uri="{FF2B5EF4-FFF2-40B4-BE49-F238E27FC236}">
                <a16:creationId xmlns:a16="http://schemas.microsoft.com/office/drawing/2014/main" id="{86BB4B40-3075-4C17-B430-D595E0C18CEB}"/>
              </a:ext>
            </a:extLst>
          </p:cNvPr>
          <p:cNvSpPr>
            <a:spLocks noGrp="1"/>
          </p:cNvSpPr>
          <p:nvPr/>
        </p:nvSpPr>
        <p:spPr>
          <a:xfrm>
            <a:off x="1099303" y="5242040"/>
            <a:ext cx="28398" cy="28398"/>
          </a:xfrm>
          <a:prstGeom prst="ellipse">
            <a:avLst/>
          </a:prstGeom>
          <a:solidFill>
            <a:srgbClr val="7F8C97">
              <a:alpha val="48000"/>
            </a:srgbClr>
          </a:solidFill>
          <a:ln w="0">
            <a:noFill/>
            <a:prstDash val="solid"/>
          </a:ln>
        </p:spPr>
      </p:sp>
      <p:sp>
        <p:nvSpPr>
          <p:cNvPr id="2133" name="03_assume_matched_7430">
            <a:extLst>
              <a:ext uri="{FF2B5EF4-FFF2-40B4-BE49-F238E27FC236}">
                <a16:creationId xmlns:a16="http://schemas.microsoft.com/office/drawing/2014/main" id="{8866A643-34D2-4040-B48B-1B0DE10CF0BA}"/>
              </a:ext>
            </a:extLst>
          </p:cNvPr>
          <p:cNvSpPr>
            <a:spLocks noGrp="1"/>
          </p:cNvSpPr>
          <p:nvPr/>
        </p:nvSpPr>
        <p:spPr>
          <a:xfrm>
            <a:off x="1182195" y="5290779"/>
            <a:ext cx="28398" cy="28398"/>
          </a:xfrm>
          <a:prstGeom prst="ellipse">
            <a:avLst/>
          </a:prstGeom>
          <a:solidFill>
            <a:srgbClr val="7F8C97">
              <a:alpha val="48000"/>
            </a:srgbClr>
          </a:solidFill>
          <a:ln w="0">
            <a:noFill/>
            <a:prstDash val="solid"/>
          </a:ln>
        </p:spPr>
      </p:sp>
      <p:sp>
        <p:nvSpPr>
          <p:cNvPr id="2134" name="03_assume_matched_7431">
            <a:extLst>
              <a:ext uri="{FF2B5EF4-FFF2-40B4-BE49-F238E27FC236}">
                <a16:creationId xmlns:a16="http://schemas.microsoft.com/office/drawing/2014/main" id="{D35AFF80-7C4E-4452-947B-086CC1FCB31F}"/>
              </a:ext>
            </a:extLst>
          </p:cNvPr>
          <p:cNvSpPr>
            <a:spLocks noGrp="1"/>
          </p:cNvSpPr>
          <p:nvPr/>
        </p:nvSpPr>
        <p:spPr>
          <a:xfrm>
            <a:off x="1219323" y="5144561"/>
            <a:ext cx="28398" cy="28398"/>
          </a:xfrm>
          <a:prstGeom prst="ellipse">
            <a:avLst/>
          </a:prstGeom>
          <a:solidFill>
            <a:srgbClr val="7F8C97">
              <a:alpha val="48000"/>
            </a:srgbClr>
          </a:solidFill>
          <a:ln w="0">
            <a:noFill/>
            <a:prstDash val="solid"/>
          </a:ln>
        </p:spPr>
      </p:sp>
      <p:sp>
        <p:nvSpPr>
          <p:cNvPr id="2135" name="03_assume_matched_7432">
            <a:extLst>
              <a:ext uri="{FF2B5EF4-FFF2-40B4-BE49-F238E27FC236}">
                <a16:creationId xmlns:a16="http://schemas.microsoft.com/office/drawing/2014/main" id="{8A2E8F90-B8E3-48CC-9877-85B3FFD57083}"/>
              </a:ext>
            </a:extLst>
          </p:cNvPr>
          <p:cNvSpPr>
            <a:spLocks noGrp="1"/>
          </p:cNvSpPr>
          <p:nvPr/>
        </p:nvSpPr>
        <p:spPr>
          <a:xfrm>
            <a:off x="1225511" y="5144561"/>
            <a:ext cx="28398" cy="28398"/>
          </a:xfrm>
          <a:prstGeom prst="ellipse">
            <a:avLst/>
          </a:prstGeom>
          <a:solidFill>
            <a:srgbClr val="7F8C97">
              <a:alpha val="48000"/>
            </a:srgbClr>
          </a:solidFill>
          <a:ln w="0">
            <a:noFill/>
            <a:prstDash val="solid"/>
          </a:ln>
        </p:spPr>
      </p:sp>
      <p:sp>
        <p:nvSpPr>
          <p:cNvPr id="2136" name="03_assume_matched_7433">
            <a:extLst>
              <a:ext uri="{FF2B5EF4-FFF2-40B4-BE49-F238E27FC236}">
                <a16:creationId xmlns:a16="http://schemas.microsoft.com/office/drawing/2014/main" id="{05FDEFC3-6FDC-45F6-A3C0-DD8DB796CFDC}"/>
              </a:ext>
            </a:extLst>
          </p:cNvPr>
          <p:cNvSpPr>
            <a:spLocks noGrp="1"/>
          </p:cNvSpPr>
          <p:nvPr/>
        </p:nvSpPr>
        <p:spPr>
          <a:xfrm>
            <a:off x="1136576" y="5144561"/>
            <a:ext cx="28398" cy="28398"/>
          </a:xfrm>
          <a:prstGeom prst="ellipse">
            <a:avLst/>
          </a:prstGeom>
          <a:solidFill>
            <a:srgbClr val="7F8C97">
              <a:alpha val="48000"/>
            </a:srgbClr>
          </a:solidFill>
          <a:ln w="0">
            <a:noFill/>
            <a:prstDash val="solid"/>
          </a:ln>
        </p:spPr>
      </p:sp>
      <p:sp>
        <p:nvSpPr>
          <p:cNvPr id="2137" name="03_assume_matched_7434">
            <a:extLst>
              <a:ext uri="{FF2B5EF4-FFF2-40B4-BE49-F238E27FC236}">
                <a16:creationId xmlns:a16="http://schemas.microsoft.com/office/drawing/2014/main" id="{11C72EBF-26A9-4E4D-B231-174E67277E05}"/>
              </a:ext>
            </a:extLst>
          </p:cNvPr>
          <p:cNvSpPr>
            <a:spLocks noGrp="1"/>
          </p:cNvSpPr>
          <p:nvPr/>
        </p:nvSpPr>
        <p:spPr>
          <a:xfrm>
            <a:off x="1189390" y="5436996"/>
            <a:ext cx="28398" cy="28398"/>
          </a:xfrm>
          <a:prstGeom prst="ellipse">
            <a:avLst/>
          </a:prstGeom>
          <a:solidFill>
            <a:srgbClr val="7F8C97">
              <a:alpha val="48000"/>
            </a:srgbClr>
          </a:solidFill>
          <a:ln w="0">
            <a:noFill/>
            <a:prstDash val="solid"/>
          </a:ln>
        </p:spPr>
      </p:sp>
      <p:sp>
        <p:nvSpPr>
          <p:cNvPr id="2138" name="03_assume_matched_7435">
            <a:extLst>
              <a:ext uri="{FF2B5EF4-FFF2-40B4-BE49-F238E27FC236}">
                <a16:creationId xmlns:a16="http://schemas.microsoft.com/office/drawing/2014/main" id="{BE79032A-B370-49B2-81E1-18405E4AC6E9}"/>
              </a:ext>
            </a:extLst>
          </p:cNvPr>
          <p:cNvSpPr>
            <a:spLocks noGrp="1"/>
          </p:cNvSpPr>
          <p:nvPr/>
        </p:nvSpPr>
        <p:spPr>
          <a:xfrm>
            <a:off x="1200327" y="5436996"/>
            <a:ext cx="28398" cy="28398"/>
          </a:xfrm>
          <a:prstGeom prst="ellipse">
            <a:avLst/>
          </a:prstGeom>
          <a:solidFill>
            <a:srgbClr val="7F8C97">
              <a:alpha val="48000"/>
            </a:srgbClr>
          </a:solidFill>
          <a:ln w="0">
            <a:noFill/>
            <a:prstDash val="solid"/>
          </a:ln>
        </p:spPr>
      </p:sp>
      <p:sp>
        <p:nvSpPr>
          <p:cNvPr id="2139" name="03_assume_matched_7436">
            <a:extLst>
              <a:ext uri="{FF2B5EF4-FFF2-40B4-BE49-F238E27FC236}">
                <a16:creationId xmlns:a16="http://schemas.microsoft.com/office/drawing/2014/main" id="{86124F60-56BC-4E82-BFB7-B976C470837A}"/>
              </a:ext>
            </a:extLst>
          </p:cNvPr>
          <p:cNvSpPr>
            <a:spLocks noGrp="1"/>
          </p:cNvSpPr>
          <p:nvPr/>
        </p:nvSpPr>
        <p:spPr>
          <a:xfrm>
            <a:off x="1217740" y="5436996"/>
            <a:ext cx="28398" cy="28398"/>
          </a:xfrm>
          <a:prstGeom prst="ellipse">
            <a:avLst/>
          </a:prstGeom>
          <a:solidFill>
            <a:srgbClr val="7F8C97">
              <a:alpha val="48000"/>
            </a:srgbClr>
          </a:solidFill>
          <a:ln w="0">
            <a:noFill/>
            <a:prstDash val="solid"/>
          </a:ln>
        </p:spPr>
      </p:sp>
      <p:sp>
        <p:nvSpPr>
          <p:cNvPr id="2140" name="03_assume_matched_7437">
            <a:extLst>
              <a:ext uri="{FF2B5EF4-FFF2-40B4-BE49-F238E27FC236}">
                <a16:creationId xmlns:a16="http://schemas.microsoft.com/office/drawing/2014/main" id="{4CDC9503-85AA-4703-8BA0-D8C4DA0E19C6}"/>
              </a:ext>
            </a:extLst>
          </p:cNvPr>
          <p:cNvSpPr>
            <a:spLocks noGrp="1"/>
          </p:cNvSpPr>
          <p:nvPr/>
        </p:nvSpPr>
        <p:spPr>
          <a:xfrm>
            <a:off x="1202486" y="5436996"/>
            <a:ext cx="28398" cy="28398"/>
          </a:xfrm>
          <a:prstGeom prst="ellipse">
            <a:avLst/>
          </a:prstGeom>
          <a:solidFill>
            <a:srgbClr val="7F8C97">
              <a:alpha val="48000"/>
            </a:srgbClr>
          </a:solidFill>
          <a:ln w="0">
            <a:noFill/>
            <a:prstDash val="solid"/>
          </a:ln>
        </p:spPr>
      </p:sp>
      <p:sp>
        <p:nvSpPr>
          <p:cNvPr id="2141" name="03_assume_matched_7438">
            <a:extLst>
              <a:ext uri="{FF2B5EF4-FFF2-40B4-BE49-F238E27FC236}">
                <a16:creationId xmlns:a16="http://schemas.microsoft.com/office/drawing/2014/main" id="{DDD7028C-97CD-4F54-AFCA-F03217971520}"/>
              </a:ext>
            </a:extLst>
          </p:cNvPr>
          <p:cNvSpPr>
            <a:spLocks noGrp="1"/>
          </p:cNvSpPr>
          <p:nvPr/>
        </p:nvSpPr>
        <p:spPr>
          <a:xfrm>
            <a:off x="1180756" y="5436996"/>
            <a:ext cx="28398" cy="28398"/>
          </a:xfrm>
          <a:prstGeom prst="ellipse">
            <a:avLst/>
          </a:prstGeom>
          <a:solidFill>
            <a:srgbClr val="7F8C97">
              <a:alpha val="48000"/>
            </a:srgbClr>
          </a:solidFill>
          <a:ln w="0">
            <a:noFill/>
            <a:prstDash val="solid"/>
          </a:ln>
        </p:spPr>
      </p:sp>
      <p:sp>
        <p:nvSpPr>
          <p:cNvPr id="2142" name="03_assume_matched_7439">
            <a:extLst>
              <a:ext uri="{FF2B5EF4-FFF2-40B4-BE49-F238E27FC236}">
                <a16:creationId xmlns:a16="http://schemas.microsoft.com/office/drawing/2014/main" id="{B2838587-8503-49FE-B12E-A2C0D8D560D1}"/>
              </a:ext>
            </a:extLst>
          </p:cNvPr>
          <p:cNvSpPr>
            <a:spLocks noGrp="1"/>
          </p:cNvSpPr>
          <p:nvPr/>
        </p:nvSpPr>
        <p:spPr>
          <a:xfrm>
            <a:off x="1092539" y="5144561"/>
            <a:ext cx="28398" cy="28398"/>
          </a:xfrm>
          <a:prstGeom prst="ellipse">
            <a:avLst/>
          </a:prstGeom>
          <a:solidFill>
            <a:srgbClr val="7F8C97">
              <a:alpha val="48000"/>
            </a:srgbClr>
          </a:solidFill>
          <a:ln w="0">
            <a:noFill/>
            <a:prstDash val="solid"/>
          </a:ln>
        </p:spPr>
      </p:sp>
      <p:sp>
        <p:nvSpPr>
          <p:cNvPr id="2143" name="03_assume_matched_7440">
            <a:extLst>
              <a:ext uri="{FF2B5EF4-FFF2-40B4-BE49-F238E27FC236}">
                <a16:creationId xmlns:a16="http://schemas.microsoft.com/office/drawing/2014/main" id="{2C643369-1414-40BE-BE81-5B3D840DD946}"/>
              </a:ext>
            </a:extLst>
          </p:cNvPr>
          <p:cNvSpPr>
            <a:spLocks noGrp="1"/>
          </p:cNvSpPr>
          <p:nvPr/>
        </p:nvSpPr>
        <p:spPr>
          <a:xfrm>
            <a:off x="1106499" y="5436996"/>
            <a:ext cx="28398" cy="28398"/>
          </a:xfrm>
          <a:prstGeom prst="ellipse">
            <a:avLst/>
          </a:prstGeom>
          <a:solidFill>
            <a:srgbClr val="7F8C97">
              <a:alpha val="48000"/>
            </a:srgbClr>
          </a:solidFill>
          <a:ln w="0">
            <a:noFill/>
            <a:prstDash val="solid"/>
          </a:ln>
        </p:spPr>
      </p:sp>
      <p:sp>
        <p:nvSpPr>
          <p:cNvPr id="2144" name="03_assume_matched_7441">
            <a:extLst>
              <a:ext uri="{FF2B5EF4-FFF2-40B4-BE49-F238E27FC236}">
                <a16:creationId xmlns:a16="http://schemas.microsoft.com/office/drawing/2014/main" id="{D27764C2-F97E-496D-B856-C18A6DC419A7}"/>
              </a:ext>
            </a:extLst>
          </p:cNvPr>
          <p:cNvSpPr>
            <a:spLocks noGrp="1"/>
          </p:cNvSpPr>
          <p:nvPr/>
        </p:nvSpPr>
        <p:spPr>
          <a:xfrm>
            <a:off x="1167660" y="5144561"/>
            <a:ext cx="28398" cy="28398"/>
          </a:xfrm>
          <a:prstGeom prst="ellipse">
            <a:avLst/>
          </a:prstGeom>
          <a:solidFill>
            <a:srgbClr val="7F8C97">
              <a:alpha val="48000"/>
            </a:srgbClr>
          </a:solidFill>
          <a:ln w="0">
            <a:noFill/>
            <a:prstDash val="solid"/>
          </a:ln>
        </p:spPr>
      </p:sp>
      <p:sp>
        <p:nvSpPr>
          <p:cNvPr id="2145" name="03_assume_matched_7442">
            <a:extLst>
              <a:ext uri="{FF2B5EF4-FFF2-40B4-BE49-F238E27FC236}">
                <a16:creationId xmlns:a16="http://schemas.microsoft.com/office/drawing/2014/main" id="{D5A28DB2-800D-4F25-A70B-CC9A6CB91B4D}"/>
              </a:ext>
            </a:extLst>
          </p:cNvPr>
          <p:cNvSpPr>
            <a:spLocks noGrp="1"/>
          </p:cNvSpPr>
          <p:nvPr/>
        </p:nvSpPr>
        <p:spPr>
          <a:xfrm>
            <a:off x="1112543" y="5436996"/>
            <a:ext cx="28398" cy="28398"/>
          </a:xfrm>
          <a:prstGeom prst="ellipse">
            <a:avLst/>
          </a:prstGeom>
          <a:solidFill>
            <a:srgbClr val="7F8C97">
              <a:alpha val="48000"/>
            </a:srgbClr>
          </a:solidFill>
          <a:ln w="0">
            <a:noFill/>
            <a:prstDash val="solid"/>
          </a:ln>
        </p:spPr>
      </p:sp>
      <p:sp>
        <p:nvSpPr>
          <p:cNvPr id="2146" name="03_assume_matched_7443">
            <a:extLst>
              <a:ext uri="{FF2B5EF4-FFF2-40B4-BE49-F238E27FC236}">
                <a16:creationId xmlns:a16="http://schemas.microsoft.com/office/drawing/2014/main" id="{D15D9008-43F3-4C82-9206-118AD1A6CD74}"/>
              </a:ext>
            </a:extLst>
          </p:cNvPr>
          <p:cNvSpPr>
            <a:spLocks noGrp="1"/>
          </p:cNvSpPr>
          <p:nvPr/>
        </p:nvSpPr>
        <p:spPr>
          <a:xfrm>
            <a:off x="1138590" y="5436996"/>
            <a:ext cx="28398" cy="28398"/>
          </a:xfrm>
          <a:prstGeom prst="ellipse">
            <a:avLst/>
          </a:prstGeom>
          <a:solidFill>
            <a:srgbClr val="7F8C97">
              <a:alpha val="48000"/>
            </a:srgbClr>
          </a:solidFill>
          <a:ln w="0">
            <a:noFill/>
            <a:prstDash val="solid"/>
          </a:ln>
        </p:spPr>
      </p:sp>
      <p:sp>
        <p:nvSpPr>
          <p:cNvPr id="2147" name="03_assume_matched_7444">
            <a:extLst>
              <a:ext uri="{FF2B5EF4-FFF2-40B4-BE49-F238E27FC236}">
                <a16:creationId xmlns:a16="http://schemas.microsoft.com/office/drawing/2014/main" id="{00ED1AD8-2ADB-4F4E-B79E-8E34989CFA58}"/>
              </a:ext>
            </a:extLst>
          </p:cNvPr>
          <p:cNvSpPr>
            <a:spLocks noGrp="1"/>
          </p:cNvSpPr>
          <p:nvPr/>
        </p:nvSpPr>
        <p:spPr>
          <a:xfrm>
            <a:off x="1087646" y="5436996"/>
            <a:ext cx="28398" cy="28398"/>
          </a:xfrm>
          <a:prstGeom prst="ellipse">
            <a:avLst/>
          </a:prstGeom>
          <a:solidFill>
            <a:srgbClr val="7F8C97">
              <a:alpha val="48000"/>
            </a:srgbClr>
          </a:solidFill>
          <a:ln w="0">
            <a:noFill/>
            <a:prstDash val="solid"/>
          </a:ln>
        </p:spPr>
      </p:sp>
      <p:sp>
        <p:nvSpPr>
          <p:cNvPr id="2148" name="03_assume_matched_7445">
            <a:extLst>
              <a:ext uri="{FF2B5EF4-FFF2-40B4-BE49-F238E27FC236}">
                <a16:creationId xmlns:a16="http://schemas.microsoft.com/office/drawing/2014/main" id="{7DC37FD2-0483-4369-A268-400EA0E59425}"/>
              </a:ext>
            </a:extLst>
          </p:cNvPr>
          <p:cNvSpPr>
            <a:spLocks noGrp="1"/>
          </p:cNvSpPr>
          <p:nvPr/>
        </p:nvSpPr>
        <p:spPr>
          <a:xfrm>
            <a:off x="1583133" y="4852127"/>
            <a:ext cx="28398" cy="28398"/>
          </a:xfrm>
          <a:prstGeom prst="ellipse">
            <a:avLst/>
          </a:prstGeom>
          <a:solidFill>
            <a:srgbClr val="7F8C97">
              <a:alpha val="48000"/>
            </a:srgbClr>
          </a:solidFill>
          <a:ln w="0">
            <a:noFill/>
            <a:prstDash val="solid"/>
          </a:ln>
        </p:spPr>
      </p:sp>
      <p:sp>
        <p:nvSpPr>
          <p:cNvPr id="2149" name="03_assume_matched_7446">
            <a:extLst>
              <a:ext uri="{FF2B5EF4-FFF2-40B4-BE49-F238E27FC236}">
                <a16:creationId xmlns:a16="http://schemas.microsoft.com/office/drawing/2014/main" id="{2060C149-6B79-492B-9215-3356EFFF9E62}"/>
              </a:ext>
            </a:extLst>
          </p:cNvPr>
          <p:cNvSpPr>
            <a:spLocks noGrp="1"/>
          </p:cNvSpPr>
          <p:nvPr/>
        </p:nvSpPr>
        <p:spPr>
          <a:xfrm>
            <a:off x="1571620" y="5436996"/>
            <a:ext cx="28398" cy="28398"/>
          </a:xfrm>
          <a:prstGeom prst="ellipse">
            <a:avLst/>
          </a:prstGeom>
          <a:solidFill>
            <a:srgbClr val="7F8C97">
              <a:alpha val="48000"/>
            </a:srgbClr>
          </a:solidFill>
          <a:ln w="0">
            <a:noFill/>
            <a:prstDash val="solid"/>
          </a:ln>
        </p:spPr>
      </p:sp>
      <p:sp>
        <p:nvSpPr>
          <p:cNvPr id="2150" name="03_assume_matched_7447">
            <a:extLst>
              <a:ext uri="{FF2B5EF4-FFF2-40B4-BE49-F238E27FC236}">
                <a16:creationId xmlns:a16="http://schemas.microsoft.com/office/drawing/2014/main" id="{D206BD5E-F31F-4D16-8FE7-1D4505DD0A16}"/>
              </a:ext>
            </a:extLst>
          </p:cNvPr>
          <p:cNvSpPr>
            <a:spLocks noGrp="1"/>
          </p:cNvSpPr>
          <p:nvPr/>
        </p:nvSpPr>
        <p:spPr>
          <a:xfrm>
            <a:off x="1514488" y="4852127"/>
            <a:ext cx="28398" cy="28398"/>
          </a:xfrm>
          <a:prstGeom prst="ellipse">
            <a:avLst/>
          </a:prstGeom>
          <a:solidFill>
            <a:srgbClr val="7F8C97">
              <a:alpha val="48000"/>
            </a:srgbClr>
          </a:solidFill>
          <a:ln w="0">
            <a:noFill/>
            <a:prstDash val="solid"/>
          </a:ln>
        </p:spPr>
      </p:sp>
      <p:sp>
        <p:nvSpPr>
          <p:cNvPr id="2151" name="03_assume_matched_7448">
            <a:extLst>
              <a:ext uri="{FF2B5EF4-FFF2-40B4-BE49-F238E27FC236}">
                <a16:creationId xmlns:a16="http://schemas.microsoft.com/office/drawing/2014/main" id="{B9C88163-A139-42D5-90A6-B41A3C17093C}"/>
              </a:ext>
            </a:extLst>
          </p:cNvPr>
          <p:cNvSpPr>
            <a:spLocks noGrp="1"/>
          </p:cNvSpPr>
          <p:nvPr/>
        </p:nvSpPr>
        <p:spPr>
          <a:xfrm>
            <a:off x="1593350" y="4852127"/>
            <a:ext cx="28398" cy="28398"/>
          </a:xfrm>
          <a:prstGeom prst="ellipse">
            <a:avLst/>
          </a:prstGeom>
          <a:solidFill>
            <a:srgbClr val="7F8C97">
              <a:alpha val="48000"/>
            </a:srgbClr>
          </a:solidFill>
          <a:ln w="0">
            <a:noFill/>
            <a:prstDash val="solid"/>
          </a:ln>
        </p:spPr>
      </p:sp>
      <p:sp>
        <p:nvSpPr>
          <p:cNvPr id="2152" name="03_assume_matched_7449">
            <a:extLst>
              <a:ext uri="{FF2B5EF4-FFF2-40B4-BE49-F238E27FC236}">
                <a16:creationId xmlns:a16="http://schemas.microsoft.com/office/drawing/2014/main" id="{76E0835D-410F-4878-A388-8B3619E8796B}"/>
              </a:ext>
            </a:extLst>
          </p:cNvPr>
          <p:cNvSpPr>
            <a:spLocks noGrp="1"/>
          </p:cNvSpPr>
          <p:nvPr/>
        </p:nvSpPr>
        <p:spPr>
          <a:xfrm>
            <a:off x="1561115" y="5019232"/>
            <a:ext cx="28398" cy="28398"/>
          </a:xfrm>
          <a:prstGeom prst="ellipse">
            <a:avLst/>
          </a:prstGeom>
          <a:solidFill>
            <a:srgbClr val="7F8C97">
              <a:alpha val="48000"/>
            </a:srgbClr>
          </a:solidFill>
          <a:ln w="0">
            <a:noFill/>
            <a:prstDash val="solid"/>
          </a:ln>
        </p:spPr>
      </p:sp>
      <p:sp>
        <p:nvSpPr>
          <p:cNvPr id="2153" name="03_assume_matched_7450">
            <a:extLst>
              <a:ext uri="{FF2B5EF4-FFF2-40B4-BE49-F238E27FC236}">
                <a16:creationId xmlns:a16="http://schemas.microsoft.com/office/drawing/2014/main" id="{899CDE48-DF7F-4324-BDF5-44D44BA30FC5}"/>
              </a:ext>
            </a:extLst>
          </p:cNvPr>
          <p:cNvSpPr>
            <a:spLocks noGrp="1"/>
          </p:cNvSpPr>
          <p:nvPr/>
        </p:nvSpPr>
        <p:spPr>
          <a:xfrm>
            <a:off x="1465847" y="4905297"/>
            <a:ext cx="28398" cy="28398"/>
          </a:xfrm>
          <a:prstGeom prst="ellipse">
            <a:avLst/>
          </a:prstGeom>
          <a:solidFill>
            <a:srgbClr val="7F8C97">
              <a:alpha val="48000"/>
            </a:srgbClr>
          </a:solidFill>
          <a:ln w="0">
            <a:noFill/>
            <a:prstDash val="solid"/>
          </a:ln>
        </p:spPr>
      </p:sp>
      <p:sp>
        <p:nvSpPr>
          <p:cNvPr id="2154" name="03_assume_matched_7451">
            <a:extLst>
              <a:ext uri="{FF2B5EF4-FFF2-40B4-BE49-F238E27FC236}">
                <a16:creationId xmlns:a16="http://schemas.microsoft.com/office/drawing/2014/main" id="{8A6552FF-A50A-4F29-9AE9-B8770997600E}"/>
              </a:ext>
            </a:extLst>
          </p:cNvPr>
          <p:cNvSpPr>
            <a:spLocks noGrp="1"/>
          </p:cNvSpPr>
          <p:nvPr/>
        </p:nvSpPr>
        <p:spPr>
          <a:xfrm>
            <a:off x="1496499" y="5436996"/>
            <a:ext cx="28398" cy="28398"/>
          </a:xfrm>
          <a:prstGeom prst="ellipse">
            <a:avLst/>
          </a:prstGeom>
          <a:solidFill>
            <a:srgbClr val="7F8C97">
              <a:alpha val="48000"/>
            </a:srgbClr>
          </a:solidFill>
          <a:ln w="0">
            <a:noFill/>
            <a:prstDash val="solid"/>
          </a:ln>
        </p:spPr>
      </p:sp>
      <p:sp>
        <p:nvSpPr>
          <p:cNvPr id="2155" name="03_assume_matched_7452">
            <a:extLst>
              <a:ext uri="{FF2B5EF4-FFF2-40B4-BE49-F238E27FC236}">
                <a16:creationId xmlns:a16="http://schemas.microsoft.com/office/drawing/2014/main" id="{102A4B5C-8B99-43C6-9400-65114C936118}"/>
              </a:ext>
            </a:extLst>
          </p:cNvPr>
          <p:cNvSpPr>
            <a:spLocks noGrp="1"/>
          </p:cNvSpPr>
          <p:nvPr/>
        </p:nvSpPr>
        <p:spPr>
          <a:xfrm>
            <a:off x="1465559" y="5290779"/>
            <a:ext cx="28398" cy="28398"/>
          </a:xfrm>
          <a:prstGeom prst="ellipse">
            <a:avLst/>
          </a:prstGeom>
          <a:solidFill>
            <a:srgbClr val="7F8C97">
              <a:alpha val="48000"/>
            </a:srgbClr>
          </a:solidFill>
          <a:ln w="0">
            <a:noFill/>
            <a:prstDash val="solid"/>
          </a:ln>
        </p:spPr>
      </p:sp>
      <p:sp>
        <p:nvSpPr>
          <p:cNvPr id="2156" name="03_assume_matched_7453">
            <a:extLst>
              <a:ext uri="{FF2B5EF4-FFF2-40B4-BE49-F238E27FC236}">
                <a16:creationId xmlns:a16="http://schemas.microsoft.com/office/drawing/2014/main" id="{7DD76E5B-365B-4165-B066-5CF27B5CCAE0}"/>
              </a:ext>
            </a:extLst>
          </p:cNvPr>
          <p:cNvSpPr>
            <a:spLocks noGrp="1"/>
          </p:cNvSpPr>
          <p:nvPr/>
        </p:nvSpPr>
        <p:spPr>
          <a:xfrm>
            <a:off x="1546868" y="5144561"/>
            <a:ext cx="28398" cy="28398"/>
          </a:xfrm>
          <a:prstGeom prst="ellipse">
            <a:avLst/>
          </a:prstGeom>
          <a:solidFill>
            <a:srgbClr val="7F8C97">
              <a:alpha val="48000"/>
            </a:srgbClr>
          </a:solidFill>
          <a:ln w="0">
            <a:noFill/>
            <a:prstDash val="solid"/>
          </a:ln>
        </p:spPr>
      </p:sp>
      <p:sp>
        <p:nvSpPr>
          <p:cNvPr id="2157" name="03_assume_matched_7454">
            <a:extLst>
              <a:ext uri="{FF2B5EF4-FFF2-40B4-BE49-F238E27FC236}">
                <a16:creationId xmlns:a16="http://schemas.microsoft.com/office/drawing/2014/main" id="{6AAA5D18-CC84-4962-9854-55E3DCD1F562}"/>
              </a:ext>
            </a:extLst>
          </p:cNvPr>
          <p:cNvSpPr>
            <a:spLocks noGrp="1"/>
          </p:cNvSpPr>
          <p:nvPr/>
        </p:nvSpPr>
        <p:spPr>
          <a:xfrm>
            <a:off x="1528159" y="5436996"/>
            <a:ext cx="28398" cy="28398"/>
          </a:xfrm>
          <a:prstGeom prst="ellipse">
            <a:avLst/>
          </a:prstGeom>
          <a:solidFill>
            <a:srgbClr val="7F8C97">
              <a:alpha val="48000"/>
            </a:srgbClr>
          </a:solidFill>
          <a:ln w="0">
            <a:noFill/>
            <a:prstDash val="solid"/>
          </a:ln>
        </p:spPr>
      </p:sp>
      <p:sp>
        <p:nvSpPr>
          <p:cNvPr id="2158" name="03_assume_matched_7455">
            <a:extLst>
              <a:ext uri="{FF2B5EF4-FFF2-40B4-BE49-F238E27FC236}">
                <a16:creationId xmlns:a16="http://schemas.microsoft.com/office/drawing/2014/main" id="{646D6672-133E-4CE5-90A9-CE1C5C0C0191}"/>
              </a:ext>
            </a:extLst>
          </p:cNvPr>
          <p:cNvSpPr>
            <a:spLocks noGrp="1"/>
          </p:cNvSpPr>
          <p:nvPr/>
        </p:nvSpPr>
        <p:spPr>
          <a:xfrm>
            <a:off x="1512905" y="5436996"/>
            <a:ext cx="28398" cy="28398"/>
          </a:xfrm>
          <a:prstGeom prst="ellipse">
            <a:avLst/>
          </a:prstGeom>
          <a:solidFill>
            <a:srgbClr val="7F8C97">
              <a:alpha val="48000"/>
            </a:srgbClr>
          </a:solidFill>
          <a:ln w="0">
            <a:noFill/>
            <a:prstDash val="solid"/>
          </a:ln>
        </p:spPr>
      </p:sp>
      <p:sp>
        <p:nvSpPr>
          <p:cNvPr id="2159" name="03_assume_matched_7456">
            <a:extLst>
              <a:ext uri="{FF2B5EF4-FFF2-40B4-BE49-F238E27FC236}">
                <a16:creationId xmlns:a16="http://schemas.microsoft.com/office/drawing/2014/main" id="{E639302D-A9EA-4361-89F3-E0644FF9EE71}"/>
              </a:ext>
            </a:extLst>
          </p:cNvPr>
          <p:cNvSpPr>
            <a:spLocks noGrp="1"/>
          </p:cNvSpPr>
          <p:nvPr/>
        </p:nvSpPr>
        <p:spPr>
          <a:xfrm>
            <a:off x="1498658" y="5436996"/>
            <a:ext cx="28398" cy="28398"/>
          </a:xfrm>
          <a:prstGeom prst="ellipse">
            <a:avLst/>
          </a:prstGeom>
          <a:solidFill>
            <a:srgbClr val="7F8C97">
              <a:alpha val="48000"/>
            </a:srgbClr>
          </a:solidFill>
          <a:ln w="0">
            <a:noFill/>
            <a:prstDash val="solid"/>
          </a:ln>
        </p:spPr>
      </p:sp>
      <p:sp>
        <p:nvSpPr>
          <p:cNvPr id="2160" name="03_assume_matched_7457">
            <a:extLst>
              <a:ext uri="{FF2B5EF4-FFF2-40B4-BE49-F238E27FC236}">
                <a16:creationId xmlns:a16="http://schemas.microsoft.com/office/drawing/2014/main" id="{E9841FB3-DFA8-4936-846A-BC4BB49D7793}"/>
              </a:ext>
            </a:extLst>
          </p:cNvPr>
          <p:cNvSpPr>
            <a:spLocks noGrp="1"/>
          </p:cNvSpPr>
          <p:nvPr/>
        </p:nvSpPr>
        <p:spPr>
          <a:xfrm>
            <a:off x="1515064" y="4852127"/>
            <a:ext cx="28398" cy="28398"/>
          </a:xfrm>
          <a:prstGeom prst="ellipse">
            <a:avLst/>
          </a:prstGeom>
          <a:solidFill>
            <a:srgbClr val="7F8C97">
              <a:alpha val="48000"/>
            </a:srgbClr>
          </a:solidFill>
          <a:ln w="0">
            <a:noFill/>
            <a:prstDash val="solid"/>
          </a:ln>
        </p:spPr>
      </p:sp>
      <p:sp>
        <p:nvSpPr>
          <p:cNvPr id="2161" name="03_assume_matched_7458">
            <a:extLst>
              <a:ext uri="{FF2B5EF4-FFF2-40B4-BE49-F238E27FC236}">
                <a16:creationId xmlns:a16="http://schemas.microsoft.com/office/drawing/2014/main" id="{7292504B-7EB2-4F4D-A4DA-B5590FDE9AFF}"/>
              </a:ext>
            </a:extLst>
          </p:cNvPr>
          <p:cNvSpPr>
            <a:spLocks noGrp="1"/>
          </p:cNvSpPr>
          <p:nvPr/>
        </p:nvSpPr>
        <p:spPr>
          <a:xfrm>
            <a:off x="1600258" y="5290779"/>
            <a:ext cx="28398" cy="28398"/>
          </a:xfrm>
          <a:prstGeom prst="ellipse">
            <a:avLst/>
          </a:prstGeom>
          <a:solidFill>
            <a:srgbClr val="7F8C97">
              <a:alpha val="48000"/>
            </a:srgbClr>
          </a:solidFill>
          <a:ln w="0">
            <a:noFill/>
            <a:prstDash val="solid"/>
          </a:ln>
        </p:spPr>
      </p:sp>
      <p:sp>
        <p:nvSpPr>
          <p:cNvPr id="2162" name="03_assume_matched_7459">
            <a:extLst>
              <a:ext uri="{FF2B5EF4-FFF2-40B4-BE49-F238E27FC236}">
                <a16:creationId xmlns:a16="http://schemas.microsoft.com/office/drawing/2014/main" id="{535A6448-FCB8-4AEC-AC98-8FEFB2B875B4}"/>
              </a:ext>
            </a:extLst>
          </p:cNvPr>
          <p:cNvSpPr>
            <a:spLocks noGrp="1"/>
          </p:cNvSpPr>
          <p:nvPr/>
        </p:nvSpPr>
        <p:spPr>
          <a:xfrm>
            <a:off x="1555214" y="4852127"/>
            <a:ext cx="28398" cy="28398"/>
          </a:xfrm>
          <a:prstGeom prst="ellipse">
            <a:avLst/>
          </a:prstGeom>
          <a:solidFill>
            <a:srgbClr val="7F8C97">
              <a:alpha val="48000"/>
            </a:srgbClr>
          </a:solidFill>
          <a:ln w="0">
            <a:noFill/>
            <a:prstDash val="solid"/>
          </a:ln>
        </p:spPr>
      </p:sp>
      <p:sp>
        <p:nvSpPr>
          <p:cNvPr id="2163" name="03_assume_matched_7460">
            <a:extLst>
              <a:ext uri="{FF2B5EF4-FFF2-40B4-BE49-F238E27FC236}">
                <a16:creationId xmlns:a16="http://schemas.microsoft.com/office/drawing/2014/main" id="{90B914DF-46D6-4B82-8A71-7AC39FBD9AA3}"/>
              </a:ext>
            </a:extLst>
          </p:cNvPr>
          <p:cNvSpPr>
            <a:spLocks noGrp="1"/>
          </p:cNvSpPr>
          <p:nvPr/>
        </p:nvSpPr>
        <p:spPr>
          <a:xfrm>
            <a:off x="1565000" y="5372010"/>
            <a:ext cx="28398" cy="28398"/>
          </a:xfrm>
          <a:prstGeom prst="ellipse">
            <a:avLst/>
          </a:prstGeom>
          <a:solidFill>
            <a:srgbClr val="7F8C97">
              <a:alpha val="48000"/>
            </a:srgbClr>
          </a:solidFill>
          <a:ln w="0">
            <a:noFill/>
            <a:prstDash val="solid"/>
          </a:ln>
        </p:spPr>
      </p:sp>
      <p:sp>
        <p:nvSpPr>
          <p:cNvPr id="2164" name="03_assume_matched_7461">
            <a:extLst>
              <a:ext uri="{FF2B5EF4-FFF2-40B4-BE49-F238E27FC236}">
                <a16:creationId xmlns:a16="http://schemas.microsoft.com/office/drawing/2014/main" id="{EDB3D87F-4A39-430F-89C9-DD8DA7920F8B}"/>
              </a:ext>
            </a:extLst>
          </p:cNvPr>
          <p:cNvSpPr>
            <a:spLocks noGrp="1"/>
          </p:cNvSpPr>
          <p:nvPr/>
        </p:nvSpPr>
        <p:spPr>
          <a:xfrm>
            <a:off x="1501824" y="5274532"/>
            <a:ext cx="28398" cy="28398"/>
          </a:xfrm>
          <a:prstGeom prst="ellipse">
            <a:avLst/>
          </a:prstGeom>
          <a:solidFill>
            <a:srgbClr val="7F8C97">
              <a:alpha val="48000"/>
            </a:srgbClr>
          </a:solidFill>
          <a:ln w="0">
            <a:noFill/>
            <a:prstDash val="solid"/>
          </a:ln>
        </p:spPr>
      </p:sp>
      <p:sp>
        <p:nvSpPr>
          <p:cNvPr id="2165" name="03_assume_matched_7462">
            <a:extLst>
              <a:ext uri="{FF2B5EF4-FFF2-40B4-BE49-F238E27FC236}">
                <a16:creationId xmlns:a16="http://schemas.microsoft.com/office/drawing/2014/main" id="{713DC829-3F26-4F25-BCA2-A1116E1689DC}"/>
              </a:ext>
            </a:extLst>
          </p:cNvPr>
          <p:cNvSpPr>
            <a:spLocks noGrp="1"/>
          </p:cNvSpPr>
          <p:nvPr/>
        </p:nvSpPr>
        <p:spPr>
          <a:xfrm>
            <a:off x="1592199" y="5242040"/>
            <a:ext cx="28398" cy="28398"/>
          </a:xfrm>
          <a:prstGeom prst="ellipse">
            <a:avLst/>
          </a:prstGeom>
          <a:solidFill>
            <a:srgbClr val="7F8C97">
              <a:alpha val="48000"/>
            </a:srgbClr>
          </a:solidFill>
          <a:ln w="0">
            <a:noFill/>
            <a:prstDash val="solid"/>
          </a:ln>
        </p:spPr>
      </p:sp>
      <p:sp>
        <p:nvSpPr>
          <p:cNvPr id="2166" name="03_assume_matched_7463">
            <a:extLst>
              <a:ext uri="{FF2B5EF4-FFF2-40B4-BE49-F238E27FC236}">
                <a16:creationId xmlns:a16="http://schemas.microsoft.com/office/drawing/2014/main" id="{A8F28CC8-5830-42B2-ABBC-B4D08DCE996A}"/>
              </a:ext>
            </a:extLst>
          </p:cNvPr>
          <p:cNvSpPr>
            <a:spLocks noGrp="1"/>
          </p:cNvSpPr>
          <p:nvPr/>
        </p:nvSpPr>
        <p:spPr>
          <a:xfrm>
            <a:off x="1565288" y="4905297"/>
            <a:ext cx="28398" cy="28398"/>
          </a:xfrm>
          <a:prstGeom prst="ellipse">
            <a:avLst/>
          </a:prstGeom>
          <a:solidFill>
            <a:srgbClr val="7F8C97">
              <a:alpha val="48000"/>
            </a:srgbClr>
          </a:solidFill>
          <a:ln w="0">
            <a:noFill/>
            <a:prstDash val="solid"/>
          </a:ln>
        </p:spPr>
      </p:sp>
      <p:sp>
        <p:nvSpPr>
          <p:cNvPr id="2167" name="03_assume_matched_7464">
            <a:extLst>
              <a:ext uri="{FF2B5EF4-FFF2-40B4-BE49-F238E27FC236}">
                <a16:creationId xmlns:a16="http://schemas.microsoft.com/office/drawing/2014/main" id="{BA80D261-8304-4A06-AF7F-14891FCD1A4D}"/>
              </a:ext>
            </a:extLst>
          </p:cNvPr>
          <p:cNvSpPr>
            <a:spLocks noGrp="1"/>
          </p:cNvSpPr>
          <p:nvPr/>
        </p:nvSpPr>
        <p:spPr>
          <a:xfrm>
            <a:off x="1483116" y="5436996"/>
            <a:ext cx="28398" cy="28398"/>
          </a:xfrm>
          <a:prstGeom prst="ellipse">
            <a:avLst/>
          </a:prstGeom>
          <a:solidFill>
            <a:srgbClr val="7F8C97">
              <a:alpha val="48000"/>
            </a:srgbClr>
          </a:solidFill>
          <a:ln w="0">
            <a:noFill/>
            <a:prstDash val="solid"/>
          </a:ln>
        </p:spPr>
      </p:sp>
      <p:sp>
        <p:nvSpPr>
          <p:cNvPr id="2168" name="03_assume_matched_7465">
            <a:extLst>
              <a:ext uri="{FF2B5EF4-FFF2-40B4-BE49-F238E27FC236}">
                <a16:creationId xmlns:a16="http://schemas.microsoft.com/office/drawing/2014/main" id="{0AAE72CC-543C-47AA-B402-CACC69972350}"/>
              </a:ext>
            </a:extLst>
          </p:cNvPr>
          <p:cNvSpPr>
            <a:spLocks noGrp="1"/>
          </p:cNvSpPr>
          <p:nvPr/>
        </p:nvSpPr>
        <p:spPr>
          <a:xfrm>
            <a:off x="1490455" y="4852127"/>
            <a:ext cx="28398" cy="28398"/>
          </a:xfrm>
          <a:prstGeom prst="ellipse">
            <a:avLst/>
          </a:prstGeom>
          <a:solidFill>
            <a:srgbClr val="7F8C97">
              <a:alpha val="48000"/>
            </a:srgbClr>
          </a:solidFill>
          <a:ln w="0">
            <a:noFill/>
            <a:prstDash val="solid"/>
          </a:ln>
        </p:spPr>
      </p:sp>
      <p:sp>
        <p:nvSpPr>
          <p:cNvPr id="2169" name="03_assume_matched_7466">
            <a:extLst>
              <a:ext uri="{FF2B5EF4-FFF2-40B4-BE49-F238E27FC236}">
                <a16:creationId xmlns:a16="http://schemas.microsoft.com/office/drawing/2014/main" id="{20AD2830-7CFD-48C4-874D-CE851BD74BB7}"/>
              </a:ext>
            </a:extLst>
          </p:cNvPr>
          <p:cNvSpPr>
            <a:spLocks noGrp="1"/>
          </p:cNvSpPr>
          <p:nvPr/>
        </p:nvSpPr>
        <p:spPr>
          <a:xfrm>
            <a:off x="1501680" y="5242040"/>
            <a:ext cx="28398" cy="28398"/>
          </a:xfrm>
          <a:prstGeom prst="ellipse">
            <a:avLst/>
          </a:prstGeom>
          <a:solidFill>
            <a:srgbClr val="7F8C97">
              <a:alpha val="48000"/>
            </a:srgbClr>
          </a:solidFill>
          <a:ln w="0">
            <a:noFill/>
            <a:prstDash val="solid"/>
          </a:ln>
        </p:spPr>
      </p:sp>
      <p:sp>
        <p:nvSpPr>
          <p:cNvPr id="2170" name="03_assume_matched_7467">
            <a:extLst>
              <a:ext uri="{FF2B5EF4-FFF2-40B4-BE49-F238E27FC236}">
                <a16:creationId xmlns:a16="http://schemas.microsoft.com/office/drawing/2014/main" id="{47ED337A-FE65-4447-A722-0684110B9A76}"/>
              </a:ext>
            </a:extLst>
          </p:cNvPr>
          <p:cNvSpPr>
            <a:spLocks noGrp="1"/>
          </p:cNvSpPr>
          <p:nvPr/>
        </p:nvSpPr>
        <p:spPr>
          <a:xfrm>
            <a:off x="1591048" y="5436996"/>
            <a:ext cx="28398" cy="28398"/>
          </a:xfrm>
          <a:prstGeom prst="ellipse">
            <a:avLst/>
          </a:prstGeom>
          <a:solidFill>
            <a:srgbClr val="7F8C97">
              <a:alpha val="48000"/>
            </a:srgbClr>
          </a:solidFill>
          <a:ln w="0">
            <a:noFill/>
            <a:prstDash val="solid"/>
          </a:ln>
        </p:spPr>
      </p:sp>
      <p:sp>
        <p:nvSpPr>
          <p:cNvPr id="2171" name="03_assume_matched_7468">
            <a:extLst>
              <a:ext uri="{FF2B5EF4-FFF2-40B4-BE49-F238E27FC236}">
                <a16:creationId xmlns:a16="http://schemas.microsoft.com/office/drawing/2014/main" id="{B3F25DE7-FC28-4791-A8BB-5D2B11529970}"/>
              </a:ext>
            </a:extLst>
          </p:cNvPr>
          <p:cNvSpPr>
            <a:spLocks noGrp="1"/>
          </p:cNvSpPr>
          <p:nvPr/>
        </p:nvSpPr>
        <p:spPr>
          <a:xfrm>
            <a:off x="1503983" y="4852127"/>
            <a:ext cx="28398" cy="28398"/>
          </a:xfrm>
          <a:prstGeom prst="ellipse">
            <a:avLst/>
          </a:prstGeom>
          <a:solidFill>
            <a:srgbClr val="7F8C97">
              <a:alpha val="48000"/>
            </a:srgbClr>
          </a:solidFill>
          <a:ln w="0">
            <a:noFill/>
            <a:prstDash val="solid"/>
          </a:ln>
        </p:spPr>
      </p:sp>
      <p:sp>
        <p:nvSpPr>
          <p:cNvPr id="2172" name="03_assume_matched_7469">
            <a:extLst>
              <a:ext uri="{FF2B5EF4-FFF2-40B4-BE49-F238E27FC236}">
                <a16:creationId xmlns:a16="http://schemas.microsoft.com/office/drawing/2014/main" id="{FEE09A3A-0F38-472B-9164-2A9ABD1F4531}"/>
              </a:ext>
            </a:extLst>
          </p:cNvPr>
          <p:cNvSpPr>
            <a:spLocks noGrp="1"/>
          </p:cNvSpPr>
          <p:nvPr/>
        </p:nvSpPr>
        <p:spPr>
          <a:xfrm>
            <a:off x="1582989" y="5177054"/>
            <a:ext cx="28398" cy="28398"/>
          </a:xfrm>
          <a:prstGeom prst="ellipse">
            <a:avLst/>
          </a:prstGeom>
          <a:solidFill>
            <a:srgbClr val="7F8C97">
              <a:alpha val="48000"/>
            </a:srgbClr>
          </a:solidFill>
          <a:ln w="0">
            <a:noFill/>
            <a:prstDash val="solid"/>
          </a:ln>
        </p:spPr>
      </p:sp>
      <p:sp>
        <p:nvSpPr>
          <p:cNvPr id="2173" name="03_assume_matched_7470">
            <a:extLst>
              <a:ext uri="{FF2B5EF4-FFF2-40B4-BE49-F238E27FC236}">
                <a16:creationId xmlns:a16="http://schemas.microsoft.com/office/drawing/2014/main" id="{65F0E15A-4323-463A-A923-D962B83EFE90}"/>
              </a:ext>
            </a:extLst>
          </p:cNvPr>
          <p:cNvSpPr>
            <a:spLocks noGrp="1"/>
          </p:cNvSpPr>
          <p:nvPr/>
        </p:nvSpPr>
        <p:spPr>
          <a:xfrm>
            <a:off x="1584140" y="4852127"/>
            <a:ext cx="28398" cy="28398"/>
          </a:xfrm>
          <a:prstGeom prst="ellipse">
            <a:avLst/>
          </a:prstGeom>
          <a:solidFill>
            <a:srgbClr val="7F8C97">
              <a:alpha val="48000"/>
            </a:srgbClr>
          </a:solidFill>
          <a:ln w="0">
            <a:noFill/>
            <a:prstDash val="solid"/>
          </a:ln>
        </p:spPr>
      </p:sp>
      <p:sp>
        <p:nvSpPr>
          <p:cNvPr id="2174" name="03_assume_matched_7471">
            <a:extLst>
              <a:ext uri="{FF2B5EF4-FFF2-40B4-BE49-F238E27FC236}">
                <a16:creationId xmlns:a16="http://schemas.microsoft.com/office/drawing/2014/main" id="{AB6C47CF-5786-4E13-8E20-AB0FFE0A94A9}"/>
              </a:ext>
            </a:extLst>
          </p:cNvPr>
          <p:cNvSpPr>
            <a:spLocks noGrp="1"/>
          </p:cNvSpPr>
          <p:nvPr/>
        </p:nvSpPr>
        <p:spPr>
          <a:xfrm>
            <a:off x="1587882" y="5436996"/>
            <a:ext cx="28398" cy="28398"/>
          </a:xfrm>
          <a:prstGeom prst="ellipse">
            <a:avLst/>
          </a:prstGeom>
          <a:solidFill>
            <a:srgbClr val="7F8C97">
              <a:alpha val="48000"/>
            </a:srgbClr>
          </a:solidFill>
          <a:ln w="0">
            <a:noFill/>
            <a:prstDash val="solid"/>
          </a:ln>
        </p:spPr>
      </p:sp>
      <p:sp>
        <p:nvSpPr>
          <p:cNvPr id="2175" name="03_assume_matched_7472">
            <a:extLst>
              <a:ext uri="{FF2B5EF4-FFF2-40B4-BE49-F238E27FC236}">
                <a16:creationId xmlns:a16="http://schemas.microsoft.com/office/drawing/2014/main" id="{FFAFE30C-755E-4F75-ADE6-D56BFD4E712E}"/>
              </a:ext>
            </a:extLst>
          </p:cNvPr>
          <p:cNvSpPr>
            <a:spLocks noGrp="1"/>
          </p:cNvSpPr>
          <p:nvPr/>
        </p:nvSpPr>
        <p:spPr>
          <a:xfrm>
            <a:off x="1505134" y="5242040"/>
            <a:ext cx="28398" cy="28398"/>
          </a:xfrm>
          <a:prstGeom prst="ellipse">
            <a:avLst/>
          </a:prstGeom>
          <a:solidFill>
            <a:srgbClr val="7F8C97">
              <a:alpha val="48000"/>
            </a:srgbClr>
          </a:solidFill>
          <a:ln w="0">
            <a:noFill/>
            <a:prstDash val="solid"/>
          </a:ln>
        </p:spPr>
      </p:sp>
      <p:sp>
        <p:nvSpPr>
          <p:cNvPr id="2176" name="03_assume_matched_7473">
            <a:extLst>
              <a:ext uri="{FF2B5EF4-FFF2-40B4-BE49-F238E27FC236}">
                <a16:creationId xmlns:a16="http://schemas.microsoft.com/office/drawing/2014/main" id="{F8337B79-A0C6-48CD-823F-A0D6B5143B84}"/>
              </a:ext>
            </a:extLst>
          </p:cNvPr>
          <p:cNvSpPr>
            <a:spLocks noGrp="1"/>
          </p:cNvSpPr>
          <p:nvPr/>
        </p:nvSpPr>
        <p:spPr>
          <a:xfrm>
            <a:off x="1483404" y="4998344"/>
            <a:ext cx="28398" cy="28398"/>
          </a:xfrm>
          <a:prstGeom prst="ellipse">
            <a:avLst/>
          </a:prstGeom>
          <a:solidFill>
            <a:srgbClr val="7F8C97">
              <a:alpha val="48000"/>
            </a:srgbClr>
          </a:solidFill>
          <a:ln w="0">
            <a:noFill/>
            <a:prstDash val="solid"/>
          </a:ln>
        </p:spPr>
      </p:sp>
      <p:sp>
        <p:nvSpPr>
          <p:cNvPr id="2177" name="03_assume_matched_7474">
            <a:extLst>
              <a:ext uri="{FF2B5EF4-FFF2-40B4-BE49-F238E27FC236}">
                <a16:creationId xmlns:a16="http://schemas.microsoft.com/office/drawing/2014/main" id="{F244C08F-DD6B-426C-B826-E712BCC0BC09}"/>
              </a:ext>
            </a:extLst>
          </p:cNvPr>
          <p:cNvSpPr>
            <a:spLocks noGrp="1"/>
          </p:cNvSpPr>
          <p:nvPr/>
        </p:nvSpPr>
        <p:spPr>
          <a:xfrm>
            <a:off x="1567159" y="5436996"/>
            <a:ext cx="28398" cy="28398"/>
          </a:xfrm>
          <a:prstGeom prst="ellipse">
            <a:avLst/>
          </a:prstGeom>
          <a:solidFill>
            <a:srgbClr val="7F8C97">
              <a:alpha val="48000"/>
            </a:srgbClr>
          </a:solidFill>
          <a:ln w="0">
            <a:noFill/>
            <a:prstDash val="solid"/>
          </a:ln>
        </p:spPr>
      </p:sp>
      <p:sp>
        <p:nvSpPr>
          <p:cNvPr id="2178" name="03_assume_matched_7475">
            <a:extLst>
              <a:ext uri="{FF2B5EF4-FFF2-40B4-BE49-F238E27FC236}">
                <a16:creationId xmlns:a16="http://schemas.microsoft.com/office/drawing/2014/main" id="{5FAB8092-69BD-4CBF-8897-3759671BA0ED}"/>
              </a:ext>
            </a:extLst>
          </p:cNvPr>
          <p:cNvSpPr>
            <a:spLocks noGrp="1"/>
          </p:cNvSpPr>
          <p:nvPr/>
        </p:nvSpPr>
        <p:spPr>
          <a:xfrm>
            <a:off x="1476640" y="4852127"/>
            <a:ext cx="28398" cy="28398"/>
          </a:xfrm>
          <a:prstGeom prst="ellipse">
            <a:avLst/>
          </a:prstGeom>
          <a:solidFill>
            <a:srgbClr val="7F8C97">
              <a:alpha val="48000"/>
            </a:srgbClr>
          </a:solidFill>
          <a:ln w="0">
            <a:noFill/>
            <a:prstDash val="solid"/>
          </a:ln>
        </p:spPr>
      </p:sp>
      <p:sp>
        <p:nvSpPr>
          <p:cNvPr id="2179" name="03_assume_matched_7476">
            <a:extLst>
              <a:ext uri="{FF2B5EF4-FFF2-40B4-BE49-F238E27FC236}">
                <a16:creationId xmlns:a16="http://schemas.microsoft.com/office/drawing/2014/main" id="{802C7092-6996-4E4B-9E37-4A5433400733}"/>
              </a:ext>
            </a:extLst>
          </p:cNvPr>
          <p:cNvSpPr>
            <a:spLocks noGrp="1"/>
          </p:cNvSpPr>
          <p:nvPr/>
        </p:nvSpPr>
        <p:spPr>
          <a:xfrm>
            <a:off x="1570756" y="4852127"/>
            <a:ext cx="28398" cy="28398"/>
          </a:xfrm>
          <a:prstGeom prst="ellipse">
            <a:avLst/>
          </a:prstGeom>
          <a:solidFill>
            <a:srgbClr val="7F8C97">
              <a:alpha val="48000"/>
            </a:srgbClr>
          </a:solidFill>
          <a:ln w="0">
            <a:noFill/>
            <a:prstDash val="solid"/>
          </a:ln>
        </p:spPr>
      </p:sp>
      <p:sp>
        <p:nvSpPr>
          <p:cNvPr id="2180" name="03_assume_matched_7477">
            <a:extLst>
              <a:ext uri="{FF2B5EF4-FFF2-40B4-BE49-F238E27FC236}">
                <a16:creationId xmlns:a16="http://schemas.microsoft.com/office/drawing/2014/main" id="{6F742C93-D76F-4668-A9C2-CC3F0CD319E6}"/>
              </a:ext>
            </a:extLst>
          </p:cNvPr>
          <p:cNvSpPr>
            <a:spLocks noGrp="1"/>
          </p:cNvSpPr>
          <p:nvPr/>
        </p:nvSpPr>
        <p:spPr>
          <a:xfrm>
            <a:off x="1477935" y="5436996"/>
            <a:ext cx="28398" cy="28398"/>
          </a:xfrm>
          <a:prstGeom prst="ellipse">
            <a:avLst/>
          </a:prstGeom>
          <a:solidFill>
            <a:srgbClr val="7F8C97">
              <a:alpha val="48000"/>
            </a:srgbClr>
          </a:solidFill>
          <a:ln w="0">
            <a:noFill/>
            <a:prstDash val="solid"/>
          </a:ln>
        </p:spPr>
      </p:sp>
      <p:sp>
        <p:nvSpPr>
          <p:cNvPr id="2181" name="03_assume_matched_7478">
            <a:extLst>
              <a:ext uri="{FF2B5EF4-FFF2-40B4-BE49-F238E27FC236}">
                <a16:creationId xmlns:a16="http://schemas.microsoft.com/office/drawing/2014/main" id="{9DEC5B4E-B2F2-44F5-A8D6-3B6D4D2BF2FC}"/>
              </a:ext>
            </a:extLst>
          </p:cNvPr>
          <p:cNvSpPr>
            <a:spLocks noGrp="1"/>
          </p:cNvSpPr>
          <p:nvPr/>
        </p:nvSpPr>
        <p:spPr>
          <a:xfrm>
            <a:off x="1598387" y="4852127"/>
            <a:ext cx="28398" cy="28398"/>
          </a:xfrm>
          <a:prstGeom prst="ellipse">
            <a:avLst/>
          </a:prstGeom>
          <a:solidFill>
            <a:srgbClr val="7F8C97">
              <a:alpha val="48000"/>
            </a:srgbClr>
          </a:solidFill>
          <a:ln w="0">
            <a:noFill/>
            <a:prstDash val="solid"/>
          </a:ln>
        </p:spPr>
      </p:sp>
      <p:sp>
        <p:nvSpPr>
          <p:cNvPr id="2182" name="03_assume_matched_7479">
            <a:extLst>
              <a:ext uri="{FF2B5EF4-FFF2-40B4-BE49-F238E27FC236}">
                <a16:creationId xmlns:a16="http://schemas.microsoft.com/office/drawing/2014/main" id="{327807D8-FD28-41D3-AB93-CDD7FDC73EF7}"/>
              </a:ext>
            </a:extLst>
          </p:cNvPr>
          <p:cNvSpPr>
            <a:spLocks noGrp="1"/>
          </p:cNvSpPr>
          <p:nvPr/>
        </p:nvSpPr>
        <p:spPr>
          <a:xfrm>
            <a:off x="1576369" y="4852127"/>
            <a:ext cx="28398" cy="28398"/>
          </a:xfrm>
          <a:prstGeom prst="ellipse">
            <a:avLst/>
          </a:prstGeom>
          <a:solidFill>
            <a:srgbClr val="7F8C97">
              <a:alpha val="48000"/>
            </a:srgbClr>
          </a:solidFill>
          <a:ln w="0">
            <a:noFill/>
            <a:prstDash val="solid"/>
          </a:ln>
        </p:spPr>
      </p:sp>
      <p:sp>
        <p:nvSpPr>
          <p:cNvPr id="2183" name="03_assume_matched_7480">
            <a:extLst>
              <a:ext uri="{FF2B5EF4-FFF2-40B4-BE49-F238E27FC236}">
                <a16:creationId xmlns:a16="http://schemas.microsoft.com/office/drawing/2014/main" id="{DDBDA669-BCC7-4AA4-A56D-CC55404535C8}"/>
              </a:ext>
            </a:extLst>
          </p:cNvPr>
          <p:cNvSpPr>
            <a:spLocks noGrp="1"/>
          </p:cNvSpPr>
          <p:nvPr/>
        </p:nvSpPr>
        <p:spPr>
          <a:xfrm>
            <a:off x="1524274" y="5436996"/>
            <a:ext cx="28398" cy="28398"/>
          </a:xfrm>
          <a:prstGeom prst="ellipse">
            <a:avLst/>
          </a:prstGeom>
          <a:solidFill>
            <a:srgbClr val="7F8C97">
              <a:alpha val="48000"/>
            </a:srgbClr>
          </a:solidFill>
          <a:ln w="0">
            <a:noFill/>
            <a:prstDash val="solid"/>
          </a:ln>
        </p:spPr>
      </p:sp>
      <p:sp>
        <p:nvSpPr>
          <p:cNvPr id="2184" name="03_assume_matched_7481">
            <a:extLst>
              <a:ext uri="{FF2B5EF4-FFF2-40B4-BE49-F238E27FC236}">
                <a16:creationId xmlns:a16="http://schemas.microsoft.com/office/drawing/2014/main" id="{C8400149-54C3-4B2B-9486-26109E9B56CB}"/>
              </a:ext>
            </a:extLst>
          </p:cNvPr>
          <p:cNvSpPr>
            <a:spLocks noGrp="1"/>
          </p:cNvSpPr>
          <p:nvPr/>
        </p:nvSpPr>
        <p:spPr>
          <a:xfrm>
            <a:off x="1499953" y="4852127"/>
            <a:ext cx="28398" cy="28398"/>
          </a:xfrm>
          <a:prstGeom prst="ellipse">
            <a:avLst/>
          </a:prstGeom>
          <a:solidFill>
            <a:srgbClr val="7F8C97">
              <a:alpha val="48000"/>
            </a:srgbClr>
          </a:solidFill>
          <a:ln w="0">
            <a:noFill/>
            <a:prstDash val="solid"/>
          </a:ln>
        </p:spPr>
      </p:sp>
      <p:sp>
        <p:nvSpPr>
          <p:cNvPr id="2185" name="03_assume_matched_7482">
            <a:extLst>
              <a:ext uri="{FF2B5EF4-FFF2-40B4-BE49-F238E27FC236}">
                <a16:creationId xmlns:a16="http://schemas.microsoft.com/office/drawing/2014/main" id="{0682D28A-5B75-4EFE-B640-AABD9F42A63F}"/>
              </a:ext>
            </a:extLst>
          </p:cNvPr>
          <p:cNvSpPr>
            <a:spLocks noGrp="1"/>
          </p:cNvSpPr>
          <p:nvPr/>
        </p:nvSpPr>
        <p:spPr>
          <a:xfrm>
            <a:off x="1602416" y="5436996"/>
            <a:ext cx="28398" cy="28398"/>
          </a:xfrm>
          <a:prstGeom prst="ellipse">
            <a:avLst/>
          </a:prstGeom>
          <a:solidFill>
            <a:srgbClr val="7F8C97">
              <a:alpha val="48000"/>
            </a:srgbClr>
          </a:solidFill>
          <a:ln w="0">
            <a:noFill/>
            <a:prstDash val="solid"/>
          </a:ln>
        </p:spPr>
      </p:sp>
      <p:sp>
        <p:nvSpPr>
          <p:cNvPr id="2186" name="03_assume_matched_7483">
            <a:extLst>
              <a:ext uri="{FF2B5EF4-FFF2-40B4-BE49-F238E27FC236}">
                <a16:creationId xmlns:a16="http://schemas.microsoft.com/office/drawing/2014/main" id="{4D576FE2-7F45-4F23-9DEE-3BD287AF9943}"/>
              </a:ext>
            </a:extLst>
          </p:cNvPr>
          <p:cNvSpPr>
            <a:spLocks noGrp="1"/>
          </p:cNvSpPr>
          <p:nvPr/>
        </p:nvSpPr>
        <p:spPr>
          <a:xfrm>
            <a:off x="1550177" y="5436996"/>
            <a:ext cx="28398" cy="28398"/>
          </a:xfrm>
          <a:prstGeom prst="ellipse">
            <a:avLst/>
          </a:prstGeom>
          <a:solidFill>
            <a:srgbClr val="7F8C97">
              <a:alpha val="48000"/>
            </a:srgbClr>
          </a:solidFill>
          <a:ln w="0">
            <a:noFill/>
            <a:prstDash val="solid"/>
          </a:ln>
        </p:spPr>
      </p:sp>
      <p:sp>
        <p:nvSpPr>
          <p:cNvPr id="2187" name="03_assume_matched_7484">
            <a:extLst>
              <a:ext uri="{FF2B5EF4-FFF2-40B4-BE49-F238E27FC236}">
                <a16:creationId xmlns:a16="http://schemas.microsoft.com/office/drawing/2014/main" id="{940E92E4-2342-482B-A824-D99C81F7A495}"/>
              </a:ext>
            </a:extLst>
          </p:cNvPr>
          <p:cNvSpPr>
            <a:spLocks noGrp="1"/>
          </p:cNvSpPr>
          <p:nvPr/>
        </p:nvSpPr>
        <p:spPr>
          <a:xfrm>
            <a:off x="1582989" y="5436996"/>
            <a:ext cx="28398" cy="28398"/>
          </a:xfrm>
          <a:prstGeom prst="ellipse">
            <a:avLst/>
          </a:prstGeom>
          <a:solidFill>
            <a:srgbClr val="7F8C97">
              <a:alpha val="48000"/>
            </a:srgbClr>
          </a:solidFill>
          <a:ln w="0">
            <a:noFill/>
            <a:prstDash val="solid"/>
          </a:ln>
        </p:spPr>
      </p:sp>
      <p:sp>
        <p:nvSpPr>
          <p:cNvPr id="2188" name="03_assume_matched_7485">
            <a:extLst>
              <a:ext uri="{FF2B5EF4-FFF2-40B4-BE49-F238E27FC236}">
                <a16:creationId xmlns:a16="http://schemas.microsoft.com/office/drawing/2014/main" id="{FA92371D-75C3-49B8-9B5D-1AFA03684E6B}"/>
              </a:ext>
            </a:extLst>
          </p:cNvPr>
          <p:cNvSpPr>
            <a:spLocks noGrp="1"/>
          </p:cNvSpPr>
          <p:nvPr/>
        </p:nvSpPr>
        <p:spPr>
          <a:xfrm>
            <a:off x="1482109" y="5086074"/>
            <a:ext cx="28398" cy="28398"/>
          </a:xfrm>
          <a:prstGeom prst="ellipse">
            <a:avLst/>
          </a:prstGeom>
          <a:solidFill>
            <a:srgbClr val="7F8C97">
              <a:alpha val="48000"/>
            </a:srgbClr>
          </a:solidFill>
          <a:ln w="0">
            <a:noFill/>
            <a:prstDash val="solid"/>
          </a:ln>
        </p:spPr>
      </p:sp>
      <p:sp>
        <p:nvSpPr>
          <p:cNvPr id="2189" name="03_assume_matched_7486">
            <a:extLst>
              <a:ext uri="{FF2B5EF4-FFF2-40B4-BE49-F238E27FC236}">
                <a16:creationId xmlns:a16="http://schemas.microsoft.com/office/drawing/2014/main" id="{DF394F18-683D-4372-9DF5-B50B4F024FF4}"/>
              </a:ext>
            </a:extLst>
          </p:cNvPr>
          <p:cNvSpPr>
            <a:spLocks noGrp="1"/>
          </p:cNvSpPr>
          <p:nvPr/>
        </p:nvSpPr>
        <p:spPr>
          <a:xfrm>
            <a:off x="1574066" y="5144561"/>
            <a:ext cx="28398" cy="28398"/>
          </a:xfrm>
          <a:prstGeom prst="ellipse">
            <a:avLst/>
          </a:prstGeom>
          <a:solidFill>
            <a:srgbClr val="7F8C97">
              <a:alpha val="48000"/>
            </a:srgbClr>
          </a:solidFill>
          <a:ln w="0">
            <a:noFill/>
            <a:prstDash val="solid"/>
          </a:ln>
        </p:spPr>
      </p:sp>
      <p:sp>
        <p:nvSpPr>
          <p:cNvPr id="2190" name="03_assume_matched_7487">
            <a:extLst>
              <a:ext uri="{FF2B5EF4-FFF2-40B4-BE49-F238E27FC236}">
                <a16:creationId xmlns:a16="http://schemas.microsoft.com/office/drawing/2014/main" id="{CB57FDAE-6B27-4791-ABC5-0508866B6E0C}"/>
              </a:ext>
            </a:extLst>
          </p:cNvPr>
          <p:cNvSpPr>
            <a:spLocks noGrp="1"/>
          </p:cNvSpPr>
          <p:nvPr/>
        </p:nvSpPr>
        <p:spPr>
          <a:xfrm>
            <a:off x="1553200" y="5047083"/>
            <a:ext cx="28398" cy="28398"/>
          </a:xfrm>
          <a:prstGeom prst="ellipse">
            <a:avLst/>
          </a:prstGeom>
          <a:solidFill>
            <a:srgbClr val="7F8C97">
              <a:alpha val="48000"/>
            </a:srgbClr>
          </a:solidFill>
          <a:ln w="0">
            <a:noFill/>
            <a:prstDash val="solid"/>
          </a:ln>
        </p:spPr>
      </p:sp>
      <p:sp>
        <p:nvSpPr>
          <p:cNvPr id="2191" name="03_assume_matched_7488">
            <a:extLst>
              <a:ext uri="{FF2B5EF4-FFF2-40B4-BE49-F238E27FC236}">
                <a16:creationId xmlns:a16="http://schemas.microsoft.com/office/drawing/2014/main" id="{E007D818-807D-4811-826E-EF1CC54F0017}"/>
              </a:ext>
            </a:extLst>
          </p:cNvPr>
          <p:cNvSpPr>
            <a:spLocks noGrp="1"/>
          </p:cNvSpPr>
          <p:nvPr/>
        </p:nvSpPr>
        <p:spPr>
          <a:xfrm>
            <a:off x="1461817" y="4852127"/>
            <a:ext cx="28398" cy="28398"/>
          </a:xfrm>
          <a:prstGeom prst="ellipse">
            <a:avLst/>
          </a:prstGeom>
          <a:solidFill>
            <a:srgbClr val="7F8C97">
              <a:alpha val="48000"/>
            </a:srgbClr>
          </a:solidFill>
          <a:ln w="0">
            <a:noFill/>
            <a:prstDash val="solid"/>
          </a:ln>
        </p:spPr>
      </p:sp>
      <p:sp>
        <p:nvSpPr>
          <p:cNvPr id="2192" name="03_assume_matched_7489">
            <a:extLst>
              <a:ext uri="{FF2B5EF4-FFF2-40B4-BE49-F238E27FC236}">
                <a16:creationId xmlns:a16="http://schemas.microsoft.com/office/drawing/2014/main" id="{8AA9A51D-9161-403A-8D56-0E8D77F2CB63}"/>
              </a:ext>
            </a:extLst>
          </p:cNvPr>
          <p:cNvSpPr>
            <a:spLocks noGrp="1"/>
          </p:cNvSpPr>
          <p:nvPr/>
        </p:nvSpPr>
        <p:spPr>
          <a:xfrm>
            <a:off x="1521108" y="5436996"/>
            <a:ext cx="28398" cy="28398"/>
          </a:xfrm>
          <a:prstGeom prst="ellipse">
            <a:avLst/>
          </a:prstGeom>
          <a:solidFill>
            <a:srgbClr val="7F8C97">
              <a:alpha val="48000"/>
            </a:srgbClr>
          </a:solidFill>
          <a:ln w="0">
            <a:noFill/>
            <a:prstDash val="solid"/>
          </a:ln>
        </p:spPr>
      </p:sp>
      <p:sp>
        <p:nvSpPr>
          <p:cNvPr id="2193" name="03_assume_matched_7490">
            <a:extLst>
              <a:ext uri="{FF2B5EF4-FFF2-40B4-BE49-F238E27FC236}">
                <a16:creationId xmlns:a16="http://schemas.microsoft.com/office/drawing/2014/main" id="{B23A5D1B-CCA7-4A95-92D4-B2178A355F0E}"/>
              </a:ext>
            </a:extLst>
          </p:cNvPr>
          <p:cNvSpPr>
            <a:spLocks noGrp="1"/>
          </p:cNvSpPr>
          <p:nvPr/>
        </p:nvSpPr>
        <p:spPr>
          <a:xfrm>
            <a:off x="1503263" y="5436996"/>
            <a:ext cx="28398" cy="28398"/>
          </a:xfrm>
          <a:prstGeom prst="ellipse">
            <a:avLst/>
          </a:prstGeom>
          <a:solidFill>
            <a:srgbClr val="7F8C97">
              <a:alpha val="48000"/>
            </a:srgbClr>
          </a:solidFill>
          <a:ln w="0">
            <a:noFill/>
            <a:prstDash val="solid"/>
          </a:ln>
        </p:spPr>
      </p:sp>
      <p:sp>
        <p:nvSpPr>
          <p:cNvPr id="2194" name="03_assume_matched_7491">
            <a:extLst>
              <a:ext uri="{FF2B5EF4-FFF2-40B4-BE49-F238E27FC236}">
                <a16:creationId xmlns:a16="http://schemas.microsoft.com/office/drawing/2014/main" id="{B54B4AE2-4B65-423D-8E28-79460416FF36}"/>
              </a:ext>
            </a:extLst>
          </p:cNvPr>
          <p:cNvSpPr>
            <a:spLocks noGrp="1"/>
          </p:cNvSpPr>
          <p:nvPr/>
        </p:nvSpPr>
        <p:spPr>
          <a:xfrm>
            <a:off x="1535499" y="4852127"/>
            <a:ext cx="28398" cy="28398"/>
          </a:xfrm>
          <a:prstGeom prst="ellipse">
            <a:avLst/>
          </a:prstGeom>
          <a:solidFill>
            <a:srgbClr val="7F8C97">
              <a:alpha val="48000"/>
            </a:srgbClr>
          </a:solidFill>
          <a:ln w="0">
            <a:noFill/>
            <a:prstDash val="solid"/>
          </a:ln>
        </p:spPr>
      </p:sp>
      <p:sp>
        <p:nvSpPr>
          <p:cNvPr id="2195" name="03_assume_matched_7492">
            <a:extLst>
              <a:ext uri="{FF2B5EF4-FFF2-40B4-BE49-F238E27FC236}">
                <a16:creationId xmlns:a16="http://schemas.microsoft.com/office/drawing/2014/main" id="{C1584E93-11C7-4592-A9F4-1FA8E54EF8E5}"/>
              </a:ext>
            </a:extLst>
          </p:cNvPr>
          <p:cNvSpPr>
            <a:spLocks noGrp="1"/>
          </p:cNvSpPr>
          <p:nvPr/>
        </p:nvSpPr>
        <p:spPr>
          <a:xfrm>
            <a:off x="1517366" y="5388257"/>
            <a:ext cx="28398" cy="28398"/>
          </a:xfrm>
          <a:prstGeom prst="ellipse">
            <a:avLst/>
          </a:prstGeom>
          <a:solidFill>
            <a:srgbClr val="7F8C97">
              <a:alpha val="48000"/>
            </a:srgbClr>
          </a:solidFill>
          <a:ln w="0">
            <a:noFill/>
            <a:prstDash val="solid"/>
          </a:ln>
        </p:spPr>
      </p:sp>
      <p:sp>
        <p:nvSpPr>
          <p:cNvPr id="2196" name="03_assume_matched_7493">
            <a:extLst>
              <a:ext uri="{FF2B5EF4-FFF2-40B4-BE49-F238E27FC236}">
                <a16:creationId xmlns:a16="http://schemas.microsoft.com/office/drawing/2014/main" id="{86A64A4A-0155-42F6-AED7-09F8FAC76273}"/>
              </a:ext>
            </a:extLst>
          </p:cNvPr>
          <p:cNvSpPr>
            <a:spLocks noGrp="1"/>
          </p:cNvSpPr>
          <p:nvPr/>
        </p:nvSpPr>
        <p:spPr>
          <a:xfrm>
            <a:off x="1579535" y="5290779"/>
            <a:ext cx="28398" cy="28398"/>
          </a:xfrm>
          <a:prstGeom prst="ellipse">
            <a:avLst/>
          </a:prstGeom>
          <a:solidFill>
            <a:srgbClr val="7F8C97">
              <a:alpha val="48000"/>
            </a:srgbClr>
          </a:solidFill>
          <a:ln w="0">
            <a:noFill/>
            <a:prstDash val="solid"/>
          </a:ln>
        </p:spPr>
      </p:sp>
      <p:sp>
        <p:nvSpPr>
          <p:cNvPr id="2197" name="03_assume_matched_7494">
            <a:extLst>
              <a:ext uri="{FF2B5EF4-FFF2-40B4-BE49-F238E27FC236}">
                <a16:creationId xmlns:a16="http://schemas.microsoft.com/office/drawing/2014/main" id="{DC9F1027-DCED-49B2-8A8B-F29DB660277D}"/>
              </a:ext>
            </a:extLst>
          </p:cNvPr>
          <p:cNvSpPr>
            <a:spLocks noGrp="1"/>
          </p:cNvSpPr>
          <p:nvPr/>
        </p:nvSpPr>
        <p:spPr>
          <a:xfrm>
            <a:off x="1477647" y="4852127"/>
            <a:ext cx="28398" cy="28398"/>
          </a:xfrm>
          <a:prstGeom prst="ellipse">
            <a:avLst/>
          </a:prstGeom>
          <a:solidFill>
            <a:srgbClr val="7F8C97">
              <a:alpha val="48000"/>
            </a:srgbClr>
          </a:solidFill>
          <a:ln w="0">
            <a:noFill/>
            <a:prstDash val="solid"/>
          </a:ln>
        </p:spPr>
      </p:sp>
      <p:sp>
        <p:nvSpPr>
          <p:cNvPr id="2198" name="03_assume_matched_7495">
            <a:extLst>
              <a:ext uri="{FF2B5EF4-FFF2-40B4-BE49-F238E27FC236}">
                <a16:creationId xmlns:a16="http://schemas.microsoft.com/office/drawing/2014/main" id="{AF3FA6D1-88DE-4A01-895C-8E9303F16F6A}"/>
              </a:ext>
            </a:extLst>
          </p:cNvPr>
          <p:cNvSpPr>
            <a:spLocks noGrp="1"/>
          </p:cNvSpPr>
          <p:nvPr/>
        </p:nvSpPr>
        <p:spPr>
          <a:xfrm>
            <a:off x="1484267" y="5436996"/>
            <a:ext cx="28398" cy="28398"/>
          </a:xfrm>
          <a:prstGeom prst="ellipse">
            <a:avLst/>
          </a:prstGeom>
          <a:solidFill>
            <a:srgbClr val="7F8C97">
              <a:alpha val="48000"/>
            </a:srgbClr>
          </a:solidFill>
          <a:ln w="0">
            <a:noFill/>
            <a:prstDash val="solid"/>
          </a:ln>
        </p:spPr>
      </p:sp>
      <p:sp>
        <p:nvSpPr>
          <p:cNvPr id="2199" name="03_assume_matched_7496">
            <a:extLst>
              <a:ext uri="{FF2B5EF4-FFF2-40B4-BE49-F238E27FC236}">
                <a16:creationId xmlns:a16="http://schemas.microsoft.com/office/drawing/2014/main" id="{5503D4CD-0700-4A0A-921F-752A880F6B29}"/>
              </a:ext>
            </a:extLst>
          </p:cNvPr>
          <p:cNvSpPr>
            <a:spLocks noGrp="1"/>
          </p:cNvSpPr>
          <p:nvPr/>
        </p:nvSpPr>
        <p:spPr>
          <a:xfrm>
            <a:off x="1544133" y="4852127"/>
            <a:ext cx="28398" cy="28398"/>
          </a:xfrm>
          <a:prstGeom prst="ellipse">
            <a:avLst/>
          </a:prstGeom>
          <a:solidFill>
            <a:srgbClr val="7F8C97">
              <a:alpha val="48000"/>
            </a:srgbClr>
          </a:solidFill>
          <a:ln w="0">
            <a:noFill/>
            <a:prstDash val="solid"/>
          </a:ln>
        </p:spPr>
      </p:sp>
      <p:sp>
        <p:nvSpPr>
          <p:cNvPr id="2200" name="03_assume_matched_7497">
            <a:extLst>
              <a:ext uri="{FF2B5EF4-FFF2-40B4-BE49-F238E27FC236}">
                <a16:creationId xmlns:a16="http://schemas.microsoft.com/office/drawing/2014/main" id="{F02937B9-0505-4CAF-A8C9-003F991B498E}"/>
              </a:ext>
            </a:extLst>
          </p:cNvPr>
          <p:cNvSpPr>
            <a:spLocks noGrp="1"/>
          </p:cNvSpPr>
          <p:nvPr/>
        </p:nvSpPr>
        <p:spPr>
          <a:xfrm>
            <a:off x="1542838" y="4852127"/>
            <a:ext cx="28398" cy="28398"/>
          </a:xfrm>
          <a:prstGeom prst="ellipse">
            <a:avLst/>
          </a:prstGeom>
          <a:solidFill>
            <a:srgbClr val="7F8C97">
              <a:alpha val="48000"/>
            </a:srgbClr>
          </a:solidFill>
          <a:ln w="0">
            <a:noFill/>
            <a:prstDash val="solid"/>
          </a:ln>
        </p:spPr>
      </p:sp>
      <p:sp>
        <p:nvSpPr>
          <p:cNvPr id="2201" name="03_assume_matched_7498">
            <a:extLst>
              <a:ext uri="{FF2B5EF4-FFF2-40B4-BE49-F238E27FC236}">
                <a16:creationId xmlns:a16="http://schemas.microsoft.com/office/drawing/2014/main" id="{2383EFC4-9F5C-4173-861A-0D2610A0BBC7}"/>
              </a:ext>
            </a:extLst>
          </p:cNvPr>
          <p:cNvSpPr>
            <a:spLocks noGrp="1"/>
          </p:cNvSpPr>
          <p:nvPr/>
        </p:nvSpPr>
        <p:spPr>
          <a:xfrm>
            <a:off x="1589609" y="4852127"/>
            <a:ext cx="28398" cy="28398"/>
          </a:xfrm>
          <a:prstGeom prst="ellipse">
            <a:avLst/>
          </a:prstGeom>
          <a:solidFill>
            <a:srgbClr val="7F8C97">
              <a:alpha val="48000"/>
            </a:srgbClr>
          </a:solidFill>
          <a:ln w="0">
            <a:noFill/>
            <a:prstDash val="solid"/>
          </a:ln>
        </p:spPr>
      </p:sp>
      <p:sp>
        <p:nvSpPr>
          <p:cNvPr id="2202" name="03_assume_matched_7499">
            <a:extLst>
              <a:ext uri="{FF2B5EF4-FFF2-40B4-BE49-F238E27FC236}">
                <a16:creationId xmlns:a16="http://schemas.microsoft.com/office/drawing/2014/main" id="{1BE20780-3231-4BE8-AC93-EE0328E9D943}"/>
              </a:ext>
            </a:extLst>
          </p:cNvPr>
          <p:cNvSpPr>
            <a:spLocks noGrp="1"/>
          </p:cNvSpPr>
          <p:nvPr/>
        </p:nvSpPr>
        <p:spPr>
          <a:xfrm>
            <a:off x="1567878" y="5144561"/>
            <a:ext cx="28398" cy="28398"/>
          </a:xfrm>
          <a:prstGeom prst="ellipse">
            <a:avLst/>
          </a:prstGeom>
          <a:solidFill>
            <a:srgbClr val="7F8C97">
              <a:alpha val="48000"/>
            </a:srgbClr>
          </a:solidFill>
          <a:ln w="0">
            <a:noFill/>
            <a:prstDash val="solid"/>
          </a:ln>
        </p:spPr>
      </p:sp>
      <p:sp>
        <p:nvSpPr>
          <p:cNvPr id="2203" name="03_assume_matched_7500">
            <a:extLst>
              <a:ext uri="{FF2B5EF4-FFF2-40B4-BE49-F238E27FC236}">
                <a16:creationId xmlns:a16="http://schemas.microsoft.com/office/drawing/2014/main" id="{A97321F4-5189-47FE-A185-4C36217E5ECF}"/>
              </a:ext>
            </a:extLst>
          </p:cNvPr>
          <p:cNvSpPr>
            <a:spLocks noGrp="1"/>
          </p:cNvSpPr>
          <p:nvPr/>
        </p:nvSpPr>
        <p:spPr>
          <a:xfrm>
            <a:off x="1499953" y="5436996"/>
            <a:ext cx="28398" cy="28398"/>
          </a:xfrm>
          <a:prstGeom prst="ellipse">
            <a:avLst/>
          </a:prstGeom>
          <a:solidFill>
            <a:srgbClr val="7F8C97">
              <a:alpha val="48000"/>
            </a:srgbClr>
          </a:solidFill>
          <a:ln w="0">
            <a:noFill/>
            <a:prstDash val="solid"/>
          </a:ln>
        </p:spPr>
      </p:sp>
      <p:sp>
        <p:nvSpPr>
          <p:cNvPr id="2204" name="03_assume_matched_7501">
            <a:extLst>
              <a:ext uri="{FF2B5EF4-FFF2-40B4-BE49-F238E27FC236}">
                <a16:creationId xmlns:a16="http://schemas.microsoft.com/office/drawing/2014/main" id="{4BA1612F-D097-4FD2-825C-961CD64845D2}"/>
              </a:ext>
            </a:extLst>
          </p:cNvPr>
          <p:cNvSpPr>
            <a:spLocks noGrp="1"/>
          </p:cNvSpPr>
          <p:nvPr/>
        </p:nvSpPr>
        <p:spPr>
          <a:xfrm>
            <a:off x="1570756" y="5436996"/>
            <a:ext cx="28398" cy="28398"/>
          </a:xfrm>
          <a:prstGeom prst="ellipse">
            <a:avLst/>
          </a:prstGeom>
          <a:solidFill>
            <a:srgbClr val="7F8C97">
              <a:alpha val="48000"/>
            </a:srgbClr>
          </a:solidFill>
          <a:ln w="0">
            <a:noFill/>
            <a:prstDash val="solid"/>
          </a:ln>
        </p:spPr>
      </p:sp>
      <p:sp>
        <p:nvSpPr>
          <p:cNvPr id="2205" name="03_assume_matched_7502">
            <a:extLst>
              <a:ext uri="{FF2B5EF4-FFF2-40B4-BE49-F238E27FC236}">
                <a16:creationId xmlns:a16="http://schemas.microsoft.com/office/drawing/2014/main" id="{5C9626FC-93F1-402A-B12A-FC09C005C49C}"/>
              </a:ext>
            </a:extLst>
          </p:cNvPr>
          <p:cNvSpPr>
            <a:spLocks noGrp="1"/>
          </p:cNvSpPr>
          <p:nvPr/>
        </p:nvSpPr>
        <p:spPr>
          <a:xfrm>
            <a:off x="1559100" y="5436996"/>
            <a:ext cx="28398" cy="28398"/>
          </a:xfrm>
          <a:prstGeom prst="ellipse">
            <a:avLst/>
          </a:prstGeom>
          <a:solidFill>
            <a:srgbClr val="7F8C97">
              <a:alpha val="48000"/>
            </a:srgbClr>
          </a:solidFill>
          <a:ln w="0">
            <a:noFill/>
            <a:prstDash val="solid"/>
          </a:ln>
        </p:spPr>
      </p:sp>
      <p:sp>
        <p:nvSpPr>
          <p:cNvPr id="2206" name="03_assume_matched_7503">
            <a:extLst>
              <a:ext uri="{FF2B5EF4-FFF2-40B4-BE49-F238E27FC236}">
                <a16:creationId xmlns:a16="http://schemas.microsoft.com/office/drawing/2014/main" id="{BE1AB816-6444-4A76-BF28-D345A1626CE2}"/>
              </a:ext>
            </a:extLst>
          </p:cNvPr>
          <p:cNvSpPr>
            <a:spLocks noGrp="1"/>
          </p:cNvSpPr>
          <p:nvPr/>
        </p:nvSpPr>
        <p:spPr>
          <a:xfrm>
            <a:off x="1565288" y="5436996"/>
            <a:ext cx="28398" cy="28398"/>
          </a:xfrm>
          <a:prstGeom prst="ellipse">
            <a:avLst/>
          </a:prstGeom>
          <a:solidFill>
            <a:srgbClr val="7F8C97">
              <a:alpha val="48000"/>
            </a:srgbClr>
          </a:solidFill>
          <a:ln w="0">
            <a:noFill/>
            <a:prstDash val="solid"/>
          </a:ln>
        </p:spPr>
      </p:sp>
      <p:sp>
        <p:nvSpPr>
          <p:cNvPr id="2207" name="03_assume_matched_7504">
            <a:extLst>
              <a:ext uri="{FF2B5EF4-FFF2-40B4-BE49-F238E27FC236}">
                <a16:creationId xmlns:a16="http://schemas.microsoft.com/office/drawing/2014/main" id="{6E3712C0-AE63-46C2-B269-F8179C28FA83}"/>
              </a:ext>
            </a:extLst>
          </p:cNvPr>
          <p:cNvSpPr>
            <a:spLocks noGrp="1"/>
          </p:cNvSpPr>
          <p:nvPr/>
        </p:nvSpPr>
        <p:spPr>
          <a:xfrm>
            <a:off x="1578671" y="5436996"/>
            <a:ext cx="28398" cy="28398"/>
          </a:xfrm>
          <a:prstGeom prst="ellipse">
            <a:avLst/>
          </a:prstGeom>
          <a:solidFill>
            <a:srgbClr val="7F8C97">
              <a:alpha val="48000"/>
            </a:srgbClr>
          </a:solidFill>
          <a:ln w="0">
            <a:noFill/>
            <a:prstDash val="solid"/>
          </a:ln>
        </p:spPr>
      </p:sp>
      <p:sp>
        <p:nvSpPr>
          <p:cNvPr id="2208" name="03_assume_matched_7505">
            <a:extLst>
              <a:ext uri="{FF2B5EF4-FFF2-40B4-BE49-F238E27FC236}">
                <a16:creationId xmlns:a16="http://schemas.microsoft.com/office/drawing/2014/main" id="{D5BADD5C-C2FB-49E1-85BF-86AB38232E08}"/>
              </a:ext>
            </a:extLst>
          </p:cNvPr>
          <p:cNvSpPr>
            <a:spLocks noGrp="1"/>
          </p:cNvSpPr>
          <p:nvPr/>
        </p:nvSpPr>
        <p:spPr>
          <a:xfrm>
            <a:off x="1487289" y="4852127"/>
            <a:ext cx="28398" cy="28398"/>
          </a:xfrm>
          <a:prstGeom prst="ellipse">
            <a:avLst/>
          </a:prstGeom>
          <a:solidFill>
            <a:srgbClr val="7F8C97">
              <a:alpha val="48000"/>
            </a:srgbClr>
          </a:solidFill>
          <a:ln w="0">
            <a:noFill/>
            <a:prstDash val="solid"/>
          </a:ln>
        </p:spPr>
      </p:sp>
      <p:sp>
        <p:nvSpPr>
          <p:cNvPr id="2209" name="03_assume_matched_7506">
            <a:extLst>
              <a:ext uri="{FF2B5EF4-FFF2-40B4-BE49-F238E27FC236}">
                <a16:creationId xmlns:a16="http://schemas.microsoft.com/office/drawing/2014/main" id="{BF85CEC9-84C8-4882-97DA-4B0091BECE17}"/>
              </a:ext>
            </a:extLst>
          </p:cNvPr>
          <p:cNvSpPr>
            <a:spLocks noGrp="1"/>
          </p:cNvSpPr>
          <p:nvPr/>
        </p:nvSpPr>
        <p:spPr>
          <a:xfrm>
            <a:off x="1476496" y="5047083"/>
            <a:ext cx="28398" cy="28398"/>
          </a:xfrm>
          <a:prstGeom prst="ellipse">
            <a:avLst/>
          </a:prstGeom>
          <a:solidFill>
            <a:srgbClr val="7F8C97">
              <a:alpha val="48000"/>
            </a:srgbClr>
          </a:solidFill>
          <a:ln w="0">
            <a:noFill/>
            <a:prstDash val="solid"/>
          </a:ln>
        </p:spPr>
      </p:sp>
      <p:sp>
        <p:nvSpPr>
          <p:cNvPr id="2210" name="03_assume_matched_7507">
            <a:extLst>
              <a:ext uri="{FF2B5EF4-FFF2-40B4-BE49-F238E27FC236}">
                <a16:creationId xmlns:a16="http://schemas.microsoft.com/office/drawing/2014/main" id="{40E10E3C-C190-4DCF-B79C-C45A0EDE0638}"/>
              </a:ext>
            </a:extLst>
          </p:cNvPr>
          <p:cNvSpPr>
            <a:spLocks noGrp="1"/>
          </p:cNvSpPr>
          <p:nvPr/>
        </p:nvSpPr>
        <p:spPr>
          <a:xfrm>
            <a:off x="1559388" y="5144561"/>
            <a:ext cx="28398" cy="28398"/>
          </a:xfrm>
          <a:prstGeom prst="ellipse">
            <a:avLst/>
          </a:prstGeom>
          <a:solidFill>
            <a:srgbClr val="7F8C97">
              <a:alpha val="48000"/>
            </a:srgbClr>
          </a:solidFill>
          <a:ln w="0">
            <a:noFill/>
            <a:prstDash val="solid"/>
          </a:ln>
        </p:spPr>
      </p:sp>
      <p:sp>
        <p:nvSpPr>
          <p:cNvPr id="2211" name="03_assume_matched_7508">
            <a:extLst>
              <a:ext uri="{FF2B5EF4-FFF2-40B4-BE49-F238E27FC236}">
                <a16:creationId xmlns:a16="http://schemas.microsoft.com/office/drawing/2014/main" id="{349BC9C3-EC6F-4F8C-8197-3999E0FB019C}"/>
              </a:ext>
            </a:extLst>
          </p:cNvPr>
          <p:cNvSpPr>
            <a:spLocks noGrp="1"/>
          </p:cNvSpPr>
          <p:nvPr/>
        </p:nvSpPr>
        <p:spPr>
          <a:xfrm>
            <a:off x="1596516" y="4852127"/>
            <a:ext cx="28398" cy="28398"/>
          </a:xfrm>
          <a:prstGeom prst="ellipse">
            <a:avLst/>
          </a:prstGeom>
          <a:solidFill>
            <a:srgbClr val="7F8C97">
              <a:alpha val="48000"/>
            </a:srgbClr>
          </a:solidFill>
          <a:ln w="0">
            <a:noFill/>
            <a:prstDash val="solid"/>
          </a:ln>
        </p:spPr>
      </p:sp>
      <p:sp>
        <p:nvSpPr>
          <p:cNvPr id="2212" name="03_assume_matched_7509">
            <a:extLst>
              <a:ext uri="{FF2B5EF4-FFF2-40B4-BE49-F238E27FC236}">
                <a16:creationId xmlns:a16="http://schemas.microsoft.com/office/drawing/2014/main" id="{7B661424-D17F-4835-A1A8-0D19AC920348}"/>
              </a:ext>
            </a:extLst>
          </p:cNvPr>
          <p:cNvSpPr>
            <a:spLocks noGrp="1"/>
          </p:cNvSpPr>
          <p:nvPr/>
        </p:nvSpPr>
        <p:spPr>
          <a:xfrm>
            <a:off x="1602704" y="4852127"/>
            <a:ext cx="28398" cy="28398"/>
          </a:xfrm>
          <a:prstGeom prst="ellipse">
            <a:avLst/>
          </a:prstGeom>
          <a:solidFill>
            <a:srgbClr val="7F8C97">
              <a:alpha val="48000"/>
            </a:srgbClr>
          </a:solidFill>
          <a:ln w="0">
            <a:noFill/>
            <a:prstDash val="solid"/>
          </a:ln>
        </p:spPr>
      </p:sp>
      <p:sp>
        <p:nvSpPr>
          <p:cNvPr id="2213" name="03_assume_matched_7510">
            <a:extLst>
              <a:ext uri="{FF2B5EF4-FFF2-40B4-BE49-F238E27FC236}">
                <a16:creationId xmlns:a16="http://schemas.microsoft.com/office/drawing/2014/main" id="{76D1C8CE-21C6-4110-B849-FD17EC65D048}"/>
              </a:ext>
            </a:extLst>
          </p:cNvPr>
          <p:cNvSpPr>
            <a:spLocks noGrp="1"/>
          </p:cNvSpPr>
          <p:nvPr/>
        </p:nvSpPr>
        <p:spPr>
          <a:xfrm>
            <a:off x="1513769" y="4852127"/>
            <a:ext cx="28398" cy="28398"/>
          </a:xfrm>
          <a:prstGeom prst="ellipse">
            <a:avLst/>
          </a:prstGeom>
          <a:solidFill>
            <a:srgbClr val="7F8C97">
              <a:alpha val="48000"/>
            </a:srgbClr>
          </a:solidFill>
          <a:ln w="0">
            <a:noFill/>
            <a:prstDash val="solid"/>
          </a:ln>
        </p:spPr>
      </p:sp>
      <p:sp>
        <p:nvSpPr>
          <p:cNvPr id="2214" name="03_assume_matched_7511">
            <a:extLst>
              <a:ext uri="{FF2B5EF4-FFF2-40B4-BE49-F238E27FC236}">
                <a16:creationId xmlns:a16="http://schemas.microsoft.com/office/drawing/2014/main" id="{4C555116-DAD9-4FBF-BE10-6C7061818922}"/>
              </a:ext>
            </a:extLst>
          </p:cNvPr>
          <p:cNvSpPr>
            <a:spLocks noGrp="1"/>
          </p:cNvSpPr>
          <p:nvPr/>
        </p:nvSpPr>
        <p:spPr>
          <a:xfrm>
            <a:off x="1566583" y="5436996"/>
            <a:ext cx="28398" cy="28398"/>
          </a:xfrm>
          <a:prstGeom prst="ellipse">
            <a:avLst/>
          </a:prstGeom>
          <a:solidFill>
            <a:srgbClr val="7F8C97">
              <a:alpha val="48000"/>
            </a:srgbClr>
          </a:solidFill>
          <a:ln w="0">
            <a:noFill/>
            <a:prstDash val="solid"/>
          </a:ln>
        </p:spPr>
      </p:sp>
      <p:sp>
        <p:nvSpPr>
          <p:cNvPr id="2215" name="03_assume_matched_7512">
            <a:extLst>
              <a:ext uri="{FF2B5EF4-FFF2-40B4-BE49-F238E27FC236}">
                <a16:creationId xmlns:a16="http://schemas.microsoft.com/office/drawing/2014/main" id="{45D9DF3D-CD55-499E-8191-9E4977D6CF45}"/>
              </a:ext>
            </a:extLst>
          </p:cNvPr>
          <p:cNvSpPr>
            <a:spLocks noGrp="1"/>
          </p:cNvSpPr>
          <p:nvPr/>
        </p:nvSpPr>
        <p:spPr>
          <a:xfrm>
            <a:off x="1577520" y="4852127"/>
            <a:ext cx="28398" cy="28398"/>
          </a:xfrm>
          <a:prstGeom prst="ellipse">
            <a:avLst/>
          </a:prstGeom>
          <a:solidFill>
            <a:srgbClr val="7F8C97">
              <a:alpha val="48000"/>
            </a:srgbClr>
          </a:solidFill>
          <a:ln w="0">
            <a:noFill/>
            <a:prstDash val="solid"/>
          </a:ln>
        </p:spPr>
      </p:sp>
      <p:sp>
        <p:nvSpPr>
          <p:cNvPr id="2216" name="03_assume_matched_7513">
            <a:extLst>
              <a:ext uri="{FF2B5EF4-FFF2-40B4-BE49-F238E27FC236}">
                <a16:creationId xmlns:a16="http://schemas.microsoft.com/office/drawing/2014/main" id="{C6880A3B-E9D7-4F6B-92B4-D3C9EBC26A03}"/>
              </a:ext>
            </a:extLst>
          </p:cNvPr>
          <p:cNvSpPr>
            <a:spLocks noGrp="1"/>
          </p:cNvSpPr>
          <p:nvPr/>
        </p:nvSpPr>
        <p:spPr>
          <a:xfrm>
            <a:off x="1594933" y="4852127"/>
            <a:ext cx="28398" cy="28398"/>
          </a:xfrm>
          <a:prstGeom prst="ellipse">
            <a:avLst/>
          </a:prstGeom>
          <a:solidFill>
            <a:srgbClr val="7F8C97">
              <a:alpha val="48000"/>
            </a:srgbClr>
          </a:solidFill>
          <a:ln w="0">
            <a:noFill/>
            <a:prstDash val="solid"/>
          </a:ln>
        </p:spPr>
      </p:sp>
      <p:sp>
        <p:nvSpPr>
          <p:cNvPr id="2217" name="03_assume_matched_7514">
            <a:extLst>
              <a:ext uri="{FF2B5EF4-FFF2-40B4-BE49-F238E27FC236}">
                <a16:creationId xmlns:a16="http://schemas.microsoft.com/office/drawing/2014/main" id="{4B83BC7A-F48E-4E76-98B4-6EDED25993C2}"/>
              </a:ext>
            </a:extLst>
          </p:cNvPr>
          <p:cNvSpPr>
            <a:spLocks noGrp="1"/>
          </p:cNvSpPr>
          <p:nvPr/>
        </p:nvSpPr>
        <p:spPr>
          <a:xfrm>
            <a:off x="1579679" y="4852127"/>
            <a:ext cx="28398" cy="28398"/>
          </a:xfrm>
          <a:prstGeom prst="ellipse">
            <a:avLst/>
          </a:prstGeom>
          <a:solidFill>
            <a:srgbClr val="7F8C97">
              <a:alpha val="48000"/>
            </a:srgbClr>
          </a:solidFill>
          <a:ln w="0">
            <a:noFill/>
            <a:prstDash val="solid"/>
          </a:ln>
        </p:spPr>
      </p:sp>
      <p:sp>
        <p:nvSpPr>
          <p:cNvPr id="2218" name="03_assume_matched_7515">
            <a:extLst>
              <a:ext uri="{FF2B5EF4-FFF2-40B4-BE49-F238E27FC236}">
                <a16:creationId xmlns:a16="http://schemas.microsoft.com/office/drawing/2014/main" id="{69D0873A-040A-4622-8311-61B595FB4234}"/>
              </a:ext>
            </a:extLst>
          </p:cNvPr>
          <p:cNvSpPr>
            <a:spLocks noGrp="1"/>
          </p:cNvSpPr>
          <p:nvPr/>
        </p:nvSpPr>
        <p:spPr>
          <a:xfrm>
            <a:off x="1557949" y="4852127"/>
            <a:ext cx="28398" cy="28398"/>
          </a:xfrm>
          <a:prstGeom prst="ellipse">
            <a:avLst/>
          </a:prstGeom>
          <a:solidFill>
            <a:srgbClr val="7F8C97">
              <a:alpha val="48000"/>
            </a:srgbClr>
          </a:solidFill>
          <a:ln w="0">
            <a:noFill/>
            <a:prstDash val="solid"/>
          </a:ln>
        </p:spPr>
      </p:sp>
      <p:sp>
        <p:nvSpPr>
          <p:cNvPr id="2219" name="03_assume_matched_7516">
            <a:extLst>
              <a:ext uri="{FF2B5EF4-FFF2-40B4-BE49-F238E27FC236}">
                <a16:creationId xmlns:a16="http://schemas.microsoft.com/office/drawing/2014/main" id="{743A3F0F-E006-4771-BBAC-9AAC8DA25080}"/>
              </a:ext>
            </a:extLst>
          </p:cNvPr>
          <p:cNvSpPr>
            <a:spLocks noGrp="1"/>
          </p:cNvSpPr>
          <p:nvPr/>
        </p:nvSpPr>
        <p:spPr>
          <a:xfrm>
            <a:off x="1469732" y="4852127"/>
            <a:ext cx="28398" cy="28398"/>
          </a:xfrm>
          <a:prstGeom prst="ellipse">
            <a:avLst/>
          </a:prstGeom>
          <a:solidFill>
            <a:srgbClr val="7F8C97">
              <a:alpha val="48000"/>
            </a:srgbClr>
          </a:solidFill>
          <a:ln w="0">
            <a:noFill/>
            <a:prstDash val="solid"/>
          </a:ln>
        </p:spPr>
      </p:sp>
      <p:sp>
        <p:nvSpPr>
          <p:cNvPr id="2220" name="03_assume_matched_7517">
            <a:extLst>
              <a:ext uri="{FF2B5EF4-FFF2-40B4-BE49-F238E27FC236}">
                <a16:creationId xmlns:a16="http://schemas.microsoft.com/office/drawing/2014/main" id="{048B3561-5A65-45A0-9192-EE950DB91421}"/>
              </a:ext>
            </a:extLst>
          </p:cNvPr>
          <p:cNvSpPr>
            <a:spLocks noGrp="1"/>
          </p:cNvSpPr>
          <p:nvPr/>
        </p:nvSpPr>
        <p:spPr>
          <a:xfrm>
            <a:off x="1483692" y="5436996"/>
            <a:ext cx="28398" cy="28398"/>
          </a:xfrm>
          <a:prstGeom prst="ellipse">
            <a:avLst/>
          </a:prstGeom>
          <a:solidFill>
            <a:srgbClr val="7F8C97">
              <a:alpha val="48000"/>
            </a:srgbClr>
          </a:solidFill>
          <a:ln w="0">
            <a:noFill/>
            <a:prstDash val="solid"/>
          </a:ln>
        </p:spPr>
      </p:sp>
      <p:sp>
        <p:nvSpPr>
          <p:cNvPr id="2221" name="03_assume_matched_7518">
            <a:extLst>
              <a:ext uri="{FF2B5EF4-FFF2-40B4-BE49-F238E27FC236}">
                <a16:creationId xmlns:a16="http://schemas.microsoft.com/office/drawing/2014/main" id="{77DF5083-8338-4493-B5CB-740834FE9FEB}"/>
              </a:ext>
            </a:extLst>
          </p:cNvPr>
          <p:cNvSpPr>
            <a:spLocks noGrp="1"/>
          </p:cNvSpPr>
          <p:nvPr/>
        </p:nvSpPr>
        <p:spPr>
          <a:xfrm>
            <a:off x="1544853" y="4852127"/>
            <a:ext cx="28398" cy="28398"/>
          </a:xfrm>
          <a:prstGeom prst="ellipse">
            <a:avLst/>
          </a:prstGeom>
          <a:solidFill>
            <a:srgbClr val="7F8C97">
              <a:alpha val="48000"/>
            </a:srgbClr>
          </a:solidFill>
          <a:ln w="0">
            <a:noFill/>
            <a:prstDash val="solid"/>
          </a:ln>
        </p:spPr>
      </p:sp>
      <p:sp>
        <p:nvSpPr>
          <p:cNvPr id="2222" name="03_assume_matched_7519">
            <a:extLst>
              <a:ext uri="{FF2B5EF4-FFF2-40B4-BE49-F238E27FC236}">
                <a16:creationId xmlns:a16="http://schemas.microsoft.com/office/drawing/2014/main" id="{903D5B0A-3DE6-4A5C-85F7-FA69B2A3C082}"/>
              </a:ext>
            </a:extLst>
          </p:cNvPr>
          <p:cNvSpPr>
            <a:spLocks noGrp="1"/>
          </p:cNvSpPr>
          <p:nvPr/>
        </p:nvSpPr>
        <p:spPr>
          <a:xfrm>
            <a:off x="1489736" y="5436996"/>
            <a:ext cx="28398" cy="28398"/>
          </a:xfrm>
          <a:prstGeom prst="ellipse">
            <a:avLst/>
          </a:prstGeom>
          <a:solidFill>
            <a:srgbClr val="7F8C97">
              <a:alpha val="48000"/>
            </a:srgbClr>
          </a:solidFill>
          <a:ln w="0">
            <a:noFill/>
            <a:prstDash val="solid"/>
          </a:ln>
        </p:spPr>
      </p:sp>
      <p:sp>
        <p:nvSpPr>
          <p:cNvPr id="2223" name="03_assume_matched_7520">
            <a:extLst>
              <a:ext uri="{FF2B5EF4-FFF2-40B4-BE49-F238E27FC236}">
                <a16:creationId xmlns:a16="http://schemas.microsoft.com/office/drawing/2014/main" id="{0D670955-4016-4998-9141-A8A952C98C11}"/>
              </a:ext>
            </a:extLst>
          </p:cNvPr>
          <p:cNvSpPr>
            <a:spLocks noGrp="1"/>
          </p:cNvSpPr>
          <p:nvPr/>
        </p:nvSpPr>
        <p:spPr>
          <a:xfrm>
            <a:off x="1515783" y="4852127"/>
            <a:ext cx="28398" cy="28398"/>
          </a:xfrm>
          <a:prstGeom prst="ellipse">
            <a:avLst/>
          </a:prstGeom>
          <a:solidFill>
            <a:srgbClr val="7F8C97">
              <a:alpha val="48000"/>
            </a:srgbClr>
          </a:solidFill>
          <a:ln w="0">
            <a:noFill/>
            <a:prstDash val="solid"/>
          </a:ln>
        </p:spPr>
      </p:sp>
      <p:sp>
        <p:nvSpPr>
          <p:cNvPr id="2224" name="03_assume_matched_7521">
            <a:extLst>
              <a:ext uri="{FF2B5EF4-FFF2-40B4-BE49-F238E27FC236}">
                <a16:creationId xmlns:a16="http://schemas.microsoft.com/office/drawing/2014/main" id="{ADF44BEA-4CFF-4CAC-8FD9-970DA3747F39}"/>
              </a:ext>
            </a:extLst>
          </p:cNvPr>
          <p:cNvSpPr>
            <a:spLocks noGrp="1"/>
          </p:cNvSpPr>
          <p:nvPr/>
        </p:nvSpPr>
        <p:spPr>
          <a:xfrm>
            <a:off x="1464839" y="5436996"/>
            <a:ext cx="28398" cy="28398"/>
          </a:xfrm>
          <a:prstGeom prst="ellipse">
            <a:avLst/>
          </a:prstGeom>
          <a:solidFill>
            <a:srgbClr val="7F8C97">
              <a:alpha val="48000"/>
            </a:srgbClr>
          </a:solidFill>
          <a:ln w="0">
            <a:noFill/>
            <a:prstDash val="solid"/>
          </a:ln>
        </p:spPr>
      </p:sp>
      <p:sp>
        <p:nvSpPr>
          <p:cNvPr id="2225" name="03_assume_matched_7522">
            <a:extLst>
              <a:ext uri="{FF2B5EF4-FFF2-40B4-BE49-F238E27FC236}">
                <a16:creationId xmlns:a16="http://schemas.microsoft.com/office/drawing/2014/main" id="{C7F90728-A3E4-4264-B596-E84B986DE178}"/>
              </a:ext>
            </a:extLst>
          </p:cNvPr>
          <p:cNvSpPr>
            <a:spLocks noGrp="1"/>
          </p:cNvSpPr>
          <p:nvPr/>
        </p:nvSpPr>
        <p:spPr>
          <a:xfrm>
            <a:off x="2337519" y="4852127"/>
            <a:ext cx="28398" cy="28398"/>
          </a:xfrm>
          <a:prstGeom prst="ellipse">
            <a:avLst/>
          </a:prstGeom>
          <a:solidFill>
            <a:srgbClr val="7F8C97">
              <a:alpha val="48000"/>
            </a:srgbClr>
          </a:solidFill>
          <a:ln w="0">
            <a:noFill/>
            <a:prstDash val="solid"/>
          </a:ln>
        </p:spPr>
      </p:sp>
      <p:sp>
        <p:nvSpPr>
          <p:cNvPr id="2226" name="03_assume_matched_7523">
            <a:extLst>
              <a:ext uri="{FF2B5EF4-FFF2-40B4-BE49-F238E27FC236}">
                <a16:creationId xmlns:a16="http://schemas.microsoft.com/office/drawing/2014/main" id="{17F37455-4705-4684-ACD9-0770C63462FE}"/>
              </a:ext>
            </a:extLst>
          </p:cNvPr>
          <p:cNvSpPr>
            <a:spLocks noGrp="1"/>
          </p:cNvSpPr>
          <p:nvPr/>
        </p:nvSpPr>
        <p:spPr>
          <a:xfrm>
            <a:off x="2326006" y="5436996"/>
            <a:ext cx="28398" cy="28398"/>
          </a:xfrm>
          <a:prstGeom prst="ellipse">
            <a:avLst/>
          </a:prstGeom>
          <a:solidFill>
            <a:srgbClr val="7F8C97">
              <a:alpha val="48000"/>
            </a:srgbClr>
          </a:solidFill>
          <a:ln w="0">
            <a:noFill/>
            <a:prstDash val="solid"/>
          </a:ln>
        </p:spPr>
      </p:sp>
      <p:sp>
        <p:nvSpPr>
          <p:cNvPr id="2227" name="03_assume_matched_7524">
            <a:extLst>
              <a:ext uri="{FF2B5EF4-FFF2-40B4-BE49-F238E27FC236}">
                <a16:creationId xmlns:a16="http://schemas.microsoft.com/office/drawing/2014/main" id="{2AFAA000-9176-4344-962E-8F22ED735679}"/>
              </a:ext>
            </a:extLst>
          </p:cNvPr>
          <p:cNvSpPr>
            <a:spLocks noGrp="1"/>
          </p:cNvSpPr>
          <p:nvPr/>
        </p:nvSpPr>
        <p:spPr>
          <a:xfrm>
            <a:off x="2268874" y="4852127"/>
            <a:ext cx="28398" cy="28398"/>
          </a:xfrm>
          <a:prstGeom prst="ellipse">
            <a:avLst/>
          </a:prstGeom>
          <a:solidFill>
            <a:srgbClr val="7F8C97">
              <a:alpha val="48000"/>
            </a:srgbClr>
          </a:solidFill>
          <a:ln w="0">
            <a:noFill/>
            <a:prstDash val="solid"/>
          </a:ln>
        </p:spPr>
      </p:sp>
      <p:sp>
        <p:nvSpPr>
          <p:cNvPr id="2228" name="03_assume_matched_7525">
            <a:extLst>
              <a:ext uri="{FF2B5EF4-FFF2-40B4-BE49-F238E27FC236}">
                <a16:creationId xmlns:a16="http://schemas.microsoft.com/office/drawing/2014/main" id="{0E4A437E-5629-430A-9FC6-7F2389BEB7D6}"/>
              </a:ext>
            </a:extLst>
          </p:cNvPr>
          <p:cNvSpPr>
            <a:spLocks noGrp="1"/>
          </p:cNvSpPr>
          <p:nvPr/>
        </p:nvSpPr>
        <p:spPr>
          <a:xfrm>
            <a:off x="2347736" y="4852127"/>
            <a:ext cx="28398" cy="28398"/>
          </a:xfrm>
          <a:prstGeom prst="ellipse">
            <a:avLst/>
          </a:prstGeom>
          <a:solidFill>
            <a:srgbClr val="7F8C97">
              <a:alpha val="48000"/>
            </a:srgbClr>
          </a:solidFill>
          <a:ln w="0">
            <a:noFill/>
            <a:prstDash val="solid"/>
          </a:ln>
        </p:spPr>
      </p:sp>
      <p:sp>
        <p:nvSpPr>
          <p:cNvPr id="2229" name="03_assume_matched_7526">
            <a:extLst>
              <a:ext uri="{FF2B5EF4-FFF2-40B4-BE49-F238E27FC236}">
                <a16:creationId xmlns:a16="http://schemas.microsoft.com/office/drawing/2014/main" id="{2E5AF7C5-A16C-4CBF-B9E4-1A9CBBC9E9A2}"/>
              </a:ext>
            </a:extLst>
          </p:cNvPr>
          <p:cNvSpPr>
            <a:spLocks noGrp="1"/>
          </p:cNvSpPr>
          <p:nvPr/>
        </p:nvSpPr>
        <p:spPr>
          <a:xfrm>
            <a:off x="2315501" y="4852127"/>
            <a:ext cx="28398" cy="28398"/>
          </a:xfrm>
          <a:prstGeom prst="ellipse">
            <a:avLst/>
          </a:prstGeom>
          <a:solidFill>
            <a:srgbClr val="7F8C97">
              <a:alpha val="48000"/>
            </a:srgbClr>
          </a:solidFill>
          <a:ln w="0">
            <a:noFill/>
            <a:prstDash val="solid"/>
          </a:ln>
        </p:spPr>
      </p:sp>
      <p:sp>
        <p:nvSpPr>
          <p:cNvPr id="2230" name="03_assume_matched_7527">
            <a:extLst>
              <a:ext uri="{FF2B5EF4-FFF2-40B4-BE49-F238E27FC236}">
                <a16:creationId xmlns:a16="http://schemas.microsoft.com/office/drawing/2014/main" id="{F7B53F6C-8329-4720-8D92-416AA5E6634D}"/>
              </a:ext>
            </a:extLst>
          </p:cNvPr>
          <p:cNvSpPr>
            <a:spLocks noGrp="1"/>
          </p:cNvSpPr>
          <p:nvPr/>
        </p:nvSpPr>
        <p:spPr>
          <a:xfrm>
            <a:off x="2220233" y="4852127"/>
            <a:ext cx="28398" cy="28398"/>
          </a:xfrm>
          <a:prstGeom prst="ellipse">
            <a:avLst/>
          </a:prstGeom>
          <a:solidFill>
            <a:srgbClr val="7F8C97">
              <a:alpha val="48000"/>
            </a:srgbClr>
          </a:solidFill>
          <a:ln w="0">
            <a:noFill/>
            <a:prstDash val="solid"/>
          </a:ln>
        </p:spPr>
      </p:sp>
      <p:sp>
        <p:nvSpPr>
          <p:cNvPr id="2231" name="03_assume_matched_7528">
            <a:extLst>
              <a:ext uri="{FF2B5EF4-FFF2-40B4-BE49-F238E27FC236}">
                <a16:creationId xmlns:a16="http://schemas.microsoft.com/office/drawing/2014/main" id="{4FB8C830-7F89-48C2-A8E4-BAF2E4C929AA}"/>
              </a:ext>
            </a:extLst>
          </p:cNvPr>
          <p:cNvSpPr>
            <a:spLocks noGrp="1"/>
          </p:cNvSpPr>
          <p:nvPr/>
        </p:nvSpPr>
        <p:spPr>
          <a:xfrm>
            <a:off x="2250885" y="5436996"/>
            <a:ext cx="28398" cy="28398"/>
          </a:xfrm>
          <a:prstGeom prst="ellipse">
            <a:avLst/>
          </a:prstGeom>
          <a:solidFill>
            <a:srgbClr val="7F8C97">
              <a:alpha val="48000"/>
            </a:srgbClr>
          </a:solidFill>
          <a:ln w="0">
            <a:noFill/>
            <a:prstDash val="solid"/>
          </a:ln>
        </p:spPr>
      </p:sp>
      <p:sp>
        <p:nvSpPr>
          <p:cNvPr id="2232" name="03_assume_matched_7529">
            <a:extLst>
              <a:ext uri="{FF2B5EF4-FFF2-40B4-BE49-F238E27FC236}">
                <a16:creationId xmlns:a16="http://schemas.microsoft.com/office/drawing/2014/main" id="{34E6AC7F-4F94-4090-83CA-8B08F57FF616}"/>
              </a:ext>
            </a:extLst>
          </p:cNvPr>
          <p:cNvSpPr>
            <a:spLocks noGrp="1"/>
          </p:cNvSpPr>
          <p:nvPr/>
        </p:nvSpPr>
        <p:spPr>
          <a:xfrm>
            <a:off x="2219945" y="5290779"/>
            <a:ext cx="28398" cy="28398"/>
          </a:xfrm>
          <a:prstGeom prst="ellipse">
            <a:avLst/>
          </a:prstGeom>
          <a:solidFill>
            <a:srgbClr val="7F8C97">
              <a:alpha val="48000"/>
            </a:srgbClr>
          </a:solidFill>
          <a:ln w="0">
            <a:noFill/>
            <a:prstDash val="solid"/>
          </a:ln>
        </p:spPr>
      </p:sp>
      <p:sp>
        <p:nvSpPr>
          <p:cNvPr id="2233" name="03_assume_matched_7530">
            <a:extLst>
              <a:ext uri="{FF2B5EF4-FFF2-40B4-BE49-F238E27FC236}">
                <a16:creationId xmlns:a16="http://schemas.microsoft.com/office/drawing/2014/main" id="{D81CB96A-A10D-4B65-96AA-4B892EDE0FFE}"/>
              </a:ext>
            </a:extLst>
          </p:cNvPr>
          <p:cNvSpPr>
            <a:spLocks noGrp="1"/>
          </p:cNvSpPr>
          <p:nvPr/>
        </p:nvSpPr>
        <p:spPr>
          <a:xfrm>
            <a:off x="2301254" y="5144561"/>
            <a:ext cx="28398" cy="28398"/>
          </a:xfrm>
          <a:prstGeom prst="ellipse">
            <a:avLst/>
          </a:prstGeom>
          <a:solidFill>
            <a:srgbClr val="7F8C97">
              <a:alpha val="48000"/>
            </a:srgbClr>
          </a:solidFill>
          <a:ln w="0">
            <a:noFill/>
            <a:prstDash val="solid"/>
          </a:ln>
        </p:spPr>
      </p:sp>
      <p:sp>
        <p:nvSpPr>
          <p:cNvPr id="2234" name="03_assume_matched_7531">
            <a:extLst>
              <a:ext uri="{FF2B5EF4-FFF2-40B4-BE49-F238E27FC236}">
                <a16:creationId xmlns:a16="http://schemas.microsoft.com/office/drawing/2014/main" id="{39383CC8-36D4-453F-BE35-0A5D9B33EDBE}"/>
              </a:ext>
            </a:extLst>
          </p:cNvPr>
          <p:cNvSpPr>
            <a:spLocks noGrp="1"/>
          </p:cNvSpPr>
          <p:nvPr/>
        </p:nvSpPr>
        <p:spPr>
          <a:xfrm>
            <a:off x="2282545" y="5436996"/>
            <a:ext cx="28398" cy="28398"/>
          </a:xfrm>
          <a:prstGeom prst="ellipse">
            <a:avLst/>
          </a:prstGeom>
          <a:solidFill>
            <a:srgbClr val="7F8C97">
              <a:alpha val="48000"/>
            </a:srgbClr>
          </a:solidFill>
          <a:ln w="0">
            <a:noFill/>
            <a:prstDash val="solid"/>
          </a:ln>
        </p:spPr>
      </p:sp>
      <p:sp>
        <p:nvSpPr>
          <p:cNvPr id="2235" name="03_assume_matched_7532">
            <a:extLst>
              <a:ext uri="{FF2B5EF4-FFF2-40B4-BE49-F238E27FC236}">
                <a16:creationId xmlns:a16="http://schemas.microsoft.com/office/drawing/2014/main" id="{913C611F-25C2-4F17-9D94-B03582C26D66}"/>
              </a:ext>
            </a:extLst>
          </p:cNvPr>
          <p:cNvSpPr>
            <a:spLocks noGrp="1"/>
          </p:cNvSpPr>
          <p:nvPr/>
        </p:nvSpPr>
        <p:spPr>
          <a:xfrm>
            <a:off x="2267291" y="5436996"/>
            <a:ext cx="28398" cy="28398"/>
          </a:xfrm>
          <a:prstGeom prst="ellipse">
            <a:avLst/>
          </a:prstGeom>
          <a:solidFill>
            <a:srgbClr val="7F8C97">
              <a:alpha val="48000"/>
            </a:srgbClr>
          </a:solidFill>
          <a:ln w="0">
            <a:noFill/>
            <a:prstDash val="solid"/>
          </a:ln>
        </p:spPr>
      </p:sp>
      <p:sp>
        <p:nvSpPr>
          <p:cNvPr id="2236" name="03_assume_matched_7533">
            <a:extLst>
              <a:ext uri="{FF2B5EF4-FFF2-40B4-BE49-F238E27FC236}">
                <a16:creationId xmlns:a16="http://schemas.microsoft.com/office/drawing/2014/main" id="{8D9368C1-9E6A-4858-9898-5C0F4858E924}"/>
              </a:ext>
            </a:extLst>
          </p:cNvPr>
          <p:cNvSpPr>
            <a:spLocks noGrp="1"/>
          </p:cNvSpPr>
          <p:nvPr/>
        </p:nvSpPr>
        <p:spPr>
          <a:xfrm>
            <a:off x="2253044" y="5436996"/>
            <a:ext cx="28398" cy="28398"/>
          </a:xfrm>
          <a:prstGeom prst="ellipse">
            <a:avLst/>
          </a:prstGeom>
          <a:solidFill>
            <a:srgbClr val="7F8C97">
              <a:alpha val="48000"/>
            </a:srgbClr>
          </a:solidFill>
          <a:ln w="0">
            <a:noFill/>
            <a:prstDash val="solid"/>
          </a:ln>
        </p:spPr>
      </p:sp>
      <p:sp>
        <p:nvSpPr>
          <p:cNvPr id="2237" name="03_assume_matched_7534">
            <a:extLst>
              <a:ext uri="{FF2B5EF4-FFF2-40B4-BE49-F238E27FC236}">
                <a16:creationId xmlns:a16="http://schemas.microsoft.com/office/drawing/2014/main" id="{DD0E87C7-1376-4BD8-9C87-7CC2FD65BE6D}"/>
              </a:ext>
            </a:extLst>
          </p:cNvPr>
          <p:cNvSpPr>
            <a:spLocks noGrp="1"/>
          </p:cNvSpPr>
          <p:nvPr/>
        </p:nvSpPr>
        <p:spPr>
          <a:xfrm>
            <a:off x="2269450" y="4852127"/>
            <a:ext cx="28398" cy="28398"/>
          </a:xfrm>
          <a:prstGeom prst="ellipse">
            <a:avLst/>
          </a:prstGeom>
          <a:solidFill>
            <a:srgbClr val="7F8C97">
              <a:alpha val="48000"/>
            </a:srgbClr>
          </a:solidFill>
          <a:ln w="0">
            <a:noFill/>
            <a:prstDash val="solid"/>
          </a:ln>
        </p:spPr>
      </p:sp>
      <p:sp>
        <p:nvSpPr>
          <p:cNvPr id="2238" name="03_assume_matched_7535">
            <a:extLst>
              <a:ext uri="{FF2B5EF4-FFF2-40B4-BE49-F238E27FC236}">
                <a16:creationId xmlns:a16="http://schemas.microsoft.com/office/drawing/2014/main" id="{CB77D20F-B59B-40C3-8AA2-D31D6E6D2176}"/>
              </a:ext>
            </a:extLst>
          </p:cNvPr>
          <p:cNvSpPr>
            <a:spLocks noGrp="1"/>
          </p:cNvSpPr>
          <p:nvPr/>
        </p:nvSpPr>
        <p:spPr>
          <a:xfrm>
            <a:off x="2354644" y="5290779"/>
            <a:ext cx="28398" cy="28398"/>
          </a:xfrm>
          <a:prstGeom prst="ellipse">
            <a:avLst/>
          </a:prstGeom>
          <a:solidFill>
            <a:srgbClr val="7F8C97">
              <a:alpha val="48000"/>
            </a:srgbClr>
          </a:solidFill>
          <a:ln w="0">
            <a:noFill/>
            <a:prstDash val="solid"/>
          </a:ln>
        </p:spPr>
      </p:sp>
      <p:sp>
        <p:nvSpPr>
          <p:cNvPr id="2239" name="03_assume_matched_7536">
            <a:extLst>
              <a:ext uri="{FF2B5EF4-FFF2-40B4-BE49-F238E27FC236}">
                <a16:creationId xmlns:a16="http://schemas.microsoft.com/office/drawing/2014/main" id="{87D73886-D838-4A36-ABCF-33322FA58C51}"/>
              </a:ext>
            </a:extLst>
          </p:cNvPr>
          <p:cNvSpPr>
            <a:spLocks noGrp="1"/>
          </p:cNvSpPr>
          <p:nvPr/>
        </p:nvSpPr>
        <p:spPr>
          <a:xfrm>
            <a:off x="2309600" y="4852127"/>
            <a:ext cx="28398" cy="28398"/>
          </a:xfrm>
          <a:prstGeom prst="ellipse">
            <a:avLst/>
          </a:prstGeom>
          <a:solidFill>
            <a:srgbClr val="7F8C97">
              <a:alpha val="48000"/>
            </a:srgbClr>
          </a:solidFill>
          <a:ln w="0">
            <a:noFill/>
            <a:prstDash val="solid"/>
          </a:ln>
        </p:spPr>
      </p:sp>
      <p:sp>
        <p:nvSpPr>
          <p:cNvPr id="2240" name="03_assume_matched_7537">
            <a:extLst>
              <a:ext uri="{FF2B5EF4-FFF2-40B4-BE49-F238E27FC236}">
                <a16:creationId xmlns:a16="http://schemas.microsoft.com/office/drawing/2014/main" id="{8923CFEA-A6E5-4189-8C39-6982BFCE7E25}"/>
              </a:ext>
            </a:extLst>
          </p:cNvPr>
          <p:cNvSpPr>
            <a:spLocks noGrp="1"/>
          </p:cNvSpPr>
          <p:nvPr/>
        </p:nvSpPr>
        <p:spPr>
          <a:xfrm>
            <a:off x="2319386" y="5372010"/>
            <a:ext cx="28398" cy="28398"/>
          </a:xfrm>
          <a:prstGeom prst="ellipse">
            <a:avLst/>
          </a:prstGeom>
          <a:solidFill>
            <a:srgbClr val="7F8C97">
              <a:alpha val="48000"/>
            </a:srgbClr>
          </a:solidFill>
          <a:ln w="0">
            <a:noFill/>
            <a:prstDash val="solid"/>
          </a:ln>
        </p:spPr>
      </p:sp>
      <p:sp>
        <p:nvSpPr>
          <p:cNvPr id="2241" name="03_assume_matched_7538">
            <a:extLst>
              <a:ext uri="{FF2B5EF4-FFF2-40B4-BE49-F238E27FC236}">
                <a16:creationId xmlns:a16="http://schemas.microsoft.com/office/drawing/2014/main" id="{5EB213F1-B6C1-4C96-AD7C-615468FE52C5}"/>
              </a:ext>
            </a:extLst>
          </p:cNvPr>
          <p:cNvSpPr>
            <a:spLocks noGrp="1"/>
          </p:cNvSpPr>
          <p:nvPr/>
        </p:nvSpPr>
        <p:spPr>
          <a:xfrm>
            <a:off x="2256210" y="5274532"/>
            <a:ext cx="28398" cy="28398"/>
          </a:xfrm>
          <a:prstGeom prst="ellipse">
            <a:avLst/>
          </a:prstGeom>
          <a:solidFill>
            <a:srgbClr val="7F8C97">
              <a:alpha val="48000"/>
            </a:srgbClr>
          </a:solidFill>
          <a:ln w="0">
            <a:noFill/>
            <a:prstDash val="solid"/>
          </a:ln>
        </p:spPr>
      </p:sp>
      <p:sp>
        <p:nvSpPr>
          <p:cNvPr id="2242" name="03_assume_matched_7539">
            <a:extLst>
              <a:ext uri="{FF2B5EF4-FFF2-40B4-BE49-F238E27FC236}">
                <a16:creationId xmlns:a16="http://schemas.microsoft.com/office/drawing/2014/main" id="{08478834-6D84-4310-9265-0E5D5D13A7E7}"/>
              </a:ext>
            </a:extLst>
          </p:cNvPr>
          <p:cNvSpPr>
            <a:spLocks noGrp="1"/>
          </p:cNvSpPr>
          <p:nvPr/>
        </p:nvSpPr>
        <p:spPr>
          <a:xfrm>
            <a:off x="2346585" y="5242040"/>
            <a:ext cx="28398" cy="28398"/>
          </a:xfrm>
          <a:prstGeom prst="ellipse">
            <a:avLst/>
          </a:prstGeom>
          <a:solidFill>
            <a:srgbClr val="7F8C97">
              <a:alpha val="48000"/>
            </a:srgbClr>
          </a:solidFill>
          <a:ln w="0">
            <a:noFill/>
            <a:prstDash val="solid"/>
          </a:ln>
        </p:spPr>
      </p:sp>
      <p:sp>
        <p:nvSpPr>
          <p:cNvPr id="2243" name="03_assume_matched_7540">
            <a:extLst>
              <a:ext uri="{FF2B5EF4-FFF2-40B4-BE49-F238E27FC236}">
                <a16:creationId xmlns:a16="http://schemas.microsoft.com/office/drawing/2014/main" id="{304976B2-36D9-4274-B8BF-7D5FC8BD2931}"/>
              </a:ext>
            </a:extLst>
          </p:cNvPr>
          <p:cNvSpPr>
            <a:spLocks noGrp="1"/>
          </p:cNvSpPr>
          <p:nvPr/>
        </p:nvSpPr>
        <p:spPr>
          <a:xfrm>
            <a:off x="2319674" y="4852127"/>
            <a:ext cx="28398" cy="28398"/>
          </a:xfrm>
          <a:prstGeom prst="ellipse">
            <a:avLst/>
          </a:prstGeom>
          <a:solidFill>
            <a:srgbClr val="7F8C97">
              <a:alpha val="48000"/>
            </a:srgbClr>
          </a:solidFill>
          <a:ln w="0">
            <a:noFill/>
            <a:prstDash val="solid"/>
          </a:ln>
        </p:spPr>
      </p:sp>
      <p:sp>
        <p:nvSpPr>
          <p:cNvPr id="2244" name="03_assume_matched_7541">
            <a:extLst>
              <a:ext uri="{FF2B5EF4-FFF2-40B4-BE49-F238E27FC236}">
                <a16:creationId xmlns:a16="http://schemas.microsoft.com/office/drawing/2014/main" id="{0D110B8A-9CC1-4F71-9A90-6E56B225647A}"/>
              </a:ext>
            </a:extLst>
          </p:cNvPr>
          <p:cNvSpPr>
            <a:spLocks noGrp="1"/>
          </p:cNvSpPr>
          <p:nvPr/>
        </p:nvSpPr>
        <p:spPr>
          <a:xfrm>
            <a:off x="2237502" y="5436996"/>
            <a:ext cx="28398" cy="28398"/>
          </a:xfrm>
          <a:prstGeom prst="ellipse">
            <a:avLst/>
          </a:prstGeom>
          <a:solidFill>
            <a:srgbClr val="7F8C97">
              <a:alpha val="48000"/>
            </a:srgbClr>
          </a:solidFill>
          <a:ln w="0">
            <a:noFill/>
            <a:prstDash val="solid"/>
          </a:ln>
        </p:spPr>
      </p:sp>
      <p:sp>
        <p:nvSpPr>
          <p:cNvPr id="2245" name="03_assume_matched_7542">
            <a:extLst>
              <a:ext uri="{FF2B5EF4-FFF2-40B4-BE49-F238E27FC236}">
                <a16:creationId xmlns:a16="http://schemas.microsoft.com/office/drawing/2014/main" id="{6F0CF585-8439-466E-846A-5E010E85F88B}"/>
              </a:ext>
            </a:extLst>
          </p:cNvPr>
          <p:cNvSpPr>
            <a:spLocks noGrp="1"/>
          </p:cNvSpPr>
          <p:nvPr/>
        </p:nvSpPr>
        <p:spPr>
          <a:xfrm>
            <a:off x="2244841" y="4852127"/>
            <a:ext cx="28398" cy="28398"/>
          </a:xfrm>
          <a:prstGeom prst="ellipse">
            <a:avLst/>
          </a:prstGeom>
          <a:solidFill>
            <a:srgbClr val="7F8C97">
              <a:alpha val="48000"/>
            </a:srgbClr>
          </a:solidFill>
          <a:ln w="0">
            <a:noFill/>
            <a:prstDash val="solid"/>
          </a:ln>
        </p:spPr>
      </p:sp>
      <p:sp>
        <p:nvSpPr>
          <p:cNvPr id="2246" name="03_assume_matched_7543">
            <a:extLst>
              <a:ext uri="{FF2B5EF4-FFF2-40B4-BE49-F238E27FC236}">
                <a16:creationId xmlns:a16="http://schemas.microsoft.com/office/drawing/2014/main" id="{ACB30D80-5B69-4A4D-8157-44F111C3C73A}"/>
              </a:ext>
            </a:extLst>
          </p:cNvPr>
          <p:cNvSpPr>
            <a:spLocks noGrp="1"/>
          </p:cNvSpPr>
          <p:nvPr/>
        </p:nvSpPr>
        <p:spPr>
          <a:xfrm>
            <a:off x="2256066" y="5242040"/>
            <a:ext cx="28398" cy="28398"/>
          </a:xfrm>
          <a:prstGeom prst="ellipse">
            <a:avLst/>
          </a:prstGeom>
          <a:solidFill>
            <a:srgbClr val="7F8C97">
              <a:alpha val="48000"/>
            </a:srgbClr>
          </a:solidFill>
          <a:ln w="0">
            <a:noFill/>
            <a:prstDash val="solid"/>
          </a:ln>
        </p:spPr>
      </p:sp>
      <p:sp>
        <p:nvSpPr>
          <p:cNvPr id="2247" name="03_assume_matched_7544">
            <a:extLst>
              <a:ext uri="{FF2B5EF4-FFF2-40B4-BE49-F238E27FC236}">
                <a16:creationId xmlns:a16="http://schemas.microsoft.com/office/drawing/2014/main" id="{98D7EA68-7594-419F-A2D1-0DB5022F9779}"/>
              </a:ext>
            </a:extLst>
          </p:cNvPr>
          <p:cNvSpPr>
            <a:spLocks noGrp="1"/>
          </p:cNvSpPr>
          <p:nvPr/>
        </p:nvSpPr>
        <p:spPr>
          <a:xfrm>
            <a:off x="2345434" y="5436996"/>
            <a:ext cx="28398" cy="28398"/>
          </a:xfrm>
          <a:prstGeom prst="ellipse">
            <a:avLst/>
          </a:prstGeom>
          <a:solidFill>
            <a:srgbClr val="7F8C97">
              <a:alpha val="48000"/>
            </a:srgbClr>
          </a:solidFill>
          <a:ln w="0">
            <a:noFill/>
            <a:prstDash val="solid"/>
          </a:ln>
        </p:spPr>
      </p:sp>
      <p:sp>
        <p:nvSpPr>
          <p:cNvPr id="2248" name="03_assume_matched_7545">
            <a:extLst>
              <a:ext uri="{FF2B5EF4-FFF2-40B4-BE49-F238E27FC236}">
                <a16:creationId xmlns:a16="http://schemas.microsoft.com/office/drawing/2014/main" id="{6C51FA75-8955-4411-A60B-82ABFDBCCB78}"/>
              </a:ext>
            </a:extLst>
          </p:cNvPr>
          <p:cNvSpPr>
            <a:spLocks noGrp="1"/>
          </p:cNvSpPr>
          <p:nvPr/>
        </p:nvSpPr>
        <p:spPr>
          <a:xfrm>
            <a:off x="2258369" y="4852127"/>
            <a:ext cx="28398" cy="28398"/>
          </a:xfrm>
          <a:prstGeom prst="ellipse">
            <a:avLst/>
          </a:prstGeom>
          <a:solidFill>
            <a:srgbClr val="7F8C97">
              <a:alpha val="48000"/>
            </a:srgbClr>
          </a:solidFill>
          <a:ln w="0">
            <a:noFill/>
            <a:prstDash val="solid"/>
          </a:ln>
        </p:spPr>
      </p:sp>
      <p:sp>
        <p:nvSpPr>
          <p:cNvPr id="2249" name="03_assume_matched_7546">
            <a:extLst>
              <a:ext uri="{FF2B5EF4-FFF2-40B4-BE49-F238E27FC236}">
                <a16:creationId xmlns:a16="http://schemas.microsoft.com/office/drawing/2014/main" id="{F196057B-8749-4216-A418-87BB116AFE95}"/>
              </a:ext>
            </a:extLst>
          </p:cNvPr>
          <p:cNvSpPr>
            <a:spLocks noGrp="1"/>
          </p:cNvSpPr>
          <p:nvPr/>
        </p:nvSpPr>
        <p:spPr>
          <a:xfrm>
            <a:off x="2337375" y="5177054"/>
            <a:ext cx="28398" cy="28398"/>
          </a:xfrm>
          <a:prstGeom prst="ellipse">
            <a:avLst/>
          </a:prstGeom>
          <a:solidFill>
            <a:srgbClr val="7F8C97">
              <a:alpha val="48000"/>
            </a:srgbClr>
          </a:solidFill>
          <a:ln w="0">
            <a:noFill/>
            <a:prstDash val="solid"/>
          </a:ln>
        </p:spPr>
      </p:sp>
      <p:sp>
        <p:nvSpPr>
          <p:cNvPr id="2250" name="03_assume_matched_7547">
            <a:extLst>
              <a:ext uri="{FF2B5EF4-FFF2-40B4-BE49-F238E27FC236}">
                <a16:creationId xmlns:a16="http://schemas.microsoft.com/office/drawing/2014/main" id="{EE4C8AB6-AEC4-4191-9D6C-DF7C40583BDF}"/>
              </a:ext>
            </a:extLst>
          </p:cNvPr>
          <p:cNvSpPr>
            <a:spLocks noGrp="1"/>
          </p:cNvSpPr>
          <p:nvPr/>
        </p:nvSpPr>
        <p:spPr>
          <a:xfrm>
            <a:off x="2338526" y="4852127"/>
            <a:ext cx="28398" cy="28398"/>
          </a:xfrm>
          <a:prstGeom prst="ellipse">
            <a:avLst/>
          </a:prstGeom>
          <a:solidFill>
            <a:srgbClr val="7F8C97">
              <a:alpha val="48000"/>
            </a:srgbClr>
          </a:solidFill>
          <a:ln w="0">
            <a:noFill/>
            <a:prstDash val="solid"/>
          </a:ln>
        </p:spPr>
      </p:sp>
      <p:sp>
        <p:nvSpPr>
          <p:cNvPr id="2251" name="03_assume_matched_7548">
            <a:extLst>
              <a:ext uri="{FF2B5EF4-FFF2-40B4-BE49-F238E27FC236}">
                <a16:creationId xmlns:a16="http://schemas.microsoft.com/office/drawing/2014/main" id="{01AADD2B-9C5D-4C96-9740-A13377E0CEC8}"/>
              </a:ext>
            </a:extLst>
          </p:cNvPr>
          <p:cNvSpPr>
            <a:spLocks noGrp="1"/>
          </p:cNvSpPr>
          <p:nvPr/>
        </p:nvSpPr>
        <p:spPr>
          <a:xfrm>
            <a:off x="2342268" y="5436996"/>
            <a:ext cx="28398" cy="28398"/>
          </a:xfrm>
          <a:prstGeom prst="ellipse">
            <a:avLst/>
          </a:prstGeom>
          <a:solidFill>
            <a:srgbClr val="7F8C97">
              <a:alpha val="48000"/>
            </a:srgbClr>
          </a:solidFill>
          <a:ln w="0">
            <a:noFill/>
            <a:prstDash val="solid"/>
          </a:ln>
        </p:spPr>
      </p:sp>
      <p:sp>
        <p:nvSpPr>
          <p:cNvPr id="2252" name="03_assume_matched_7549">
            <a:extLst>
              <a:ext uri="{FF2B5EF4-FFF2-40B4-BE49-F238E27FC236}">
                <a16:creationId xmlns:a16="http://schemas.microsoft.com/office/drawing/2014/main" id="{583270DA-A28F-4BD3-AB06-578BF653BAD2}"/>
              </a:ext>
            </a:extLst>
          </p:cNvPr>
          <p:cNvSpPr>
            <a:spLocks noGrp="1"/>
          </p:cNvSpPr>
          <p:nvPr/>
        </p:nvSpPr>
        <p:spPr>
          <a:xfrm>
            <a:off x="2259520" y="5242040"/>
            <a:ext cx="28398" cy="28398"/>
          </a:xfrm>
          <a:prstGeom prst="ellipse">
            <a:avLst/>
          </a:prstGeom>
          <a:solidFill>
            <a:srgbClr val="7F8C97">
              <a:alpha val="48000"/>
            </a:srgbClr>
          </a:solidFill>
          <a:ln w="0">
            <a:noFill/>
            <a:prstDash val="solid"/>
          </a:ln>
        </p:spPr>
      </p:sp>
      <p:sp>
        <p:nvSpPr>
          <p:cNvPr id="2253" name="03_assume_matched_7550">
            <a:extLst>
              <a:ext uri="{FF2B5EF4-FFF2-40B4-BE49-F238E27FC236}">
                <a16:creationId xmlns:a16="http://schemas.microsoft.com/office/drawing/2014/main" id="{5E607C8F-59B6-4599-9D49-CB35C834A4B0}"/>
              </a:ext>
            </a:extLst>
          </p:cNvPr>
          <p:cNvSpPr>
            <a:spLocks noGrp="1"/>
          </p:cNvSpPr>
          <p:nvPr/>
        </p:nvSpPr>
        <p:spPr>
          <a:xfrm>
            <a:off x="2237790" y="4998344"/>
            <a:ext cx="28398" cy="28398"/>
          </a:xfrm>
          <a:prstGeom prst="ellipse">
            <a:avLst/>
          </a:prstGeom>
          <a:solidFill>
            <a:srgbClr val="7F8C97">
              <a:alpha val="48000"/>
            </a:srgbClr>
          </a:solidFill>
          <a:ln w="0">
            <a:noFill/>
            <a:prstDash val="solid"/>
          </a:ln>
        </p:spPr>
      </p:sp>
      <p:sp>
        <p:nvSpPr>
          <p:cNvPr id="2254" name="03_assume_matched_7551">
            <a:extLst>
              <a:ext uri="{FF2B5EF4-FFF2-40B4-BE49-F238E27FC236}">
                <a16:creationId xmlns:a16="http://schemas.microsoft.com/office/drawing/2014/main" id="{64F95B82-CB1C-4FCF-B9C6-ACEDE0ABC61D}"/>
              </a:ext>
            </a:extLst>
          </p:cNvPr>
          <p:cNvSpPr>
            <a:spLocks noGrp="1"/>
          </p:cNvSpPr>
          <p:nvPr/>
        </p:nvSpPr>
        <p:spPr>
          <a:xfrm>
            <a:off x="2321545" y="5436996"/>
            <a:ext cx="28398" cy="28398"/>
          </a:xfrm>
          <a:prstGeom prst="ellipse">
            <a:avLst/>
          </a:prstGeom>
          <a:solidFill>
            <a:srgbClr val="7F8C97">
              <a:alpha val="48000"/>
            </a:srgbClr>
          </a:solidFill>
          <a:ln w="0">
            <a:noFill/>
            <a:prstDash val="solid"/>
          </a:ln>
        </p:spPr>
      </p:sp>
      <p:sp>
        <p:nvSpPr>
          <p:cNvPr id="2255" name="03_assume_matched_7552">
            <a:extLst>
              <a:ext uri="{FF2B5EF4-FFF2-40B4-BE49-F238E27FC236}">
                <a16:creationId xmlns:a16="http://schemas.microsoft.com/office/drawing/2014/main" id="{537837A7-DECC-4E9E-80F3-5A28C43CD720}"/>
              </a:ext>
            </a:extLst>
          </p:cNvPr>
          <p:cNvSpPr>
            <a:spLocks noGrp="1"/>
          </p:cNvSpPr>
          <p:nvPr/>
        </p:nvSpPr>
        <p:spPr>
          <a:xfrm>
            <a:off x="2231026" y="4852127"/>
            <a:ext cx="28398" cy="28398"/>
          </a:xfrm>
          <a:prstGeom prst="ellipse">
            <a:avLst/>
          </a:prstGeom>
          <a:solidFill>
            <a:srgbClr val="7F8C97">
              <a:alpha val="48000"/>
            </a:srgbClr>
          </a:solidFill>
          <a:ln w="0">
            <a:noFill/>
            <a:prstDash val="solid"/>
          </a:ln>
        </p:spPr>
      </p:sp>
      <p:sp>
        <p:nvSpPr>
          <p:cNvPr id="2256" name="03_assume_matched_7553">
            <a:extLst>
              <a:ext uri="{FF2B5EF4-FFF2-40B4-BE49-F238E27FC236}">
                <a16:creationId xmlns:a16="http://schemas.microsoft.com/office/drawing/2014/main" id="{0F5941BC-DEB6-4F09-8D6C-2A4465891825}"/>
              </a:ext>
            </a:extLst>
          </p:cNvPr>
          <p:cNvSpPr>
            <a:spLocks noGrp="1"/>
          </p:cNvSpPr>
          <p:nvPr/>
        </p:nvSpPr>
        <p:spPr>
          <a:xfrm>
            <a:off x="2325142" y="4852127"/>
            <a:ext cx="28398" cy="28398"/>
          </a:xfrm>
          <a:prstGeom prst="ellipse">
            <a:avLst/>
          </a:prstGeom>
          <a:solidFill>
            <a:srgbClr val="7F8C97">
              <a:alpha val="48000"/>
            </a:srgbClr>
          </a:solidFill>
          <a:ln w="0">
            <a:noFill/>
            <a:prstDash val="solid"/>
          </a:ln>
        </p:spPr>
      </p:sp>
      <p:sp>
        <p:nvSpPr>
          <p:cNvPr id="2257" name="03_assume_matched_7554">
            <a:extLst>
              <a:ext uri="{FF2B5EF4-FFF2-40B4-BE49-F238E27FC236}">
                <a16:creationId xmlns:a16="http://schemas.microsoft.com/office/drawing/2014/main" id="{D52FE3E1-9686-4951-B0D0-D8CECD814C22}"/>
              </a:ext>
            </a:extLst>
          </p:cNvPr>
          <p:cNvSpPr>
            <a:spLocks noGrp="1"/>
          </p:cNvSpPr>
          <p:nvPr/>
        </p:nvSpPr>
        <p:spPr>
          <a:xfrm>
            <a:off x="2232321" y="5436996"/>
            <a:ext cx="28398" cy="28398"/>
          </a:xfrm>
          <a:prstGeom prst="ellipse">
            <a:avLst/>
          </a:prstGeom>
          <a:solidFill>
            <a:srgbClr val="7F8C97">
              <a:alpha val="48000"/>
            </a:srgbClr>
          </a:solidFill>
          <a:ln w="0">
            <a:noFill/>
            <a:prstDash val="solid"/>
          </a:ln>
        </p:spPr>
      </p:sp>
      <p:sp>
        <p:nvSpPr>
          <p:cNvPr id="2258" name="03_assume_matched_7555">
            <a:extLst>
              <a:ext uri="{FF2B5EF4-FFF2-40B4-BE49-F238E27FC236}">
                <a16:creationId xmlns:a16="http://schemas.microsoft.com/office/drawing/2014/main" id="{019F87AA-621A-49AA-BF87-B2A56F7F0047}"/>
              </a:ext>
            </a:extLst>
          </p:cNvPr>
          <p:cNvSpPr>
            <a:spLocks noGrp="1"/>
          </p:cNvSpPr>
          <p:nvPr/>
        </p:nvSpPr>
        <p:spPr>
          <a:xfrm>
            <a:off x="2352773" y="4852127"/>
            <a:ext cx="28398" cy="28398"/>
          </a:xfrm>
          <a:prstGeom prst="ellipse">
            <a:avLst/>
          </a:prstGeom>
          <a:solidFill>
            <a:srgbClr val="7F8C97">
              <a:alpha val="48000"/>
            </a:srgbClr>
          </a:solidFill>
          <a:ln w="0">
            <a:noFill/>
            <a:prstDash val="solid"/>
          </a:ln>
        </p:spPr>
      </p:sp>
      <p:sp>
        <p:nvSpPr>
          <p:cNvPr id="2259" name="03_assume_matched_7556">
            <a:extLst>
              <a:ext uri="{FF2B5EF4-FFF2-40B4-BE49-F238E27FC236}">
                <a16:creationId xmlns:a16="http://schemas.microsoft.com/office/drawing/2014/main" id="{E342751F-4F7C-4B87-B3F8-4979FB1CBABA}"/>
              </a:ext>
            </a:extLst>
          </p:cNvPr>
          <p:cNvSpPr>
            <a:spLocks noGrp="1"/>
          </p:cNvSpPr>
          <p:nvPr/>
        </p:nvSpPr>
        <p:spPr>
          <a:xfrm>
            <a:off x="2330755" y="4852127"/>
            <a:ext cx="28398" cy="28398"/>
          </a:xfrm>
          <a:prstGeom prst="ellipse">
            <a:avLst/>
          </a:prstGeom>
          <a:solidFill>
            <a:srgbClr val="7F8C97">
              <a:alpha val="48000"/>
            </a:srgbClr>
          </a:solidFill>
          <a:ln w="0">
            <a:noFill/>
            <a:prstDash val="solid"/>
          </a:ln>
        </p:spPr>
      </p:sp>
      <p:sp>
        <p:nvSpPr>
          <p:cNvPr id="2260" name="03_assume_matched_7557">
            <a:extLst>
              <a:ext uri="{FF2B5EF4-FFF2-40B4-BE49-F238E27FC236}">
                <a16:creationId xmlns:a16="http://schemas.microsoft.com/office/drawing/2014/main" id="{B5DCD529-4F18-47C6-A22F-01545B2BD2E7}"/>
              </a:ext>
            </a:extLst>
          </p:cNvPr>
          <p:cNvSpPr>
            <a:spLocks noGrp="1"/>
          </p:cNvSpPr>
          <p:nvPr/>
        </p:nvSpPr>
        <p:spPr>
          <a:xfrm>
            <a:off x="2278660" y="4852127"/>
            <a:ext cx="28398" cy="28398"/>
          </a:xfrm>
          <a:prstGeom prst="ellipse">
            <a:avLst/>
          </a:prstGeom>
          <a:solidFill>
            <a:srgbClr val="7F8C97">
              <a:alpha val="48000"/>
            </a:srgbClr>
          </a:solidFill>
          <a:ln w="0">
            <a:noFill/>
            <a:prstDash val="solid"/>
          </a:ln>
        </p:spPr>
      </p:sp>
      <p:sp>
        <p:nvSpPr>
          <p:cNvPr id="2261" name="03_assume_matched_7558">
            <a:extLst>
              <a:ext uri="{FF2B5EF4-FFF2-40B4-BE49-F238E27FC236}">
                <a16:creationId xmlns:a16="http://schemas.microsoft.com/office/drawing/2014/main" id="{177BF36B-D2C2-4B65-8752-B8AF04C019D4}"/>
              </a:ext>
            </a:extLst>
          </p:cNvPr>
          <p:cNvSpPr>
            <a:spLocks noGrp="1"/>
          </p:cNvSpPr>
          <p:nvPr/>
        </p:nvSpPr>
        <p:spPr>
          <a:xfrm>
            <a:off x="2254339" y="4852127"/>
            <a:ext cx="28398" cy="28398"/>
          </a:xfrm>
          <a:prstGeom prst="ellipse">
            <a:avLst/>
          </a:prstGeom>
          <a:solidFill>
            <a:srgbClr val="7F8C97">
              <a:alpha val="48000"/>
            </a:srgbClr>
          </a:solidFill>
          <a:ln w="0">
            <a:noFill/>
            <a:prstDash val="solid"/>
          </a:ln>
        </p:spPr>
      </p:sp>
      <p:sp>
        <p:nvSpPr>
          <p:cNvPr id="2262" name="03_assume_matched_7559">
            <a:extLst>
              <a:ext uri="{FF2B5EF4-FFF2-40B4-BE49-F238E27FC236}">
                <a16:creationId xmlns:a16="http://schemas.microsoft.com/office/drawing/2014/main" id="{166935F0-84FD-4B16-9828-96BB0CB87324}"/>
              </a:ext>
            </a:extLst>
          </p:cNvPr>
          <p:cNvSpPr>
            <a:spLocks noGrp="1"/>
          </p:cNvSpPr>
          <p:nvPr/>
        </p:nvSpPr>
        <p:spPr>
          <a:xfrm>
            <a:off x="2356802" y="5436996"/>
            <a:ext cx="28398" cy="28398"/>
          </a:xfrm>
          <a:prstGeom prst="ellipse">
            <a:avLst/>
          </a:prstGeom>
          <a:solidFill>
            <a:srgbClr val="7F8C97">
              <a:alpha val="48000"/>
            </a:srgbClr>
          </a:solidFill>
          <a:ln w="0">
            <a:noFill/>
            <a:prstDash val="solid"/>
          </a:ln>
        </p:spPr>
      </p:sp>
      <p:sp>
        <p:nvSpPr>
          <p:cNvPr id="2263" name="03_assume_matched_7560">
            <a:extLst>
              <a:ext uri="{FF2B5EF4-FFF2-40B4-BE49-F238E27FC236}">
                <a16:creationId xmlns:a16="http://schemas.microsoft.com/office/drawing/2014/main" id="{56A0253F-C26D-4E02-9A5A-2FC89ECDD1C8}"/>
              </a:ext>
            </a:extLst>
          </p:cNvPr>
          <p:cNvSpPr>
            <a:spLocks noGrp="1"/>
          </p:cNvSpPr>
          <p:nvPr/>
        </p:nvSpPr>
        <p:spPr>
          <a:xfrm>
            <a:off x="2304563" y="5436996"/>
            <a:ext cx="28398" cy="28398"/>
          </a:xfrm>
          <a:prstGeom prst="ellipse">
            <a:avLst/>
          </a:prstGeom>
          <a:solidFill>
            <a:srgbClr val="7F8C97">
              <a:alpha val="48000"/>
            </a:srgbClr>
          </a:solidFill>
          <a:ln w="0">
            <a:noFill/>
            <a:prstDash val="solid"/>
          </a:ln>
        </p:spPr>
      </p:sp>
      <p:sp>
        <p:nvSpPr>
          <p:cNvPr id="2264" name="03_assume_matched_7561">
            <a:extLst>
              <a:ext uri="{FF2B5EF4-FFF2-40B4-BE49-F238E27FC236}">
                <a16:creationId xmlns:a16="http://schemas.microsoft.com/office/drawing/2014/main" id="{2E036E84-0E3F-4655-9DD1-2B27EDB00B79}"/>
              </a:ext>
            </a:extLst>
          </p:cNvPr>
          <p:cNvSpPr>
            <a:spLocks noGrp="1"/>
          </p:cNvSpPr>
          <p:nvPr/>
        </p:nvSpPr>
        <p:spPr>
          <a:xfrm>
            <a:off x="2337375" y="5436996"/>
            <a:ext cx="28398" cy="28398"/>
          </a:xfrm>
          <a:prstGeom prst="ellipse">
            <a:avLst/>
          </a:prstGeom>
          <a:solidFill>
            <a:srgbClr val="7F8C97">
              <a:alpha val="48000"/>
            </a:srgbClr>
          </a:solidFill>
          <a:ln w="0">
            <a:noFill/>
            <a:prstDash val="solid"/>
          </a:ln>
        </p:spPr>
      </p:sp>
      <p:sp>
        <p:nvSpPr>
          <p:cNvPr id="2265" name="03_assume_matched_7562">
            <a:extLst>
              <a:ext uri="{FF2B5EF4-FFF2-40B4-BE49-F238E27FC236}">
                <a16:creationId xmlns:a16="http://schemas.microsoft.com/office/drawing/2014/main" id="{44238A77-9B42-4F8D-A662-F35A16E7ACDE}"/>
              </a:ext>
            </a:extLst>
          </p:cNvPr>
          <p:cNvSpPr>
            <a:spLocks noGrp="1"/>
          </p:cNvSpPr>
          <p:nvPr/>
        </p:nvSpPr>
        <p:spPr>
          <a:xfrm>
            <a:off x="2236495" y="4969101"/>
            <a:ext cx="28398" cy="28398"/>
          </a:xfrm>
          <a:prstGeom prst="ellipse">
            <a:avLst/>
          </a:prstGeom>
          <a:solidFill>
            <a:srgbClr val="7F8C97">
              <a:alpha val="48000"/>
            </a:srgbClr>
          </a:solidFill>
          <a:ln w="0">
            <a:noFill/>
            <a:prstDash val="solid"/>
          </a:ln>
        </p:spPr>
      </p:sp>
      <p:sp>
        <p:nvSpPr>
          <p:cNvPr id="2266" name="03_assume_matched_7563">
            <a:extLst>
              <a:ext uri="{FF2B5EF4-FFF2-40B4-BE49-F238E27FC236}">
                <a16:creationId xmlns:a16="http://schemas.microsoft.com/office/drawing/2014/main" id="{A62E96FE-FBB0-46D2-9900-3BE4E211AF51}"/>
              </a:ext>
            </a:extLst>
          </p:cNvPr>
          <p:cNvSpPr>
            <a:spLocks noGrp="1"/>
          </p:cNvSpPr>
          <p:nvPr/>
        </p:nvSpPr>
        <p:spPr>
          <a:xfrm>
            <a:off x="2328452" y="5144561"/>
            <a:ext cx="28398" cy="28398"/>
          </a:xfrm>
          <a:prstGeom prst="ellipse">
            <a:avLst/>
          </a:prstGeom>
          <a:solidFill>
            <a:srgbClr val="7F8C97">
              <a:alpha val="48000"/>
            </a:srgbClr>
          </a:solidFill>
          <a:ln w="0">
            <a:noFill/>
            <a:prstDash val="solid"/>
          </a:ln>
        </p:spPr>
      </p:sp>
      <p:sp>
        <p:nvSpPr>
          <p:cNvPr id="2267" name="03_assume_matched_7564">
            <a:extLst>
              <a:ext uri="{FF2B5EF4-FFF2-40B4-BE49-F238E27FC236}">
                <a16:creationId xmlns:a16="http://schemas.microsoft.com/office/drawing/2014/main" id="{CAC8987A-25A7-491D-8C29-DED5A7D2B388}"/>
              </a:ext>
            </a:extLst>
          </p:cNvPr>
          <p:cNvSpPr>
            <a:spLocks noGrp="1"/>
          </p:cNvSpPr>
          <p:nvPr/>
        </p:nvSpPr>
        <p:spPr>
          <a:xfrm>
            <a:off x="2307586" y="5047083"/>
            <a:ext cx="28398" cy="28398"/>
          </a:xfrm>
          <a:prstGeom prst="ellipse">
            <a:avLst/>
          </a:prstGeom>
          <a:solidFill>
            <a:srgbClr val="7F8C97">
              <a:alpha val="48000"/>
            </a:srgbClr>
          </a:solidFill>
          <a:ln w="0">
            <a:noFill/>
            <a:prstDash val="solid"/>
          </a:ln>
        </p:spPr>
      </p:sp>
      <p:sp>
        <p:nvSpPr>
          <p:cNvPr id="2268" name="03_assume_matched_7565">
            <a:extLst>
              <a:ext uri="{FF2B5EF4-FFF2-40B4-BE49-F238E27FC236}">
                <a16:creationId xmlns:a16="http://schemas.microsoft.com/office/drawing/2014/main" id="{46B15C09-12B4-4475-ADB7-DF3B62198EB3}"/>
              </a:ext>
            </a:extLst>
          </p:cNvPr>
          <p:cNvSpPr>
            <a:spLocks noGrp="1"/>
          </p:cNvSpPr>
          <p:nvPr/>
        </p:nvSpPr>
        <p:spPr>
          <a:xfrm>
            <a:off x="2216203" y="4852127"/>
            <a:ext cx="28398" cy="28398"/>
          </a:xfrm>
          <a:prstGeom prst="ellipse">
            <a:avLst/>
          </a:prstGeom>
          <a:solidFill>
            <a:srgbClr val="7F8C97">
              <a:alpha val="48000"/>
            </a:srgbClr>
          </a:solidFill>
          <a:ln w="0">
            <a:noFill/>
            <a:prstDash val="solid"/>
          </a:ln>
        </p:spPr>
      </p:sp>
      <p:sp>
        <p:nvSpPr>
          <p:cNvPr id="2269" name="03_assume_matched_7566">
            <a:extLst>
              <a:ext uri="{FF2B5EF4-FFF2-40B4-BE49-F238E27FC236}">
                <a16:creationId xmlns:a16="http://schemas.microsoft.com/office/drawing/2014/main" id="{BFBA4E13-A2F4-4BAD-ADDE-352EDFE9A347}"/>
              </a:ext>
            </a:extLst>
          </p:cNvPr>
          <p:cNvSpPr>
            <a:spLocks noGrp="1"/>
          </p:cNvSpPr>
          <p:nvPr/>
        </p:nvSpPr>
        <p:spPr>
          <a:xfrm>
            <a:off x="2275494" y="5436996"/>
            <a:ext cx="28398" cy="28398"/>
          </a:xfrm>
          <a:prstGeom prst="ellipse">
            <a:avLst/>
          </a:prstGeom>
          <a:solidFill>
            <a:srgbClr val="7F8C97">
              <a:alpha val="48000"/>
            </a:srgbClr>
          </a:solidFill>
          <a:ln w="0">
            <a:noFill/>
            <a:prstDash val="solid"/>
          </a:ln>
        </p:spPr>
      </p:sp>
      <p:sp>
        <p:nvSpPr>
          <p:cNvPr id="2270" name="03_assume_matched_7567">
            <a:extLst>
              <a:ext uri="{FF2B5EF4-FFF2-40B4-BE49-F238E27FC236}">
                <a16:creationId xmlns:a16="http://schemas.microsoft.com/office/drawing/2014/main" id="{31970586-122A-4555-B0E0-9C00752B5D95}"/>
              </a:ext>
            </a:extLst>
          </p:cNvPr>
          <p:cNvSpPr>
            <a:spLocks noGrp="1"/>
          </p:cNvSpPr>
          <p:nvPr/>
        </p:nvSpPr>
        <p:spPr>
          <a:xfrm>
            <a:off x="2257649" y="5436996"/>
            <a:ext cx="28398" cy="28398"/>
          </a:xfrm>
          <a:prstGeom prst="ellipse">
            <a:avLst/>
          </a:prstGeom>
          <a:solidFill>
            <a:srgbClr val="7F8C97">
              <a:alpha val="48000"/>
            </a:srgbClr>
          </a:solidFill>
          <a:ln w="0">
            <a:noFill/>
            <a:prstDash val="solid"/>
          </a:ln>
        </p:spPr>
      </p:sp>
      <p:sp>
        <p:nvSpPr>
          <p:cNvPr id="2271" name="03_assume_matched_7568">
            <a:extLst>
              <a:ext uri="{FF2B5EF4-FFF2-40B4-BE49-F238E27FC236}">
                <a16:creationId xmlns:a16="http://schemas.microsoft.com/office/drawing/2014/main" id="{CD7D9D72-098F-4C17-A95E-0793B0F188DB}"/>
              </a:ext>
            </a:extLst>
          </p:cNvPr>
          <p:cNvSpPr>
            <a:spLocks noGrp="1"/>
          </p:cNvSpPr>
          <p:nvPr/>
        </p:nvSpPr>
        <p:spPr>
          <a:xfrm>
            <a:off x="2289885" y="4852127"/>
            <a:ext cx="28398" cy="28398"/>
          </a:xfrm>
          <a:prstGeom prst="ellipse">
            <a:avLst/>
          </a:prstGeom>
          <a:solidFill>
            <a:srgbClr val="7F8C97">
              <a:alpha val="48000"/>
            </a:srgbClr>
          </a:solidFill>
          <a:ln w="0">
            <a:noFill/>
            <a:prstDash val="solid"/>
          </a:ln>
        </p:spPr>
      </p:sp>
      <p:sp>
        <p:nvSpPr>
          <p:cNvPr id="2272" name="03_assume_matched_7569">
            <a:extLst>
              <a:ext uri="{FF2B5EF4-FFF2-40B4-BE49-F238E27FC236}">
                <a16:creationId xmlns:a16="http://schemas.microsoft.com/office/drawing/2014/main" id="{CB005681-D545-43CD-97D6-2B8C2380B1CC}"/>
              </a:ext>
            </a:extLst>
          </p:cNvPr>
          <p:cNvSpPr>
            <a:spLocks noGrp="1"/>
          </p:cNvSpPr>
          <p:nvPr/>
        </p:nvSpPr>
        <p:spPr>
          <a:xfrm>
            <a:off x="2271752" y="5388257"/>
            <a:ext cx="28398" cy="28398"/>
          </a:xfrm>
          <a:prstGeom prst="ellipse">
            <a:avLst/>
          </a:prstGeom>
          <a:solidFill>
            <a:srgbClr val="7F8C97">
              <a:alpha val="48000"/>
            </a:srgbClr>
          </a:solidFill>
          <a:ln w="0">
            <a:noFill/>
            <a:prstDash val="solid"/>
          </a:ln>
        </p:spPr>
      </p:sp>
      <p:sp>
        <p:nvSpPr>
          <p:cNvPr id="2273" name="03_assume_matched_7570">
            <a:extLst>
              <a:ext uri="{FF2B5EF4-FFF2-40B4-BE49-F238E27FC236}">
                <a16:creationId xmlns:a16="http://schemas.microsoft.com/office/drawing/2014/main" id="{21DC0DD5-162F-49F4-AD11-5B589E3F86C2}"/>
              </a:ext>
            </a:extLst>
          </p:cNvPr>
          <p:cNvSpPr>
            <a:spLocks noGrp="1"/>
          </p:cNvSpPr>
          <p:nvPr/>
        </p:nvSpPr>
        <p:spPr>
          <a:xfrm>
            <a:off x="2333921" y="5290779"/>
            <a:ext cx="28398" cy="28398"/>
          </a:xfrm>
          <a:prstGeom prst="ellipse">
            <a:avLst/>
          </a:prstGeom>
          <a:solidFill>
            <a:srgbClr val="7F8C97">
              <a:alpha val="48000"/>
            </a:srgbClr>
          </a:solidFill>
          <a:ln w="0">
            <a:noFill/>
            <a:prstDash val="solid"/>
          </a:ln>
        </p:spPr>
      </p:sp>
      <p:sp>
        <p:nvSpPr>
          <p:cNvPr id="2274" name="03_assume_matched_7571">
            <a:extLst>
              <a:ext uri="{FF2B5EF4-FFF2-40B4-BE49-F238E27FC236}">
                <a16:creationId xmlns:a16="http://schemas.microsoft.com/office/drawing/2014/main" id="{D54ED8EC-4FB6-4275-B957-C9C007D99A56}"/>
              </a:ext>
            </a:extLst>
          </p:cNvPr>
          <p:cNvSpPr>
            <a:spLocks noGrp="1"/>
          </p:cNvSpPr>
          <p:nvPr/>
        </p:nvSpPr>
        <p:spPr>
          <a:xfrm>
            <a:off x="2232033" y="4852127"/>
            <a:ext cx="28398" cy="28398"/>
          </a:xfrm>
          <a:prstGeom prst="ellipse">
            <a:avLst/>
          </a:prstGeom>
          <a:solidFill>
            <a:srgbClr val="7F8C97">
              <a:alpha val="48000"/>
            </a:srgbClr>
          </a:solidFill>
          <a:ln w="0">
            <a:noFill/>
            <a:prstDash val="solid"/>
          </a:ln>
        </p:spPr>
      </p:sp>
      <p:sp>
        <p:nvSpPr>
          <p:cNvPr id="2275" name="03_assume_matched_7572">
            <a:extLst>
              <a:ext uri="{FF2B5EF4-FFF2-40B4-BE49-F238E27FC236}">
                <a16:creationId xmlns:a16="http://schemas.microsoft.com/office/drawing/2014/main" id="{58DEE4EB-BD4D-451D-B740-B6B37CE1163B}"/>
              </a:ext>
            </a:extLst>
          </p:cNvPr>
          <p:cNvSpPr>
            <a:spLocks noGrp="1"/>
          </p:cNvSpPr>
          <p:nvPr/>
        </p:nvSpPr>
        <p:spPr>
          <a:xfrm>
            <a:off x="2238653" y="5436996"/>
            <a:ext cx="28398" cy="28398"/>
          </a:xfrm>
          <a:prstGeom prst="ellipse">
            <a:avLst/>
          </a:prstGeom>
          <a:solidFill>
            <a:srgbClr val="7F8C97">
              <a:alpha val="48000"/>
            </a:srgbClr>
          </a:solidFill>
          <a:ln w="0">
            <a:noFill/>
            <a:prstDash val="solid"/>
          </a:ln>
        </p:spPr>
      </p:sp>
      <p:sp>
        <p:nvSpPr>
          <p:cNvPr id="2276" name="03_assume_matched_7573">
            <a:extLst>
              <a:ext uri="{FF2B5EF4-FFF2-40B4-BE49-F238E27FC236}">
                <a16:creationId xmlns:a16="http://schemas.microsoft.com/office/drawing/2014/main" id="{E51EB01F-2F11-464E-B1EE-F6E024E58AD9}"/>
              </a:ext>
            </a:extLst>
          </p:cNvPr>
          <p:cNvSpPr>
            <a:spLocks noGrp="1"/>
          </p:cNvSpPr>
          <p:nvPr/>
        </p:nvSpPr>
        <p:spPr>
          <a:xfrm>
            <a:off x="2298519" y="4852127"/>
            <a:ext cx="28398" cy="28398"/>
          </a:xfrm>
          <a:prstGeom prst="ellipse">
            <a:avLst/>
          </a:prstGeom>
          <a:solidFill>
            <a:srgbClr val="7F8C97">
              <a:alpha val="48000"/>
            </a:srgbClr>
          </a:solidFill>
          <a:ln w="0">
            <a:noFill/>
            <a:prstDash val="solid"/>
          </a:ln>
        </p:spPr>
      </p:sp>
      <p:sp>
        <p:nvSpPr>
          <p:cNvPr id="2277" name="03_assume_matched_7574">
            <a:extLst>
              <a:ext uri="{FF2B5EF4-FFF2-40B4-BE49-F238E27FC236}">
                <a16:creationId xmlns:a16="http://schemas.microsoft.com/office/drawing/2014/main" id="{3E706C88-AF67-4264-9D31-34379E12024F}"/>
              </a:ext>
            </a:extLst>
          </p:cNvPr>
          <p:cNvSpPr>
            <a:spLocks noGrp="1"/>
          </p:cNvSpPr>
          <p:nvPr/>
        </p:nvSpPr>
        <p:spPr>
          <a:xfrm>
            <a:off x="2297224" y="4852127"/>
            <a:ext cx="28398" cy="28398"/>
          </a:xfrm>
          <a:prstGeom prst="ellipse">
            <a:avLst/>
          </a:prstGeom>
          <a:solidFill>
            <a:srgbClr val="7F8C97">
              <a:alpha val="48000"/>
            </a:srgbClr>
          </a:solidFill>
          <a:ln w="0">
            <a:noFill/>
            <a:prstDash val="solid"/>
          </a:ln>
        </p:spPr>
      </p:sp>
      <p:sp>
        <p:nvSpPr>
          <p:cNvPr id="2278" name="03_assume_matched_7575">
            <a:extLst>
              <a:ext uri="{FF2B5EF4-FFF2-40B4-BE49-F238E27FC236}">
                <a16:creationId xmlns:a16="http://schemas.microsoft.com/office/drawing/2014/main" id="{C4498550-ABB1-4486-8606-45ABEDC7C2B2}"/>
              </a:ext>
            </a:extLst>
          </p:cNvPr>
          <p:cNvSpPr>
            <a:spLocks noGrp="1"/>
          </p:cNvSpPr>
          <p:nvPr/>
        </p:nvSpPr>
        <p:spPr>
          <a:xfrm>
            <a:off x="2343995" y="4852127"/>
            <a:ext cx="28398" cy="28398"/>
          </a:xfrm>
          <a:prstGeom prst="ellipse">
            <a:avLst/>
          </a:prstGeom>
          <a:solidFill>
            <a:srgbClr val="7F8C97">
              <a:alpha val="48000"/>
            </a:srgbClr>
          </a:solidFill>
          <a:ln w="0">
            <a:noFill/>
            <a:prstDash val="solid"/>
          </a:ln>
        </p:spPr>
      </p:sp>
      <p:sp>
        <p:nvSpPr>
          <p:cNvPr id="2279" name="03_assume_matched_7576">
            <a:extLst>
              <a:ext uri="{FF2B5EF4-FFF2-40B4-BE49-F238E27FC236}">
                <a16:creationId xmlns:a16="http://schemas.microsoft.com/office/drawing/2014/main" id="{F82F10FB-5C05-49E7-9548-487A32EA8714}"/>
              </a:ext>
            </a:extLst>
          </p:cNvPr>
          <p:cNvSpPr>
            <a:spLocks noGrp="1"/>
          </p:cNvSpPr>
          <p:nvPr/>
        </p:nvSpPr>
        <p:spPr>
          <a:xfrm>
            <a:off x="2322264" y="5144561"/>
            <a:ext cx="28398" cy="28398"/>
          </a:xfrm>
          <a:prstGeom prst="ellipse">
            <a:avLst/>
          </a:prstGeom>
          <a:solidFill>
            <a:srgbClr val="7F8C97">
              <a:alpha val="48000"/>
            </a:srgbClr>
          </a:solidFill>
          <a:ln w="0">
            <a:noFill/>
            <a:prstDash val="solid"/>
          </a:ln>
        </p:spPr>
      </p:sp>
      <p:sp>
        <p:nvSpPr>
          <p:cNvPr id="2280" name="03_assume_matched_7577">
            <a:extLst>
              <a:ext uri="{FF2B5EF4-FFF2-40B4-BE49-F238E27FC236}">
                <a16:creationId xmlns:a16="http://schemas.microsoft.com/office/drawing/2014/main" id="{4985B760-FE86-4EDB-A2DE-BD9983B4C83B}"/>
              </a:ext>
            </a:extLst>
          </p:cNvPr>
          <p:cNvSpPr>
            <a:spLocks noGrp="1"/>
          </p:cNvSpPr>
          <p:nvPr/>
        </p:nvSpPr>
        <p:spPr>
          <a:xfrm>
            <a:off x="2254339" y="5436996"/>
            <a:ext cx="28398" cy="28398"/>
          </a:xfrm>
          <a:prstGeom prst="ellipse">
            <a:avLst/>
          </a:prstGeom>
          <a:solidFill>
            <a:srgbClr val="7F8C97">
              <a:alpha val="48000"/>
            </a:srgbClr>
          </a:solidFill>
          <a:ln w="0">
            <a:noFill/>
            <a:prstDash val="solid"/>
          </a:ln>
        </p:spPr>
      </p:sp>
      <p:sp>
        <p:nvSpPr>
          <p:cNvPr id="2281" name="03_assume_matched_7578">
            <a:extLst>
              <a:ext uri="{FF2B5EF4-FFF2-40B4-BE49-F238E27FC236}">
                <a16:creationId xmlns:a16="http://schemas.microsoft.com/office/drawing/2014/main" id="{C2F5CAFD-37D0-452D-B602-D3AA8B46FC59}"/>
              </a:ext>
            </a:extLst>
          </p:cNvPr>
          <p:cNvSpPr>
            <a:spLocks noGrp="1"/>
          </p:cNvSpPr>
          <p:nvPr/>
        </p:nvSpPr>
        <p:spPr>
          <a:xfrm>
            <a:off x="2325142" y="5436996"/>
            <a:ext cx="28398" cy="28398"/>
          </a:xfrm>
          <a:prstGeom prst="ellipse">
            <a:avLst/>
          </a:prstGeom>
          <a:solidFill>
            <a:srgbClr val="7F8C97">
              <a:alpha val="48000"/>
            </a:srgbClr>
          </a:solidFill>
          <a:ln w="0">
            <a:noFill/>
            <a:prstDash val="solid"/>
          </a:ln>
        </p:spPr>
      </p:sp>
      <p:sp>
        <p:nvSpPr>
          <p:cNvPr id="2282" name="03_assume_matched_7579">
            <a:extLst>
              <a:ext uri="{FF2B5EF4-FFF2-40B4-BE49-F238E27FC236}">
                <a16:creationId xmlns:a16="http://schemas.microsoft.com/office/drawing/2014/main" id="{C8060ECC-CE01-4DF0-A4FB-ADEBFD21F995}"/>
              </a:ext>
            </a:extLst>
          </p:cNvPr>
          <p:cNvSpPr>
            <a:spLocks noGrp="1"/>
          </p:cNvSpPr>
          <p:nvPr/>
        </p:nvSpPr>
        <p:spPr>
          <a:xfrm>
            <a:off x="2313486" y="5242040"/>
            <a:ext cx="28398" cy="28398"/>
          </a:xfrm>
          <a:prstGeom prst="ellipse">
            <a:avLst/>
          </a:prstGeom>
          <a:solidFill>
            <a:srgbClr val="7F8C97">
              <a:alpha val="48000"/>
            </a:srgbClr>
          </a:solidFill>
          <a:ln w="0">
            <a:noFill/>
            <a:prstDash val="solid"/>
          </a:ln>
        </p:spPr>
      </p:sp>
      <p:sp>
        <p:nvSpPr>
          <p:cNvPr id="2283" name="03_assume_matched_7580">
            <a:extLst>
              <a:ext uri="{FF2B5EF4-FFF2-40B4-BE49-F238E27FC236}">
                <a16:creationId xmlns:a16="http://schemas.microsoft.com/office/drawing/2014/main" id="{41B135BA-8CC9-4AAD-93F8-8FF6691D618C}"/>
              </a:ext>
            </a:extLst>
          </p:cNvPr>
          <p:cNvSpPr>
            <a:spLocks noGrp="1"/>
          </p:cNvSpPr>
          <p:nvPr/>
        </p:nvSpPr>
        <p:spPr>
          <a:xfrm>
            <a:off x="2319674" y="5436996"/>
            <a:ext cx="28398" cy="28398"/>
          </a:xfrm>
          <a:prstGeom prst="ellipse">
            <a:avLst/>
          </a:prstGeom>
          <a:solidFill>
            <a:srgbClr val="7F8C97">
              <a:alpha val="48000"/>
            </a:srgbClr>
          </a:solidFill>
          <a:ln w="0">
            <a:noFill/>
            <a:prstDash val="solid"/>
          </a:ln>
        </p:spPr>
      </p:sp>
      <p:sp>
        <p:nvSpPr>
          <p:cNvPr id="2284" name="03_assume_matched_7581">
            <a:extLst>
              <a:ext uri="{FF2B5EF4-FFF2-40B4-BE49-F238E27FC236}">
                <a16:creationId xmlns:a16="http://schemas.microsoft.com/office/drawing/2014/main" id="{B3854E49-273F-4CA4-84FD-E3F25ACED1C7}"/>
              </a:ext>
            </a:extLst>
          </p:cNvPr>
          <p:cNvSpPr>
            <a:spLocks noGrp="1"/>
          </p:cNvSpPr>
          <p:nvPr/>
        </p:nvSpPr>
        <p:spPr>
          <a:xfrm>
            <a:off x="2333057" y="5436996"/>
            <a:ext cx="28398" cy="28398"/>
          </a:xfrm>
          <a:prstGeom prst="ellipse">
            <a:avLst/>
          </a:prstGeom>
          <a:solidFill>
            <a:srgbClr val="7F8C97">
              <a:alpha val="48000"/>
            </a:srgbClr>
          </a:solidFill>
          <a:ln w="0">
            <a:noFill/>
            <a:prstDash val="solid"/>
          </a:ln>
        </p:spPr>
      </p:sp>
      <p:sp>
        <p:nvSpPr>
          <p:cNvPr id="2285" name="03_assume_matched_7582">
            <a:extLst>
              <a:ext uri="{FF2B5EF4-FFF2-40B4-BE49-F238E27FC236}">
                <a16:creationId xmlns:a16="http://schemas.microsoft.com/office/drawing/2014/main" id="{AFB62548-8561-4B5E-8954-C626AA3582FD}"/>
              </a:ext>
            </a:extLst>
          </p:cNvPr>
          <p:cNvSpPr>
            <a:spLocks noGrp="1"/>
          </p:cNvSpPr>
          <p:nvPr/>
        </p:nvSpPr>
        <p:spPr>
          <a:xfrm>
            <a:off x="2241675" y="4852127"/>
            <a:ext cx="28398" cy="28398"/>
          </a:xfrm>
          <a:prstGeom prst="ellipse">
            <a:avLst/>
          </a:prstGeom>
          <a:solidFill>
            <a:srgbClr val="7F8C97">
              <a:alpha val="48000"/>
            </a:srgbClr>
          </a:solidFill>
          <a:ln w="0">
            <a:noFill/>
            <a:prstDash val="solid"/>
          </a:ln>
        </p:spPr>
      </p:sp>
      <p:sp>
        <p:nvSpPr>
          <p:cNvPr id="2286" name="03_assume_matched_7583">
            <a:extLst>
              <a:ext uri="{FF2B5EF4-FFF2-40B4-BE49-F238E27FC236}">
                <a16:creationId xmlns:a16="http://schemas.microsoft.com/office/drawing/2014/main" id="{2B35ED26-4961-43AA-BE2E-EAF2C04589B6}"/>
              </a:ext>
            </a:extLst>
          </p:cNvPr>
          <p:cNvSpPr>
            <a:spLocks noGrp="1"/>
          </p:cNvSpPr>
          <p:nvPr/>
        </p:nvSpPr>
        <p:spPr>
          <a:xfrm>
            <a:off x="2230882" y="4852127"/>
            <a:ext cx="28398" cy="28398"/>
          </a:xfrm>
          <a:prstGeom prst="ellipse">
            <a:avLst/>
          </a:prstGeom>
          <a:solidFill>
            <a:srgbClr val="7F8C97">
              <a:alpha val="48000"/>
            </a:srgbClr>
          </a:solidFill>
          <a:ln w="0">
            <a:noFill/>
            <a:prstDash val="solid"/>
          </a:ln>
        </p:spPr>
      </p:sp>
      <p:sp>
        <p:nvSpPr>
          <p:cNvPr id="2287" name="03_assume_matched_7584">
            <a:extLst>
              <a:ext uri="{FF2B5EF4-FFF2-40B4-BE49-F238E27FC236}">
                <a16:creationId xmlns:a16="http://schemas.microsoft.com/office/drawing/2014/main" id="{060FAFB4-888D-4487-B436-114B909F1D8E}"/>
              </a:ext>
            </a:extLst>
          </p:cNvPr>
          <p:cNvSpPr>
            <a:spLocks noGrp="1"/>
          </p:cNvSpPr>
          <p:nvPr/>
        </p:nvSpPr>
        <p:spPr>
          <a:xfrm>
            <a:off x="2313774" y="5144561"/>
            <a:ext cx="28398" cy="28398"/>
          </a:xfrm>
          <a:prstGeom prst="ellipse">
            <a:avLst/>
          </a:prstGeom>
          <a:solidFill>
            <a:srgbClr val="7F8C97">
              <a:alpha val="48000"/>
            </a:srgbClr>
          </a:solidFill>
          <a:ln w="0">
            <a:noFill/>
            <a:prstDash val="solid"/>
          </a:ln>
        </p:spPr>
      </p:sp>
      <p:sp>
        <p:nvSpPr>
          <p:cNvPr id="2288" name="03_assume_matched_7585">
            <a:extLst>
              <a:ext uri="{FF2B5EF4-FFF2-40B4-BE49-F238E27FC236}">
                <a16:creationId xmlns:a16="http://schemas.microsoft.com/office/drawing/2014/main" id="{64AFF3B1-4519-4AFF-B927-D47ECD6ED74B}"/>
              </a:ext>
            </a:extLst>
          </p:cNvPr>
          <p:cNvSpPr>
            <a:spLocks noGrp="1"/>
          </p:cNvSpPr>
          <p:nvPr/>
        </p:nvSpPr>
        <p:spPr>
          <a:xfrm>
            <a:off x="2350902" y="4852127"/>
            <a:ext cx="28398" cy="28398"/>
          </a:xfrm>
          <a:prstGeom prst="ellipse">
            <a:avLst/>
          </a:prstGeom>
          <a:solidFill>
            <a:srgbClr val="7F8C97">
              <a:alpha val="48000"/>
            </a:srgbClr>
          </a:solidFill>
          <a:ln w="0">
            <a:noFill/>
            <a:prstDash val="solid"/>
          </a:ln>
        </p:spPr>
      </p:sp>
      <p:sp>
        <p:nvSpPr>
          <p:cNvPr id="2289" name="03_assume_matched_7586">
            <a:extLst>
              <a:ext uri="{FF2B5EF4-FFF2-40B4-BE49-F238E27FC236}">
                <a16:creationId xmlns:a16="http://schemas.microsoft.com/office/drawing/2014/main" id="{A5F135A4-6636-4798-BE12-1BB7E8D2DB40}"/>
              </a:ext>
            </a:extLst>
          </p:cNvPr>
          <p:cNvSpPr>
            <a:spLocks noGrp="1"/>
          </p:cNvSpPr>
          <p:nvPr/>
        </p:nvSpPr>
        <p:spPr>
          <a:xfrm>
            <a:off x="2357090" y="4852127"/>
            <a:ext cx="28398" cy="28398"/>
          </a:xfrm>
          <a:prstGeom prst="ellipse">
            <a:avLst/>
          </a:prstGeom>
          <a:solidFill>
            <a:srgbClr val="7F8C97">
              <a:alpha val="48000"/>
            </a:srgbClr>
          </a:solidFill>
          <a:ln w="0">
            <a:noFill/>
            <a:prstDash val="solid"/>
          </a:ln>
        </p:spPr>
      </p:sp>
      <p:sp>
        <p:nvSpPr>
          <p:cNvPr id="2290" name="03_assume_matched_7587">
            <a:extLst>
              <a:ext uri="{FF2B5EF4-FFF2-40B4-BE49-F238E27FC236}">
                <a16:creationId xmlns:a16="http://schemas.microsoft.com/office/drawing/2014/main" id="{25FB13EC-E41B-4CAD-81EA-239A84AD6653}"/>
              </a:ext>
            </a:extLst>
          </p:cNvPr>
          <p:cNvSpPr>
            <a:spLocks noGrp="1"/>
          </p:cNvSpPr>
          <p:nvPr/>
        </p:nvSpPr>
        <p:spPr>
          <a:xfrm>
            <a:off x="2268154" y="4852127"/>
            <a:ext cx="28398" cy="28398"/>
          </a:xfrm>
          <a:prstGeom prst="ellipse">
            <a:avLst/>
          </a:prstGeom>
          <a:solidFill>
            <a:srgbClr val="7F8C97">
              <a:alpha val="48000"/>
            </a:srgbClr>
          </a:solidFill>
          <a:ln w="0">
            <a:noFill/>
            <a:prstDash val="solid"/>
          </a:ln>
        </p:spPr>
      </p:sp>
      <p:sp>
        <p:nvSpPr>
          <p:cNvPr id="2291" name="03_assume_matched_7588">
            <a:extLst>
              <a:ext uri="{FF2B5EF4-FFF2-40B4-BE49-F238E27FC236}">
                <a16:creationId xmlns:a16="http://schemas.microsoft.com/office/drawing/2014/main" id="{ED9B8065-AD66-462C-BC9B-58B837F41EEC}"/>
              </a:ext>
            </a:extLst>
          </p:cNvPr>
          <p:cNvSpPr>
            <a:spLocks noGrp="1"/>
          </p:cNvSpPr>
          <p:nvPr/>
        </p:nvSpPr>
        <p:spPr>
          <a:xfrm>
            <a:off x="2320969" y="5242040"/>
            <a:ext cx="28398" cy="28398"/>
          </a:xfrm>
          <a:prstGeom prst="ellipse">
            <a:avLst/>
          </a:prstGeom>
          <a:solidFill>
            <a:srgbClr val="7F8C97">
              <a:alpha val="48000"/>
            </a:srgbClr>
          </a:solidFill>
          <a:ln w="0">
            <a:noFill/>
            <a:prstDash val="solid"/>
          </a:ln>
        </p:spPr>
      </p:sp>
      <p:sp>
        <p:nvSpPr>
          <p:cNvPr id="2292" name="03_assume_matched_7589">
            <a:extLst>
              <a:ext uri="{FF2B5EF4-FFF2-40B4-BE49-F238E27FC236}">
                <a16:creationId xmlns:a16="http://schemas.microsoft.com/office/drawing/2014/main" id="{6156909F-2EE6-4CEF-936E-C6E205386A52}"/>
              </a:ext>
            </a:extLst>
          </p:cNvPr>
          <p:cNvSpPr>
            <a:spLocks noGrp="1"/>
          </p:cNvSpPr>
          <p:nvPr/>
        </p:nvSpPr>
        <p:spPr>
          <a:xfrm>
            <a:off x="2331906" y="4852127"/>
            <a:ext cx="28398" cy="28398"/>
          </a:xfrm>
          <a:prstGeom prst="ellipse">
            <a:avLst/>
          </a:prstGeom>
          <a:solidFill>
            <a:srgbClr val="7F8C97">
              <a:alpha val="48000"/>
            </a:srgbClr>
          </a:solidFill>
          <a:ln w="0">
            <a:noFill/>
            <a:prstDash val="solid"/>
          </a:ln>
        </p:spPr>
      </p:sp>
      <p:sp>
        <p:nvSpPr>
          <p:cNvPr id="2293" name="03_assume_matched_7590">
            <a:extLst>
              <a:ext uri="{FF2B5EF4-FFF2-40B4-BE49-F238E27FC236}">
                <a16:creationId xmlns:a16="http://schemas.microsoft.com/office/drawing/2014/main" id="{F5E0EF7E-0016-4BFD-948B-A7743965947C}"/>
              </a:ext>
            </a:extLst>
          </p:cNvPr>
          <p:cNvSpPr>
            <a:spLocks noGrp="1"/>
          </p:cNvSpPr>
          <p:nvPr/>
        </p:nvSpPr>
        <p:spPr>
          <a:xfrm>
            <a:off x="2349319" y="4852127"/>
            <a:ext cx="28398" cy="28398"/>
          </a:xfrm>
          <a:prstGeom prst="ellipse">
            <a:avLst/>
          </a:prstGeom>
          <a:solidFill>
            <a:srgbClr val="7F8C97">
              <a:alpha val="48000"/>
            </a:srgbClr>
          </a:solidFill>
          <a:ln w="0">
            <a:noFill/>
            <a:prstDash val="solid"/>
          </a:ln>
        </p:spPr>
      </p:sp>
      <p:sp>
        <p:nvSpPr>
          <p:cNvPr id="2294" name="03_assume_matched_7591">
            <a:extLst>
              <a:ext uri="{FF2B5EF4-FFF2-40B4-BE49-F238E27FC236}">
                <a16:creationId xmlns:a16="http://schemas.microsoft.com/office/drawing/2014/main" id="{6B7C29ED-F342-4EB5-AB8F-CF8431A45AFD}"/>
              </a:ext>
            </a:extLst>
          </p:cNvPr>
          <p:cNvSpPr>
            <a:spLocks noGrp="1"/>
          </p:cNvSpPr>
          <p:nvPr/>
        </p:nvSpPr>
        <p:spPr>
          <a:xfrm>
            <a:off x="2334065" y="4852127"/>
            <a:ext cx="28398" cy="28398"/>
          </a:xfrm>
          <a:prstGeom prst="ellipse">
            <a:avLst/>
          </a:prstGeom>
          <a:solidFill>
            <a:srgbClr val="7F8C97">
              <a:alpha val="48000"/>
            </a:srgbClr>
          </a:solidFill>
          <a:ln w="0">
            <a:noFill/>
            <a:prstDash val="solid"/>
          </a:ln>
        </p:spPr>
      </p:sp>
      <p:sp>
        <p:nvSpPr>
          <p:cNvPr id="2295" name="03_assume_matched_7592">
            <a:extLst>
              <a:ext uri="{FF2B5EF4-FFF2-40B4-BE49-F238E27FC236}">
                <a16:creationId xmlns:a16="http://schemas.microsoft.com/office/drawing/2014/main" id="{AF63CB38-BF2D-41AA-BB25-E533C7506CBE}"/>
              </a:ext>
            </a:extLst>
          </p:cNvPr>
          <p:cNvSpPr>
            <a:spLocks noGrp="1"/>
          </p:cNvSpPr>
          <p:nvPr/>
        </p:nvSpPr>
        <p:spPr>
          <a:xfrm>
            <a:off x="2312335" y="4852127"/>
            <a:ext cx="28398" cy="28398"/>
          </a:xfrm>
          <a:prstGeom prst="ellipse">
            <a:avLst/>
          </a:prstGeom>
          <a:solidFill>
            <a:srgbClr val="7F8C97">
              <a:alpha val="48000"/>
            </a:srgbClr>
          </a:solidFill>
          <a:ln w="0">
            <a:noFill/>
            <a:prstDash val="solid"/>
          </a:ln>
        </p:spPr>
      </p:sp>
      <p:sp>
        <p:nvSpPr>
          <p:cNvPr id="2296" name="03_assume_matched_7593">
            <a:extLst>
              <a:ext uri="{FF2B5EF4-FFF2-40B4-BE49-F238E27FC236}">
                <a16:creationId xmlns:a16="http://schemas.microsoft.com/office/drawing/2014/main" id="{99030D8F-C481-4490-964F-9D744FA86E2B}"/>
              </a:ext>
            </a:extLst>
          </p:cNvPr>
          <p:cNvSpPr>
            <a:spLocks noGrp="1"/>
          </p:cNvSpPr>
          <p:nvPr/>
        </p:nvSpPr>
        <p:spPr>
          <a:xfrm>
            <a:off x="2224118" y="4852127"/>
            <a:ext cx="28398" cy="28398"/>
          </a:xfrm>
          <a:prstGeom prst="ellipse">
            <a:avLst/>
          </a:prstGeom>
          <a:solidFill>
            <a:srgbClr val="7F8C97">
              <a:alpha val="48000"/>
            </a:srgbClr>
          </a:solidFill>
          <a:ln w="0">
            <a:noFill/>
            <a:prstDash val="solid"/>
          </a:ln>
        </p:spPr>
      </p:sp>
      <p:sp>
        <p:nvSpPr>
          <p:cNvPr id="2297" name="03_assume_matched_7594">
            <a:extLst>
              <a:ext uri="{FF2B5EF4-FFF2-40B4-BE49-F238E27FC236}">
                <a16:creationId xmlns:a16="http://schemas.microsoft.com/office/drawing/2014/main" id="{DCD25012-BEDA-42BB-8C21-824A739231AA}"/>
              </a:ext>
            </a:extLst>
          </p:cNvPr>
          <p:cNvSpPr>
            <a:spLocks noGrp="1"/>
          </p:cNvSpPr>
          <p:nvPr/>
        </p:nvSpPr>
        <p:spPr>
          <a:xfrm>
            <a:off x="2238078" y="5436996"/>
            <a:ext cx="28398" cy="28398"/>
          </a:xfrm>
          <a:prstGeom prst="ellipse">
            <a:avLst/>
          </a:prstGeom>
          <a:solidFill>
            <a:srgbClr val="7F8C97">
              <a:alpha val="48000"/>
            </a:srgbClr>
          </a:solidFill>
          <a:ln w="0">
            <a:noFill/>
            <a:prstDash val="solid"/>
          </a:ln>
        </p:spPr>
      </p:sp>
      <p:sp>
        <p:nvSpPr>
          <p:cNvPr id="2298" name="03_assume_matched_7595">
            <a:extLst>
              <a:ext uri="{FF2B5EF4-FFF2-40B4-BE49-F238E27FC236}">
                <a16:creationId xmlns:a16="http://schemas.microsoft.com/office/drawing/2014/main" id="{7FEC590C-6787-48B4-99B5-1055DC49F6B2}"/>
              </a:ext>
            </a:extLst>
          </p:cNvPr>
          <p:cNvSpPr>
            <a:spLocks noGrp="1"/>
          </p:cNvSpPr>
          <p:nvPr/>
        </p:nvSpPr>
        <p:spPr>
          <a:xfrm>
            <a:off x="2299239" y="4852127"/>
            <a:ext cx="28398" cy="28398"/>
          </a:xfrm>
          <a:prstGeom prst="ellipse">
            <a:avLst/>
          </a:prstGeom>
          <a:solidFill>
            <a:srgbClr val="7F8C97">
              <a:alpha val="48000"/>
            </a:srgbClr>
          </a:solidFill>
          <a:ln w="0">
            <a:noFill/>
            <a:prstDash val="solid"/>
          </a:ln>
        </p:spPr>
      </p:sp>
      <p:sp>
        <p:nvSpPr>
          <p:cNvPr id="2299" name="03_assume_matched_7596">
            <a:extLst>
              <a:ext uri="{FF2B5EF4-FFF2-40B4-BE49-F238E27FC236}">
                <a16:creationId xmlns:a16="http://schemas.microsoft.com/office/drawing/2014/main" id="{AB9825BB-4C61-49FA-82B9-36CC76D0C24B}"/>
              </a:ext>
            </a:extLst>
          </p:cNvPr>
          <p:cNvSpPr>
            <a:spLocks noGrp="1"/>
          </p:cNvSpPr>
          <p:nvPr/>
        </p:nvSpPr>
        <p:spPr>
          <a:xfrm>
            <a:off x="2244122" y="5436996"/>
            <a:ext cx="28398" cy="28398"/>
          </a:xfrm>
          <a:prstGeom prst="ellipse">
            <a:avLst/>
          </a:prstGeom>
          <a:solidFill>
            <a:srgbClr val="7F8C97">
              <a:alpha val="48000"/>
            </a:srgbClr>
          </a:solidFill>
          <a:ln w="0">
            <a:noFill/>
            <a:prstDash val="solid"/>
          </a:ln>
        </p:spPr>
      </p:sp>
      <p:sp>
        <p:nvSpPr>
          <p:cNvPr id="2300" name="03_assume_matched_7597">
            <a:extLst>
              <a:ext uri="{FF2B5EF4-FFF2-40B4-BE49-F238E27FC236}">
                <a16:creationId xmlns:a16="http://schemas.microsoft.com/office/drawing/2014/main" id="{D2621E4A-1772-4F26-A239-D5887659EFF7}"/>
              </a:ext>
            </a:extLst>
          </p:cNvPr>
          <p:cNvSpPr>
            <a:spLocks noGrp="1"/>
          </p:cNvSpPr>
          <p:nvPr/>
        </p:nvSpPr>
        <p:spPr>
          <a:xfrm>
            <a:off x="2270169" y="4852127"/>
            <a:ext cx="28398" cy="28398"/>
          </a:xfrm>
          <a:prstGeom prst="ellipse">
            <a:avLst/>
          </a:prstGeom>
          <a:solidFill>
            <a:srgbClr val="7F8C97">
              <a:alpha val="48000"/>
            </a:srgbClr>
          </a:solidFill>
          <a:ln w="0">
            <a:noFill/>
            <a:prstDash val="solid"/>
          </a:ln>
        </p:spPr>
      </p:sp>
      <p:sp>
        <p:nvSpPr>
          <p:cNvPr id="2301" name="03_assume_matched_7598">
            <a:extLst>
              <a:ext uri="{FF2B5EF4-FFF2-40B4-BE49-F238E27FC236}">
                <a16:creationId xmlns:a16="http://schemas.microsoft.com/office/drawing/2014/main" id="{D3B0E09C-927A-400A-A5D5-C937C2B7EDAA}"/>
              </a:ext>
            </a:extLst>
          </p:cNvPr>
          <p:cNvSpPr>
            <a:spLocks noGrp="1"/>
          </p:cNvSpPr>
          <p:nvPr/>
        </p:nvSpPr>
        <p:spPr>
          <a:xfrm>
            <a:off x="2219225" y="5436996"/>
            <a:ext cx="28398" cy="28398"/>
          </a:xfrm>
          <a:prstGeom prst="ellipse">
            <a:avLst/>
          </a:prstGeom>
          <a:solidFill>
            <a:srgbClr val="7F8C97">
              <a:alpha val="48000"/>
            </a:srgbClr>
          </a:solidFill>
          <a:ln w="0">
            <a:noFill/>
            <a:prstDash val="solid"/>
          </a:ln>
        </p:spPr>
      </p:sp>
      <p:sp>
        <p:nvSpPr>
          <p:cNvPr id="2302" name="03_assume_matched_7599">
            <a:extLst>
              <a:ext uri="{FF2B5EF4-FFF2-40B4-BE49-F238E27FC236}">
                <a16:creationId xmlns:a16="http://schemas.microsoft.com/office/drawing/2014/main" id="{16FCF19D-7434-4D5A-A984-26951C502B22}"/>
              </a:ext>
            </a:extLst>
          </p:cNvPr>
          <p:cNvSpPr>
            <a:spLocks noGrp="1"/>
          </p:cNvSpPr>
          <p:nvPr/>
        </p:nvSpPr>
        <p:spPr>
          <a:xfrm>
            <a:off x="3091905" y="4852127"/>
            <a:ext cx="28398" cy="28398"/>
          </a:xfrm>
          <a:prstGeom prst="ellipse">
            <a:avLst/>
          </a:prstGeom>
          <a:solidFill>
            <a:srgbClr val="7F8C97">
              <a:alpha val="48000"/>
            </a:srgbClr>
          </a:solidFill>
          <a:ln w="0">
            <a:noFill/>
            <a:prstDash val="solid"/>
          </a:ln>
        </p:spPr>
      </p:sp>
      <p:sp>
        <p:nvSpPr>
          <p:cNvPr id="2303" name="03_assume_matched_7600">
            <a:extLst>
              <a:ext uri="{FF2B5EF4-FFF2-40B4-BE49-F238E27FC236}">
                <a16:creationId xmlns:a16="http://schemas.microsoft.com/office/drawing/2014/main" id="{6854C70C-C67A-4E7D-ACEB-4373B9C8411E}"/>
              </a:ext>
            </a:extLst>
          </p:cNvPr>
          <p:cNvSpPr>
            <a:spLocks noGrp="1"/>
          </p:cNvSpPr>
          <p:nvPr/>
        </p:nvSpPr>
        <p:spPr>
          <a:xfrm>
            <a:off x="3080392" y="4852127"/>
            <a:ext cx="28398" cy="28398"/>
          </a:xfrm>
          <a:prstGeom prst="ellipse">
            <a:avLst/>
          </a:prstGeom>
          <a:solidFill>
            <a:srgbClr val="7F8C97">
              <a:alpha val="48000"/>
            </a:srgbClr>
          </a:solidFill>
          <a:ln w="0">
            <a:noFill/>
            <a:prstDash val="solid"/>
          </a:ln>
        </p:spPr>
      </p:sp>
      <p:sp>
        <p:nvSpPr>
          <p:cNvPr id="2304" name="03_assume_matched_7601">
            <a:extLst>
              <a:ext uri="{FF2B5EF4-FFF2-40B4-BE49-F238E27FC236}">
                <a16:creationId xmlns:a16="http://schemas.microsoft.com/office/drawing/2014/main" id="{DC671A7D-880E-4AA3-B3DA-CA7C5C1EA417}"/>
              </a:ext>
            </a:extLst>
          </p:cNvPr>
          <p:cNvSpPr>
            <a:spLocks noGrp="1"/>
          </p:cNvSpPr>
          <p:nvPr/>
        </p:nvSpPr>
        <p:spPr>
          <a:xfrm>
            <a:off x="3023260" y="4852127"/>
            <a:ext cx="28398" cy="28398"/>
          </a:xfrm>
          <a:prstGeom prst="ellipse">
            <a:avLst/>
          </a:prstGeom>
          <a:solidFill>
            <a:srgbClr val="7F8C97">
              <a:alpha val="48000"/>
            </a:srgbClr>
          </a:solidFill>
          <a:ln w="0">
            <a:noFill/>
            <a:prstDash val="solid"/>
          </a:ln>
        </p:spPr>
      </p:sp>
      <p:sp>
        <p:nvSpPr>
          <p:cNvPr id="2305" name="03_assume_matched_7602">
            <a:extLst>
              <a:ext uri="{FF2B5EF4-FFF2-40B4-BE49-F238E27FC236}">
                <a16:creationId xmlns:a16="http://schemas.microsoft.com/office/drawing/2014/main" id="{25BFA831-9229-416D-946C-C2F595163C5B}"/>
              </a:ext>
            </a:extLst>
          </p:cNvPr>
          <p:cNvSpPr>
            <a:spLocks noGrp="1"/>
          </p:cNvSpPr>
          <p:nvPr/>
        </p:nvSpPr>
        <p:spPr>
          <a:xfrm>
            <a:off x="3102122" y="4852127"/>
            <a:ext cx="28398" cy="28398"/>
          </a:xfrm>
          <a:prstGeom prst="ellipse">
            <a:avLst/>
          </a:prstGeom>
          <a:solidFill>
            <a:srgbClr val="7F8C97">
              <a:alpha val="48000"/>
            </a:srgbClr>
          </a:solidFill>
          <a:ln w="0">
            <a:noFill/>
            <a:prstDash val="solid"/>
          </a:ln>
        </p:spPr>
      </p:sp>
      <p:sp>
        <p:nvSpPr>
          <p:cNvPr id="2306" name="03_assume_matched_7603">
            <a:extLst>
              <a:ext uri="{FF2B5EF4-FFF2-40B4-BE49-F238E27FC236}">
                <a16:creationId xmlns:a16="http://schemas.microsoft.com/office/drawing/2014/main" id="{A292084C-CF76-4BE5-9BD0-843646570A7F}"/>
              </a:ext>
            </a:extLst>
          </p:cNvPr>
          <p:cNvSpPr>
            <a:spLocks noGrp="1"/>
          </p:cNvSpPr>
          <p:nvPr/>
        </p:nvSpPr>
        <p:spPr>
          <a:xfrm>
            <a:off x="3069887" y="4852127"/>
            <a:ext cx="28398" cy="28398"/>
          </a:xfrm>
          <a:prstGeom prst="ellipse">
            <a:avLst/>
          </a:prstGeom>
          <a:solidFill>
            <a:srgbClr val="7F8C97">
              <a:alpha val="48000"/>
            </a:srgbClr>
          </a:solidFill>
          <a:ln w="0">
            <a:noFill/>
            <a:prstDash val="solid"/>
          </a:ln>
        </p:spPr>
      </p:sp>
      <p:sp>
        <p:nvSpPr>
          <p:cNvPr id="2307" name="03_assume_matched_7604">
            <a:extLst>
              <a:ext uri="{FF2B5EF4-FFF2-40B4-BE49-F238E27FC236}">
                <a16:creationId xmlns:a16="http://schemas.microsoft.com/office/drawing/2014/main" id="{1014BFAA-10A4-4706-BE0B-F2D5565948F0}"/>
              </a:ext>
            </a:extLst>
          </p:cNvPr>
          <p:cNvSpPr>
            <a:spLocks noGrp="1"/>
          </p:cNvSpPr>
          <p:nvPr/>
        </p:nvSpPr>
        <p:spPr>
          <a:xfrm>
            <a:off x="2974619" y="4852127"/>
            <a:ext cx="28398" cy="28398"/>
          </a:xfrm>
          <a:prstGeom prst="ellipse">
            <a:avLst/>
          </a:prstGeom>
          <a:solidFill>
            <a:srgbClr val="7F8C97">
              <a:alpha val="48000"/>
            </a:srgbClr>
          </a:solidFill>
          <a:ln w="0">
            <a:noFill/>
            <a:prstDash val="solid"/>
          </a:ln>
        </p:spPr>
      </p:sp>
      <p:sp>
        <p:nvSpPr>
          <p:cNvPr id="2308" name="03_assume_matched_7605">
            <a:extLst>
              <a:ext uri="{FF2B5EF4-FFF2-40B4-BE49-F238E27FC236}">
                <a16:creationId xmlns:a16="http://schemas.microsoft.com/office/drawing/2014/main" id="{B9B759D8-600F-42A0-8F34-BEACAE5E86A1}"/>
              </a:ext>
            </a:extLst>
          </p:cNvPr>
          <p:cNvSpPr>
            <a:spLocks noGrp="1"/>
          </p:cNvSpPr>
          <p:nvPr/>
        </p:nvSpPr>
        <p:spPr>
          <a:xfrm>
            <a:off x="3005271" y="5436996"/>
            <a:ext cx="28398" cy="28398"/>
          </a:xfrm>
          <a:prstGeom prst="ellipse">
            <a:avLst/>
          </a:prstGeom>
          <a:solidFill>
            <a:srgbClr val="7F8C97">
              <a:alpha val="48000"/>
            </a:srgbClr>
          </a:solidFill>
          <a:ln w="0">
            <a:noFill/>
            <a:prstDash val="solid"/>
          </a:ln>
        </p:spPr>
      </p:sp>
      <p:sp>
        <p:nvSpPr>
          <p:cNvPr id="2309" name="03_assume_matched_7606">
            <a:extLst>
              <a:ext uri="{FF2B5EF4-FFF2-40B4-BE49-F238E27FC236}">
                <a16:creationId xmlns:a16="http://schemas.microsoft.com/office/drawing/2014/main" id="{EC1BFC1E-D513-42E7-A70D-5247F994D6E7}"/>
              </a:ext>
            </a:extLst>
          </p:cNvPr>
          <p:cNvSpPr>
            <a:spLocks noGrp="1"/>
          </p:cNvSpPr>
          <p:nvPr/>
        </p:nvSpPr>
        <p:spPr>
          <a:xfrm>
            <a:off x="2974331" y="5290779"/>
            <a:ext cx="28398" cy="28398"/>
          </a:xfrm>
          <a:prstGeom prst="ellipse">
            <a:avLst/>
          </a:prstGeom>
          <a:solidFill>
            <a:srgbClr val="7F8C97">
              <a:alpha val="48000"/>
            </a:srgbClr>
          </a:solidFill>
          <a:ln w="0">
            <a:noFill/>
            <a:prstDash val="solid"/>
          </a:ln>
        </p:spPr>
      </p:sp>
      <p:sp>
        <p:nvSpPr>
          <p:cNvPr id="2310" name="03_assume_matched_7607">
            <a:extLst>
              <a:ext uri="{FF2B5EF4-FFF2-40B4-BE49-F238E27FC236}">
                <a16:creationId xmlns:a16="http://schemas.microsoft.com/office/drawing/2014/main" id="{120B0213-6A21-42E8-B773-10C4C9CB40FD}"/>
              </a:ext>
            </a:extLst>
          </p:cNvPr>
          <p:cNvSpPr>
            <a:spLocks noGrp="1"/>
          </p:cNvSpPr>
          <p:nvPr/>
        </p:nvSpPr>
        <p:spPr>
          <a:xfrm>
            <a:off x="3055640" y="5144561"/>
            <a:ext cx="28398" cy="28398"/>
          </a:xfrm>
          <a:prstGeom prst="ellipse">
            <a:avLst/>
          </a:prstGeom>
          <a:solidFill>
            <a:srgbClr val="7F8C97">
              <a:alpha val="48000"/>
            </a:srgbClr>
          </a:solidFill>
          <a:ln w="0">
            <a:noFill/>
            <a:prstDash val="solid"/>
          </a:ln>
        </p:spPr>
      </p:sp>
      <p:sp>
        <p:nvSpPr>
          <p:cNvPr id="2311" name="03_assume_matched_7608">
            <a:extLst>
              <a:ext uri="{FF2B5EF4-FFF2-40B4-BE49-F238E27FC236}">
                <a16:creationId xmlns:a16="http://schemas.microsoft.com/office/drawing/2014/main" id="{7C614FF8-C3E1-45E7-A424-F152A15CD1F2}"/>
              </a:ext>
            </a:extLst>
          </p:cNvPr>
          <p:cNvSpPr>
            <a:spLocks noGrp="1"/>
          </p:cNvSpPr>
          <p:nvPr/>
        </p:nvSpPr>
        <p:spPr>
          <a:xfrm>
            <a:off x="3036931" y="5436996"/>
            <a:ext cx="28398" cy="28398"/>
          </a:xfrm>
          <a:prstGeom prst="ellipse">
            <a:avLst/>
          </a:prstGeom>
          <a:solidFill>
            <a:srgbClr val="7F8C97">
              <a:alpha val="48000"/>
            </a:srgbClr>
          </a:solidFill>
          <a:ln w="0">
            <a:noFill/>
            <a:prstDash val="solid"/>
          </a:ln>
        </p:spPr>
      </p:sp>
      <p:sp>
        <p:nvSpPr>
          <p:cNvPr id="2312" name="03_assume_matched_7609">
            <a:extLst>
              <a:ext uri="{FF2B5EF4-FFF2-40B4-BE49-F238E27FC236}">
                <a16:creationId xmlns:a16="http://schemas.microsoft.com/office/drawing/2014/main" id="{ECD6E816-434B-454A-8CB3-F9BA221AC912}"/>
              </a:ext>
            </a:extLst>
          </p:cNvPr>
          <p:cNvSpPr>
            <a:spLocks noGrp="1"/>
          </p:cNvSpPr>
          <p:nvPr/>
        </p:nvSpPr>
        <p:spPr>
          <a:xfrm>
            <a:off x="3021677" y="5436996"/>
            <a:ext cx="28398" cy="28398"/>
          </a:xfrm>
          <a:prstGeom prst="ellipse">
            <a:avLst/>
          </a:prstGeom>
          <a:solidFill>
            <a:srgbClr val="7F8C97">
              <a:alpha val="48000"/>
            </a:srgbClr>
          </a:solidFill>
          <a:ln w="0">
            <a:noFill/>
            <a:prstDash val="solid"/>
          </a:ln>
        </p:spPr>
      </p:sp>
      <p:sp>
        <p:nvSpPr>
          <p:cNvPr id="2313" name="03_assume_matched_7610">
            <a:extLst>
              <a:ext uri="{FF2B5EF4-FFF2-40B4-BE49-F238E27FC236}">
                <a16:creationId xmlns:a16="http://schemas.microsoft.com/office/drawing/2014/main" id="{090690D2-081E-48A4-8BA2-16FA7EF63BD8}"/>
              </a:ext>
            </a:extLst>
          </p:cNvPr>
          <p:cNvSpPr>
            <a:spLocks noGrp="1"/>
          </p:cNvSpPr>
          <p:nvPr/>
        </p:nvSpPr>
        <p:spPr>
          <a:xfrm>
            <a:off x="3007430" y="5436996"/>
            <a:ext cx="28398" cy="28398"/>
          </a:xfrm>
          <a:prstGeom prst="ellipse">
            <a:avLst/>
          </a:prstGeom>
          <a:solidFill>
            <a:srgbClr val="7F8C97">
              <a:alpha val="48000"/>
            </a:srgbClr>
          </a:solidFill>
          <a:ln w="0">
            <a:noFill/>
            <a:prstDash val="solid"/>
          </a:ln>
        </p:spPr>
      </p:sp>
      <p:sp>
        <p:nvSpPr>
          <p:cNvPr id="2314" name="03_assume_matched_7611">
            <a:extLst>
              <a:ext uri="{FF2B5EF4-FFF2-40B4-BE49-F238E27FC236}">
                <a16:creationId xmlns:a16="http://schemas.microsoft.com/office/drawing/2014/main" id="{E69F150B-4CBF-4520-9490-4909227912FE}"/>
              </a:ext>
            </a:extLst>
          </p:cNvPr>
          <p:cNvSpPr>
            <a:spLocks noGrp="1"/>
          </p:cNvSpPr>
          <p:nvPr/>
        </p:nvSpPr>
        <p:spPr>
          <a:xfrm>
            <a:off x="3023836" y="4852127"/>
            <a:ext cx="28398" cy="28398"/>
          </a:xfrm>
          <a:prstGeom prst="ellipse">
            <a:avLst/>
          </a:prstGeom>
          <a:solidFill>
            <a:srgbClr val="7F8C97">
              <a:alpha val="48000"/>
            </a:srgbClr>
          </a:solidFill>
          <a:ln w="0">
            <a:noFill/>
            <a:prstDash val="solid"/>
          </a:ln>
        </p:spPr>
      </p:sp>
      <p:sp>
        <p:nvSpPr>
          <p:cNvPr id="2315" name="03_assume_matched_7612">
            <a:extLst>
              <a:ext uri="{FF2B5EF4-FFF2-40B4-BE49-F238E27FC236}">
                <a16:creationId xmlns:a16="http://schemas.microsoft.com/office/drawing/2014/main" id="{1371994F-E16B-421F-A059-9BC73521EBF7}"/>
              </a:ext>
            </a:extLst>
          </p:cNvPr>
          <p:cNvSpPr>
            <a:spLocks noGrp="1"/>
          </p:cNvSpPr>
          <p:nvPr/>
        </p:nvSpPr>
        <p:spPr>
          <a:xfrm>
            <a:off x="3109030" y="5290779"/>
            <a:ext cx="28398" cy="28398"/>
          </a:xfrm>
          <a:prstGeom prst="ellipse">
            <a:avLst/>
          </a:prstGeom>
          <a:solidFill>
            <a:srgbClr val="7F8C97">
              <a:alpha val="48000"/>
            </a:srgbClr>
          </a:solidFill>
          <a:ln w="0">
            <a:noFill/>
            <a:prstDash val="solid"/>
          </a:ln>
        </p:spPr>
      </p:sp>
      <p:sp>
        <p:nvSpPr>
          <p:cNvPr id="2316" name="03_assume_matched_7613">
            <a:extLst>
              <a:ext uri="{FF2B5EF4-FFF2-40B4-BE49-F238E27FC236}">
                <a16:creationId xmlns:a16="http://schemas.microsoft.com/office/drawing/2014/main" id="{0FDF92CC-A4A1-4542-AFFC-D047A6FAA8A3}"/>
              </a:ext>
            </a:extLst>
          </p:cNvPr>
          <p:cNvSpPr>
            <a:spLocks noGrp="1"/>
          </p:cNvSpPr>
          <p:nvPr/>
        </p:nvSpPr>
        <p:spPr>
          <a:xfrm>
            <a:off x="3063986" y="4852127"/>
            <a:ext cx="28398" cy="28398"/>
          </a:xfrm>
          <a:prstGeom prst="ellipse">
            <a:avLst/>
          </a:prstGeom>
          <a:solidFill>
            <a:srgbClr val="7F8C97">
              <a:alpha val="48000"/>
            </a:srgbClr>
          </a:solidFill>
          <a:ln w="0">
            <a:noFill/>
            <a:prstDash val="solid"/>
          </a:ln>
        </p:spPr>
      </p:sp>
      <p:sp>
        <p:nvSpPr>
          <p:cNvPr id="2317" name="03_assume_matched_7614">
            <a:extLst>
              <a:ext uri="{FF2B5EF4-FFF2-40B4-BE49-F238E27FC236}">
                <a16:creationId xmlns:a16="http://schemas.microsoft.com/office/drawing/2014/main" id="{02B20ABF-09B6-4F6B-B58B-1063A2360DE8}"/>
              </a:ext>
            </a:extLst>
          </p:cNvPr>
          <p:cNvSpPr>
            <a:spLocks noGrp="1"/>
          </p:cNvSpPr>
          <p:nvPr/>
        </p:nvSpPr>
        <p:spPr>
          <a:xfrm>
            <a:off x="3073772" y="5372010"/>
            <a:ext cx="28398" cy="28398"/>
          </a:xfrm>
          <a:prstGeom prst="ellipse">
            <a:avLst/>
          </a:prstGeom>
          <a:solidFill>
            <a:srgbClr val="7F8C97">
              <a:alpha val="48000"/>
            </a:srgbClr>
          </a:solidFill>
          <a:ln w="0">
            <a:noFill/>
            <a:prstDash val="solid"/>
          </a:ln>
        </p:spPr>
      </p:sp>
      <p:sp>
        <p:nvSpPr>
          <p:cNvPr id="2318" name="03_assume_matched_7615">
            <a:extLst>
              <a:ext uri="{FF2B5EF4-FFF2-40B4-BE49-F238E27FC236}">
                <a16:creationId xmlns:a16="http://schemas.microsoft.com/office/drawing/2014/main" id="{67872B53-8EA6-464D-9F04-D4BC54B13C97}"/>
              </a:ext>
            </a:extLst>
          </p:cNvPr>
          <p:cNvSpPr>
            <a:spLocks noGrp="1"/>
          </p:cNvSpPr>
          <p:nvPr/>
        </p:nvSpPr>
        <p:spPr>
          <a:xfrm>
            <a:off x="3010596" y="5274532"/>
            <a:ext cx="28398" cy="28398"/>
          </a:xfrm>
          <a:prstGeom prst="ellipse">
            <a:avLst/>
          </a:prstGeom>
          <a:solidFill>
            <a:srgbClr val="7F8C97">
              <a:alpha val="48000"/>
            </a:srgbClr>
          </a:solidFill>
          <a:ln w="0">
            <a:noFill/>
            <a:prstDash val="solid"/>
          </a:ln>
        </p:spPr>
      </p:sp>
      <p:sp>
        <p:nvSpPr>
          <p:cNvPr id="2319" name="03_assume_matched_7616">
            <a:extLst>
              <a:ext uri="{FF2B5EF4-FFF2-40B4-BE49-F238E27FC236}">
                <a16:creationId xmlns:a16="http://schemas.microsoft.com/office/drawing/2014/main" id="{30C602D5-AE06-4B33-8EF5-ADFC342793DE}"/>
              </a:ext>
            </a:extLst>
          </p:cNvPr>
          <p:cNvSpPr>
            <a:spLocks noGrp="1"/>
          </p:cNvSpPr>
          <p:nvPr/>
        </p:nvSpPr>
        <p:spPr>
          <a:xfrm>
            <a:off x="3100971" y="5242040"/>
            <a:ext cx="28398" cy="28398"/>
          </a:xfrm>
          <a:prstGeom prst="ellipse">
            <a:avLst/>
          </a:prstGeom>
          <a:solidFill>
            <a:srgbClr val="7F8C97">
              <a:alpha val="48000"/>
            </a:srgbClr>
          </a:solidFill>
          <a:ln w="0">
            <a:noFill/>
            <a:prstDash val="solid"/>
          </a:ln>
        </p:spPr>
      </p:sp>
      <p:sp>
        <p:nvSpPr>
          <p:cNvPr id="2320" name="03_assume_matched_7617">
            <a:extLst>
              <a:ext uri="{FF2B5EF4-FFF2-40B4-BE49-F238E27FC236}">
                <a16:creationId xmlns:a16="http://schemas.microsoft.com/office/drawing/2014/main" id="{4FF8C632-8A4F-41C0-A9F7-E4908EED3A53}"/>
              </a:ext>
            </a:extLst>
          </p:cNvPr>
          <p:cNvSpPr>
            <a:spLocks noGrp="1"/>
          </p:cNvSpPr>
          <p:nvPr/>
        </p:nvSpPr>
        <p:spPr>
          <a:xfrm>
            <a:off x="3074060" y="4852127"/>
            <a:ext cx="28398" cy="28398"/>
          </a:xfrm>
          <a:prstGeom prst="ellipse">
            <a:avLst/>
          </a:prstGeom>
          <a:solidFill>
            <a:srgbClr val="7F8C97">
              <a:alpha val="48000"/>
            </a:srgbClr>
          </a:solidFill>
          <a:ln w="0">
            <a:noFill/>
            <a:prstDash val="solid"/>
          </a:ln>
        </p:spPr>
      </p:sp>
      <p:sp>
        <p:nvSpPr>
          <p:cNvPr id="2321" name="03_assume_matched_7618">
            <a:extLst>
              <a:ext uri="{FF2B5EF4-FFF2-40B4-BE49-F238E27FC236}">
                <a16:creationId xmlns:a16="http://schemas.microsoft.com/office/drawing/2014/main" id="{2A969D15-C7D6-4DC5-8E7E-8E71B6B78BBC}"/>
              </a:ext>
            </a:extLst>
          </p:cNvPr>
          <p:cNvSpPr>
            <a:spLocks noGrp="1"/>
          </p:cNvSpPr>
          <p:nvPr/>
        </p:nvSpPr>
        <p:spPr>
          <a:xfrm>
            <a:off x="2991888" y="5436996"/>
            <a:ext cx="28398" cy="28398"/>
          </a:xfrm>
          <a:prstGeom prst="ellipse">
            <a:avLst/>
          </a:prstGeom>
          <a:solidFill>
            <a:srgbClr val="7F8C97">
              <a:alpha val="48000"/>
            </a:srgbClr>
          </a:solidFill>
          <a:ln w="0">
            <a:noFill/>
            <a:prstDash val="solid"/>
          </a:ln>
        </p:spPr>
      </p:sp>
      <p:sp>
        <p:nvSpPr>
          <p:cNvPr id="2322" name="03_assume_matched_7619">
            <a:extLst>
              <a:ext uri="{FF2B5EF4-FFF2-40B4-BE49-F238E27FC236}">
                <a16:creationId xmlns:a16="http://schemas.microsoft.com/office/drawing/2014/main" id="{F5C3BF5C-5E81-4C8F-867A-A8096D89940F}"/>
              </a:ext>
            </a:extLst>
          </p:cNvPr>
          <p:cNvSpPr>
            <a:spLocks noGrp="1"/>
          </p:cNvSpPr>
          <p:nvPr/>
        </p:nvSpPr>
        <p:spPr>
          <a:xfrm>
            <a:off x="2999227" y="4852127"/>
            <a:ext cx="28398" cy="28398"/>
          </a:xfrm>
          <a:prstGeom prst="ellipse">
            <a:avLst/>
          </a:prstGeom>
          <a:solidFill>
            <a:srgbClr val="7F8C97">
              <a:alpha val="48000"/>
            </a:srgbClr>
          </a:solidFill>
          <a:ln w="0">
            <a:noFill/>
            <a:prstDash val="solid"/>
          </a:ln>
        </p:spPr>
      </p:sp>
      <p:sp>
        <p:nvSpPr>
          <p:cNvPr id="2323" name="03_assume_matched_7620">
            <a:extLst>
              <a:ext uri="{FF2B5EF4-FFF2-40B4-BE49-F238E27FC236}">
                <a16:creationId xmlns:a16="http://schemas.microsoft.com/office/drawing/2014/main" id="{722C3E7F-E81F-4D9E-AE4B-19C11FF8BACF}"/>
              </a:ext>
            </a:extLst>
          </p:cNvPr>
          <p:cNvSpPr>
            <a:spLocks noGrp="1"/>
          </p:cNvSpPr>
          <p:nvPr/>
        </p:nvSpPr>
        <p:spPr>
          <a:xfrm>
            <a:off x="3010452" y="5242040"/>
            <a:ext cx="28398" cy="28398"/>
          </a:xfrm>
          <a:prstGeom prst="ellipse">
            <a:avLst/>
          </a:prstGeom>
          <a:solidFill>
            <a:srgbClr val="7F8C97">
              <a:alpha val="48000"/>
            </a:srgbClr>
          </a:solidFill>
          <a:ln w="0">
            <a:noFill/>
            <a:prstDash val="solid"/>
          </a:ln>
        </p:spPr>
      </p:sp>
      <p:sp>
        <p:nvSpPr>
          <p:cNvPr id="2324" name="03_assume_matched_7621">
            <a:extLst>
              <a:ext uri="{FF2B5EF4-FFF2-40B4-BE49-F238E27FC236}">
                <a16:creationId xmlns:a16="http://schemas.microsoft.com/office/drawing/2014/main" id="{A875251D-3008-4181-92D8-A7F3F80AE57C}"/>
              </a:ext>
            </a:extLst>
          </p:cNvPr>
          <p:cNvSpPr>
            <a:spLocks noGrp="1"/>
          </p:cNvSpPr>
          <p:nvPr/>
        </p:nvSpPr>
        <p:spPr>
          <a:xfrm>
            <a:off x="3099820" y="5436996"/>
            <a:ext cx="28398" cy="28398"/>
          </a:xfrm>
          <a:prstGeom prst="ellipse">
            <a:avLst/>
          </a:prstGeom>
          <a:solidFill>
            <a:srgbClr val="7F8C97">
              <a:alpha val="48000"/>
            </a:srgbClr>
          </a:solidFill>
          <a:ln w="0">
            <a:noFill/>
            <a:prstDash val="solid"/>
          </a:ln>
        </p:spPr>
      </p:sp>
      <p:sp>
        <p:nvSpPr>
          <p:cNvPr id="2325" name="03_assume_matched_7622">
            <a:extLst>
              <a:ext uri="{FF2B5EF4-FFF2-40B4-BE49-F238E27FC236}">
                <a16:creationId xmlns:a16="http://schemas.microsoft.com/office/drawing/2014/main" id="{BC35F936-EB19-4E7D-BAC4-6921E470DBA2}"/>
              </a:ext>
            </a:extLst>
          </p:cNvPr>
          <p:cNvSpPr>
            <a:spLocks noGrp="1"/>
          </p:cNvSpPr>
          <p:nvPr/>
        </p:nvSpPr>
        <p:spPr>
          <a:xfrm>
            <a:off x="3012755" y="4852127"/>
            <a:ext cx="28398" cy="28398"/>
          </a:xfrm>
          <a:prstGeom prst="ellipse">
            <a:avLst/>
          </a:prstGeom>
          <a:solidFill>
            <a:srgbClr val="7F8C97">
              <a:alpha val="48000"/>
            </a:srgbClr>
          </a:solidFill>
          <a:ln w="0">
            <a:noFill/>
            <a:prstDash val="solid"/>
          </a:ln>
        </p:spPr>
      </p:sp>
      <p:sp>
        <p:nvSpPr>
          <p:cNvPr id="2326" name="03_assume_matched_7623">
            <a:extLst>
              <a:ext uri="{FF2B5EF4-FFF2-40B4-BE49-F238E27FC236}">
                <a16:creationId xmlns:a16="http://schemas.microsoft.com/office/drawing/2014/main" id="{9B8A4DD8-9C0A-462F-ACA0-E1947FE3D417}"/>
              </a:ext>
            </a:extLst>
          </p:cNvPr>
          <p:cNvSpPr>
            <a:spLocks noGrp="1"/>
          </p:cNvSpPr>
          <p:nvPr/>
        </p:nvSpPr>
        <p:spPr>
          <a:xfrm>
            <a:off x="3091761" y="5177054"/>
            <a:ext cx="28398" cy="28398"/>
          </a:xfrm>
          <a:prstGeom prst="ellipse">
            <a:avLst/>
          </a:prstGeom>
          <a:solidFill>
            <a:srgbClr val="7F8C97">
              <a:alpha val="48000"/>
            </a:srgbClr>
          </a:solidFill>
          <a:ln w="0">
            <a:noFill/>
            <a:prstDash val="solid"/>
          </a:ln>
        </p:spPr>
      </p:sp>
      <p:sp>
        <p:nvSpPr>
          <p:cNvPr id="2327" name="03_assume_matched_7624">
            <a:extLst>
              <a:ext uri="{FF2B5EF4-FFF2-40B4-BE49-F238E27FC236}">
                <a16:creationId xmlns:a16="http://schemas.microsoft.com/office/drawing/2014/main" id="{1C1343C8-7CB7-4DA4-BCDD-62D104F0CE59}"/>
              </a:ext>
            </a:extLst>
          </p:cNvPr>
          <p:cNvSpPr>
            <a:spLocks noGrp="1"/>
          </p:cNvSpPr>
          <p:nvPr/>
        </p:nvSpPr>
        <p:spPr>
          <a:xfrm>
            <a:off x="3092912" y="4852127"/>
            <a:ext cx="28398" cy="28398"/>
          </a:xfrm>
          <a:prstGeom prst="ellipse">
            <a:avLst/>
          </a:prstGeom>
          <a:solidFill>
            <a:srgbClr val="7F8C97">
              <a:alpha val="48000"/>
            </a:srgbClr>
          </a:solidFill>
          <a:ln w="0">
            <a:noFill/>
            <a:prstDash val="solid"/>
          </a:ln>
        </p:spPr>
      </p:sp>
      <p:sp>
        <p:nvSpPr>
          <p:cNvPr id="2328" name="03_assume_matched_7625">
            <a:extLst>
              <a:ext uri="{FF2B5EF4-FFF2-40B4-BE49-F238E27FC236}">
                <a16:creationId xmlns:a16="http://schemas.microsoft.com/office/drawing/2014/main" id="{B2D59D74-15BE-4568-8A71-CC18D855E640}"/>
              </a:ext>
            </a:extLst>
          </p:cNvPr>
          <p:cNvSpPr>
            <a:spLocks noGrp="1"/>
          </p:cNvSpPr>
          <p:nvPr/>
        </p:nvSpPr>
        <p:spPr>
          <a:xfrm>
            <a:off x="3096654" y="5436996"/>
            <a:ext cx="28398" cy="28398"/>
          </a:xfrm>
          <a:prstGeom prst="ellipse">
            <a:avLst/>
          </a:prstGeom>
          <a:solidFill>
            <a:srgbClr val="7F8C97">
              <a:alpha val="48000"/>
            </a:srgbClr>
          </a:solidFill>
          <a:ln w="0">
            <a:noFill/>
            <a:prstDash val="solid"/>
          </a:ln>
        </p:spPr>
      </p:sp>
      <p:sp>
        <p:nvSpPr>
          <p:cNvPr id="2329" name="03_assume_matched_7626">
            <a:extLst>
              <a:ext uri="{FF2B5EF4-FFF2-40B4-BE49-F238E27FC236}">
                <a16:creationId xmlns:a16="http://schemas.microsoft.com/office/drawing/2014/main" id="{24B1ECEB-8C0D-4B9E-964B-5D937BBD9C41}"/>
              </a:ext>
            </a:extLst>
          </p:cNvPr>
          <p:cNvSpPr>
            <a:spLocks noGrp="1"/>
          </p:cNvSpPr>
          <p:nvPr/>
        </p:nvSpPr>
        <p:spPr>
          <a:xfrm>
            <a:off x="3013906" y="5242040"/>
            <a:ext cx="28398" cy="28398"/>
          </a:xfrm>
          <a:prstGeom prst="ellipse">
            <a:avLst/>
          </a:prstGeom>
          <a:solidFill>
            <a:srgbClr val="7F8C97">
              <a:alpha val="48000"/>
            </a:srgbClr>
          </a:solidFill>
          <a:ln w="0">
            <a:noFill/>
            <a:prstDash val="solid"/>
          </a:ln>
        </p:spPr>
      </p:sp>
      <p:sp>
        <p:nvSpPr>
          <p:cNvPr id="2330" name="03_assume_matched_7627">
            <a:extLst>
              <a:ext uri="{FF2B5EF4-FFF2-40B4-BE49-F238E27FC236}">
                <a16:creationId xmlns:a16="http://schemas.microsoft.com/office/drawing/2014/main" id="{3FFB1D1C-8093-4C69-9DB4-9BBC387BF551}"/>
              </a:ext>
            </a:extLst>
          </p:cNvPr>
          <p:cNvSpPr>
            <a:spLocks noGrp="1"/>
          </p:cNvSpPr>
          <p:nvPr/>
        </p:nvSpPr>
        <p:spPr>
          <a:xfrm>
            <a:off x="2992176" y="4998344"/>
            <a:ext cx="28398" cy="28398"/>
          </a:xfrm>
          <a:prstGeom prst="ellipse">
            <a:avLst/>
          </a:prstGeom>
          <a:solidFill>
            <a:srgbClr val="7F8C97">
              <a:alpha val="48000"/>
            </a:srgbClr>
          </a:solidFill>
          <a:ln w="0">
            <a:noFill/>
            <a:prstDash val="solid"/>
          </a:ln>
        </p:spPr>
      </p:sp>
      <p:sp>
        <p:nvSpPr>
          <p:cNvPr id="2331" name="03_assume_matched_7628">
            <a:extLst>
              <a:ext uri="{FF2B5EF4-FFF2-40B4-BE49-F238E27FC236}">
                <a16:creationId xmlns:a16="http://schemas.microsoft.com/office/drawing/2014/main" id="{6E1BAB59-D69F-46FC-82B0-BEB308ECD65B}"/>
              </a:ext>
            </a:extLst>
          </p:cNvPr>
          <p:cNvSpPr>
            <a:spLocks noGrp="1"/>
          </p:cNvSpPr>
          <p:nvPr/>
        </p:nvSpPr>
        <p:spPr>
          <a:xfrm>
            <a:off x="3075931" y="5436996"/>
            <a:ext cx="28398" cy="28398"/>
          </a:xfrm>
          <a:prstGeom prst="ellipse">
            <a:avLst/>
          </a:prstGeom>
          <a:solidFill>
            <a:srgbClr val="7F8C97">
              <a:alpha val="48000"/>
            </a:srgbClr>
          </a:solidFill>
          <a:ln w="0">
            <a:noFill/>
            <a:prstDash val="solid"/>
          </a:ln>
        </p:spPr>
      </p:sp>
      <p:sp>
        <p:nvSpPr>
          <p:cNvPr id="2332" name="03_assume_matched_7629">
            <a:extLst>
              <a:ext uri="{FF2B5EF4-FFF2-40B4-BE49-F238E27FC236}">
                <a16:creationId xmlns:a16="http://schemas.microsoft.com/office/drawing/2014/main" id="{465CEE34-9C4A-490B-A657-3C158B8B8DEF}"/>
              </a:ext>
            </a:extLst>
          </p:cNvPr>
          <p:cNvSpPr>
            <a:spLocks noGrp="1"/>
          </p:cNvSpPr>
          <p:nvPr/>
        </p:nvSpPr>
        <p:spPr>
          <a:xfrm>
            <a:off x="2985412" y="4852127"/>
            <a:ext cx="28398" cy="28398"/>
          </a:xfrm>
          <a:prstGeom prst="ellipse">
            <a:avLst/>
          </a:prstGeom>
          <a:solidFill>
            <a:srgbClr val="7F8C97">
              <a:alpha val="48000"/>
            </a:srgbClr>
          </a:solidFill>
          <a:ln w="0">
            <a:noFill/>
            <a:prstDash val="solid"/>
          </a:ln>
        </p:spPr>
      </p:sp>
      <p:sp>
        <p:nvSpPr>
          <p:cNvPr id="2333" name="03_assume_matched_7630">
            <a:extLst>
              <a:ext uri="{FF2B5EF4-FFF2-40B4-BE49-F238E27FC236}">
                <a16:creationId xmlns:a16="http://schemas.microsoft.com/office/drawing/2014/main" id="{E0605565-183A-47A1-BEE8-51A9EA256D05}"/>
              </a:ext>
            </a:extLst>
          </p:cNvPr>
          <p:cNvSpPr>
            <a:spLocks noGrp="1"/>
          </p:cNvSpPr>
          <p:nvPr/>
        </p:nvSpPr>
        <p:spPr>
          <a:xfrm>
            <a:off x="3079528" y="4852127"/>
            <a:ext cx="28398" cy="28398"/>
          </a:xfrm>
          <a:prstGeom prst="ellipse">
            <a:avLst/>
          </a:prstGeom>
          <a:solidFill>
            <a:srgbClr val="7F8C97">
              <a:alpha val="48000"/>
            </a:srgbClr>
          </a:solidFill>
          <a:ln w="0">
            <a:noFill/>
            <a:prstDash val="solid"/>
          </a:ln>
        </p:spPr>
      </p:sp>
      <p:sp>
        <p:nvSpPr>
          <p:cNvPr id="2334" name="03_assume_matched_7631">
            <a:extLst>
              <a:ext uri="{FF2B5EF4-FFF2-40B4-BE49-F238E27FC236}">
                <a16:creationId xmlns:a16="http://schemas.microsoft.com/office/drawing/2014/main" id="{5C113751-4667-4E15-B3DD-F88AD18C2980}"/>
              </a:ext>
            </a:extLst>
          </p:cNvPr>
          <p:cNvSpPr>
            <a:spLocks noGrp="1"/>
          </p:cNvSpPr>
          <p:nvPr/>
        </p:nvSpPr>
        <p:spPr>
          <a:xfrm>
            <a:off x="2986707" y="5436996"/>
            <a:ext cx="28398" cy="28398"/>
          </a:xfrm>
          <a:prstGeom prst="ellipse">
            <a:avLst/>
          </a:prstGeom>
          <a:solidFill>
            <a:srgbClr val="7F8C97">
              <a:alpha val="48000"/>
            </a:srgbClr>
          </a:solidFill>
          <a:ln w="0">
            <a:noFill/>
            <a:prstDash val="solid"/>
          </a:ln>
        </p:spPr>
      </p:sp>
      <p:sp>
        <p:nvSpPr>
          <p:cNvPr id="2335" name="03_assume_matched_7632">
            <a:extLst>
              <a:ext uri="{FF2B5EF4-FFF2-40B4-BE49-F238E27FC236}">
                <a16:creationId xmlns:a16="http://schemas.microsoft.com/office/drawing/2014/main" id="{4F5AE188-C191-4355-98F0-F1711975F83E}"/>
              </a:ext>
            </a:extLst>
          </p:cNvPr>
          <p:cNvSpPr>
            <a:spLocks noGrp="1"/>
          </p:cNvSpPr>
          <p:nvPr/>
        </p:nvSpPr>
        <p:spPr>
          <a:xfrm>
            <a:off x="3107159" y="4852127"/>
            <a:ext cx="28398" cy="28398"/>
          </a:xfrm>
          <a:prstGeom prst="ellipse">
            <a:avLst/>
          </a:prstGeom>
          <a:solidFill>
            <a:srgbClr val="7F8C97">
              <a:alpha val="48000"/>
            </a:srgbClr>
          </a:solidFill>
          <a:ln w="0">
            <a:noFill/>
            <a:prstDash val="solid"/>
          </a:ln>
        </p:spPr>
      </p:sp>
      <p:sp>
        <p:nvSpPr>
          <p:cNvPr id="2336" name="03_assume_matched_7633">
            <a:extLst>
              <a:ext uri="{FF2B5EF4-FFF2-40B4-BE49-F238E27FC236}">
                <a16:creationId xmlns:a16="http://schemas.microsoft.com/office/drawing/2014/main" id="{688003B4-7A89-43DF-B87A-C32880FD4318}"/>
              </a:ext>
            </a:extLst>
          </p:cNvPr>
          <p:cNvSpPr>
            <a:spLocks noGrp="1"/>
          </p:cNvSpPr>
          <p:nvPr/>
        </p:nvSpPr>
        <p:spPr>
          <a:xfrm>
            <a:off x="3085141" y="4852127"/>
            <a:ext cx="28398" cy="28398"/>
          </a:xfrm>
          <a:prstGeom prst="ellipse">
            <a:avLst/>
          </a:prstGeom>
          <a:solidFill>
            <a:srgbClr val="7F8C97">
              <a:alpha val="48000"/>
            </a:srgbClr>
          </a:solidFill>
          <a:ln w="0">
            <a:noFill/>
            <a:prstDash val="solid"/>
          </a:ln>
        </p:spPr>
      </p:sp>
      <p:sp>
        <p:nvSpPr>
          <p:cNvPr id="2337" name="03_assume_matched_7634">
            <a:extLst>
              <a:ext uri="{FF2B5EF4-FFF2-40B4-BE49-F238E27FC236}">
                <a16:creationId xmlns:a16="http://schemas.microsoft.com/office/drawing/2014/main" id="{BB41AB54-D214-4A87-A392-9BFEF9A59EC5}"/>
              </a:ext>
            </a:extLst>
          </p:cNvPr>
          <p:cNvSpPr>
            <a:spLocks noGrp="1"/>
          </p:cNvSpPr>
          <p:nvPr/>
        </p:nvSpPr>
        <p:spPr>
          <a:xfrm>
            <a:off x="3033046" y="4852127"/>
            <a:ext cx="28398" cy="28398"/>
          </a:xfrm>
          <a:prstGeom prst="ellipse">
            <a:avLst/>
          </a:prstGeom>
          <a:solidFill>
            <a:srgbClr val="7F8C97">
              <a:alpha val="48000"/>
            </a:srgbClr>
          </a:solidFill>
          <a:ln w="0">
            <a:noFill/>
            <a:prstDash val="solid"/>
          </a:ln>
        </p:spPr>
      </p:sp>
      <p:sp>
        <p:nvSpPr>
          <p:cNvPr id="2338" name="03_assume_matched_7635">
            <a:extLst>
              <a:ext uri="{FF2B5EF4-FFF2-40B4-BE49-F238E27FC236}">
                <a16:creationId xmlns:a16="http://schemas.microsoft.com/office/drawing/2014/main" id="{CA70AB99-870E-4482-91D6-0FB974D97A98}"/>
              </a:ext>
            </a:extLst>
          </p:cNvPr>
          <p:cNvSpPr>
            <a:spLocks noGrp="1"/>
          </p:cNvSpPr>
          <p:nvPr/>
        </p:nvSpPr>
        <p:spPr>
          <a:xfrm>
            <a:off x="3008725" y="4852127"/>
            <a:ext cx="28398" cy="28398"/>
          </a:xfrm>
          <a:prstGeom prst="ellipse">
            <a:avLst/>
          </a:prstGeom>
          <a:solidFill>
            <a:srgbClr val="7F8C97">
              <a:alpha val="48000"/>
            </a:srgbClr>
          </a:solidFill>
          <a:ln w="0">
            <a:noFill/>
            <a:prstDash val="solid"/>
          </a:ln>
        </p:spPr>
      </p:sp>
      <p:sp>
        <p:nvSpPr>
          <p:cNvPr id="2339" name="03_assume_matched_7636">
            <a:extLst>
              <a:ext uri="{FF2B5EF4-FFF2-40B4-BE49-F238E27FC236}">
                <a16:creationId xmlns:a16="http://schemas.microsoft.com/office/drawing/2014/main" id="{D6CE7353-A302-4778-9F3C-B5FCF9D37E28}"/>
              </a:ext>
            </a:extLst>
          </p:cNvPr>
          <p:cNvSpPr>
            <a:spLocks noGrp="1"/>
          </p:cNvSpPr>
          <p:nvPr/>
        </p:nvSpPr>
        <p:spPr>
          <a:xfrm>
            <a:off x="3111188" y="5436996"/>
            <a:ext cx="28398" cy="28398"/>
          </a:xfrm>
          <a:prstGeom prst="ellipse">
            <a:avLst/>
          </a:prstGeom>
          <a:solidFill>
            <a:srgbClr val="7F8C97">
              <a:alpha val="48000"/>
            </a:srgbClr>
          </a:solidFill>
          <a:ln w="0">
            <a:noFill/>
            <a:prstDash val="solid"/>
          </a:ln>
        </p:spPr>
      </p:sp>
      <p:sp>
        <p:nvSpPr>
          <p:cNvPr id="2340" name="03_assume_matched_7637">
            <a:extLst>
              <a:ext uri="{FF2B5EF4-FFF2-40B4-BE49-F238E27FC236}">
                <a16:creationId xmlns:a16="http://schemas.microsoft.com/office/drawing/2014/main" id="{9B9D4195-21EF-4C0B-AF34-004D5E3CA8D3}"/>
              </a:ext>
            </a:extLst>
          </p:cNvPr>
          <p:cNvSpPr>
            <a:spLocks noGrp="1"/>
          </p:cNvSpPr>
          <p:nvPr/>
        </p:nvSpPr>
        <p:spPr>
          <a:xfrm>
            <a:off x="3058949" y="4852127"/>
            <a:ext cx="28398" cy="28398"/>
          </a:xfrm>
          <a:prstGeom prst="ellipse">
            <a:avLst/>
          </a:prstGeom>
          <a:solidFill>
            <a:srgbClr val="7F8C97">
              <a:alpha val="48000"/>
            </a:srgbClr>
          </a:solidFill>
          <a:ln w="0">
            <a:noFill/>
            <a:prstDash val="solid"/>
          </a:ln>
        </p:spPr>
      </p:sp>
      <p:sp>
        <p:nvSpPr>
          <p:cNvPr id="2341" name="03_assume_matched_7638">
            <a:extLst>
              <a:ext uri="{FF2B5EF4-FFF2-40B4-BE49-F238E27FC236}">
                <a16:creationId xmlns:a16="http://schemas.microsoft.com/office/drawing/2014/main" id="{04A17721-7A19-4D5E-B307-E1913F9A741B}"/>
              </a:ext>
            </a:extLst>
          </p:cNvPr>
          <p:cNvSpPr>
            <a:spLocks noGrp="1"/>
          </p:cNvSpPr>
          <p:nvPr/>
        </p:nvSpPr>
        <p:spPr>
          <a:xfrm>
            <a:off x="3091761" y="5436996"/>
            <a:ext cx="28398" cy="28398"/>
          </a:xfrm>
          <a:prstGeom prst="ellipse">
            <a:avLst/>
          </a:prstGeom>
          <a:solidFill>
            <a:srgbClr val="7F8C97">
              <a:alpha val="48000"/>
            </a:srgbClr>
          </a:solidFill>
          <a:ln w="0">
            <a:noFill/>
            <a:prstDash val="solid"/>
          </a:ln>
        </p:spPr>
      </p:sp>
      <p:sp>
        <p:nvSpPr>
          <p:cNvPr id="2342" name="03_assume_matched_7639">
            <a:extLst>
              <a:ext uri="{FF2B5EF4-FFF2-40B4-BE49-F238E27FC236}">
                <a16:creationId xmlns:a16="http://schemas.microsoft.com/office/drawing/2014/main" id="{85F77021-75E8-4986-BB99-519C1B779521}"/>
              </a:ext>
            </a:extLst>
          </p:cNvPr>
          <p:cNvSpPr>
            <a:spLocks noGrp="1"/>
          </p:cNvSpPr>
          <p:nvPr/>
        </p:nvSpPr>
        <p:spPr>
          <a:xfrm>
            <a:off x="2990880" y="4969101"/>
            <a:ext cx="28398" cy="28398"/>
          </a:xfrm>
          <a:prstGeom prst="ellipse">
            <a:avLst/>
          </a:prstGeom>
          <a:solidFill>
            <a:srgbClr val="7F8C97">
              <a:alpha val="48000"/>
            </a:srgbClr>
          </a:solidFill>
          <a:ln w="0">
            <a:noFill/>
            <a:prstDash val="solid"/>
          </a:ln>
        </p:spPr>
      </p:sp>
      <p:sp>
        <p:nvSpPr>
          <p:cNvPr id="2343" name="03_assume_matched_7640">
            <a:extLst>
              <a:ext uri="{FF2B5EF4-FFF2-40B4-BE49-F238E27FC236}">
                <a16:creationId xmlns:a16="http://schemas.microsoft.com/office/drawing/2014/main" id="{CAC7A84B-7B37-48C1-B444-5BE51334E002}"/>
              </a:ext>
            </a:extLst>
          </p:cNvPr>
          <p:cNvSpPr>
            <a:spLocks noGrp="1"/>
          </p:cNvSpPr>
          <p:nvPr/>
        </p:nvSpPr>
        <p:spPr>
          <a:xfrm>
            <a:off x="3082838" y="5144561"/>
            <a:ext cx="28398" cy="28398"/>
          </a:xfrm>
          <a:prstGeom prst="ellipse">
            <a:avLst/>
          </a:prstGeom>
          <a:solidFill>
            <a:srgbClr val="7F8C97">
              <a:alpha val="48000"/>
            </a:srgbClr>
          </a:solidFill>
          <a:ln w="0">
            <a:noFill/>
            <a:prstDash val="solid"/>
          </a:ln>
        </p:spPr>
      </p:sp>
      <p:sp>
        <p:nvSpPr>
          <p:cNvPr id="2344" name="03_assume_matched_7641">
            <a:extLst>
              <a:ext uri="{FF2B5EF4-FFF2-40B4-BE49-F238E27FC236}">
                <a16:creationId xmlns:a16="http://schemas.microsoft.com/office/drawing/2014/main" id="{E9DFAB14-6C87-427C-BBDE-BE83D6CB932B}"/>
              </a:ext>
            </a:extLst>
          </p:cNvPr>
          <p:cNvSpPr>
            <a:spLocks noGrp="1"/>
          </p:cNvSpPr>
          <p:nvPr/>
        </p:nvSpPr>
        <p:spPr>
          <a:xfrm>
            <a:off x="3061972" y="4949605"/>
            <a:ext cx="28398" cy="28398"/>
          </a:xfrm>
          <a:prstGeom prst="ellipse">
            <a:avLst/>
          </a:prstGeom>
          <a:solidFill>
            <a:srgbClr val="7F8C97">
              <a:alpha val="48000"/>
            </a:srgbClr>
          </a:solidFill>
          <a:ln w="0">
            <a:noFill/>
            <a:prstDash val="solid"/>
          </a:ln>
        </p:spPr>
      </p:sp>
      <p:sp>
        <p:nvSpPr>
          <p:cNvPr id="2345" name="03_assume_matched_7642">
            <a:extLst>
              <a:ext uri="{FF2B5EF4-FFF2-40B4-BE49-F238E27FC236}">
                <a16:creationId xmlns:a16="http://schemas.microsoft.com/office/drawing/2014/main" id="{4CB54B2B-FD20-4590-A1E0-99F542FF6866}"/>
              </a:ext>
            </a:extLst>
          </p:cNvPr>
          <p:cNvSpPr>
            <a:spLocks noGrp="1"/>
          </p:cNvSpPr>
          <p:nvPr/>
        </p:nvSpPr>
        <p:spPr>
          <a:xfrm>
            <a:off x="2970589" y="4852127"/>
            <a:ext cx="28398" cy="28398"/>
          </a:xfrm>
          <a:prstGeom prst="ellipse">
            <a:avLst/>
          </a:prstGeom>
          <a:solidFill>
            <a:srgbClr val="7F8C97">
              <a:alpha val="48000"/>
            </a:srgbClr>
          </a:solidFill>
          <a:ln w="0">
            <a:noFill/>
            <a:prstDash val="solid"/>
          </a:ln>
        </p:spPr>
      </p:sp>
      <p:sp>
        <p:nvSpPr>
          <p:cNvPr id="2346" name="03_assume_matched_7643">
            <a:extLst>
              <a:ext uri="{FF2B5EF4-FFF2-40B4-BE49-F238E27FC236}">
                <a16:creationId xmlns:a16="http://schemas.microsoft.com/office/drawing/2014/main" id="{41FE24F4-B6EF-4E97-A48A-2ACECB9A3E31}"/>
              </a:ext>
            </a:extLst>
          </p:cNvPr>
          <p:cNvSpPr>
            <a:spLocks noGrp="1"/>
          </p:cNvSpPr>
          <p:nvPr/>
        </p:nvSpPr>
        <p:spPr>
          <a:xfrm>
            <a:off x="3029880" y="5436996"/>
            <a:ext cx="28398" cy="28398"/>
          </a:xfrm>
          <a:prstGeom prst="ellipse">
            <a:avLst/>
          </a:prstGeom>
          <a:solidFill>
            <a:srgbClr val="7F8C97">
              <a:alpha val="48000"/>
            </a:srgbClr>
          </a:solidFill>
          <a:ln w="0">
            <a:noFill/>
            <a:prstDash val="solid"/>
          </a:ln>
        </p:spPr>
      </p:sp>
      <p:sp>
        <p:nvSpPr>
          <p:cNvPr id="2347" name="03_assume_matched_7644">
            <a:extLst>
              <a:ext uri="{FF2B5EF4-FFF2-40B4-BE49-F238E27FC236}">
                <a16:creationId xmlns:a16="http://schemas.microsoft.com/office/drawing/2014/main" id="{C03EBED8-D422-4C43-8AF0-CDE625294BE0}"/>
              </a:ext>
            </a:extLst>
          </p:cNvPr>
          <p:cNvSpPr>
            <a:spLocks noGrp="1"/>
          </p:cNvSpPr>
          <p:nvPr/>
        </p:nvSpPr>
        <p:spPr>
          <a:xfrm>
            <a:off x="3012035" y="5436996"/>
            <a:ext cx="28398" cy="28398"/>
          </a:xfrm>
          <a:prstGeom prst="ellipse">
            <a:avLst/>
          </a:prstGeom>
          <a:solidFill>
            <a:srgbClr val="7F8C97">
              <a:alpha val="48000"/>
            </a:srgbClr>
          </a:solidFill>
          <a:ln w="0">
            <a:noFill/>
            <a:prstDash val="solid"/>
          </a:ln>
        </p:spPr>
      </p:sp>
      <p:sp>
        <p:nvSpPr>
          <p:cNvPr id="2348" name="03_assume_matched_7645">
            <a:extLst>
              <a:ext uri="{FF2B5EF4-FFF2-40B4-BE49-F238E27FC236}">
                <a16:creationId xmlns:a16="http://schemas.microsoft.com/office/drawing/2014/main" id="{1F25AC21-115C-4B34-8B8B-2B40E72401A3}"/>
              </a:ext>
            </a:extLst>
          </p:cNvPr>
          <p:cNvSpPr>
            <a:spLocks noGrp="1"/>
          </p:cNvSpPr>
          <p:nvPr/>
        </p:nvSpPr>
        <p:spPr>
          <a:xfrm>
            <a:off x="3044271" y="4852127"/>
            <a:ext cx="28398" cy="28398"/>
          </a:xfrm>
          <a:prstGeom prst="ellipse">
            <a:avLst/>
          </a:prstGeom>
          <a:solidFill>
            <a:srgbClr val="7F8C97">
              <a:alpha val="48000"/>
            </a:srgbClr>
          </a:solidFill>
          <a:ln w="0">
            <a:noFill/>
            <a:prstDash val="solid"/>
          </a:ln>
        </p:spPr>
      </p:sp>
      <p:sp>
        <p:nvSpPr>
          <p:cNvPr id="2349" name="03_assume_matched_7646">
            <a:extLst>
              <a:ext uri="{FF2B5EF4-FFF2-40B4-BE49-F238E27FC236}">
                <a16:creationId xmlns:a16="http://schemas.microsoft.com/office/drawing/2014/main" id="{DBA87E01-E405-4206-BB7A-042090B2437A}"/>
              </a:ext>
            </a:extLst>
          </p:cNvPr>
          <p:cNvSpPr>
            <a:spLocks noGrp="1"/>
          </p:cNvSpPr>
          <p:nvPr/>
        </p:nvSpPr>
        <p:spPr>
          <a:xfrm>
            <a:off x="3026138" y="5388257"/>
            <a:ext cx="28398" cy="28398"/>
          </a:xfrm>
          <a:prstGeom prst="ellipse">
            <a:avLst/>
          </a:prstGeom>
          <a:solidFill>
            <a:srgbClr val="7F8C97">
              <a:alpha val="48000"/>
            </a:srgbClr>
          </a:solidFill>
          <a:ln w="0">
            <a:noFill/>
            <a:prstDash val="solid"/>
          </a:ln>
        </p:spPr>
      </p:sp>
      <p:sp>
        <p:nvSpPr>
          <p:cNvPr id="2350" name="03_assume_matched_7647">
            <a:extLst>
              <a:ext uri="{FF2B5EF4-FFF2-40B4-BE49-F238E27FC236}">
                <a16:creationId xmlns:a16="http://schemas.microsoft.com/office/drawing/2014/main" id="{026AA63C-F516-4F91-8E3C-09ABD91FDB21}"/>
              </a:ext>
            </a:extLst>
          </p:cNvPr>
          <p:cNvSpPr>
            <a:spLocks noGrp="1"/>
          </p:cNvSpPr>
          <p:nvPr/>
        </p:nvSpPr>
        <p:spPr>
          <a:xfrm>
            <a:off x="3088307" y="5290779"/>
            <a:ext cx="28398" cy="28398"/>
          </a:xfrm>
          <a:prstGeom prst="ellipse">
            <a:avLst/>
          </a:prstGeom>
          <a:solidFill>
            <a:srgbClr val="7F8C97">
              <a:alpha val="48000"/>
            </a:srgbClr>
          </a:solidFill>
          <a:ln w="0">
            <a:noFill/>
            <a:prstDash val="solid"/>
          </a:ln>
        </p:spPr>
      </p:sp>
      <p:sp>
        <p:nvSpPr>
          <p:cNvPr id="2351" name="03_assume_matched_7648">
            <a:extLst>
              <a:ext uri="{FF2B5EF4-FFF2-40B4-BE49-F238E27FC236}">
                <a16:creationId xmlns:a16="http://schemas.microsoft.com/office/drawing/2014/main" id="{623ADF6F-DAE4-42F1-9A10-FBFDE8FA9787}"/>
              </a:ext>
            </a:extLst>
          </p:cNvPr>
          <p:cNvSpPr>
            <a:spLocks noGrp="1"/>
          </p:cNvSpPr>
          <p:nvPr/>
        </p:nvSpPr>
        <p:spPr>
          <a:xfrm>
            <a:off x="2986419" y="4852127"/>
            <a:ext cx="28398" cy="28398"/>
          </a:xfrm>
          <a:prstGeom prst="ellipse">
            <a:avLst/>
          </a:prstGeom>
          <a:solidFill>
            <a:srgbClr val="7F8C97">
              <a:alpha val="48000"/>
            </a:srgbClr>
          </a:solidFill>
          <a:ln w="0">
            <a:noFill/>
            <a:prstDash val="solid"/>
          </a:ln>
        </p:spPr>
      </p:sp>
      <p:sp>
        <p:nvSpPr>
          <p:cNvPr id="2352" name="03_assume_matched_7649">
            <a:extLst>
              <a:ext uri="{FF2B5EF4-FFF2-40B4-BE49-F238E27FC236}">
                <a16:creationId xmlns:a16="http://schemas.microsoft.com/office/drawing/2014/main" id="{6F7DD51A-65CD-4349-A6AC-81F9F24B03C3}"/>
              </a:ext>
            </a:extLst>
          </p:cNvPr>
          <p:cNvSpPr>
            <a:spLocks noGrp="1"/>
          </p:cNvSpPr>
          <p:nvPr/>
        </p:nvSpPr>
        <p:spPr>
          <a:xfrm>
            <a:off x="2993039" y="5436996"/>
            <a:ext cx="28398" cy="28398"/>
          </a:xfrm>
          <a:prstGeom prst="ellipse">
            <a:avLst/>
          </a:prstGeom>
          <a:solidFill>
            <a:srgbClr val="7F8C97">
              <a:alpha val="48000"/>
            </a:srgbClr>
          </a:solidFill>
          <a:ln w="0">
            <a:noFill/>
            <a:prstDash val="solid"/>
          </a:ln>
        </p:spPr>
      </p:sp>
      <p:sp>
        <p:nvSpPr>
          <p:cNvPr id="2353" name="03_assume_matched_7650">
            <a:extLst>
              <a:ext uri="{FF2B5EF4-FFF2-40B4-BE49-F238E27FC236}">
                <a16:creationId xmlns:a16="http://schemas.microsoft.com/office/drawing/2014/main" id="{1EA104A6-79AD-4AC9-B87A-744EA804555F}"/>
              </a:ext>
            </a:extLst>
          </p:cNvPr>
          <p:cNvSpPr>
            <a:spLocks noGrp="1"/>
          </p:cNvSpPr>
          <p:nvPr/>
        </p:nvSpPr>
        <p:spPr>
          <a:xfrm>
            <a:off x="3052905" y="4852127"/>
            <a:ext cx="28398" cy="28398"/>
          </a:xfrm>
          <a:prstGeom prst="ellipse">
            <a:avLst/>
          </a:prstGeom>
          <a:solidFill>
            <a:srgbClr val="7F8C97">
              <a:alpha val="48000"/>
            </a:srgbClr>
          </a:solidFill>
          <a:ln w="0">
            <a:noFill/>
            <a:prstDash val="solid"/>
          </a:ln>
        </p:spPr>
      </p:sp>
      <p:sp>
        <p:nvSpPr>
          <p:cNvPr id="2354" name="03_assume_matched_7651">
            <a:extLst>
              <a:ext uri="{FF2B5EF4-FFF2-40B4-BE49-F238E27FC236}">
                <a16:creationId xmlns:a16="http://schemas.microsoft.com/office/drawing/2014/main" id="{C93497F2-A6D1-4C27-998F-42C58AF89707}"/>
              </a:ext>
            </a:extLst>
          </p:cNvPr>
          <p:cNvSpPr>
            <a:spLocks noGrp="1"/>
          </p:cNvSpPr>
          <p:nvPr/>
        </p:nvSpPr>
        <p:spPr>
          <a:xfrm>
            <a:off x="3051610" y="4852127"/>
            <a:ext cx="28398" cy="28398"/>
          </a:xfrm>
          <a:prstGeom prst="ellipse">
            <a:avLst/>
          </a:prstGeom>
          <a:solidFill>
            <a:srgbClr val="7F8C97">
              <a:alpha val="48000"/>
            </a:srgbClr>
          </a:solidFill>
          <a:ln w="0">
            <a:noFill/>
            <a:prstDash val="solid"/>
          </a:ln>
        </p:spPr>
      </p:sp>
      <p:sp>
        <p:nvSpPr>
          <p:cNvPr id="2355" name="03_assume_matched_7652">
            <a:extLst>
              <a:ext uri="{FF2B5EF4-FFF2-40B4-BE49-F238E27FC236}">
                <a16:creationId xmlns:a16="http://schemas.microsoft.com/office/drawing/2014/main" id="{41AAFF1F-C33F-4742-BE67-7E2D6751FD42}"/>
              </a:ext>
            </a:extLst>
          </p:cNvPr>
          <p:cNvSpPr>
            <a:spLocks noGrp="1"/>
          </p:cNvSpPr>
          <p:nvPr/>
        </p:nvSpPr>
        <p:spPr>
          <a:xfrm>
            <a:off x="3098380" y="4852127"/>
            <a:ext cx="28398" cy="28398"/>
          </a:xfrm>
          <a:prstGeom prst="ellipse">
            <a:avLst/>
          </a:prstGeom>
          <a:solidFill>
            <a:srgbClr val="7F8C97">
              <a:alpha val="48000"/>
            </a:srgbClr>
          </a:solidFill>
          <a:ln w="0">
            <a:noFill/>
            <a:prstDash val="solid"/>
          </a:ln>
        </p:spPr>
      </p:sp>
      <p:sp>
        <p:nvSpPr>
          <p:cNvPr id="2356" name="03_assume_matched_7653">
            <a:extLst>
              <a:ext uri="{FF2B5EF4-FFF2-40B4-BE49-F238E27FC236}">
                <a16:creationId xmlns:a16="http://schemas.microsoft.com/office/drawing/2014/main" id="{F5EA28FE-AA99-4549-ADF0-35AA97F97D93}"/>
              </a:ext>
            </a:extLst>
          </p:cNvPr>
          <p:cNvSpPr>
            <a:spLocks noGrp="1"/>
          </p:cNvSpPr>
          <p:nvPr/>
        </p:nvSpPr>
        <p:spPr>
          <a:xfrm>
            <a:off x="3076650" y="4852127"/>
            <a:ext cx="28398" cy="28398"/>
          </a:xfrm>
          <a:prstGeom prst="ellipse">
            <a:avLst/>
          </a:prstGeom>
          <a:solidFill>
            <a:srgbClr val="7F8C97">
              <a:alpha val="48000"/>
            </a:srgbClr>
          </a:solidFill>
          <a:ln w="0">
            <a:noFill/>
            <a:prstDash val="solid"/>
          </a:ln>
        </p:spPr>
      </p:sp>
      <p:sp>
        <p:nvSpPr>
          <p:cNvPr id="2357" name="03_assume_matched_7654">
            <a:extLst>
              <a:ext uri="{FF2B5EF4-FFF2-40B4-BE49-F238E27FC236}">
                <a16:creationId xmlns:a16="http://schemas.microsoft.com/office/drawing/2014/main" id="{FFF2B05C-9477-42FF-9DC6-99A077939DC0}"/>
              </a:ext>
            </a:extLst>
          </p:cNvPr>
          <p:cNvSpPr>
            <a:spLocks noGrp="1"/>
          </p:cNvSpPr>
          <p:nvPr/>
        </p:nvSpPr>
        <p:spPr>
          <a:xfrm>
            <a:off x="3008725" y="5436996"/>
            <a:ext cx="28398" cy="28398"/>
          </a:xfrm>
          <a:prstGeom prst="ellipse">
            <a:avLst/>
          </a:prstGeom>
          <a:solidFill>
            <a:srgbClr val="7F8C97">
              <a:alpha val="48000"/>
            </a:srgbClr>
          </a:solidFill>
          <a:ln w="0">
            <a:noFill/>
            <a:prstDash val="solid"/>
          </a:ln>
        </p:spPr>
      </p:sp>
      <p:sp>
        <p:nvSpPr>
          <p:cNvPr id="2358" name="03_assume_matched_7655">
            <a:extLst>
              <a:ext uri="{FF2B5EF4-FFF2-40B4-BE49-F238E27FC236}">
                <a16:creationId xmlns:a16="http://schemas.microsoft.com/office/drawing/2014/main" id="{192F1A26-B8D1-4D75-847C-82760987652C}"/>
              </a:ext>
            </a:extLst>
          </p:cNvPr>
          <p:cNvSpPr>
            <a:spLocks noGrp="1"/>
          </p:cNvSpPr>
          <p:nvPr/>
        </p:nvSpPr>
        <p:spPr>
          <a:xfrm>
            <a:off x="3079528" y="5436996"/>
            <a:ext cx="28398" cy="28398"/>
          </a:xfrm>
          <a:prstGeom prst="ellipse">
            <a:avLst/>
          </a:prstGeom>
          <a:solidFill>
            <a:srgbClr val="7F8C97">
              <a:alpha val="48000"/>
            </a:srgbClr>
          </a:solidFill>
          <a:ln w="0">
            <a:noFill/>
            <a:prstDash val="solid"/>
          </a:ln>
        </p:spPr>
      </p:sp>
      <p:sp>
        <p:nvSpPr>
          <p:cNvPr id="2359" name="03_assume_matched_7656">
            <a:extLst>
              <a:ext uri="{FF2B5EF4-FFF2-40B4-BE49-F238E27FC236}">
                <a16:creationId xmlns:a16="http://schemas.microsoft.com/office/drawing/2014/main" id="{EFA20ABA-F7A9-42C4-A6B4-315F2316AE2B}"/>
              </a:ext>
            </a:extLst>
          </p:cNvPr>
          <p:cNvSpPr>
            <a:spLocks noGrp="1"/>
          </p:cNvSpPr>
          <p:nvPr/>
        </p:nvSpPr>
        <p:spPr>
          <a:xfrm>
            <a:off x="3067872" y="5242040"/>
            <a:ext cx="28398" cy="28398"/>
          </a:xfrm>
          <a:prstGeom prst="ellipse">
            <a:avLst/>
          </a:prstGeom>
          <a:solidFill>
            <a:srgbClr val="7F8C97">
              <a:alpha val="48000"/>
            </a:srgbClr>
          </a:solidFill>
          <a:ln w="0">
            <a:noFill/>
            <a:prstDash val="solid"/>
          </a:ln>
        </p:spPr>
      </p:sp>
      <p:sp>
        <p:nvSpPr>
          <p:cNvPr id="2360" name="03_assume_matched_7657">
            <a:extLst>
              <a:ext uri="{FF2B5EF4-FFF2-40B4-BE49-F238E27FC236}">
                <a16:creationId xmlns:a16="http://schemas.microsoft.com/office/drawing/2014/main" id="{A74B7590-9E4E-4A9F-8413-C84B146F3448}"/>
              </a:ext>
            </a:extLst>
          </p:cNvPr>
          <p:cNvSpPr>
            <a:spLocks noGrp="1"/>
          </p:cNvSpPr>
          <p:nvPr/>
        </p:nvSpPr>
        <p:spPr>
          <a:xfrm>
            <a:off x="3074060" y="5436996"/>
            <a:ext cx="28398" cy="28398"/>
          </a:xfrm>
          <a:prstGeom prst="ellipse">
            <a:avLst/>
          </a:prstGeom>
          <a:solidFill>
            <a:srgbClr val="7F8C97">
              <a:alpha val="48000"/>
            </a:srgbClr>
          </a:solidFill>
          <a:ln w="0">
            <a:noFill/>
            <a:prstDash val="solid"/>
          </a:ln>
        </p:spPr>
      </p:sp>
      <p:sp>
        <p:nvSpPr>
          <p:cNvPr id="2361" name="03_assume_matched_7658">
            <a:extLst>
              <a:ext uri="{FF2B5EF4-FFF2-40B4-BE49-F238E27FC236}">
                <a16:creationId xmlns:a16="http://schemas.microsoft.com/office/drawing/2014/main" id="{31F18C04-D245-4D4D-8D35-7F2128D70365}"/>
              </a:ext>
            </a:extLst>
          </p:cNvPr>
          <p:cNvSpPr>
            <a:spLocks noGrp="1"/>
          </p:cNvSpPr>
          <p:nvPr/>
        </p:nvSpPr>
        <p:spPr>
          <a:xfrm>
            <a:off x="3087443" y="5436996"/>
            <a:ext cx="28398" cy="28398"/>
          </a:xfrm>
          <a:prstGeom prst="ellipse">
            <a:avLst/>
          </a:prstGeom>
          <a:solidFill>
            <a:srgbClr val="7F8C97">
              <a:alpha val="48000"/>
            </a:srgbClr>
          </a:solidFill>
          <a:ln w="0">
            <a:noFill/>
            <a:prstDash val="solid"/>
          </a:ln>
        </p:spPr>
      </p:sp>
      <p:sp>
        <p:nvSpPr>
          <p:cNvPr id="2362" name="03_assume_matched_7659">
            <a:extLst>
              <a:ext uri="{FF2B5EF4-FFF2-40B4-BE49-F238E27FC236}">
                <a16:creationId xmlns:a16="http://schemas.microsoft.com/office/drawing/2014/main" id="{634380F9-F3DD-40E0-A973-C67AB389317E}"/>
              </a:ext>
            </a:extLst>
          </p:cNvPr>
          <p:cNvSpPr>
            <a:spLocks noGrp="1"/>
          </p:cNvSpPr>
          <p:nvPr/>
        </p:nvSpPr>
        <p:spPr>
          <a:xfrm>
            <a:off x="2996061" y="4852127"/>
            <a:ext cx="28398" cy="28398"/>
          </a:xfrm>
          <a:prstGeom prst="ellipse">
            <a:avLst/>
          </a:prstGeom>
          <a:solidFill>
            <a:srgbClr val="7F8C97">
              <a:alpha val="48000"/>
            </a:srgbClr>
          </a:solidFill>
          <a:ln w="0">
            <a:noFill/>
            <a:prstDash val="solid"/>
          </a:ln>
        </p:spPr>
      </p:sp>
      <p:sp>
        <p:nvSpPr>
          <p:cNvPr id="2363" name="03_assume_matched_7660">
            <a:extLst>
              <a:ext uri="{FF2B5EF4-FFF2-40B4-BE49-F238E27FC236}">
                <a16:creationId xmlns:a16="http://schemas.microsoft.com/office/drawing/2014/main" id="{CA0979D6-486F-4492-8B07-0BDF0891E3E6}"/>
              </a:ext>
            </a:extLst>
          </p:cNvPr>
          <p:cNvSpPr>
            <a:spLocks noGrp="1"/>
          </p:cNvSpPr>
          <p:nvPr/>
        </p:nvSpPr>
        <p:spPr>
          <a:xfrm>
            <a:off x="2985268" y="4852127"/>
            <a:ext cx="28398" cy="28398"/>
          </a:xfrm>
          <a:prstGeom prst="ellipse">
            <a:avLst/>
          </a:prstGeom>
          <a:solidFill>
            <a:srgbClr val="7F8C97">
              <a:alpha val="48000"/>
            </a:srgbClr>
          </a:solidFill>
          <a:ln w="0">
            <a:noFill/>
            <a:prstDash val="solid"/>
          </a:ln>
        </p:spPr>
      </p:sp>
      <p:sp>
        <p:nvSpPr>
          <p:cNvPr id="2364" name="03_assume_matched_7661">
            <a:extLst>
              <a:ext uri="{FF2B5EF4-FFF2-40B4-BE49-F238E27FC236}">
                <a16:creationId xmlns:a16="http://schemas.microsoft.com/office/drawing/2014/main" id="{03738C5A-68CF-4EFD-BCED-5295B164D19E}"/>
              </a:ext>
            </a:extLst>
          </p:cNvPr>
          <p:cNvSpPr>
            <a:spLocks noGrp="1"/>
          </p:cNvSpPr>
          <p:nvPr/>
        </p:nvSpPr>
        <p:spPr>
          <a:xfrm>
            <a:off x="3068160" y="5144561"/>
            <a:ext cx="28398" cy="28398"/>
          </a:xfrm>
          <a:prstGeom prst="ellipse">
            <a:avLst/>
          </a:prstGeom>
          <a:solidFill>
            <a:srgbClr val="7F8C97">
              <a:alpha val="48000"/>
            </a:srgbClr>
          </a:solidFill>
          <a:ln w="0">
            <a:noFill/>
            <a:prstDash val="solid"/>
          </a:ln>
        </p:spPr>
      </p:sp>
      <p:sp>
        <p:nvSpPr>
          <p:cNvPr id="2365" name="03_assume_matched_7662">
            <a:extLst>
              <a:ext uri="{FF2B5EF4-FFF2-40B4-BE49-F238E27FC236}">
                <a16:creationId xmlns:a16="http://schemas.microsoft.com/office/drawing/2014/main" id="{4114B62B-3BFB-44D9-B79F-C711DC4D75F2}"/>
              </a:ext>
            </a:extLst>
          </p:cNvPr>
          <p:cNvSpPr>
            <a:spLocks noGrp="1"/>
          </p:cNvSpPr>
          <p:nvPr/>
        </p:nvSpPr>
        <p:spPr>
          <a:xfrm>
            <a:off x="3105288" y="4852127"/>
            <a:ext cx="28398" cy="28398"/>
          </a:xfrm>
          <a:prstGeom prst="ellipse">
            <a:avLst/>
          </a:prstGeom>
          <a:solidFill>
            <a:srgbClr val="7F8C97">
              <a:alpha val="48000"/>
            </a:srgbClr>
          </a:solidFill>
          <a:ln w="0">
            <a:noFill/>
            <a:prstDash val="solid"/>
          </a:ln>
        </p:spPr>
      </p:sp>
      <p:sp>
        <p:nvSpPr>
          <p:cNvPr id="2366" name="03_assume_matched_7663">
            <a:extLst>
              <a:ext uri="{FF2B5EF4-FFF2-40B4-BE49-F238E27FC236}">
                <a16:creationId xmlns:a16="http://schemas.microsoft.com/office/drawing/2014/main" id="{637DDFB2-9BAF-4808-8709-2917F1280AA0}"/>
              </a:ext>
            </a:extLst>
          </p:cNvPr>
          <p:cNvSpPr>
            <a:spLocks noGrp="1"/>
          </p:cNvSpPr>
          <p:nvPr/>
        </p:nvSpPr>
        <p:spPr>
          <a:xfrm>
            <a:off x="3111476" y="4852127"/>
            <a:ext cx="28398" cy="28398"/>
          </a:xfrm>
          <a:prstGeom prst="ellipse">
            <a:avLst/>
          </a:prstGeom>
          <a:solidFill>
            <a:srgbClr val="7F8C97">
              <a:alpha val="48000"/>
            </a:srgbClr>
          </a:solidFill>
          <a:ln w="0">
            <a:noFill/>
            <a:prstDash val="solid"/>
          </a:ln>
        </p:spPr>
      </p:sp>
      <p:sp>
        <p:nvSpPr>
          <p:cNvPr id="2367" name="03_assume_matched_7664">
            <a:extLst>
              <a:ext uri="{FF2B5EF4-FFF2-40B4-BE49-F238E27FC236}">
                <a16:creationId xmlns:a16="http://schemas.microsoft.com/office/drawing/2014/main" id="{6F61B99D-AC33-4CF1-9C3D-A2BF2C19BBF4}"/>
              </a:ext>
            </a:extLst>
          </p:cNvPr>
          <p:cNvSpPr>
            <a:spLocks noGrp="1"/>
          </p:cNvSpPr>
          <p:nvPr/>
        </p:nvSpPr>
        <p:spPr>
          <a:xfrm>
            <a:off x="3022540" y="4852127"/>
            <a:ext cx="28398" cy="28398"/>
          </a:xfrm>
          <a:prstGeom prst="ellipse">
            <a:avLst/>
          </a:prstGeom>
          <a:solidFill>
            <a:srgbClr val="7F8C97">
              <a:alpha val="48000"/>
            </a:srgbClr>
          </a:solidFill>
          <a:ln w="0">
            <a:noFill/>
            <a:prstDash val="solid"/>
          </a:ln>
        </p:spPr>
      </p:sp>
      <p:sp>
        <p:nvSpPr>
          <p:cNvPr id="2368" name="03_assume_matched_7665">
            <a:extLst>
              <a:ext uri="{FF2B5EF4-FFF2-40B4-BE49-F238E27FC236}">
                <a16:creationId xmlns:a16="http://schemas.microsoft.com/office/drawing/2014/main" id="{26DB3177-2BA4-43AF-93F3-F742235C38DD}"/>
              </a:ext>
            </a:extLst>
          </p:cNvPr>
          <p:cNvSpPr>
            <a:spLocks noGrp="1"/>
          </p:cNvSpPr>
          <p:nvPr/>
        </p:nvSpPr>
        <p:spPr>
          <a:xfrm>
            <a:off x="3075355" y="5242040"/>
            <a:ext cx="28398" cy="28398"/>
          </a:xfrm>
          <a:prstGeom prst="ellipse">
            <a:avLst/>
          </a:prstGeom>
          <a:solidFill>
            <a:srgbClr val="7F8C97">
              <a:alpha val="48000"/>
            </a:srgbClr>
          </a:solidFill>
          <a:ln w="0">
            <a:noFill/>
            <a:prstDash val="solid"/>
          </a:ln>
        </p:spPr>
      </p:sp>
      <p:sp>
        <p:nvSpPr>
          <p:cNvPr id="2369" name="03_assume_matched_7666">
            <a:extLst>
              <a:ext uri="{FF2B5EF4-FFF2-40B4-BE49-F238E27FC236}">
                <a16:creationId xmlns:a16="http://schemas.microsoft.com/office/drawing/2014/main" id="{E946DA0A-B030-44DB-B99D-128EE241CA2F}"/>
              </a:ext>
            </a:extLst>
          </p:cNvPr>
          <p:cNvSpPr>
            <a:spLocks noGrp="1"/>
          </p:cNvSpPr>
          <p:nvPr/>
        </p:nvSpPr>
        <p:spPr>
          <a:xfrm>
            <a:off x="3086292" y="4852127"/>
            <a:ext cx="28398" cy="28398"/>
          </a:xfrm>
          <a:prstGeom prst="ellipse">
            <a:avLst/>
          </a:prstGeom>
          <a:solidFill>
            <a:srgbClr val="7F8C97">
              <a:alpha val="48000"/>
            </a:srgbClr>
          </a:solidFill>
          <a:ln w="0">
            <a:noFill/>
            <a:prstDash val="solid"/>
          </a:ln>
        </p:spPr>
      </p:sp>
      <p:sp>
        <p:nvSpPr>
          <p:cNvPr id="2370" name="03_assume_matched_7667">
            <a:extLst>
              <a:ext uri="{FF2B5EF4-FFF2-40B4-BE49-F238E27FC236}">
                <a16:creationId xmlns:a16="http://schemas.microsoft.com/office/drawing/2014/main" id="{C20B9827-04A8-4302-A138-7A2F26A7AEE0}"/>
              </a:ext>
            </a:extLst>
          </p:cNvPr>
          <p:cNvSpPr>
            <a:spLocks noGrp="1"/>
          </p:cNvSpPr>
          <p:nvPr/>
        </p:nvSpPr>
        <p:spPr>
          <a:xfrm>
            <a:off x="3103705" y="4852127"/>
            <a:ext cx="28398" cy="28398"/>
          </a:xfrm>
          <a:prstGeom prst="ellipse">
            <a:avLst/>
          </a:prstGeom>
          <a:solidFill>
            <a:srgbClr val="7F8C97">
              <a:alpha val="48000"/>
            </a:srgbClr>
          </a:solidFill>
          <a:ln w="0">
            <a:noFill/>
            <a:prstDash val="solid"/>
          </a:ln>
        </p:spPr>
      </p:sp>
      <p:sp>
        <p:nvSpPr>
          <p:cNvPr id="2371" name="03_assume_matched_7668">
            <a:extLst>
              <a:ext uri="{FF2B5EF4-FFF2-40B4-BE49-F238E27FC236}">
                <a16:creationId xmlns:a16="http://schemas.microsoft.com/office/drawing/2014/main" id="{1EB594B0-9661-43BE-8684-2B9C26BCD344}"/>
              </a:ext>
            </a:extLst>
          </p:cNvPr>
          <p:cNvSpPr>
            <a:spLocks noGrp="1"/>
          </p:cNvSpPr>
          <p:nvPr/>
        </p:nvSpPr>
        <p:spPr>
          <a:xfrm>
            <a:off x="3088451" y="4852127"/>
            <a:ext cx="28398" cy="28398"/>
          </a:xfrm>
          <a:prstGeom prst="ellipse">
            <a:avLst/>
          </a:prstGeom>
          <a:solidFill>
            <a:srgbClr val="7F8C97">
              <a:alpha val="48000"/>
            </a:srgbClr>
          </a:solidFill>
          <a:ln w="0">
            <a:noFill/>
            <a:prstDash val="solid"/>
          </a:ln>
        </p:spPr>
      </p:sp>
      <p:sp>
        <p:nvSpPr>
          <p:cNvPr id="2372" name="03_assume_matched_7669">
            <a:extLst>
              <a:ext uri="{FF2B5EF4-FFF2-40B4-BE49-F238E27FC236}">
                <a16:creationId xmlns:a16="http://schemas.microsoft.com/office/drawing/2014/main" id="{7F89DB84-DAEC-4875-9142-76DC1370C4B1}"/>
              </a:ext>
            </a:extLst>
          </p:cNvPr>
          <p:cNvSpPr>
            <a:spLocks noGrp="1"/>
          </p:cNvSpPr>
          <p:nvPr/>
        </p:nvSpPr>
        <p:spPr>
          <a:xfrm>
            <a:off x="3066721" y="4852127"/>
            <a:ext cx="28398" cy="28398"/>
          </a:xfrm>
          <a:prstGeom prst="ellipse">
            <a:avLst/>
          </a:prstGeom>
          <a:solidFill>
            <a:srgbClr val="7F8C97">
              <a:alpha val="48000"/>
            </a:srgbClr>
          </a:solidFill>
          <a:ln w="0">
            <a:noFill/>
            <a:prstDash val="solid"/>
          </a:ln>
        </p:spPr>
      </p:sp>
      <p:sp>
        <p:nvSpPr>
          <p:cNvPr id="2373" name="03_assume_matched_7670">
            <a:extLst>
              <a:ext uri="{FF2B5EF4-FFF2-40B4-BE49-F238E27FC236}">
                <a16:creationId xmlns:a16="http://schemas.microsoft.com/office/drawing/2014/main" id="{89B0A981-286C-4161-A526-2FF19FEE02FD}"/>
              </a:ext>
            </a:extLst>
          </p:cNvPr>
          <p:cNvSpPr>
            <a:spLocks noGrp="1"/>
          </p:cNvSpPr>
          <p:nvPr/>
        </p:nvSpPr>
        <p:spPr>
          <a:xfrm>
            <a:off x="2978504" y="4852127"/>
            <a:ext cx="28398" cy="28398"/>
          </a:xfrm>
          <a:prstGeom prst="ellipse">
            <a:avLst/>
          </a:prstGeom>
          <a:solidFill>
            <a:srgbClr val="7F8C97">
              <a:alpha val="48000"/>
            </a:srgbClr>
          </a:solidFill>
          <a:ln w="0">
            <a:noFill/>
            <a:prstDash val="solid"/>
          </a:ln>
        </p:spPr>
      </p:sp>
      <p:sp>
        <p:nvSpPr>
          <p:cNvPr id="2374" name="03_assume_matched_7671">
            <a:extLst>
              <a:ext uri="{FF2B5EF4-FFF2-40B4-BE49-F238E27FC236}">
                <a16:creationId xmlns:a16="http://schemas.microsoft.com/office/drawing/2014/main" id="{D7321C27-F485-4199-B776-B2B7FCBCE68B}"/>
              </a:ext>
            </a:extLst>
          </p:cNvPr>
          <p:cNvSpPr>
            <a:spLocks noGrp="1"/>
          </p:cNvSpPr>
          <p:nvPr/>
        </p:nvSpPr>
        <p:spPr>
          <a:xfrm>
            <a:off x="2992463" y="5436996"/>
            <a:ext cx="28398" cy="28398"/>
          </a:xfrm>
          <a:prstGeom prst="ellipse">
            <a:avLst/>
          </a:prstGeom>
          <a:solidFill>
            <a:srgbClr val="7F8C97">
              <a:alpha val="48000"/>
            </a:srgbClr>
          </a:solidFill>
          <a:ln w="0">
            <a:noFill/>
            <a:prstDash val="solid"/>
          </a:ln>
        </p:spPr>
      </p:sp>
      <p:sp>
        <p:nvSpPr>
          <p:cNvPr id="2375" name="03_assume_matched_7672">
            <a:extLst>
              <a:ext uri="{FF2B5EF4-FFF2-40B4-BE49-F238E27FC236}">
                <a16:creationId xmlns:a16="http://schemas.microsoft.com/office/drawing/2014/main" id="{D7F6F9B9-379A-45F1-87EB-7B9196308F4F}"/>
              </a:ext>
            </a:extLst>
          </p:cNvPr>
          <p:cNvSpPr>
            <a:spLocks noGrp="1"/>
          </p:cNvSpPr>
          <p:nvPr/>
        </p:nvSpPr>
        <p:spPr>
          <a:xfrm>
            <a:off x="3053625" y="4852127"/>
            <a:ext cx="28398" cy="28398"/>
          </a:xfrm>
          <a:prstGeom prst="ellipse">
            <a:avLst/>
          </a:prstGeom>
          <a:solidFill>
            <a:srgbClr val="7F8C97">
              <a:alpha val="48000"/>
            </a:srgbClr>
          </a:solidFill>
          <a:ln w="0">
            <a:noFill/>
            <a:prstDash val="solid"/>
          </a:ln>
        </p:spPr>
      </p:sp>
      <p:sp>
        <p:nvSpPr>
          <p:cNvPr id="2376" name="03_assume_matched_7673">
            <a:extLst>
              <a:ext uri="{FF2B5EF4-FFF2-40B4-BE49-F238E27FC236}">
                <a16:creationId xmlns:a16="http://schemas.microsoft.com/office/drawing/2014/main" id="{8ABCFFBD-9BEA-4314-8EC3-C6A67FC1A277}"/>
              </a:ext>
            </a:extLst>
          </p:cNvPr>
          <p:cNvSpPr>
            <a:spLocks noGrp="1"/>
          </p:cNvSpPr>
          <p:nvPr/>
        </p:nvSpPr>
        <p:spPr>
          <a:xfrm>
            <a:off x="2998508" y="5436996"/>
            <a:ext cx="28398" cy="28398"/>
          </a:xfrm>
          <a:prstGeom prst="ellipse">
            <a:avLst/>
          </a:prstGeom>
          <a:solidFill>
            <a:srgbClr val="7F8C97">
              <a:alpha val="48000"/>
            </a:srgbClr>
          </a:solidFill>
          <a:ln w="0">
            <a:noFill/>
            <a:prstDash val="solid"/>
          </a:ln>
        </p:spPr>
      </p:sp>
      <p:sp>
        <p:nvSpPr>
          <p:cNvPr id="2377" name="03_assume_matched_7674">
            <a:extLst>
              <a:ext uri="{FF2B5EF4-FFF2-40B4-BE49-F238E27FC236}">
                <a16:creationId xmlns:a16="http://schemas.microsoft.com/office/drawing/2014/main" id="{B4434100-7153-44CA-A730-AB4FF2E31E25}"/>
              </a:ext>
            </a:extLst>
          </p:cNvPr>
          <p:cNvSpPr>
            <a:spLocks noGrp="1"/>
          </p:cNvSpPr>
          <p:nvPr/>
        </p:nvSpPr>
        <p:spPr>
          <a:xfrm>
            <a:off x="3024555" y="4852127"/>
            <a:ext cx="28398" cy="28398"/>
          </a:xfrm>
          <a:prstGeom prst="ellipse">
            <a:avLst/>
          </a:prstGeom>
          <a:solidFill>
            <a:srgbClr val="7F8C97">
              <a:alpha val="48000"/>
            </a:srgbClr>
          </a:solidFill>
          <a:ln w="0">
            <a:noFill/>
            <a:prstDash val="solid"/>
          </a:ln>
        </p:spPr>
      </p:sp>
      <p:sp>
        <p:nvSpPr>
          <p:cNvPr id="2378" name="03_assume_matched_7675">
            <a:extLst>
              <a:ext uri="{FF2B5EF4-FFF2-40B4-BE49-F238E27FC236}">
                <a16:creationId xmlns:a16="http://schemas.microsoft.com/office/drawing/2014/main" id="{646804C9-2E84-4166-A58F-DC6C2D65AA44}"/>
              </a:ext>
            </a:extLst>
          </p:cNvPr>
          <p:cNvSpPr>
            <a:spLocks noGrp="1"/>
          </p:cNvSpPr>
          <p:nvPr/>
        </p:nvSpPr>
        <p:spPr>
          <a:xfrm>
            <a:off x="2973611" y="5436996"/>
            <a:ext cx="28398" cy="28398"/>
          </a:xfrm>
          <a:prstGeom prst="ellipse">
            <a:avLst/>
          </a:prstGeom>
          <a:solidFill>
            <a:srgbClr val="7F8C97">
              <a:alpha val="48000"/>
            </a:srgbClr>
          </a:solidFill>
          <a:ln w="0">
            <a:noFill/>
            <a:prstDash val="solid"/>
          </a:ln>
        </p:spPr>
      </p:sp>
      <p:sp>
        <p:nvSpPr>
          <p:cNvPr id="2379" name="03_assume_matched_7676">
            <a:extLst>
              <a:ext uri="{FF2B5EF4-FFF2-40B4-BE49-F238E27FC236}">
                <a16:creationId xmlns:a16="http://schemas.microsoft.com/office/drawing/2014/main" id="{BF991A95-9BAC-4BBF-8B88-C1946FAF1833}"/>
              </a:ext>
            </a:extLst>
          </p:cNvPr>
          <p:cNvSpPr>
            <a:spLocks noGrp="1"/>
          </p:cNvSpPr>
          <p:nvPr/>
        </p:nvSpPr>
        <p:spPr>
          <a:xfrm>
            <a:off x="768364" y="483708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2380" name="03_assume_matched_7677">
            <a:extLst>
              <a:ext uri="{FF2B5EF4-FFF2-40B4-BE49-F238E27FC236}">
                <a16:creationId xmlns:a16="http://schemas.microsoft.com/office/drawing/2014/main" id="{027B31C1-B0C1-4208-BE77-034C9EDDA9DD}"/>
              </a:ext>
            </a:extLst>
          </p:cNvPr>
          <p:cNvSpPr>
            <a:spLocks noGrp="1"/>
          </p:cNvSpPr>
          <p:nvPr/>
        </p:nvSpPr>
        <p:spPr>
          <a:xfrm>
            <a:off x="768364" y="5480439"/>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2381" name="text_7678">
            <a:extLst>
              <a:ext uri="{FF2B5EF4-FFF2-40B4-BE49-F238E27FC236}">
                <a16:creationId xmlns:a16="http://schemas.microsoft.com/office/drawing/2014/main" id="{B6BC1380-C11F-4AC5-A305-769916F90993}"/>
              </a:ext>
            </a:extLst>
          </p:cNvPr>
          <p:cNvSpPr>
            <a:spLocks noGrp="1"/>
          </p:cNvSpPr>
          <p:nvPr/>
        </p:nvSpPr>
        <p:spPr>
          <a:xfrm>
            <a:off x="426175" y="4536480"/>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g</a:t>
            </a:r>
          </a:p>
        </p:txBody>
      </p:sp>
      <p:sp>
        <p:nvSpPr>
          <p:cNvPr id="2382" name="text_7679">
            <a:extLst>
              <a:ext uri="{FF2B5EF4-FFF2-40B4-BE49-F238E27FC236}">
                <a16:creationId xmlns:a16="http://schemas.microsoft.com/office/drawing/2014/main" id="{CFB7D33F-F597-45FE-8C13-62440A8196A8}"/>
              </a:ext>
            </a:extLst>
          </p:cNvPr>
          <p:cNvSpPr>
            <a:spLocks noGrp="1"/>
          </p:cNvSpPr>
          <p:nvPr/>
        </p:nvSpPr>
        <p:spPr>
          <a:xfrm>
            <a:off x="768363" y="4637502"/>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Best of 50, RMSD &lt;2 Å</a:t>
            </a:r>
          </a:p>
        </p:txBody>
      </p:sp>
      <p:sp>
        <p:nvSpPr>
          <p:cNvPr id="2383" name="03_assume_matched_7680">
            <a:extLst>
              <a:ext uri="{FF2B5EF4-FFF2-40B4-BE49-F238E27FC236}">
                <a16:creationId xmlns:a16="http://schemas.microsoft.com/office/drawing/2014/main" id="{162BE88B-B665-444D-929A-5BCF3917DBDB}"/>
              </a:ext>
            </a:extLst>
          </p:cNvPr>
          <p:cNvSpPr>
            <a:spLocks noGrp="1"/>
          </p:cNvSpPr>
          <p:nvPr/>
        </p:nvSpPr>
        <p:spPr>
          <a:xfrm>
            <a:off x="790995" y="5107743"/>
            <a:ext cx="2263158" cy="343452"/>
          </a:xfrm>
          <a:custGeom>
            <a:avLst/>
            <a:gdLst/>
            <a:ahLst/>
            <a:cxnLst/>
            <a:rect l="0" t="0" r="0" b="0"/>
            <a:pathLst>
              <a:path w="2263158" h="343452">
                <a:moveTo>
                  <a:pt x="0" y="343452"/>
                </a:moveTo>
                <a:lnTo>
                  <a:pt x="53885" y="342227"/>
                </a:lnTo>
                <a:lnTo>
                  <a:pt x="53885" y="341684"/>
                </a:lnTo>
                <a:lnTo>
                  <a:pt x="68581" y="340540"/>
                </a:lnTo>
                <a:lnTo>
                  <a:pt x="68581" y="339159"/>
                </a:lnTo>
                <a:lnTo>
                  <a:pt x="83821" y="338302"/>
                </a:lnTo>
                <a:lnTo>
                  <a:pt x="83821" y="337036"/>
                </a:lnTo>
                <a:lnTo>
                  <a:pt x="125731" y="335788"/>
                </a:lnTo>
                <a:lnTo>
                  <a:pt x="125731" y="327567"/>
                </a:lnTo>
                <a:lnTo>
                  <a:pt x="137161" y="327470"/>
                </a:lnTo>
                <a:lnTo>
                  <a:pt x="137161" y="326089"/>
                </a:lnTo>
                <a:lnTo>
                  <a:pt x="150877" y="325991"/>
                </a:lnTo>
                <a:lnTo>
                  <a:pt x="150877" y="322193"/>
                </a:lnTo>
                <a:lnTo>
                  <a:pt x="188596" y="320945"/>
                </a:lnTo>
                <a:lnTo>
                  <a:pt x="188596" y="309235"/>
                </a:lnTo>
                <a:lnTo>
                  <a:pt x="205742" y="309040"/>
                </a:lnTo>
                <a:lnTo>
                  <a:pt x="205742" y="307659"/>
                </a:lnTo>
                <a:lnTo>
                  <a:pt x="215539" y="307140"/>
                </a:lnTo>
                <a:lnTo>
                  <a:pt x="215539" y="305512"/>
                </a:lnTo>
                <a:lnTo>
                  <a:pt x="251462" y="304460"/>
                </a:lnTo>
                <a:lnTo>
                  <a:pt x="251462" y="292969"/>
                </a:lnTo>
                <a:lnTo>
                  <a:pt x="274322" y="292232"/>
                </a:lnTo>
                <a:lnTo>
                  <a:pt x="274322" y="291542"/>
                </a:lnTo>
                <a:lnTo>
                  <a:pt x="301754" y="291249"/>
                </a:lnTo>
                <a:lnTo>
                  <a:pt x="301754" y="285932"/>
                </a:lnTo>
                <a:lnTo>
                  <a:pt x="323308" y="285105"/>
                </a:lnTo>
                <a:lnTo>
                  <a:pt x="323308" y="283477"/>
                </a:lnTo>
                <a:lnTo>
                  <a:pt x="338507" y="282114"/>
                </a:lnTo>
                <a:lnTo>
                  <a:pt x="338507" y="282016"/>
                </a:lnTo>
                <a:lnTo>
                  <a:pt x="348178" y="280635"/>
                </a:lnTo>
                <a:lnTo>
                  <a:pt x="348178" y="280538"/>
                </a:lnTo>
                <a:lnTo>
                  <a:pt x="377193" y="280343"/>
                </a:lnTo>
                <a:lnTo>
                  <a:pt x="377193" y="234002"/>
                </a:lnTo>
                <a:lnTo>
                  <a:pt x="411483" y="233710"/>
                </a:lnTo>
                <a:lnTo>
                  <a:pt x="411483" y="232329"/>
                </a:lnTo>
                <a:lnTo>
                  <a:pt x="431078" y="232134"/>
                </a:lnTo>
                <a:lnTo>
                  <a:pt x="431078" y="230507"/>
                </a:lnTo>
                <a:lnTo>
                  <a:pt x="452632" y="229679"/>
                </a:lnTo>
                <a:lnTo>
                  <a:pt x="452632" y="224362"/>
                </a:lnTo>
                <a:lnTo>
                  <a:pt x="480064" y="224070"/>
                </a:lnTo>
                <a:lnTo>
                  <a:pt x="480064" y="222689"/>
                </a:lnTo>
                <a:lnTo>
                  <a:pt x="502924" y="221952"/>
                </a:lnTo>
                <a:lnTo>
                  <a:pt x="502924" y="211727"/>
                </a:lnTo>
                <a:lnTo>
                  <a:pt x="538847" y="210675"/>
                </a:lnTo>
                <a:lnTo>
                  <a:pt x="538847" y="209047"/>
                </a:lnTo>
                <a:lnTo>
                  <a:pt x="548644" y="208950"/>
                </a:lnTo>
                <a:lnTo>
                  <a:pt x="548644" y="207569"/>
                </a:lnTo>
                <a:lnTo>
                  <a:pt x="565789" y="207374"/>
                </a:lnTo>
                <a:lnTo>
                  <a:pt x="565789" y="195981"/>
                </a:lnTo>
                <a:lnTo>
                  <a:pt x="603509" y="195048"/>
                </a:lnTo>
                <a:lnTo>
                  <a:pt x="603509" y="191251"/>
                </a:lnTo>
                <a:lnTo>
                  <a:pt x="617225" y="191153"/>
                </a:lnTo>
                <a:lnTo>
                  <a:pt x="617225" y="189772"/>
                </a:lnTo>
                <a:lnTo>
                  <a:pt x="628655" y="189675"/>
                </a:lnTo>
                <a:lnTo>
                  <a:pt x="628655" y="184514"/>
                </a:lnTo>
                <a:lnTo>
                  <a:pt x="670565" y="183582"/>
                </a:lnTo>
                <a:lnTo>
                  <a:pt x="670565" y="182738"/>
                </a:lnTo>
                <a:lnTo>
                  <a:pt x="685805" y="181881"/>
                </a:lnTo>
                <a:lnTo>
                  <a:pt x="686685" y="180402"/>
                </a:lnTo>
                <a:lnTo>
                  <a:pt x="754386" y="179275"/>
                </a:lnTo>
                <a:lnTo>
                  <a:pt x="754386" y="40517"/>
                </a:lnTo>
                <a:lnTo>
                  <a:pt x="862155" y="39826"/>
                </a:lnTo>
                <a:lnTo>
                  <a:pt x="862155" y="38741"/>
                </a:lnTo>
                <a:lnTo>
                  <a:pt x="891547" y="37475"/>
                </a:lnTo>
                <a:lnTo>
                  <a:pt x="891547" y="36785"/>
                </a:lnTo>
                <a:lnTo>
                  <a:pt x="905263" y="36785"/>
                </a:lnTo>
                <a:lnTo>
                  <a:pt x="905263" y="35266"/>
                </a:lnTo>
                <a:lnTo>
                  <a:pt x="1005848" y="35266"/>
                </a:lnTo>
                <a:lnTo>
                  <a:pt x="1005848" y="30202"/>
                </a:lnTo>
                <a:lnTo>
                  <a:pt x="1508772" y="29117"/>
                </a:lnTo>
                <a:lnTo>
                  <a:pt x="1508772" y="20255"/>
                </a:lnTo>
                <a:lnTo>
                  <a:pt x="1697368" y="18989"/>
                </a:lnTo>
                <a:lnTo>
                  <a:pt x="1697368" y="17090"/>
                </a:lnTo>
                <a:lnTo>
                  <a:pt x="2263158" y="17090"/>
                </a:lnTo>
                <a:lnTo>
                  <a:pt x="2263158" y="0"/>
                </a:lnTo>
                <a:lnTo>
                  <a:pt x="2263158" y="0"/>
                </a:lnTo>
              </a:path>
            </a:pathLst>
          </a:custGeom>
          <a:noFill/>
          <a:ln w="22860">
            <a:solidFill>
              <a:srgbClr val="00878B"/>
            </a:solidFill>
            <a:prstDash val="solid"/>
          </a:ln>
        </p:spPr>
      </p:sp>
      <p:sp>
        <p:nvSpPr>
          <p:cNvPr id="2384" name="03_assume_matched_7681">
            <a:extLst>
              <a:ext uri="{FF2B5EF4-FFF2-40B4-BE49-F238E27FC236}">
                <a16:creationId xmlns:a16="http://schemas.microsoft.com/office/drawing/2014/main" id="{506A139F-8C77-4FF2-A68D-F1E6A847C169}"/>
              </a:ext>
            </a:extLst>
          </p:cNvPr>
          <p:cNvSpPr>
            <a:spLocks noGrp="1"/>
          </p:cNvSpPr>
          <p:nvPr/>
        </p:nvSpPr>
        <p:spPr>
          <a:xfrm>
            <a:off x="790995" y="4963805"/>
            <a:ext cx="2263158" cy="487391"/>
          </a:xfrm>
          <a:custGeom>
            <a:avLst/>
            <a:gdLst/>
            <a:ahLst/>
            <a:cxnLst/>
            <a:rect l="0" t="0" r="0" b="0"/>
            <a:pathLst>
              <a:path w="2263158" h="487391">
                <a:moveTo>
                  <a:pt x="0" y="487391"/>
                </a:moveTo>
                <a:lnTo>
                  <a:pt x="565789" y="487391"/>
                </a:lnTo>
                <a:lnTo>
                  <a:pt x="565789" y="438652"/>
                </a:lnTo>
                <a:lnTo>
                  <a:pt x="754386" y="438652"/>
                </a:lnTo>
                <a:lnTo>
                  <a:pt x="754386" y="194956"/>
                </a:lnTo>
                <a:lnTo>
                  <a:pt x="1697368" y="194956"/>
                </a:lnTo>
                <a:lnTo>
                  <a:pt x="1697368" y="48739"/>
                </a:lnTo>
                <a:lnTo>
                  <a:pt x="2263158" y="48739"/>
                </a:lnTo>
                <a:lnTo>
                  <a:pt x="2263158" y="0"/>
                </a:lnTo>
                <a:lnTo>
                  <a:pt x="2263158" y="0"/>
                </a:lnTo>
              </a:path>
            </a:pathLst>
          </a:custGeom>
          <a:noFill/>
          <a:ln w="13335">
            <a:solidFill>
              <a:srgbClr val="3A64C8"/>
            </a:solidFill>
            <a:prstDash val="solid"/>
          </a:ln>
        </p:spPr>
      </p:sp>
      <p:sp>
        <p:nvSpPr>
          <p:cNvPr id="2385" name="03_assume_matched_7682">
            <a:extLst>
              <a:ext uri="{FF2B5EF4-FFF2-40B4-BE49-F238E27FC236}">
                <a16:creationId xmlns:a16="http://schemas.microsoft.com/office/drawing/2014/main" id="{FCBA1A8A-2FC0-4321-9CEA-7761D26AD1BC}"/>
              </a:ext>
            </a:extLst>
          </p:cNvPr>
          <p:cNvSpPr>
            <a:spLocks noGrp="1"/>
          </p:cNvSpPr>
          <p:nvPr/>
        </p:nvSpPr>
        <p:spPr>
          <a:xfrm>
            <a:off x="1146598" y="5320155"/>
            <a:ext cx="43180" cy="43180"/>
          </a:xfrm>
          <a:prstGeom prst="ellipse">
            <a:avLst/>
          </a:prstGeom>
          <a:solidFill>
            <a:srgbClr val="00878B"/>
          </a:solidFill>
          <a:ln w="4445">
            <a:solidFill>
              <a:srgbClr val="FFFFFF"/>
            </a:solidFill>
            <a:prstDash val="solid"/>
          </a:ln>
        </p:spPr>
      </p:sp>
      <p:sp>
        <p:nvSpPr>
          <p:cNvPr id="2386" name="03_assume_matched_7683">
            <a:extLst>
              <a:ext uri="{FF2B5EF4-FFF2-40B4-BE49-F238E27FC236}">
                <a16:creationId xmlns:a16="http://schemas.microsoft.com/office/drawing/2014/main" id="{D00239E6-DEDE-413D-AB8E-B029BB4C9179}"/>
              </a:ext>
            </a:extLst>
          </p:cNvPr>
          <p:cNvSpPr>
            <a:spLocks noGrp="1"/>
          </p:cNvSpPr>
          <p:nvPr/>
        </p:nvSpPr>
        <p:spPr>
          <a:xfrm>
            <a:off x="1523791" y="5126670"/>
            <a:ext cx="43180" cy="43180"/>
          </a:xfrm>
          <a:prstGeom prst="ellipse">
            <a:avLst/>
          </a:prstGeom>
          <a:solidFill>
            <a:srgbClr val="00878B"/>
          </a:solidFill>
          <a:ln w="4445">
            <a:solidFill>
              <a:srgbClr val="FFFFFF"/>
            </a:solidFill>
            <a:prstDash val="solid"/>
          </a:ln>
        </p:spPr>
      </p:sp>
      <p:sp>
        <p:nvSpPr>
          <p:cNvPr id="2387" name="03_assume_matched_7684">
            <a:extLst>
              <a:ext uri="{FF2B5EF4-FFF2-40B4-BE49-F238E27FC236}">
                <a16:creationId xmlns:a16="http://schemas.microsoft.com/office/drawing/2014/main" id="{D1FEC524-07E0-4959-A2CB-38342BC68B95}"/>
              </a:ext>
            </a:extLst>
          </p:cNvPr>
          <p:cNvSpPr>
            <a:spLocks noGrp="1"/>
          </p:cNvSpPr>
          <p:nvPr/>
        </p:nvSpPr>
        <p:spPr>
          <a:xfrm>
            <a:off x="2278177" y="5106408"/>
            <a:ext cx="43180" cy="43180"/>
          </a:xfrm>
          <a:prstGeom prst="ellipse">
            <a:avLst/>
          </a:prstGeom>
          <a:solidFill>
            <a:srgbClr val="00878B"/>
          </a:solidFill>
          <a:ln w="4445">
            <a:solidFill>
              <a:srgbClr val="FFFFFF"/>
            </a:solidFill>
            <a:prstDash val="solid"/>
          </a:ln>
        </p:spPr>
      </p:sp>
      <p:sp>
        <p:nvSpPr>
          <p:cNvPr id="2388" name="03_assume_matched_7685">
            <a:extLst>
              <a:ext uri="{FF2B5EF4-FFF2-40B4-BE49-F238E27FC236}">
                <a16:creationId xmlns:a16="http://schemas.microsoft.com/office/drawing/2014/main" id="{162EEAD0-C4D1-4B0F-927B-DEB8F54B7F1A}"/>
              </a:ext>
            </a:extLst>
          </p:cNvPr>
          <p:cNvSpPr>
            <a:spLocks noGrp="1"/>
          </p:cNvSpPr>
          <p:nvPr/>
        </p:nvSpPr>
        <p:spPr>
          <a:xfrm>
            <a:off x="3032562" y="5086153"/>
            <a:ext cx="43180" cy="43180"/>
          </a:xfrm>
          <a:prstGeom prst="ellipse">
            <a:avLst/>
          </a:prstGeom>
          <a:solidFill>
            <a:srgbClr val="00878B"/>
          </a:solidFill>
          <a:ln w="4445">
            <a:solidFill>
              <a:srgbClr val="FFFFFF"/>
            </a:solidFill>
            <a:prstDash val="solid"/>
          </a:ln>
        </p:spPr>
      </p:sp>
      <p:sp>
        <p:nvSpPr>
          <p:cNvPr id="2389" name="03_assume_matched_7686">
            <a:extLst>
              <a:ext uri="{FF2B5EF4-FFF2-40B4-BE49-F238E27FC236}">
                <a16:creationId xmlns:a16="http://schemas.microsoft.com/office/drawing/2014/main" id="{4B7B3104-B6AD-4DF7-BE8A-85CAD71B992F}"/>
              </a:ext>
            </a:extLst>
          </p:cNvPr>
          <p:cNvSpPr>
            <a:spLocks noGrp="1"/>
          </p:cNvSpPr>
          <p:nvPr/>
        </p:nvSpPr>
        <p:spPr>
          <a:xfrm>
            <a:off x="1132267" y="541527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0" name="03_assume_matched_7687">
            <a:extLst>
              <a:ext uri="{FF2B5EF4-FFF2-40B4-BE49-F238E27FC236}">
                <a16:creationId xmlns:a16="http://schemas.microsoft.com/office/drawing/2014/main" id="{B091A74A-29E6-424E-B300-F48E8553896A}"/>
              </a:ext>
            </a:extLst>
          </p:cNvPr>
          <p:cNvSpPr>
            <a:spLocks noGrp="1"/>
          </p:cNvSpPr>
          <p:nvPr/>
        </p:nvSpPr>
        <p:spPr>
          <a:xfrm>
            <a:off x="1509460" y="512283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1" name="03_assume_matched_7688">
            <a:extLst>
              <a:ext uri="{FF2B5EF4-FFF2-40B4-BE49-F238E27FC236}">
                <a16:creationId xmlns:a16="http://schemas.microsoft.com/office/drawing/2014/main" id="{AA5032E4-FD17-4217-A4BF-D08CCC61EC1C}"/>
              </a:ext>
            </a:extLst>
          </p:cNvPr>
          <p:cNvSpPr>
            <a:spLocks noGrp="1"/>
          </p:cNvSpPr>
          <p:nvPr/>
        </p:nvSpPr>
        <p:spPr>
          <a:xfrm>
            <a:off x="2263845" y="512283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2" name="03_assume_matched_7689">
            <a:extLst>
              <a:ext uri="{FF2B5EF4-FFF2-40B4-BE49-F238E27FC236}">
                <a16:creationId xmlns:a16="http://schemas.microsoft.com/office/drawing/2014/main" id="{2F0CCBAD-007D-41C3-BB6B-743DD19D29CB}"/>
              </a:ext>
            </a:extLst>
          </p:cNvPr>
          <p:cNvSpPr>
            <a:spLocks noGrp="1"/>
          </p:cNvSpPr>
          <p:nvPr/>
        </p:nvSpPr>
        <p:spPr>
          <a:xfrm>
            <a:off x="3018231" y="492788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3" name="03_assume_matched_7690">
            <a:extLst>
              <a:ext uri="{FF2B5EF4-FFF2-40B4-BE49-F238E27FC236}">
                <a16:creationId xmlns:a16="http://schemas.microsoft.com/office/drawing/2014/main" id="{C6DF67A1-F11E-4EF2-8D5F-A209C5EFE20A}"/>
              </a:ext>
            </a:extLst>
          </p:cNvPr>
          <p:cNvSpPr>
            <a:spLocks noGrp="1"/>
          </p:cNvSpPr>
          <p:nvPr/>
        </p:nvSpPr>
        <p:spPr>
          <a:xfrm>
            <a:off x="3896953" y="483708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2394" name="03_assume_matched_7691">
            <a:extLst>
              <a:ext uri="{FF2B5EF4-FFF2-40B4-BE49-F238E27FC236}">
                <a16:creationId xmlns:a16="http://schemas.microsoft.com/office/drawing/2014/main" id="{7D8C6314-6C3F-4C88-A182-628BB3B19408}"/>
              </a:ext>
            </a:extLst>
          </p:cNvPr>
          <p:cNvSpPr>
            <a:spLocks noGrp="1"/>
          </p:cNvSpPr>
          <p:nvPr/>
        </p:nvSpPr>
        <p:spPr>
          <a:xfrm>
            <a:off x="4198707" y="4866327"/>
            <a:ext cx="196140" cy="584869"/>
          </a:xfrm>
          <a:custGeom>
            <a:avLst/>
            <a:gdLst/>
            <a:ahLst/>
            <a:cxnLst/>
            <a:rect l="0" t="0" r="0" b="0"/>
            <a:pathLst>
              <a:path w="196140" h="584869">
                <a:moveTo>
                  <a:pt x="196140" y="584869"/>
                </a:moveTo>
                <a:lnTo>
                  <a:pt x="0" y="584869"/>
                </a:lnTo>
                <a:lnTo>
                  <a:pt x="1064" y="579995"/>
                </a:lnTo>
                <a:lnTo>
                  <a:pt x="4185" y="575121"/>
                </a:lnTo>
                <a:lnTo>
                  <a:pt x="9156" y="570247"/>
                </a:lnTo>
                <a:lnTo>
                  <a:pt x="15659" y="565373"/>
                </a:lnTo>
                <a:lnTo>
                  <a:pt x="23296" y="560500"/>
                </a:lnTo>
                <a:lnTo>
                  <a:pt x="31634" y="555626"/>
                </a:lnTo>
                <a:lnTo>
                  <a:pt x="40243" y="550752"/>
                </a:lnTo>
                <a:lnTo>
                  <a:pt x="48731" y="545878"/>
                </a:lnTo>
                <a:lnTo>
                  <a:pt x="56772" y="541004"/>
                </a:lnTo>
                <a:lnTo>
                  <a:pt x="64125" y="536130"/>
                </a:lnTo>
                <a:lnTo>
                  <a:pt x="70632" y="531256"/>
                </a:lnTo>
                <a:lnTo>
                  <a:pt x="76217" y="526382"/>
                </a:lnTo>
                <a:lnTo>
                  <a:pt x="80875" y="521508"/>
                </a:lnTo>
                <a:lnTo>
                  <a:pt x="84650" y="516634"/>
                </a:lnTo>
                <a:lnTo>
                  <a:pt x="87619" y="511760"/>
                </a:lnTo>
                <a:lnTo>
                  <a:pt x="89881" y="506887"/>
                </a:lnTo>
                <a:lnTo>
                  <a:pt x="91535" y="502013"/>
                </a:lnTo>
                <a:lnTo>
                  <a:pt x="92677" y="497139"/>
                </a:lnTo>
                <a:lnTo>
                  <a:pt x="93394" y="492265"/>
                </a:lnTo>
                <a:lnTo>
                  <a:pt x="93758" y="487391"/>
                </a:lnTo>
                <a:lnTo>
                  <a:pt x="93830" y="482517"/>
                </a:lnTo>
                <a:lnTo>
                  <a:pt x="93664" y="477643"/>
                </a:lnTo>
                <a:lnTo>
                  <a:pt x="93303" y="472769"/>
                </a:lnTo>
                <a:lnTo>
                  <a:pt x="92787" y="467895"/>
                </a:lnTo>
                <a:lnTo>
                  <a:pt x="92153" y="463021"/>
                </a:lnTo>
                <a:lnTo>
                  <a:pt x="91437" y="458147"/>
                </a:lnTo>
                <a:lnTo>
                  <a:pt x="90671" y="453274"/>
                </a:lnTo>
                <a:lnTo>
                  <a:pt x="89887" y="448400"/>
                </a:lnTo>
                <a:lnTo>
                  <a:pt x="89113" y="443526"/>
                </a:lnTo>
                <a:lnTo>
                  <a:pt x="88372" y="438652"/>
                </a:lnTo>
                <a:lnTo>
                  <a:pt x="87684" y="433778"/>
                </a:lnTo>
                <a:lnTo>
                  <a:pt x="87064" y="428904"/>
                </a:lnTo>
                <a:lnTo>
                  <a:pt x="86522" y="424030"/>
                </a:lnTo>
                <a:lnTo>
                  <a:pt x="86063" y="419156"/>
                </a:lnTo>
                <a:lnTo>
                  <a:pt x="85688" y="414282"/>
                </a:lnTo>
                <a:lnTo>
                  <a:pt x="85398" y="409408"/>
                </a:lnTo>
                <a:lnTo>
                  <a:pt x="85189" y="404534"/>
                </a:lnTo>
                <a:lnTo>
                  <a:pt x="85055" y="399661"/>
                </a:lnTo>
                <a:lnTo>
                  <a:pt x="84990" y="394787"/>
                </a:lnTo>
                <a:lnTo>
                  <a:pt x="84980" y="389913"/>
                </a:lnTo>
                <a:lnTo>
                  <a:pt x="85010" y="385039"/>
                </a:lnTo>
                <a:lnTo>
                  <a:pt x="85058" y="380165"/>
                </a:lnTo>
                <a:lnTo>
                  <a:pt x="85093" y="375291"/>
                </a:lnTo>
                <a:lnTo>
                  <a:pt x="85082" y="370417"/>
                </a:lnTo>
                <a:lnTo>
                  <a:pt x="84982" y="365543"/>
                </a:lnTo>
                <a:lnTo>
                  <a:pt x="84751" y="360669"/>
                </a:lnTo>
                <a:lnTo>
                  <a:pt x="84345" y="355795"/>
                </a:lnTo>
                <a:lnTo>
                  <a:pt x="83723" y="350921"/>
                </a:lnTo>
                <a:lnTo>
                  <a:pt x="82858" y="346048"/>
                </a:lnTo>
                <a:lnTo>
                  <a:pt x="81737" y="341174"/>
                </a:lnTo>
                <a:lnTo>
                  <a:pt x="80368" y="336300"/>
                </a:lnTo>
                <a:lnTo>
                  <a:pt x="78784" y="331426"/>
                </a:lnTo>
                <a:lnTo>
                  <a:pt x="77045" y="326552"/>
                </a:lnTo>
                <a:lnTo>
                  <a:pt x="75238" y="321678"/>
                </a:lnTo>
                <a:lnTo>
                  <a:pt x="73470" y="316804"/>
                </a:lnTo>
                <a:lnTo>
                  <a:pt x="71859" y="311930"/>
                </a:lnTo>
                <a:lnTo>
                  <a:pt x="70527" y="307056"/>
                </a:lnTo>
                <a:lnTo>
                  <a:pt x="69589" y="302182"/>
                </a:lnTo>
                <a:lnTo>
                  <a:pt x="69134" y="297308"/>
                </a:lnTo>
                <a:lnTo>
                  <a:pt x="69223" y="292435"/>
                </a:lnTo>
                <a:lnTo>
                  <a:pt x="69878" y="287561"/>
                </a:lnTo>
                <a:lnTo>
                  <a:pt x="71080" y="282687"/>
                </a:lnTo>
                <a:lnTo>
                  <a:pt x="72770" y="277813"/>
                </a:lnTo>
                <a:lnTo>
                  <a:pt x="74860" y="272939"/>
                </a:lnTo>
                <a:lnTo>
                  <a:pt x="77238" y="268065"/>
                </a:lnTo>
                <a:lnTo>
                  <a:pt x="79780" y="263191"/>
                </a:lnTo>
                <a:lnTo>
                  <a:pt x="82366" y="258317"/>
                </a:lnTo>
                <a:lnTo>
                  <a:pt x="84885" y="253443"/>
                </a:lnTo>
                <a:lnTo>
                  <a:pt x="87246" y="248569"/>
                </a:lnTo>
                <a:lnTo>
                  <a:pt x="89383" y="243695"/>
                </a:lnTo>
                <a:lnTo>
                  <a:pt x="91255" y="238822"/>
                </a:lnTo>
                <a:lnTo>
                  <a:pt x="92843" y="233948"/>
                </a:lnTo>
                <a:lnTo>
                  <a:pt x="94151" y="229074"/>
                </a:lnTo>
                <a:lnTo>
                  <a:pt x="95199" y="224200"/>
                </a:lnTo>
                <a:lnTo>
                  <a:pt x="96013" y="219326"/>
                </a:lnTo>
                <a:lnTo>
                  <a:pt x="96630" y="214452"/>
                </a:lnTo>
                <a:lnTo>
                  <a:pt x="97085" y="209578"/>
                </a:lnTo>
                <a:lnTo>
                  <a:pt x="97411" y="204704"/>
                </a:lnTo>
                <a:lnTo>
                  <a:pt x="97639" y="199830"/>
                </a:lnTo>
                <a:lnTo>
                  <a:pt x="97795" y="194956"/>
                </a:lnTo>
                <a:lnTo>
                  <a:pt x="97898" y="190082"/>
                </a:lnTo>
                <a:lnTo>
                  <a:pt x="97965" y="185209"/>
                </a:lnTo>
                <a:lnTo>
                  <a:pt x="98008" y="180335"/>
                </a:lnTo>
                <a:lnTo>
                  <a:pt x="98034" y="175461"/>
                </a:lnTo>
                <a:lnTo>
                  <a:pt x="98049" y="170587"/>
                </a:lnTo>
                <a:lnTo>
                  <a:pt x="98059" y="165713"/>
                </a:lnTo>
                <a:lnTo>
                  <a:pt x="98064" y="160839"/>
                </a:lnTo>
                <a:lnTo>
                  <a:pt x="98067" y="155965"/>
                </a:lnTo>
                <a:lnTo>
                  <a:pt x="98068"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4" y="155965"/>
                </a:lnTo>
                <a:lnTo>
                  <a:pt x="98076" y="160839"/>
                </a:lnTo>
                <a:lnTo>
                  <a:pt x="98082" y="165713"/>
                </a:lnTo>
                <a:lnTo>
                  <a:pt x="98091" y="170587"/>
                </a:lnTo>
                <a:lnTo>
                  <a:pt x="98107" y="175461"/>
                </a:lnTo>
                <a:lnTo>
                  <a:pt x="98133" y="180335"/>
                </a:lnTo>
                <a:lnTo>
                  <a:pt x="98175" y="185209"/>
                </a:lnTo>
                <a:lnTo>
                  <a:pt x="98242" y="190082"/>
                </a:lnTo>
                <a:lnTo>
                  <a:pt x="98345" y="194956"/>
                </a:lnTo>
                <a:lnTo>
                  <a:pt x="98501" y="199830"/>
                </a:lnTo>
                <a:lnTo>
                  <a:pt x="98729" y="204704"/>
                </a:lnTo>
                <a:lnTo>
                  <a:pt x="99056" y="209578"/>
                </a:lnTo>
                <a:lnTo>
                  <a:pt x="99510" y="214452"/>
                </a:lnTo>
                <a:lnTo>
                  <a:pt x="100127" y="219326"/>
                </a:lnTo>
                <a:lnTo>
                  <a:pt x="100942" y="224200"/>
                </a:lnTo>
                <a:lnTo>
                  <a:pt x="101989" y="229074"/>
                </a:lnTo>
                <a:lnTo>
                  <a:pt x="103297" y="233948"/>
                </a:lnTo>
                <a:lnTo>
                  <a:pt x="104886" y="238822"/>
                </a:lnTo>
                <a:lnTo>
                  <a:pt x="106757" y="243695"/>
                </a:lnTo>
                <a:lnTo>
                  <a:pt x="108894" y="248569"/>
                </a:lnTo>
                <a:lnTo>
                  <a:pt x="111255" y="253443"/>
                </a:lnTo>
                <a:lnTo>
                  <a:pt x="113774" y="258317"/>
                </a:lnTo>
                <a:lnTo>
                  <a:pt x="116360" y="263191"/>
                </a:lnTo>
                <a:lnTo>
                  <a:pt x="118903" y="268065"/>
                </a:lnTo>
                <a:lnTo>
                  <a:pt x="121280" y="272939"/>
                </a:lnTo>
                <a:lnTo>
                  <a:pt x="123370" y="277813"/>
                </a:lnTo>
                <a:lnTo>
                  <a:pt x="125061" y="282687"/>
                </a:lnTo>
                <a:lnTo>
                  <a:pt x="126262" y="287561"/>
                </a:lnTo>
                <a:lnTo>
                  <a:pt x="126917" y="292435"/>
                </a:lnTo>
                <a:lnTo>
                  <a:pt x="127006" y="297308"/>
                </a:lnTo>
                <a:lnTo>
                  <a:pt x="126551" y="302182"/>
                </a:lnTo>
                <a:lnTo>
                  <a:pt x="125613" y="307056"/>
                </a:lnTo>
                <a:lnTo>
                  <a:pt x="124282" y="311930"/>
                </a:lnTo>
                <a:lnTo>
                  <a:pt x="122671" y="316804"/>
                </a:lnTo>
                <a:lnTo>
                  <a:pt x="120902" y="321678"/>
                </a:lnTo>
                <a:lnTo>
                  <a:pt x="119095" y="326552"/>
                </a:lnTo>
                <a:lnTo>
                  <a:pt x="117357" y="331426"/>
                </a:lnTo>
                <a:lnTo>
                  <a:pt x="115773" y="336300"/>
                </a:lnTo>
                <a:lnTo>
                  <a:pt x="114403" y="341174"/>
                </a:lnTo>
                <a:lnTo>
                  <a:pt x="113282" y="346048"/>
                </a:lnTo>
                <a:lnTo>
                  <a:pt x="112417" y="350921"/>
                </a:lnTo>
                <a:lnTo>
                  <a:pt x="111796" y="355795"/>
                </a:lnTo>
                <a:lnTo>
                  <a:pt x="111389" y="360669"/>
                </a:lnTo>
                <a:lnTo>
                  <a:pt x="111158" y="365543"/>
                </a:lnTo>
                <a:lnTo>
                  <a:pt x="111059" y="370417"/>
                </a:lnTo>
                <a:lnTo>
                  <a:pt x="111047" y="375291"/>
                </a:lnTo>
                <a:lnTo>
                  <a:pt x="111083" y="380165"/>
                </a:lnTo>
                <a:lnTo>
                  <a:pt x="111130" y="385039"/>
                </a:lnTo>
                <a:lnTo>
                  <a:pt x="111160" y="389913"/>
                </a:lnTo>
                <a:lnTo>
                  <a:pt x="111150" y="394787"/>
                </a:lnTo>
                <a:lnTo>
                  <a:pt x="111085" y="399661"/>
                </a:lnTo>
                <a:lnTo>
                  <a:pt x="110952" y="404534"/>
                </a:lnTo>
                <a:lnTo>
                  <a:pt x="110743" y="409408"/>
                </a:lnTo>
                <a:lnTo>
                  <a:pt x="110452" y="414282"/>
                </a:lnTo>
                <a:lnTo>
                  <a:pt x="110078" y="419156"/>
                </a:lnTo>
                <a:lnTo>
                  <a:pt x="109618" y="424030"/>
                </a:lnTo>
                <a:lnTo>
                  <a:pt x="109076" y="428904"/>
                </a:lnTo>
                <a:lnTo>
                  <a:pt x="108456" y="433778"/>
                </a:lnTo>
                <a:lnTo>
                  <a:pt x="107769" y="438652"/>
                </a:lnTo>
                <a:lnTo>
                  <a:pt x="107028" y="443526"/>
                </a:lnTo>
                <a:lnTo>
                  <a:pt x="106253" y="448400"/>
                </a:lnTo>
                <a:lnTo>
                  <a:pt x="105469" y="453274"/>
                </a:lnTo>
                <a:lnTo>
                  <a:pt x="104703" y="458147"/>
                </a:lnTo>
                <a:lnTo>
                  <a:pt x="103987" y="463021"/>
                </a:lnTo>
                <a:lnTo>
                  <a:pt x="103353" y="467895"/>
                </a:lnTo>
                <a:lnTo>
                  <a:pt x="102837" y="472769"/>
                </a:lnTo>
                <a:lnTo>
                  <a:pt x="102476" y="477643"/>
                </a:lnTo>
                <a:lnTo>
                  <a:pt x="102310" y="482517"/>
                </a:lnTo>
                <a:lnTo>
                  <a:pt x="102383" y="487391"/>
                </a:lnTo>
                <a:lnTo>
                  <a:pt x="102747" y="492265"/>
                </a:lnTo>
                <a:lnTo>
                  <a:pt x="103463" y="497139"/>
                </a:lnTo>
                <a:lnTo>
                  <a:pt x="104605" y="502013"/>
                </a:lnTo>
                <a:lnTo>
                  <a:pt x="106259" y="506887"/>
                </a:lnTo>
                <a:lnTo>
                  <a:pt x="108521" y="511760"/>
                </a:lnTo>
                <a:lnTo>
                  <a:pt x="111491" y="516634"/>
                </a:lnTo>
                <a:lnTo>
                  <a:pt x="115265" y="521508"/>
                </a:lnTo>
                <a:lnTo>
                  <a:pt x="119923" y="526382"/>
                </a:lnTo>
                <a:lnTo>
                  <a:pt x="125509" y="531256"/>
                </a:lnTo>
                <a:lnTo>
                  <a:pt x="132016" y="536130"/>
                </a:lnTo>
                <a:lnTo>
                  <a:pt x="139368" y="541004"/>
                </a:lnTo>
                <a:lnTo>
                  <a:pt x="147410" y="545878"/>
                </a:lnTo>
                <a:lnTo>
                  <a:pt x="155897" y="550752"/>
                </a:lnTo>
                <a:lnTo>
                  <a:pt x="164506" y="555626"/>
                </a:lnTo>
                <a:lnTo>
                  <a:pt x="172844" y="560500"/>
                </a:lnTo>
                <a:lnTo>
                  <a:pt x="180482" y="565373"/>
                </a:lnTo>
                <a:lnTo>
                  <a:pt x="186984" y="570247"/>
                </a:lnTo>
                <a:lnTo>
                  <a:pt x="191955" y="575121"/>
                </a:lnTo>
                <a:lnTo>
                  <a:pt x="195076"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2395" name="03_assume_matched_7692">
            <a:extLst>
              <a:ext uri="{FF2B5EF4-FFF2-40B4-BE49-F238E27FC236}">
                <a16:creationId xmlns:a16="http://schemas.microsoft.com/office/drawing/2014/main" id="{0444FAD7-4E43-4FEC-85B6-20B72CE75216}"/>
              </a:ext>
            </a:extLst>
          </p:cNvPr>
          <p:cNvSpPr>
            <a:spLocks noGrp="1"/>
          </p:cNvSpPr>
          <p:nvPr/>
        </p:nvSpPr>
        <p:spPr>
          <a:xfrm>
            <a:off x="4575900" y="4866327"/>
            <a:ext cx="196140" cy="584869"/>
          </a:xfrm>
          <a:custGeom>
            <a:avLst/>
            <a:gdLst/>
            <a:ahLst/>
            <a:cxnLst/>
            <a:rect l="0" t="0" r="0" b="0"/>
            <a:pathLst>
              <a:path w="196140" h="584869">
                <a:moveTo>
                  <a:pt x="155362" y="584869"/>
                </a:moveTo>
                <a:lnTo>
                  <a:pt x="40778" y="584869"/>
                </a:lnTo>
                <a:lnTo>
                  <a:pt x="41372" y="579995"/>
                </a:lnTo>
                <a:lnTo>
                  <a:pt x="43113" y="575121"/>
                </a:lnTo>
                <a:lnTo>
                  <a:pt x="45884" y="570247"/>
                </a:lnTo>
                <a:lnTo>
                  <a:pt x="49503" y="565373"/>
                </a:lnTo>
                <a:lnTo>
                  <a:pt x="53746" y="560500"/>
                </a:lnTo>
                <a:lnTo>
                  <a:pt x="58370" y="555626"/>
                </a:lnTo>
                <a:lnTo>
                  <a:pt x="63135" y="550752"/>
                </a:lnTo>
                <a:lnTo>
                  <a:pt x="67826" y="545878"/>
                </a:lnTo>
                <a:lnTo>
                  <a:pt x="72268" y="541004"/>
                </a:lnTo>
                <a:lnTo>
                  <a:pt x="76334" y="536130"/>
                </a:lnTo>
                <a:lnTo>
                  <a:pt x="79946" y="531256"/>
                </a:lnTo>
                <a:lnTo>
                  <a:pt x="83071" y="526382"/>
                </a:lnTo>
                <a:lnTo>
                  <a:pt x="85712" y="521508"/>
                </a:lnTo>
                <a:lnTo>
                  <a:pt x="87899" y="516634"/>
                </a:lnTo>
                <a:lnTo>
                  <a:pt x="89677" y="511760"/>
                </a:lnTo>
                <a:lnTo>
                  <a:pt x="91098" y="506887"/>
                </a:lnTo>
                <a:lnTo>
                  <a:pt x="92210" y="502013"/>
                </a:lnTo>
                <a:lnTo>
                  <a:pt x="93059" y="497139"/>
                </a:lnTo>
                <a:lnTo>
                  <a:pt x="93681" y="492265"/>
                </a:lnTo>
                <a:lnTo>
                  <a:pt x="94107" y="487391"/>
                </a:lnTo>
                <a:lnTo>
                  <a:pt x="94360" y="482517"/>
                </a:lnTo>
                <a:lnTo>
                  <a:pt x="94459" y="477643"/>
                </a:lnTo>
                <a:lnTo>
                  <a:pt x="94421" y="472769"/>
                </a:lnTo>
                <a:lnTo>
                  <a:pt x="94264" y="467895"/>
                </a:lnTo>
                <a:lnTo>
                  <a:pt x="94005" y="463021"/>
                </a:lnTo>
                <a:lnTo>
                  <a:pt x="93663" y="458147"/>
                </a:lnTo>
                <a:lnTo>
                  <a:pt x="93257" y="453274"/>
                </a:lnTo>
                <a:lnTo>
                  <a:pt x="92807" y="448400"/>
                </a:lnTo>
                <a:lnTo>
                  <a:pt x="92335" y="443526"/>
                </a:lnTo>
                <a:lnTo>
                  <a:pt x="91858" y="438652"/>
                </a:lnTo>
                <a:lnTo>
                  <a:pt x="91396" y="433778"/>
                </a:lnTo>
                <a:lnTo>
                  <a:pt x="90965" y="428904"/>
                </a:lnTo>
                <a:lnTo>
                  <a:pt x="90581" y="424030"/>
                </a:lnTo>
                <a:lnTo>
                  <a:pt x="90259" y="419156"/>
                </a:lnTo>
                <a:lnTo>
                  <a:pt x="90010" y="414282"/>
                </a:lnTo>
                <a:lnTo>
                  <a:pt x="89846" y="409408"/>
                </a:lnTo>
                <a:lnTo>
                  <a:pt x="89773" y="404534"/>
                </a:lnTo>
                <a:lnTo>
                  <a:pt x="89796" y="399661"/>
                </a:lnTo>
                <a:lnTo>
                  <a:pt x="89912" y="394787"/>
                </a:lnTo>
                <a:lnTo>
                  <a:pt x="90115" y="389913"/>
                </a:lnTo>
                <a:lnTo>
                  <a:pt x="90391" y="385039"/>
                </a:lnTo>
                <a:lnTo>
                  <a:pt x="90718" y="380165"/>
                </a:lnTo>
                <a:lnTo>
                  <a:pt x="91070" y="375291"/>
                </a:lnTo>
                <a:lnTo>
                  <a:pt x="91414" y="370417"/>
                </a:lnTo>
                <a:lnTo>
                  <a:pt x="91716" y="365543"/>
                </a:lnTo>
                <a:lnTo>
                  <a:pt x="91942" y="360669"/>
                </a:lnTo>
                <a:lnTo>
                  <a:pt x="92062" y="355795"/>
                </a:lnTo>
                <a:lnTo>
                  <a:pt x="92051" y="350921"/>
                </a:lnTo>
                <a:lnTo>
                  <a:pt x="91893" y="346048"/>
                </a:lnTo>
                <a:lnTo>
                  <a:pt x="91585" y="341174"/>
                </a:lnTo>
                <a:lnTo>
                  <a:pt x="91134" y="336300"/>
                </a:lnTo>
                <a:lnTo>
                  <a:pt x="90564" y="331426"/>
                </a:lnTo>
                <a:lnTo>
                  <a:pt x="89906" y="326552"/>
                </a:lnTo>
                <a:lnTo>
                  <a:pt x="89205" y="321678"/>
                </a:lnTo>
                <a:lnTo>
                  <a:pt x="88511" y="316804"/>
                </a:lnTo>
                <a:lnTo>
                  <a:pt x="87876" y="311930"/>
                </a:lnTo>
                <a:lnTo>
                  <a:pt x="87353" y="307056"/>
                </a:lnTo>
                <a:lnTo>
                  <a:pt x="86987" y="302182"/>
                </a:lnTo>
                <a:lnTo>
                  <a:pt x="86810" y="297308"/>
                </a:lnTo>
                <a:lnTo>
                  <a:pt x="86844" y="292435"/>
                </a:lnTo>
                <a:lnTo>
                  <a:pt x="87091" y="287561"/>
                </a:lnTo>
                <a:lnTo>
                  <a:pt x="87538" y="282687"/>
                </a:lnTo>
                <a:lnTo>
                  <a:pt x="88156" y="277813"/>
                </a:lnTo>
                <a:lnTo>
                  <a:pt x="88903" y="272939"/>
                </a:lnTo>
                <a:lnTo>
                  <a:pt x="89729" y="268065"/>
                </a:lnTo>
                <a:lnTo>
                  <a:pt x="90580" y="263191"/>
                </a:lnTo>
                <a:lnTo>
                  <a:pt x="91404" y="258317"/>
                </a:lnTo>
                <a:lnTo>
                  <a:pt x="92152" y="253443"/>
                </a:lnTo>
                <a:lnTo>
                  <a:pt x="92786" y="248569"/>
                </a:lnTo>
                <a:lnTo>
                  <a:pt x="93280" y="243695"/>
                </a:lnTo>
                <a:lnTo>
                  <a:pt x="93620" y="238822"/>
                </a:lnTo>
                <a:lnTo>
                  <a:pt x="93805" y="233948"/>
                </a:lnTo>
                <a:lnTo>
                  <a:pt x="93847" y="229074"/>
                </a:lnTo>
                <a:lnTo>
                  <a:pt x="93767" y="224200"/>
                </a:lnTo>
                <a:lnTo>
                  <a:pt x="93594" y="219326"/>
                </a:lnTo>
                <a:lnTo>
                  <a:pt x="93360" y="214452"/>
                </a:lnTo>
                <a:lnTo>
                  <a:pt x="93102" y="209578"/>
                </a:lnTo>
                <a:lnTo>
                  <a:pt x="92853" y="204704"/>
                </a:lnTo>
                <a:lnTo>
                  <a:pt x="92642" y="199830"/>
                </a:lnTo>
                <a:lnTo>
                  <a:pt x="92493" y="194956"/>
                </a:lnTo>
                <a:lnTo>
                  <a:pt x="92421" y="190082"/>
                </a:lnTo>
                <a:lnTo>
                  <a:pt x="92434" y="185209"/>
                </a:lnTo>
                <a:lnTo>
                  <a:pt x="92532" y="180335"/>
                </a:lnTo>
                <a:lnTo>
                  <a:pt x="92706" y="175461"/>
                </a:lnTo>
                <a:lnTo>
                  <a:pt x="92944" y="170587"/>
                </a:lnTo>
                <a:lnTo>
                  <a:pt x="93229" y="165713"/>
                </a:lnTo>
                <a:lnTo>
                  <a:pt x="93542" y="160839"/>
                </a:lnTo>
                <a:lnTo>
                  <a:pt x="93865" y="155965"/>
                </a:lnTo>
                <a:lnTo>
                  <a:pt x="94181" y="151091"/>
                </a:lnTo>
                <a:lnTo>
                  <a:pt x="94476" y="146217"/>
                </a:lnTo>
                <a:lnTo>
                  <a:pt x="94741" y="141343"/>
                </a:lnTo>
                <a:lnTo>
                  <a:pt x="94968" y="136469"/>
                </a:lnTo>
                <a:lnTo>
                  <a:pt x="95152" y="131596"/>
                </a:lnTo>
                <a:lnTo>
                  <a:pt x="95289" y="126722"/>
                </a:lnTo>
                <a:lnTo>
                  <a:pt x="95374" y="121848"/>
                </a:lnTo>
                <a:lnTo>
                  <a:pt x="95401" y="116974"/>
                </a:lnTo>
                <a:lnTo>
                  <a:pt x="95356" y="112100"/>
                </a:lnTo>
                <a:lnTo>
                  <a:pt x="95221" y="107226"/>
                </a:lnTo>
                <a:lnTo>
                  <a:pt x="94967" y="102352"/>
                </a:lnTo>
                <a:lnTo>
                  <a:pt x="94555" y="97478"/>
                </a:lnTo>
                <a:lnTo>
                  <a:pt x="93931" y="92604"/>
                </a:lnTo>
                <a:lnTo>
                  <a:pt x="93029" y="87730"/>
                </a:lnTo>
                <a:lnTo>
                  <a:pt x="91766" y="82856"/>
                </a:lnTo>
                <a:lnTo>
                  <a:pt x="90044" y="77983"/>
                </a:lnTo>
                <a:lnTo>
                  <a:pt x="87754" y="73109"/>
                </a:lnTo>
                <a:lnTo>
                  <a:pt x="84785" y="68235"/>
                </a:lnTo>
                <a:lnTo>
                  <a:pt x="81029" y="63361"/>
                </a:lnTo>
                <a:lnTo>
                  <a:pt x="76397" y="58487"/>
                </a:lnTo>
                <a:lnTo>
                  <a:pt x="70838" y="53613"/>
                </a:lnTo>
                <a:lnTo>
                  <a:pt x="64351" y="48739"/>
                </a:lnTo>
                <a:lnTo>
                  <a:pt x="57008" y="43865"/>
                </a:lnTo>
                <a:lnTo>
                  <a:pt x="48963" y="38991"/>
                </a:lnTo>
                <a:lnTo>
                  <a:pt x="40459" y="34117"/>
                </a:lnTo>
                <a:lnTo>
                  <a:pt x="31821" y="29243"/>
                </a:lnTo>
                <a:lnTo>
                  <a:pt x="23444" y="24370"/>
                </a:lnTo>
                <a:lnTo>
                  <a:pt x="15765" y="19496"/>
                </a:lnTo>
                <a:lnTo>
                  <a:pt x="9221" y="14622"/>
                </a:lnTo>
                <a:lnTo>
                  <a:pt x="4216" y="9748"/>
                </a:lnTo>
                <a:lnTo>
                  <a:pt x="1072" y="4874"/>
                </a:lnTo>
                <a:lnTo>
                  <a:pt x="0" y="0"/>
                </a:lnTo>
                <a:lnTo>
                  <a:pt x="196140" y="0"/>
                </a:lnTo>
                <a:lnTo>
                  <a:pt x="196140" y="0"/>
                </a:lnTo>
                <a:lnTo>
                  <a:pt x="195068" y="4874"/>
                </a:lnTo>
                <a:lnTo>
                  <a:pt x="191925" y="9748"/>
                </a:lnTo>
                <a:lnTo>
                  <a:pt x="186919" y="14622"/>
                </a:lnTo>
                <a:lnTo>
                  <a:pt x="180376" y="19496"/>
                </a:lnTo>
                <a:lnTo>
                  <a:pt x="172696" y="24370"/>
                </a:lnTo>
                <a:lnTo>
                  <a:pt x="164320" y="29243"/>
                </a:lnTo>
                <a:lnTo>
                  <a:pt x="155682" y="34117"/>
                </a:lnTo>
                <a:lnTo>
                  <a:pt x="147177" y="38991"/>
                </a:lnTo>
                <a:lnTo>
                  <a:pt x="139132" y="43865"/>
                </a:lnTo>
                <a:lnTo>
                  <a:pt x="131789" y="48739"/>
                </a:lnTo>
                <a:lnTo>
                  <a:pt x="125302" y="53613"/>
                </a:lnTo>
                <a:lnTo>
                  <a:pt x="119743" y="58487"/>
                </a:lnTo>
                <a:lnTo>
                  <a:pt x="115111" y="63361"/>
                </a:lnTo>
                <a:lnTo>
                  <a:pt x="111355" y="68235"/>
                </a:lnTo>
                <a:lnTo>
                  <a:pt x="108386" y="73109"/>
                </a:lnTo>
                <a:lnTo>
                  <a:pt x="106097" y="77983"/>
                </a:lnTo>
                <a:lnTo>
                  <a:pt x="104374" y="82856"/>
                </a:lnTo>
                <a:lnTo>
                  <a:pt x="103111" y="87730"/>
                </a:lnTo>
                <a:lnTo>
                  <a:pt x="102209" y="92604"/>
                </a:lnTo>
                <a:lnTo>
                  <a:pt x="101586" y="97478"/>
                </a:lnTo>
                <a:lnTo>
                  <a:pt x="101173" y="102352"/>
                </a:lnTo>
                <a:lnTo>
                  <a:pt x="100919" y="107226"/>
                </a:lnTo>
                <a:lnTo>
                  <a:pt x="100784" y="112100"/>
                </a:lnTo>
                <a:lnTo>
                  <a:pt x="100739" y="116974"/>
                </a:lnTo>
                <a:lnTo>
                  <a:pt x="100766" y="121848"/>
                </a:lnTo>
                <a:lnTo>
                  <a:pt x="100851" y="126722"/>
                </a:lnTo>
                <a:lnTo>
                  <a:pt x="100989" y="131596"/>
                </a:lnTo>
                <a:lnTo>
                  <a:pt x="101173" y="136469"/>
                </a:lnTo>
                <a:lnTo>
                  <a:pt x="101399" y="141343"/>
                </a:lnTo>
                <a:lnTo>
                  <a:pt x="101664" y="146217"/>
                </a:lnTo>
                <a:lnTo>
                  <a:pt x="101960" y="151091"/>
                </a:lnTo>
                <a:lnTo>
                  <a:pt x="102276" y="155965"/>
                </a:lnTo>
                <a:lnTo>
                  <a:pt x="102598" y="160839"/>
                </a:lnTo>
                <a:lnTo>
                  <a:pt x="102911" y="165713"/>
                </a:lnTo>
                <a:lnTo>
                  <a:pt x="103196" y="170587"/>
                </a:lnTo>
                <a:lnTo>
                  <a:pt x="103434" y="175461"/>
                </a:lnTo>
                <a:lnTo>
                  <a:pt x="103609" y="180335"/>
                </a:lnTo>
                <a:lnTo>
                  <a:pt x="103706" y="185209"/>
                </a:lnTo>
                <a:lnTo>
                  <a:pt x="103720" y="190082"/>
                </a:lnTo>
                <a:lnTo>
                  <a:pt x="103648" y="194956"/>
                </a:lnTo>
                <a:lnTo>
                  <a:pt x="103498" y="199830"/>
                </a:lnTo>
                <a:lnTo>
                  <a:pt x="103287" y="204704"/>
                </a:lnTo>
                <a:lnTo>
                  <a:pt x="103038" y="209578"/>
                </a:lnTo>
                <a:lnTo>
                  <a:pt x="102780" y="214452"/>
                </a:lnTo>
                <a:lnTo>
                  <a:pt x="102547" y="219326"/>
                </a:lnTo>
                <a:lnTo>
                  <a:pt x="102373" y="224200"/>
                </a:lnTo>
                <a:lnTo>
                  <a:pt x="102293" y="229074"/>
                </a:lnTo>
                <a:lnTo>
                  <a:pt x="102335" y="233948"/>
                </a:lnTo>
                <a:lnTo>
                  <a:pt x="102520" y="238822"/>
                </a:lnTo>
                <a:lnTo>
                  <a:pt x="102860" y="243695"/>
                </a:lnTo>
                <a:lnTo>
                  <a:pt x="103354" y="248569"/>
                </a:lnTo>
                <a:lnTo>
                  <a:pt x="103989" y="253443"/>
                </a:lnTo>
                <a:lnTo>
                  <a:pt x="104737" y="258317"/>
                </a:lnTo>
                <a:lnTo>
                  <a:pt x="105560" y="263191"/>
                </a:lnTo>
                <a:lnTo>
                  <a:pt x="106411" y="268065"/>
                </a:lnTo>
                <a:lnTo>
                  <a:pt x="107238" y="272939"/>
                </a:lnTo>
                <a:lnTo>
                  <a:pt x="107985" y="277813"/>
                </a:lnTo>
                <a:lnTo>
                  <a:pt x="108603" y="282687"/>
                </a:lnTo>
                <a:lnTo>
                  <a:pt x="109049" y="287561"/>
                </a:lnTo>
                <a:lnTo>
                  <a:pt x="109296" y="292435"/>
                </a:lnTo>
                <a:lnTo>
                  <a:pt x="109330" y="297308"/>
                </a:lnTo>
                <a:lnTo>
                  <a:pt x="109154" y="302182"/>
                </a:lnTo>
                <a:lnTo>
                  <a:pt x="108787" y="307056"/>
                </a:lnTo>
                <a:lnTo>
                  <a:pt x="108264" y="311930"/>
                </a:lnTo>
                <a:lnTo>
                  <a:pt x="107630" y="316804"/>
                </a:lnTo>
                <a:lnTo>
                  <a:pt x="106935" y="321678"/>
                </a:lnTo>
                <a:lnTo>
                  <a:pt x="106234" y="326552"/>
                </a:lnTo>
                <a:lnTo>
                  <a:pt x="105577" y="331426"/>
                </a:lnTo>
                <a:lnTo>
                  <a:pt x="105006" y="336300"/>
                </a:lnTo>
                <a:lnTo>
                  <a:pt x="104556" y="341174"/>
                </a:lnTo>
                <a:lnTo>
                  <a:pt x="104248" y="346048"/>
                </a:lnTo>
                <a:lnTo>
                  <a:pt x="104090" y="350921"/>
                </a:lnTo>
                <a:lnTo>
                  <a:pt x="104078" y="355795"/>
                </a:lnTo>
                <a:lnTo>
                  <a:pt x="104198" y="360669"/>
                </a:lnTo>
                <a:lnTo>
                  <a:pt x="104424" y="365543"/>
                </a:lnTo>
                <a:lnTo>
                  <a:pt x="104727" y="370417"/>
                </a:lnTo>
                <a:lnTo>
                  <a:pt x="105071" y="375291"/>
                </a:lnTo>
                <a:lnTo>
                  <a:pt x="105422" y="380165"/>
                </a:lnTo>
                <a:lnTo>
                  <a:pt x="105750" y="385039"/>
                </a:lnTo>
                <a:lnTo>
                  <a:pt x="106025" y="389913"/>
                </a:lnTo>
                <a:lnTo>
                  <a:pt x="106228" y="394787"/>
                </a:lnTo>
                <a:lnTo>
                  <a:pt x="106345" y="399661"/>
                </a:lnTo>
                <a:lnTo>
                  <a:pt x="106367" y="404534"/>
                </a:lnTo>
                <a:lnTo>
                  <a:pt x="106295" y="409408"/>
                </a:lnTo>
                <a:lnTo>
                  <a:pt x="106130" y="414282"/>
                </a:lnTo>
                <a:lnTo>
                  <a:pt x="105881" y="419156"/>
                </a:lnTo>
                <a:lnTo>
                  <a:pt x="105559" y="424030"/>
                </a:lnTo>
                <a:lnTo>
                  <a:pt x="105175" y="428904"/>
                </a:lnTo>
                <a:lnTo>
                  <a:pt x="104745" y="433778"/>
                </a:lnTo>
                <a:lnTo>
                  <a:pt x="104282" y="438652"/>
                </a:lnTo>
                <a:lnTo>
                  <a:pt x="103806" y="443526"/>
                </a:lnTo>
                <a:lnTo>
                  <a:pt x="103333" y="448400"/>
                </a:lnTo>
                <a:lnTo>
                  <a:pt x="102883" y="453274"/>
                </a:lnTo>
                <a:lnTo>
                  <a:pt x="102477" y="458147"/>
                </a:lnTo>
                <a:lnTo>
                  <a:pt x="102135" y="463021"/>
                </a:lnTo>
                <a:lnTo>
                  <a:pt x="101876" y="467895"/>
                </a:lnTo>
                <a:lnTo>
                  <a:pt x="101719" y="472769"/>
                </a:lnTo>
                <a:lnTo>
                  <a:pt x="101682" y="477643"/>
                </a:lnTo>
                <a:lnTo>
                  <a:pt x="101781" y="482517"/>
                </a:lnTo>
                <a:lnTo>
                  <a:pt x="102033" y="487391"/>
                </a:lnTo>
                <a:lnTo>
                  <a:pt x="102459" y="492265"/>
                </a:lnTo>
                <a:lnTo>
                  <a:pt x="103082" y="497139"/>
                </a:lnTo>
                <a:lnTo>
                  <a:pt x="103931" y="502013"/>
                </a:lnTo>
                <a:lnTo>
                  <a:pt x="105043" y="506887"/>
                </a:lnTo>
                <a:lnTo>
                  <a:pt x="106463" y="511760"/>
                </a:lnTo>
                <a:lnTo>
                  <a:pt x="108241" y="516634"/>
                </a:lnTo>
                <a:lnTo>
                  <a:pt x="110429" y="521508"/>
                </a:lnTo>
                <a:lnTo>
                  <a:pt x="113070" y="526382"/>
                </a:lnTo>
                <a:lnTo>
                  <a:pt x="116195" y="531256"/>
                </a:lnTo>
                <a:lnTo>
                  <a:pt x="119807" y="536130"/>
                </a:lnTo>
                <a:lnTo>
                  <a:pt x="123872" y="541004"/>
                </a:lnTo>
                <a:lnTo>
                  <a:pt x="128315" y="545878"/>
                </a:lnTo>
                <a:lnTo>
                  <a:pt x="133005" y="550752"/>
                </a:lnTo>
                <a:lnTo>
                  <a:pt x="137770" y="555626"/>
                </a:lnTo>
                <a:lnTo>
                  <a:pt x="142394" y="560500"/>
                </a:lnTo>
                <a:lnTo>
                  <a:pt x="146637" y="565373"/>
                </a:lnTo>
                <a:lnTo>
                  <a:pt x="150256" y="570247"/>
                </a:lnTo>
                <a:lnTo>
                  <a:pt x="153027" y="575121"/>
                </a:lnTo>
                <a:lnTo>
                  <a:pt x="154768" y="579995"/>
                </a:lnTo>
                <a:lnTo>
                  <a:pt x="155362" y="584869"/>
                </a:lnTo>
                <a:lnTo>
                  <a:pt x="155362" y="584869"/>
                </a:lnTo>
                <a:close/>
              </a:path>
            </a:pathLst>
          </a:custGeom>
          <a:solidFill>
            <a:srgbClr val="596BC0">
              <a:alpha val="12000"/>
            </a:srgbClr>
          </a:solidFill>
          <a:ln w="6985">
            <a:solidFill>
              <a:srgbClr val="596BC0">
                <a:alpha val="12000"/>
              </a:srgbClr>
            </a:solidFill>
            <a:prstDash val="solid"/>
          </a:ln>
        </p:spPr>
      </p:sp>
      <p:sp>
        <p:nvSpPr>
          <p:cNvPr id="2396" name="03_assume_matched_7693">
            <a:extLst>
              <a:ext uri="{FF2B5EF4-FFF2-40B4-BE49-F238E27FC236}">
                <a16:creationId xmlns:a16="http://schemas.microsoft.com/office/drawing/2014/main" id="{10B2A14B-0EB9-420C-BE11-F5BB34004C60}"/>
              </a:ext>
            </a:extLst>
          </p:cNvPr>
          <p:cNvSpPr>
            <a:spLocks noGrp="1"/>
          </p:cNvSpPr>
          <p:nvPr/>
        </p:nvSpPr>
        <p:spPr>
          <a:xfrm>
            <a:off x="5330286" y="4866327"/>
            <a:ext cx="196140" cy="584869"/>
          </a:xfrm>
          <a:custGeom>
            <a:avLst/>
            <a:gdLst/>
            <a:ahLst/>
            <a:cxnLst/>
            <a:rect l="0" t="0" r="0" b="0"/>
            <a:pathLst>
              <a:path w="196140" h="584869">
                <a:moveTo>
                  <a:pt x="140114" y="584869"/>
                </a:moveTo>
                <a:lnTo>
                  <a:pt x="56026" y="584869"/>
                </a:lnTo>
                <a:lnTo>
                  <a:pt x="56457" y="579995"/>
                </a:lnTo>
                <a:lnTo>
                  <a:pt x="57720" y="575121"/>
                </a:lnTo>
                <a:lnTo>
                  <a:pt x="59730" y="570247"/>
                </a:lnTo>
                <a:lnTo>
                  <a:pt x="62355" y="565373"/>
                </a:lnTo>
                <a:lnTo>
                  <a:pt x="65432" y="560500"/>
                </a:lnTo>
                <a:lnTo>
                  <a:pt x="68786" y="555626"/>
                </a:lnTo>
                <a:lnTo>
                  <a:pt x="72242" y="550752"/>
                </a:lnTo>
                <a:lnTo>
                  <a:pt x="75645" y="545878"/>
                </a:lnTo>
                <a:lnTo>
                  <a:pt x="78869" y="541004"/>
                </a:lnTo>
                <a:lnTo>
                  <a:pt x="81822" y="536130"/>
                </a:lnTo>
                <a:lnTo>
                  <a:pt x="84449" y="531256"/>
                </a:lnTo>
                <a:lnTo>
                  <a:pt x="86726" y="526382"/>
                </a:lnTo>
                <a:lnTo>
                  <a:pt x="88657" y="521508"/>
                </a:lnTo>
                <a:lnTo>
                  <a:pt x="90262" y="516634"/>
                </a:lnTo>
                <a:lnTo>
                  <a:pt x="91573" y="511760"/>
                </a:lnTo>
                <a:lnTo>
                  <a:pt x="92626" y="506887"/>
                </a:lnTo>
                <a:lnTo>
                  <a:pt x="93456" y="502013"/>
                </a:lnTo>
                <a:lnTo>
                  <a:pt x="94095" y="497139"/>
                </a:lnTo>
                <a:lnTo>
                  <a:pt x="94566" y="492265"/>
                </a:lnTo>
                <a:lnTo>
                  <a:pt x="94891" y="487391"/>
                </a:lnTo>
                <a:lnTo>
                  <a:pt x="95087" y="482517"/>
                </a:lnTo>
                <a:lnTo>
                  <a:pt x="95166" y="477643"/>
                </a:lnTo>
                <a:lnTo>
                  <a:pt x="95142" y="472769"/>
                </a:lnTo>
                <a:lnTo>
                  <a:pt x="95029" y="467895"/>
                </a:lnTo>
                <a:lnTo>
                  <a:pt x="94842" y="463021"/>
                </a:lnTo>
                <a:lnTo>
                  <a:pt x="94596" y="458147"/>
                </a:lnTo>
                <a:lnTo>
                  <a:pt x="94309" y="453274"/>
                </a:lnTo>
                <a:lnTo>
                  <a:pt x="93998" y="448400"/>
                </a:lnTo>
                <a:lnTo>
                  <a:pt x="93681" y="443526"/>
                </a:lnTo>
                <a:lnTo>
                  <a:pt x="93372" y="438652"/>
                </a:lnTo>
                <a:lnTo>
                  <a:pt x="93087" y="433778"/>
                </a:lnTo>
                <a:lnTo>
                  <a:pt x="92836" y="428904"/>
                </a:lnTo>
                <a:lnTo>
                  <a:pt x="92631" y="424030"/>
                </a:lnTo>
                <a:lnTo>
                  <a:pt x="92477" y="419156"/>
                </a:lnTo>
                <a:lnTo>
                  <a:pt x="92380" y="414282"/>
                </a:lnTo>
                <a:lnTo>
                  <a:pt x="92343" y="409408"/>
                </a:lnTo>
                <a:lnTo>
                  <a:pt x="92367" y="404534"/>
                </a:lnTo>
                <a:lnTo>
                  <a:pt x="92449" y="399661"/>
                </a:lnTo>
                <a:lnTo>
                  <a:pt x="92584" y="394787"/>
                </a:lnTo>
                <a:lnTo>
                  <a:pt x="92764" y="389913"/>
                </a:lnTo>
                <a:lnTo>
                  <a:pt x="92976" y="385039"/>
                </a:lnTo>
                <a:lnTo>
                  <a:pt x="93203" y="380165"/>
                </a:lnTo>
                <a:lnTo>
                  <a:pt x="93427" y="375291"/>
                </a:lnTo>
                <a:lnTo>
                  <a:pt x="93625" y="370417"/>
                </a:lnTo>
                <a:lnTo>
                  <a:pt x="93774" y="365543"/>
                </a:lnTo>
                <a:lnTo>
                  <a:pt x="93853" y="360669"/>
                </a:lnTo>
                <a:lnTo>
                  <a:pt x="93841" y="355795"/>
                </a:lnTo>
                <a:lnTo>
                  <a:pt x="93724" y="350921"/>
                </a:lnTo>
                <a:lnTo>
                  <a:pt x="93493" y="346048"/>
                </a:lnTo>
                <a:lnTo>
                  <a:pt x="93149" y="341174"/>
                </a:lnTo>
                <a:lnTo>
                  <a:pt x="92699" y="336300"/>
                </a:lnTo>
                <a:lnTo>
                  <a:pt x="92164" y="331426"/>
                </a:lnTo>
                <a:lnTo>
                  <a:pt x="91569" y="326552"/>
                </a:lnTo>
                <a:lnTo>
                  <a:pt x="90951" y="321678"/>
                </a:lnTo>
                <a:lnTo>
                  <a:pt x="90348" y="316804"/>
                </a:lnTo>
                <a:lnTo>
                  <a:pt x="89803" y="311930"/>
                </a:lnTo>
                <a:lnTo>
                  <a:pt x="89357" y="307056"/>
                </a:lnTo>
                <a:lnTo>
                  <a:pt x="89045" y="302182"/>
                </a:lnTo>
                <a:lnTo>
                  <a:pt x="88894" y="297308"/>
                </a:lnTo>
                <a:lnTo>
                  <a:pt x="88919" y="292435"/>
                </a:lnTo>
                <a:lnTo>
                  <a:pt x="89124" y="287561"/>
                </a:lnTo>
                <a:lnTo>
                  <a:pt x="89497" y="282687"/>
                </a:lnTo>
                <a:lnTo>
                  <a:pt x="90016" y="277813"/>
                </a:lnTo>
                <a:lnTo>
                  <a:pt x="90647" y="272939"/>
                </a:lnTo>
                <a:lnTo>
                  <a:pt x="91352" y="268065"/>
                </a:lnTo>
                <a:lnTo>
                  <a:pt x="92089" y="263191"/>
                </a:lnTo>
                <a:lnTo>
                  <a:pt x="92815" y="258317"/>
                </a:lnTo>
                <a:lnTo>
                  <a:pt x="93495" y="253443"/>
                </a:lnTo>
                <a:lnTo>
                  <a:pt x="94098" y="248569"/>
                </a:lnTo>
                <a:lnTo>
                  <a:pt x="94605" y="243695"/>
                </a:lnTo>
                <a:lnTo>
                  <a:pt x="95005" y="238822"/>
                </a:lnTo>
                <a:lnTo>
                  <a:pt x="95298" y="233948"/>
                </a:lnTo>
                <a:lnTo>
                  <a:pt x="95490" y="229074"/>
                </a:lnTo>
                <a:lnTo>
                  <a:pt x="95596" y="224200"/>
                </a:lnTo>
                <a:lnTo>
                  <a:pt x="95637" y="219326"/>
                </a:lnTo>
                <a:lnTo>
                  <a:pt x="95633" y="214452"/>
                </a:lnTo>
                <a:lnTo>
                  <a:pt x="95608" y="209578"/>
                </a:lnTo>
                <a:lnTo>
                  <a:pt x="95581" y="204704"/>
                </a:lnTo>
                <a:lnTo>
                  <a:pt x="95572" y="199830"/>
                </a:lnTo>
                <a:lnTo>
                  <a:pt x="95593" y="194956"/>
                </a:lnTo>
                <a:lnTo>
                  <a:pt x="95652" y="190082"/>
                </a:lnTo>
                <a:lnTo>
                  <a:pt x="95753" y="185209"/>
                </a:lnTo>
                <a:lnTo>
                  <a:pt x="95894" y="180335"/>
                </a:lnTo>
                <a:lnTo>
                  <a:pt x="96068" y="175461"/>
                </a:lnTo>
                <a:lnTo>
                  <a:pt x="96268" y="170587"/>
                </a:lnTo>
                <a:lnTo>
                  <a:pt x="96484" y="165713"/>
                </a:lnTo>
                <a:lnTo>
                  <a:pt x="96705" y="160839"/>
                </a:lnTo>
                <a:lnTo>
                  <a:pt x="96921" y="155965"/>
                </a:lnTo>
                <a:lnTo>
                  <a:pt x="97124" y="151091"/>
                </a:lnTo>
                <a:lnTo>
                  <a:pt x="97308" y="146217"/>
                </a:lnTo>
                <a:lnTo>
                  <a:pt x="97467" y="141343"/>
                </a:lnTo>
                <a:lnTo>
                  <a:pt x="97600" y="136469"/>
                </a:lnTo>
                <a:lnTo>
                  <a:pt x="97704" y="131596"/>
                </a:lnTo>
                <a:lnTo>
                  <a:pt x="97776" y="126722"/>
                </a:lnTo>
                <a:lnTo>
                  <a:pt x="97814" y="121848"/>
                </a:lnTo>
                <a:lnTo>
                  <a:pt x="97812" y="116974"/>
                </a:lnTo>
                <a:lnTo>
                  <a:pt x="97757" y="112100"/>
                </a:lnTo>
                <a:lnTo>
                  <a:pt x="97633" y="107226"/>
                </a:lnTo>
                <a:lnTo>
                  <a:pt x="97411" y="102352"/>
                </a:lnTo>
                <a:lnTo>
                  <a:pt x="97052" y="97478"/>
                </a:lnTo>
                <a:lnTo>
                  <a:pt x="96499" y="92604"/>
                </a:lnTo>
                <a:lnTo>
                  <a:pt x="95682" y="87730"/>
                </a:lnTo>
                <a:lnTo>
                  <a:pt x="94509" y="82856"/>
                </a:lnTo>
                <a:lnTo>
                  <a:pt x="92875" y="77983"/>
                </a:lnTo>
                <a:lnTo>
                  <a:pt x="90657" y="73109"/>
                </a:lnTo>
                <a:lnTo>
                  <a:pt x="87730" y="68235"/>
                </a:lnTo>
                <a:lnTo>
                  <a:pt x="83974" y="63361"/>
                </a:lnTo>
                <a:lnTo>
                  <a:pt x="79290" y="58487"/>
                </a:lnTo>
                <a:lnTo>
                  <a:pt x="73616" y="53613"/>
                </a:lnTo>
                <a:lnTo>
                  <a:pt x="66950" y="48739"/>
                </a:lnTo>
                <a:lnTo>
                  <a:pt x="59367" y="43865"/>
                </a:lnTo>
                <a:lnTo>
                  <a:pt x="51027" y="38991"/>
                </a:lnTo>
                <a:lnTo>
                  <a:pt x="42188" y="34117"/>
                </a:lnTo>
                <a:lnTo>
                  <a:pt x="33195" y="29243"/>
                </a:lnTo>
                <a:lnTo>
                  <a:pt x="24464" y="24370"/>
                </a:lnTo>
                <a:lnTo>
                  <a:pt x="16454" y="19496"/>
                </a:lnTo>
                <a:lnTo>
                  <a:pt x="9625" y="14622"/>
                </a:lnTo>
                <a:lnTo>
                  <a:pt x="4401" y="9748"/>
                </a:lnTo>
                <a:lnTo>
                  <a:pt x="1119" y="4874"/>
                </a:lnTo>
                <a:lnTo>
                  <a:pt x="0" y="0"/>
                </a:lnTo>
                <a:lnTo>
                  <a:pt x="196140" y="0"/>
                </a:lnTo>
                <a:lnTo>
                  <a:pt x="196140" y="0"/>
                </a:lnTo>
                <a:lnTo>
                  <a:pt x="195021" y="4874"/>
                </a:lnTo>
                <a:lnTo>
                  <a:pt x="191739" y="9748"/>
                </a:lnTo>
                <a:lnTo>
                  <a:pt x="186515" y="14622"/>
                </a:lnTo>
                <a:lnTo>
                  <a:pt x="179686" y="19496"/>
                </a:lnTo>
                <a:lnTo>
                  <a:pt x="171676" y="24370"/>
                </a:lnTo>
                <a:lnTo>
                  <a:pt x="162945" y="29243"/>
                </a:lnTo>
                <a:lnTo>
                  <a:pt x="153952" y="34117"/>
                </a:lnTo>
                <a:lnTo>
                  <a:pt x="145113" y="38991"/>
                </a:lnTo>
                <a:lnTo>
                  <a:pt x="136774" y="43865"/>
                </a:lnTo>
                <a:lnTo>
                  <a:pt x="129190" y="48739"/>
                </a:lnTo>
                <a:lnTo>
                  <a:pt x="122524" y="53613"/>
                </a:lnTo>
                <a:lnTo>
                  <a:pt x="116850" y="58487"/>
                </a:lnTo>
                <a:lnTo>
                  <a:pt x="112166" y="63361"/>
                </a:lnTo>
                <a:lnTo>
                  <a:pt x="108410" y="68235"/>
                </a:lnTo>
                <a:lnTo>
                  <a:pt x="105484" y="73109"/>
                </a:lnTo>
                <a:lnTo>
                  <a:pt x="103266" y="77983"/>
                </a:lnTo>
                <a:lnTo>
                  <a:pt x="101631" y="82856"/>
                </a:lnTo>
                <a:lnTo>
                  <a:pt x="100458" y="87730"/>
                </a:lnTo>
                <a:lnTo>
                  <a:pt x="99641" y="92604"/>
                </a:lnTo>
                <a:lnTo>
                  <a:pt x="99089" y="97478"/>
                </a:lnTo>
                <a:lnTo>
                  <a:pt x="98729" y="102352"/>
                </a:lnTo>
                <a:lnTo>
                  <a:pt x="98507" y="107226"/>
                </a:lnTo>
                <a:lnTo>
                  <a:pt x="98383" y="112100"/>
                </a:lnTo>
                <a:lnTo>
                  <a:pt x="98329" y="116974"/>
                </a:lnTo>
                <a:lnTo>
                  <a:pt x="98326" y="121848"/>
                </a:lnTo>
                <a:lnTo>
                  <a:pt x="98364" y="126722"/>
                </a:lnTo>
                <a:lnTo>
                  <a:pt x="98437" y="131596"/>
                </a:lnTo>
                <a:lnTo>
                  <a:pt x="98540" y="136469"/>
                </a:lnTo>
                <a:lnTo>
                  <a:pt x="98673" y="141343"/>
                </a:lnTo>
                <a:lnTo>
                  <a:pt x="98833" y="146217"/>
                </a:lnTo>
                <a:lnTo>
                  <a:pt x="99016" y="151091"/>
                </a:lnTo>
                <a:lnTo>
                  <a:pt x="99219" y="155965"/>
                </a:lnTo>
                <a:lnTo>
                  <a:pt x="99435" y="160839"/>
                </a:lnTo>
                <a:lnTo>
                  <a:pt x="99656" y="165713"/>
                </a:lnTo>
                <a:lnTo>
                  <a:pt x="99872" y="170587"/>
                </a:lnTo>
                <a:lnTo>
                  <a:pt x="100072" y="175461"/>
                </a:lnTo>
                <a:lnTo>
                  <a:pt x="100247" y="180335"/>
                </a:lnTo>
                <a:lnTo>
                  <a:pt x="100387" y="185209"/>
                </a:lnTo>
                <a:lnTo>
                  <a:pt x="100488" y="190082"/>
                </a:lnTo>
                <a:lnTo>
                  <a:pt x="100547" y="194956"/>
                </a:lnTo>
                <a:lnTo>
                  <a:pt x="100568" y="199830"/>
                </a:lnTo>
                <a:lnTo>
                  <a:pt x="100559" y="204704"/>
                </a:lnTo>
                <a:lnTo>
                  <a:pt x="100533" y="209578"/>
                </a:lnTo>
                <a:lnTo>
                  <a:pt x="100507" y="214452"/>
                </a:lnTo>
                <a:lnTo>
                  <a:pt x="100504" y="219326"/>
                </a:lnTo>
                <a:lnTo>
                  <a:pt x="100544" y="224200"/>
                </a:lnTo>
                <a:lnTo>
                  <a:pt x="100651" y="229074"/>
                </a:lnTo>
                <a:lnTo>
                  <a:pt x="100843" y="233948"/>
                </a:lnTo>
                <a:lnTo>
                  <a:pt x="101135" y="238822"/>
                </a:lnTo>
                <a:lnTo>
                  <a:pt x="101535" y="243695"/>
                </a:lnTo>
                <a:lnTo>
                  <a:pt x="102042" y="248569"/>
                </a:lnTo>
                <a:lnTo>
                  <a:pt x="102646" y="253443"/>
                </a:lnTo>
                <a:lnTo>
                  <a:pt x="103325" y="258317"/>
                </a:lnTo>
                <a:lnTo>
                  <a:pt x="104052" y="263191"/>
                </a:lnTo>
                <a:lnTo>
                  <a:pt x="104788" y="268065"/>
                </a:lnTo>
                <a:lnTo>
                  <a:pt x="105493" y="272939"/>
                </a:lnTo>
                <a:lnTo>
                  <a:pt x="106125" y="277813"/>
                </a:lnTo>
                <a:lnTo>
                  <a:pt x="106643" y="282687"/>
                </a:lnTo>
                <a:lnTo>
                  <a:pt x="107017" y="287561"/>
                </a:lnTo>
                <a:lnTo>
                  <a:pt x="107221" y="292435"/>
                </a:lnTo>
                <a:lnTo>
                  <a:pt x="107247" y="297308"/>
                </a:lnTo>
                <a:lnTo>
                  <a:pt x="107095" y="302182"/>
                </a:lnTo>
                <a:lnTo>
                  <a:pt x="106783" y="307056"/>
                </a:lnTo>
                <a:lnTo>
                  <a:pt x="106337" y="311930"/>
                </a:lnTo>
                <a:lnTo>
                  <a:pt x="105792" y="316804"/>
                </a:lnTo>
                <a:lnTo>
                  <a:pt x="105190" y="321678"/>
                </a:lnTo>
                <a:lnTo>
                  <a:pt x="104571" y="326552"/>
                </a:lnTo>
                <a:lnTo>
                  <a:pt x="103976" y="331426"/>
                </a:lnTo>
                <a:lnTo>
                  <a:pt x="103441" y="336300"/>
                </a:lnTo>
                <a:lnTo>
                  <a:pt x="102992" y="341174"/>
                </a:lnTo>
                <a:lnTo>
                  <a:pt x="102647" y="346048"/>
                </a:lnTo>
                <a:lnTo>
                  <a:pt x="102417" y="350921"/>
                </a:lnTo>
                <a:lnTo>
                  <a:pt x="102299" y="355795"/>
                </a:lnTo>
                <a:lnTo>
                  <a:pt x="102288" y="360669"/>
                </a:lnTo>
                <a:lnTo>
                  <a:pt x="102366" y="365543"/>
                </a:lnTo>
                <a:lnTo>
                  <a:pt x="102516" y="370417"/>
                </a:lnTo>
                <a:lnTo>
                  <a:pt x="102714" y="375291"/>
                </a:lnTo>
                <a:lnTo>
                  <a:pt x="102937" y="380165"/>
                </a:lnTo>
                <a:lnTo>
                  <a:pt x="103165" y="385039"/>
                </a:lnTo>
                <a:lnTo>
                  <a:pt x="103376" y="389913"/>
                </a:lnTo>
                <a:lnTo>
                  <a:pt x="103556" y="394787"/>
                </a:lnTo>
                <a:lnTo>
                  <a:pt x="103691" y="399661"/>
                </a:lnTo>
                <a:lnTo>
                  <a:pt x="103773" y="404534"/>
                </a:lnTo>
                <a:lnTo>
                  <a:pt x="103797" y="409408"/>
                </a:lnTo>
                <a:lnTo>
                  <a:pt x="103760" y="414282"/>
                </a:lnTo>
                <a:lnTo>
                  <a:pt x="103664" y="419156"/>
                </a:lnTo>
                <a:lnTo>
                  <a:pt x="103510" y="424030"/>
                </a:lnTo>
                <a:lnTo>
                  <a:pt x="103304" y="428904"/>
                </a:lnTo>
                <a:lnTo>
                  <a:pt x="103054" y="433778"/>
                </a:lnTo>
                <a:lnTo>
                  <a:pt x="102768" y="438652"/>
                </a:lnTo>
                <a:lnTo>
                  <a:pt x="102460" y="443526"/>
                </a:lnTo>
                <a:lnTo>
                  <a:pt x="102142" y="448400"/>
                </a:lnTo>
                <a:lnTo>
                  <a:pt x="101831" y="453274"/>
                </a:lnTo>
                <a:lnTo>
                  <a:pt x="101544" y="458147"/>
                </a:lnTo>
                <a:lnTo>
                  <a:pt x="101299" y="463021"/>
                </a:lnTo>
                <a:lnTo>
                  <a:pt x="101111" y="467895"/>
                </a:lnTo>
                <a:lnTo>
                  <a:pt x="100998" y="472769"/>
                </a:lnTo>
                <a:lnTo>
                  <a:pt x="100975" y="477643"/>
                </a:lnTo>
                <a:lnTo>
                  <a:pt x="101054" y="482517"/>
                </a:lnTo>
                <a:lnTo>
                  <a:pt x="101249" y="487391"/>
                </a:lnTo>
                <a:lnTo>
                  <a:pt x="101574" y="492265"/>
                </a:lnTo>
                <a:lnTo>
                  <a:pt x="102046" y="497139"/>
                </a:lnTo>
                <a:lnTo>
                  <a:pt x="102684" y="502013"/>
                </a:lnTo>
                <a:lnTo>
                  <a:pt x="103514" y="506887"/>
                </a:lnTo>
                <a:lnTo>
                  <a:pt x="104568" y="511760"/>
                </a:lnTo>
                <a:lnTo>
                  <a:pt x="105879" y="516634"/>
                </a:lnTo>
                <a:lnTo>
                  <a:pt x="107484" y="521508"/>
                </a:lnTo>
                <a:lnTo>
                  <a:pt x="109414" y="526382"/>
                </a:lnTo>
                <a:lnTo>
                  <a:pt x="111691" y="531256"/>
                </a:lnTo>
                <a:lnTo>
                  <a:pt x="114318" y="536130"/>
                </a:lnTo>
                <a:lnTo>
                  <a:pt x="117272" y="541004"/>
                </a:lnTo>
                <a:lnTo>
                  <a:pt x="120496" y="545878"/>
                </a:lnTo>
                <a:lnTo>
                  <a:pt x="123899" y="550752"/>
                </a:lnTo>
                <a:lnTo>
                  <a:pt x="127355" y="555626"/>
                </a:lnTo>
                <a:lnTo>
                  <a:pt x="130708" y="560500"/>
                </a:lnTo>
                <a:lnTo>
                  <a:pt x="133785" y="565373"/>
                </a:lnTo>
                <a:lnTo>
                  <a:pt x="136410" y="570247"/>
                </a:lnTo>
                <a:lnTo>
                  <a:pt x="138420" y="575121"/>
                </a:lnTo>
                <a:lnTo>
                  <a:pt x="139683" y="579995"/>
                </a:lnTo>
                <a:lnTo>
                  <a:pt x="140114" y="584869"/>
                </a:lnTo>
                <a:lnTo>
                  <a:pt x="140114" y="584869"/>
                </a:lnTo>
                <a:close/>
              </a:path>
            </a:pathLst>
          </a:custGeom>
          <a:solidFill>
            <a:srgbClr val="596BC0">
              <a:alpha val="12000"/>
            </a:srgbClr>
          </a:solidFill>
          <a:ln w="6985">
            <a:solidFill>
              <a:srgbClr val="596BC0">
                <a:alpha val="12000"/>
              </a:srgbClr>
            </a:solidFill>
            <a:prstDash val="solid"/>
          </a:ln>
        </p:spPr>
      </p:sp>
      <p:sp>
        <p:nvSpPr>
          <p:cNvPr id="2397" name="03_assume_matched_7694">
            <a:extLst>
              <a:ext uri="{FF2B5EF4-FFF2-40B4-BE49-F238E27FC236}">
                <a16:creationId xmlns:a16="http://schemas.microsoft.com/office/drawing/2014/main" id="{3B250C31-447D-490F-890E-99C8A7C02BE2}"/>
              </a:ext>
            </a:extLst>
          </p:cNvPr>
          <p:cNvSpPr>
            <a:spLocks noGrp="1"/>
          </p:cNvSpPr>
          <p:nvPr/>
        </p:nvSpPr>
        <p:spPr>
          <a:xfrm>
            <a:off x="6084672" y="4866327"/>
            <a:ext cx="196140" cy="584869"/>
          </a:xfrm>
          <a:custGeom>
            <a:avLst/>
            <a:gdLst/>
            <a:ahLst/>
            <a:cxnLst/>
            <a:rect l="0" t="0" r="0" b="0"/>
            <a:pathLst>
              <a:path w="196140" h="584869">
                <a:moveTo>
                  <a:pt x="132782" y="584869"/>
                </a:moveTo>
                <a:lnTo>
                  <a:pt x="63358" y="584869"/>
                </a:lnTo>
                <a:lnTo>
                  <a:pt x="63709" y="579995"/>
                </a:lnTo>
                <a:lnTo>
                  <a:pt x="64737" y="575121"/>
                </a:lnTo>
                <a:lnTo>
                  <a:pt x="66372" y="570247"/>
                </a:lnTo>
                <a:lnTo>
                  <a:pt x="68507" y="565373"/>
                </a:lnTo>
                <a:lnTo>
                  <a:pt x="71010" y="560500"/>
                </a:lnTo>
                <a:lnTo>
                  <a:pt x="73737" y="555626"/>
                </a:lnTo>
                <a:lnTo>
                  <a:pt x="76548" y="550752"/>
                </a:lnTo>
                <a:lnTo>
                  <a:pt x="79316" y="545878"/>
                </a:lnTo>
                <a:lnTo>
                  <a:pt x="81941" y="541004"/>
                </a:lnTo>
                <a:lnTo>
                  <a:pt x="84347" y="536130"/>
                </a:lnTo>
                <a:lnTo>
                  <a:pt x="86492" y="531256"/>
                </a:lnTo>
                <a:lnTo>
                  <a:pt x="88356" y="526382"/>
                </a:lnTo>
                <a:lnTo>
                  <a:pt x="89941" y="521508"/>
                </a:lnTo>
                <a:lnTo>
                  <a:pt x="91266" y="516634"/>
                </a:lnTo>
                <a:lnTo>
                  <a:pt x="92354" y="511760"/>
                </a:lnTo>
                <a:lnTo>
                  <a:pt x="93234" y="506887"/>
                </a:lnTo>
                <a:lnTo>
                  <a:pt x="93933" y="502013"/>
                </a:lnTo>
                <a:lnTo>
                  <a:pt x="94475" y="497139"/>
                </a:lnTo>
                <a:lnTo>
                  <a:pt x="94877" y="492265"/>
                </a:lnTo>
                <a:lnTo>
                  <a:pt x="95154" y="487391"/>
                </a:lnTo>
                <a:lnTo>
                  <a:pt x="95319" y="482517"/>
                </a:lnTo>
                <a:lnTo>
                  <a:pt x="95382" y="477643"/>
                </a:lnTo>
                <a:lnTo>
                  <a:pt x="95353" y="472769"/>
                </a:lnTo>
                <a:lnTo>
                  <a:pt x="95243" y="467895"/>
                </a:lnTo>
                <a:lnTo>
                  <a:pt x="95066" y="463021"/>
                </a:lnTo>
                <a:lnTo>
                  <a:pt x="94836" y="458147"/>
                </a:lnTo>
                <a:lnTo>
                  <a:pt x="94567" y="453274"/>
                </a:lnTo>
                <a:lnTo>
                  <a:pt x="94277" y="448400"/>
                </a:lnTo>
                <a:lnTo>
                  <a:pt x="93981" y="443526"/>
                </a:lnTo>
                <a:lnTo>
                  <a:pt x="93694" y="438652"/>
                </a:lnTo>
                <a:lnTo>
                  <a:pt x="93428" y="433778"/>
                </a:lnTo>
                <a:lnTo>
                  <a:pt x="93195" y="428904"/>
                </a:lnTo>
                <a:lnTo>
                  <a:pt x="93003" y="424030"/>
                </a:lnTo>
                <a:lnTo>
                  <a:pt x="92860" y="419156"/>
                </a:lnTo>
                <a:lnTo>
                  <a:pt x="92770" y="414282"/>
                </a:lnTo>
                <a:lnTo>
                  <a:pt x="92736" y="409408"/>
                </a:lnTo>
                <a:lnTo>
                  <a:pt x="92760" y="404534"/>
                </a:lnTo>
                <a:lnTo>
                  <a:pt x="92838" y="399661"/>
                </a:lnTo>
                <a:lnTo>
                  <a:pt x="92967" y="394787"/>
                </a:lnTo>
                <a:lnTo>
                  <a:pt x="93138" y="389913"/>
                </a:lnTo>
                <a:lnTo>
                  <a:pt x="93342" y="385039"/>
                </a:lnTo>
                <a:lnTo>
                  <a:pt x="93563" y="380165"/>
                </a:lnTo>
                <a:lnTo>
                  <a:pt x="93785" y="375291"/>
                </a:lnTo>
                <a:lnTo>
                  <a:pt x="93988" y="370417"/>
                </a:lnTo>
                <a:lnTo>
                  <a:pt x="94152" y="365543"/>
                </a:lnTo>
                <a:lnTo>
                  <a:pt x="94259" y="360669"/>
                </a:lnTo>
                <a:lnTo>
                  <a:pt x="94290" y="355795"/>
                </a:lnTo>
                <a:lnTo>
                  <a:pt x="94234" y="350921"/>
                </a:lnTo>
                <a:lnTo>
                  <a:pt x="94084" y="346048"/>
                </a:lnTo>
                <a:lnTo>
                  <a:pt x="93839" y="341174"/>
                </a:lnTo>
                <a:lnTo>
                  <a:pt x="93507" y="336300"/>
                </a:lnTo>
                <a:lnTo>
                  <a:pt x="93103" y="331426"/>
                </a:lnTo>
                <a:lnTo>
                  <a:pt x="92649" y="326552"/>
                </a:lnTo>
                <a:lnTo>
                  <a:pt x="92175" y="321678"/>
                </a:lnTo>
                <a:lnTo>
                  <a:pt x="91713" y="316804"/>
                </a:lnTo>
                <a:lnTo>
                  <a:pt x="91297" y="311930"/>
                </a:lnTo>
                <a:lnTo>
                  <a:pt x="90960" y="307056"/>
                </a:lnTo>
                <a:lnTo>
                  <a:pt x="90731" y="302182"/>
                </a:lnTo>
                <a:lnTo>
                  <a:pt x="90630" y="297308"/>
                </a:lnTo>
                <a:lnTo>
                  <a:pt x="90671" y="292435"/>
                </a:lnTo>
                <a:lnTo>
                  <a:pt x="90855" y="287561"/>
                </a:lnTo>
                <a:lnTo>
                  <a:pt x="91175" y="282687"/>
                </a:lnTo>
                <a:lnTo>
                  <a:pt x="91612" y="277813"/>
                </a:lnTo>
                <a:lnTo>
                  <a:pt x="92141" y="272939"/>
                </a:lnTo>
                <a:lnTo>
                  <a:pt x="92732" y="268065"/>
                </a:lnTo>
                <a:lnTo>
                  <a:pt x="93352" y="263191"/>
                </a:lnTo>
                <a:lnTo>
                  <a:pt x="93969" y="258317"/>
                </a:lnTo>
                <a:lnTo>
                  <a:pt x="94555" y="253443"/>
                </a:lnTo>
                <a:lnTo>
                  <a:pt x="95087" y="248569"/>
                </a:lnTo>
                <a:lnTo>
                  <a:pt x="95549" y="243695"/>
                </a:lnTo>
                <a:lnTo>
                  <a:pt x="95932" y="238822"/>
                </a:lnTo>
                <a:lnTo>
                  <a:pt x="96235" y="233948"/>
                </a:lnTo>
                <a:lnTo>
                  <a:pt x="96461" y="229074"/>
                </a:lnTo>
                <a:lnTo>
                  <a:pt x="96620" y="224200"/>
                </a:lnTo>
                <a:lnTo>
                  <a:pt x="96723" y="219326"/>
                </a:lnTo>
                <a:lnTo>
                  <a:pt x="96784" y="214452"/>
                </a:lnTo>
                <a:lnTo>
                  <a:pt x="96819" y="209578"/>
                </a:lnTo>
                <a:lnTo>
                  <a:pt x="96838" y="204704"/>
                </a:lnTo>
                <a:lnTo>
                  <a:pt x="96855" y="199830"/>
                </a:lnTo>
                <a:lnTo>
                  <a:pt x="96877" y="194956"/>
                </a:lnTo>
                <a:lnTo>
                  <a:pt x="96909" y="190082"/>
                </a:lnTo>
                <a:lnTo>
                  <a:pt x="96953" y="185209"/>
                </a:lnTo>
                <a:lnTo>
                  <a:pt x="97009" y="180335"/>
                </a:lnTo>
                <a:lnTo>
                  <a:pt x="97075" y="175461"/>
                </a:lnTo>
                <a:lnTo>
                  <a:pt x="97145" y="170587"/>
                </a:lnTo>
                <a:lnTo>
                  <a:pt x="97213" y="165713"/>
                </a:lnTo>
                <a:lnTo>
                  <a:pt x="97273" y="160839"/>
                </a:lnTo>
                <a:lnTo>
                  <a:pt x="97321" y="155965"/>
                </a:lnTo>
                <a:lnTo>
                  <a:pt x="97351" y="151091"/>
                </a:lnTo>
                <a:lnTo>
                  <a:pt x="97360" y="146217"/>
                </a:lnTo>
                <a:lnTo>
                  <a:pt x="97346" y="141343"/>
                </a:lnTo>
                <a:lnTo>
                  <a:pt x="97310" y="136469"/>
                </a:lnTo>
                <a:lnTo>
                  <a:pt x="97252" y="131596"/>
                </a:lnTo>
                <a:lnTo>
                  <a:pt x="97174" y="126722"/>
                </a:lnTo>
                <a:lnTo>
                  <a:pt x="97075" y="121848"/>
                </a:lnTo>
                <a:lnTo>
                  <a:pt x="96952" y="116974"/>
                </a:lnTo>
                <a:lnTo>
                  <a:pt x="96799" y="112100"/>
                </a:lnTo>
                <a:lnTo>
                  <a:pt x="96600" y="107226"/>
                </a:lnTo>
                <a:lnTo>
                  <a:pt x="96330" y="102352"/>
                </a:lnTo>
                <a:lnTo>
                  <a:pt x="95951" y="97478"/>
                </a:lnTo>
                <a:lnTo>
                  <a:pt x="95406" y="92604"/>
                </a:lnTo>
                <a:lnTo>
                  <a:pt x="94623" y="87730"/>
                </a:lnTo>
                <a:lnTo>
                  <a:pt x="93508" y="82856"/>
                </a:lnTo>
                <a:lnTo>
                  <a:pt x="91950" y="77983"/>
                </a:lnTo>
                <a:lnTo>
                  <a:pt x="89823" y="73109"/>
                </a:lnTo>
                <a:lnTo>
                  <a:pt x="86996" y="68235"/>
                </a:lnTo>
                <a:lnTo>
                  <a:pt x="83343" y="63361"/>
                </a:lnTo>
                <a:lnTo>
                  <a:pt x="78760" y="58487"/>
                </a:lnTo>
                <a:lnTo>
                  <a:pt x="73182" y="53613"/>
                </a:lnTo>
                <a:lnTo>
                  <a:pt x="66604" y="48739"/>
                </a:lnTo>
                <a:lnTo>
                  <a:pt x="59098" y="43865"/>
                </a:lnTo>
                <a:lnTo>
                  <a:pt x="50824" y="38991"/>
                </a:lnTo>
                <a:lnTo>
                  <a:pt x="42041" y="34117"/>
                </a:lnTo>
                <a:lnTo>
                  <a:pt x="33092" y="29243"/>
                </a:lnTo>
                <a:lnTo>
                  <a:pt x="24396" y="24370"/>
                </a:lnTo>
                <a:lnTo>
                  <a:pt x="16412" y="19496"/>
                </a:lnTo>
                <a:lnTo>
                  <a:pt x="9603" y="14622"/>
                </a:lnTo>
                <a:lnTo>
                  <a:pt x="4391" y="9748"/>
                </a:lnTo>
                <a:lnTo>
                  <a:pt x="1117" y="4874"/>
                </a:lnTo>
                <a:lnTo>
                  <a:pt x="0" y="0"/>
                </a:lnTo>
                <a:lnTo>
                  <a:pt x="196140" y="0"/>
                </a:lnTo>
                <a:lnTo>
                  <a:pt x="196140" y="0"/>
                </a:lnTo>
                <a:lnTo>
                  <a:pt x="195023" y="4874"/>
                </a:lnTo>
                <a:lnTo>
                  <a:pt x="191749" y="9748"/>
                </a:lnTo>
                <a:lnTo>
                  <a:pt x="186537" y="14622"/>
                </a:lnTo>
                <a:lnTo>
                  <a:pt x="179728" y="19496"/>
                </a:lnTo>
                <a:lnTo>
                  <a:pt x="171744" y="24370"/>
                </a:lnTo>
                <a:lnTo>
                  <a:pt x="163048" y="29243"/>
                </a:lnTo>
                <a:lnTo>
                  <a:pt x="154100" y="34117"/>
                </a:lnTo>
                <a:lnTo>
                  <a:pt x="145316" y="38991"/>
                </a:lnTo>
                <a:lnTo>
                  <a:pt x="137043" y="43865"/>
                </a:lnTo>
                <a:lnTo>
                  <a:pt x="129536" y="48739"/>
                </a:lnTo>
                <a:lnTo>
                  <a:pt x="122958" y="53613"/>
                </a:lnTo>
                <a:lnTo>
                  <a:pt x="117380" y="58487"/>
                </a:lnTo>
                <a:lnTo>
                  <a:pt x="112797" y="63361"/>
                </a:lnTo>
                <a:lnTo>
                  <a:pt x="109144" y="68235"/>
                </a:lnTo>
                <a:lnTo>
                  <a:pt x="106317" y="73109"/>
                </a:lnTo>
                <a:lnTo>
                  <a:pt x="104190" y="77983"/>
                </a:lnTo>
                <a:lnTo>
                  <a:pt x="102632" y="82856"/>
                </a:lnTo>
                <a:lnTo>
                  <a:pt x="101517" y="87730"/>
                </a:lnTo>
                <a:lnTo>
                  <a:pt x="100734" y="92604"/>
                </a:lnTo>
                <a:lnTo>
                  <a:pt x="100190" y="97478"/>
                </a:lnTo>
                <a:lnTo>
                  <a:pt x="99810" y="102352"/>
                </a:lnTo>
                <a:lnTo>
                  <a:pt x="99540" y="107226"/>
                </a:lnTo>
                <a:lnTo>
                  <a:pt x="99342" y="112100"/>
                </a:lnTo>
                <a:lnTo>
                  <a:pt x="99188" y="116974"/>
                </a:lnTo>
                <a:lnTo>
                  <a:pt x="99066" y="121848"/>
                </a:lnTo>
                <a:lnTo>
                  <a:pt x="98967" y="126722"/>
                </a:lnTo>
                <a:lnTo>
                  <a:pt x="98888" y="131596"/>
                </a:lnTo>
                <a:lnTo>
                  <a:pt x="98830" y="136469"/>
                </a:lnTo>
                <a:lnTo>
                  <a:pt x="98794" y="141343"/>
                </a:lnTo>
                <a:lnTo>
                  <a:pt x="98781" y="146217"/>
                </a:lnTo>
                <a:lnTo>
                  <a:pt x="98790" y="151091"/>
                </a:lnTo>
                <a:lnTo>
                  <a:pt x="98820" y="155965"/>
                </a:lnTo>
                <a:lnTo>
                  <a:pt x="98867" y="160839"/>
                </a:lnTo>
                <a:lnTo>
                  <a:pt x="98928" y="165713"/>
                </a:lnTo>
                <a:lnTo>
                  <a:pt x="98996" y="170587"/>
                </a:lnTo>
                <a:lnTo>
                  <a:pt x="99065" y="175461"/>
                </a:lnTo>
                <a:lnTo>
                  <a:pt x="99131" y="180335"/>
                </a:lnTo>
                <a:lnTo>
                  <a:pt x="99187" y="185209"/>
                </a:lnTo>
                <a:lnTo>
                  <a:pt x="99232" y="190082"/>
                </a:lnTo>
                <a:lnTo>
                  <a:pt x="99264" y="194956"/>
                </a:lnTo>
                <a:lnTo>
                  <a:pt x="99285" y="199830"/>
                </a:lnTo>
                <a:lnTo>
                  <a:pt x="99302" y="204704"/>
                </a:lnTo>
                <a:lnTo>
                  <a:pt x="99322" y="209578"/>
                </a:lnTo>
                <a:lnTo>
                  <a:pt x="99356" y="214452"/>
                </a:lnTo>
                <a:lnTo>
                  <a:pt x="99418" y="219326"/>
                </a:lnTo>
                <a:lnTo>
                  <a:pt x="99521" y="224200"/>
                </a:lnTo>
                <a:lnTo>
                  <a:pt x="99679" y="229074"/>
                </a:lnTo>
                <a:lnTo>
                  <a:pt x="99905" y="233948"/>
                </a:lnTo>
                <a:lnTo>
                  <a:pt x="100208" y="238822"/>
                </a:lnTo>
                <a:lnTo>
                  <a:pt x="100591" y="243695"/>
                </a:lnTo>
                <a:lnTo>
                  <a:pt x="101053" y="248569"/>
                </a:lnTo>
                <a:lnTo>
                  <a:pt x="101585" y="253443"/>
                </a:lnTo>
                <a:lnTo>
                  <a:pt x="102171" y="258317"/>
                </a:lnTo>
                <a:lnTo>
                  <a:pt x="102788" y="263191"/>
                </a:lnTo>
                <a:lnTo>
                  <a:pt x="103408" y="268065"/>
                </a:lnTo>
                <a:lnTo>
                  <a:pt x="103999" y="272939"/>
                </a:lnTo>
                <a:lnTo>
                  <a:pt x="104528" y="277813"/>
                </a:lnTo>
                <a:lnTo>
                  <a:pt x="104966" y="282687"/>
                </a:lnTo>
                <a:lnTo>
                  <a:pt x="105285" y="287561"/>
                </a:lnTo>
                <a:lnTo>
                  <a:pt x="105470" y="292435"/>
                </a:lnTo>
                <a:lnTo>
                  <a:pt x="105510" y="297308"/>
                </a:lnTo>
                <a:lnTo>
                  <a:pt x="105410" y="302182"/>
                </a:lnTo>
                <a:lnTo>
                  <a:pt x="105180" y="307056"/>
                </a:lnTo>
                <a:lnTo>
                  <a:pt x="104843" y="311930"/>
                </a:lnTo>
                <a:lnTo>
                  <a:pt x="104427" y="316804"/>
                </a:lnTo>
                <a:lnTo>
                  <a:pt x="103965" y="321678"/>
                </a:lnTo>
                <a:lnTo>
                  <a:pt x="103491" y="326552"/>
                </a:lnTo>
                <a:lnTo>
                  <a:pt x="103038" y="331426"/>
                </a:lnTo>
                <a:lnTo>
                  <a:pt x="102634" y="336300"/>
                </a:lnTo>
                <a:lnTo>
                  <a:pt x="102301" y="341174"/>
                </a:lnTo>
                <a:lnTo>
                  <a:pt x="102056" y="346048"/>
                </a:lnTo>
                <a:lnTo>
                  <a:pt x="101906" y="350921"/>
                </a:lnTo>
                <a:lnTo>
                  <a:pt x="101850" y="355795"/>
                </a:lnTo>
                <a:lnTo>
                  <a:pt x="101882" y="360669"/>
                </a:lnTo>
                <a:lnTo>
                  <a:pt x="101988" y="365543"/>
                </a:lnTo>
                <a:lnTo>
                  <a:pt x="102153" y="370417"/>
                </a:lnTo>
                <a:lnTo>
                  <a:pt x="102356" y="375291"/>
                </a:lnTo>
                <a:lnTo>
                  <a:pt x="102577" y="380165"/>
                </a:lnTo>
                <a:lnTo>
                  <a:pt x="102798" y="385039"/>
                </a:lnTo>
                <a:lnTo>
                  <a:pt x="103002" y="389913"/>
                </a:lnTo>
                <a:lnTo>
                  <a:pt x="103174" y="394787"/>
                </a:lnTo>
                <a:lnTo>
                  <a:pt x="103302" y="399661"/>
                </a:lnTo>
                <a:lnTo>
                  <a:pt x="103381" y="404534"/>
                </a:lnTo>
                <a:lnTo>
                  <a:pt x="103404" y="409408"/>
                </a:lnTo>
                <a:lnTo>
                  <a:pt x="103370" y="414282"/>
                </a:lnTo>
                <a:lnTo>
                  <a:pt x="103281" y="419156"/>
                </a:lnTo>
                <a:lnTo>
                  <a:pt x="103137" y="424030"/>
                </a:lnTo>
                <a:lnTo>
                  <a:pt x="102946" y="428904"/>
                </a:lnTo>
                <a:lnTo>
                  <a:pt x="102713" y="433778"/>
                </a:lnTo>
                <a:lnTo>
                  <a:pt x="102447" y="438652"/>
                </a:lnTo>
                <a:lnTo>
                  <a:pt x="102159" y="443526"/>
                </a:lnTo>
                <a:lnTo>
                  <a:pt x="101863" y="448400"/>
                </a:lnTo>
                <a:lnTo>
                  <a:pt x="101573" y="453274"/>
                </a:lnTo>
                <a:lnTo>
                  <a:pt x="101305" y="458147"/>
                </a:lnTo>
                <a:lnTo>
                  <a:pt x="101074" y="463021"/>
                </a:lnTo>
                <a:lnTo>
                  <a:pt x="100897" y="467895"/>
                </a:lnTo>
                <a:lnTo>
                  <a:pt x="100788" y="472769"/>
                </a:lnTo>
                <a:lnTo>
                  <a:pt x="100759" y="477643"/>
                </a:lnTo>
                <a:lnTo>
                  <a:pt x="100822" y="482517"/>
                </a:lnTo>
                <a:lnTo>
                  <a:pt x="100986" y="487391"/>
                </a:lnTo>
                <a:lnTo>
                  <a:pt x="101264" y="492265"/>
                </a:lnTo>
                <a:lnTo>
                  <a:pt x="101666" y="497139"/>
                </a:lnTo>
                <a:lnTo>
                  <a:pt x="102207" y="502013"/>
                </a:lnTo>
                <a:lnTo>
                  <a:pt x="102906" y="506887"/>
                </a:lnTo>
                <a:lnTo>
                  <a:pt x="103786" y="511760"/>
                </a:lnTo>
                <a:lnTo>
                  <a:pt x="104875" y="516634"/>
                </a:lnTo>
                <a:lnTo>
                  <a:pt x="106199" y="521508"/>
                </a:lnTo>
                <a:lnTo>
                  <a:pt x="107785" y="526382"/>
                </a:lnTo>
                <a:lnTo>
                  <a:pt x="109648" y="531256"/>
                </a:lnTo>
                <a:lnTo>
                  <a:pt x="111793" y="536130"/>
                </a:lnTo>
                <a:lnTo>
                  <a:pt x="114200" y="541004"/>
                </a:lnTo>
                <a:lnTo>
                  <a:pt x="116824" y="545878"/>
                </a:lnTo>
                <a:lnTo>
                  <a:pt x="119593" y="550752"/>
                </a:lnTo>
                <a:lnTo>
                  <a:pt x="122403" y="555626"/>
                </a:lnTo>
                <a:lnTo>
                  <a:pt x="125131" y="560500"/>
                </a:lnTo>
                <a:lnTo>
                  <a:pt x="127634" y="565373"/>
                </a:lnTo>
                <a:lnTo>
                  <a:pt x="129769" y="570247"/>
                </a:lnTo>
                <a:lnTo>
                  <a:pt x="131404" y="575121"/>
                </a:lnTo>
                <a:lnTo>
                  <a:pt x="132431" y="579995"/>
                </a:lnTo>
                <a:lnTo>
                  <a:pt x="132782" y="584869"/>
                </a:lnTo>
                <a:lnTo>
                  <a:pt x="132782" y="584869"/>
                </a:lnTo>
                <a:close/>
              </a:path>
            </a:pathLst>
          </a:custGeom>
          <a:solidFill>
            <a:srgbClr val="596BC0">
              <a:alpha val="12000"/>
            </a:srgbClr>
          </a:solidFill>
          <a:ln w="6985">
            <a:solidFill>
              <a:srgbClr val="596BC0">
                <a:alpha val="12000"/>
              </a:srgbClr>
            </a:solidFill>
            <a:prstDash val="solid"/>
          </a:ln>
        </p:spPr>
      </p:sp>
      <p:sp>
        <p:nvSpPr>
          <p:cNvPr id="2398" name="03_assume_matched_7695">
            <a:extLst>
              <a:ext uri="{FF2B5EF4-FFF2-40B4-BE49-F238E27FC236}">
                <a16:creationId xmlns:a16="http://schemas.microsoft.com/office/drawing/2014/main" id="{D266A465-CB0D-4078-B4FD-4EC5E001F804}"/>
              </a:ext>
            </a:extLst>
          </p:cNvPr>
          <p:cNvSpPr>
            <a:spLocks noGrp="1"/>
          </p:cNvSpPr>
          <p:nvPr/>
        </p:nvSpPr>
        <p:spPr>
          <a:xfrm>
            <a:off x="3919585"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399" name="03_assume_matched_7696">
            <a:extLst>
              <a:ext uri="{FF2B5EF4-FFF2-40B4-BE49-F238E27FC236}">
                <a16:creationId xmlns:a16="http://schemas.microsoft.com/office/drawing/2014/main" id="{94E9A322-E092-4C04-8007-A4FF9E811C11}"/>
              </a:ext>
            </a:extLst>
          </p:cNvPr>
          <p:cNvSpPr>
            <a:spLocks noGrp="1"/>
          </p:cNvSpPr>
          <p:nvPr/>
        </p:nvSpPr>
        <p:spPr>
          <a:xfrm>
            <a:off x="4296778"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0" name="03_assume_matched_7697">
            <a:extLst>
              <a:ext uri="{FF2B5EF4-FFF2-40B4-BE49-F238E27FC236}">
                <a16:creationId xmlns:a16="http://schemas.microsoft.com/office/drawing/2014/main" id="{CEDD335B-D1C8-40B8-B3CD-98DA3A4CD69E}"/>
              </a:ext>
            </a:extLst>
          </p:cNvPr>
          <p:cNvSpPr>
            <a:spLocks noGrp="1"/>
          </p:cNvSpPr>
          <p:nvPr/>
        </p:nvSpPr>
        <p:spPr>
          <a:xfrm>
            <a:off x="4673971"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1" name="03_assume_matched_7698">
            <a:extLst>
              <a:ext uri="{FF2B5EF4-FFF2-40B4-BE49-F238E27FC236}">
                <a16:creationId xmlns:a16="http://schemas.microsoft.com/office/drawing/2014/main" id="{010ECB40-8651-4035-BB41-BFF08F33BBE4}"/>
              </a:ext>
            </a:extLst>
          </p:cNvPr>
          <p:cNvSpPr>
            <a:spLocks noGrp="1"/>
          </p:cNvSpPr>
          <p:nvPr/>
        </p:nvSpPr>
        <p:spPr>
          <a:xfrm>
            <a:off x="5428357"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2" name="03_assume_matched_7699">
            <a:extLst>
              <a:ext uri="{FF2B5EF4-FFF2-40B4-BE49-F238E27FC236}">
                <a16:creationId xmlns:a16="http://schemas.microsoft.com/office/drawing/2014/main" id="{60458F72-ACE5-4162-A4C2-5296917D2649}"/>
              </a:ext>
            </a:extLst>
          </p:cNvPr>
          <p:cNvSpPr>
            <a:spLocks noGrp="1"/>
          </p:cNvSpPr>
          <p:nvPr/>
        </p:nvSpPr>
        <p:spPr>
          <a:xfrm>
            <a:off x="6182743"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3" name="03_assume_matched_7700">
            <a:extLst>
              <a:ext uri="{FF2B5EF4-FFF2-40B4-BE49-F238E27FC236}">
                <a16:creationId xmlns:a16="http://schemas.microsoft.com/office/drawing/2014/main" id="{B1761FDE-DF36-4D46-A88D-6191965B4E49}"/>
              </a:ext>
            </a:extLst>
          </p:cNvPr>
          <p:cNvSpPr>
            <a:spLocks noGrp="1"/>
          </p:cNvSpPr>
          <p:nvPr/>
        </p:nvSpPr>
        <p:spPr>
          <a:xfrm>
            <a:off x="3896953" y="545119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404" name="03_assume_matched_7701">
            <a:extLst>
              <a:ext uri="{FF2B5EF4-FFF2-40B4-BE49-F238E27FC236}">
                <a16:creationId xmlns:a16="http://schemas.microsoft.com/office/drawing/2014/main" id="{FE2C4B3F-4C4F-4782-B137-C6F6D39772DE}"/>
              </a:ext>
            </a:extLst>
          </p:cNvPr>
          <p:cNvSpPr>
            <a:spLocks noGrp="1"/>
          </p:cNvSpPr>
          <p:nvPr/>
        </p:nvSpPr>
        <p:spPr>
          <a:xfrm>
            <a:off x="3858852" y="545119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405" name="text_7702">
            <a:extLst>
              <a:ext uri="{FF2B5EF4-FFF2-40B4-BE49-F238E27FC236}">
                <a16:creationId xmlns:a16="http://schemas.microsoft.com/office/drawing/2014/main" id="{B52BE8F3-3EAB-4650-A28D-1EAEF1BDC348}"/>
              </a:ext>
            </a:extLst>
          </p:cNvPr>
          <p:cNvSpPr>
            <a:spLocks noGrp="1"/>
          </p:cNvSpPr>
          <p:nvPr/>
        </p:nvSpPr>
        <p:spPr>
          <a:xfrm>
            <a:off x="3769207" y="5411134"/>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2406" name="03_assume_matched_7703">
            <a:extLst>
              <a:ext uri="{FF2B5EF4-FFF2-40B4-BE49-F238E27FC236}">
                <a16:creationId xmlns:a16="http://schemas.microsoft.com/office/drawing/2014/main" id="{F350CDD1-C89F-406B-BBF9-E53D8AD3B486}"/>
              </a:ext>
            </a:extLst>
          </p:cNvPr>
          <p:cNvSpPr>
            <a:spLocks noGrp="1"/>
          </p:cNvSpPr>
          <p:nvPr/>
        </p:nvSpPr>
        <p:spPr>
          <a:xfrm>
            <a:off x="3896953" y="5158761"/>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407" name="03_assume_matched_7704">
            <a:extLst>
              <a:ext uri="{FF2B5EF4-FFF2-40B4-BE49-F238E27FC236}">
                <a16:creationId xmlns:a16="http://schemas.microsoft.com/office/drawing/2014/main" id="{8B7E01B0-8A03-4915-80E3-1858547C7B02}"/>
              </a:ext>
            </a:extLst>
          </p:cNvPr>
          <p:cNvSpPr>
            <a:spLocks noGrp="1"/>
          </p:cNvSpPr>
          <p:nvPr/>
        </p:nvSpPr>
        <p:spPr>
          <a:xfrm>
            <a:off x="3858852" y="515876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408" name="text_7705">
            <a:extLst>
              <a:ext uri="{FF2B5EF4-FFF2-40B4-BE49-F238E27FC236}">
                <a16:creationId xmlns:a16="http://schemas.microsoft.com/office/drawing/2014/main" id="{C9FFD6C9-EFFB-4190-86BD-13C81F10D02D}"/>
              </a:ext>
            </a:extLst>
          </p:cNvPr>
          <p:cNvSpPr>
            <a:spLocks noGrp="1"/>
          </p:cNvSpPr>
          <p:nvPr/>
        </p:nvSpPr>
        <p:spPr>
          <a:xfrm>
            <a:off x="3717659" y="511870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2409" name="03_assume_matched_7706">
            <a:extLst>
              <a:ext uri="{FF2B5EF4-FFF2-40B4-BE49-F238E27FC236}">
                <a16:creationId xmlns:a16="http://schemas.microsoft.com/office/drawing/2014/main" id="{5E174C0D-7640-46EF-A07B-B7268A8C3468}"/>
              </a:ext>
            </a:extLst>
          </p:cNvPr>
          <p:cNvSpPr>
            <a:spLocks noGrp="1"/>
          </p:cNvSpPr>
          <p:nvPr/>
        </p:nvSpPr>
        <p:spPr>
          <a:xfrm>
            <a:off x="3896953" y="486632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410" name="03_assume_matched_7707">
            <a:extLst>
              <a:ext uri="{FF2B5EF4-FFF2-40B4-BE49-F238E27FC236}">
                <a16:creationId xmlns:a16="http://schemas.microsoft.com/office/drawing/2014/main" id="{8EB8FB5F-FADC-4ADE-AC24-D142C7EC7056}"/>
              </a:ext>
            </a:extLst>
          </p:cNvPr>
          <p:cNvSpPr>
            <a:spLocks noGrp="1"/>
          </p:cNvSpPr>
          <p:nvPr/>
        </p:nvSpPr>
        <p:spPr>
          <a:xfrm>
            <a:off x="3858852" y="486632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411" name="text_7708">
            <a:extLst>
              <a:ext uri="{FF2B5EF4-FFF2-40B4-BE49-F238E27FC236}">
                <a16:creationId xmlns:a16="http://schemas.microsoft.com/office/drawing/2014/main" id="{77F5288C-3E9A-47D2-8F08-D9F4AA8A0304}"/>
              </a:ext>
            </a:extLst>
          </p:cNvPr>
          <p:cNvSpPr>
            <a:spLocks noGrp="1"/>
          </p:cNvSpPr>
          <p:nvPr/>
        </p:nvSpPr>
        <p:spPr>
          <a:xfrm>
            <a:off x="3666112" y="4826265"/>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2412" name="03_assume_matched_7709">
            <a:extLst>
              <a:ext uri="{FF2B5EF4-FFF2-40B4-BE49-F238E27FC236}">
                <a16:creationId xmlns:a16="http://schemas.microsoft.com/office/drawing/2014/main" id="{F376B4DB-AC9F-44DC-9EA4-33BDE2D43F12}"/>
              </a:ext>
            </a:extLst>
          </p:cNvPr>
          <p:cNvSpPr>
            <a:spLocks noGrp="1"/>
          </p:cNvSpPr>
          <p:nvPr/>
        </p:nvSpPr>
        <p:spPr>
          <a:xfrm>
            <a:off x="4334529" y="5144561"/>
            <a:ext cx="28398" cy="28398"/>
          </a:xfrm>
          <a:prstGeom prst="ellipse">
            <a:avLst/>
          </a:prstGeom>
          <a:solidFill>
            <a:srgbClr val="7F8C97">
              <a:alpha val="48000"/>
            </a:srgbClr>
          </a:solidFill>
          <a:ln w="0">
            <a:noFill/>
            <a:prstDash val="solid"/>
          </a:ln>
        </p:spPr>
      </p:sp>
      <p:sp>
        <p:nvSpPr>
          <p:cNvPr id="2413" name="03_assume_matched_7710">
            <a:extLst>
              <a:ext uri="{FF2B5EF4-FFF2-40B4-BE49-F238E27FC236}">
                <a16:creationId xmlns:a16="http://schemas.microsoft.com/office/drawing/2014/main" id="{D55B4702-DE1D-4450-B900-60FCE4CCD219}"/>
              </a:ext>
            </a:extLst>
          </p:cNvPr>
          <p:cNvSpPr>
            <a:spLocks noGrp="1"/>
          </p:cNvSpPr>
          <p:nvPr/>
        </p:nvSpPr>
        <p:spPr>
          <a:xfrm>
            <a:off x="4323016" y="5436996"/>
            <a:ext cx="28398" cy="28398"/>
          </a:xfrm>
          <a:prstGeom prst="ellipse">
            <a:avLst/>
          </a:prstGeom>
          <a:solidFill>
            <a:srgbClr val="7F8C97">
              <a:alpha val="48000"/>
            </a:srgbClr>
          </a:solidFill>
          <a:ln w="0">
            <a:noFill/>
            <a:prstDash val="solid"/>
          </a:ln>
        </p:spPr>
      </p:sp>
      <p:sp>
        <p:nvSpPr>
          <p:cNvPr id="2414" name="03_assume_matched_7711">
            <a:extLst>
              <a:ext uri="{FF2B5EF4-FFF2-40B4-BE49-F238E27FC236}">
                <a16:creationId xmlns:a16="http://schemas.microsoft.com/office/drawing/2014/main" id="{B9955D53-EDB5-47BF-86A9-04A7480B8009}"/>
              </a:ext>
            </a:extLst>
          </p:cNvPr>
          <p:cNvSpPr>
            <a:spLocks noGrp="1"/>
          </p:cNvSpPr>
          <p:nvPr/>
        </p:nvSpPr>
        <p:spPr>
          <a:xfrm>
            <a:off x="4265885" y="5436996"/>
            <a:ext cx="28398" cy="28398"/>
          </a:xfrm>
          <a:prstGeom prst="ellipse">
            <a:avLst/>
          </a:prstGeom>
          <a:solidFill>
            <a:srgbClr val="7F8C97">
              <a:alpha val="48000"/>
            </a:srgbClr>
          </a:solidFill>
          <a:ln w="0">
            <a:noFill/>
            <a:prstDash val="solid"/>
          </a:ln>
        </p:spPr>
      </p:sp>
      <p:sp>
        <p:nvSpPr>
          <p:cNvPr id="2415" name="03_assume_matched_7712">
            <a:extLst>
              <a:ext uri="{FF2B5EF4-FFF2-40B4-BE49-F238E27FC236}">
                <a16:creationId xmlns:a16="http://schemas.microsoft.com/office/drawing/2014/main" id="{70915906-9833-47E3-B583-B1A9033F3198}"/>
              </a:ext>
            </a:extLst>
          </p:cNvPr>
          <p:cNvSpPr>
            <a:spLocks noGrp="1"/>
          </p:cNvSpPr>
          <p:nvPr/>
        </p:nvSpPr>
        <p:spPr>
          <a:xfrm>
            <a:off x="4344747" y="5144561"/>
            <a:ext cx="28398" cy="28398"/>
          </a:xfrm>
          <a:prstGeom prst="ellipse">
            <a:avLst/>
          </a:prstGeom>
          <a:solidFill>
            <a:srgbClr val="7F8C97">
              <a:alpha val="48000"/>
            </a:srgbClr>
          </a:solidFill>
          <a:ln w="0">
            <a:noFill/>
            <a:prstDash val="solid"/>
          </a:ln>
        </p:spPr>
      </p:sp>
      <p:sp>
        <p:nvSpPr>
          <p:cNvPr id="2416" name="03_assume_matched_7713">
            <a:extLst>
              <a:ext uri="{FF2B5EF4-FFF2-40B4-BE49-F238E27FC236}">
                <a16:creationId xmlns:a16="http://schemas.microsoft.com/office/drawing/2014/main" id="{94EBDDE3-EA73-4F57-9404-5C58598BEBCE}"/>
              </a:ext>
            </a:extLst>
          </p:cNvPr>
          <p:cNvSpPr>
            <a:spLocks noGrp="1"/>
          </p:cNvSpPr>
          <p:nvPr/>
        </p:nvSpPr>
        <p:spPr>
          <a:xfrm>
            <a:off x="4312511" y="5269890"/>
            <a:ext cx="28398" cy="28398"/>
          </a:xfrm>
          <a:prstGeom prst="ellipse">
            <a:avLst/>
          </a:prstGeom>
          <a:solidFill>
            <a:srgbClr val="7F8C97">
              <a:alpha val="48000"/>
            </a:srgbClr>
          </a:solidFill>
          <a:ln w="0">
            <a:noFill/>
            <a:prstDash val="solid"/>
          </a:ln>
        </p:spPr>
      </p:sp>
      <p:sp>
        <p:nvSpPr>
          <p:cNvPr id="2417" name="03_assume_matched_7714">
            <a:extLst>
              <a:ext uri="{FF2B5EF4-FFF2-40B4-BE49-F238E27FC236}">
                <a16:creationId xmlns:a16="http://schemas.microsoft.com/office/drawing/2014/main" id="{3F9BB1B0-A817-4851-B839-C7190BCBDA68}"/>
              </a:ext>
            </a:extLst>
          </p:cNvPr>
          <p:cNvSpPr>
            <a:spLocks noGrp="1"/>
          </p:cNvSpPr>
          <p:nvPr/>
        </p:nvSpPr>
        <p:spPr>
          <a:xfrm>
            <a:off x="4217243" y="5171146"/>
            <a:ext cx="28398" cy="28398"/>
          </a:xfrm>
          <a:prstGeom prst="ellipse">
            <a:avLst/>
          </a:prstGeom>
          <a:solidFill>
            <a:srgbClr val="7F8C97">
              <a:alpha val="48000"/>
            </a:srgbClr>
          </a:solidFill>
          <a:ln w="0">
            <a:noFill/>
            <a:prstDash val="solid"/>
          </a:ln>
        </p:spPr>
      </p:sp>
      <p:sp>
        <p:nvSpPr>
          <p:cNvPr id="2418" name="03_assume_matched_7715">
            <a:extLst>
              <a:ext uri="{FF2B5EF4-FFF2-40B4-BE49-F238E27FC236}">
                <a16:creationId xmlns:a16="http://schemas.microsoft.com/office/drawing/2014/main" id="{FFB399A1-B7DE-470E-9DAF-36E383001340}"/>
              </a:ext>
            </a:extLst>
          </p:cNvPr>
          <p:cNvSpPr>
            <a:spLocks noGrp="1"/>
          </p:cNvSpPr>
          <p:nvPr/>
        </p:nvSpPr>
        <p:spPr>
          <a:xfrm>
            <a:off x="4247896" y="5436996"/>
            <a:ext cx="28398" cy="28398"/>
          </a:xfrm>
          <a:prstGeom prst="ellipse">
            <a:avLst/>
          </a:prstGeom>
          <a:solidFill>
            <a:srgbClr val="7F8C97">
              <a:alpha val="48000"/>
            </a:srgbClr>
          </a:solidFill>
          <a:ln w="0">
            <a:noFill/>
            <a:prstDash val="solid"/>
          </a:ln>
        </p:spPr>
      </p:sp>
      <p:sp>
        <p:nvSpPr>
          <p:cNvPr id="2419" name="03_assume_matched_7716">
            <a:extLst>
              <a:ext uri="{FF2B5EF4-FFF2-40B4-BE49-F238E27FC236}">
                <a16:creationId xmlns:a16="http://schemas.microsoft.com/office/drawing/2014/main" id="{5501EE5A-45CE-4791-A631-130DEEB53229}"/>
              </a:ext>
            </a:extLst>
          </p:cNvPr>
          <p:cNvSpPr>
            <a:spLocks noGrp="1"/>
          </p:cNvSpPr>
          <p:nvPr/>
        </p:nvSpPr>
        <p:spPr>
          <a:xfrm>
            <a:off x="4216956" y="5290779"/>
            <a:ext cx="28398" cy="28398"/>
          </a:xfrm>
          <a:prstGeom prst="ellipse">
            <a:avLst/>
          </a:prstGeom>
          <a:solidFill>
            <a:srgbClr val="7F8C97">
              <a:alpha val="48000"/>
            </a:srgbClr>
          </a:solidFill>
          <a:ln w="0">
            <a:noFill/>
            <a:prstDash val="solid"/>
          </a:ln>
        </p:spPr>
      </p:sp>
      <p:sp>
        <p:nvSpPr>
          <p:cNvPr id="2420" name="03_assume_matched_7717">
            <a:extLst>
              <a:ext uri="{FF2B5EF4-FFF2-40B4-BE49-F238E27FC236}">
                <a16:creationId xmlns:a16="http://schemas.microsoft.com/office/drawing/2014/main" id="{AC2696B8-C474-4216-97B1-A2C155782E3E}"/>
              </a:ext>
            </a:extLst>
          </p:cNvPr>
          <p:cNvSpPr>
            <a:spLocks noGrp="1"/>
          </p:cNvSpPr>
          <p:nvPr/>
        </p:nvSpPr>
        <p:spPr>
          <a:xfrm>
            <a:off x="4298264" y="5144561"/>
            <a:ext cx="28398" cy="28398"/>
          </a:xfrm>
          <a:prstGeom prst="ellipse">
            <a:avLst/>
          </a:prstGeom>
          <a:solidFill>
            <a:srgbClr val="7F8C97">
              <a:alpha val="48000"/>
            </a:srgbClr>
          </a:solidFill>
          <a:ln w="0">
            <a:noFill/>
            <a:prstDash val="solid"/>
          </a:ln>
        </p:spPr>
      </p:sp>
      <p:sp>
        <p:nvSpPr>
          <p:cNvPr id="2421" name="03_assume_matched_7718">
            <a:extLst>
              <a:ext uri="{FF2B5EF4-FFF2-40B4-BE49-F238E27FC236}">
                <a16:creationId xmlns:a16="http://schemas.microsoft.com/office/drawing/2014/main" id="{9F9CB408-AE19-4324-8771-BF928DBA249B}"/>
              </a:ext>
            </a:extLst>
          </p:cNvPr>
          <p:cNvSpPr>
            <a:spLocks noGrp="1"/>
          </p:cNvSpPr>
          <p:nvPr/>
        </p:nvSpPr>
        <p:spPr>
          <a:xfrm>
            <a:off x="4279556" y="5436996"/>
            <a:ext cx="28398" cy="28398"/>
          </a:xfrm>
          <a:prstGeom prst="ellipse">
            <a:avLst/>
          </a:prstGeom>
          <a:solidFill>
            <a:srgbClr val="7F8C97">
              <a:alpha val="48000"/>
            </a:srgbClr>
          </a:solidFill>
          <a:ln w="0">
            <a:noFill/>
            <a:prstDash val="solid"/>
          </a:ln>
        </p:spPr>
      </p:sp>
      <p:sp>
        <p:nvSpPr>
          <p:cNvPr id="2422" name="03_assume_matched_7719">
            <a:extLst>
              <a:ext uri="{FF2B5EF4-FFF2-40B4-BE49-F238E27FC236}">
                <a16:creationId xmlns:a16="http://schemas.microsoft.com/office/drawing/2014/main" id="{B02B5C13-AB6F-4EEC-8FA8-AEE756181F20}"/>
              </a:ext>
            </a:extLst>
          </p:cNvPr>
          <p:cNvSpPr>
            <a:spLocks noGrp="1"/>
          </p:cNvSpPr>
          <p:nvPr/>
        </p:nvSpPr>
        <p:spPr>
          <a:xfrm>
            <a:off x="4264302" y="5436996"/>
            <a:ext cx="28398" cy="28398"/>
          </a:xfrm>
          <a:prstGeom prst="ellipse">
            <a:avLst/>
          </a:prstGeom>
          <a:solidFill>
            <a:srgbClr val="7F8C97">
              <a:alpha val="48000"/>
            </a:srgbClr>
          </a:solidFill>
          <a:ln w="0">
            <a:noFill/>
            <a:prstDash val="solid"/>
          </a:ln>
        </p:spPr>
      </p:sp>
      <p:sp>
        <p:nvSpPr>
          <p:cNvPr id="2423" name="03_assume_matched_7720">
            <a:extLst>
              <a:ext uri="{FF2B5EF4-FFF2-40B4-BE49-F238E27FC236}">
                <a16:creationId xmlns:a16="http://schemas.microsoft.com/office/drawing/2014/main" id="{63F9487E-809A-442F-BB96-71B905B29848}"/>
              </a:ext>
            </a:extLst>
          </p:cNvPr>
          <p:cNvSpPr>
            <a:spLocks noGrp="1"/>
          </p:cNvSpPr>
          <p:nvPr/>
        </p:nvSpPr>
        <p:spPr>
          <a:xfrm>
            <a:off x="4250055" y="5436996"/>
            <a:ext cx="28398" cy="28398"/>
          </a:xfrm>
          <a:prstGeom prst="ellipse">
            <a:avLst/>
          </a:prstGeom>
          <a:solidFill>
            <a:srgbClr val="7F8C97">
              <a:alpha val="48000"/>
            </a:srgbClr>
          </a:solidFill>
          <a:ln w="0">
            <a:noFill/>
            <a:prstDash val="solid"/>
          </a:ln>
        </p:spPr>
      </p:sp>
      <p:sp>
        <p:nvSpPr>
          <p:cNvPr id="2424" name="03_assume_matched_7721">
            <a:extLst>
              <a:ext uri="{FF2B5EF4-FFF2-40B4-BE49-F238E27FC236}">
                <a16:creationId xmlns:a16="http://schemas.microsoft.com/office/drawing/2014/main" id="{F7C5B932-DC5E-4287-92E1-BDD0F172BDC2}"/>
              </a:ext>
            </a:extLst>
          </p:cNvPr>
          <p:cNvSpPr>
            <a:spLocks noGrp="1"/>
          </p:cNvSpPr>
          <p:nvPr/>
        </p:nvSpPr>
        <p:spPr>
          <a:xfrm>
            <a:off x="4266460" y="5436996"/>
            <a:ext cx="28398" cy="28398"/>
          </a:xfrm>
          <a:prstGeom prst="ellipse">
            <a:avLst/>
          </a:prstGeom>
          <a:solidFill>
            <a:srgbClr val="7F8C97">
              <a:alpha val="48000"/>
            </a:srgbClr>
          </a:solidFill>
          <a:ln w="0">
            <a:noFill/>
            <a:prstDash val="solid"/>
          </a:ln>
        </p:spPr>
      </p:sp>
      <p:sp>
        <p:nvSpPr>
          <p:cNvPr id="2425" name="03_assume_matched_7722">
            <a:extLst>
              <a:ext uri="{FF2B5EF4-FFF2-40B4-BE49-F238E27FC236}">
                <a16:creationId xmlns:a16="http://schemas.microsoft.com/office/drawing/2014/main" id="{49A73341-07E0-480F-B221-3A426C421490}"/>
              </a:ext>
            </a:extLst>
          </p:cNvPr>
          <p:cNvSpPr>
            <a:spLocks noGrp="1"/>
          </p:cNvSpPr>
          <p:nvPr/>
        </p:nvSpPr>
        <p:spPr>
          <a:xfrm>
            <a:off x="4351654" y="5144561"/>
            <a:ext cx="28398" cy="28398"/>
          </a:xfrm>
          <a:prstGeom prst="ellipse">
            <a:avLst/>
          </a:prstGeom>
          <a:solidFill>
            <a:srgbClr val="7F8C97">
              <a:alpha val="48000"/>
            </a:srgbClr>
          </a:solidFill>
          <a:ln w="0">
            <a:noFill/>
            <a:prstDash val="solid"/>
          </a:ln>
        </p:spPr>
      </p:sp>
      <p:sp>
        <p:nvSpPr>
          <p:cNvPr id="2426" name="03_assume_matched_7723">
            <a:extLst>
              <a:ext uri="{FF2B5EF4-FFF2-40B4-BE49-F238E27FC236}">
                <a16:creationId xmlns:a16="http://schemas.microsoft.com/office/drawing/2014/main" id="{C95523AF-F582-495B-A306-18137A247F44}"/>
              </a:ext>
            </a:extLst>
          </p:cNvPr>
          <p:cNvSpPr>
            <a:spLocks noGrp="1"/>
          </p:cNvSpPr>
          <p:nvPr/>
        </p:nvSpPr>
        <p:spPr>
          <a:xfrm>
            <a:off x="4306611" y="5242040"/>
            <a:ext cx="28398" cy="28398"/>
          </a:xfrm>
          <a:prstGeom prst="ellipse">
            <a:avLst/>
          </a:prstGeom>
          <a:solidFill>
            <a:srgbClr val="7F8C97">
              <a:alpha val="48000"/>
            </a:srgbClr>
          </a:solidFill>
          <a:ln w="0">
            <a:noFill/>
            <a:prstDash val="solid"/>
          </a:ln>
        </p:spPr>
      </p:sp>
      <p:sp>
        <p:nvSpPr>
          <p:cNvPr id="2427" name="03_assume_matched_7724">
            <a:extLst>
              <a:ext uri="{FF2B5EF4-FFF2-40B4-BE49-F238E27FC236}">
                <a16:creationId xmlns:a16="http://schemas.microsoft.com/office/drawing/2014/main" id="{C70924E7-D68F-4F69-AF58-46B4F8CA53FD}"/>
              </a:ext>
            </a:extLst>
          </p:cNvPr>
          <p:cNvSpPr>
            <a:spLocks noGrp="1"/>
          </p:cNvSpPr>
          <p:nvPr/>
        </p:nvSpPr>
        <p:spPr>
          <a:xfrm>
            <a:off x="4316397" y="5372010"/>
            <a:ext cx="28398" cy="28398"/>
          </a:xfrm>
          <a:prstGeom prst="ellipse">
            <a:avLst/>
          </a:prstGeom>
          <a:solidFill>
            <a:srgbClr val="7F8C97">
              <a:alpha val="48000"/>
            </a:srgbClr>
          </a:solidFill>
          <a:ln w="0">
            <a:noFill/>
            <a:prstDash val="solid"/>
          </a:ln>
        </p:spPr>
      </p:sp>
      <p:sp>
        <p:nvSpPr>
          <p:cNvPr id="2428" name="03_assume_matched_7725">
            <a:extLst>
              <a:ext uri="{FF2B5EF4-FFF2-40B4-BE49-F238E27FC236}">
                <a16:creationId xmlns:a16="http://schemas.microsoft.com/office/drawing/2014/main" id="{028A6D02-DFD2-4371-B76E-F35FAFF97B4E}"/>
              </a:ext>
            </a:extLst>
          </p:cNvPr>
          <p:cNvSpPr>
            <a:spLocks noGrp="1"/>
          </p:cNvSpPr>
          <p:nvPr/>
        </p:nvSpPr>
        <p:spPr>
          <a:xfrm>
            <a:off x="4253221" y="5274532"/>
            <a:ext cx="28398" cy="28398"/>
          </a:xfrm>
          <a:prstGeom prst="ellipse">
            <a:avLst/>
          </a:prstGeom>
          <a:solidFill>
            <a:srgbClr val="7F8C97">
              <a:alpha val="48000"/>
            </a:srgbClr>
          </a:solidFill>
          <a:ln w="0">
            <a:noFill/>
            <a:prstDash val="solid"/>
          </a:ln>
        </p:spPr>
      </p:sp>
      <p:sp>
        <p:nvSpPr>
          <p:cNvPr id="2429" name="03_assume_matched_7726">
            <a:extLst>
              <a:ext uri="{FF2B5EF4-FFF2-40B4-BE49-F238E27FC236}">
                <a16:creationId xmlns:a16="http://schemas.microsoft.com/office/drawing/2014/main" id="{02BEE369-4F51-4164-8EE9-904F2D4A0AA4}"/>
              </a:ext>
            </a:extLst>
          </p:cNvPr>
          <p:cNvSpPr>
            <a:spLocks noGrp="1"/>
          </p:cNvSpPr>
          <p:nvPr/>
        </p:nvSpPr>
        <p:spPr>
          <a:xfrm>
            <a:off x="4343595" y="5436996"/>
            <a:ext cx="28398" cy="28398"/>
          </a:xfrm>
          <a:prstGeom prst="ellipse">
            <a:avLst/>
          </a:prstGeom>
          <a:solidFill>
            <a:srgbClr val="7F8C97">
              <a:alpha val="48000"/>
            </a:srgbClr>
          </a:solidFill>
          <a:ln w="0">
            <a:noFill/>
            <a:prstDash val="solid"/>
          </a:ln>
        </p:spPr>
      </p:sp>
      <p:sp>
        <p:nvSpPr>
          <p:cNvPr id="2430" name="03_assume_matched_7727">
            <a:extLst>
              <a:ext uri="{FF2B5EF4-FFF2-40B4-BE49-F238E27FC236}">
                <a16:creationId xmlns:a16="http://schemas.microsoft.com/office/drawing/2014/main" id="{F8E5568A-4518-4367-ACC3-2F93BBE15AD9}"/>
              </a:ext>
            </a:extLst>
          </p:cNvPr>
          <p:cNvSpPr>
            <a:spLocks noGrp="1"/>
          </p:cNvSpPr>
          <p:nvPr/>
        </p:nvSpPr>
        <p:spPr>
          <a:xfrm>
            <a:off x="4316684" y="5224316"/>
            <a:ext cx="28398" cy="28398"/>
          </a:xfrm>
          <a:prstGeom prst="ellipse">
            <a:avLst/>
          </a:prstGeom>
          <a:solidFill>
            <a:srgbClr val="7F8C97">
              <a:alpha val="48000"/>
            </a:srgbClr>
          </a:solidFill>
          <a:ln w="0">
            <a:noFill/>
            <a:prstDash val="solid"/>
          </a:ln>
        </p:spPr>
      </p:sp>
      <p:sp>
        <p:nvSpPr>
          <p:cNvPr id="2431" name="03_assume_matched_7728">
            <a:extLst>
              <a:ext uri="{FF2B5EF4-FFF2-40B4-BE49-F238E27FC236}">
                <a16:creationId xmlns:a16="http://schemas.microsoft.com/office/drawing/2014/main" id="{E4217F23-179E-4A57-B959-681ADFF4B542}"/>
              </a:ext>
            </a:extLst>
          </p:cNvPr>
          <p:cNvSpPr>
            <a:spLocks noGrp="1"/>
          </p:cNvSpPr>
          <p:nvPr/>
        </p:nvSpPr>
        <p:spPr>
          <a:xfrm>
            <a:off x="4234512" y="5436996"/>
            <a:ext cx="28398" cy="28398"/>
          </a:xfrm>
          <a:prstGeom prst="ellipse">
            <a:avLst/>
          </a:prstGeom>
          <a:solidFill>
            <a:srgbClr val="7F8C97">
              <a:alpha val="48000"/>
            </a:srgbClr>
          </a:solidFill>
          <a:ln w="0">
            <a:noFill/>
            <a:prstDash val="solid"/>
          </a:ln>
        </p:spPr>
      </p:sp>
      <p:sp>
        <p:nvSpPr>
          <p:cNvPr id="2432" name="03_assume_matched_7729">
            <a:extLst>
              <a:ext uri="{FF2B5EF4-FFF2-40B4-BE49-F238E27FC236}">
                <a16:creationId xmlns:a16="http://schemas.microsoft.com/office/drawing/2014/main" id="{66D1C4F2-8206-4650-95F0-17C8DE754682}"/>
              </a:ext>
            </a:extLst>
          </p:cNvPr>
          <p:cNvSpPr>
            <a:spLocks noGrp="1"/>
          </p:cNvSpPr>
          <p:nvPr/>
        </p:nvSpPr>
        <p:spPr>
          <a:xfrm>
            <a:off x="4241852" y="5203048"/>
            <a:ext cx="28398" cy="28398"/>
          </a:xfrm>
          <a:prstGeom prst="ellipse">
            <a:avLst/>
          </a:prstGeom>
          <a:solidFill>
            <a:srgbClr val="7F8C97">
              <a:alpha val="48000"/>
            </a:srgbClr>
          </a:solidFill>
          <a:ln w="0">
            <a:noFill/>
            <a:prstDash val="solid"/>
          </a:ln>
        </p:spPr>
      </p:sp>
      <p:sp>
        <p:nvSpPr>
          <p:cNvPr id="2433" name="03_assume_matched_7730">
            <a:extLst>
              <a:ext uri="{FF2B5EF4-FFF2-40B4-BE49-F238E27FC236}">
                <a16:creationId xmlns:a16="http://schemas.microsoft.com/office/drawing/2014/main" id="{1FC7AC2D-D611-442E-A078-0B95A82D419A}"/>
              </a:ext>
            </a:extLst>
          </p:cNvPr>
          <p:cNvSpPr>
            <a:spLocks noGrp="1"/>
          </p:cNvSpPr>
          <p:nvPr/>
        </p:nvSpPr>
        <p:spPr>
          <a:xfrm>
            <a:off x="4253077" y="5290779"/>
            <a:ext cx="28398" cy="28398"/>
          </a:xfrm>
          <a:prstGeom prst="ellipse">
            <a:avLst/>
          </a:prstGeom>
          <a:solidFill>
            <a:srgbClr val="7F8C97">
              <a:alpha val="48000"/>
            </a:srgbClr>
          </a:solidFill>
          <a:ln w="0">
            <a:noFill/>
            <a:prstDash val="solid"/>
          </a:ln>
        </p:spPr>
      </p:sp>
      <p:sp>
        <p:nvSpPr>
          <p:cNvPr id="2434" name="03_assume_matched_7731">
            <a:extLst>
              <a:ext uri="{FF2B5EF4-FFF2-40B4-BE49-F238E27FC236}">
                <a16:creationId xmlns:a16="http://schemas.microsoft.com/office/drawing/2014/main" id="{1BAEA93B-89A1-40DB-BD22-53917019B248}"/>
              </a:ext>
            </a:extLst>
          </p:cNvPr>
          <p:cNvSpPr>
            <a:spLocks noGrp="1"/>
          </p:cNvSpPr>
          <p:nvPr/>
        </p:nvSpPr>
        <p:spPr>
          <a:xfrm>
            <a:off x="4342444" y="5144561"/>
            <a:ext cx="28398" cy="28398"/>
          </a:xfrm>
          <a:prstGeom prst="ellipse">
            <a:avLst/>
          </a:prstGeom>
          <a:solidFill>
            <a:srgbClr val="7F8C97">
              <a:alpha val="48000"/>
            </a:srgbClr>
          </a:solidFill>
          <a:ln w="0">
            <a:noFill/>
            <a:prstDash val="solid"/>
          </a:ln>
        </p:spPr>
      </p:sp>
      <p:sp>
        <p:nvSpPr>
          <p:cNvPr id="2435" name="03_assume_matched_7732">
            <a:extLst>
              <a:ext uri="{FF2B5EF4-FFF2-40B4-BE49-F238E27FC236}">
                <a16:creationId xmlns:a16="http://schemas.microsoft.com/office/drawing/2014/main" id="{AE94EC0F-F672-4086-9AC0-85B74B75BDF2}"/>
              </a:ext>
            </a:extLst>
          </p:cNvPr>
          <p:cNvSpPr>
            <a:spLocks noGrp="1"/>
          </p:cNvSpPr>
          <p:nvPr/>
        </p:nvSpPr>
        <p:spPr>
          <a:xfrm>
            <a:off x="4255379" y="5144561"/>
            <a:ext cx="28398" cy="28398"/>
          </a:xfrm>
          <a:prstGeom prst="ellipse">
            <a:avLst/>
          </a:prstGeom>
          <a:solidFill>
            <a:srgbClr val="7F8C97">
              <a:alpha val="48000"/>
            </a:srgbClr>
          </a:solidFill>
          <a:ln w="0">
            <a:noFill/>
            <a:prstDash val="solid"/>
          </a:ln>
        </p:spPr>
      </p:sp>
      <p:sp>
        <p:nvSpPr>
          <p:cNvPr id="2436" name="03_assume_matched_7733">
            <a:extLst>
              <a:ext uri="{FF2B5EF4-FFF2-40B4-BE49-F238E27FC236}">
                <a16:creationId xmlns:a16="http://schemas.microsoft.com/office/drawing/2014/main" id="{3AEA9B55-5BC8-47AF-A015-C836C59E355F}"/>
              </a:ext>
            </a:extLst>
          </p:cNvPr>
          <p:cNvSpPr>
            <a:spLocks noGrp="1"/>
          </p:cNvSpPr>
          <p:nvPr/>
        </p:nvSpPr>
        <p:spPr>
          <a:xfrm>
            <a:off x="4334385" y="5242040"/>
            <a:ext cx="28398" cy="28398"/>
          </a:xfrm>
          <a:prstGeom prst="ellipse">
            <a:avLst/>
          </a:prstGeom>
          <a:solidFill>
            <a:srgbClr val="7F8C97">
              <a:alpha val="48000"/>
            </a:srgbClr>
          </a:solidFill>
          <a:ln w="0">
            <a:noFill/>
            <a:prstDash val="solid"/>
          </a:ln>
        </p:spPr>
      </p:sp>
      <p:sp>
        <p:nvSpPr>
          <p:cNvPr id="2437" name="03_assume_matched_7734">
            <a:extLst>
              <a:ext uri="{FF2B5EF4-FFF2-40B4-BE49-F238E27FC236}">
                <a16:creationId xmlns:a16="http://schemas.microsoft.com/office/drawing/2014/main" id="{68382303-1B6C-462B-997B-8360D9B9F2C8}"/>
              </a:ext>
            </a:extLst>
          </p:cNvPr>
          <p:cNvSpPr>
            <a:spLocks noGrp="1"/>
          </p:cNvSpPr>
          <p:nvPr/>
        </p:nvSpPr>
        <p:spPr>
          <a:xfrm>
            <a:off x="4335537" y="5144561"/>
            <a:ext cx="28398" cy="28398"/>
          </a:xfrm>
          <a:prstGeom prst="ellipse">
            <a:avLst/>
          </a:prstGeom>
          <a:solidFill>
            <a:srgbClr val="7F8C97">
              <a:alpha val="48000"/>
            </a:srgbClr>
          </a:solidFill>
          <a:ln w="0">
            <a:noFill/>
            <a:prstDash val="solid"/>
          </a:ln>
        </p:spPr>
      </p:sp>
      <p:sp>
        <p:nvSpPr>
          <p:cNvPr id="2438" name="03_assume_matched_7735">
            <a:extLst>
              <a:ext uri="{FF2B5EF4-FFF2-40B4-BE49-F238E27FC236}">
                <a16:creationId xmlns:a16="http://schemas.microsoft.com/office/drawing/2014/main" id="{E493965B-75BA-4DEB-AF28-798B637E77C7}"/>
              </a:ext>
            </a:extLst>
          </p:cNvPr>
          <p:cNvSpPr>
            <a:spLocks noGrp="1"/>
          </p:cNvSpPr>
          <p:nvPr/>
        </p:nvSpPr>
        <p:spPr>
          <a:xfrm>
            <a:off x="4339278" y="5436996"/>
            <a:ext cx="28398" cy="28398"/>
          </a:xfrm>
          <a:prstGeom prst="ellipse">
            <a:avLst/>
          </a:prstGeom>
          <a:solidFill>
            <a:srgbClr val="7F8C97">
              <a:alpha val="48000"/>
            </a:srgbClr>
          </a:solidFill>
          <a:ln w="0">
            <a:noFill/>
            <a:prstDash val="solid"/>
          </a:ln>
        </p:spPr>
      </p:sp>
      <p:sp>
        <p:nvSpPr>
          <p:cNvPr id="2439" name="03_assume_matched_7736">
            <a:extLst>
              <a:ext uri="{FF2B5EF4-FFF2-40B4-BE49-F238E27FC236}">
                <a16:creationId xmlns:a16="http://schemas.microsoft.com/office/drawing/2014/main" id="{36A5B5C9-5E71-43C9-BE9A-34793475EFDC}"/>
              </a:ext>
            </a:extLst>
          </p:cNvPr>
          <p:cNvSpPr>
            <a:spLocks noGrp="1"/>
          </p:cNvSpPr>
          <p:nvPr/>
        </p:nvSpPr>
        <p:spPr>
          <a:xfrm>
            <a:off x="4256530" y="5242040"/>
            <a:ext cx="28398" cy="28398"/>
          </a:xfrm>
          <a:prstGeom prst="ellipse">
            <a:avLst/>
          </a:prstGeom>
          <a:solidFill>
            <a:srgbClr val="7F8C97">
              <a:alpha val="48000"/>
            </a:srgbClr>
          </a:solidFill>
          <a:ln w="0">
            <a:noFill/>
            <a:prstDash val="solid"/>
          </a:ln>
        </p:spPr>
      </p:sp>
      <p:sp>
        <p:nvSpPr>
          <p:cNvPr id="2440" name="03_assume_matched_7737">
            <a:extLst>
              <a:ext uri="{FF2B5EF4-FFF2-40B4-BE49-F238E27FC236}">
                <a16:creationId xmlns:a16="http://schemas.microsoft.com/office/drawing/2014/main" id="{E9B3358D-603D-4063-AF99-B2608E125829}"/>
              </a:ext>
            </a:extLst>
          </p:cNvPr>
          <p:cNvSpPr>
            <a:spLocks noGrp="1"/>
          </p:cNvSpPr>
          <p:nvPr/>
        </p:nvSpPr>
        <p:spPr>
          <a:xfrm>
            <a:off x="4234800" y="5144561"/>
            <a:ext cx="28398" cy="28398"/>
          </a:xfrm>
          <a:prstGeom prst="ellipse">
            <a:avLst/>
          </a:prstGeom>
          <a:solidFill>
            <a:srgbClr val="7F8C97">
              <a:alpha val="48000"/>
            </a:srgbClr>
          </a:solidFill>
          <a:ln w="0">
            <a:noFill/>
            <a:prstDash val="solid"/>
          </a:ln>
        </p:spPr>
      </p:sp>
      <p:sp>
        <p:nvSpPr>
          <p:cNvPr id="2441" name="03_assume_matched_7738">
            <a:extLst>
              <a:ext uri="{FF2B5EF4-FFF2-40B4-BE49-F238E27FC236}">
                <a16:creationId xmlns:a16="http://schemas.microsoft.com/office/drawing/2014/main" id="{699AED03-2B16-413A-A219-1BA75836E3AB}"/>
              </a:ext>
            </a:extLst>
          </p:cNvPr>
          <p:cNvSpPr>
            <a:spLocks noGrp="1"/>
          </p:cNvSpPr>
          <p:nvPr/>
        </p:nvSpPr>
        <p:spPr>
          <a:xfrm>
            <a:off x="4318555" y="5436996"/>
            <a:ext cx="28398" cy="28398"/>
          </a:xfrm>
          <a:prstGeom prst="ellipse">
            <a:avLst/>
          </a:prstGeom>
          <a:solidFill>
            <a:srgbClr val="7F8C97">
              <a:alpha val="48000"/>
            </a:srgbClr>
          </a:solidFill>
          <a:ln w="0">
            <a:noFill/>
            <a:prstDash val="solid"/>
          </a:ln>
        </p:spPr>
      </p:sp>
      <p:sp>
        <p:nvSpPr>
          <p:cNvPr id="2442" name="03_assume_matched_7739">
            <a:extLst>
              <a:ext uri="{FF2B5EF4-FFF2-40B4-BE49-F238E27FC236}">
                <a16:creationId xmlns:a16="http://schemas.microsoft.com/office/drawing/2014/main" id="{E5A56CFB-0615-459F-909F-B96EE49C8AAC}"/>
              </a:ext>
            </a:extLst>
          </p:cNvPr>
          <p:cNvSpPr>
            <a:spLocks noGrp="1"/>
          </p:cNvSpPr>
          <p:nvPr/>
        </p:nvSpPr>
        <p:spPr>
          <a:xfrm>
            <a:off x="4228037" y="5436996"/>
            <a:ext cx="28398" cy="28398"/>
          </a:xfrm>
          <a:prstGeom prst="ellipse">
            <a:avLst/>
          </a:prstGeom>
          <a:solidFill>
            <a:srgbClr val="7F8C97">
              <a:alpha val="48000"/>
            </a:srgbClr>
          </a:solidFill>
          <a:ln w="0">
            <a:noFill/>
            <a:prstDash val="solid"/>
          </a:ln>
        </p:spPr>
      </p:sp>
      <p:sp>
        <p:nvSpPr>
          <p:cNvPr id="2443" name="03_assume_matched_7740">
            <a:extLst>
              <a:ext uri="{FF2B5EF4-FFF2-40B4-BE49-F238E27FC236}">
                <a16:creationId xmlns:a16="http://schemas.microsoft.com/office/drawing/2014/main" id="{CAC1BD50-706B-4613-B76F-03A62DA9F431}"/>
              </a:ext>
            </a:extLst>
          </p:cNvPr>
          <p:cNvSpPr>
            <a:spLocks noGrp="1"/>
          </p:cNvSpPr>
          <p:nvPr/>
        </p:nvSpPr>
        <p:spPr>
          <a:xfrm>
            <a:off x="4322153" y="5203048"/>
            <a:ext cx="28398" cy="28398"/>
          </a:xfrm>
          <a:prstGeom prst="ellipse">
            <a:avLst/>
          </a:prstGeom>
          <a:solidFill>
            <a:srgbClr val="7F8C97">
              <a:alpha val="48000"/>
            </a:srgbClr>
          </a:solidFill>
          <a:ln w="0">
            <a:noFill/>
            <a:prstDash val="solid"/>
          </a:ln>
        </p:spPr>
      </p:sp>
      <p:sp>
        <p:nvSpPr>
          <p:cNvPr id="2444" name="03_assume_matched_7741">
            <a:extLst>
              <a:ext uri="{FF2B5EF4-FFF2-40B4-BE49-F238E27FC236}">
                <a16:creationId xmlns:a16="http://schemas.microsoft.com/office/drawing/2014/main" id="{893DD395-8DEF-4190-8F19-04CF1D6EA542}"/>
              </a:ext>
            </a:extLst>
          </p:cNvPr>
          <p:cNvSpPr>
            <a:spLocks noGrp="1"/>
          </p:cNvSpPr>
          <p:nvPr/>
        </p:nvSpPr>
        <p:spPr>
          <a:xfrm>
            <a:off x="4229332" y="5436996"/>
            <a:ext cx="28398" cy="28398"/>
          </a:xfrm>
          <a:prstGeom prst="ellipse">
            <a:avLst/>
          </a:prstGeom>
          <a:solidFill>
            <a:srgbClr val="7F8C97">
              <a:alpha val="48000"/>
            </a:srgbClr>
          </a:solidFill>
          <a:ln w="0">
            <a:noFill/>
            <a:prstDash val="solid"/>
          </a:ln>
        </p:spPr>
      </p:sp>
      <p:sp>
        <p:nvSpPr>
          <p:cNvPr id="2445" name="03_assume_matched_7742">
            <a:extLst>
              <a:ext uri="{FF2B5EF4-FFF2-40B4-BE49-F238E27FC236}">
                <a16:creationId xmlns:a16="http://schemas.microsoft.com/office/drawing/2014/main" id="{8802B612-03EB-42F4-A322-7CAE5EC6FEC7}"/>
              </a:ext>
            </a:extLst>
          </p:cNvPr>
          <p:cNvSpPr>
            <a:spLocks noGrp="1"/>
          </p:cNvSpPr>
          <p:nvPr/>
        </p:nvSpPr>
        <p:spPr>
          <a:xfrm>
            <a:off x="4349783" y="5436996"/>
            <a:ext cx="28398" cy="28398"/>
          </a:xfrm>
          <a:prstGeom prst="ellipse">
            <a:avLst/>
          </a:prstGeom>
          <a:solidFill>
            <a:srgbClr val="7F8C97">
              <a:alpha val="48000"/>
            </a:srgbClr>
          </a:solidFill>
          <a:ln w="0">
            <a:noFill/>
            <a:prstDash val="solid"/>
          </a:ln>
        </p:spPr>
      </p:sp>
      <p:sp>
        <p:nvSpPr>
          <p:cNvPr id="2446" name="03_assume_matched_7743">
            <a:extLst>
              <a:ext uri="{FF2B5EF4-FFF2-40B4-BE49-F238E27FC236}">
                <a16:creationId xmlns:a16="http://schemas.microsoft.com/office/drawing/2014/main" id="{F22D5E47-B649-4248-A31C-C53365C4316A}"/>
              </a:ext>
            </a:extLst>
          </p:cNvPr>
          <p:cNvSpPr>
            <a:spLocks noGrp="1"/>
          </p:cNvSpPr>
          <p:nvPr/>
        </p:nvSpPr>
        <p:spPr>
          <a:xfrm>
            <a:off x="4327765" y="5436996"/>
            <a:ext cx="28398" cy="28398"/>
          </a:xfrm>
          <a:prstGeom prst="ellipse">
            <a:avLst/>
          </a:prstGeom>
          <a:solidFill>
            <a:srgbClr val="7F8C97">
              <a:alpha val="48000"/>
            </a:srgbClr>
          </a:solidFill>
          <a:ln w="0">
            <a:noFill/>
            <a:prstDash val="solid"/>
          </a:ln>
        </p:spPr>
      </p:sp>
      <p:sp>
        <p:nvSpPr>
          <p:cNvPr id="2447" name="03_assume_matched_7744">
            <a:extLst>
              <a:ext uri="{FF2B5EF4-FFF2-40B4-BE49-F238E27FC236}">
                <a16:creationId xmlns:a16="http://schemas.microsoft.com/office/drawing/2014/main" id="{0AD1F43F-8889-4FE0-A707-D8909D11A77A}"/>
              </a:ext>
            </a:extLst>
          </p:cNvPr>
          <p:cNvSpPr>
            <a:spLocks noGrp="1"/>
          </p:cNvSpPr>
          <p:nvPr/>
        </p:nvSpPr>
        <p:spPr>
          <a:xfrm>
            <a:off x="4275670" y="5436996"/>
            <a:ext cx="28398" cy="28398"/>
          </a:xfrm>
          <a:prstGeom prst="ellipse">
            <a:avLst/>
          </a:prstGeom>
          <a:solidFill>
            <a:srgbClr val="7F8C97">
              <a:alpha val="48000"/>
            </a:srgbClr>
          </a:solidFill>
          <a:ln w="0">
            <a:noFill/>
            <a:prstDash val="solid"/>
          </a:ln>
        </p:spPr>
      </p:sp>
      <p:sp>
        <p:nvSpPr>
          <p:cNvPr id="2448" name="03_assume_matched_7745">
            <a:extLst>
              <a:ext uri="{FF2B5EF4-FFF2-40B4-BE49-F238E27FC236}">
                <a16:creationId xmlns:a16="http://schemas.microsoft.com/office/drawing/2014/main" id="{CFCD311A-62AF-41E3-90F5-021D0E0A66B5}"/>
              </a:ext>
            </a:extLst>
          </p:cNvPr>
          <p:cNvSpPr>
            <a:spLocks noGrp="1"/>
          </p:cNvSpPr>
          <p:nvPr/>
        </p:nvSpPr>
        <p:spPr>
          <a:xfrm>
            <a:off x="4251350" y="5436996"/>
            <a:ext cx="28398" cy="28398"/>
          </a:xfrm>
          <a:prstGeom prst="ellipse">
            <a:avLst/>
          </a:prstGeom>
          <a:solidFill>
            <a:srgbClr val="7F8C97">
              <a:alpha val="48000"/>
            </a:srgbClr>
          </a:solidFill>
          <a:ln w="0">
            <a:noFill/>
            <a:prstDash val="solid"/>
          </a:ln>
        </p:spPr>
      </p:sp>
      <p:sp>
        <p:nvSpPr>
          <p:cNvPr id="2449" name="03_assume_matched_7746">
            <a:extLst>
              <a:ext uri="{FF2B5EF4-FFF2-40B4-BE49-F238E27FC236}">
                <a16:creationId xmlns:a16="http://schemas.microsoft.com/office/drawing/2014/main" id="{7ACA1263-3D1A-4E0D-84E6-DAA1CE99C567}"/>
              </a:ext>
            </a:extLst>
          </p:cNvPr>
          <p:cNvSpPr>
            <a:spLocks noGrp="1"/>
          </p:cNvSpPr>
          <p:nvPr/>
        </p:nvSpPr>
        <p:spPr>
          <a:xfrm>
            <a:off x="4353813" y="5436996"/>
            <a:ext cx="28398" cy="28398"/>
          </a:xfrm>
          <a:prstGeom prst="ellipse">
            <a:avLst/>
          </a:prstGeom>
          <a:solidFill>
            <a:srgbClr val="7F8C97">
              <a:alpha val="48000"/>
            </a:srgbClr>
          </a:solidFill>
          <a:ln w="0">
            <a:noFill/>
            <a:prstDash val="solid"/>
          </a:ln>
        </p:spPr>
      </p:sp>
      <p:sp>
        <p:nvSpPr>
          <p:cNvPr id="2450" name="03_assume_matched_7747">
            <a:extLst>
              <a:ext uri="{FF2B5EF4-FFF2-40B4-BE49-F238E27FC236}">
                <a16:creationId xmlns:a16="http://schemas.microsoft.com/office/drawing/2014/main" id="{80771440-3E52-4024-B314-F0EA7DF3F110}"/>
              </a:ext>
            </a:extLst>
          </p:cNvPr>
          <p:cNvSpPr>
            <a:spLocks noGrp="1"/>
          </p:cNvSpPr>
          <p:nvPr/>
        </p:nvSpPr>
        <p:spPr>
          <a:xfrm>
            <a:off x="4301574" y="5436996"/>
            <a:ext cx="28398" cy="28398"/>
          </a:xfrm>
          <a:prstGeom prst="ellipse">
            <a:avLst/>
          </a:prstGeom>
          <a:solidFill>
            <a:srgbClr val="7F8C97">
              <a:alpha val="48000"/>
            </a:srgbClr>
          </a:solidFill>
          <a:ln w="0">
            <a:noFill/>
            <a:prstDash val="solid"/>
          </a:ln>
        </p:spPr>
      </p:sp>
      <p:sp>
        <p:nvSpPr>
          <p:cNvPr id="2451" name="03_assume_matched_7748">
            <a:extLst>
              <a:ext uri="{FF2B5EF4-FFF2-40B4-BE49-F238E27FC236}">
                <a16:creationId xmlns:a16="http://schemas.microsoft.com/office/drawing/2014/main" id="{40856948-3ADE-44EE-8E50-858CF9B938E0}"/>
              </a:ext>
            </a:extLst>
          </p:cNvPr>
          <p:cNvSpPr>
            <a:spLocks noGrp="1"/>
          </p:cNvSpPr>
          <p:nvPr/>
        </p:nvSpPr>
        <p:spPr>
          <a:xfrm>
            <a:off x="4334385" y="5436996"/>
            <a:ext cx="28398" cy="28398"/>
          </a:xfrm>
          <a:prstGeom prst="ellipse">
            <a:avLst/>
          </a:prstGeom>
          <a:solidFill>
            <a:srgbClr val="7F8C97">
              <a:alpha val="48000"/>
            </a:srgbClr>
          </a:solidFill>
          <a:ln w="0">
            <a:noFill/>
            <a:prstDash val="solid"/>
          </a:ln>
        </p:spPr>
      </p:sp>
      <p:sp>
        <p:nvSpPr>
          <p:cNvPr id="2452" name="03_assume_matched_7749">
            <a:extLst>
              <a:ext uri="{FF2B5EF4-FFF2-40B4-BE49-F238E27FC236}">
                <a16:creationId xmlns:a16="http://schemas.microsoft.com/office/drawing/2014/main" id="{E655B491-0AD5-4819-B75A-348E34614A61}"/>
              </a:ext>
            </a:extLst>
          </p:cNvPr>
          <p:cNvSpPr>
            <a:spLocks noGrp="1"/>
          </p:cNvSpPr>
          <p:nvPr/>
        </p:nvSpPr>
        <p:spPr>
          <a:xfrm>
            <a:off x="4233505" y="5203048"/>
            <a:ext cx="28398" cy="28398"/>
          </a:xfrm>
          <a:prstGeom prst="ellipse">
            <a:avLst/>
          </a:prstGeom>
          <a:solidFill>
            <a:srgbClr val="7F8C97">
              <a:alpha val="48000"/>
            </a:srgbClr>
          </a:solidFill>
          <a:ln w="0">
            <a:noFill/>
            <a:prstDash val="solid"/>
          </a:ln>
        </p:spPr>
      </p:sp>
      <p:sp>
        <p:nvSpPr>
          <p:cNvPr id="2453" name="03_assume_matched_7750">
            <a:extLst>
              <a:ext uri="{FF2B5EF4-FFF2-40B4-BE49-F238E27FC236}">
                <a16:creationId xmlns:a16="http://schemas.microsoft.com/office/drawing/2014/main" id="{2F042EAE-AEE9-4AF4-9BBF-2DE7F106343C}"/>
              </a:ext>
            </a:extLst>
          </p:cNvPr>
          <p:cNvSpPr>
            <a:spLocks noGrp="1"/>
          </p:cNvSpPr>
          <p:nvPr/>
        </p:nvSpPr>
        <p:spPr>
          <a:xfrm>
            <a:off x="4325463" y="5144561"/>
            <a:ext cx="28398" cy="28398"/>
          </a:xfrm>
          <a:prstGeom prst="ellipse">
            <a:avLst/>
          </a:prstGeom>
          <a:solidFill>
            <a:srgbClr val="7F8C97">
              <a:alpha val="48000"/>
            </a:srgbClr>
          </a:solidFill>
          <a:ln w="0">
            <a:noFill/>
            <a:prstDash val="solid"/>
          </a:ln>
        </p:spPr>
      </p:sp>
      <p:sp>
        <p:nvSpPr>
          <p:cNvPr id="2454" name="03_assume_matched_7751">
            <a:extLst>
              <a:ext uri="{FF2B5EF4-FFF2-40B4-BE49-F238E27FC236}">
                <a16:creationId xmlns:a16="http://schemas.microsoft.com/office/drawing/2014/main" id="{3B596978-0715-421A-B773-C1EA2D376FF0}"/>
              </a:ext>
            </a:extLst>
          </p:cNvPr>
          <p:cNvSpPr>
            <a:spLocks noGrp="1"/>
          </p:cNvSpPr>
          <p:nvPr/>
        </p:nvSpPr>
        <p:spPr>
          <a:xfrm>
            <a:off x="4304596" y="5144561"/>
            <a:ext cx="28398" cy="28398"/>
          </a:xfrm>
          <a:prstGeom prst="ellipse">
            <a:avLst/>
          </a:prstGeom>
          <a:solidFill>
            <a:srgbClr val="7F8C97">
              <a:alpha val="48000"/>
            </a:srgbClr>
          </a:solidFill>
          <a:ln w="0">
            <a:noFill/>
            <a:prstDash val="solid"/>
          </a:ln>
        </p:spPr>
      </p:sp>
      <p:sp>
        <p:nvSpPr>
          <p:cNvPr id="2455" name="03_assume_matched_7752">
            <a:extLst>
              <a:ext uri="{FF2B5EF4-FFF2-40B4-BE49-F238E27FC236}">
                <a16:creationId xmlns:a16="http://schemas.microsoft.com/office/drawing/2014/main" id="{E89C3702-14B1-4014-AAC7-EA09D1BAC7FB}"/>
              </a:ext>
            </a:extLst>
          </p:cNvPr>
          <p:cNvSpPr>
            <a:spLocks noGrp="1"/>
          </p:cNvSpPr>
          <p:nvPr/>
        </p:nvSpPr>
        <p:spPr>
          <a:xfrm>
            <a:off x="4213214" y="5144561"/>
            <a:ext cx="28398" cy="28398"/>
          </a:xfrm>
          <a:prstGeom prst="ellipse">
            <a:avLst/>
          </a:prstGeom>
          <a:solidFill>
            <a:srgbClr val="7F8C97">
              <a:alpha val="48000"/>
            </a:srgbClr>
          </a:solidFill>
          <a:ln w="0">
            <a:noFill/>
            <a:prstDash val="solid"/>
          </a:ln>
        </p:spPr>
      </p:sp>
      <p:sp>
        <p:nvSpPr>
          <p:cNvPr id="2456" name="03_assume_matched_7753">
            <a:extLst>
              <a:ext uri="{FF2B5EF4-FFF2-40B4-BE49-F238E27FC236}">
                <a16:creationId xmlns:a16="http://schemas.microsoft.com/office/drawing/2014/main" id="{23711457-0F5D-4FBE-B7C6-CDBA3086EC2B}"/>
              </a:ext>
            </a:extLst>
          </p:cNvPr>
          <p:cNvSpPr>
            <a:spLocks noGrp="1"/>
          </p:cNvSpPr>
          <p:nvPr/>
        </p:nvSpPr>
        <p:spPr>
          <a:xfrm>
            <a:off x="4272504" y="5436996"/>
            <a:ext cx="28398" cy="28398"/>
          </a:xfrm>
          <a:prstGeom prst="ellipse">
            <a:avLst/>
          </a:prstGeom>
          <a:solidFill>
            <a:srgbClr val="7F8C97">
              <a:alpha val="48000"/>
            </a:srgbClr>
          </a:solidFill>
          <a:ln w="0">
            <a:noFill/>
            <a:prstDash val="solid"/>
          </a:ln>
        </p:spPr>
      </p:sp>
      <p:sp>
        <p:nvSpPr>
          <p:cNvPr id="2457" name="03_assume_matched_7754">
            <a:extLst>
              <a:ext uri="{FF2B5EF4-FFF2-40B4-BE49-F238E27FC236}">
                <a16:creationId xmlns:a16="http://schemas.microsoft.com/office/drawing/2014/main" id="{1A41E7FF-A47C-4AE6-B3CA-45D2158E17A6}"/>
              </a:ext>
            </a:extLst>
          </p:cNvPr>
          <p:cNvSpPr>
            <a:spLocks noGrp="1"/>
          </p:cNvSpPr>
          <p:nvPr/>
        </p:nvSpPr>
        <p:spPr>
          <a:xfrm>
            <a:off x="4254660" y="5436996"/>
            <a:ext cx="28398" cy="28398"/>
          </a:xfrm>
          <a:prstGeom prst="ellipse">
            <a:avLst/>
          </a:prstGeom>
          <a:solidFill>
            <a:srgbClr val="7F8C97">
              <a:alpha val="48000"/>
            </a:srgbClr>
          </a:solidFill>
          <a:ln w="0">
            <a:noFill/>
            <a:prstDash val="solid"/>
          </a:ln>
        </p:spPr>
      </p:sp>
      <p:sp>
        <p:nvSpPr>
          <p:cNvPr id="2458" name="03_assume_matched_7755">
            <a:extLst>
              <a:ext uri="{FF2B5EF4-FFF2-40B4-BE49-F238E27FC236}">
                <a16:creationId xmlns:a16="http://schemas.microsoft.com/office/drawing/2014/main" id="{F58E4440-2840-4E60-B676-60EEEFB517A8}"/>
              </a:ext>
            </a:extLst>
          </p:cNvPr>
          <p:cNvSpPr>
            <a:spLocks noGrp="1"/>
          </p:cNvSpPr>
          <p:nvPr/>
        </p:nvSpPr>
        <p:spPr>
          <a:xfrm>
            <a:off x="4286895" y="5144561"/>
            <a:ext cx="28398" cy="28398"/>
          </a:xfrm>
          <a:prstGeom prst="ellipse">
            <a:avLst/>
          </a:prstGeom>
          <a:solidFill>
            <a:srgbClr val="7F8C97">
              <a:alpha val="48000"/>
            </a:srgbClr>
          </a:solidFill>
          <a:ln w="0">
            <a:noFill/>
            <a:prstDash val="solid"/>
          </a:ln>
        </p:spPr>
      </p:sp>
      <p:sp>
        <p:nvSpPr>
          <p:cNvPr id="2459" name="03_assume_matched_7756">
            <a:extLst>
              <a:ext uri="{FF2B5EF4-FFF2-40B4-BE49-F238E27FC236}">
                <a16:creationId xmlns:a16="http://schemas.microsoft.com/office/drawing/2014/main" id="{808D4731-A692-490D-B116-5195BA2568C3}"/>
              </a:ext>
            </a:extLst>
          </p:cNvPr>
          <p:cNvSpPr>
            <a:spLocks noGrp="1"/>
          </p:cNvSpPr>
          <p:nvPr/>
        </p:nvSpPr>
        <p:spPr>
          <a:xfrm>
            <a:off x="4268763" y="5388257"/>
            <a:ext cx="28398" cy="28398"/>
          </a:xfrm>
          <a:prstGeom prst="ellipse">
            <a:avLst/>
          </a:prstGeom>
          <a:solidFill>
            <a:srgbClr val="7F8C97">
              <a:alpha val="48000"/>
            </a:srgbClr>
          </a:solidFill>
          <a:ln w="0">
            <a:noFill/>
            <a:prstDash val="solid"/>
          </a:ln>
        </p:spPr>
      </p:sp>
      <p:sp>
        <p:nvSpPr>
          <p:cNvPr id="2460" name="03_assume_matched_7757">
            <a:extLst>
              <a:ext uri="{FF2B5EF4-FFF2-40B4-BE49-F238E27FC236}">
                <a16:creationId xmlns:a16="http://schemas.microsoft.com/office/drawing/2014/main" id="{3E41268B-BF99-42B5-9496-197661DC2C62}"/>
              </a:ext>
            </a:extLst>
          </p:cNvPr>
          <p:cNvSpPr>
            <a:spLocks noGrp="1"/>
          </p:cNvSpPr>
          <p:nvPr/>
        </p:nvSpPr>
        <p:spPr>
          <a:xfrm>
            <a:off x="4330931" y="5290779"/>
            <a:ext cx="28398" cy="28398"/>
          </a:xfrm>
          <a:prstGeom prst="ellipse">
            <a:avLst/>
          </a:prstGeom>
          <a:solidFill>
            <a:srgbClr val="7F8C97">
              <a:alpha val="48000"/>
            </a:srgbClr>
          </a:solidFill>
          <a:ln w="0">
            <a:noFill/>
            <a:prstDash val="solid"/>
          </a:ln>
        </p:spPr>
      </p:sp>
      <p:sp>
        <p:nvSpPr>
          <p:cNvPr id="2461" name="03_assume_matched_7758">
            <a:extLst>
              <a:ext uri="{FF2B5EF4-FFF2-40B4-BE49-F238E27FC236}">
                <a16:creationId xmlns:a16="http://schemas.microsoft.com/office/drawing/2014/main" id="{6C2D2628-44AC-4EC9-B8AC-DA9775DE14E6}"/>
              </a:ext>
            </a:extLst>
          </p:cNvPr>
          <p:cNvSpPr>
            <a:spLocks noGrp="1"/>
          </p:cNvSpPr>
          <p:nvPr/>
        </p:nvSpPr>
        <p:spPr>
          <a:xfrm>
            <a:off x="4229044" y="5144561"/>
            <a:ext cx="28398" cy="28398"/>
          </a:xfrm>
          <a:prstGeom prst="ellipse">
            <a:avLst/>
          </a:prstGeom>
          <a:solidFill>
            <a:srgbClr val="7F8C97">
              <a:alpha val="48000"/>
            </a:srgbClr>
          </a:solidFill>
          <a:ln w="0">
            <a:noFill/>
            <a:prstDash val="solid"/>
          </a:ln>
        </p:spPr>
      </p:sp>
      <p:sp>
        <p:nvSpPr>
          <p:cNvPr id="2462" name="03_assume_matched_7759">
            <a:extLst>
              <a:ext uri="{FF2B5EF4-FFF2-40B4-BE49-F238E27FC236}">
                <a16:creationId xmlns:a16="http://schemas.microsoft.com/office/drawing/2014/main" id="{951206D6-A793-4EE4-9A6E-3FCBA8ABF15B}"/>
              </a:ext>
            </a:extLst>
          </p:cNvPr>
          <p:cNvSpPr>
            <a:spLocks noGrp="1"/>
          </p:cNvSpPr>
          <p:nvPr/>
        </p:nvSpPr>
        <p:spPr>
          <a:xfrm>
            <a:off x="4235664" y="5436996"/>
            <a:ext cx="28398" cy="28398"/>
          </a:xfrm>
          <a:prstGeom prst="ellipse">
            <a:avLst/>
          </a:prstGeom>
          <a:solidFill>
            <a:srgbClr val="7F8C97">
              <a:alpha val="48000"/>
            </a:srgbClr>
          </a:solidFill>
          <a:ln w="0">
            <a:noFill/>
            <a:prstDash val="solid"/>
          </a:ln>
        </p:spPr>
      </p:sp>
      <p:sp>
        <p:nvSpPr>
          <p:cNvPr id="2463" name="03_assume_matched_7760">
            <a:extLst>
              <a:ext uri="{FF2B5EF4-FFF2-40B4-BE49-F238E27FC236}">
                <a16:creationId xmlns:a16="http://schemas.microsoft.com/office/drawing/2014/main" id="{DD636281-0EEB-430C-B591-261D55CE5942}"/>
              </a:ext>
            </a:extLst>
          </p:cNvPr>
          <p:cNvSpPr>
            <a:spLocks noGrp="1"/>
          </p:cNvSpPr>
          <p:nvPr/>
        </p:nvSpPr>
        <p:spPr>
          <a:xfrm>
            <a:off x="4295530" y="5144561"/>
            <a:ext cx="28398" cy="28398"/>
          </a:xfrm>
          <a:prstGeom prst="ellipse">
            <a:avLst/>
          </a:prstGeom>
          <a:solidFill>
            <a:srgbClr val="7F8C97">
              <a:alpha val="48000"/>
            </a:srgbClr>
          </a:solidFill>
          <a:ln w="0">
            <a:noFill/>
            <a:prstDash val="solid"/>
          </a:ln>
        </p:spPr>
      </p:sp>
      <p:sp>
        <p:nvSpPr>
          <p:cNvPr id="2464" name="03_assume_matched_7761">
            <a:extLst>
              <a:ext uri="{FF2B5EF4-FFF2-40B4-BE49-F238E27FC236}">
                <a16:creationId xmlns:a16="http://schemas.microsoft.com/office/drawing/2014/main" id="{2ADE3C68-D64E-4C04-A33A-1DFA2850124C}"/>
              </a:ext>
            </a:extLst>
          </p:cNvPr>
          <p:cNvSpPr>
            <a:spLocks noGrp="1"/>
          </p:cNvSpPr>
          <p:nvPr/>
        </p:nvSpPr>
        <p:spPr>
          <a:xfrm>
            <a:off x="4294235" y="5144561"/>
            <a:ext cx="28398" cy="28398"/>
          </a:xfrm>
          <a:prstGeom prst="ellipse">
            <a:avLst/>
          </a:prstGeom>
          <a:solidFill>
            <a:srgbClr val="7F8C97">
              <a:alpha val="48000"/>
            </a:srgbClr>
          </a:solidFill>
          <a:ln w="0">
            <a:noFill/>
            <a:prstDash val="solid"/>
          </a:ln>
        </p:spPr>
      </p:sp>
      <p:sp>
        <p:nvSpPr>
          <p:cNvPr id="2465" name="03_assume_matched_7762">
            <a:extLst>
              <a:ext uri="{FF2B5EF4-FFF2-40B4-BE49-F238E27FC236}">
                <a16:creationId xmlns:a16="http://schemas.microsoft.com/office/drawing/2014/main" id="{090B7EBD-6A35-4D9F-A12C-D716AECFF25D}"/>
              </a:ext>
            </a:extLst>
          </p:cNvPr>
          <p:cNvSpPr>
            <a:spLocks noGrp="1"/>
          </p:cNvSpPr>
          <p:nvPr/>
        </p:nvSpPr>
        <p:spPr>
          <a:xfrm>
            <a:off x="4341005" y="5436996"/>
            <a:ext cx="28398" cy="28398"/>
          </a:xfrm>
          <a:prstGeom prst="ellipse">
            <a:avLst/>
          </a:prstGeom>
          <a:solidFill>
            <a:srgbClr val="7F8C97">
              <a:alpha val="48000"/>
            </a:srgbClr>
          </a:solidFill>
          <a:ln w="0">
            <a:noFill/>
            <a:prstDash val="solid"/>
          </a:ln>
        </p:spPr>
      </p:sp>
      <p:sp>
        <p:nvSpPr>
          <p:cNvPr id="2466" name="03_assume_matched_7763">
            <a:extLst>
              <a:ext uri="{FF2B5EF4-FFF2-40B4-BE49-F238E27FC236}">
                <a16:creationId xmlns:a16="http://schemas.microsoft.com/office/drawing/2014/main" id="{AF8086E1-6FAD-4104-AEFF-8755D03AD87A}"/>
              </a:ext>
            </a:extLst>
          </p:cNvPr>
          <p:cNvSpPr>
            <a:spLocks noGrp="1"/>
          </p:cNvSpPr>
          <p:nvPr/>
        </p:nvSpPr>
        <p:spPr>
          <a:xfrm>
            <a:off x="4319275" y="5436996"/>
            <a:ext cx="28398" cy="28398"/>
          </a:xfrm>
          <a:prstGeom prst="ellipse">
            <a:avLst/>
          </a:prstGeom>
          <a:solidFill>
            <a:srgbClr val="7F8C97">
              <a:alpha val="48000"/>
            </a:srgbClr>
          </a:solidFill>
          <a:ln w="0">
            <a:noFill/>
            <a:prstDash val="solid"/>
          </a:ln>
        </p:spPr>
      </p:sp>
      <p:sp>
        <p:nvSpPr>
          <p:cNvPr id="2467" name="03_assume_matched_7764">
            <a:extLst>
              <a:ext uri="{FF2B5EF4-FFF2-40B4-BE49-F238E27FC236}">
                <a16:creationId xmlns:a16="http://schemas.microsoft.com/office/drawing/2014/main" id="{CD7E9926-13F5-4249-99EF-D3A329B9677C}"/>
              </a:ext>
            </a:extLst>
          </p:cNvPr>
          <p:cNvSpPr>
            <a:spLocks noGrp="1"/>
          </p:cNvSpPr>
          <p:nvPr/>
        </p:nvSpPr>
        <p:spPr>
          <a:xfrm>
            <a:off x="4251350" y="5436996"/>
            <a:ext cx="28398" cy="28398"/>
          </a:xfrm>
          <a:prstGeom prst="ellipse">
            <a:avLst/>
          </a:prstGeom>
          <a:solidFill>
            <a:srgbClr val="7F8C97">
              <a:alpha val="48000"/>
            </a:srgbClr>
          </a:solidFill>
          <a:ln w="0">
            <a:noFill/>
            <a:prstDash val="solid"/>
          </a:ln>
        </p:spPr>
      </p:sp>
      <p:sp>
        <p:nvSpPr>
          <p:cNvPr id="2468" name="03_assume_matched_7765">
            <a:extLst>
              <a:ext uri="{FF2B5EF4-FFF2-40B4-BE49-F238E27FC236}">
                <a16:creationId xmlns:a16="http://schemas.microsoft.com/office/drawing/2014/main" id="{0826FB03-1160-459B-8712-D7FF3804D9F7}"/>
              </a:ext>
            </a:extLst>
          </p:cNvPr>
          <p:cNvSpPr>
            <a:spLocks noGrp="1"/>
          </p:cNvSpPr>
          <p:nvPr/>
        </p:nvSpPr>
        <p:spPr>
          <a:xfrm>
            <a:off x="4322153" y="5436996"/>
            <a:ext cx="28398" cy="28398"/>
          </a:xfrm>
          <a:prstGeom prst="ellipse">
            <a:avLst/>
          </a:prstGeom>
          <a:solidFill>
            <a:srgbClr val="7F8C97">
              <a:alpha val="48000"/>
            </a:srgbClr>
          </a:solidFill>
          <a:ln w="0">
            <a:noFill/>
            <a:prstDash val="solid"/>
          </a:ln>
        </p:spPr>
      </p:sp>
      <p:sp>
        <p:nvSpPr>
          <p:cNvPr id="2469" name="03_assume_matched_7766">
            <a:extLst>
              <a:ext uri="{FF2B5EF4-FFF2-40B4-BE49-F238E27FC236}">
                <a16:creationId xmlns:a16="http://schemas.microsoft.com/office/drawing/2014/main" id="{A75012CE-234C-4D39-8F8D-8E29BA9A25CA}"/>
              </a:ext>
            </a:extLst>
          </p:cNvPr>
          <p:cNvSpPr>
            <a:spLocks noGrp="1"/>
          </p:cNvSpPr>
          <p:nvPr/>
        </p:nvSpPr>
        <p:spPr>
          <a:xfrm>
            <a:off x="4310496" y="5242040"/>
            <a:ext cx="28398" cy="28398"/>
          </a:xfrm>
          <a:prstGeom prst="ellipse">
            <a:avLst/>
          </a:prstGeom>
          <a:solidFill>
            <a:srgbClr val="7F8C97">
              <a:alpha val="48000"/>
            </a:srgbClr>
          </a:solidFill>
          <a:ln w="0">
            <a:noFill/>
            <a:prstDash val="solid"/>
          </a:ln>
        </p:spPr>
      </p:sp>
      <p:sp>
        <p:nvSpPr>
          <p:cNvPr id="2470" name="03_assume_matched_7767">
            <a:extLst>
              <a:ext uri="{FF2B5EF4-FFF2-40B4-BE49-F238E27FC236}">
                <a16:creationId xmlns:a16="http://schemas.microsoft.com/office/drawing/2014/main" id="{64CDA271-9E29-4DB3-8E8E-01507C5CCBAC}"/>
              </a:ext>
            </a:extLst>
          </p:cNvPr>
          <p:cNvSpPr>
            <a:spLocks noGrp="1"/>
          </p:cNvSpPr>
          <p:nvPr/>
        </p:nvSpPr>
        <p:spPr>
          <a:xfrm>
            <a:off x="4316684" y="5436996"/>
            <a:ext cx="28398" cy="28398"/>
          </a:xfrm>
          <a:prstGeom prst="ellipse">
            <a:avLst/>
          </a:prstGeom>
          <a:solidFill>
            <a:srgbClr val="7F8C97">
              <a:alpha val="48000"/>
            </a:srgbClr>
          </a:solidFill>
          <a:ln w="0">
            <a:noFill/>
            <a:prstDash val="solid"/>
          </a:ln>
        </p:spPr>
      </p:sp>
      <p:sp>
        <p:nvSpPr>
          <p:cNvPr id="2471" name="03_assume_matched_7768">
            <a:extLst>
              <a:ext uri="{FF2B5EF4-FFF2-40B4-BE49-F238E27FC236}">
                <a16:creationId xmlns:a16="http://schemas.microsoft.com/office/drawing/2014/main" id="{0F286017-A187-48B2-A277-69541B8DBB5F}"/>
              </a:ext>
            </a:extLst>
          </p:cNvPr>
          <p:cNvSpPr>
            <a:spLocks noGrp="1"/>
          </p:cNvSpPr>
          <p:nvPr/>
        </p:nvSpPr>
        <p:spPr>
          <a:xfrm>
            <a:off x="4330068" y="5404503"/>
            <a:ext cx="28398" cy="28398"/>
          </a:xfrm>
          <a:prstGeom prst="ellipse">
            <a:avLst/>
          </a:prstGeom>
          <a:solidFill>
            <a:srgbClr val="7F8C97">
              <a:alpha val="48000"/>
            </a:srgbClr>
          </a:solidFill>
          <a:ln w="0">
            <a:noFill/>
            <a:prstDash val="solid"/>
          </a:ln>
        </p:spPr>
      </p:sp>
      <p:sp>
        <p:nvSpPr>
          <p:cNvPr id="2472" name="03_assume_matched_7769">
            <a:extLst>
              <a:ext uri="{FF2B5EF4-FFF2-40B4-BE49-F238E27FC236}">
                <a16:creationId xmlns:a16="http://schemas.microsoft.com/office/drawing/2014/main" id="{DF3833E4-3890-4D73-B3D0-535FFA28F62F}"/>
              </a:ext>
            </a:extLst>
          </p:cNvPr>
          <p:cNvSpPr>
            <a:spLocks noGrp="1"/>
          </p:cNvSpPr>
          <p:nvPr/>
        </p:nvSpPr>
        <p:spPr>
          <a:xfrm>
            <a:off x="4238686" y="5144561"/>
            <a:ext cx="28398" cy="28398"/>
          </a:xfrm>
          <a:prstGeom prst="ellipse">
            <a:avLst/>
          </a:prstGeom>
          <a:solidFill>
            <a:srgbClr val="7F8C97">
              <a:alpha val="48000"/>
            </a:srgbClr>
          </a:solidFill>
          <a:ln w="0">
            <a:noFill/>
            <a:prstDash val="solid"/>
          </a:ln>
        </p:spPr>
      </p:sp>
      <p:sp>
        <p:nvSpPr>
          <p:cNvPr id="2473" name="03_assume_matched_7770">
            <a:extLst>
              <a:ext uri="{FF2B5EF4-FFF2-40B4-BE49-F238E27FC236}">
                <a16:creationId xmlns:a16="http://schemas.microsoft.com/office/drawing/2014/main" id="{EB7BEB59-EE54-406B-9545-8132D30854EB}"/>
              </a:ext>
            </a:extLst>
          </p:cNvPr>
          <p:cNvSpPr>
            <a:spLocks noGrp="1"/>
          </p:cNvSpPr>
          <p:nvPr/>
        </p:nvSpPr>
        <p:spPr>
          <a:xfrm>
            <a:off x="4227893" y="5242040"/>
            <a:ext cx="28398" cy="28398"/>
          </a:xfrm>
          <a:prstGeom prst="ellipse">
            <a:avLst/>
          </a:prstGeom>
          <a:solidFill>
            <a:srgbClr val="7F8C97">
              <a:alpha val="48000"/>
            </a:srgbClr>
          </a:solidFill>
          <a:ln w="0">
            <a:noFill/>
            <a:prstDash val="solid"/>
          </a:ln>
        </p:spPr>
      </p:sp>
      <p:sp>
        <p:nvSpPr>
          <p:cNvPr id="2474" name="03_assume_matched_7771">
            <a:extLst>
              <a:ext uri="{FF2B5EF4-FFF2-40B4-BE49-F238E27FC236}">
                <a16:creationId xmlns:a16="http://schemas.microsoft.com/office/drawing/2014/main" id="{CB42ED4F-3D4A-4185-B993-589397E1306E}"/>
              </a:ext>
            </a:extLst>
          </p:cNvPr>
          <p:cNvSpPr>
            <a:spLocks noGrp="1"/>
          </p:cNvSpPr>
          <p:nvPr/>
        </p:nvSpPr>
        <p:spPr>
          <a:xfrm>
            <a:off x="4310784" y="5290779"/>
            <a:ext cx="28398" cy="28398"/>
          </a:xfrm>
          <a:prstGeom prst="ellipse">
            <a:avLst/>
          </a:prstGeom>
          <a:solidFill>
            <a:srgbClr val="7F8C97">
              <a:alpha val="48000"/>
            </a:srgbClr>
          </a:solidFill>
          <a:ln w="0">
            <a:noFill/>
            <a:prstDash val="solid"/>
          </a:ln>
        </p:spPr>
      </p:sp>
      <p:sp>
        <p:nvSpPr>
          <p:cNvPr id="2475" name="03_assume_matched_7772">
            <a:extLst>
              <a:ext uri="{FF2B5EF4-FFF2-40B4-BE49-F238E27FC236}">
                <a16:creationId xmlns:a16="http://schemas.microsoft.com/office/drawing/2014/main" id="{88FC9DBE-2CA7-4154-BC27-F9EE01A11FDA}"/>
              </a:ext>
            </a:extLst>
          </p:cNvPr>
          <p:cNvSpPr>
            <a:spLocks noGrp="1"/>
          </p:cNvSpPr>
          <p:nvPr/>
        </p:nvSpPr>
        <p:spPr>
          <a:xfrm>
            <a:off x="4347913" y="5144561"/>
            <a:ext cx="28398" cy="28398"/>
          </a:xfrm>
          <a:prstGeom prst="ellipse">
            <a:avLst/>
          </a:prstGeom>
          <a:solidFill>
            <a:srgbClr val="7F8C97">
              <a:alpha val="48000"/>
            </a:srgbClr>
          </a:solidFill>
          <a:ln w="0">
            <a:noFill/>
            <a:prstDash val="solid"/>
          </a:ln>
        </p:spPr>
      </p:sp>
      <p:sp>
        <p:nvSpPr>
          <p:cNvPr id="2476" name="03_assume_matched_7773">
            <a:extLst>
              <a:ext uri="{FF2B5EF4-FFF2-40B4-BE49-F238E27FC236}">
                <a16:creationId xmlns:a16="http://schemas.microsoft.com/office/drawing/2014/main" id="{322DE230-98D0-4480-ABD6-12D37C966796}"/>
              </a:ext>
            </a:extLst>
          </p:cNvPr>
          <p:cNvSpPr>
            <a:spLocks noGrp="1"/>
          </p:cNvSpPr>
          <p:nvPr/>
        </p:nvSpPr>
        <p:spPr>
          <a:xfrm>
            <a:off x="4354101" y="5144561"/>
            <a:ext cx="28398" cy="28398"/>
          </a:xfrm>
          <a:prstGeom prst="ellipse">
            <a:avLst/>
          </a:prstGeom>
          <a:solidFill>
            <a:srgbClr val="7F8C97">
              <a:alpha val="48000"/>
            </a:srgbClr>
          </a:solidFill>
          <a:ln w="0">
            <a:noFill/>
            <a:prstDash val="solid"/>
          </a:ln>
        </p:spPr>
      </p:sp>
      <p:sp>
        <p:nvSpPr>
          <p:cNvPr id="2477" name="03_assume_matched_7774">
            <a:extLst>
              <a:ext uri="{FF2B5EF4-FFF2-40B4-BE49-F238E27FC236}">
                <a16:creationId xmlns:a16="http://schemas.microsoft.com/office/drawing/2014/main" id="{B03E2990-C30D-45E0-A18D-7D8F099D43CC}"/>
              </a:ext>
            </a:extLst>
          </p:cNvPr>
          <p:cNvSpPr>
            <a:spLocks noGrp="1"/>
          </p:cNvSpPr>
          <p:nvPr/>
        </p:nvSpPr>
        <p:spPr>
          <a:xfrm>
            <a:off x="4265165" y="5144561"/>
            <a:ext cx="28398" cy="28398"/>
          </a:xfrm>
          <a:prstGeom prst="ellipse">
            <a:avLst/>
          </a:prstGeom>
          <a:solidFill>
            <a:srgbClr val="7F8C97">
              <a:alpha val="48000"/>
            </a:srgbClr>
          </a:solidFill>
          <a:ln w="0">
            <a:noFill/>
            <a:prstDash val="solid"/>
          </a:ln>
        </p:spPr>
      </p:sp>
      <p:sp>
        <p:nvSpPr>
          <p:cNvPr id="2478" name="03_assume_matched_7775">
            <a:extLst>
              <a:ext uri="{FF2B5EF4-FFF2-40B4-BE49-F238E27FC236}">
                <a16:creationId xmlns:a16="http://schemas.microsoft.com/office/drawing/2014/main" id="{341FA374-7911-4FBE-88ED-EF9C1D5925E7}"/>
              </a:ext>
            </a:extLst>
          </p:cNvPr>
          <p:cNvSpPr>
            <a:spLocks noGrp="1"/>
          </p:cNvSpPr>
          <p:nvPr/>
        </p:nvSpPr>
        <p:spPr>
          <a:xfrm>
            <a:off x="4317980" y="5436996"/>
            <a:ext cx="28398" cy="28398"/>
          </a:xfrm>
          <a:prstGeom prst="ellipse">
            <a:avLst/>
          </a:prstGeom>
          <a:solidFill>
            <a:srgbClr val="7F8C97">
              <a:alpha val="48000"/>
            </a:srgbClr>
          </a:solidFill>
          <a:ln w="0">
            <a:noFill/>
            <a:prstDash val="solid"/>
          </a:ln>
        </p:spPr>
      </p:sp>
      <p:sp>
        <p:nvSpPr>
          <p:cNvPr id="2479" name="03_assume_matched_7776">
            <a:extLst>
              <a:ext uri="{FF2B5EF4-FFF2-40B4-BE49-F238E27FC236}">
                <a16:creationId xmlns:a16="http://schemas.microsoft.com/office/drawing/2014/main" id="{C9901665-2B78-4DE5-8673-9A6B8CF6DB02}"/>
              </a:ext>
            </a:extLst>
          </p:cNvPr>
          <p:cNvSpPr>
            <a:spLocks noGrp="1"/>
          </p:cNvSpPr>
          <p:nvPr/>
        </p:nvSpPr>
        <p:spPr>
          <a:xfrm>
            <a:off x="4328917" y="5436996"/>
            <a:ext cx="28398" cy="28398"/>
          </a:xfrm>
          <a:prstGeom prst="ellipse">
            <a:avLst/>
          </a:prstGeom>
          <a:solidFill>
            <a:srgbClr val="7F8C97">
              <a:alpha val="48000"/>
            </a:srgbClr>
          </a:solidFill>
          <a:ln w="0">
            <a:noFill/>
            <a:prstDash val="solid"/>
          </a:ln>
        </p:spPr>
      </p:sp>
      <p:sp>
        <p:nvSpPr>
          <p:cNvPr id="2480" name="03_assume_matched_7777">
            <a:extLst>
              <a:ext uri="{FF2B5EF4-FFF2-40B4-BE49-F238E27FC236}">
                <a16:creationId xmlns:a16="http://schemas.microsoft.com/office/drawing/2014/main" id="{3F362843-5B07-4A0B-B085-E8FCD5CB54FA}"/>
              </a:ext>
            </a:extLst>
          </p:cNvPr>
          <p:cNvSpPr>
            <a:spLocks noGrp="1"/>
          </p:cNvSpPr>
          <p:nvPr/>
        </p:nvSpPr>
        <p:spPr>
          <a:xfrm>
            <a:off x="4346330" y="5436996"/>
            <a:ext cx="28398" cy="28398"/>
          </a:xfrm>
          <a:prstGeom prst="ellipse">
            <a:avLst/>
          </a:prstGeom>
          <a:solidFill>
            <a:srgbClr val="7F8C97">
              <a:alpha val="48000"/>
            </a:srgbClr>
          </a:solidFill>
          <a:ln w="0">
            <a:noFill/>
            <a:prstDash val="solid"/>
          </a:ln>
        </p:spPr>
      </p:sp>
      <p:sp>
        <p:nvSpPr>
          <p:cNvPr id="2481" name="03_assume_matched_7778">
            <a:extLst>
              <a:ext uri="{FF2B5EF4-FFF2-40B4-BE49-F238E27FC236}">
                <a16:creationId xmlns:a16="http://schemas.microsoft.com/office/drawing/2014/main" id="{C5033BDE-120F-4079-977F-A0E8B4DE1BF8}"/>
              </a:ext>
            </a:extLst>
          </p:cNvPr>
          <p:cNvSpPr>
            <a:spLocks noGrp="1"/>
          </p:cNvSpPr>
          <p:nvPr/>
        </p:nvSpPr>
        <p:spPr>
          <a:xfrm>
            <a:off x="4331075" y="5436996"/>
            <a:ext cx="28398" cy="28398"/>
          </a:xfrm>
          <a:prstGeom prst="ellipse">
            <a:avLst/>
          </a:prstGeom>
          <a:solidFill>
            <a:srgbClr val="7F8C97">
              <a:alpha val="48000"/>
            </a:srgbClr>
          </a:solidFill>
          <a:ln w="0">
            <a:noFill/>
            <a:prstDash val="solid"/>
          </a:ln>
        </p:spPr>
      </p:sp>
      <p:sp>
        <p:nvSpPr>
          <p:cNvPr id="2482" name="03_assume_matched_7779">
            <a:extLst>
              <a:ext uri="{FF2B5EF4-FFF2-40B4-BE49-F238E27FC236}">
                <a16:creationId xmlns:a16="http://schemas.microsoft.com/office/drawing/2014/main" id="{28F510B9-FB09-4033-84CE-4057EB74C82F}"/>
              </a:ext>
            </a:extLst>
          </p:cNvPr>
          <p:cNvSpPr>
            <a:spLocks noGrp="1"/>
          </p:cNvSpPr>
          <p:nvPr/>
        </p:nvSpPr>
        <p:spPr>
          <a:xfrm>
            <a:off x="4309345" y="5436996"/>
            <a:ext cx="28398" cy="28398"/>
          </a:xfrm>
          <a:prstGeom prst="ellipse">
            <a:avLst/>
          </a:prstGeom>
          <a:solidFill>
            <a:srgbClr val="7F8C97">
              <a:alpha val="48000"/>
            </a:srgbClr>
          </a:solidFill>
          <a:ln w="0">
            <a:noFill/>
            <a:prstDash val="solid"/>
          </a:ln>
        </p:spPr>
      </p:sp>
      <p:sp>
        <p:nvSpPr>
          <p:cNvPr id="2483" name="03_assume_matched_7780">
            <a:extLst>
              <a:ext uri="{FF2B5EF4-FFF2-40B4-BE49-F238E27FC236}">
                <a16:creationId xmlns:a16="http://schemas.microsoft.com/office/drawing/2014/main" id="{8E3087B6-DCCF-4E1E-BD8A-9E9154E0637D}"/>
              </a:ext>
            </a:extLst>
          </p:cNvPr>
          <p:cNvSpPr>
            <a:spLocks noGrp="1"/>
          </p:cNvSpPr>
          <p:nvPr/>
        </p:nvSpPr>
        <p:spPr>
          <a:xfrm>
            <a:off x="4221129" y="5144561"/>
            <a:ext cx="28398" cy="28398"/>
          </a:xfrm>
          <a:prstGeom prst="ellipse">
            <a:avLst/>
          </a:prstGeom>
          <a:solidFill>
            <a:srgbClr val="7F8C97">
              <a:alpha val="48000"/>
            </a:srgbClr>
          </a:solidFill>
          <a:ln w="0">
            <a:noFill/>
            <a:prstDash val="solid"/>
          </a:ln>
        </p:spPr>
      </p:sp>
      <p:sp>
        <p:nvSpPr>
          <p:cNvPr id="2484" name="03_assume_matched_7781">
            <a:extLst>
              <a:ext uri="{FF2B5EF4-FFF2-40B4-BE49-F238E27FC236}">
                <a16:creationId xmlns:a16="http://schemas.microsoft.com/office/drawing/2014/main" id="{9CD8BFBC-BB09-4A81-85C2-4ED6D652E527}"/>
              </a:ext>
            </a:extLst>
          </p:cNvPr>
          <p:cNvSpPr>
            <a:spLocks noGrp="1"/>
          </p:cNvSpPr>
          <p:nvPr/>
        </p:nvSpPr>
        <p:spPr>
          <a:xfrm>
            <a:off x="4235088" y="5436996"/>
            <a:ext cx="28398" cy="28398"/>
          </a:xfrm>
          <a:prstGeom prst="ellipse">
            <a:avLst/>
          </a:prstGeom>
          <a:solidFill>
            <a:srgbClr val="7F8C97">
              <a:alpha val="48000"/>
            </a:srgbClr>
          </a:solidFill>
          <a:ln w="0">
            <a:noFill/>
            <a:prstDash val="solid"/>
          </a:ln>
        </p:spPr>
      </p:sp>
      <p:sp>
        <p:nvSpPr>
          <p:cNvPr id="2485" name="03_assume_matched_7782">
            <a:extLst>
              <a:ext uri="{FF2B5EF4-FFF2-40B4-BE49-F238E27FC236}">
                <a16:creationId xmlns:a16="http://schemas.microsoft.com/office/drawing/2014/main" id="{B3A04700-C993-4F91-87BD-B3A1DE280B2E}"/>
              </a:ext>
            </a:extLst>
          </p:cNvPr>
          <p:cNvSpPr>
            <a:spLocks noGrp="1"/>
          </p:cNvSpPr>
          <p:nvPr/>
        </p:nvSpPr>
        <p:spPr>
          <a:xfrm>
            <a:off x="4296249" y="5144561"/>
            <a:ext cx="28398" cy="28398"/>
          </a:xfrm>
          <a:prstGeom prst="ellipse">
            <a:avLst/>
          </a:prstGeom>
          <a:solidFill>
            <a:srgbClr val="7F8C97">
              <a:alpha val="48000"/>
            </a:srgbClr>
          </a:solidFill>
          <a:ln w="0">
            <a:noFill/>
            <a:prstDash val="solid"/>
          </a:ln>
        </p:spPr>
      </p:sp>
      <p:sp>
        <p:nvSpPr>
          <p:cNvPr id="2486" name="03_assume_matched_7783">
            <a:extLst>
              <a:ext uri="{FF2B5EF4-FFF2-40B4-BE49-F238E27FC236}">
                <a16:creationId xmlns:a16="http://schemas.microsoft.com/office/drawing/2014/main" id="{5C806F70-0F80-4DD6-8A6C-7BFA2B4A09AE}"/>
              </a:ext>
            </a:extLst>
          </p:cNvPr>
          <p:cNvSpPr>
            <a:spLocks noGrp="1"/>
          </p:cNvSpPr>
          <p:nvPr/>
        </p:nvSpPr>
        <p:spPr>
          <a:xfrm>
            <a:off x="4241132" y="5436996"/>
            <a:ext cx="28398" cy="28398"/>
          </a:xfrm>
          <a:prstGeom prst="ellipse">
            <a:avLst/>
          </a:prstGeom>
          <a:solidFill>
            <a:srgbClr val="7F8C97">
              <a:alpha val="48000"/>
            </a:srgbClr>
          </a:solidFill>
          <a:ln w="0">
            <a:noFill/>
            <a:prstDash val="solid"/>
          </a:ln>
        </p:spPr>
      </p:sp>
      <p:sp>
        <p:nvSpPr>
          <p:cNvPr id="2487" name="03_assume_matched_7784">
            <a:extLst>
              <a:ext uri="{FF2B5EF4-FFF2-40B4-BE49-F238E27FC236}">
                <a16:creationId xmlns:a16="http://schemas.microsoft.com/office/drawing/2014/main" id="{3B16F431-DE3F-47D8-8963-4AEDBA488DD5}"/>
              </a:ext>
            </a:extLst>
          </p:cNvPr>
          <p:cNvSpPr>
            <a:spLocks noGrp="1"/>
          </p:cNvSpPr>
          <p:nvPr/>
        </p:nvSpPr>
        <p:spPr>
          <a:xfrm>
            <a:off x="4267180" y="5436996"/>
            <a:ext cx="28398" cy="28398"/>
          </a:xfrm>
          <a:prstGeom prst="ellipse">
            <a:avLst/>
          </a:prstGeom>
          <a:solidFill>
            <a:srgbClr val="7F8C97">
              <a:alpha val="48000"/>
            </a:srgbClr>
          </a:solidFill>
          <a:ln w="0">
            <a:noFill/>
            <a:prstDash val="solid"/>
          </a:ln>
        </p:spPr>
      </p:sp>
      <p:sp>
        <p:nvSpPr>
          <p:cNvPr id="2488" name="03_assume_matched_7785">
            <a:extLst>
              <a:ext uri="{FF2B5EF4-FFF2-40B4-BE49-F238E27FC236}">
                <a16:creationId xmlns:a16="http://schemas.microsoft.com/office/drawing/2014/main" id="{262E13D3-ECA3-4602-92F0-2E5A54B12E9F}"/>
              </a:ext>
            </a:extLst>
          </p:cNvPr>
          <p:cNvSpPr>
            <a:spLocks noGrp="1"/>
          </p:cNvSpPr>
          <p:nvPr/>
        </p:nvSpPr>
        <p:spPr>
          <a:xfrm>
            <a:off x="4216236" y="5436996"/>
            <a:ext cx="28398" cy="28398"/>
          </a:xfrm>
          <a:prstGeom prst="ellipse">
            <a:avLst/>
          </a:prstGeom>
          <a:solidFill>
            <a:srgbClr val="7F8C97">
              <a:alpha val="48000"/>
            </a:srgbClr>
          </a:solidFill>
          <a:ln w="0">
            <a:noFill/>
            <a:prstDash val="solid"/>
          </a:ln>
        </p:spPr>
      </p:sp>
      <p:sp>
        <p:nvSpPr>
          <p:cNvPr id="2489" name="03_assume_matched_7786">
            <a:extLst>
              <a:ext uri="{FF2B5EF4-FFF2-40B4-BE49-F238E27FC236}">
                <a16:creationId xmlns:a16="http://schemas.microsoft.com/office/drawing/2014/main" id="{F4FD5425-39C2-407A-8740-33DAF895A87E}"/>
              </a:ext>
            </a:extLst>
          </p:cNvPr>
          <p:cNvSpPr>
            <a:spLocks noGrp="1"/>
          </p:cNvSpPr>
          <p:nvPr/>
        </p:nvSpPr>
        <p:spPr>
          <a:xfrm>
            <a:off x="4711722" y="4852127"/>
            <a:ext cx="28398" cy="28398"/>
          </a:xfrm>
          <a:prstGeom prst="ellipse">
            <a:avLst/>
          </a:prstGeom>
          <a:solidFill>
            <a:srgbClr val="7F8C97">
              <a:alpha val="48000"/>
            </a:srgbClr>
          </a:solidFill>
          <a:ln w="0">
            <a:noFill/>
            <a:prstDash val="solid"/>
          </a:ln>
        </p:spPr>
      </p:sp>
      <p:sp>
        <p:nvSpPr>
          <p:cNvPr id="2490" name="03_assume_matched_7787">
            <a:extLst>
              <a:ext uri="{FF2B5EF4-FFF2-40B4-BE49-F238E27FC236}">
                <a16:creationId xmlns:a16="http://schemas.microsoft.com/office/drawing/2014/main" id="{B3148877-C4CB-4445-8E85-076702411C7C}"/>
              </a:ext>
            </a:extLst>
          </p:cNvPr>
          <p:cNvSpPr>
            <a:spLocks noGrp="1"/>
          </p:cNvSpPr>
          <p:nvPr/>
        </p:nvSpPr>
        <p:spPr>
          <a:xfrm>
            <a:off x="4700209" y="5436996"/>
            <a:ext cx="28398" cy="28398"/>
          </a:xfrm>
          <a:prstGeom prst="ellipse">
            <a:avLst/>
          </a:prstGeom>
          <a:solidFill>
            <a:srgbClr val="7F8C97">
              <a:alpha val="48000"/>
            </a:srgbClr>
          </a:solidFill>
          <a:ln w="0">
            <a:noFill/>
            <a:prstDash val="solid"/>
          </a:ln>
        </p:spPr>
      </p:sp>
      <p:sp>
        <p:nvSpPr>
          <p:cNvPr id="2491" name="03_assume_matched_7788">
            <a:extLst>
              <a:ext uri="{FF2B5EF4-FFF2-40B4-BE49-F238E27FC236}">
                <a16:creationId xmlns:a16="http://schemas.microsoft.com/office/drawing/2014/main" id="{4741A8E5-E898-4741-B352-9A99FDE66F19}"/>
              </a:ext>
            </a:extLst>
          </p:cNvPr>
          <p:cNvSpPr>
            <a:spLocks noGrp="1"/>
          </p:cNvSpPr>
          <p:nvPr/>
        </p:nvSpPr>
        <p:spPr>
          <a:xfrm>
            <a:off x="4643078" y="4852127"/>
            <a:ext cx="28398" cy="28398"/>
          </a:xfrm>
          <a:prstGeom prst="ellipse">
            <a:avLst/>
          </a:prstGeom>
          <a:solidFill>
            <a:srgbClr val="7F8C97">
              <a:alpha val="48000"/>
            </a:srgbClr>
          </a:solidFill>
          <a:ln w="0">
            <a:noFill/>
            <a:prstDash val="solid"/>
          </a:ln>
        </p:spPr>
      </p:sp>
      <p:sp>
        <p:nvSpPr>
          <p:cNvPr id="2492" name="03_assume_matched_7789">
            <a:extLst>
              <a:ext uri="{FF2B5EF4-FFF2-40B4-BE49-F238E27FC236}">
                <a16:creationId xmlns:a16="http://schemas.microsoft.com/office/drawing/2014/main" id="{1D676111-8C0E-430E-86DC-2C845F704F95}"/>
              </a:ext>
            </a:extLst>
          </p:cNvPr>
          <p:cNvSpPr>
            <a:spLocks noGrp="1"/>
          </p:cNvSpPr>
          <p:nvPr/>
        </p:nvSpPr>
        <p:spPr>
          <a:xfrm>
            <a:off x="4721940" y="4852127"/>
            <a:ext cx="28398" cy="28398"/>
          </a:xfrm>
          <a:prstGeom prst="ellipse">
            <a:avLst/>
          </a:prstGeom>
          <a:solidFill>
            <a:srgbClr val="7F8C97">
              <a:alpha val="48000"/>
            </a:srgbClr>
          </a:solidFill>
          <a:ln w="0">
            <a:noFill/>
            <a:prstDash val="solid"/>
          </a:ln>
        </p:spPr>
      </p:sp>
      <p:sp>
        <p:nvSpPr>
          <p:cNvPr id="2493" name="03_assume_matched_7790">
            <a:extLst>
              <a:ext uri="{FF2B5EF4-FFF2-40B4-BE49-F238E27FC236}">
                <a16:creationId xmlns:a16="http://schemas.microsoft.com/office/drawing/2014/main" id="{B29B8544-9444-456F-AA84-EFFF8512FBC4}"/>
              </a:ext>
            </a:extLst>
          </p:cNvPr>
          <p:cNvSpPr>
            <a:spLocks noGrp="1"/>
          </p:cNvSpPr>
          <p:nvPr/>
        </p:nvSpPr>
        <p:spPr>
          <a:xfrm>
            <a:off x="4689704" y="5019232"/>
            <a:ext cx="28398" cy="28398"/>
          </a:xfrm>
          <a:prstGeom prst="ellipse">
            <a:avLst/>
          </a:prstGeom>
          <a:solidFill>
            <a:srgbClr val="7F8C97">
              <a:alpha val="48000"/>
            </a:srgbClr>
          </a:solidFill>
          <a:ln w="0">
            <a:noFill/>
            <a:prstDash val="solid"/>
          </a:ln>
        </p:spPr>
      </p:sp>
      <p:sp>
        <p:nvSpPr>
          <p:cNvPr id="2494" name="03_assume_matched_7791">
            <a:extLst>
              <a:ext uri="{FF2B5EF4-FFF2-40B4-BE49-F238E27FC236}">
                <a16:creationId xmlns:a16="http://schemas.microsoft.com/office/drawing/2014/main" id="{2545B9FB-5393-4B24-A095-F746AB67D365}"/>
              </a:ext>
            </a:extLst>
          </p:cNvPr>
          <p:cNvSpPr>
            <a:spLocks noGrp="1"/>
          </p:cNvSpPr>
          <p:nvPr/>
        </p:nvSpPr>
        <p:spPr>
          <a:xfrm>
            <a:off x="4594436" y="4905297"/>
            <a:ext cx="28398" cy="28398"/>
          </a:xfrm>
          <a:prstGeom prst="ellipse">
            <a:avLst/>
          </a:prstGeom>
          <a:solidFill>
            <a:srgbClr val="7F8C97">
              <a:alpha val="48000"/>
            </a:srgbClr>
          </a:solidFill>
          <a:ln w="0">
            <a:noFill/>
            <a:prstDash val="solid"/>
          </a:ln>
        </p:spPr>
      </p:sp>
      <p:sp>
        <p:nvSpPr>
          <p:cNvPr id="2495" name="03_assume_matched_7792">
            <a:extLst>
              <a:ext uri="{FF2B5EF4-FFF2-40B4-BE49-F238E27FC236}">
                <a16:creationId xmlns:a16="http://schemas.microsoft.com/office/drawing/2014/main" id="{B9F88A72-FE15-4C0B-8B22-2F7EA90DF4F4}"/>
              </a:ext>
            </a:extLst>
          </p:cNvPr>
          <p:cNvSpPr>
            <a:spLocks noGrp="1"/>
          </p:cNvSpPr>
          <p:nvPr/>
        </p:nvSpPr>
        <p:spPr>
          <a:xfrm>
            <a:off x="4625089" y="5436996"/>
            <a:ext cx="28398" cy="28398"/>
          </a:xfrm>
          <a:prstGeom prst="ellipse">
            <a:avLst/>
          </a:prstGeom>
          <a:solidFill>
            <a:srgbClr val="7F8C97">
              <a:alpha val="48000"/>
            </a:srgbClr>
          </a:solidFill>
          <a:ln w="0">
            <a:noFill/>
            <a:prstDash val="solid"/>
          </a:ln>
        </p:spPr>
      </p:sp>
      <p:sp>
        <p:nvSpPr>
          <p:cNvPr id="2496" name="03_assume_matched_7793">
            <a:extLst>
              <a:ext uri="{FF2B5EF4-FFF2-40B4-BE49-F238E27FC236}">
                <a16:creationId xmlns:a16="http://schemas.microsoft.com/office/drawing/2014/main" id="{904A8232-CC3B-4798-8EC3-8C23BA548495}"/>
              </a:ext>
            </a:extLst>
          </p:cNvPr>
          <p:cNvSpPr>
            <a:spLocks noGrp="1"/>
          </p:cNvSpPr>
          <p:nvPr/>
        </p:nvSpPr>
        <p:spPr>
          <a:xfrm>
            <a:off x="4594148" y="5290779"/>
            <a:ext cx="28398" cy="28398"/>
          </a:xfrm>
          <a:prstGeom prst="ellipse">
            <a:avLst/>
          </a:prstGeom>
          <a:solidFill>
            <a:srgbClr val="7F8C97">
              <a:alpha val="48000"/>
            </a:srgbClr>
          </a:solidFill>
          <a:ln w="0">
            <a:noFill/>
            <a:prstDash val="solid"/>
          </a:ln>
        </p:spPr>
      </p:sp>
      <p:sp>
        <p:nvSpPr>
          <p:cNvPr id="2497" name="03_assume_matched_7794">
            <a:extLst>
              <a:ext uri="{FF2B5EF4-FFF2-40B4-BE49-F238E27FC236}">
                <a16:creationId xmlns:a16="http://schemas.microsoft.com/office/drawing/2014/main" id="{962EEE81-B9C5-401D-A99F-0CCCE6259F43}"/>
              </a:ext>
            </a:extLst>
          </p:cNvPr>
          <p:cNvSpPr>
            <a:spLocks noGrp="1"/>
          </p:cNvSpPr>
          <p:nvPr/>
        </p:nvSpPr>
        <p:spPr>
          <a:xfrm>
            <a:off x="4675457" y="5144561"/>
            <a:ext cx="28398" cy="28398"/>
          </a:xfrm>
          <a:prstGeom prst="ellipse">
            <a:avLst/>
          </a:prstGeom>
          <a:solidFill>
            <a:srgbClr val="7F8C97">
              <a:alpha val="48000"/>
            </a:srgbClr>
          </a:solidFill>
          <a:ln w="0">
            <a:noFill/>
            <a:prstDash val="solid"/>
          </a:ln>
        </p:spPr>
      </p:sp>
      <p:sp>
        <p:nvSpPr>
          <p:cNvPr id="2498" name="03_assume_matched_7795">
            <a:extLst>
              <a:ext uri="{FF2B5EF4-FFF2-40B4-BE49-F238E27FC236}">
                <a16:creationId xmlns:a16="http://schemas.microsoft.com/office/drawing/2014/main" id="{4A4056AC-26C9-482E-A2EE-873F506C4504}"/>
              </a:ext>
            </a:extLst>
          </p:cNvPr>
          <p:cNvSpPr>
            <a:spLocks noGrp="1"/>
          </p:cNvSpPr>
          <p:nvPr/>
        </p:nvSpPr>
        <p:spPr>
          <a:xfrm>
            <a:off x="4656749" y="5144561"/>
            <a:ext cx="28398" cy="28398"/>
          </a:xfrm>
          <a:prstGeom prst="ellipse">
            <a:avLst/>
          </a:prstGeom>
          <a:solidFill>
            <a:srgbClr val="7F8C97">
              <a:alpha val="48000"/>
            </a:srgbClr>
          </a:solidFill>
          <a:ln w="0">
            <a:noFill/>
            <a:prstDash val="solid"/>
          </a:ln>
        </p:spPr>
      </p:sp>
      <p:sp>
        <p:nvSpPr>
          <p:cNvPr id="2499" name="03_assume_matched_7796">
            <a:extLst>
              <a:ext uri="{FF2B5EF4-FFF2-40B4-BE49-F238E27FC236}">
                <a16:creationId xmlns:a16="http://schemas.microsoft.com/office/drawing/2014/main" id="{EDC361E3-9842-4138-9ADE-1DAB7E3DED84}"/>
              </a:ext>
            </a:extLst>
          </p:cNvPr>
          <p:cNvSpPr>
            <a:spLocks noGrp="1"/>
          </p:cNvSpPr>
          <p:nvPr/>
        </p:nvSpPr>
        <p:spPr>
          <a:xfrm>
            <a:off x="4641495" y="4852127"/>
            <a:ext cx="28398" cy="28398"/>
          </a:xfrm>
          <a:prstGeom prst="ellipse">
            <a:avLst/>
          </a:prstGeom>
          <a:solidFill>
            <a:srgbClr val="7F8C97">
              <a:alpha val="48000"/>
            </a:srgbClr>
          </a:solidFill>
          <a:ln w="0">
            <a:noFill/>
            <a:prstDash val="solid"/>
          </a:ln>
        </p:spPr>
      </p:sp>
      <p:sp>
        <p:nvSpPr>
          <p:cNvPr id="2500" name="03_assume_matched_7797">
            <a:extLst>
              <a:ext uri="{FF2B5EF4-FFF2-40B4-BE49-F238E27FC236}">
                <a16:creationId xmlns:a16="http://schemas.microsoft.com/office/drawing/2014/main" id="{F20B6640-5711-4F90-807E-924FC0FFD306}"/>
              </a:ext>
            </a:extLst>
          </p:cNvPr>
          <p:cNvSpPr>
            <a:spLocks noGrp="1"/>
          </p:cNvSpPr>
          <p:nvPr/>
        </p:nvSpPr>
        <p:spPr>
          <a:xfrm>
            <a:off x="4627248" y="5436996"/>
            <a:ext cx="28398" cy="28398"/>
          </a:xfrm>
          <a:prstGeom prst="ellipse">
            <a:avLst/>
          </a:prstGeom>
          <a:solidFill>
            <a:srgbClr val="7F8C97">
              <a:alpha val="48000"/>
            </a:srgbClr>
          </a:solidFill>
          <a:ln w="0">
            <a:noFill/>
            <a:prstDash val="solid"/>
          </a:ln>
        </p:spPr>
      </p:sp>
      <p:sp>
        <p:nvSpPr>
          <p:cNvPr id="2501" name="03_assume_matched_7798">
            <a:extLst>
              <a:ext uri="{FF2B5EF4-FFF2-40B4-BE49-F238E27FC236}">
                <a16:creationId xmlns:a16="http://schemas.microsoft.com/office/drawing/2014/main" id="{97E1FD99-E741-47D8-B8FC-73916840E90D}"/>
              </a:ext>
            </a:extLst>
          </p:cNvPr>
          <p:cNvSpPr>
            <a:spLocks noGrp="1"/>
          </p:cNvSpPr>
          <p:nvPr/>
        </p:nvSpPr>
        <p:spPr>
          <a:xfrm>
            <a:off x="4643653" y="4852127"/>
            <a:ext cx="28398" cy="28398"/>
          </a:xfrm>
          <a:prstGeom prst="ellipse">
            <a:avLst/>
          </a:prstGeom>
          <a:solidFill>
            <a:srgbClr val="7F8C97">
              <a:alpha val="48000"/>
            </a:srgbClr>
          </a:solidFill>
          <a:ln w="0">
            <a:noFill/>
            <a:prstDash val="solid"/>
          </a:ln>
        </p:spPr>
      </p:sp>
      <p:sp>
        <p:nvSpPr>
          <p:cNvPr id="2502" name="03_assume_matched_7799">
            <a:extLst>
              <a:ext uri="{FF2B5EF4-FFF2-40B4-BE49-F238E27FC236}">
                <a16:creationId xmlns:a16="http://schemas.microsoft.com/office/drawing/2014/main" id="{648C0AA1-3CAB-435C-BA20-DFE0793717ED}"/>
              </a:ext>
            </a:extLst>
          </p:cNvPr>
          <p:cNvSpPr>
            <a:spLocks noGrp="1"/>
          </p:cNvSpPr>
          <p:nvPr/>
        </p:nvSpPr>
        <p:spPr>
          <a:xfrm>
            <a:off x="4728847" y="5144561"/>
            <a:ext cx="28398" cy="28398"/>
          </a:xfrm>
          <a:prstGeom prst="ellipse">
            <a:avLst/>
          </a:prstGeom>
          <a:solidFill>
            <a:srgbClr val="7F8C97">
              <a:alpha val="48000"/>
            </a:srgbClr>
          </a:solidFill>
          <a:ln w="0">
            <a:noFill/>
            <a:prstDash val="solid"/>
          </a:ln>
        </p:spPr>
      </p:sp>
      <p:sp>
        <p:nvSpPr>
          <p:cNvPr id="2503" name="03_assume_matched_7800">
            <a:extLst>
              <a:ext uri="{FF2B5EF4-FFF2-40B4-BE49-F238E27FC236}">
                <a16:creationId xmlns:a16="http://schemas.microsoft.com/office/drawing/2014/main" id="{96FC0965-362D-4D0A-9219-527495FC7860}"/>
              </a:ext>
            </a:extLst>
          </p:cNvPr>
          <p:cNvSpPr>
            <a:spLocks noGrp="1"/>
          </p:cNvSpPr>
          <p:nvPr/>
        </p:nvSpPr>
        <p:spPr>
          <a:xfrm>
            <a:off x="4683804" y="4852127"/>
            <a:ext cx="28398" cy="28398"/>
          </a:xfrm>
          <a:prstGeom prst="ellipse">
            <a:avLst/>
          </a:prstGeom>
          <a:solidFill>
            <a:srgbClr val="7F8C97">
              <a:alpha val="48000"/>
            </a:srgbClr>
          </a:solidFill>
          <a:ln w="0">
            <a:noFill/>
            <a:prstDash val="solid"/>
          </a:ln>
        </p:spPr>
      </p:sp>
      <p:sp>
        <p:nvSpPr>
          <p:cNvPr id="2504" name="03_assume_matched_7801">
            <a:extLst>
              <a:ext uri="{FF2B5EF4-FFF2-40B4-BE49-F238E27FC236}">
                <a16:creationId xmlns:a16="http://schemas.microsoft.com/office/drawing/2014/main" id="{67953D52-D156-4EF8-83E6-9879D950F1FE}"/>
              </a:ext>
            </a:extLst>
          </p:cNvPr>
          <p:cNvSpPr>
            <a:spLocks noGrp="1"/>
          </p:cNvSpPr>
          <p:nvPr/>
        </p:nvSpPr>
        <p:spPr>
          <a:xfrm>
            <a:off x="4693590" y="5372010"/>
            <a:ext cx="28398" cy="28398"/>
          </a:xfrm>
          <a:prstGeom prst="ellipse">
            <a:avLst/>
          </a:prstGeom>
          <a:solidFill>
            <a:srgbClr val="7F8C97">
              <a:alpha val="48000"/>
            </a:srgbClr>
          </a:solidFill>
          <a:ln w="0">
            <a:noFill/>
            <a:prstDash val="solid"/>
          </a:ln>
        </p:spPr>
      </p:sp>
      <p:sp>
        <p:nvSpPr>
          <p:cNvPr id="2505" name="03_assume_matched_7802">
            <a:extLst>
              <a:ext uri="{FF2B5EF4-FFF2-40B4-BE49-F238E27FC236}">
                <a16:creationId xmlns:a16="http://schemas.microsoft.com/office/drawing/2014/main" id="{6E2BAA3B-226E-4CCC-96E0-63FDDAC1F70F}"/>
              </a:ext>
            </a:extLst>
          </p:cNvPr>
          <p:cNvSpPr>
            <a:spLocks noGrp="1"/>
          </p:cNvSpPr>
          <p:nvPr/>
        </p:nvSpPr>
        <p:spPr>
          <a:xfrm>
            <a:off x="4630414" y="5274532"/>
            <a:ext cx="28398" cy="28398"/>
          </a:xfrm>
          <a:prstGeom prst="ellipse">
            <a:avLst/>
          </a:prstGeom>
          <a:solidFill>
            <a:srgbClr val="7F8C97">
              <a:alpha val="48000"/>
            </a:srgbClr>
          </a:solidFill>
          <a:ln w="0">
            <a:noFill/>
            <a:prstDash val="solid"/>
          </a:ln>
        </p:spPr>
      </p:sp>
      <p:sp>
        <p:nvSpPr>
          <p:cNvPr id="2506" name="03_assume_matched_7803">
            <a:extLst>
              <a:ext uri="{FF2B5EF4-FFF2-40B4-BE49-F238E27FC236}">
                <a16:creationId xmlns:a16="http://schemas.microsoft.com/office/drawing/2014/main" id="{8AF4818E-7360-4EBA-B0B2-148CC7698149}"/>
              </a:ext>
            </a:extLst>
          </p:cNvPr>
          <p:cNvSpPr>
            <a:spLocks noGrp="1"/>
          </p:cNvSpPr>
          <p:nvPr/>
        </p:nvSpPr>
        <p:spPr>
          <a:xfrm>
            <a:off x="4720788" y="5242040"/>
            <a:ext cx="28398" cy="28398"/>
          </a:xfrm>
          <a:prstGeom prst="ellipse">
            <a:avLst/>
          </a:prstGeom>
          <a:solidFill>
            <a:srgbClr val="7F8C97">
              <a:alpha val="48000"/>
            </a:srgbClr>
          </a:solidFill>
          <a:ln w="0">
            <a:noFill/>
            <a:prstDash val="solid"/>
          </a:ln>
        </p:spPr>
      </p:sp>
      <p:sp>
        <p:nvSpPr>
          <p:cNvPr id="2507" name="03_assume_matched_7804">
            <a:extLst>
              <a:ext uri="{FF2B5EF4-FFF2-40B4-BE49-F238E27FC236}">
                <a16:creationId xmlns:a16="http://schemas.microsoft.com/office/drawing/2014/main" id="{5B98C074-17D1-43B8-8941-3C62F5F06967}"/>
              </a:ext>
            </a:extLst>
          </p:cNvPr>
          <p:cNvSpPr>
            <a:spLocks noGrp="1"/>
          </p:cNvSpPr>
          <p:nvPr/>
        </p:nvSpPr>
        <p:spPr>
          <a:xfrm>
            <a:off x="4693877" y="4905297"/>
            <a:ext cx="28398" cy="28398"/>
          </a:xfrm>
          <a:prstGeom prst="ellipse">
            <a:avLst/>
          </a:prstGeom>
          <a:solidFill>
            <a:srgbClr val="7F8C97">
              <a:alpha val="48000"/>
            </a:srgbClr>
          </a:solidFill>
          <a:ln w="0">
            <a:noFill/>
            <a:prstDash val="solid"/>
          </a:ln>
        </p:spPr>
      </p:sp>
      <p:sp>
        <p:nvSpPr>
          <p:cNvPr id="2508" name="03_assume_matched_7805">
            <a:extLst>
              <a:ext uri="{FF2B5EF4-FFF2-40B4-BE49-F238E27FC236}">
                <a16:creationId xmlns:a16="http://schemas.microsoft.com/office/drawing/2014/main" id="{B22C000A-2AAF-4707-A608-16AAA5111CB3}"/>
              </a:ext>
            </a:extLst>
          </p:cNvPr>
          <p:cNvSpPr>
            <a:spLocks noGrp="1"/>
          </p:cNvSpPr>
          <p:nvPr/>
        </p:nvSpPr>
        <p:spPr>
          <a:xfrm>
            <a:off x="4611705" y="5436996"/>
            <a:ext cx="28398" cy="28398"/>
          </a:xfrm>
          <a:prstGeom prst="ellipse">
            <a:avLst/>
          </a:prstGeom>
          <a:solidFill>
            <a:srgbClr val="7F8C97">
              <a:alpha val="48000"/>
            </a:srgbClr>
          </a:solidFill>
          <a:ln w="0">
            <a:noFill/>
            <a:prstDash val="solid"/>
          </a:ln>
        </p:spPr>
      </p:sp>
      <p:sp>
        <p:nvSpPr>
          <p:cNvPr id="2509" name="03_assume_matched_7806">
            <a:extLst>
              <a:ext uri="{FF2B5EF4-FFF2-40B4-BE49-F238E27FC236}">
                <a16:creationId xmlns:a16="http://schemas.microsoft.com/office/drawing/2014/main" id="{F44F9C7A-6C2A-44F5-804B-E62DD99FD535}"/>
              </a:ext>
            </a:extLst>
          </p:cNvPr>
          <p:cNvSpPr>
            <a:spLocks noGrp="1"/>
          </p:cNvSpPr>
          <p:nvPr/>
        </p:nvSpPr>
        <p:spPr>
          <a:xfrm>
            <a:off x="4619045" y="4852127"/>
            <a:ext cx="28398" cy="28398"/>
          </a:xfrm>
          <a:prstGeom prst="ellipse">
            <a:avLst/>
          </a:prstGeom>
          <a:solidFill>
            <a:srgbClr val="7F8C97">
              <a:alpha val="48000"/>
            </a:srgbClr>
          </a:solidFill>
          <a:ln w="0">
            <a:noFill/>
            <a:prstDash val="solid"/>
          </a:ln>
        </p:spPr>
      </p:sp>
      <p:sp>
        <p:nvSpPr>
          <p:cNvPr id="2510" name="03_assume_matched_7807">
            <a:extLst>
              <a:ext uri="{FF2B5EF4-FFF2-40B4-BE49-F238E27FC236}">
                <a16:creationId xmlns:a16="http://schemas.microsoft.com/office/drawing/2014/main" id="{0D775A72-4A9A-4480-AAFE-C380F86AC318}"/>
              </a:ext>
            </a:extLst>
          </p:cNvPr>
          <p:cNvSpPr>
            <a:spLocks noGrp="1"/>
          </p:cNvSpPr>
          <p:nvPr/>
        </p:nvSpPr>
        <p:spPr>
          <a:xfrm>
            <a:off x="4630270" y="5242040"/>
            <a:ext cx="28398" cy="28398"/>
          </a:xfrm>
          <a:prstGeom prst="ellipse">
            <a:avLst/>
          </a:prstGeom>
          <a:solidFill>
            <a:srgbClr val="7F8C97">
              <a:alpha val="48000"/>
            </a:srgbClr>
          </a:solidFill>
          <a:ln w="0">
            <a:noFill/>
            <a:prstDash val="solid"/>
          </a:ln>
        </p:spPr>
      </p:sp>
      <p:sp>
        <p:nvSpPr>
          <p:cNvPr id="2511" name="03_assume_matched_7808">
            <a:extLst>
              <a:ext uri="{FF2B5EF4-FFF2-40B4-BE49-F238E27FC236}">
                <a16:creationId xmlns:a16="http://schemas.microsoft.com/office/drawing/2014/main" id="{E20A7037-9840-4F9E-8EF2-DB6C83F9ECAA}"/>
              </a:ext>
            </a:extLst>
          </p:cNvPr>
          <p:cNvSpPr>
            <a:spLocks noGrp="1"/>
          </p:cNvSpPr>
          <p:nvPr/>
        </p:nvSpPr>
        <p:spPr>
          <a:xfrm>
            <a:off x="4719637" y="5144561"/>
            <a:ext cx="28398" cy="28398"/>
          </a:xfrm>
          <a:prstGeom prst="ellipse">
            <a:avLst/>
          </a:prstGeom>
          <a:solidFill>
            <a:srgbClr val="7F8C97">
              <a:alpha val="48000"/>
            </a:srgbClr>
          </a:solidFill>
          <a:ln w="0">
            <a:noFill/>
            <a:prstDash val="solid"/>
          </a:ln>
        </p:spPr>
      </p:sp>
      <p:sp>
        <p:nvSpPr>
          <p:cNvPr id="2512" name="03_assume_matched_7809">
            <a:extLst>
              <a:ext uri="{FF2B5EF4-FFF2-40B4-BE49-F238E27FC236}">
                <a16:creationId xmlns:a16="http://schemas.microsoft.com/office/drawing/2014/main" id="{F81D7083-3ABC-40B5-B225-010711AB4E09}"/>
              </a:ext>
            </a:extLst>
          </p:cNvPr>
          <p:cNvSpPr>
            <a:spLocks noGrp="1"/>
          </p:cNvSpPr>
          <p:nvPr/>
        </p:nvSpPr>
        <p:spPr>
          <a:xfrm>
            <a:off x="4632572" y="4852127"/>
            <a:ext cx="28398" cy="28398"/>
          </a:xfrm>
          <a:prstGeom prst="ellipse">
            <a:avLst/>
          </a:prstGeom>
          <a:solidFill>
            <a:srgbClr val="7F8C97">
              <a:alpha val="48000"/>
            </a:srgbClr>
          </a:solidFill>
          <a:ln w="0">
            <a:noFill/>
            <a:prstDash val="solid"/>
          </a:ln>
        </p:spPr>
      </p:sp>
      <p:sp>
        <p:nvSpPr>
          <p:cNvPr id="2513" name="03_assume_matched_7810">
            <a:extLst>
              <a:ext uri="{FF2B5EF4-FFF2-40B4-BE49-F238E27FC236}">
                <a16:creationId xmlns:a16="http://schemas.microsoft.com/office/drawing/2014/main" id="{9A39A61E-A7D9-4F66-A5BA-305E11C172D7}"/>
              </a:ext>
            </a:extLst>
          </p:cNvPr>
          <p:cNvSpPr>
            <a:spLocks noGrp="1"/>
          </p:cNvSpPr>
          <p:nvPr/>
        </p:nvSpPr>
        <p:spPr>
          <a:xfrm>
            <a:off x="4711578" y="5177054"/>
            <a:ext cx="28398" cy="28398"/>
          </a:xfrm>
          <a:prstGeom prst="ellipse">
            <a:avLst/>
          </a:prstGeom>
          <a:solidFill>
            <a:srgbClr val="7F8C97">
              <a:alpha val="48000"/>
            </a:srgbClr>
          </a:solidFill>
          <a:ln w="0">
            <a:noFill/>
            <a:prstDash val="solid"/>
          </a:ln>
        </p:spPr>
      </p:sp>
      <p:sp>
        <p:nvSpPr>
          <p:cNvPr id="2514" name="03_assume_matched_7811">
            <a:extLst>
              <a:ext uri="{FF2B5EF4-FFF2-40B4-BE49-F238E27FC236}">
                <a16:creationId xmlns:a16="http://schemas.microsoft.com/office/drawing/2014/main" id="{205DF5DE-9EF2-4327-A09E-F3D5D842F973}"/>
              </a:ext>
            </a:extLst>
          </p:cNvPr>
          <p:cNvSpPr>
            <a:spLocks noGrp="1"/>
          </p:cNvSpPr>
          <p:nvPr/>
        </p:nvSpPr>
        <p:spPr>
          <a:xfrm>
            <a:off x="4712729" y="4852127"/>
            <a:ext cx="28398" cy="28398"/>
          </a:xfrm>
          <a:prstGeom prst="ellipse">
            <a:avLst/>
          </a:prstGeom>
          <a:solidFill>
            <a:srgbClr val="7F8C97">
              <a:alpha val="48000"/>
            </a:srgbClr>
          </a:solidFill>
          <a:ln w="0">
            <a:noFill/>
            <a:prstDash val="solid"/>
          </a:ln>
        </p:spPr>
      </p:sp>
      <p:sp>
        <p:nvSpPr>
          <p:cNvPr id="2515" name="03_assume_matched_7812">
            <a:extLst>
              <a:ext uri="{FF2B5EF4-FFF2-40B4-BE49-F238E27FC236}">
                <a16:creationId xmlns:a16="http://schemas.microsoft.com/office/drawing/2014/main" id="{BE337185-F44C-4A13-AD41-7308A42DA237}"/>
              </a:ext>
            </a:extLst>
          </p:cNvPr>
          <p:cNvSpPr>
            <a:spLocks noGrp="1"/>
          </p:cNvSpPr>
          <p:nvPr/>
        </p:nvSpPr>
        <p:spPr>
          <a:xfrm>
            <a:off x="4716471" y="5436996"/>
            <a:ext cx="28398" cy="28398"/>
          </a:xfrm>
          <a:prstGeom prst="ellipse">
            <a:avLst/>
          </a:prstGeom>
          <a:solidFill>
            <a:srgbClr val="7F8C97">
              <a:alpha val="48000"/>
            </a:srgbClr>
          </a:solidFill>
          <a:ln w="0">
            <a:noFill/>
            <a:prstDash val="solid"/>
          </a:ln>
        </p:spPr>
      </p:sp>
      <p:sp>
        <p:nvSpPr>
          <p:cNvPr id="2516" name="03_assume_matched_7813">
            <a:extLst>
              <a:ext uri="{FF2B5EF4-FFF2-40B4-BE49-F238E27FC236}">
                <a16:creationId xmlns:a16="http://schemas.microsoft.com/office/drawing/2014/main" id="{2FA9783B-5144-473F-A9EE-3A1A66BBC603}"/>
              </a:ext>
            </a:extLst>
          </p:cNvPr>
          <p:cNvSpPr>
            <a:spLocks noGrp="1"/>
          </p:cNvSpPr>
          <p:nvPr/>
        </p:nvSpPr>
        <p:spPr>
          <a:xfrm>
            <a:off x="4633723" y="5242040"/>
            <a:ext cx="28398" cy="28398"/>
          </a:xfrm>
          <a:prstGeom prst="ellipse">
            <a:avLst/>
          </a:prstGeom>
          <a:solidFill>
            <a:srgbClr val="7F8C97">
              <a:alpha val="48000"/>
            </a:srgbClr>
          </a:solidFill>
          <a:ln w="0">
            <a:noFill/>
            <a:prstDash val="solid"/>
          </a:ln>
        </p:spPr>
      </p:sp>
      <p:sp>
        <p:nvSpPr>
          <p:cNvPr id="2517" name="03_assume_matched_7814">
            <a:extLst>
              <a:ext uri="{FF2B5EF4-FFF2-40B4-BE49-F238E27FC236}">
                <a16:creationId xmlns:a16="http://schemas.microsoft.com/office/drawing/2014/main" id="{38F98003-FDB6-4929-A1ED-B766A9511207}"/>
              </a:ext>
            </a:extLst>
          </p:cNvPr>
          <p:cNvSpPr>
            <a:spLocks noGrp="1"/>
          </p:cNvSpPr>
          <p:nvPr/>
        </p:nvSpPr>
        <p:spPr>
          <a:xfrm>
            <a:off x="4611993" y="4852127"/>
            <a:ext cx="28398" cy="28398"/>
          </a:xfrm>
          <a:prstGeom prst="ellipse">
            <a:avLst/>
          </a:prstGeom>
          <a:solidFill>
            <a:srgbClr val="7F8C97">
              <a:alpha val="48000"/>
            </a:srgbClr>
          </a:solidFill>
          <a:ln w="0">
            <a:noFill/>
            <a:prstDash val="solid"/>
          </a:ln>
        </p:spPr>
      </p:sp>
      <p:sp>
        <p:nvSpPr>
          <p:cNvPr id="2518" name="03_assume_matched_7815">
            <a:extLst>
              <a:ext uri="{FF2B5EF4-FFF2-40B4-BE49-F238E27FC236}">
                <a16:creationId xmlns:a16="http://schemas.microsoft.com/office/drawing/2014/main" id="{EA9DA499-9A93-46FD-8CBB-245E4E525A40}"/>
              </a:ext>
            </a:extLst>
          </p:cNvPr>
          <p:cNvSpPr>
            <a:spLocks noGrp="1"/>
          </p:cNvSpPr>
          <p:nvPr/>
        </p:nvSpPr>
        <p:spPr>
          <a:xfrm>
            <a:off x="4695748" y="5436996"/>
            <a:ext cx="28398" cy="28398"/>
          </a:xfrm>
          <a:prstGeom prst="ellipse">
            <a:avLst/>
          </a:prstGeom>
          <a:solidFill>
            <a:srgbClr val="7F8C97">
              <a:alpha val="48000"/>
            </a:srgbClr>
          </a:solidFill>
          <a:ln w="0">
            <a:noFill/>
            <a:prstDash val="solid"/>
          </a:ln>
        </p:spPr>
      </p:sp>
      <p:sp>
        <p:nvSpPr>
          <p:cNvPr id="2519" name="03_assume_matched_7816">
            <a:extLst>
              <a:ext uri="{FF2B5EF4-FFF2-40B4-BE49-F238E27FC236}">
                <a16:creationId xmlns:a16="http://schemas.microsoft.com/office/drawing/2014/main" id="{BC24A240-5248-412B-A21A-2B3B779E90DD}"/>
              </a:ext>
            </a:extLst>
          </p:cNvPr>
          <p:cNvSpPr>
            <a:spLocks noGrp="1"/>
          </p:cNvSpPr>
          <p:nvPr/>
        </p:nvSpPr>
        <p:spPr>
          <a:xfrm>
            <a:off x="4605229" y="4852127"/>
            <a:ext cx="28398" cy="28398"/>
          </a:xfrm>
          <a:prstGeom prst="ellipse">
            <a:avLst/>
          </a:prstGeom>
          <a:solidFill>
            <a:srgbClr val="7F8C97">
              <a:alpha val="48000"/>
            </a:srgbClr>
          </a:solidFill>
          <a:ln w="0">
            <a:noFill/>
            <a:prstDash val="solid"/>
          </a:ln>
        </p:spPr>
      </p:sp>
      <p:sp>
        <p:nvSpPr>
          <p:cNvPr id="2520" name="03_assume_matched_7817">
            <a:extLst>
              <a:ext uri="{FF2B5EF4-FFF2-40B4-BE49-F238E27FC236}">
                <a16:creationId xmlns:a16="http://schemas.microsoft.com/office/drawing/2014/main" id="{BFA51047-AACB-440E-9536-8EF1B5C206E8}"/>
              </a:ext>
            </a:extLst>
          </p:cNvPr>
          <p:cNvSpPr>
            <a:spLocks noGrp="1"/>
          </p:cNvSpPr>
          <p:nvPr/>
        </p:nvSpPr>
        <p:spPr>
          <a:xfrm>
            <a:off x="4699346" y="4852127"/>
            <a:ext cx="28398" cy="28398"/>
          </a:xfrm>
          <a:prstGeom prst="ellipse">
            <a:avLst/>
          </a:prstGeom>
          <a:solidFill>
            <a:srgbClr val="7F8C97">
              <a:alpha val="48000"/>
            </a:srgbClr>
          </a:solidFill>
          <a:ln w="0">
            <a:noFill/>
            <a:prstDash val="solid"/>
          </a:ln>
        </p:spPr>
      </p:sp>
      <p:sp>
        <p:nvSpPr>
          <p:cNvPr id="2521" name="03_assume_matched_7818">
            <a:extLst>
              <a:ext uri="{FF2B5EF4-FFF2-40B4-BE49-F238E27FC236}">
                <a16:creationId xmlns:a16="http://schemas.microsoft.com/office/drawing/2014/main" id="{C0FA2B70-4DDB-42D7-95ED-A38C16E006D0}"/>
              </a:ext>
            </a:extLst>
          </p:cNvPr>
          <p:cNvSpPr>
            <a:spLocks noGrp="1"/>
          </p:cNvSpPr>
          <p:nvPr/>
        </p:nvSpPr>
        <p:spPr>
          <a:xfrm>
            <a:off x="4606525" y="5436996"/>
            <a:ext cx="28398" cy="28398"/>
          </a:xfrm>
          <a:prstGeom prst="ellipse">
            <a:avLst/>
          </a:prstGeom>
          <a:solidFill>
            <a:srgbClr val="7F8C97">
              <a:alpha val="48000"/>
            </a:srgbClr>
          </a:solidFill>
          <a:ln w="0">
            <a:noFill/>
            <a:prstDash val="solid"/>
          </a:ln>
        </p:spPr>
      </p:sp>
      <p:sp>
        <p:nvSpPr>
          <p:cNvPr id="2522" name="03_assume_matched_7819">
            <a:extLst>
              <a:ext uri="{FF2B5EF4-FFF2-40B4-BE49-F238E27FC236}">
                <a16:creationId xmlns:a16="http://schemas.microsoft.com/office/drawing/2014/main" id="{58CD3E3B-2D52-41E2-A079-5AD110840A9E}"/>
              </a:ext>
            </a:extLst>
          </p:cNvPr>
          <p:cNvSpPr>
            <a:spLocks noGrp="1"/>
          </p:cNvSpPr>
          <p:nvPr/>
        </p:nvSpPr>
        <p:spPr>
          <a:xfrm>
            <a:off x="4726976" y="4852127"/>
            <a:ext cx="28398" cy="28398"/>
          </a:xfrm>
          <a:prstGeom prst="ellipse">
            <a:avLst/>
          </a:prstGeom>
          <a:solidFill>
            <a:srgbClr val="7F8C97">
              <a:alpha val="48000"/>
            </a:srgbClr>
          </a:solidFill>
          <a:ln w="0">
            <a:noFill/>
            <a:prstDash val="solid"/>
          </a:ln>
        </p:spPr>
      </p:sp>
      <p:sp>
        <p:nvSpPr>
          <p:cNvPr id="2523" name="03_assume_matched_7820">
            <a:extLst>
              <a:ext uri="{FF2B5EF4-FFF2-40B4-BE49-F238E27FC236}">
                <a16:creationId xmlns:a16="http://schemas.microsoft.com/office/drawing/2014/main" id="{2A06BA0A-7F57-43B1-8140-1065A0EC46AA}"/>
              </a:ext>
            </a:extLst>
          </p:cNvPr>
          <p:cNvSpPr>
            <a:spLocks noGrp="1"/>
          </p:cNvSpPr>
          <p:nvPr/>
        </p:nvSpPr>
        <p:spPr>
          <a:xfrm>
            <a:off x="4704958" y="4852127"/>
            <a:ext cx="28398" cy="28398"/>
          </a:xfrm>
          <a:prstGeom prst="ellipse">
            <a:avLst/>
          </a:prstGeom>
          <a:solidFill>
            <a:srgbClr val="7F8C97">
              <a:alpha val="48000"/>
            </a:srgbClr>
          </a:solidFill>
          <a:ln w="0">
            <a:noFill/>
            <a:prstDash val="solid"/>
          </a:ln>
        </p:spPr>
      </p:sp>
      <p:sp>
        <p:nvSpPr>
          <p:cNvPr id="2524" name="03_assume_matched_7821">
            <a:extLst>
              <a:ext uri="{FF2B5EF4-FFF2-40B4-BE49-F238E27FC236}">
                <a16:creationId xmlns:a16="http://schemas.microsoft.com/office/drawing/2014/main" id="{C21C7C2D-B8FA-4C2C-B899-75B88BD28E06}"/>
              </a:ext>
            </a:extLst>
          </p:cNvPr>
          <p:cNvSpPr>
            <a:spLocks noGrp="1"/>
          </p:cNvSpPr>
          <p:nvPr/>
        </p:nvSpPr>
        <p:spPr>
          <a:xfrm>
            <a:off x="4652863" y="5436996"/>
            <a:ext cx="28398" cy="28398"/>
          </a:xfrm>
          <a:prstGeom prst="ellipse">
            <a:avLst/>
          </a:prstGeom>
          <a:solidFill>
            <a:srgbClr val="7F8C97">
              <a:alpha val="48000"/>
            </a:srgbClr>
          </a:solidFill>
          <a:ln w="0">
            <a:noFill/>
            <a:prstDash val="solid"/>
          </a:ln>
        </p:spPr>
      </p:sp>
      <p:sp>
        <p:nvSpPr>
          <p:cNvPr id="2525" name="03_assume_matched_7822">
            <a:extLst>
              <a:ext uri="{FF2B5EF4-FFF2-40B4-BE49-F238E27FC236}">
                <a16:creationId xmlns:a16="http://schemas.microsoft.com/office/drawing/2014/main" id="{48EA839B-65A3-4C48-8163-55AF320B990B}"/>
              </a:ext>
            </a:extLst>
          </p:cNvPr>
          <p:cNvSpPr>
            <a:spLocks noGrp="1"/>
          </p:cNvSpPr>
          <p:nvPr/>
        </p:nvSpPr>
        <p:spPr>
          <a:xfrm>
            <a:off x="4628543" y="4852127"/>
            <a:ext cx="28398" cy="28398"/>
          </a:xfrm>
          <a:prstGeom prst="ellipse">
            <a:avLst/>
          </a:prstGeom>
          <a:solidFill>
            <a:srgbClr val="7F8C97">
              <a:alpha val="48000"/>
            </a:srgbClr>
          </a:solidFill>
          <a:ln w="0">
            <a:noFill/>
            <a:prstDash val="solid"/>
          </a:ln>
        </p:spPr>
      </p:sp>
      <p:sp>
        <p:nvSpPr>
          <p:cNvPr id="2526" name="03_assume_matched_7823">
            <a:extLst>
              <a:ext uri="{FF2B5EF4-FFF2-40B4-BE49-F238E27FC236}">
                <a16:creationId xmlns:a16="http://schemas.microsoft.com/office/drawing/2014/main" id="{93919E0F-D732-4BB7-814A-1A951669EDB6}"/>
              </a:ext>
            </a:extLst>
          </p:cNvPr>
          <p:cNvSpPr>
            <a:spLocks noGrp="1"/>
          </p:cNvSpPr>
          <p:nvPr/>
        </p:nvSpPr>
        <p:spPr>
          <a:xfrm>
            <a:off x="4731006" y="5436996"/>
            <a:ext cx="28398" cy="28398"/>
          </a:xfrm>
          <a:prstGeom prst="ellipse">
            <a:avLst/>
          </a:prstGeom>
          <a:solidFill>
            <a:srgbClr val="7F8C97">
              <a:alpha val="48000"/>
            </a:srgbClr>
          </a:solidFill>
          <a:ln w="0">
            <a:noFill/>
            <a:prstDash val="solid"/>
          </a:ln>
        </p:spPr>
      </p:sp>
      <p:sp>
        <p:nvSpPr>
          <p:cNvPr id="2527" name="03_assume_matched_7824">
            <a:extLst>
              <a:ext uri="{FF2B5EF4-FFF2-40B4-BE49-F238E27FC236}">
                <a16:creationId xmlns:a16="http://schemas.microsoft.com/office/drawing/2014/main" id="{13FBD745-288A-42D7-8F10-F6FBB567D578}"/>
              </a:ext>
            </a:extLst>
          </p:cNvPr>
          <p:cNvSpPr>
            <a:spLocks noGrp="1"/>
          </p:cNvSpPr>
          <p:nvPr/>
        </p:nvSpPr>
        <p:spPr>
          <a:xfrm>
            <a:off x="4678767" y="5436996"/>
            <a:ext cx="28398" cy="28398"/>
          </a:xfrm>
          <a:prstGeom prst="ellipse">
            <a:avLst/>
          </a:prstGeom>
          <a:solidFill>
            <a:srgbClr val="7F8C97">
              <a:alpha val="48000"/>
            </a:srgbClr>
          </a:solidFill>
          <a:ln w="0">
            <a:noFill/>
            <a:prstDash val="solid"/>
          </a:ln>
        </p:spPr>
      </p:sp>
      <p:sp>
        <p:nvSpPr>
          <p:cNvPr id="2528" name="03_assume_matched_7825">
            <a:extLst>
              <a:ext uri="{FF2B5EF4-FFF2-40B4-BE49-F238E27FC236}">
                <a16:creationId xmlns:a16="http://schemas.microsoft.com/office/drawing/2014/main" id="{D3FAAF65-DDB7-4698-9EB0-67B3611AEC55}"/>
              </a:ext>
            </a:extLst>
          </p:cNvPr>
          <p:cNvSpPr>
            <a:spLocks noGrp="1"/>
          </p:cNvSpPr>
          <p:nvPr/>
        </p:nvSpPr>
        <p:spPr>
          <a:xfrm>
            <a:off x="4711578" y="5436996"/>
            <a:ext cx="28398" cy="28398"/>
          </a:xfrm>
          <a:prstGeom prst="ellipse">
            <a:avLst/>
          </a:prstGeom>
          <a:solidFill>
            <a:srgbClr val="7F8C97">
              <a:alpha val="48000"/>
            </a:srgbClr>
          </a:solidFill>
          <a:ln w="0">
            <a:noFill/>
            <a:prstDash val="solid"/>
          </a:ln>
        </p:spPr>
      </p:sp>
      <p:sp>
        <p:nvSpPr>
          <p:cNvPr id="2529" name="03_assume_matched_7826">
            <a:extLst>
              <a:ext uri="{FF2B5EF4-FFF2-40B4-BE49-F238E27FC236}">
                <a16:creationId xmlns:a16="http://schemas.microsoft.com/office/drawing/2014/main" id="{C66C6141-1D1F-4DA7-B74D-A2333FC18CB2}"/>
              </a:ext>
            </a:extLst>
          </p:cNvPr>
          <p:cNvSpPr>
            <a:spLocks noGrp="1"/>
          </p:cNvSpPr>
          <p:nvPr/>
        </p:nvSpPr>
        <p:spPr>
          <a:xfrm>
            <a:off x="4610698" y="4969101"/>
            <a:ext cx="28398" cy="28398"/>
          </a:xfrm>
          <a:prstGeom prst="ellipse">
            <a:avLst/>
          </a:prstGeom>
          <a:solidFill>
            <a:srgbClr val="7F8C97">
              <a:alpha val="48000"/>
            </a:srgbClr>
          </a:solidFill>
          <a:ln w="0">
            <a:noFill/>
            <a:prstDash val="solid"/>
          </a:ln>
        </p:spPr>
      </p:sp>
      <p:sp>
        <p:nvSpPr>
          <p:cNvPr id="2530" name="03_assume_matched_7827">
            <a:extLst>
              <a:ext uri="{FF2B5EF4-FFF2-40B4-BE49-F238E27FC236}">
                <a16:creationId xmlns:a16="http://schemas.microsoft.com/office/drawing/2014/main" id="{39E1285E-99FE-43B1-A581-6FCD65C89E85}"/>
              </a:ext>
            </a:extLst>
          </p:cNvPr>
          <p:cNvSpPr>
            <a:spLocks noGrp="1"/>
          </p:cNvSpPr>
          <p:nvPr/>
        </p:nvSpPr>
        <p:spPr>
          <a:xfrm>
            <a:off x="4702656" y="5144561"/>
            <a:ext cx="28398" cy="28398"/>
          </a:xfrm>
          <a:prstGeom prst="ellipse">
            <a:avLst/>
          </a:prstGeom>
          <a:solidFill>
            <a:srgbClr val="7F8C97">
              <a:alpha val="48000"/>
            </a:srgbClr>
          </a:solidFill>
          <a:ln w="0">
            <a:noFill/>
            <a:prstDash val="solid"/>
          </a:ln>
        </p:spPr>
      </p:sp>
      <p:sp>
        <p:nvSpPr>
          <p:cNvPr id="2531" name="03_assume_matched_7828">
            <a:extLst>
              <a:ext uri="{FF2B5EF4-FFF2-40B4-BE49-F238E27FC236}">
                <a16:creationId xmlns:a16="http://schemas.microsoft.com/office/drawing/2014/main" id="{C2419962-8DBB-47B1-BEC7-F752F8648BD8}"/>
              </a:ext>
            </a:extLst>
          </p:cNvPr>
          <p:cNvSpPr>
            <a:spLocks noGrp="1"/>
          </p:cNvSpPr>
          <p:nvPr/>
        </p:nvSpPr>
        <p:spPr>
          <a:xfrm>
            <a:off x="4681789" y="5047083"/>
            <a:ext cx="28398" cy="28398"/>
          </a:xfrm>
          <a:prstGeom prst="ellipse">
            <a:avLst/>
          </a:prstGeom>
          <a:solidFill>
            <a:srgbClr val="7F8C97">
              <a:alpha val="48000"/>
            </a:srgbClr>
          </a:solidFill>
          <a:ln w="0">
            <a:noFill/>
            <a:prstDash val="solid"/>
          </a:ln>
        </p:spPr>
      </p:sp>
      <p:sp>
        <p:nvSpPr>
          <p:cNvPr id="2532" name="03_assume_matched_7829">
            <a:extLst>
              <a:ext uri="{FF2B5EF4-FFF2-40B4-BE49-F238E27FC236}">
                <a16:creationId xmlns:a16="http://schemas.microsoft.com/office/drawing/2014/main" id="{25510CAD-E137-4BCC-9545-F17A826981F5}"/>
              </a:ext>
            </a:extLst>
          </p:cNvPr>
          <p:cNvSpPr>
            <a:spLocks noGrp="1"/>
          </p:cNvSpPr>
          <p:nvPr/>
        </p:nvSpPr>
        <p:spPr>
          <a:xfrm>
            <a:off x="4590407" y="4852127"/>
            <a:ext cx="28398" cy="28398"/>
          </a:xfrm>
          <a:prstGeom prst="ellipse">
            <a:avLst/>
          </a:prstGeom>
          <a:solidFill>
            <a:srgbClr val="7F8C97">
              <a:alpha val="48000"/>
            </a:srgbClr>
          </a:solidFill>
          <a:ln w="0">
            <a:noFill/>
            <a:prstDash val="solid"/>
          </a:ln>
        </p:spPr>
      </p:sp>
      <p:sp>
        <p:nvSpPr>
          <p:cNvPr id="2533" name="03_assume_matched_7830">
            <a:extLst>
              <a:ext uri="{FF2B5EF4-FFF2-40B4-BE49-F238E27FC236}">
                <a16:creationId xmlns:a16="http://schemas.microsoft.com/office/drawing/2014/main" id="{7DF369F3-3FC9-477A-9B86-635712CE02DB}"/>
              </a:ext>
            </a:extLst>
          </p:cNvPr>
          <p:cNvSpPr>
            <a:spLocks noGrp="1"/>
          </p:cNvSpPr>
          <p:nvPr/>
        </p:nvSpPr>
        <p:spPr>
          <a:xfrm>
            <a:off x="4649697" y="5436996"/>
            <a:ext cx="28398" cy="28398"/>
          </a:xfrm>
          <a:prstGeom prst="ellipse">
            <a:avLst/>
          </a:prstGeom>
          <a:solidFill>
            <a:srgbClr val="7F8C97">
              <a:alpha val="48000"/>
            </a:srgbClr>
          </a:solidFill>
          <a:ln w="0">
            <a:noFill/>
            <a:prstDash val="solid"/>
          </a:ln>
        </p:spPr>
      </p:sp>
      <p:sp>
        <p:nvSpPr>
          <p:cNvPr id="2534" name="03_assume_matched_7831">
            <a:extLst>
              <a:ext uri="{FF2B5EF4-FFF2-40B4-BE49-F238E27FC236}">
                <a16:creationId xmlns:a16="http://schemas.microsoft.com/office/drawing/2014/main" id="{51C722BA-D5AA-4D5F-BEE6-8E240C5941FD}"/>
              </a:ext>
            </a:extLst>
          </p:cNvPr>
          <p:cNvSpPr>
            <a:spLocks noGrp="1"/>
          </p:cNvSpPr>
          <p:nvPr/>
        </p:nvSpPr>
        <p:spPr>
          <a:xfrm>
            <a:off x="4631853" y="5436996"/>
            <a:ext cx="28398" cy="28398"/>
          </a:xfrm>
          <a:prstGeom prst="ellipse">
            <a:avLst/>
          </a:prstGeom>
          <a:solidFill>
            <a:srgbClr val="7F8C97">
              <a:alpha val="48000"/>
            </a:srgbClr>
          </a:solidFill>
          <a:ln w="0">
            <a:noFill/>
            <a:prstDash val="solid"/>
          </a:ln>
        </p:spPr>
      </p:sp>
      <p:sp>
        <p:nvSpPr>
          <p:cNvPr id="2535" name="03_assume_matched_7832">
            <a:extLst>
              <a:ext uri="{FF2B5EF4-FFF2-40B4-BE49-F238E27FC236}">
                <a16:creationId xmlns:a16="http://schemas.microsoft.com/office/drawing/2014/main" id="{1AF46B6D-FD86-4D19-B358-3BCFC9B488D6}"/>
              </a:ext>
            </a:extLst>
          </p:cNvPr>
          <p:cNvSpPr>
            <a:spLocks noGrp="1"/>
          </p:cNvSpPr>
          <p:nvPr/>
        </p:nvSpPr>
        <p:spPr>
          <a:xfrm>
            <a:off x="4664088" y="4852127"/>
            <a:ext cx="28398" cy="28398"/>
          </a:xfrm>
          <a:prstGeom prst="ellipse">
            <a:avLst/>
          </a:prstGeom>
          <a:solidFill>
            <a:srgbClr val="7F8C97">
              <a:alpha val="48000"/>
            </a:srgbClr>
          </a:solidFill>
          <a:ln w="0">
            <a:noFill/>
            <a:prstDash val="solid"/>
          </a:ln>
        </p:spPr>
      </p:sp>
      <p:sp>
        <p:nvSpPr>
          <p:cNvPr id="2536" name="03_assume_matched_7833">
            <a:extLst>
              <a:ext uri="{FF2B5EF4-FFF2-40B4-BE49-F238E27FC236}">
                <a16:creationId xmlns:a16="http://schemas.microsoft.com/office/drawing/2014/main" id="{0E938EC8-20A7-4FFE-9A00-4CF8B92B7241}"/>
              </a:ext>
            </a:extLst>
          </p:cNvPr>
          <p:cNvSpPr>
            <a:spLocks noGrp="1"/>
          </p:cNvSpPr>
          <p:nvPr/>
        </p:nvSpPr>
        <p:spPr>
          <a:xfrm>
            <a:off x="4645956" y="5388257"/>
            <a:ext cx="28398" cy="28398"/>
          </a:xfrm>
          <a:prstGeom prst="ellipse">
            <a:avLst/>
          </a:prstGeom>
          <a:solidFill>
            <a:srgbClr val="7F8C97">
              <a:alpha val="48000"/>
            </a:srgbClr>
          </a:solidFill>
          <a:ln w="0">
            <a:noFill/>
            <a:prstDash val="solid"/>
          </a:ln>
        </p:spPr>
      </p:sp>
      <p:sp>
        <p:nvSpPr>
          <p:cNvPr id="2537" name="03_assume_matched_7834">
            <a:extLst>
              <a:ext uri="{FF2B5EF4-FFF2-40B4-BE49-F238E27FC236}">
                <a16:creationId xmlns:a16="http://schemas.microsoft.com/office/drawing/2014/main" id="{1D8471EF-DF2C-46AB-B51A-B0BB4176DFB3}"/>
              </a:ext>
            </a:extLst>
          </p:cNvPr>
          <p:cNvSpPr>
            <a:spLocks noGrp="1"/>
          </p:cNvSpPr>
          <p:nvPr/>
        </p:nvSpPr>
        <p:spPr>
          <a:xfrm>
            <a:off x="4708124" y="5290779"/>
            <a:ext cx="28398" cy="28398"/>
          </a:xfrm>
          <a:prstGeom prst="ellipse">
            <a:avLst/>
          </a:prstGeom>
          <a:solidFill>
            <a:srgbClr val="7F8C97">
              <a:alpha val="48000"/>
            </a:srgbClr>
          </a:solidFill>
          <a:ln w="0">
            <a:noFill/>
            <a:prstDash val="solid"/>
          </a:ln>
        </p:spPr>
      </p:sp>
      <p:sp>
        <p:nvSpPr>
          <p:cNvPr id="2538" name="03_assume_matched_7835">
            <a:extLst>
              <a:ext uri="{FF2B5EF4-FFF2-40B4-BE49-F238E27FC236}">
                <a16:creationId xmlns:a16="http://schemas.microsoft.com/office/drawing/2014/main" id="{7E595825-92F8-4112-87A0-100A318C086D}"/>
              </a:ext>
            </a:extLst>
          </p:cNvPr>
          <p:cNvSpPr>
            <a:spLocks noGrp="1"/>
          </p:cNvSpPr>
          <p:nvPr/>
        </p:nvSpPr>
        <p:spPr>
          <a:xfrm>
            <a:off x="4606237" y="4852127"/>
            <a:ext cx="28398" cy="28398"/>
          </a:xfrm>
          <a:prstGeom prst="ellipse">
            <a:avLst/>
          </a:prstGeom>
          <a:solidFill>
            <a:srgbClr val="7F8C97">
              <a:alpha val="48000"/>
            </a:srgbClr>
          </a:solidFill>
          <a:ln w="0">
            <a:noFill/>
            <a:prstDash val="solid"/>
          </a:ln>
        </p:spPr>
      </p:sp>
      <p:sp>
        <p:nvSpPr>
          <p:cNvPr id="2539" name="03_assume_matched_7836">
            <a:extLst>
              <a:ext uri="{FF2B5EF4-FFF2-40B4-BE49-F238E27FC236}">
                <a16:creationId xmlns:a16="http://schemas.microsoft.com/office/drawing/2014/main" id="{F9D1C4A9-4B5A-4C30-949F-97CD0225F7AE}"/>
              </a:ext>
            </a:extLst>
          </p:cNvPr>
          <p:cNvSpPr>
            <a:spLocks noGrp="1"/>
          </p:cNvSpPr>
          <p:nvPr/>
        </p:nvSpPr>
        <p:spPr>
          <a:xfrm>
            <a:off x="4612857" y="5436996"/>
            <a:ext cx="28398" cy="28398"/>
          </a:xfrm>
          <a:prstGeom prst="ellipse">
            <a:avLst/>
          </a:prstGeom>
          <a:solidFill>
            <a:srgbClr val="7F8C97">
              <a:alpha val="48000"/>
            </a:srgbClr>
          </a:solidFill>
          <a:ln w="0">
            <a:noFill/>
            <a:prstDash val="solid"/>
          </a:ln>
        </p:spPr>
      </p:sp>
      <p:sp>
        <p:nvSpPr>
          <p:cNvPr id="2540" name="03_assume_matched_7837">
            <a:extLst>
              <a:ext uri="{FF2B5EF4-FFF2-40B4-BE49-F238E27FC236}">
                <a16:creationId xmlns:a16="http://schemas.microsoft.com/office/drawing/2014/main" id="{F083FADB-ECC5-4E01-A238-20C278ABC593}"/>
              </a:ext>
            </a:extLst>
          </p:cNvPr>
          <p:cNvSpPr>
            <a:spLocks noGrp="1"/>
          </p:cNvSpPr>
          <p:nvPr/>
        </p:nvSpPr>
        <p:spPr>
          <a:xfrm>
            <a:off x="4672723" y="4852127"/>
            <a:ext cx="28398" cy="28398"/>
          </a:xfrm>
          <a:prstGeom prst="ellipse">
            <a:avLst/>
          </a:prstGeom>
          <a:solidFill>
            <a:srgbClr val="7F8C97">
              <a:alpha val="48000"/>
            </a:srgbClr>
          </a:solidFill>
          <a:ln w="0">
            <a:noFill/>
            <a:prstDash val="solid"/>
          </a:ln>
        </p:spPr>
      </p:sp>
      <p:sp>
        <p:nvSpPr>
          <p:cNvPr id="2541" name="03_assume_matched_7838">
            <a:extLst>
              <a:ext uri="{FF2B5EF4-FFF2-40B4-BE49-F238E27FC236}">
                <a16:creationId xmlns:a16="http://schemas.microsoft.com/office/drawing/2014/main" id="{E34B3572-EDE3-4F16-BBC9-D0AAFA720685}"/>
              </a:ext>
            </a:extLst>
          </p:cNvPr>
          <p:cNvSpPr>
            <a:spLocks noGrp="1"/>
          </p:cNvSpPr>
          <p:nvPr/>
        </p:nvSpPr>
        <p:spPr>
          <a:xfrm>
            <a:off x="4671428" y="4852127"/>
            <a:ext cx="28398" cy="28398"/>
          </a:xfrm>
          <a:prstGeom prst="ellipse">
            <a:avLst/>
          </a:prstGeom>
          <a:solidFill>
            <a:srgbClr val="7F8C97">
              <a:alpha val="48000"/>
            </a:srgbClr>
          </a:solidFill>
          <a:ln w="0">
            <a:noFill/>
            <a:prstDash val="solid"/>
          </a:ln>
        </p:spPr>
      </p:sp>
      <p:sp>
        <p:nvSpPr>
          <p:cNvPr id="2542" name="03_assume_matched_7839">
            <a:extLst>
              <a:ext uri="{FF2B5EF4-FFF2-40B4-BE49-F238E27FC236}">
                <a16:creationId xmlns:a16="http://schemas.microsoft.com/office/drawing/2014/main" id="{039E43E2-EA9A-4DCD-A45E-FE3CA49377F0}"/>
              </a:ext>
            </a:extLst>
          </p:cNvPr>
          <p:cNvSpPr>
            <a:spLocks noGrp="1"/>
          </p:cNvSpPr>
          <p:nvPr/>
        </p:nvSpPr>
        <p:spPr>
          <a:xfrm>
            <a:off x="4718198" y="4852127"/>
            <a:ext cx="28398" cy="28398"/>
          </a:xfrm>
          <a:prstGeom prst="ellipse">
            <a:avLst/>
          </a:prstGeom>
          <a:solidFill>
            <a:srgbClr val="7F8C97">
              <a:alpha val="48000"/>
            </a:srgbClr>
          </a:solidFill>
          <a:ln w="0">
            <a:noFill/>
            <a:prstDash val="solid"/>
          </a:ln>
        </p:spPr>
      </p:sp>
      <p:sp>
        <p:nvSpPr>
          <p:cNvPr id="2543" name="03_assume_matched_7840">
            <a:extLst>
              <a:ext uri="{FF2B5EF4-FFF2-40B4-BE49-F238E27FC236}">
                <a16:creationId xmlns:a16="http://schemas.microsoft.com/office/drawing/2014/main" id="{FF9D10C5-71DB-4BDA-85FC-3848D20B6E70}"/>
              </a:ext>
            </a:extLst>
          </p:cNvPr>
          <p:cNvSpPr>
            <a:spLocks noGrp="1"/>
          </p:cNvSpPr>
          <p:nvPr/>
        </p:nvSpPr>
        <p:spPr>
          <a:xfrm>
            <a:off x="4696468" y="5144561"/>
            <a:ext cx="28398" cy="28398"/>
          </a:xfrm>
          <a:prstGeom prst="ellipse">
            <a:avLst/>
          </a:prstGeom>
          <a:solidFill>
            <a:srgbClr val="7F8C97">
              <a:alpha val="48000"/>
            </a:srgbClr>
          </a:solidFill>
          <a:ln w="0">
            <a:noFill/>
            <a:prstDash val="solid"/>
          </a:ln>
        </p:spPr>
      </p:sp>
      <p:sp>
        <p:nvSpPr>
          <p:cNvPr id="2544" name="03_assume_matched_7841">
            <a:extLst>
              <a:ext uri="{FF2B5EF4-FFF2-40B4-BE49-F238E27FC236}">
                <a16:creationId xmlns:a16="http://schemas.microsoft.com/office/drawing/2014/main" id="{55E3D242-32C9-463E-AB07-DB5C92057127}"/>
              </a:ext>
            </a:extLst>
          </p:cNvPr>
          <p:cNvSpPr>
            <a:spLocks noGrp="1"/>
          </p:cNvSpPr>
          <p:nvPr/>
        </p:nvSpPr>
        <p:spPr>
          <a:xfrm>
            <a:off x="4628543" y="5436996"/>
            <a:ext cx="28398" cy="28398"/>
          </a:xfrm>
          <a:prstGeom prst="ellipse">
            <a:avLst/>
          </a:prstGeom>
          <a:solidFill>
            <a:srgbClr val="7F8C97">
              <a:alpha val="48000"/>
            </a:srgbClr>
          </a:solidFill>
          <a:ln w="0">
            <a:noFill/>
            <a:prstDash val="solid"/>
          </a:ln>
        </p:spPr>
      </p:sp>
      <p:sp>
        <p:nvSpPr>
          <p:cNvPr id="2545" name="03_assume_matched_7842">
            <a:extLst>
              <a:ext uri="{FF2B5EF4-FFF2-40B4-BE49-F238E27FC236}">
                <a16:creationId xmlns:a16="http://schemas.microsoft.com/office/drawing/2014/main" id="{34BAF49C-D3DC-459A-9012-E3E899F11EB1}"/>
              </a:ext>
            </a:extLst>
          </p:cNvPr>
          <p:cNvSpPr>
            <a:spLocks noGrp="1"/>
          </p:cNvSpPr>
          <p:nvPr/>
        </p:nvSpPr>
        <p:spPr>
          <a:xfrm>
            <a:off x="4699346" y="5436996"/>
            <a:ext cx="28398" cy="28398"/>
          </a:xfrm>
          <a:prstGeom prst="ellipse">
            <a:avLst/>
          </a:prstGeom>
          <a:solidFill>
            <a:srgbClr val="7F8C97">
              <a:alpha val="48000"/>
            </a:srgbClr>
          </a:solidFill>
          <a:ln w="0">
            <a:noFill/>
            <a:prstDash val="solid"/>
          </a:ln>
        </p:spPr>
      </p:sp>
      <p:sp>
        <p:nvSpPr>
          <p:cNvPr id="2546" name="03_assume_matched_7843">
            <a:extLst>
              <a:ext uri="{FF2B5EF4-FFF2-40B4-BE49-F238E27FC236}">
                <a16:creationId xmlns:a16="http://schemas.microsoft.com/office/drawing/2014/main" id="{64F8D1A5-19DC-4DA5-A207-FF719D1CB0DA}"/>
              </a:ext>
            </a:extLst>
          </p:cNvPr>
          <p:cNvSpPr>
            <a:spLocks noGrp="1"/>
          </p:cNvSpPr>
          <p:nvPr/>
        </p:nvSpPr>
        <p:spPr>
          <a:xfrm>
            <a:off x="4687689" y="5047083"/>
            <a:ext cx="28398" cy="28398"/>
          </a:xfrm>
          <a:prstGeom prst="ellipse">
            <a:avLst/>
          </a:prstGeom>
          <a:solidFill>
            <a:srgbClr val="7F8C97">
              <a:alpha val="48000"/>
            </a:srgbClr>
          </a:solidFill>
          <a:ln w="0">
            <a:noFill/>
            <a:prstDash val="solid"/>
          </a:ln>
        </p:spPr>
      </p:sp>
      <p:sp>
        <p:nvSpPr>
          <p:cNvPr id="2547" name="03_assume_matched_7844">
            <a:extLst>
              <a:ext uri="{FF2B5EF4-FFF2-40B4-BE49-F238E27FC236}">
                <a16:creationId xmlns:a16="http://schemas.microsoft.com/office/drawing/2014/main" id="{95333F58-DB8F-47F8-901A-8B742BEA9413}"/>
              </a:ext>
            </a:extLst>
          </p:cNvPr>
          <p:cNvSpPr>
            <a:spLocks noGrp="1"/>
          </p:cNvSpPr>
          <p:nvPr/>
        </p:nvSpPr>
        <p:spPr>
          <a:xfrm>
            <a:off x="4693877" y="5436996"/>
            <a:ext cx="28398" cy="28398"/>
          </a:xfrm>
          <a:prstGeom prst="ellipse">
            <a:avLst/>
          </a:prstGeom>
          <a:solidFill>
            <a:srgbClr val="7F8C97">
              <a:alpha val="48000"/>
            </a:srgbClr>
          </a:solidFill>
          <a:ln w="0">
            <a:noFill/>
            <a:prstDash val="solid"/>
          </a:ln>
        </p:spPr>
      </p:sp>
      <p:sp>
        <p:nvSpPr>
          <p:cNvPr id="2548" name="03_assume_matched_7845">
            <a:extLst>
              <a:ext uri="{FF2B5EF4-FFF2-40B4-BE49-F238E27FC236}">
                <a16:creationId xmlns:a16="http://schemas.microsoft.com/office/drawing/2014/main" id="{380AC08C-B5ED-4196-8625-6E2116AEC497}"/>
              </a:ext>
            </a:extLst>
          </p:cNvPr>
          <p:cNvSpPr>
            <a:spLocks noGrp="1"/>
          </p:cNvSpPr>
          <p:nvPr/>
        </p:nvSpPr>
        <p:spPr>
          <a:xfrm>
            <a:off x="4707261" y="5372010"/>
            <a:ext cx="28398" cy="28398"/>
          </a:xfrm>
          <a:prstGeom prst="ellipse">
            <a:avLst/>
          </a:prstGeom>
          <a:solidFill>
            <a:srgbClr val="7F8C97">
              <a:alpha val="48000"/>
            </a:srgbClr>
          </a:solidFill>
          <a:ln w="0">
            <a:noFill/>
            <a:prstDash val="solid"/>
          </a:ln>
        </p:spPr>
      </p:sp>
      <p:sp>
        <p:nvSpPr>
          <p:cNvPr id="2549" name="03_assume_matched_7846">
            <a:extLst>
              <a:ext uri="{FF2B5EF4-FFF2-40B4-BE49-F238E27FC236}">
                <a16:creationId xmlns:a16="http://schemas.microsoft.com/office/drawing/2014/main" id="{82FCC32A-86A4-4175-9368-3E7A9FC34499}"/>
              </a:ext>
            </a:extLst>
          </p:cNvPr>
          <p:cNvSpPr>
            <a:spLocks noGrp="1"/>
          </p:cNvSpPr>
          <p:nvPr/>
        </p:nvSpPr>
        <p:spPr>
          <a:xfrm>
            <a:off x="4615879" y="4852127"/>
            <a:ext cx="28398" cy="28398"/>
          </a:xfrm>
          <a:prstGeom prst="ellipse">
            <a:avLst/>
          </a:prstGeom>
          <a:solidFill>
            <a:srgbClr val="7F8C97">
              <a:alpha val="48000"/>
            </a:srgbClr>
          </a:solidFill>
          <a:ln w="0">
            <a:noFill/>
            <a:prstDash val="solid"/>
          </a:ln>
        </p:spPr>
      </p:sp>
      <p:sp>
        <p:nvSpPr>
          <p:cNvPr id="2550" name="03_assume_matched_7847">
            <a:extLst>
              <a:ext uri="{FF2B5EF4-FFF2-40B4-BE49-F238E27FC236}">
                <a16:creationId xmlns:a16="http://schemas.microsoft.com/office/drawing/2014/main" id="{CE81C8E4-93E5-4E36-9D6F-1486D1A279C7}"/>
              </a:ext>
            </a:extLst>
          </p:cNvPr>
          <p:cNvSpPr>
            <a:spLocks noGrp="1"/>
          </p:cNvSpPr>
          <p:nvPr/>
        </p:nvSpPr>
        <p:spPr>
          <a:xfrm>
            <a:off x="4605086" y="5047083"/>
            <a:ext cx="28398" cy="28398"/>
          </a:xfrm>
          <a:prstGeom prst="ellipse">
            <a:avLst/>
          </a:prstGeom>
          <a:solidFill>
            <a:srgbClr val="7F8C97">
              <a:alpha val="48000"/>
            </a:srgbClr>
          </a:solidFill>
          <a:ln w="0">
            <a:noFill/>
            <a:prstDash val="solid"/>
          </a:ln>
        </p:spPr>
      </p:sp>
      <p:sp>
        <p:nvSpPr>
          <p:cNvPr id="2551" name="03_assume_matched_7848">
            <a:extLst>
              <a:ext uri="{FF2B5EF4-FFF2-40B4-BE49-F238E27FC236}">
                <a16:creationId xmlns:a16="http://schemas.microsoft.com/office/drawing/2014/main" id="{3F69213A-B20C-4EA2-AD5A-4275BEE22A09}"/>
              </a:ext>
            </a:extLst>
          </p:cNvPr>
          <p:cNvSpPr>
            <a:spLocks noGrp="1"/>
          </p:cNvSpPr>
          <p:nvPr/>
        </p:nvSpPr>
        <p:spPr>
          <a:xfrm>
            <a:off x="4687977" y="5144561"/>
            <a:ext cx="28398" cy="28398"/>
          </a:xfrm>
          <a:prstGeom prst="ellipse">
            <a:avLst/>
          </a:prstGeom>
          <a:solidFill>
            <a:srgbClr val="7F8C97">
              <a:alpha val="48000"/>
            </a:srgbClr>
          </a:solidFill>
          <a:ln w="0">
            <a:noFill/>
            <a:prstDash val="solid"/>
          </a:ln>
        </p:spPr>
      </p:sp>
      <p:sp>
        <p:nvSpPr>
          <p:cNvPr id="2552" name="03_assume_matched_7849">
            <a:extLst>
              <a:ext uri="{FF2B5EF4-FFF2-40B4-BE49-F238E27FC236}">
                <a16:creationId xmlns:a16="http://schemas.microsoft.com/office/drawing/2014/main" id="{D84E3381-B3E9-4A2A-B5CC-EEFECF751D32}"/>
              </a:ext>
            </a:extLst>
          </p:cNvPr>
          <p:cNvSpPr>
            <a:spLocks noGrp="1"/>
          </p:cNvSpPr>
          <p:nvPr/>
        </p:nvSpPr>
        <p:spPr>
          <a:xfrm>
            <a:off x="4725106" y="4852127"/>
            <a:ext cx="28398" cy="28398"/>
          </a:xfrm>
          <a:prstGeom prst="ellipse">
            <a:avLst/>
          </a:prstGeom>
          <a:solidFill>
            <a:srgbClr val="7F8C97">
              <a:alpha val="48000"/>
            </a:srgbClr>
          </a:solidFill>
          <a:ln w="0">
            <a:noFill/>
            <a:prstDash val="solid"/>
          </a:ln>
        </p:spPr>
      </p:sp>
      <p:sp>
        <p:nvSpPr>
          <p:cNvPr id="2553" name="03_assume_matched_7850">
            <a:extLst>
              <a:ext uri="{FF2B5EF4-FFF2-40B4-BE49-F238E27FC236}">
                <a16:creationId xmlns:a16="http://schemas.microsoft.com/office/drawing/2014/main" id="{94812318-AF3D-44BE-82CB-14BA98673EB9}"/>
              </a:ext>
            </a:extLst>
          </p:cNvPr>
          <p:cNvSpPr>
            <a:spLocks noGrp="1"/>
          </p:cNvSpPr>
          <p:nvPr/>
        </p:nvSpPr>
        <p:spPr>
          <a:xfrm>
            <a:off x="4731294" y="4852127"/>
            <a:ext cx="28398" cy="28398"/>
          </a:xfrm>
          <a:prstGeom prst="ellipse">
            <a:avLst/>
          </a:prstGeom>
          <a:solidFill>
            <a:srgbClr val="7F8C97">
              <a:alpha val="48000"/>
            </a:srgbClr>
          </a:solidFill>
          <a:ln w="0">
            <a:noFill/>
            <a:prstDash val="solid"/>
          </a:ln>
        </p:spPr>
      </p:sp>
      <p:sp>
        <p:nvSpPr>
          <p:cNvPr id="2554" name="03_assume_matched_7851">
            <a:extLst>
              <a:ext uri="{FF2B5EF4-FFF2-40B4-BE49-F238E27FC236}">
                <a16:creationId xmlns:a16="http://schemas.microsoft.com/office/drawing/2014/main" id="{31FE0084-9F91-468D-8AB9-AACC5810FCC0}"/>
              </a:ext>
            </a:extLst>
          </p:cNvPr>
          <p:cNvSpPr>
            <a:spLocks noGrp="1"/>
          </p:cNvSpPr>
          <p:nvPr/>
        </p:nvSpPr>
        <p:spPr>
          <a:xfrm>
            <a:off x="4642358" y="4852127"/>
            <a:ext cx="28398" cy="28398"/>
          </a:xfrm>
          <a:prstGeom prst="ellipse">
            <a:avLst/>
          </a:prstGeom>
          <a:solidFill>
            <a:srgbClr val="7F8C97">
              <a:alpha val="48000"/>
            </a:srgbClr>
          </a:solidFill>
          <a:ln w="0">
            <a:noFill/>
            <a:prstDash val="solid"/>
          </a:ln>
        </p:spPr>
      </p:sp>
      <p:sp>
        <p:nvSpPr>
          <p:cNvPr id="2555" name="03_assume_matched_7852">
            <a:extLst>
              <a:ext uri="{FF2B5EF4-FFF2-40B4-BE49-F238E27FC236}">
                <a16:creationId xmlns:a16="http://schemas.microsoft.com/office/drawing/2014/main" id="{3C1619C2-2A49-4207-941E-AD3BE3EF6740}"/>
              </a:ext>
            </a:extLst>
          </p:cNvPr>
          <p:cNvSpPr>
            <a:spLocks noGrp="1"/>
          </p:cNvSpPr>
          <p:nvPr/>
        </p:nvSpPr>
        <p:spPr>
          <a:xfrm>
            <a:off x="4695173" y="5242040"/>
            <a:ext cx="28398" cy="28398"/>
          </a:xfrm>
          <a:prstGeom prst="ellipse">
            <a:avLst/>
          </a:prstGeom>
          <a:solidFill>
            <a:srgbClr val="7F8C97">
              <a:alpha val="48000"/>
            </a:srgbClr>
          </a:solidFill>
          <a:ln w="0">
            <a:noFill/>
            <a:prstDash val="solid"/>
          </a:ln>
        </p:spPr>
      </p:sp>
      <p:sp>
        <p:nvSpPr>
          <p:cNvPr id="2556" name="03_assume_matched_7853">
            <a:extLst>
              <a:ext uri="{FF2B5EF4-FFF2-40B4-BE49-F238E27FC236}">
                <a16:creationId xmlns:a16="http://schemas.microsoft.com/office/drawing/2014/main" id="{6627B69F-5F8E-488A-968F-AF44AB8061A2}"/>
              </a:ext>
            </a:extLst>
          </p:cNvPr>
          <p:cNvSpPr>
            <a:spLocks noGrp="1"/>
          </p:cNvSpPr>
          <p:nvPr/>
        </p:nvSpPr>
        <p:spPr>
          <a:xfrm>
            <a:off x="4706110" y="4852127"/>
            <a:ext cx="28398" cy="28398"/>
          </a:xfrm>
          <a:prstGeom prst="ellipse">
            <a:avLst/>
          </a:prstGeom>
          <a:solidFill>
            <a:srgbClr val="7F8C97">
              <a:alpha val="48000"/>
            </a:srgbClr>
          </a:solidFill>
          <a:ln w="0">
            <a:noFill/>
            <a:prstDash val="solid"/>
          </a:ln>
        </p:spPr>
      </p:sp>
      <p:sp>
        <p:nvSpPr>
          <p:cNvPr id="2557" name="03_assume_matched_7854">
            <a:extLst>
              <a:ext uri="{FF2B5EF4-FFF2-40B4-BE49-F238E27FC236}">
                <a16:creationId xmlns:a16="http://schemas.microsoft.com/office/drawing/2014/main" id="{95667779-EE3B-4DF9-A774-C56A386AA452}"/>
              </a:ext>
            </a:extLst>
          </p:cNvPr>
          <p:cNvSpPr>
            <a:spLocks noGrp="1"/>
          </p:cNvSpPr>
          <p:nvPr/>
        </p:nvSpPr>
        <p:spPr>
          <a:xfrm>
            <a:off x="4723523" y="4852127"/>
            <a:ext cx="28398" cy="28398"/>
          </a:xfrm>
          <a:prstGeom prst="ellipse">
            <a:avLst/>
          </a:prstGeom>
          <a:solidFill>
            <a:srgbClr val="7F8C97">
              <a:alpha val="48000"/>
            </a:srgbClr>
          </a:solidFill>
          <a:ln w="0">
            <a:noFill/>
            <a:prstDash val="solid"/>
          </a:ln>
        </p:spPr>
      </p:sp>
      <p:sp>
        <p:nvSpPr>
          <p:cNvPr id="2558" name="03_assume_matched_7855">
            <a:extLst>
              <a:ext uri="{FF2B5EF4-FFF2-40B4-BE49-F238E27FC236}">
                <a16:creationId xmlns:a16="http://schemas.microsoft.com/office/drawing/2014/main" id="{DD92C999-F78C-464D-A3BF-383974FEF99A}"/>
              </a:ext>
            </a:extLst>
          </p:cNvPr>
          <p:cNvSpPr>
            <a:spLocks noGrp="1"/>
          </p:cNvSpPr>
          <p:nvPr/>
        </p:nvSpPr>
        <p:spPr>
          <a:xfrm>
            <a:off x="4708268" y="4852127"/>
            <a:ext cx="28398" cy="28398"/>
          </a:xfrm>
          <a:prstGeom prst="ellipse">
            <a:avLst/>
          </a:prstGeom>
          <a:solidFill>
            <a:srgbClr val="7F8C97">
              <a:alpha val="48000"/>
            </a:srgbClr>
          </a:solidFill>
          <a:ln w="0">
            <a:noFill/>
            <a:prstDash val="solid"/>
          </a:ln>
        </p:spPr>
      </p:sp>
      <p:sp>
        <p:nvSpPr>
          <p:cNvPr id="2559" name="03_assume_matched_7856">
            <a:extLst>
              <a:ext uri="{FF2B5EF4-FFF2-40B4-BE49-F238E27FC236}">
                <a16:creationId xmlns:a16="http://schemas.microsoft.com/office/drawing/2014/main" id="{020893BF-890B-4829-8B9D-A0848CB59440}"/>
              </a:ext>
            </a:extLst>
          </p:cNvPr>
          <p:cNvSpPr>
            <a:spLocks noGrp="1"/>
          </p:cNvSpPr>
          <p:nvPr/>
        </p:nvSpPr>
        <p:spPr>
          <a:xfrm>
            <a:off x="4686538" y="4852127"/>
            <a:ext cx="28398" cy="28398"/>
          </a:xfrm>
          <a:prstGeom prst="ellipse">
            <a:avLst/>
          </a:prstGeom>
          <a:solidFill>
            <a:srgbClr val="7F8C97">
              <a:alpha val="48000"/>
            </a:srgbClr>
          </a:solidFill>
          <a:ln w="0">
            <a:noFill/>
            <a:prstDash val="solid"/>
          </a:ln>
        </p:spPr>
      </p:sp>
      <p:sp>
        <p:nvSpPr>
          <p:cNvPr id="2560" name="03_assume_matched_7857">
            <a:extLst>
              <a:ext uri="{FF2B5EF4-FFF2-40B4-BE49-F238E27FC236}">
                <a16:creationId xmlns:a16="http://schemas.microsoft.com/office/drawing/2014/main" id="{4F547EE3-97FF-4330-AE59-5CEB2ABF8857}"/>
              </a:ext>
            </a:extLst>
          </p:cNvPr>
          <p:cNvSpPr>
            <a:spLocks noGrp="1"/>
          </p:cNvSpPr>
          <p:nvPr/>
        </p:nvSpPr>
        <p:spPr>
          <a:xfrm>
            <a:off x="4598322" y="4852127"/>
            <a:ext cx="28398" cy="28398"/>
          </a:xfrm>
          <a:prstGeom prst="ellipse">
            <a:avLst/>
          </a:prstGeom>
          <a:solidFill>
            <a:srgbClr val="7F8C97">
              <a:alpha val="48000"/>
            </a:srgbClr>
          </a:solidFill>
          <a:ln w="0">
            <a:noFill/>
            <a:prstDash val="solid"/>
          </a:ln>
        </p:spPr>
      </p:sp>
      <p:sp>
        <p:nvSpPr>
          <p:cNvPr id="2561" name="03_assume_matched_7858">
            <a:extLst>
              <a:ext uri="{FF2B5EF4-FFF2-40B4-BE49-F238E27FC236}">
                <a16:creationId xmlns:a16="http://schemas.microsoft.com/office/drawing/2014/main" id="{0F0723C4-39FA-439A-8372-052683F44801}"/>
              </a:ext>
            </a:extLst>
          </p:cNvPr>
          <p:cNvSpPr>
            <a:spLocks noGrp="1"/>
          </p:cNvSpPr>
          <p:nvPr/>
        </p:nvSpPr>
        <p:spPr>
          <a:xfrm>
            <a:off x="4612281" y="5436996"/>
            <a:ext cx="28398" cy="28398"/>
          </a:xfrm>
          <a:prstGeom prst="ellipse">
            <a:avLst/>
          </a:prstGeom>
          <a:solidFill>
            <a:srgbClr val="7F8C97">
              <a:alpha val="48000"/>
            </a:srgbClr>
          </a:solidFill>
          <a:ln w="0">
            <a:noFill/>
            <a:prstDash val="solid"/>
          </a:ln>
        </p:spPr>
      </p:sp>
      <p:sp>
        <p:nvSpPr>
          <p:cNvPr id="2562" name="03_assume_matched_7859">
            <a:extLst>
              <a:ext uri="{FF2B5EF4-FFF2-40B4-BE49-F238E27FC236}">
                <a16:creationId xmlns:a16="http://schemas.microsoft.com/office/drawing/2014/main" id="{FC1F5AFB-7BCD-4CCC-85C7-C1BF6C9BE27B}"/>
              </a:ext>
            </a:extLst>
          </p:cNvPr>
          <p:cNvSpPr>
            <a:spLocks noGrp="1"/>
          </p:cNvSpPr>
          <p:nvPr/>
        </p:nvSpPr>
        <p:spPr>
          <a:xfrm>
            <a:off x="4673442" y="4852127"/>
            <a:ext cx="28398" cy="28398"/>
          </a:xfrm>
          <a:prstGeom prst="ellipse">
            <a:avLst/>
          </a:prstGeom>
          <a:solidFill>
            <a:srgbClr val="7F8C97">
              <a:alpha val="48000"/>
            </a:srgbClr>
          </a:solidFill>
          <a:ln w="0">
            <a:noFill/>
            <a:prstDash val="solid"/>
          </a:ln>
        </p:spPr>
      </p:sp>
      <p:sp>
        <p:nvSpPr>
          <p:cNvPr id="2563" name="03_assume_matched_7860">
            <a:extLst>
              <a:ext uri="{FF2B5EF4-FFF2-40B4-BE49-F238E27FC236}">
                <a16:creationId xmlns:a16="http://schemas.microsoft.com/office/drawing/2014/main" id="{61B8F308-C4CD-44B1-94A9-79F901EEF9FD}"/>
              </a:ext>
            </a:extLst>
          </p:cNvPr>
          <p:cNvSpPr>
            <a:spLocks noGrp="1"/>
          </p:cNvSpPr>
          <p:nvPr/>
        </p:nvSpPr>
        <p:spPr>
          <a:xfrm>
            <a:off x="4618325" y="4852127"/>
            <a:ext cx="28398" cy="28398"/>
          </a:xfrm>
          <a:prstGeom prst="ellipse">
            <a:avLst/>
          </a:prstGeom>
          <a:solidFill>
            <a:srgbClr val="7F8C97">
              <a:alpha val="48000"/>
            </a:srgbClr>
          </a:solidFill>
          <a:ln w="0">
            <a:noFill/>
            <a:prstDash val="solid"/>
          </a:ln>
        </p:spPr>
      </p:sp>
      <p:sp>
        <p:nvSpPr>
          <p:cNvPr id="2564" name="03_assume_matched_7861">
            <a:extLst>
              <a:ext uri="{FF2B5EF4-FFF2-40B4-BE49-F238E27FC236}">
                <a16:creationId xmlns:a16="http://schemas.microsoft.com/office/drawing/2014/main" id="{8CA12F54-15C0-412B-A29A-E6233DB82EF4}"/>
              </a:ext>
            </a:extLst>
          </p:cNvPr>
          <p:cNvSpPr>
            <a:spLocks noGrp="1"/>
          </p:cNvSpPr>
          <p:nvPr/>
        </p:nvSpPr>
        <p:spPr>
          <a:xfrm>
            <a:off x="4644373" y="4852127"/>
            <a:ext cx="28398" cy="28398"/>
          </a:xfrm>
          <a:prstGeom prst="ellipse">
            <a:avLst/>
          </a:prstGeom>
          <a:solidFill>
            <a:srgbClr val="7F8C97">
              <a:alpha val="48000"/>
            </a:srgbClr>
          </a:solidFill>
          <a:ln w="0">
            <a:noFill/>
            <a:prstDash val="solid"/>
          </a:ln>
        </p:spPr>
      </p:sp>
      <p:sp>
        <p:nvSpPr>
          <p:cNvPr id="2565" name="03_assume_matched_7862">
            <a:extLst>
              <a:ext uri="{FF2B5EF4-FFF2-40B4-BE49-F238E27FC236}">
                <a16:creationId xmlns:a16="http://schemas.microsoft.com/office/drawing/2014/main" id="{3E3179D3-3DD5-4359-89BD-7CD8DAD46851}"/>
              </a:ext>
            </a:extLst>
          </p:cNvPr>
          <p:cNvSpPr>
            <a:spLocks noGrp="1"/>
          </p:cNvSpPr>
          <p:nvPr/>
        </p:nvSpPr>
        <p:spPr>
          <a:xfrm>
            <a:off x="4593429" y="5436996"/>
            <a:ext cx="28398" cy="28398"/>
          </a:xfrm>
          <a:prstGeom prst="ellipse">
            <a:avLst/>
          </a:prstGeom>
          <a:solidFill>
            <a:srgbClr val="7F8C97">
              <a:alpha val="48000"/>
            </a:srgbClr>
          </a:solidFill>
          <a:ln w="0">
            <a:noFill/>
            <a:prstDash val="solid"/>
          </a:ln>
        </p:spPr>
      </p:sp>
      <p:sp>
        <p:nvSpPr>
          <p:cNvPr id="2566" name="03_assume_matched_7863">
            <a:extLst>
              <a:ext uri="{FF2B5EF4-FFF2-40B4-BE49-F238E27FC236}">
                <a16:creationId xmlns:a16="http://schemas.microsoft.com/office/drawing/2014/main" id="{D391087A-640E-4D5C-B239-54EE452C0820}"/>
              </a:ext>
            </a:extLst>
          </p:cNvPr>
          <p:cNvSpPr>
            <a:spLocks noGrp="1"/>
          </p:cNvSpPr>
          <p:nvPr/>
        </p:nvSpPr>
        <p:spPr>
          <a:xfrm>
            <a:off x="5466108" y="4852127"/>
            <a:ext cx="28398" cy="28398"/>
          </a:xfrm>
          <a:prstGeom prst="ellipse">
            <a:avLst/>
          </a:prstGeom>
          <a:solidFill>
            <a:srgbClr val="7F8C97">
              <a:alpha val="48000"/>
            </a:srgbClr>
          </a:solidFill>
          <a:ln w="0">
            <a:noFill/>
            <a:prstDash val="solid"/>
          </a:ln>
        </p:spPr>
      </p:sp>
      <p:sp>
        <p:nvSpPr>
          <p:cNvPr id="2567" name="03_assume_matched_7864">
            <a:extLst>
              <a:ext uri="{FF2B5EF4-FFF2-40B4-BE49-F238E27FC236}">
                <a16:creationId xmlns:a16="http://schemas.microsoft.com/office/drawing/2014/main" id="{662E20CE-C0CE-49C8-92FF-FCD44DFEBA09}"/>
              </a:ext>
            </a:extLst>
          </p:cNvPr>
          <p:cNvSpPr>
            <a:spLocks noGrp="1"/>
          </p:cNvSpPr>
          <p:nvPr/>
        </p:nvSpPr>
        <p:spPr>
          <a:xfrm>
            <a:off x="5454595" y="5436996"/>
            <a:ext cx="28398" cy="28398"/>
          </a:xfrm>
          <a:prstGeom prst="ellipse">
            <a:avLst/>
          </a:prstGeom>
          <a:solidFill>
            <a:srgbClr val="7F8C97">
              <a:alpha val="48000"/>
            </a:srgbClr>
          </a:solidFill>
          <a:ln w="0">
            <a:noFill/>
            <a:prstDash val="solid"/>
          </a:ln>
        </p:spPr>
      </p:sp>
      <p:sp>
        <p:nvSpPr>
          <p:cNvPr id="2568" name="03_assume_matched_7865">
            <a:extLst>
              <a:ext uri="{FF2B5EF4-FFF2-40B4-BE49-F238E27FC236}">
                <a16:creationId xmlns:a16="http://schemas.microsoft.com/office/drawing/2014/main" id="{50A74807-7D38-443D-BC65-7A967BC05236}"/>
              </a:ext>
            </a:extLst>
          </p:cNvPr>
          <p:cNvSpPr>
            <a:spLocks noGrp="1"/>
          </p:cNvSpPr>
          <p:nvPr/>
        </p:nvSpPr>
        <p:spPr>
          <a:xfrm>
            <a:off x="5397464" y="4852127"/>
            <a:ext cx="28398" cy="28398"/>
          </a:xfrm>
          <a:prstGeom prst="ellipse">
            <a:avLst/>
          </a:prstGeom>
          <a:solidFill>
            <a:srgbClr val="7F8C97">
              <a:alpha val="48000"/>
            </a:srgbClr>
          </a:solidFill>
          <a:ln w="0">
            <a:noFill/>
            <a:prstDash val="solid"/>
          </a:ln>
        </p:spPr>
      </p:sp>
      <p:sp>
        <p:nvSpPr>
          <p:cNvPr id="2569" name="03_assume_matched_7866">
            <a:extLst>
              <a:ext uri="{FF2B5EF4-FFF2-40B4-BE49-F238E27FC236}">
                <a16:creationId xmlns:a16="http://schemas.microsoft.com/office/drawing/2014/main" id="{572A5656-1F53-4021-A5B6-DE8F300D63E7}"/>
              </a:ext>
            </a:extLst>
          </p:cNvPr>
          <p:cNvSpPr>
            <a:spLocks noGrp="1"/>
          </p:cNvSpPr>
          <p:nvPr/>
        </p:nvSpPr>
        <p:spPr>
          <a:xfrm>
            <a:off x="5476326" y="4852127"/>
            <a:ext cx="28398" cy="28398"/>
          </a:xfrm>
          <a:prstGeom prst="ellipse">
            <a:avLst/>
          </a:prstGeom>
          <a:solidFill>
            <a:srgbClr val="7F8C97">
              <a:alpha val="48000"/>
            </a:srgbClr>
          </a:solidFill>
          <a:ln w="0">
            <a:noFill/>
            <a:prstDash val="solid"/>
          </a:ln>
        </p:spPr>
      </p:sp>
      <p:sp>
        <p:nvSpPr>
          <p:cNvPr id="2570" name="03_assume_matched_7867">
            <a:extLst>
              <a:ext uri="{FF2B5EF4-FFF2-40B4-BE49-F238E27FC236}">
                <a16:creationId xmlns:a16="http://schemas.microsoft.com/office/drawing/2014/main" id="{4261654B-F45D-408E-A9A2-19924CEB5AD1}"/>
              </a:ext>
            </a:extLst>
          </p:cNvPr>
          <p:cNvSpPr>
            <a:spLocks noGrp="1"/>
          </p:cNvSpPr>
          <p:nvPr/>
        </p:nvSpPr>
        <p:spPr>
          <a:xfrm>
            <a:off x="5444090" y="4852127"/>
            <a:ext cx="28398" cy="28398"/>
          </a:xfrm>
          <a:prstGeom prst="ellipse">
            <a:avLst/>
          </a:prstGeom>
          <a:solidFill>
            <a:srgbClr val="7F8C97">
              <a:alpha val="48000"/>
            </a:srgbClr>
          </a:solidFill>
          <a:ln w="0">
            <a:noFill/>
            <a:prstDash val="solid"/>
          </a:ln>
        </p:spPr>
      </p:sp>
      <p:sp>
        <p:nvSpPr>
          <p:cNvPr id="2571" name="03_assume_matched_7868">
            <a:extLst>
              <a:ext uri="{FF2B5EF4-FFF2-40B4-BE49-F238E27FC236}">
                <a16:creationId xmlns:a16="http://schemas.microsoft.com/office/drawing/2014/main" id="{ED4765A7-C7A3-497C-8D1B-A061B0395855}"/>
              </a:ext>
            </a:extLst>
          </p:cNvPr>
          <p:cNvSpPr>
            <a:spLocks noGrp="1"/>
          </p:cNvSpPr>
          <p:nvPr/>
        </p:nvSpPr>
        <p:spPr>
          <a:xfrm>
            <a:off x="5348822" y="4852127"/>
            <a:ext cx="28398" cy="28398"/>
          </a:xfrm>
          <a:prstGeom prst="ellipse">
            <a:avLst/>
          </a:prstGeom>
          <a:solidFill>
            <a:srgbClr val="7F8C97">
              <a:alpha val="48000"/>
            </a:srgbClr>
          </a:solidFill>
          <a:ln w="0">
            <a:noFill/>
            <a:prstDash val="solid"/>
          </a:ln>
        </p:spPr>
      </p:sp>
      <p:sp>
        <p:nvSpPr>
          <p:cNvPr id="2572" name="03_assume_matched_7869">
            <a:extLst>
              <a:ext uri="{FF2B5EF4-FFF2-40B4-BE49-F238E27FC236}">
                <a16:creationId xmlns:a16="http://schemas.microsoft.com/office/drawing/2014/main" id="{5E477ABD-88DF-40EA-B770-FCA12795146F}"/>
              </a:ext>
            </a:extLst>
          </p:cNvPr>
          <p:cNvSpPr>
            <a:spLocks noGrp="1"/>
          </p:cNvSpPr>
          <p:nvPr/>
        </p:nvSpPr>
        <p:spPr>
          <a:xfrm>
            <a:off x="5379475" y="5436996"/>
            <a:ext cx="28398" cy="28398"/>
          </a:xfrm>
          <a:prstGeom prst="ellipse">
            <a:avLst/>
          </a:prstGeom>
          <a:solidFill>
            <a:srgbClr val="7F8C97">
              <a:alpha val="48000"/>
            </a:srgbClr>
          </a:solidFill>
          <a:ln w="0">
            <a:noFill/>
            <a:prstDash val="solid"/>
          </a:ln>
        </p:spPr>
      </p:sp>
      <p:sp>
        <p:nvSpPr>
          <p:cNvPr id="2573" name="03_assume_matched_7870">
            <a:extLst>
              <a:ext uri="{FF2B5EF4-FFF2-40B4-BE49-F238E27FC236}">
                <a16:creationId xmlns:a16="http://schemas.microsoft.com/office/drawing/2014/main" id="{8CBB32EF-BBF5-436F-91FB-C8743AAA048E}"/>
              </a:ext>
            </a:extLst>
          </p:cNvPr>
          <p:cNvSpPr>
            <a:spLocks noGrp="1"/>
          </p:cNvSpPr>
          <p:nvPr/>
        </p:nvSpPr>
        <p:spPr>
          <a:xfrm>
            <a:off x="5348534" y="5290779"/>
            <a:ext cx="28398" cy="28398"/>
          </a:xfrm>
          <a:prstGeom prst="ellipse">
            <a:avLst/>
          </a:prstGeom>
          <a:solidFill>
            <a:srgbClr val="7F8C97">
              <a:alpha val="48000"/>
            </a:srgbClr>
          </a:solidFill>
          <a:ln w="0">
            <a:noFill/>
            <a:prstDash val="solid"/>
          </a:ln>
        </p:spPr>
      </p:sp>
      <p:sp>
        <p:nvSpPr>
          <p:cNvPr id="2574" name="03_assume_matched_7871">
            <a:extLst>
              <a:ext uri="{FF2B5EF4-FFF2-40B4-BE49-F238E27FC236}">
                <a16:creationId xmlns:a16="http://schemas.microsoft.com/office/drawing/2014/main" id="{52079B49-FDAC-4E63-8CED-7DBDD864F541}"/>
              </a:ext>
            </a:extLst>
          </p:cNvPr>
          <p:cNvSpPr>
            <a:spLocks noGrp="1"/>
          </p:cNvSpPr>
          <p:nvPr/>
        </p:nvSpPr>
        <p:spPr>
          <a:xfrm>
            <a:off x="5429843" y="5144561"/>
            <a:ext cx="28398" cy="28398"/>
          </a:xfrm>
          <a:prstGeom prst="ellipse">
            <a:avLst/>
          </a:prstGeom>
          <a:solidFill>
            <a:srgbClr val="7F8C97">
              <a:alpha val="48000"/>
            </a:srgbClr>
          </a:solidFill>
          <a:ln w="0">
            <a:noFill/>
            <a:prstDash val="solid"/>
          </a:ln>
        </p:spPr>
      </p:sp>
      <p:sp>
        <p:nvSpPr>
          <p:cNvPr id="2575" name="03_assume_matched_7872">
            <a:extLst>
              <a:ext uri="{FF2B5EF4-FFF2-40B4-BE49-F238E27FC236}">
                <a16:creationId xmlns:a16="http://schemas.microsoft.com/office/drawing/2014/main" id="{3B2D5554-D478-49AC-8378-9B138F0B446F}"/>
              </a:ext>
            </a:extLst>
          </p:cNvPr>
          <p:cNvSpPr>
            <a:spLocks noGrp="1"/>
          </p:cNvSpPr>
          <p:nvPr/>
        </p:nvSpPr>
        <p:spPr>
          <a:xfrm>
            <a:off x="5411135" y="5144561"/>
            <a:ext cx="28398" cy="28398"/>
          </a:xfrm>
          <a:prstGeom prst="ellipse">
            <a:avLst/>
          </a:prstGeom>
          <a:solidFill>
            <a:srgbClr val="7F8C97">
              <a:alpha val="48000"/>
            </a:srgbClr>
          </a:solidFill>
          <a:ln w="0">
            <a:noFill/>
            <a:prstDash val="solid"/>
          </a:ln>
        </p:spPr>
      </p:sp>
      <p:sp>
        <p:nvSpPr>
          <p:cNvPr id="2576" name="03_assume_matched_7873">
            <a:extLst>
              <a:ext uri="{FF2B5EF4-FFF2-40B4-BE49-F238E27FC236}">
                <a16:creationId xmlns:a16="http://schemas.microsoft.com/office/drawing/2014/main" id="{E6B682E5-B8BD-4932-B329-307D4D8E9AA5}"/>
              </a:ext>
            </a:extLst>
          </p:cNvPr>
          <p:cNvSpPr>
            <a:spLocks noGrp="1"/>
          </p:cNvSpPr>
          <p:nvPr/>
        </p:nvSpPr>
        <p:spPr>
          <a:xfrm>
            <a:off x="5395881" y="4852127"/>
            <a:ext cx="28398" cy="28398"/>
          </a:xfrm>
          <a:prstGeom prst="ellipse">
            <a:avLst/>
          </a:prstGeom>
          <a:solidFill>
            <a:srgbClr val="7F8C97">
              <a:alpha val="48000"/>
            </a:srgbClr>
          </a:solidFill>
          <a:ln w="0">
            <a:noFill/>
            <a:prstDash val="solid"/>
          </a:ln>
        </p:spPr>
      </p:sp>
      <p:sp>
        <p:nvSpPr>
          <p:cNvPr id="2577" name="03_assume_matched_7874">
            <a:extLst>
              <a:ext uri="{FF2B5EF4-FFF2-40B4-BE49-F238E27FC236}">
                <a16:creationId xmlns:a16="http://schemas.microsoft.com/office/drawing/2014/main" id="{CE58D093-4802-4A54-BB18-663C18D4041A}"/>
              </a:ext>
            </a:extLst>
          </p:cNvPr>
          <p:cNvSpPr>
            <a:spLocks noGrp="1"/>
          </p:cNvSpPr>
          <p:nvPr/>
        </p:nvSpPr>
        <p:spPr>
          <a:xfrm>
            <a:off x="5381634" y="5436996"/>
            <a:ext cx="28398" cy="28398"/>
          </a:xfrm>
          <a:prstGeom prst="ellipse">
            <a:avLst/>
          </a:prstGeom>
          <a:solidFill>
            <a:srgbClr val="7F8C97">
              <a:alpha val="48000"/>
            </a:srgbClr>
          </a:solidFill>
          <a:ln w="0">
            <a:noFill/>
            <a:prstDash val="solid"/>
          </a:ln>
        </p:spPr>
      </p:sp>
      <p:sp>
        <p:nvSpPr>
          <p:cNvPr id="2578" name="03_assume_matched_7875">
            <a:extLst>
              <a:ext uri="{FF2B5EF4-FFF2-40B4-BE49-F238E27FC236}">
                <a16:creationId xmlns:a16="http://schemas.microsoft.com/office/drawing/2014/main" id="{B8EDC2A0-1770-44DE-83B0-F703027EF7B3}"/>
              </a:ext>
            </a:extLst>
          </p:cNvPr>
          <p:cNvSpPr>
            <a:spLocks noGrp="1"/>
          </p:cNvSpPr>
          <p:nvPr/>
        </p:nvSpPr>
        <p:spPr>
          <a:xfrm>
            <a:off x="5398039" y="4852127"/>
            <a:ext cx="28398" cy="28398"/>
          </a:xfrm>
          <a:prstGeom prst="ellipse">
            <a:avLst/>
          </a:prstGeom>
          <a:solidFill>
            <a:srgbClr val="7F8C97">
              <a:alpha val="48000"/>
            </a:srgbClr>
          </a:solidFill>
          <a:ln w="0">
            <a:noFill/>
            <a:prstDash val="solid"/>
          </a:ln>
        </p:spPr>
      </p:sp>
      <p:sp>
        <p:nvSpPr>
          <p:cNvPr id="2579" name="03_assume_matched_7876">
            <a:extLst>
              <a:ext uri="{FF2B5EF4-FFF2-40B4-BE49-F238E27FC236}">
                <a16:creationId xmlns:a16="http://schemas.microsoft.com/office/drawing/2014/main" id="{6869741D-FADA-414D-80AB-19B55FFAFF50}"/>
              </a:ext>
            </a:extLst>
          </p:cNvPr>
          <p:cNvSpPr>
            <a:spLocks noGrp="1"/>
          </p:cNvSpPr>
          <p:nvPr/>
        </p:nvSpPr>
        <p:spPr>
          <a:xfrm>
            <a:off x="5483233" y="5144561"/>
            <a:ext cx="28398" cy="28398"/>
          </a:xfrm>
          <a:prstGeom prst="ellipse">
            <a:avLst/>
          </a:prstGeom>
          <a:solidFill>
            <a:srgbClr val="7F8C97">
              <a:alpha val="48000"/>
            </a:srgbClr>
          </a:solidFill>
          <a:ln w="0">
            <a:noFill/>
            <a:prstDash val="solid"/>
          </a:ln>
        </p:spPr>
      </p:sp>
      <p:sp>
        <p:nvSpPr>
          <p:cNvPr id="2580" name="03_assume_matched_7877">
            <a:extLst>
              <a:ext uri="{FF2B5EF4-FFF2-40B4-BE49-F238E27FC236}">
                <a16:creationId xmlns:a16="http://schemas.microsoft.com/office/drawing/2014/main" id="{30C74FD0-FA03-4EC5-ACD7-77C9EA3DC97B}"/>
              </a:ext>
            </a:extLst>
          </p:cNvPr>
          <p:cNvSpPr>
            <a:spLocks noGrp="1"/>
          </p:cNvSpPr>
          <p:nvPr/>
        </p:nvSpPr>
        <p:spPr>
          <a:xfrm>
            <a:off x="5438190" y="4852127"/>
            <a:ext cx="28398" cy="28398"/>
          </a:xfrm>
          <a:prstGeom prst="ellipse">
            <a:avLst/>
          </a:prstGeom>
          <a:solidFill>
            <a:srgbClr val="7F8C97">
              <a:alpha val="48000"/>
            </a:srgbClr>
          </a:solidFill>
          <a:ln w="0">
            <a:noFill/>
            <a:prstDash val="solid"/>
          </a:ln>
        </p:spPr>
      </p:sp>
      <p:sp>
        <p:nvSpPr>
          <p:cNvPr id="2581" name="03_assume_matched_7878">
            <a:extLst>
              <a:ext uri="{FF2B5EF4-FFF2-40B4-BE49-F238E27FC236}">
                <a16:creationId xmlns:a16="http://schemas.microsoft.com/office/drawing/2014/main" id="{8ABA9BFB-9A66-440E-8DD0-23266C5C6A4A}"/>
              </a:ext>
            </a:extLst>
          </p:cNvPr>
          <p:cNvSpPr>
            <a:spLocks noGrp="1"/>
          </p:cNvSpPr>
          <p:nvPr/>
        </p:nvSpPr>
        <p:spPr>
          <a:xfrm>
            <a:off x="5447976" y="5372010"/>
            <a:ext cx="28398" cy="28398"/>
          </a:xfrm>
          <a:prstGeom prst="ellipse">
            <a:avLst/>
          </a:prstGeom>
          <a:solidFill>
            <a:srgbClr val="7F8C97">
              <a:alpha val="48000"/>
            </a:srgbClr>
          </a:solidFill>
          <a:ln w="0">
            <a:noFill/>
            <a:prstDash val="solid"/>
          </a:ln>
        </p:spPr>
      </p:sp>
      <p:sp>
        <p:nvSpPr>
          <p:cNvPr id="2582" name="03_assume_matched_7879">
            <a:extLst>
              <a:ext uri="{FF2B5EF4-FFF2-40B4-BE49-F238E27FC236}">
                <a16:creationId xmlns:a16="http://schemas.microsoft.com/office/drawing/2014/main" id="{F5505C33-C324-4333-BA5F-1A8109799C67}"/>
              </a:ext>
            </a:extLst>
          </p:cNvPr>
          <p:cNvSpPr>
            <a:spLocks noGrp="1"/>
          </p:cNvSpPr>
          <p:nvPr/>
        </p:nvSpPr>
        <p:spPr>
          <a:xfrm>
            <a:off x="5384800" y="5274532"/>
            <a:ext cx="28398" cy="28398"/>
          </a:xfrm>
          <a:prstGeom prst="ellipse">
            <a:avLst/>
          </a:prstGeom>
          <a:solidFill>
            <a:srgbClr val="7F8C97">
              <a:alpha val="48000"/>
            </a:srgbClr>
          </a:solidFill>
          <a:ln w="0">
            <a:noFill/>
            <a:prstDash val="solid"/>
          </a:ln>
        </p:spPr>
      </p:sp>
      <p:sp>
        <p:nvSpPr>
          <p:cNvPr id="2583" name="03_assume_matched_7880">
            <a:extLst>
              <a:ext uri="{FF2B5EF4-FFF2-40B4-BE49-F238E27FC236}">
                <a16:creationId xmlns:a16="http://schemas.microsoft.com/office/drawing/2014/main" id="{C7CCB7B5-BC0B-4383-894C-4208938BE89F}"/>
              </a:ext>
            </a:extLst>
          </p:cNvPr>
          <p:cNvSpPr>
            <a:spLocks noGrp="1"/>
          </p:cNvSpPr>
          <p:nvPr/>
        </p:nvSpPr>
        <p:spPr>
          <a:xfrm>
            <a:off x="5475174" y="5242040"/>
            <a:ext cx="28398" cy="28398"/>
          </a:xfrm>
          <a:prstGeom prst="ellipse">
            <a:avLst/>
          </a:prstGeom>
          <a:solidFill>
            <a:srgbClr val="7F8C97">
              <a:alpha val="48000"/>
            </a:srgbClr>
          </a:solidFill>
          <a:ln w="0">
            <a:noFill/>
            <a:prstDash val="solid"/>
          </a:ln>
        </p:spPr>
      </p:sp>
      <p:sp>
        <p:nvSpPr>
          <p:cNvPr id="2584" name="03_assume_matched_7881">
            <a:extLst>
              <a:ext uri="{FF2B5EF4-FFF2-40B4-BE49-F238E27FC236}">
                <a16:creationId xmlns:a16="http://schemas.microsoft.com/office/drawing/2014/main" id="{D3E3BF6E-79E2-4D7F-9C0E-22FAAEA706B6}"/>
              </a:ext>
            </a:extLst>
          </p:cNvPr>
          <p:cNvSpPr>
            <a:spLocks noGrp="1"/>
          </p:cNvSpPr>
          <p:nvPr/>
        </p:nvSpPr>
        <p:spPr>
          <a:xfrm>
            <a:off x="5448263" y="4852127"/>
            <a:ext cx="28398" cy="28398"/>
          </a:xfrm>
          <a:prstGeom prst="ellipse">
            <a:avLst/>
          </a:prstGeom>
          <a:solidFill>
            <a:srgbClr val="7F8C97">
              <a:alpha val="48000"/>
            </a:srgbClr>
          </a:solidFill>
          <a:ln w="0">
            <a:noFill/>
            <a:prstDash val="solid"/>
          </a:ln>
        </p:spPr>
      </p:sp>
      <p:sp>
        <p:nvSpPr>
          <p:cNvPr id="2585" name="03_assume_matched_7882">
            <a:extLst>
              <a:ext uri="{FF2B5EF4-FFF2-40B4-BE49-F238E27FC236}">
                <a16:creationId xmlns:a16="http://schemas.microsoft.com/office/drawing/2014/main" id="{7417FF8A-2D12-4F20-9A7E-C79B93C6A133}"/>
              </a:ext>
            </a:extLst>
          </p:cNvPr>
          <p:cNvSpPr>
            <a:spLocks noGrp="1"/>
          </p:cNvSpPr>
          <p:nvPr/>
        </p:nvSpPr>
        <p:spPr>
          <a:xfrm>
            <a:off x="5366091" y="5436996"/>
            <a:ext cx="28398" cy="28398"/>
          </a:xfrm>
          <a:prstGeom prst="ellipse">
            <a:avLst/>
          </a:prstGeom>
          <a:solidFill>
            <a:srgbClr val="7F8C97">
              <a:alpha val="48000"/>
            </a:srgbClr>
          </a:solidFill>
          <a:ln w="0">
            <a:noFill/>
            <a:prstDash val="solid"/>
          </a:ln>
        </p:spPr>
      </p:sp>
      <p:sp>
        <p:nvSpPr>
          <p:cNvPr id="2586" name="03_assume_matched_7883">
            <a:extLst>
              <a:ext uri="{FF2B5EF4-FFF2-40B4-BE49-F238E27FC236}">
                <a16:creationId xmlns:a16="http://schemas.microsoft.com/office/drawing/2014/main" id="{44B07828-4DAD-4BB3-BB9B-01D64246C607}"/>
              </a:ext>
            </a:extLst>
          </p:cNvPr>
          <p:cNvSpPr>
            <a:spLocks noGrp="1"/>
          </p:cNvSpPr>
          <p:nvPr/>
        </p:nvSpPr>
        <p:spPr>
          <a:xfrm>
            <a:off x="5373431" y="4852127"/>
            <a:ext cx="28398" cy="28398"/>
          </a:xfrm>
          <a:prstGeom prst="ellipse">
            <a:avLst/>
          </a:prstGeom>
          <a:solidFill>
            <a:srgbClr val="7F8C97">
              <a:alpha val="48000"/>
            </a:srgbClr>
          </a:solidFill>
          <a:ln w="0">
            <a:noFill/>
            <a:prstDash val="solid"/>
          </a:ln>
        </p:spPr>
      </p:sp>
      <p:sp>
        <p:nvSpPr>
          <p:cNvPr id="2587" name="03_assume_matched_7884">
            <a:extLst>
              <a:ext uri="{FF2B5EF4-FFF2-40B4-BE49-F238E27FC236}">
                <a16:creationId xmlns:a16="http://schemas.microsoft.com/office/drawing/2014/main" id="{95048647-8C93-4F14-977E-B31B7AED1EA9}"/>
              </a:ext>
            </a:extLst>
          </p:cNvPr>
          <p:cNvSpPr>
            <a:spLocks noGrp="1"/>
          </p:cNvSpPr>
          <p:nvPr/>
        </p:nvSpPr>
        <p:spPr>
          <a:xfrm>
            <a:off x="5384656" y="5242040"/>
            <a:ext cx="28398" cy="28398"/>
          </a:xfrm>
          <a:prstGeom prst="ellipse">
            <a:avLst/>
          </a:prstGeom>
          <a:solidFill>
            <a:srgbClr val="7F8C97">
              <a:alpha val="48000"/>
            </a:srgbClr>
          </a:solidFill>
          <a:ln w="0">
            <a:noFill/>
            <a:prstDash val="solid"/>
          </a:ln>
        </p:spPr>
      </p:sp>
      <p:sp>
        <p:nvSpPr>
          <p:cNvPr id="2588" name="03_assume_matched_7885">
            <a:extLst>
              <a:ext uri="{FF2B5EF4-FFF2-40B4-BE49-F238E27FC236}">
                <a16:creationId xmlns:a16="http://schemas.microsoft.com/office/drawing/2014/main" id="{FCDAC4E7-D23B-4E22-AEDA-41EECECD8A35}"/>
              </a:ext>
            </a:extLst>
          </p:cNvPr>
          <p:cNvSpPr>
            <a:spLocks noGrp="1"/>
          </p:cNvSpPr>
          <p:nvPr/>
        </p:nvSpPr>
        <p:spPr>
          <a:xfrm>
            <a:off x="5474023" y="5144561"/>
            <a:ext cx="28398" cy="28398"/>
          </a:xfrm>
          <a:prstGeom prst="ellipse">
            <a:avLst/>
          </a:prstGeom>
          <a:solidFill>
            <a:srgbClr val="7F8C97">
              <a:alpha val="48000"/>
            </a:srgbClr>
          </a:solidFill>
          <a:ln w="0">
            <a:noFill/>
            <a:prstDash val="solid"/>
          </a:ln>
        </p:spPr>
      </p:sp>
      <p:sp>
        <p:nvSpPr>
          <p:cNvPr id="2589" name="03_assume_matched_7886">
            <a:extLst>
              <a:ext uri="{FF2B5EF4-FFF2-40B4-BE49-F238E27FC236}">
                <a16:creationId xmlns:a16="http://schemas.microsoft.com/office/drawing/2014/main" id="{DCEA05AF-7E6E-44D6-B0F5-381EDBDC44CF}"/>
              </a:ext>
            </a:extLst>
          </p:cNvPr>
          <p:cNvSpPr>
            <a:spLocks noGrp="1"/>
          </p:cNvSpPr>
          <p:nvPr/>
        </p:nvSpPr>
        <p:spPr>
          <a:xfrm>
            <a:off x="5386958" y="4852127"/>
            <a:ext cx="28398" cy="28398"/>
          </a:xfrm>
          <a:prstGeom prst="ellipse">
            <a:avLst/>
          </a:prstGeom>
          <a:solidFill>
            <a:srgbClr val="7F8C97">
              <a:alpha val="48000"/>
            </a:srgbClr>
          </a:solidFill>
          <a:ln w="0">
            <a:noFill/>
            <a:prstDash val="solid"/>
          </a:ln>
        </p:spPr>
      </p:sp>
      <p:sp>
        <p:nvSpPr>
          <p:cNvPr id="2590" name="03_assume_matched_7887">
            <a:extLst>
              <a:ext uri="{FF2B5EF4-FFF2-40B4-BE49-F238E27FC236}">
                <a16:creationId xmlns:a16="http://schemas.microsoft.com/office/drawing/2014/main" id="{28AB3C3C-F522-4917-BA80-B97A07B274FE}"/>
              </a:ext>
            </a:extLst>
          </p:cNvPr>
          <p:cNvSpPr>
            <a:spLocks noGrp="1"/>
          </p:cNvSpPr>
          <p:nvPr/>
        </p:nvSpPr>
        <p:spPr>
          <a:xfrm>
            <a:off x="5465964" y="5177054"/>
            <a:ext cx="28398" cy="28398"/>
          </a:xfrm>
          <a:prstGeom prst="ellipse">
            <a:avLst/>
          </a:prstGeom>
          <a:solidFill>
            <a:srgbClr val="7F8C97">
              <a:alpha val="48000"/>
            </a:srgbClr>
          </a:solidFill>
          <a:ln w="0">
            <a:noFill/>
            <a:prstDash val="solid"/>
          </a:ln>
        </p:spPr>
      </p:sp>
      <p:sp>
        <p:nvSpPr>
          <p:cNvPr id="2591" name="03_assume_matched_7888">
            <a:extLst>
              <a:ext uri="{FF2B5EF4-FFF2-40B4-BE49-F238E27FC236}">
                <a16:creationId xmlns:a16="http://schemas.microsoft.com/office/drawing/2014/main" id="{E163865E-F2D0-449D-AECC-6C6C8133254A}"/>
              </a:ext>
            </a:extLst>
          </p:cNvPr>
          <p:cNvSpPr>
            <a:spLocks noGrp="1"/>
          </p:cNvSpPr>
          <p:nvPr/>
        </p:nvSpPr>
        <p:spPr>
          <a:xfrm>
            <a:off x="5467115" y="4852127"/>
            <a:ext cx="28398" cy="28398"/>
          </a:xfrm>
          <a:prstGeom prst="ellipse">
            <a:avLst/>
          </a:prstGeom>
          <a:solidFill>
            <a:srgbClr val="7F8C97">
              <a:alpha val="48000"/>
            </a:srgbClr>
          </a:solidFill>
          <a:ln w="0">
            <a:noFill/>
            <a:prstDash val="solid"/>
          </a:ln>
        </p:spPr>
      </p:sp>
      <p:sp>
        <p:nvSpPr>
          <p:cNvPr id="2592" name="03_assume_matched_7889">
            <a:extLst>
              <a:ext uri="{FF2B5EF4-FFF2-40B4-BE49-F238E27FC236}">
                <a16:creationId xmlns:a16="http://schemas.microsoft.com/office/drawing/2014/main" id="{3ACCFE6C-4021-468C-AF2F-E984545850E9}"/>
              </a:ext>
            </a:extLst>
          </p:cNvPr>
          <p:cNvSpPr>
            <a:spLocks noGrp="1"/>
          </p:cNvSpPr>
          <p:nvPr/>
        </p:nvSpPr>
        <p:spPr>
          <a:xfrm>
            <a:off x="5470857" y="5436996"/>
            <a:ext cx="28398" cy="28398"/>
          </a:xfrm>
          <a:prstGeom prst="ellipse">
            <a:avLst/>
          </a:prstGeom>
          <a:solidFill>
            <a:srgbClr val="7F8C97">
              <a:alpha val="48000"/>
            </a:srgbClr>
          </a:solidFill>
          <a:ln w="0">
            <a:noFill/>
            <a:prstDash val="solid"/>
          </a:ln>
        </p:spPr>
      </p:sp>
      <p:sp>
        <p:nvSpPr>
          <p:cNvPr id="2593" name="03_assume_matched_7890">
            <a:extLst>
              <a:ext uri="{FF2B5EF4-FFF2-40B4-BE49-F238E27FC236}">
                <a16:creationId xmlns:a16="http://schemas.microsoft.com/office/drawing/2014/main" id="{40A89821-96DC-4AF4-9DCF-09CA511667FA}"/>
              </a:ext>
            </a:extLst>
          </p:cNvPr>
          <p:cNvSpPr>
            <a:spLocks noGrp="1"/>
          </p:cNvSpPr>
          <p:nvPr/>
        </p:nvSpPr>
        <p:spPr>
          <a:xfrm>
            <a:off x="5388109" y="5242040"/>
            <a:ext cx="28398" cy="28398"/>
          </a:xfrm>
          <a:prstGeom prst="ellipse">
            <a:avLst/>
          </a:prstGeom>
          <a:solidFill>
            <a:srgbClr val="7F8C97">
              <a:alpha val="48000"/>
            </a:srgbClr>
          </a:solidFill>
          <a:ln w="0">
            <a:noFill/>
            <a:prstDash val="solid"/>
          </a:ln>
        </p:spPr>
      </p:sp>
      <p:sp>
        <p:nvSpPr>
          <p:cNvPr id="2594" name="03_assume_matched_7891">
            <a:extLst>
              <a:ext uri="{FF2B5EF4-FFF2-40B4-BE49-F238E27FC236}">
                <a16:creationId xmlns:a16="http://schemas.microsoft.com/office/drawing/2014/main" id="{D3C70E6C-6E8A-4740-B863-A42852B23324}"/>
              </a:ext>
            </a:extLst>
          </p:cNvPr>
          <p:cNvSpPr>
            <a:spLocks noGrp="1"/>
          </p:cNvSpPr>
          <p:nvPr/>
        </p:nvSpPr>
        <p:spPr>
          <a:xfrm>
            <a:off x="5366379" y="4852127"/>
            <a:ext cx="28398" cy="28398"/>
          </a:xfrm>
          <a:prstGeom prst="ellipse">
            <a:avLst/>
          </a:prstGeom>
          <a:solidFill>
            <a:srgbClr val="7F8C97">
              <a:alpha val="48000"/>
            </a:srgbClr>
          </a:solidFill>
          <a:ln w="0">
            <a:noFill/>
            <a:prstDash val="solid"/>
          </a:ln>
        </p:spPr>
      </p:sp>
      <p:sp>
        <p:nvSpPr>
          <p:cNvPr id="2595" name="03_assume_matched_7892">
            <a:extLst>
              <a:ext uri="{FF2B5EF4-FFF2-40B4-BE49-F238E27FC236}">
                <a16:creationId xmlns:a16="http://schemas.microsoft.com/office/drawing/2014/main" id="{0392BAD7-F717-4694-BA5C-3A5701E5A9D5}"/>
              </a:ext>
            </a:extLst>
          </p:cNvPr>
          <p:cNvSpPr>
            <a:spLocks noGrp="1"/>
          </p:cNvSpPr>
          <p:nvPr/>
        </p:nvSpPr>
        <p:spPr>
          <a:xfrm>
            <a:off x="5450134" y="5436996"/>
            <a:ext cx="28398" cy="28398"/>
          </a:xfrm>
          <a:prstGeom prst="ellipse">
            <a:avLst/>
          </a:prstGeom>
          <a:solidFill>
            <a:srgbClr val="7F8C97">
              <a:alpha val="48000"/>
            </a:srgbClr>
          </a:solidFill>
          <a:ln w="0">
            <a:noFill/>
            <a:prstDash val="solid"/>
          </a:ln>
        </p:spPr>
      </p:sp>
      <p:sp>
        <p:nvSpPr>
          <p:cNvPr id="2596" name="03_assume_matched_7893">
            <a:extLst>
              <a:ext uri="{FF2B5EF4-FFF2-40B4-BE49-F238E27FC236}">
                <a16:creationId xmlns:a16="http://schemas.microsoft.com/office/drawing/2014/main" id="{A5B12A51-4AB5-49D5-98DA-7A15293483A5}"/>
              </a:ext>
            </a:extLst>
          </p:cNvPr>
          <p:cNvSpPr>
            <a:spLocks noGrp="1"/>
          </p:cNvSpPr>
          <p:nvPr/>
        </p:nvSpPr>
        <p:spPr>
          <a:xfrm>
            <a:off x="5359615" y="4852127"/>
            <a:ext cx="28398" cy="28398"/>
          </a:xfrm>
          <a:prstGeom prst="ellipse">
            <a:avLst/>
          </a:prstGeom>
          <a:solidFill>
            <a:srgbClr val="7F8C97">
              <a:alpha val="48000"/>
            </a:srgbClr>
          </a:solidFill>
          <a:ln w="0">
            <a:noFill/>
            <a:prstDash val="solid"/>
          </a:ln>
        </p:spPr>
      </p:sp>
      <p:sp>
        <p:nvSpPr>
          <p:cNvPr id="2597" name="03_assume_matched_7894">
            <a:extLst>
              <a:ext uri="{FF2B5EF4-FFF2-40B4-BE49-F238E27FC236}">
                <a16:creationId xmlns:a16="http://schemas.microsoft.com/office/drawing/2014/main" id="{F9F99FDC-6747-438E-AC7C-953C77C2485A}"/>
              </a:ext>
            </a:extLst>
          </p:cNvPr>
          <p:cNvSpPr>
            <a:spLocks noGrp="1"/>
          </p:cNvSpPr>
          <p:nvPr/>
        </p:nvSpPr>
        <p:spPr>
          <a:xfrm>
            <a:off x="5453732" y="4852127"/>
            <a:ext cx="28398" cy="28398"/>
          </a:xfrm>
          <a:prstGeom prst="ellipse">
            <a:avLst/>
          </a:prstGeom>
          <a:solidFill>
            <a:srgbClr val="7F8C97">
              <a:alpha val="48000"/>
            </a:srgbClr>
          </a:solidFill>
          <a:ln w="0">
            <a:noFill/>
            <a:prstDash val="solid"/>
          </a:ln>
        </p:spPr>
      </p:sp>
      <p:sp>
        <p:nvSpPr>
          <p:cNvPr id="2598" name="03_assume_matched_7895">
            <a:extLst>
              <a:ext uri="{FF2B5EF4-FFF2-40B4-BE49-F238E27FC236}">
                <a16:creationId xmlns:a16="http://schemas.microsoft.com/office/drawing/2014/main" id="{E6150BE7-9420-46E5-9016-01304A1336FF}"/>
              </a:ext>
            </a:extLst>
          </p:cNvPr>
          <p:cNvSpPr>
            <a:spLocks noGrp="1"/>
          </p:cNvSpPr>
          <p:nvPr/>
        </p:nvSpPr>
        <p:spPr>
          <a:xfrm>
            <a:off x="5360911" y="5436996"/>
            <a:ext cx="28398" cy="28398"/>
          </a:xfrm>
          <a:prstGeom prst="ellipse">
            <a:avLst/>
          </a:prstGeom>
          <a:solidFill>
            <a:srgbClr val="7F8C97">
              <a:alpha val="48000"/>
            </a:srgbClr>
          </a:solidFill>
          <a:ln w="0">
            <a:noFill/>
            <a:prstDash val="solid"/>
          </a:ln>
        </p:spPr>
      </p:sp>
      <p:sp>
        <p:nvSpPr>
          <p:cNvPr id="2599" name="03_assume_matched_7896">
            <a:extLst>
              <a:ext uri="{FF2B5EF4-FFF2-40B4-BE49-F238E27FC236}">
                <a16:creationId xmlns:a16="http://schemas.microsoft.com/office/drawing/2014/main" id="{E0EB6F2B-818B-4BCA-9D1E-8C300C0897F8}"/>
              </a:ext>
            </a:extLst>
          </p:cNvPr>
          <p:cNvSpPr>
            <a:spLocks noGrp="1"/>
          </p:cNvSpPr>
          <p:nvPr/>
        </p:nvSpPr>
        <p:spPr>
          <a:xfrm>
            <a:off x="5481362" y="4852127"/>
            <a:ext cx="28398" cy="28398"/>
          </a:xfrm>
          <a:prstGeom prst="ellipse">
            <a:avLst/>
          </a:prstGeom>
          <a:solidFill>
            <a:srgbClr val="7F8C97">
              <a:alpha val="48000"/>
            </a:srgbClr>
          </a:solidFill>
          <a:ln w="0">
            <a:noFill/>
            <a:prstDash val="solid"/>
          </a:ln>
        </p:spPr>
      </p:sp>
      <p:sp>
        <p:nvSpPr>
          <p:cNvPr id="2600" name="03_assume_matched_7897">
            <a:extLst>
              <a:ext uri="{FF2B5EF4-FFF2-40B4-BE49-F238E27FC236}">
                <a16:creationId xmlns:a16="http://schemas.microsoft.com/office/drawing/2014/main" id="{A860E767-8762-4C49-A5E8-0B1492110D07}"/>
              </a:ext>
            </a:extLst>
          </p:cNvPr>
          <p:cNvSpPr>
            <a:spLocks noGrp="1"/>
          </p:cNvSpPr>
          <p:nvPr/>
        </p:nvSpPr>
        <p:spPr>
          <a:xfrm>
            <a:off x="5459344" y="4852127"/>
            <a:ext cx="28398" cy="28398"/>
          </a:xfrm>
          <a:prstGeom prst="ellipse">
            <a:avLst/>
          </a:prstGeom>
          <a:solidFill>
            <a:srgbClr val="7F8C97">
              <a:alpha val="48000"/>
            </a:srgbClr>
          </a:solidFill>
          <a:ln w="0">
            <a:noFill/>
            <a:prstDash val="solid"/>
          </a:ln>
        </p:spPr>
      </p:sp>
      <p:sp>
        <p:nvSpPr>
          <p:cNvPr id="2601" name="03_assume_matched_7898">
            <a:extLst>
              <a:ext uri="{FF2B5EF4-FFF2-40B4-BE49-F238E27FC236}">
                <a16:creationId xmlns:a16="http://schemas.microsoft.com/office/drawing/2014/main" id="{2B17539D-B4D5-4A9D-9684-9B22A618E353}"/>
              </a:ext>
            </a:extLst>
          </p:cNvPr>
          <p:cNvSpPr>
            <a:spLocks noGrp="1"/>
          </p:cNvSpPr>
          <p:nvPr/>
        </p:nvSpPr>
        <p:spPr>
          <a:xfrm>
            <a:off x="5407249" y="4852127"/>
            <a:ext cx="28398" cy="28398"/>
          </a:xfrm>
          <a:prstGeom prst="ellipse">
            <a:avLst/>
          </a:prstGeom>
          <a:solidFill>
            <a:srgbClr val="7F8C97">
              <a:alpha val="48000"/>
            </a:srgbClr>
          </a:solidFill>
          <a:ln w="0">
            <a:noFill/>
            <a:prstDash val="solid"/>
          </a:ln>
        </p:spPr>
      </p:sp>
      <p:sp>
        <p:nvSpPr>
          <p:cNvPr id="2602" name="03_assume_matched_7899">
            <a:extLst>
              <a:ext uri="{FF2B5EF4-FFF2-40B4-BE49-F238E27FC236}">
                <a16:creationId xmlns:a16="http://schemas.microsoft.com/office/drawing/2014/main" id="{A272DE9B-6A2D-4A5D-840E-38CC571178E1}"/>
              </a:ext>
            </a:extLst>
          </p:cNvPr>
          <p:cNvSpPr>
            <a:spLocks noGrp="1"/>
          </p:cNvSpPr>
          <p:nvPr/>
        </p:nvSpPr>
        <p:spPr>
          <a:xfrm>
            <a:off x="5382929" y="4852127"/>
            <a:ext cx="28398" cy="28398"/>
          </a:xfrm>
          <a:prstGeom prst="ellipse">
            <a:avLst/>
          </a:prstGeom>
          <a:solidFill>
            <a:srgbClr val="7F8C97">
              <a:alpha val="48000"/>
            </a:srgbClr>
          </a:solidFill>
          <a:ln w="0">
            <a:noFill/>
            <a:prstDash val="solid"/>
          </a:ln>
        </p:spPr>
      </p:sp>
      <p:sp>
        <p:nvSpPr>
          <p:cNvPr id="2603" name="03_assume_matched_7900">
            <a:extLst>
              <a:ext uri="{FF2B5EF4-FFF2-40B4-BE49-F238E27FC236}">
                <a16:creationId xmlns:a16="http://schemas.microsoft.com/office/drawing/2014/main" id="{10E0D546-36B5-4516-882C-1DCAC063C11C}"/>
              </a:ext>
            </a:extLst>
          </p:cNvPr>
          <p:cNvSpPr>
            <a:spLocks noGrp="1"/>
          </p:cNvSpPr>
          <p:nvPr/>
        </p:nvSpPr>
        <p:spPr>
          <a:xfrm>
            <a:off x="5485392" y="5436996"/>
            <a:ext cx="28398" cy="28398"/>
          </a:xfrm>
          <a:prstGeom prst="ellipse">
            <a:avLst/>
          </a:prstGeom>
          <a:solidFill>
            <a:srgbClr val="7F8C97">
              <a:alpha val="48000"/>
            </a:srgbClr>
          </a:solidFill>
          <a:ln w="0">
            <a:noFill/>
            <a:prstDash val="solid"/>
          </a:ln>
        </p:spPr>
      </p:sp>
      <p:sp>
        <p:nvSpPr>
          <p:cNvPr id="2604" name="03_assume_matched_7901">
            <a:extLst>
              <a:ext uri="{FF2B5EF4-FFF2-40B4-BE49-F238E27FC236}">
                <a16:creationId xmlns:a16="http://schemas.microsoft.com/office/drawing/2014/main" id="{0E796442-173B-4B37-9760-1BA730AD932A}"/>
              </a:ext>
            </a:extLst>
          </p:cNvPr>
          <p:cNvSpPr>
            <a:spLocks noGrp="1"/>
          </p:cNvSpPr>
          <p:nvPr/>
        </p:nvSpPr>
        <p:spPr>
          <a:xfrm>
            <a:off x="5433153" y="5436996"/>
            <a:ext cx="28398" cy="28398"/>
          </a:xfrm>
          <a:prstGeom prst="ellipse">
            <a:avLst/>
          </a:prstGeom>
          <a:solidFill>
            <a:srgbClr val="7F8C97">
              <a:alpha val="48000"/>
            </a:srgbClr>
          </a:solidFill>
          <a:ln w="0">
            <a:noFill/>
            <a:prstDash val="solid"/>
          </a:ln>
        </p:spPr>
      </p:sp>
      <p:sp>
        <p:nvSpPr>
          <p:cNvPr id="2605" name="03_assume_matched_7902">
            <a:extLst>
              <a:ext uri="{FF2B5EF4-FFF2-40B4-BE49-F238E27FC236}">
                <a16:creationId xmlns:a16="http://schemas.microsoft.com/office/drawing/2014/main" id="{03ADA074-3281-4ABA-BD58-CE9AC6D854CE}"/>
              </a:ext>
            </a:extLst>
          </p:cNvPr>
          <p:cNvSpPr>
            <a:spLocks noGrp="1"/>
          </p:cNvSpPr>
          <p:nvPr/>
        </p:nvSpPr>
        <p:spPr>
          <a:xfrm>
            <a:off x="5465964" y="5436996"/>
            <a:ext cx="28398" cy="28398"/>
          </a:xfrm>
          <a:prstGeom prst="ellipse">
            <a:avLst/>
          </a:prstGeom>
          <a:solidFill>
            <a:srgbClr val="7F8C97">
              <a:alpha val="48000"/>
            </a:srgbClr>
          </a:solidFill>
          <a:ln w="0">
            <a:noFill/>
            <a:prstDash val="solid"/>
          </a:ln>
        </p:spPr>
      </p:sp>
      <p:sp>
        <p:nvSpPr>
          <p:cNvPr id="2606" name="03_assume_matched_7903">
            <a:extLst>
              <a:ext uri="{FF2B5EF4-FFF2-40B4-BE49-F238E27FC236}">
                <a16:creationId xmlns:a16="http://schemas.microsoft.com/office/drawing/2014/main" id="{7B03C44D-5312-4329-B3BB-FA52BD5831D8}"/>
              </a:ext>
            </a:extLst>
          </p:cNvPr>
          <p:cNvSpPr>
            <a:spLocks noGrp="1"/>
          </p:cNvSpPr>
          <p:nvPr/>
        </p:nvSpPr>
        <p:spPr>
          <a:xfrm>
            <a:off x="5365084" y="4852127"/>
            <a:ext cx="28398" cy="28398"/>
          </a:xfrm>
          <a:prstGeom prst="ellipse">
            <a:avLst/>
          </a:prstGeom>
          <a:solidFill>
            <a:srgbClr val="7F8C97">
              <a:alpha val="48000"/>
            </a:srgbClr>
          </a:solidFill>
          <a:ln w="0">
            <a:noFill/>
            <a:prstDash val="solid"/>
          </a:ln>
        </p:spPr>
      </p:sp>
      <p:sp>
        <p:nvSpPr>
          <p:cNvPr id="2607" name="03_assume_matched_7904">
            <a:extLst>
              <a:ext uri="{FF2B5EF4-FFF2-40B4-BE49-F238E27FC236}">
                <a16:creationId xmlns:a16="http://schemas.microsoft.com/office/drawing/2014/main" id="{BF7416C4-7AA8-4E4F-B2F8-60492C5CFB79}"/>
              </a:ext>
            </a:extLst>
          </p:cNvPr>
          <p:cNvSpPr>
            <a:spLocks noGrp="1"/>
          </p:cNvSpPr>
          <p:nvPr/>
        </p:nvSpPr>
        <p:spPr>
          <a:xfrm>
            <a:off x="5457042" y="5144561"/>
            <a:ext cx="28398" cy="28398"/>
          </a:xfrm>
          <a:prstGeom prst="ellipse">
            <a:avLst/>
          </a:prstGeom>
          <a:solidFill>
            <a:srgbClr val="7F8C97">
              <a:alpha val="48000"/>
            </a:srgbClr>
          </a:solidFill>
          <a:ln w="0">
            <a:noFill/>
            <a:prstDash val="solid"/>
          </a:ln>
        </p:spPr>
      </p:sp>
      <p:sp>
        <p:nvSpPr>
          <p:cNvPr id="2608" name="03_assume_matched_7905">
            <a:extLst>
              <a:ext uri="{FF2B5EF4-FFF2-40B4-BE49-F238E27FC236}">
                <a16:creationId xmlns:a16="http://schemas.microsoft.com/office/drawing/2014/main" id="{F28237E0-36C7-4857-8BB2-BE5A75F3B1BD}"/>
              </a:ext>
            </a:extLst>
          </p:cNvPr>
          <p:cNvSpPr>
            <a:spLocks noGrp="1"/>
          </p:cNvSpPr>
          <p:nvPr/>
        </p:nvSpPr>
        <p:spPr>
          <a:xfrm>
            <a:off x="5436175" y="5047083"/>
            <a:ext cx="28398" cy="28398"/>
          </a:xfrm>
          <a:prstGeom prst="ellipse">
            <a:avLst/>
          </a:prstGeom>
          <a:solidFill>
            <a:srgbClr val="7F8C97">
              <a:alpha val="48000"/>
            </a:srgbClr>
          </a:solidFill>
          <a:ln w="0">
            <a:noFill/>
            <a:prstDash val="solid"/>
          </a:ln>
        </p:spPr>
      </p:sp>
      <p:sp>
        <p:nvSpPr>
          <p:cNvPr id="2609" name="03_assume_matched_7906">
            <a:extLst>
              <a:ext uri="{FF2B5EF4-FFF2-40B4-BE49-F238E27FC236}">
                <a16:creationId xmlns:a16="http://schemas.microsoft.com/office/drawing/2014/main" id="{587FBA9C-A414-4F15-94C9-0FA0447D98A5}"/>
              </a:ext>
            </a:extLst>
          </p:cNvPr>
          <p:cNvSpPr>
            <a:spLocks noGrp="1"/>
          </p:cNvSpPr>
          <p:nvPr/>
        </p:nvSpPr>
        <p:spPr>
          <a:xfrm>
            <a:off x="5344793" y="4852127"/>
            <a:ext cx="28398" cy="28398"/>
          </a:xfrm>
          <a:prstGeom prst="ellipse">
            <a:avLst/>
          </a:prstGeom>
          <a:solidFill>
            <a:srgbClr val="7F8C97">
              <a:alpha val="48000"/>
            </a:srgbClr>
          </a:solidFill>
          <a:ln w="0">
            <a:noFill/>
            <a:prstDash val="solid"/>
          </a:ln>
        </p:spPr>
      </p:sp>
      <p:sp>
        <p:nvSpPr>
          <p:cNvPr id="2610" name="03_assume_matched_7907">
            <a:extLst>
              <a:ext uri="{FF2B5EF4-FFF2-40B4-BE49-F238E27FC236}">
                <a16:creationId xmlns:a16="http://schemas.microsoft.com/office/drawing/2014/main" id="{EDB9BC84-9FB3-4CFE-A020-252655189C32}"/>
              </a:ext>
            </a:extLst>
          </p:cNvPr>
          <p:cNvSpPr>
            <a:spLocks noGrp="1"/>
          </p:cNvSpPr>
          <p:nvPr/>
        </p:nvSpPr>
        <p:spPr>
          <a:xfrm>
            <a:off x="5404083" y="5436996"/>
            <a:ext cx="28398" cy="28398"/>
          </a:xfrm>
          <a:prstGeom prst="ellipse">
            <a:avLst/>
          </a:prstGeom>
          <a:solidFill>
            <a:srgbClr val="7F8C97">
              <a:alpha val="48000"/>
            </a:srgbClr>
          </a:solidFill>
          <a:ln w="0">
            <a:noFill/>
            <a:prstDash val="solid"/>
          </a:ln>
        </p:spPr>
      </p:sp>
      <p:sp>
        <p:nvSpPr>
          <p:cNvPr id="2611" name="03_assume_matched_7908">
            <a:extLst>
              <a:ext uri="{FF2B5EF4-FFF2-40B4-BE49-F238E27FC236}">
                <a16:creationId xmlns:a16="http://schemas.microsoft.com/office/drawing/2014/main" id="{A8C4BE76-FFE5-42A5-BAF6-2E222F8A1C6C}"/>
              </a:ext>
            </a:extLst>
          </p:cNvPr>
          <p:cNvSpPr>
            <a:spLocks noGrp="1"/>
          </p:cNvSpPr>
          <p:nvPr/>
        </p:nvSpPr>
        <p:spPr>
          <a:xfrm>
            <a:off x="5386239" y="5436996"/>
            <a:ext cx="28398" cy="28398"/>
          </a:xfrm>
          <a:prstGeom prst="ellipse">
            <a:avLst/>
          </a:prstGeom>
          <a:solidFill>
            <a:srgbClr val="7F8C97">
              <a:alpha val="48000"/>
            </a:srgbClr>
          </a:solidFill>
          <a:ln w="0">
            <a:noFill/>
            <a:prstDash val="solid"/>
          </a:ln>
        </p:spPr>
      </p:sp>
      <p:sp>
        <p:nvSpPr>
          <p:cNvPr id="2612" name="03_assume_matched_7909">
            <a:extLst>
              <a:ext uri="{FF2B5EF4-FFF2-40B4-BE49-F238E27FC236}">
                <a16:creationId xmlns:a16="http://schemas.microsoft.com/office/drawing/2014/main" id="{063E10F8-53EE-498D-9DF2-9E19E17BAAC4}"/>
              </a:ext>
            </a:extLst>
          </p:cNvPr>
          <p:cNvSpPr>
            <a:spLocks noGrp="1"/>
          </p:cNvSpPr>
          <p:nvPr/>
        </p:nvSpPr>
        <p:spPr>
          <a:xfrm>
            <a:off x="5418474" y="4852127"/>
            <a:ext cx="28398" cy="28398"/>
          </a:xfrm>
          <a:prstGeom prst="ellipse">
            <a:avLst/>
          </a:prstGeom>
          <a:solidFill>
            <a:srgbClr val="7F8C97">
              <a:alpha val="48000"/>
            </a:srgbClr>
          </a:solidFill>
          <a:ln w="0">
            <a:noFill/>
            <a:prstDash val="solid"/>
          </a:ln>
        </p:spPr>
      </p:sp>
      <p:sp>
        <p:nvSpPr>
          <p:cNvPr id="2613" name="03_assume_matched_7910">
            <a:extLst>
              <a:ext uri="{FF2B5EF4-FFF2-40B4-BE49-F238E27FC236}">
                <a16:creationId xmlns:a16="http://schemas.microsoft.com/office/drawing/2014/main" id="{8BC9E037-D21F-498B-870F-3DDAD3EB6EC3}"/>
              </a:ext>
            </a:extLst>
          </p:cNvPr>
          <p:cNvSpPr>
            <a:spLocks noGrp="1"/>
          </p:cNvSpPr>
          <p:nvPr/>
        </p:nvSpPr>
        <p:spPr>
          <a:xfrm>
            <a:off x="5400342" y="5388257"/>
            <a:ext cx="28398" cy="28398"/>
          </a:xfrm>
          <a:prstGeom prst="ellipse">
            <a:avLst/>
          </a:prstGeom>
          <a:solidFill>
            <a:srgbClr val="7F8C97">
              <a:alpha val="48000"/>
            </a:srgbClr>
          </a:solidFill>
          <a:ln w="0">
            <a:noFill/>
            <a:prstDash val="solid"/>
          </a:ln>
        </p:spPr>
      </p:sp>
      <p:sp>
        <p:nvSpPr>
          <p:cNvPr id="2614" name="03_assume_matched_7911">
            <a:extLst>
              <a:ext uri="{FF2B5EF4-FFF2-40B4-BE49-F238E27FC236}">
                <a16:creationId xmlns:a16="http://schemas.microsoft.com/office/drawing/2014/main" id="{EEB0FEE0-258A-4FDF-8EBC-06E5FE55B739}"/>
              </a:ext>
            </a:extLst>
          </p:cNvPr>
          <p:cNvSpPr>
            <a:spLocks noGrp="1"/>
          </p:cNvSpPr>
          <p:nvPr/>
        </p:nvSpPr>
        <p:spPr>
          <a:xfrm>
            <a:off x="5462510" y="5290779"/>
            <a:ext cx="28398" cy="28398"/>
          </a:xfrm>
          <a:prstGeom prst="ellipse">
            <a:avLst/>
          </a:prstGeom>
          <a:solidFill>
            <a:srgbClr val="7F8C97">
              <a:alpha val="48000"/>
            </a:srgbClr>
          </a:solidFill>
          <a:ln w="0">
            <a:noFill/>
            <a:prstDash val="solid"/>
          </a:ln>
        </p:spPr>
      </p:sp>
      <p:sp>
        <p:nvSpPr>
          <p:cNvPr id="2615" name="03_assume_matched_7912">
            <a:extLst>
              <a:ext uri="{FF2B5EF4-FFF2-40B4-BE49-F238E27FC236}">
                <a16:creationId xmlns:a16="http://schemas.microsoft.com/office/drawing/2014/main" id="{D8E03BF8-2406-458D-A9AD-B7427390E412}"/>
              </a:ext>
            </a:extLst>
          </p:cNvPr>
          <p:cNvSpPr>
            <a:spLocks noGrp="1"/>
          </p:cNvSpPr>
          <p:nvPr/>
        </p:nvSpPr>
        <p:spPr>
          <a:xfrm>
            <a:off x="5360623" y="4852127"/>
            <a:ext cx="28398" cy="28398"/>
          </a:xfrm>
          <a:prstGeom prst="ellipse">
            <a:avLst/>
          </a:prstGeom>
          <a:solidFill>
            <a:srgbClr val="7F8C97">
              <a:alpha val="48000"/>
            </a:srgbClr>
          </a:solidFill>
          <a:ln w="0">
            <a:noFill/>
            <a:prstDash val="solid"/>
          </a:ln>
        </p:spPr>
      </p:sp>
      <p:sp>
        <p:nvSpPr>
          <p:cNvPr id="2616" name="03_assume_matched_7913">
            <a:extLst>
              <a:ext uri="{FF2B5EF4-FFF2-40B4-BE49-F238E27FC236}">
                <a16:creationId xmlns:a16="http://schemas.microsoft.com/office/drawing/2014/main" id="{10278C8D-F233-4CFF-9880-B4BEC5811DFE}"/>
              </a:ext>
            </a:extLst>
          </p:cNvPr>
          <p:cNvSpPr>
            <a:spLocks noGrp="1"/>
          </p:cNvSpPr>
          <p:nvPr/>
        </p:nvSpPr>
        <p:spPr>
          <a:xfrm>
            <a:off x="5367243" y="4852127"/>
            <a:ext cx="28398" cy="28398"/>
          </a:xfrm>
          <a:prstGeom prst="ellipse">
            <a:avLst/>
          </a:prstGeom>
          <a:solidFill>
            <a:srgbClr val="7F8C97">
              <a:alpha val="48000"/>
            </a:srgbClr>
          </a:solidFill>
          <a:ln w="0">
            <a:noFill/>
            <a:prstDash val="solid"/>
          </a:ln>
        </p:spPr>
      </p:sp>
      <p:sp>
        <p:nvSpPr>
          <p:cNvPr id="2617" name="03_assume_matched_7914">
            <a:extLst>
              <a:ext uri="{FF2B5EF4-FFF2-40B4-BE49-F238E27FC236}">
                <a16:creationId xmlns:a16="http://schemas.microsoft.com/office/drawing/2014/main" id="{4402984E-57DE-4F61-B538-EAF5615323C0}"/>
              </a:ext>
            </a:extLst>
          </p:cNvPr>
          <p:cNvSpPr>
            <a:spLocks noGrp="1"/>
          </p:cNvSpPr>
          <p:nvPr/>
        </p:nvSpPr>
        <p:spPr>
          <a:xfrm>
            <a:off x="5427109" y="4852127"/>
            <a:ext cx="28398" cy="28398"/>
          </a:xfrm>
          <a:prstGeom prst="ellipse">
            <a:avLst/>
          </a:prstGeom>
          <a:solidFill>
            <a:srgbClr val="7F8C97">
              <a:alpha val="48000"/>
            </a:srgbClr>
          </a:solidFill>
          <a:ln w="0">
            <a:noFill/>
            <a:prstDash val="solid"/>
          </a:ln>
        </p:spPr>
      </p:sp>
      <p:sp>
        <p:nvSpPr>
          <p:cNvPr id="2618" name="03_assume_matched_7915">
            <a:extLst>
              <a:ext uri="{FF2B5EF4-FFF2-40B4-BE49-F238E27FC236}">
                <a16:creationId xmlns:a16="http://schemas.microsoft.com/office/drawing/2014/main" id="{68ACCD8C-29D5-453D-B85C-8E4A29F6F4A5}"/>
              </a:ext>
            </a:extLst>
          </p:cNvPr>
          <p:cNvSpPr>
            <a:spLocks noGrp="1"/>
          </p:cNvSpPr>
          <p:nvPr/>
        </p:nvSpPr>
        <p:spPr>
          <a:xfrm>
            <a:off x="5425814" y="4852127"/>
            <a:ext cx="28398" cy="28398"/>
          </a:xfrm>
          <a:prstGeom prst="ellipse">
            <a:avLst/>
          </a:prstGeom>
          <a:solidFill>
            <a:srgbClr val="7F8C97">
              <a:alpha val="48000"/>
            </a:srgbClr>
          </a:solidFill>
          <a:ln w="0">
            <a:noFill/>
            <a:prstDash val="solid"/>
          </a:ln>
        </p:spPr>
      </p:sp>
      <p:sp>
        <p:nvSpPr>
          <p:cNvPr id="2619" name="03_assume_matched_7916">
            <a:extLst>
              <a:ext uri="{FF2B5EF4-FFF2-40B4-BE49-F238E27FC236}">
                <a16:creationId xmlns:a16="http://schemas.microsoft.com/office/drawing/2014/main" id="{732E668C-C84B-43D9-9BF9-F5C65CD05D52}"/>
              </a:ext>
            </a:extLst>
          </p:cNvPr>
          <p:cNvSpPr>
            <a:spLocks noGrp="1"/>
          </p:cNvSpPr>
          <p:nvPr/>
        </p:nvSpPr>
        <p:spPr>
          <a:xfrm>
            <a:off x="5472584" y="4852127"/>
            <a:ext cx="28398" cy="28398"/>
          </a:xfrm>
          <a:prstGeom prst="ellipse">
            <a:avLst/>
          </a:prstGeom>
          <a:solidFill>
            <a:srgbClr val="7F8C97">
              <a:alpha val="48000"/>
            </a:srgbClr>
          </a:solidFill>
          <a:ln w="0">
            <a:noFill/>
            <a:prstDash val="solid"/>
          </a:ln>
        </p:spPr>
      </p:sp>
      <p:sp>
        <p:nvSpPr>
          <p:cNvPr id="2620" name="03_assume_matched_7917">
            <a:extLst>
              <a:ext uri="{FF2B5EF4-FFF2-40B4-BE49-F238E27FC236}">
                <a16:creationId xmlns:a16="http://schemas.microsoft.com/office/drawing/2014/main" id="{C9F5739B-F900-469B-9FEE-FA20332FE852}"/>
              </a:ext>
            </a:extLst>
          </p:cNvPr>
          <p:cNvSpPr>
            <a:spLocks noGrp="1"/>
          </p:cNvSpPr>
          <p:nvPr/>
        </p:nvSpPr>
        <p:spPr>
          <a:xfrm>
            <a:off x="5450854" y="5144561"/>
            <a:ext cx="28398" cy="28398"/>
          </a:xfrm>
          <a:prstGeom prst="ellipse">
            <a:avLst/>
          </a:prstGeom>
          <a:solidFill>
            <a:srgbClr val="7F8C97">
              <a:alpha val="48000"/>
            </a:srgbClr>
          </a:solidFill>
          <a:ln w="0">
            <a:noFill/>
            <a:prstDash val="solid"/>
          </a:ln>
        </p:spPr>
      </p:sp>
      <p:sp>
        <p:nvSpPr>
          <p:cNvPr id="2621" name="03_assume_matched_7918">
            <a:extLst>
              <a:ext uri="{FF2B5EF4-FFF2-40B4-BE49-F238E27FC236}">
                <a16:creationId xmlns:a16="http://schemas.microsoft.com/office/drawing/2014/main" id="{F66EAC04-7EBC-476B-9A45-1CBD4E942B96}"/>
              </a:ext>
            </a:extLst>
          </p:cNvPr>
          <p:cNvSpPr>
            <a:spLocks noGrp="1"/>
          </p:cNvSpPr>
          <p:nvPr/>
        </p:nvSpPr>
        <p:spPr>
          <a:xfrm>
            <a:off x="5382929" y="5436996"/>
            <a:ext cx="28398" cy="28398"/>
          </a:xfrm>
          <a:prstGeom prst="ellipse">
            <a:avLst/>
          </a:prstGeom>
          <a:solidFill>
            <a:srgbClr val="7F8C97">
              <a:alpha val="48000"/>
            </a:srgbClr>
          </a:solidFill>
          <a:ln w="0">
            <a:noFill/>
            <a:prstDash val="solid"/>
          </a:ln>
        </p:spPr>
      </p:sp>
      <p:sp>
        <p:nvSpPr>
          <p:cNvPr id="2622" name="03_assume_matched_7919">
            <a:extLst>
              <a:ext uri="{FF2B5EF4-FFF2-40B4-BE49-F238E27FC236}">
                <a16:creationId xmlns:a16="http://schemas.microsoft.com/office/drawing/2014/main" id="{CE2A6077-B1C3-4355-8703-17A38177E484}"/>
              </a:ext>
            </a:extLst>
          </p:cNvPr>
          <p:cNvSpPr>
            <a:spLocks noGrp="1"/>
          </p:cNvSpPr>
          <p:nvPr/>
        </p:nvSpPr>
        <p:spPr>
          <a:xfrm>
            <a:off x="5453732" y="5436996"/>
            <a:ext cx="28398" cy="28398"/>
          </a:xfrm>
          <a:prstGeom prst="ellipse">
            <a:avLst/>
          </a:prstGeom>
          <a:solidFill>
            <a:srgbClr val="7F8C97">
              <a:alpha val="48000"/>
            </a:srgbClr>
          </a:solidFill>
          <a:ln w="0">
            <a:noFill/>
            <a:prstDash val="solid"/>
          </a:ln>
        </p:spPr>
      </p:sp>
      <p:sp>
        <p:nvSpPr>
          <p:cNvPr id="2623" name="03_assume_matched_7920">
            <a:extLst>
              <a:ext uri="{FF2B5EF4-FFF2-40B4-BE49-F238E27FC236}">
                <a16:creationId xmlns:a16="http://schemas.microsoft.com/office/drawing/2014/main" id="{0644B239-A3DA-4097-8356-6EE4E01D89C5}"/>
              </a:ext>
            </a:extLst>
          </p:cNvPr>
          <p:cNvSpPr>
            <a:spLocks noGrp="1"/>
          </p:cNvSpPr>
          <p:nvPr/>
        </p:nvSpPr>
        <p:spPr>
          <a:xfrm>
            <a:off x="5442075" y="4852127"/>
            <a:ext cx="28398" cy="28398"/>
          </a:xfrm>
          <a:prstGeom prst="ellipse">
            <a:avLst/>
          </a:prstGeom>
          <a:solidFill>
            <a:srgbClr val="7F8C97">
              <a:alpha val="48000"/>
            </a:srgbClr>
          </a:solidFill>
          <a:ln w="0">
            <a:noFill/>
            <a:prstDash val="solid"/>
          </a:ln>
        </p:spPr>
      </p:sp>
      <p:sp>
        <p:nvSpPr>
          <p:cNvPr id="2624" name="03_assume_matched_7921">
            <a:extLst>
              <a:ext uri="{FF2B5EF4-FFF2-40B4-BE49-F238E27FC236}">
                <a16:creationId xmlns:a16="http://schemas.microsoft.com/office/drawing/2014/main" id="{2CDB89D7-F4BC-40A3-8BE2-8E441A7D5744}"/>
              </a:ext>
            </a:extLst>
          </p:cNvPr>
          <p:cNvSpPr>
            <a:spLocks noGrp="1"/>
          </p:cNvSpPr>
          <p:nvPr/>
        </p:nvSpPr>
        <p:spPr>
          <a:xfrm>
            <a:off x="5448263" y="5436996"/>
            <a:ext cx="28398" cy="28398"/>
          </a:xfrm>
          <a:prstGeom prst="ellipse">
            <a:avLst/>
          </a:prstGeom>
          <a:solidFill>
            <a:srgbClr val="7F8C97">
              <a:alpha val="48000"/>
            </a:srgbClr>
          </a:solidFill>
          <a:ln w="0">
            <a:noFill/>
            <a:prstDash val="solid"/>
          </a:ln>
        </p:spPr>
      </p:sp>
      <p:sp>
        <p:nvSpPr>
          <p:cNvPr id="2625" name="03_assume_matched_7922">
            <a:extLst>
              <a:ext uri="{FF2B5EF4-FFF2-40B4-BE49-F238E27FC236}">
                <a16:creationId xmlns:a16="http://schemas.microsoft.com/office/drawing/2014/main" id="{777F71DC-9011-4D2C-8690-145D5307DD89}"/>
              </a:ext>
            </a:extLst>
          </p:cNvPr>
          <p:cNvSpPr>
            <a:spLocks noGrp="1"/>
          </p:cNvSpPr>
          <p:nvPr/>
        </p:nvSpPr>
        <p:spPr>
          <a:xfrm>
            <a:off x="5461647" y="5372010"/>
            <a:ext cx="28398" cy="28398"/>
          </a:xfrm>
          <a:prstGeom prst="ellipse">
            <a:avLst/>
          </a:prstGeom>
          <a:solidFill>
            <a:srgbClr val="7F8C97">
              <a:alpha val="48000"/>
            </a:srgbClr>
          </a:solidFill>
          <a:ln w="0">
            <a:noFill/>
            <a:prstDash val="solid"/>
          </a:ln>
        </p:spPr>
      </p:sp>
      <p:sp>
        <p:nvSpPr>
          <p:cNvPr id="2626" name="03_assume_matched_7923">
            <a:extLst>
              <a:ext uri="{FF2B5EF4-FFF2-40B4-BE49-F238E27FC236}">
                <a16:creationId xmlns:a16="http://schemas.microsoft.com/office/drawing/2014/main" id="{E2C3B359-1A39-4679-ADE8-BFD91F1BDF05}"/>
              </a:ext>
            </a:extLst>
          </p:cNvPr>
          <p:cNvSpPr>
            <a:spLocks noGrp="1"/>
          </p:cNvSpPr>
          <p:nvPr/>
        </p:nvSpPr>
        <p:spPr>
          <a:xfrm>
            <a:off x="5370265" y="4852127"/>
            <a:ext cx="28398" cy="28398"/>
          </a:xfrm>
          <a:prstGeom prst="ellipse">
            <a:avLst/>
          </a:prstGeom>
          <a:solidFill>
            <a:srgbClr val="7F8C97">
              <a:alpha val="48000"/>
            </a:srgbClr>
          </a:solidFill>
          <a:ln w="0">
            <a:noFill/>
            <a:prstDash val="solid"/>
          </a:ln>
        </p:spPr>
      </p:sp>
      <p:sp>
        <p:nvSpPr>
          <p:cNvPr id="2627" name="03_assume_matched_7924">
            <a:extLst>
              <a:ext uri="{FF2B5EF4-FFF2-40B4-BE49-F238E27FC236}">
                <a16:creationId xmlns:a16="http://schemas.microsoft.com/office/drawing/2014/main" id="{7EFA72FB-1B0E-4C70-B6B4-8C80A52050D2}"/>
              </a:ext>
            </a:extLst>
          </p:cNvPr>
          <p:cNvSpPr>
            <a:spLocks noGrp="1"/>
          </p:cNvSpPr>
          <p:nvPr/>
        </p:nvSpPr>
        <p:spPr>
          <a:xfrm>
            <a:off x="5359472" y="4852127"/>
            <a:ext cx="28398" cy="28398"/>
          </a:xfrm>
          <a:prstGeom prst="ellipse">
            <a:avLst/>
          </a:prstGeom>
          <a:solidFill>
            <a:srgbClr val="7F8C97">
              <a:alpha val="48000"/>
            </a:srgbClr>
          </a:solidFill>
          <a:ln w="0">
            <a:noFill/>
            <a:prstDash val="solid"/>
          </a:ln>
        </p:spPr>
      </p:sp>
      <p:sp>
        <p:nvSpPr>
          <p:cNvPr id="2628" name="03_assume_matched_7925">
            <a:extLst>
              <a:ext uri="{FF2B5EF4-FFF2-40B4-BE49-F238E27FC236}">
                <a16:creationId xmlns:a16="http://schemas.microsoft.com/office/drawing/2014/main" id="{6F4F27C8-2175-4045-AD75-B723B9FF5E62}"/>
              </a:ext>
            </a:extLst>
          </p:cNvPr>
          <p:cNvSpPr>
            <a:spLocks noGrp="1"/>
          </p:cNvSpPr>
          <p:nvPr/>
        </p:nvSpPr>
        <p:spPr>
          <a:xfrm>
            <a:off x="5442363" y="5144561"/>
            <a:ext cx="28398" cy="28398"/>
          </a:xfrm>
          <a:prstGeom prst="ellipse">
            <a:avLst/>
          </a:prstGeom>
          <a:solidFill>
            <a:srgbClr val="7F8C97">
              <a:alpha val="48000"/>
            </a:srgbClr>
          </a:solidFill>
          <a:ln w="0">
            <a:noFill/>
            <a:prstDash val="solid"/>
          </a:ln>
        </p:spPr>
      </p:sp>
      <p:sp>
        <p:nvSpPr>
          <p:cNvPr id="2629" name="03_assume_matched_7926">
            <a:extLst>
              <a:ext uri="{FF2B5EF4-FFF2-40B4-BE49-F238E27FC236}">
                <a16:creationId xmlns:a16="http://schemas.microsoft.com/office/drawing/2014/main" id="{5C8D53CA-6D3E-46DB-AD34-E5837B29AF27}"/>
              </a:ext>
            </a:extLst>
          </p:cNvPr>
          <p:cNvSpPr>
            <a:spLocks noGrp="1"/>
          </p:cNvSpPr>
          <p:nvPr/>
        </p:nvSpPr>
        <p:spPr>
          <a:xfrm>
            <a:off x="5479492" y="4852127"/>
            <a:ext cx="28398" cy="28398"/>
          </a:xfrm>
          <a:prstGeom prst="ellipse">
            <a:avLst/>
          </a:prstGeom>
          <a:solidFill>
            <a:srgbClr val="7F8C97">
              <a:alpha val="48000"/>
            </a:srgbClr>
          </a:solidFill>
          <a:ln w="0">
            <a:noFill/>
            <a:prstDash val="solid"/>
          </a:ln>
        </p:spPr>
      </p:sp>
      <p:sp>
        <p:nvSpPr>
          <p:cNvPr id="2630" name="03_assume_matched_7927">
            <a:extLst>
              <a:ext uri="{FF2B5EF4-FFF2-40B4-BE49-F238E27FC236}">
                <a16:creationId xmlns:a16="http://schemas.microsoft.com/office/drawing/2014/main" id="{841DD4B6-4FC9-4042-8135-FB362573A3D4}"/>
              </a:ext>
            </a:extLst>
          </p:cNvPr>
          <p:cNvSpPr>
            <a:spLocks noGrp="1"/>
          </p:cNvSpPr>
          <p:nvPr/>
        </p:nvSpPr>
        <p:spPr>
          <a:xfrm>
            <a:off x="5485680" y="4852127"/>
            <a:ext cx="28398" cy="28398"/>
          </a:xfrm>
          <a:prstGeom prst="ellipse">
            <a:avLst/>
          </a:prstGeom>
          <a:solidFill>
            <a:srgbClr val="7F8C97">
              <a:alpha val="48000"/>
            </a:srgbClr>
          </a:solidFill>
          <a:ln w="0">
            <a:noFill/>
            <a:prstDash val="solid"/>
          </a:ln>
        </p:spPr>
      </p:sp>
      <p:sp>
        <p:nvSpPr>
          <p:cNvPr id="2631" name="03_assume_matched_7928">
            <a:extLst>
              <a:ext uri="{FF2B5EF4-FFF2-40B4-BE49-F238E27FC236}">
                <a16:creationId xmlns:a16="http://schemas.microsoft.com/office/drawing/2014/main" id="{286900A3-620F-4E5E-AADD-F1962B323A75}"/>
              </a:ext>
            </a:extLst>
          </p:cNvPr>
          <p:cNvSpPr>
            <a:spLocks noGrp="1"/>
          </p:cNvSpPr>
          <p:nvPr/>
        </p:nvSpPr>
        <p:spPr>
          <a:xfrm>
            <a:off x="5396744" y="4852127"/>
            <a:ext cx="28398" cy="28398"/>
          </a:xfrm>
          <a:prstGeom prst="ellipse">
            <a:avLst/>
          </a:prstGeom>
          <a:solidFill>
            <a:srgbClr val="7F8C97">
              <a:alpha val="48000"/>
            </a:srgbClr>
          </a:solidFill>
          <a:ln w="0">
            <a:noFill/>
            <a:prstDash val="solid"/>
          </a:ln>
        </p:spPr>
      </p:sp>
      <p:sp>
        <p:nvSpPr>
          <p:cNvPr id="2632" name="03_assume_matched_7929">
            <a:extLst>
              <a:ext uri="{FF2B5EF4-FFF2-40B4-BE49-F238E27FC236}">
                <a16:creationId xmlns:a16="http://schemas.microsoft.com/office/drawing/2014/main" id="{B7BDC877-060A-4530-9419-5234F6DD7DA3}"/>
              </a:ext>
            </a:extLst>
          </p:cNvPr>
          <p:cNvSpPr>
            <a:spLocks noGrp="1"/>
          </p:cNvSpPr>
          <p:nvPr/>
        </p:nvSpPr>
        <p:spPr>
          <a:xfrm>
            <a:off x="5449559" y="5047083"/>
            <a:ext cx="28398" cy="28398"/>
          </a:xfrm>
          <a:prstGeom prst="ellipse">
            <a:avLst/>
          </a:prstGeom>
          <a:solidFill>
            <a:srgbClr val="7F8C97">
              <a:alpha val="48000"/>
            </a:srgbClr>
          </a:solidFill>
          <a:ln w="0">
            <a:noFill/>
            <a:prstDash val="solid"/>
          </a:ln>
        </p:spPr>
      </p:sp>
      <p:sp>
        <p:nvSpPr>
          <p:cNvPr id="2633" name="03_assume_matched_7930">
            <a:extLst>
              <a:ext uri="{FF2B5EF4-FFF2-40B4-BE49-F238E27FC236}">
                <a16:creationId xmlns:a16="http://schemas.microsoft.com/office/drawing/2014/main" id="{1CD84059-8668-48F7-BA64-F43D8C7663CF}"/>
              </a:ext>
            </a:extLst>
          </p:cNvPr>
          <p:cNvSpPr>
            <a:spLocks noGrp="1"/>
          </p:cNvSpPr>
          <p:nvPr/>
        </p:nvSpPr>
        <p:spPr>
          <a:xfrm>
            <a:off x="5460496" y="4852127"/>
            <a:ext cx="28398" cy="28398"/>
          </a:xfrm>
          <a:prstGeom prst="ellipse">
            <a:avLst/>
          </a:prstGeom>
          <a:solidFill>
            <a:srgbClr val="7F8C97">
              <a:alpha val="48000"/>
            </a:srgbClr>
          </a:solidFill>
          <a:ln w="0">
            <a:noFill/>
            <a:prstDash val="solid"/>
          </a:ln>
        </p:spPr>
      </p:sp>
      <p:sp>
        <p:nvSpPr>
          <p:cNvPr id="2634" name="03_assume_matched_7931">
            <a:extLst>
              <a:ext uri="{FF2B5EF4-FFF2-40B4-BE49-F238E27FC236}">
                <a16:creationId xmlns:a16="http://schemas.microsoft.com/office/drawing/2014/main" id="{775FE632-02DA-4180-96DB-0A52D5D94A24}"/>
              </a:ext>
            </a:extLst>
          </p:cNvPr>
          <p:cNvSpPr>
            <a:spLocks noGrp="1"/>
          </p:cNvSpPr>
          <p:nvPr/>
        </p:nvSpPr>
        <p:spPr>
          <a:xfrm>
            <a:off x="5477909" y="4852127"/>
            <a:ext cx="28398" cy="28398"/>
          </a:xfrm>
          <a:prstGeom prst="ellipse">
            <a:avLst/>
          </a:prstGeom>
          <a:solidFill>
            <a:srgbClr val="7F8C97">
              <a:alpha val="48000"/>
            </a:srgbClr>
          </a:solidFill>
          <a:ln w="0">
            <a:noFill/>
            <a:prstDash val="solid"/>
          </a:ln>
        </p:spPr>
      </p:sp>
      <p:sp>
        <p:nvSpPr>
          <p:cNvPr id="2635" name="03_assume_matched_7932">
            <a:extLst>
              <a:ext uri="{FF2B5EF4-FFF2-40B4-BE49-F238E27FC236}">
                <a16:creationId xmlns:a16="http://schemas.microsoft.com/office/drawing/2014/main" id="{F2C1091F-E0D3-4D8D-9060-43D03A2D688E}"/>
              </a:ext>
            </a:extLst>
          </p:cNvPr>
          <p:cNvSpPr>
            <a:spLocks noGrp="1"/>
          </p:cNvSpPr>
          <p:nvPr/>
        </p:nvSpPr>
        <p:spPr>
          <a:xfrm>
            <a:off x="5462654" y="4852127"/>
            <a:ext cx="28398" cy="28398"/>
          </a:xfrm>
          <a:prstGeom prst="ellipse">
            <a:avLst/>
          </a:prstGeom>
          <a:solidFill>
            <a:srgbClr val="7F8C97">
              <a:alpha val="48000"/>
            </a:srgbClr>
          </a:solidFill>
          <a:ln w="0">
            <a:noFill/>
            <a:prstDash val="solid"/>
          </a:ln>
        </p:spPr>
      </p:sp>
      <p:sp>
        <p:nvSpPr>
          <p:cNvPr id="2636" name="03_assume_matched_7933">
            <a:extLst>
              <a:ext uri="{FF2B5EF4-FFF2-40B4-BE49-F238E27FC236}">
                <a16:creationId xmlns:a16="http://schemas.microsoft.com/office/drawing/2014/main" id="{946169E4-6B3C-4068-9A25-16886CF38B39}"/>
              </a:ext>
            </a:extLst>
          </p:cNvPr>
          <p:cNvSpPr>
            <a:spLocks noGrp="1"/>
          </p:cNvSpPr>
          <p:nvPr/>
        </p:nvSpPr>
        <p:spPr>
          <a:xfrm>
            <a:off x="5440924" y="4852127"/>
            <a:ext cx="28398" cy="28398"/>
          </a:xfrm>
          <a:prstGeom prst="ellipse">
            <a:avLst/>
          </a:prstGeom>
          <a:solidFill>
            <a:srgbClr val="7F8C97">
              <a:alpha val="48000"/>
            </a:srgbClr>
          </a:solidFill>
          <a:ln w="0">
            <a:noFill/>
            <a:prstDash val="solid"/>
          </a:ln>
        </p:spPr>
      </p:sp>
      <p:sp>
        <p:nvSpPr>
          <p:cNvPr id="2637" name="03_assume_matched_7934">
            <a:extLst>
              <a:ext uri="{FF2B5EF4-FFF2-40B4-BE49-F238E27FC236}">
                <a16:creationId xmlns:a16="http://schemas.microsoft.com/office/drawing/2014/main" id="{D3170AC2-2CEE-441E-929A-05AA0839416C}"/>
              </a:ext>
            </a:extLst>
          </p:cNvPr>
          <p:cNvSpPr>
            <a:spLocks noGrp="1"/>
          </p:cNvSpPr>
          <p:nvPr/>
        </p:nvSpPr>
        <p:spPr>
          <a:xfrm>
            <a:off x="5352708" y="4852127"/>
            <a:ext cx="28398" cy="28398"/>
          </a:xfrm>
          <a:prstGeom prst="ellipse">
            <a:avLst/>
          </a:prstGeom>
          <a:solidFill>
            <a:srgbClr val="7F8C97">
              <a:alpha val="48000"/>
            </a:srgbClr>
          </a:solidFill>
          <a:ln w="0">
            <a:noFill/>
            <a:prstDash val="solid"/>
          </a:ln>
        </p:spPr>
      </p:sp>
      <p:sp>
        <p:nvSpPr>
          <p:cNvPr id="2638" name="03_assume_matched_7935">
            <a:extLst>
              <a:ext uri="{FF2B5EF4-FFF2-40B4-BE49-F238E27FC236}">
                <a16:creationId xmlns:a16="http://schemas.microsoft.com/office/drawing/2014/main" id="{9F4F810C-858B-4ADE-A1E2-C60BDB772E8C}"/>
              </a:ext>
            </a:extLst>
          </p:cNvPr>
          <p:cNvSpPr>
            <a:spLocks noGrp="1"/>
          </p:cNvSpPr>
          <p:nvPr/>
        </p:nvSpPr>
        <p:spPr>
          <a:xfrm>
            <a:off x="5366667" y="5436996"/>
            <a:ext cx="28398" cy="28398"/>
          </a:xfrm>
          <a:prstGeom prst="ellipse">
            <a:avLst/>
          </a:prstGeom>
          <a:solidFill>
            <a:srgbClr val="7F8C97">
              <a:alpha val="48000"/>
            </a:srgbClr>
          </a:solidFill>
          <a:ln w="0">
            <a:noFill/>
            <a:prstDash val="solid"/>
          </a:ln>
        </p:spPr>
      </p:sp>
      <p:sp>
        <p:nvSpPr>
          <p:cNvPr id="2639" name="03_assume_matched_7936">
            <a:extLst>
              <a:ext uri="{FF2B5EF4-FFF2-40B4-BE49-F238E27FC236}">
                <a16:creationId xmlns:a16="http://schemas.microsoft.com/office/drawing/2014/main" id="{C01D383D-10F2-40E6-9492-B268ADE729BB}"/>
              </a:ext>
            </a:extLst>
          </p:cNvPr>
          <p:cNvSpPr>
            <a:spLocks noGrp="1"/>
          </p:cNvSpPr>
          <p:nvPr/>
        </p:nvSpPr>
        <p:spPr>
          <a:xfrm>
            <a:off x="5427828" y="4852127"/>
            <a:ext cx="28398" cy="28398"/>
          </a:xfrm>
          <a:prstGeom prst="ellipse">
            <a:avLst/>
          </a:prstGeom>
          <a:solidFill>
            <a:srgbClr val="7F8C97">
              <a:alpha val="48000"/>
            </a:srgbClr>
          </a:solidFill>
          <a:ln w="0">
            <a:noFill/>
            <a:prstDash val="solid"/>
          </a:ln>
        </p:spPr>
      </p:sp>
      <p:sp>
        <p:nvSpPr>
          <p:cNvPr id="2640" name="03_assume_matched_7937">
            <a:extLst>
              <a:ext uri="{FF2B5EF4-FFF2-40B4-BE49-F238E27FC236}">
                <a16:creationId xmlns:a16="http://schemas.microsoft.com/office/drawing/2014/main" id="{8AF9CBC3-9A2E-44EF-A2F1-347D3EDD8D8D}"/>
              </a:ext>
            </a:extLst>
          </p:cNvPr>
          <p:cNvSpPr>
            <a:spLocks noGrp="1"/>
          </p:cNvSpPr>
          <p:nvPr/>
        </p:nvSpPr>
        <p:spPr>
          <a:xfrm>
            <a:off x="5372711" y="4852127"/>
            <a:ext cx="28398" cy="28398"/>
          </a:xfrm>
          <a:prstGeom prst="ellipse">
            <a:avLst/>
          </a:prstGeom>
          <a:solidFill>
            <a:srgbClr val="7F8C97">
              <a:alpha val="48000"/>
            </a:srgbClr>
          </a:solidFill>
          <a:ln w="0">
            <a:noFill/>
            <a:prstDash val="solid"/>
          </a:ln>
        </p:spPr>
      </p:sp>
      <p:sp>
        <p:nvSpPr>
          <p:cNvPr id="2641" name="03_assume_matched_7938">
            <a:extLst>
              <a:ext uri="{FF2B5EF4-FFF2-40B4-BE49-F238E27FC236}">
                <a16:creationId xmlns:a16="http://schemas.microsoft.com/office/drawing/2014/main" id="{3C9489A3-A85D-4CD1-9204-3DB5E4EFE1B3}"/>
              </a:ext>
            </a:extLst>
          </p:cNvPr>
          <p:cNvSpPr>
            <a:spLocks noGrp="1"/>
          </p:cNvSpPr>
          <p:nvPr/>
        </p:nvSpPr>
        <p:spPr>
          <a:xfrm>
            <a:off x="5398759" y="4852127"/>
            <a:ext cx="28398" cy="28398"/>
          </a:xfrm>
          <a:prstGeom prst="ellipse">
            <a:avLst/>
          </a:prstGeom>
          <a:solidFill>
            <a:srgbClr val="7F8C97">
              <a:alpha val="48000"/>
            </a:srgbClr>
          </a:solidFill>
          <a:ln w="0">
            <a:noFill/>
            <a:prstDash val="solid"/>
          </a:ln>
        </p:spPr>
      </p:sp>
      <p:sp>
        <p:nvSpPr>
          <p:cNvPr id="2642" name="03_assume_matched_7939">
            <a:extLst>
              <a:ext uri="{FF2B5EF4-FFF2-40B4-BE49-F238E27FC236}">
                <a16:creationId xmlns:a16="http://schemas.microsoft.com/office/drawing/2014/main" id="{75A390BD-F823-4C20-B0FA-ED047B967D62}"/>
              </a:ext>
            </a:extLst>
          </p:cNvPr>
          <p:cNvSpPr>
            <a:spLocks noGrp="1"/>
          </p:cNvSpPr>
          <p:nvPr/>
        </p:nvSpPr>
        <p:spPr>
          <a:xfrm>
            <a:off x="5347815" y="5436996"/>
            <a:ext cx="28398" cy="28398"/>
          </a:xfrm>
          <a:prstGeom prst="ellipse">
            <a:avLst/>
          </a:prstGeom>
          <a:solidFill>
            <a:srgbClr val="7F8C97">
              <a:alpha val="48000"/>
            </a:srgbClr>
          </a:solidFill>
          <a:ln w="0">
            <a:noFill/>
            <a:prstDash val="solid"/>
          </a:ln>
        </p:spPr>
      </p:sp>
      <p:sp>
        <p:nvSpPr>
          <p:cNvPr id="2643" name="03_assume_matched_7940">
            <a:extLst>
              <a:ext uri="{FF2B5EF4-FFF2-40B4-BE49-F238E27FC236}">
                <a16:creationId xmlns:a16="http://schemas.microsoft.com/office/drawing/2014/main" id="{DFBDCB61-EB4C-404A-A6F9-9D07A1510206}"/>
              </a:ext>
            </a:extLst>
          </p:cNvPr>
          <p:cNvSpPr>
            <a:spLocks noGrp="1"/>
          </p:cNvSpPr>
          <p:nvPr/>
        </p:nvSpPr>
        <p:spPr>
          <a:xfrm>
            <a:off x="6220494" y="4852127"/>
            <a:ext cx="28398" cy="28398"/>
          </a:xfrm>
          <a:prstGeom prst="ellipse">
            <a:avLst/>
          </a:prstGeom>
          <a:solidFill>
            <a:srgbClr val="7F8C97">
              <a:alpha val="48000"/>
            </a:srgbClr>
          </a:solidFill>
          <a:ln w="0">
            <a:noFill/>
            <a:prstDash val="solid"/>
          </a:ln>
        </p:spPr>
      </p:sp>
      <p:sp>
        <p:nvSpPr>
          <p:cNvPr id="2644" name="03_assume_matched_7941">
            <a:extLst>
              <a:ext uri="{FF2B5EF4-FFF2-40B4-BE49-F238E27FC236}">
                <a16:creationId xmlns:a16="http://schemas.microsoft.com/office/drawing/2014/main" id="{3D587509-21D1-4C6F-9EE5-0FB9A812EFA7}"/>
              </a:ext>
            </a:extLst>
          </p:cNvPr>
          <p:cNvSpPr>
            <a:spLocks noGrp="1"/>
          </p:cNvSpPr>
          <p:nvPr/>
        </p:nvSpPr>
        <p:spPr>
          <a:xfrm>
            <a:off x="6208981" y="4852127"/>
            <a:ext cx="28398" cy="28398"/>
          </a:xfrm>
          <a:prstGeom prst="ellipse">
            <a:avLst/>
          </a:prstGeom>
          <a:solidFill>
            <a:srgbClr val="7F8C97">
              <a:alpha val="48000"/>
            </a:srgbClr>
          </a:solidFill>
          <a:ln w="0">
            <a:noFill/>
            <a:prstDash val="solid"/>
          </a:ln>
        </p:spPr>
      </p:sp>
      <p:sp>
        <p:nvSpPr>
          <p:cNvPr id="2645" name="03_assume_matched_7942">
            <a:extLst>
              <a:ext uri="{FF2B5EF4-FFF2-40B4-BE49-F238E27FC236}">
                <a16:creationId xmlns:a16="http://schemas.microsoft.com/office/drawing/2014/main" id="{D6C187A1-CE71-42CD-8CBC-6D6684D33019}"/>
              </a:ext>
            </a:extLst>
          </p:cNvPr>
          <p:cNvSpPr>
            <a:spLocks noGrp="1"/>
          </p:cNvSpPr>
          <p:nvPr/>
        </p:nvSpPr>
        <p:spPr>
          <a:xfrm>
            <a:off x="6151849" y="4852127"/>
            <a:ext cx="28398" cy="28398"/>
          </a:xfrm>
          <a:prstGeom prst="ellipse">
            <a:avLst/>
          </a:prstGeom>
          <a:solidFill>
            <a:srgbClr val="7F8C97">
              <a:alpha val="48000"/>
            </a:srgbClr>
          </a:solidFill>
          <a:ln w="0">
            <a:noFill/>
            <a:prstDash val="solid"/>
          </a:ln>
        </p:spPr>
      </p:sp>
      <p:sp>
        <p:nvSpPr>
          <p:cNvPr id="2646" name="03_assume_matched_7943">
            <a:extLst>
              <a:ext uri="{FF2B5EF4-FFF2-40B4-BE49-F238E27FC236}">
                <a16:creationId xmlns:a16="http://schemas.microsoft.com/office/drawing/2014/main" id="{88AB5434-33DC-480B-99D5-E263B99E30C9}"/>
              </a:ext>
            </a:extLst>
          </p:cNvPr>
          <p:cNvSpPr>
            <a:spLocks noGrp="1"/>
          </p:cNvSpPr>
          <p:nvPr/>
        </p:nvSpPr>
        <p:spPr>
          <a:xfrm>
            <a:off x="6230712" y="4852127"/>
            <a:ext cx="28398" cy="28398"/>
          </a:xfrm>
          <a:prstGeom prst="ellipse">
            <a:avLst/>
          </a:prstGeom>
          <a:solidFill>
            <a:srgbClr val="7F8C97">
              <a:alpha val="48000"/>
            </a:srgbClr>
          </a:solidFill>
          <a:ln w="0">
            <a:noFill/>
            <a:prstDash val="solid"/>
          </a:ln>
        </p:spPr>
      </p:sp>
      <p:sp>
        <p:nvSpPr>
          <p:cNvPr id="2647" name="03_assume_matched_7944">
            <a:extLst>
              <a:ext uri="{FF2B5EF4-FFF2-40B4-BE49-F238E27FC236}">
                <a16:creationId xmlns:a16="http://schemas.microsoft.com/office/drawing/2014/main" id="{06B6F25E-9434-4212-ACBB-F85A0E1383E9}"/>
              </a:ext>
            </a:extLst>
          </p:cNvPr>
          <p:cNvSpPr>
            <a:spLocks noGrp="1"/>
          </p:cNvSpPr>
          <p:nvPr/>
        </p:nvSpPr>
        <p:spPr>
          <a:xfrm>
            <a:off x="6198476" y="4852127"/>
            <a:ext cx="28398" cy="28398"/>
          </a:xfrm>
          <a:prstGeom prst="ellipse">
            <a:avLst/>
          </a:prstGeom>
          <a:solidFill>
            <a:srgbClr val="7F8C97">
              <a:alpha val="48000"/>
            </a:srgbClr>
          </a:solidFill>
          <a:ln w="0">
            <a:noFill/>
            <a:prstDash val="solid"/>
          </a:ln>
        </p:spPr>
      </p:sp>
      <p:sp>
        <p:nvSpPr>
          <p:cNvPr id="2648" name="03_assume_matched_7945">
            <a:extLst>
              <a:ext uri="{FF2B5EF4-FFF2-40B4-BE49-F238E27FC236}">
                <a16:creationId xmlns:a16="http://schemas.microsoft.com/office/drawing/2014/main" id="{98FEEF4B-E408-4B52-8387-9199106EA2D2}"/>
              </a:ext>
            </a:extLst>
          </p:cNvPr>
          <p:cNvSpPr>
            <a:spLocks noGrp="1"/>
          </p:cNvSpPr>
          <p:nvPr/>
        </p:nvSpPr>
        <p:spPr>
          <a:xfrm>
            <a:off x="6103208" y="4852127"/>
            <a:ext cx="28398" cy="28398"/>
          </a:xfrm>
          <a:prstGeom prst="ellipse">
            <a:avLst/>
          </a:prstGeom>
          <a:solidFill>
            <a:srgbClr val="7F8C97">
              <a:alpha val="48000"/>
            </a:srgbClr>
          </a:solidFill>
          <a:ln w="0">
            <a:noFill/>
            <a:prstDash val="solid"/>
          </a:ln>
        </p:spPr>
      </p:sp>
      <p:sp>
        <p:nvSpPr>
          <p:cNvPr id="2649" name="03_assume_matched_7946">
            <a:extLst>
              <a:ext uri="{FF2B5EF4-FFF2-40B4-BE49-F238E27FC236}">
                <a16:creationId xmlns:a16="http://schemas.microsoft.com/office/drawing/2014/main" id="{62C9B84C-525E-4EC1-AB2A-5157675B266B}"/>
              </a:ext>
            </a:extLst>
          </p:cNvPr>
          <p:cNvSpPr>
            <a:spLocks noGrp="1"/>
          </p:cNvSpPr>
          <p:nvPr/>
        </p:nvSpPr>
        <p:spPr>
          <a:xfrm>
            <a:off x="6133861" y="5436996"/>
            <a:ext cx="28398" cy="28398"/>
          </a:xfrm>
          <a:prstGeom prst="ellipse">
            <a:avLst/>
          </a:prstGeom>
          <a:solidFill>
            <a:srgbClr val="7F8C97">
              <a:alpha val="48000"/>
            </a:srgbClr>
          </a:solidFill>
          <a:ln w="0">
            <a:noFill/>
            <a:prstDash val="solid"/>
          </a:ln>
        </p:spPr>
      </p:sp>
      <p:sp>
        <p:nvSpPr>
          <p:cNvPr id="2650" name="03_assume_matched_7947">
            <a:extLst>
              <a:ext uri="{FF2B5EF4-FFF2-40B4-BE49-F238E27FC236}">
                <a16:creationId xmlns:a16="http://schemas.microsoft.com/office/drawing/2014/main" id="{B84236A4-9CF0-4581-B926-91F8CC3CAB6B}"/>
              </a:ext>
            </a:extLst>
          </p:cNvPr>
          <p:cNvSpPr>
            <a:spLocks noGrp="1"/>
          </p:cNvSpPr>
          <p:nvPr/>
        </p:nvSpPr>
        <p:spPr>
          <a:xfrm>
            <a:off x="6102920" y="5290779"/>
            <a:ext cx="28398" cy="28398"/>
          </a:xfrm>
          <a:prstGeom prst="ellipse">
            <a:avLst/>
          </a:prstGeom>
          <a:solidFill>
            <a:srgbClr val="7F8C97">
              <a:alpha val="48000"/>
            </a:srgbClr>
          </a:solidFill>
          <a:ln w="0">
            <a:noFill/>
            <a:prstDash val="solid"/>
          </a:ln>
        </p:spPr>
      </p:sp>
      <p:sp>
        <p:nvSpPr>
          <p:cNvPr id="2651" name="03_assume_matched_7948">
            <a:extLst>
              <a:ext uri="{FF2B5EF4-FFF2-40B4-BE49-F238E27FC236}">
                <a16:creationId xmlns:a16="http://schemas.microsoft.com/office/drawing/2014/main" id="{8ED9BBE0-E652-4FE1-9975-B8EB0330A228}"/>
              </a:ext>
            </a:extLst>
          </p:cNvPr>
          <p:cNvSpPr>
            <a:spLocks noGrp="1"/>
          </p:cNvSpPr>
          <p:nvPr/>
        </p:nvSpPr>
        <p:spPr>
          <a:xfrm>
            <a:off x="6184229" y="5144561"/>
            <a:ext cx="28398" cy="28398"/>
          </a:xfrm>
          <a:prstGeom prst="ellipse">
            <a:avLst/>
          </a:prstGeom>
          <a:solidFill>
            <a:srgbClr val="7F8C97">
              <a:alpha val="48000"/>
            </a:srgbClr>
          </a:solidFill>
          <a:ln w="0">
            <a:noFill/>
            <a:prstDash val="solid"/>
          </a:ln>
        </p:spPr>
      </p:sp>
      <p:sp>
        <p:nvSpPr>
          <p:cNvPr id="2652" name="03_assume_matched_7949">
            <a:extLst>
              <a:ext uri="{FF2B5EF4-FFF2-40B4-BE49-F238E27FC236}">
                <a16:creationId xmlns:a16="http://schemas.microsoft.com/office/drawing/2014/main" id="{4DA31F46-7B91-4B8F-9016-813E3098F570}"/>
              </a:ext>
            </a:extLst>
          </p:cNvPr>
          <p:cNvSpPr>
            <a:spLocks noGrp="1"/>
          </p:cNvSpPr>
          <p:nvPr/>
        </p:nvSpPr>
        <p:spPr>
          <a:xfrm>
            <a:off x="6165521" y="5144561"/>
            <a:ext cx="28398" cy="28398"/>
          </a:xfrm>
          <a:prstGeom prst="ellipse">
            <a:avLst/>
          </a:prstGeom>
          <a:solidFill>
            <a:srgbClr val="7F8C97">
              <a:alpha val="48000"/>
            </a:srgbClr>
          </a:solidFill>
          <a:ln w="0">
            <a:noFill/>
            <a:prstDash val="solid"/>
          </a:ln>
        </p:spPr>
      </p:sp>
      <p:sp>
        <p:nvSpPr>
          <p:cNvPr id="2653" name="03_assume_matched_7950">
            <a:extLst>
              <a:ext uri="{FF2B5EF4-FFF2-40B4-BE49-F238E27FC236}">
                <a16:creationId xmlns:a16="http://schemas.microsoft.com/office/drawing/2014/main" id="{CDDEEAEC-A41F-42FD-A9E2-2E63A7268499}"/>
              </a:ext>
            </a:extLst>
          </p:cNvPr>
          <p:cNvSpPr>
            <a:spLocks noGrp="1"/>
          </p:cNvSpPr>
          <p:nvPr/>
        </p:nvSpPr>
        <p:spPr>
          <a:xfrm>
            <a:off x="6150266" y="4852127"/>
            <a:ext cx="28398" cy="28398"/>
          </a:xfrm>
          <a:prstGeom prst="ellipse">
            <a:avLst/>
          </a:prstGeom>
          <a:solidFill>
            <a:srgbClr val="7F8C97">
              <a:alpha val="48000"/>
            </a:srgbClr>
          </a:solidFill>
          <a:ln w="0">
            <a:noFill/>
            <a:prstDash val="solid"/>
          </a:ln>
        </p:spPr>
      </p:sp>
      <p:sp>
        <p:nvSpPr>
          <p:cNvPr id="2654" name="03_assume_matched_7951">
            <a:extLst>
              <a:ext uri="{FF2B5EF4-FFF2-40B4-BE49-F238E27FC236}">
                <a16:creationId xmlns:a16="http://schemas.microsoft.com/office/drawing/2014/main" id="{EDBFCA44-8BBA-4447-8367-3CE6447F4F6F}"/>
              </a:ext>
            </a:extLst>
          </p:cNvPr>
          <p:cNvSpPr>
            <a:spLocks noGrp="1"/>
          </p:cNvSpPr>
          <p:nvPr/>
        </p:nvSpPr>
        <p:spPr>
          <a:xfrm>
            <a:off x="6136019" y="5436996"/>
            <a:ext cx="28398" cy="28398"/>
          </a:xfrm>
          <a:prstGeom prst="ellipse">
            <a:avLst/>
          </a:prstGeom>
          <a:solidFill>
            <a:srgbClr val="7F8C97">
              <a:alpha val="48000"/>
            </a:srgbClr>
          </a:solidFill>
          <a:ln w="0">
            <a:noFill/>
            <a:prstDash val="solid"/>
          </a:ln>
        </p:spPr>
      </p:sp>
      <p:sp>
        <p:nvSpPr>
          <p:cNvPr id="2655" name="03_assume_matched_7952">
            <a:extLst>
              <a:ext uri="{FF2B5EF4-FFF2-40B4-BE49-F238E27FC236}">
                <a16:creationId xmlns:a16="http://schemas.microsoft.com/office/drawing/2014/main" id="{72FB6BEF-D5F1-465E-BDDD-27F08E996D24}"/>
              </a:ext>
            </a:extLst>
          </p:cNvPr>
          <p:cNvSpPr>
            <a:spLocks noGrp="1"/>
          </p:cNvSpPr>
          <p:nvPr/>
        </p:nvSpPr>
        <p:spPr>
          <a:xfrm>
            <a:off x="6152425" y="4852127"/>
            <a:ext cx="28398" cy="28398"/>
          </a:xfrm>
          <a:prstGeom prst="ellipse">
            <a:avLst/>
          </a:prstGeom>
          <a:solidFill>
            <a:srgbClr val="7F8C97">
              <a:alpha val="48000"/>
            </a:srgbClr>
          </a:solidFill>
          <a:ln w="0">
            <a:noFill/>
            <a:prstDash val="solid"/>
          </a:ln>
        </p:spPr>
      </p:sp>
      <p:sp>
        <p:nvSpPr>
          <p:cNvPr id="2656" name="03_assume_matched_7953">
            <a:extLst>
              <a:ext uri="{FF2B5EF4-FFF2-40B4-BE49-F238E27FC236}">
                <a16:creationId xmlns:a16="http://schemas.microsoft.com/office/drawing/2014/main" id="{2451F671-752E-45DA-8CFE-AA1A00C2DE0A}"/>
              </a:ext>
            </a:extLst>
          </p:cNvPr>
          <p:cNvSpPr>
            <a:spLocks noGrp="1"/>
          </p:cNvSpPr>
          <p:nvPr/>
        </p:nvSpPr>
        <p:spPr>
          <a:xfrm>
            <a:off x="6237619" y="5144561"/>
            <a:ext cx="28398" cy="28398"/>
          </a:xfrm>
          <a:prstGeom prst="ellipse">
            <a:avLst/>
          </a:prstGeom>
          <a:solidFill>
            <a:srgbClr val="7F8C97">
              <a:alpha val="48000"/>
            </a:srgbClr>
          </a:solidFill>
          <a:ln w="0">
            <a:noFill/>
            <a:prstDash val="solid"/>
          </a:ln>
        </p:spPr>
      </p:sp>
      <p:sp>
        <p:nvSpPr>
          <p:cNvPr id="2657" name="03_assume_matched_7954">
            <a:extLst>
              <a:ext uri="{FF2B5EF4-FFF2-40B4-BE49-F238E27FC236}">
                <a16:creationId xmlns:a16="http://schemas.microsoft.com/office/drawing/2014/main" id="{5F856885-C192-4C58-A61B-3891D615D137}"/>
              </a:ext>
            </a:extLst>
          </p:cNvPr>
          <p:cNvSpPr>
            <a:spLocks noGrp="1"/>
          </p:cNvSpPr>
          <p:nvPr/>
        </p:nvSpPr>
        <p:spPr>
          <a:xfrm>
            <a:off x="6192576" y="4852127"/>
            <a:ext cx="28398" cy="28398"/>
          </a:xfrm>
          <a:prstGeom prst="ellipse">
            <a:avLst/>
          </a:prstGeom>
          <a:solidFill>
            <a:srgbClr val="7F8C97">
              <a:alpha val="48000"/>
            </a:srgbClr>
          </a:solidFill>
          <a:ln w="0">
            <a:noFill/>
            <a:prstDash val="solid"/>
          </a:ln>
        </p:spPr>
      </p:sp>
      <p:sp>
        <p:nvSpPr>
          <p:cNvPr id="2658" name="03_assume_matched_7955">
            <a:extLst>
              <a:ext uri="{FF2B5EF4-FFF2-40B4-BE49-F238E27FC236}">
                <a16:creationId xmlns:a16="http://schemas.microsoft.com/office/drawing/2014/main" id="{6CD2EAA9-E98D-49F4-A941-31A1B883606C}"/>
              </a:ext>
            </a:extLst>
          </p:cNvPr>
          <p:cNvSpPr>
            <a:spLocks noGrp="1"/>
          </p:cNvSpPr>
          <p:nvPr/>
        </p:nvSpPr>
        <p:spPr>
          <a:xfrm>
            <a:off x="6202362" y="5372010"/>
            <a:ext cx="28398" cy="28398"/>
          </a:xfrm>
          <a:prstGeom prst="ellipse">
            <a:avLst/>
          </a:prstGeom>
          <a:solidFill>
            <a:srgbClr val="7F8C97">
              <a:alpha val="48000"/>
            </a:srgbClr>
          </a:solidFill>
          <a:ln w="0">
            <a:noFill/>
            <a:prstDash val="solid"/>
          </a:ln>
        </p:spPr>
      </p:sp>
      <p:sp>
        <p:nvSpPr>
          <p:cNvPr id="2659" name="03_assume_matched_7956">
            <a:extLst>
              <a:ext uri="{FF2B5EF4-FFF2-40B4-BE49-F238E27FC236}">
                <a16:creationId xmlns:a16="http://schemas.microsoft.com/office/drawing/2014/main" id="{824E91D4-AF38-4417-8160-7ACD28429326}"/>
              </a:ext>
            </a:extLst>
          </p:cNvPr>
          <p:cNvSpPr>
            <a:spLocks noGrp="1"/>
          </p:cNvSpPr>
          <p:nvPr/>
        </p:nvSpPr>
        <p:spPr>
          <a:xfrm>
            <a:off x="6139185" y="5274532"/>
            <a:ext cx="28398" cy="28398"/>
          </a:xfrm>
          <a:prstGeom prst="ellipse">
            <a:avLst/>
          </a:prstGeom>
          <a:solidFill>
            <a:srgbClr val="7F8C97">
              <a:alpha val="48000"/>
            </a:srgbClr>
          </a:solidFill>
          <a:ln w="0">
            <a:noFill/>
            <a:prstDash val="solid"/>
          </a:ln>
        </p:spPr>
      </p:sp>
      <p:sp>
        <p:nvSpPr>
          <p:cNvPr id="2660" name="03_assume_matched_7957">
            <a:extLst>
              <a:ext uri="{FF2B5EF4-FFF2-40B4-BE49-F238E27FC236}">
                <a16:creationId xmlns:a16="http://schemas.microsoft.com/office/drawing/2014/main" id="{4ACB71E6-2183-428A-9896-A99A950EB1D2}"/>
              </a:ext>
            </a:extLst>
          </p:cNvPr>
          <p:cNvSpPr>
            <a:spLocks noGrp="1"/>
          </p:cNvSpPr>
          <p:nvPr/>
        </p:nvSpPr>
        <p:spPr>
          <a:xfrm>
            <a:off x="6229560" y="5242040"/>
            <a:ext cx="28398" cy="28398"/>
          </a:xfrm>
          <a:prstGeom prst="ellipse">
            <a:avLst/>
          </a:prstGeom>
          <a:solidFill>
            <a:srgbClr val="7F8C97">
              <a:alpha val="48000"/>
            </a:srgbClr>
          </a:solidFill>
          <a:ln w="0">
            <a:noFill/>
            <a:prstDash val="solid"/>
          </a:ln>
        </p:spPr>
      </p:sp>
      <p:sp>
        <p:nvSpPr>
          <p:cNvPr id="2661" name="03_assume_matched_7958">
            <a:extLst>
              <a:ext uri="{FF2B5EF4-FFF2-40B4-BE49-F238E27FC236}">
                <a16:creationId xmlns:a16="http://schemas.microsoft.com/office/drawing/2014/main" id="{798CECAD-FB05-4279-98C0-65379791F3A0}"/>
              </a:ext>
            </a:extLst>
          </p:cNvPr>
          <p:cNvSpPr>
            <a:spLocks noGrp="1"/>
          </p:cNvSpPr>
          <p:nvPr/>
        </p:nvSpPr>
        <p:spPr>
          <a:xfrm>
            <a:off x="6202649" y="4852127"/>
            <a:ext cx="28398" cy="28398"/>
          </a:xfrm>
          <a:prstGeom prst="ellipse">
            <a:avLst/>
          </a:prstGeom>
          <a:solidFill>
            <a:srgbClr val="7F8C97">
              <a:alpha val="48000"/>
            </a:srgbClr>
          </a:solidFill>
          <a:ln w="0">
            <a:noFill/>
            <a:prstDash val="solid"/>
          </a:ln>
        </p:spPr>
      </p:sp>
      <p:sp>
        <p:nvSpPr>
          <p:cNvPr id="2662" name="03_assume_matched_7959">
            <a:extLst>
              <a:ext uri="{FF2B5EF4-FFF2-40B4-BE49-F238E27FC236}">
                <a16:creationId xmlns:a16="http://schemas.microsoft.com/office/drawing/2014/main" id="{BA264628-E79D-462D-9339-E8A050D25DA4}"/>
              </a:ext>
            </a:extLst>
          </p:cNvPr>
          <p:cNvSpPr>
            <a:spLocks noGrp="1"/>
          </p:cNvSpPr>
          <p:nvPr/>
        </p:nvSpPr>
        <p:spPr>
          <a:xfrm>
            <a:off x="6120477" y="5436996"/>
            <a:ext cx="28398" cy="28398"/>
          </a:xfrm>
          <a:prstGeom prst="ellipse">
            <a:avLst/>
          </a:prstGeom>
          <a:solidFill>
            <a:srgbClr val="7F8C97">
              <a:alpha val="48000"/>
            </a:srgbClr>
          </a:solidFill>
          <a:ln w="0">
            <a:noFill/>
            <a:prstDash val="solid"/>
          </a:ln>
        </p:spPr>
      </p:sp>
      <p:sp>
        <p:nvSpPr>
          <p:cNvPr id="2663" name="03_assume_matched_7960">
            <a:extLst>
              <a:ext uri="{FF2B5EF4-FFF2-40B4-BE49-F238E27FC236}">
                <a16:creationId xmlns:a16="http://schemas.microsoft.com/office/drawing/2014/main" id="{E310245E-6D8C-4D01-A2E4-0CD5C38084CB}"/>
              </a:ext>
            </a:extLst>
          </p:cNvPr>
          <p:cNvSpPr>
            <a:spLocks noGrp="1"/>
          </p:cNvSpPr>
          <p:nvPr/>
        </p:nvSpPr>
        <p:spPr>
          <a:xfrm>
            <a:off x="6127817" y="4852127"/>
            <a:ext cx="28398" cy="28398"/>
          </a:xfrm>
          <a:prstGeom prst="ellipse">
            <a:avLst/>
          </a:prstGeom>
          <a:solidFill>
            <a:srgbClr val="7F8C97">
              <a:alpha val="48000"/>
            </a:srgbClr>
          </a:solidFill>
          <a:ln w="0">
            <a:noFill/>
            <a:prstDash val="solid"/>
          </a:ln>
        </p:spPr>
      </p:sp>
      <p:sp>
        <p:nvSpPr>
          <p:cNvPr id="2664" name="03_assume_matched_7961">
            <a:extLst>
              <a:ext uri="{FF2B5EF4-FFF2-40B4-BE49-F238E27FC236}">
                <a16:creationId xmlns:a16="http://schemas.microsoft.com/office/drawing/2014/main" id="{EEABC13D-E6C0-4CF8-8873-1F44D4AE23A6}"/>
              </a:ext>
            </a:extLst>
          </p:cNvPr>
          <p:cNvSpPr>
            <a:spLocks noGrp="1"/>
          </p:cNvSpPr>
          <p:nvPr/>
        </p:nvSpPr>
        <p:spPr>
          <a:xfrm>
            <a:off x="6139042" y="5242040"/>
            <a:ext cx="28398" cy="28398"/>
          </a:xfrm>
          <a:prstGeom prst="ellipse">
            <a:avLst/>
          </a:prstGeom>
          <a:solidFill>
            <a:srgbClr val="7F8C97">
              <a:alpha val="48000"/>
            </a:srgbClr>
          </a:solidFill>
          <a:ln w="0">
            <a:noFill/>
            <a:prstDash val="solid"/>
          </a:ln>
        </p:spPr>
      </p:sp>
      <p:sp>
        <p:nvSpPr>
          <p:cNvPr id="2665" name="03_assume_matched_7962">
            <a:extLst>
              <a:ext uri="{FF2B5EF4-FFF2-40B4-BE49-F238E27FC236}">
                <a16:creationId xmlns:a16="http://schemas.microsoft.com/office/drawing/2014/main" id="{AA32A5D4-E7BA-4E52-9CFA-CA0DBA3ACAB6}"/>
              </a:ext>
            </a:extLst>
          </p:cNvPr>
          <p:cNvSpPr>
            <a:spLocks noGrp="1"/>
          </p:cNvSpPr>
          <p:nvPr/>
        </p:nvSpPr>
        <p:spPr>
          <a:xfrm>
            <a:off x="6228409" y="5144561"/>
            <a:ext cx="28398" cy="28398"/>
          </a:xfrm>
          <a:prstGeom prst="ellipse">
            <a:avLst/>
          </a:prstGeom>
          <a:solidFill>
            <a:srgbClr val="7F8C97">
              <a:alpha val="48000"/>
            </a:srgbClr>
          </a:solidFill>
          <a:ln w="0">
            <a:noFill/>
            <a:prstDash val="solid"/>
          </a:ln>
        </p:spPr>
      </p:sp>
      <p:sp>
        <p:nvSpPr>
          <p:cNvPr id="2666" name="03_assume_matched_7963">
            <a:extLst>
              <a:ext uri="{FF2B5EF4-FFF2-40B4-BE49-F238E27FC236}">
                <a16:creationId xmlns:a16="http://schemas.microsoft.com/office/drawing/2014/main" id="{56FBD3D1-42C1-4A45-8A24-00B68D247B16}"/>
              </a:ext>
            </a:extLst>
          </p:cNvPr>
          <p:cNvSpPr>
            <a:spLocks noGrp="1"/>
          </p:cNvSpPr>
          <p:nvPr/>
        </p:nvSpPr>
        <p:spPr>
          <a:xfrm>
            <a:off x="6141344" y="4852127"/>
            <a:ext cx="28398" cy="28398"/>
          </a:xfrm>
          <a:prstGeom prst="ellipse">
            <a:avLst/>
          </a:prstGeom>
          <a:solidFill>
            <a:srgbClr val="7F8C97">
              <a:alpha val="48000"/>
            </a:srgbClr>
          </a:solidFill>
          <a:ln w="0">
            <a:noFill/>
            <a:prstDash val="solid"/>
          </a:ln>
        </p:spPr>
      </p:sp>
      <p:sp>
        <p:nvSpPr>
          <p:cNvPr id="2667" name="03_assume_matched_7964">
            <a:extLst>
              <a:ext uri="{FF2B5EF4-FFF2-40B4-BE49-F238E27FC236}">
                <a16:creationId xmlns:a16="http://schemas.microsoft.com/office/drawing/2014/main" id="{36133FD2-C2BC-4595-9D28-CA78EFBD0EF8}"/>
              </a:ext>
            </a:extLst>
          </p:cNvPr>
          <p:cNvSpPr>
            <a:spLocks noGrp="1"/>
          </p:cNvSpPr>
          <p:nvPr/>
        </p:nvSpPr>
        <p:spPr>
          <a:xfrm>
            <a:off x="6220350" y="5177054"/>
            <a:ext cx="28398" cy="28398"/>
          </a:xfrm>
          <a:prstGeom prst="ellipse">
            <a:avLst/>
          </a:prstGeom>
          <a:solidFill>
            <a:srgbClr val="7F8C97">
              <a:alpha val="48000"/>
            </a:srgbClr>
          </a:solidFill>
          <a:ln w="0">
            <a:noFill/>
            <a:prstDash val="solid"/>
          </a:ln>
        </p:spPr>
      </p:sp>
      <p:sp>
        <p:nvSpPr>
          <p:cNvPr id="2668" name="03_assume_matched_7965">
            <a:extLst>
              <a:ext uri="{FF2B5EF4-FFF2-40B4-BE49-F238E27FC236}">
                <a16:creationId xmlns:a16="http://schemas.microsoft.com/office/drawing/2014/main" id="{A768A6D0-40DD-4C55-BF82-EA4DEF067423}"/>
              </a:ext>
            </a:extLst>
          </p:cNvPr>
          <p:cNvSpPr>
            <a:spLocks noGrp="1"/>
          </p:cNvSpPr>
          <p:nvPr/>
        </p:nvSpPr>
        <p:spPr>
          <a:xfrm>
            <a:off x="6221501" y="4852127"/>
            <a:ext cx="28398" cy="28398"/>
          </a:xfrm>
          <a:prstGeom prst="ellipse">
            <a:avLst/>
          </a:prstGeom>
          <a:solidFill>
            <a:srgbClr val="7F8C97">
              <a:alpha val="48000"/>
            </a:srgbClr>
          </a:solidFill>
          <a:ln w="0">
            <a:noFill/>
            <a:prstDash val="solid"/>
          </a:ln>
        </p:spPr>
      </p:sp>
      <p:sp>
        <p:nvSpPr>
          <p:cNvPr id="2669" name="03_assume_matched_7966">
            <a:extLst>
              <a:ext uri="{FF2B5EF4-FFF2-40B4-BE49-F238E27FC236}">
                <a16:creationId xmlns:a16="http://schemas.microsoft.com/office/drawing/2014/main" id="{914AF96B-D81A-4680-A749-BE441E466C6A}"/>
              </a:ext>
            </a:extLst>
          </p:cNvPr>
          <p:cNvSpPr>
            <a:spLocks noGrp="1"/>
          </p:cNvSpPr>
          <p:nvPr/>
        </p:nvSpPr>
        <p:spPr>
          <a:xfrm>
            <a:off x="6225243" y="5436996"/>
            <a:ext cx="28398" cy="28398"/>
          </a:xfrm>
          <a:prstGeom prst="ellipse">
            <a:avLst/>
          </a:prstGeom>
          <a:solidFill>
            <a:srgbClr val="7F8C97">
              <a:alpha val="48000"/>
            </a:srgbClr>
          </a:solidFill>
          <a:ln w="0">
            <a:noFill/>
            <a:prstDash val="solid"/>
          </a:ln>
        </p:spPr>
      </p:sp>
      <p:sp>
        <p:nvSpPr>
          <p:cNvPr id="2670" name="03_assume_matched_7967">
            <a:extLst>
              <a:ext uri="{FF2B5EF4-FFF2-40B4-BE49-F238E27FC236}">
                <a16:creationId xmlns:a16="http://schemas.microsoft.com/office/drawing/2014/main" id="{E7BB585A-B9CD-4C3E-9CEF-827473C5F377}"/>
              </a:ext>
            </a:extLst>
          </p:cNvPr>
          <p:cNvSpPr>
            <a:spLocks noGrp="1"/>
          </p:cNvSpPr>
          <p:nvPr/>
        </p:nvSpPr>
        <p:spPr>
          <a:xfrm>
            <a:off x="6142495" y="5242040"/>
            <a:ext cx="28398" cy="28398"/>
          </a:xfrm>
          <a:prstGeom prst="ellipse">
            <a:avLst/>
          </a:prstGeom>
          <a:solidFill>
            <a:srgbClr val="7F8C97">
              <a:alpha val="48000"/>
            </a:srgbClr>
          </a:solidFill>
          <a:ln w="0">
            <a:noFill/>
            <a:prstDash val="solid"/>
          </a:ln>
        </p:spPr>
      </p:sp>
      <p:sp>
        <p:nvSpPr>
          <p:cNvPr id="2671" name="03_assume_matched_7968">
            <a:extLst>
              <a:ext uri="{FF2B5EF4-FFF2-40B4-BE49-F238E27FC236}">
                <a16:creationId xmlns:a16="http://schemas.microsoft.com/office/drawing/2014/main" id="{2E19B937-3BA7-4375-9824-FB7641F8E1BE}"/>
              </a:ext>
            </a:extLst>
          </p:cNvPr>
          <p:cNvSpPr>
            <a:spLocks noGrp="1"/>
          </p:cNvSpPr>
          <p:nvPr/>
        </p:nvSpPr>
        <p:spPr>
          <a:xfrm>
            <a:off x="6120765" y="4852127"/>
            <a:ext cx="28398" cy="28398"/>
          </a:xfrm>
          <a:prstGeom prst="ellipse">
            <a:avLst/>
          </a:prstGeom>
          <a:solidFill>
            <a:srgbClr val="7F8C97">
              <a:alpha val="48000"/>
            </a:srgbClr>
          </a:solidFill>
          <a:ln w="0">
            <a:noFill/>
            <a:prstDash val="solid"/>
          </a:ln>
        </p:spPr>
      </p:sp>
      <p:sp>
        <p:nvSpPr>
          <p:cNvPr id="2672" name="03_assume_matched_7969">
            <a:extLst>
              <a:ext uri="{FF2B5EF4-FFF2-40B4-BE49-F238E27FC236}">
                <a16:creationId xmlns:a16="http://schemas.microsoft.com/office/drawing/2014/main" id="{CFE56BD0-E706-493F-8554-8378E49A6B55}"/>
              </a:ext>
            </a:extLst>
          </p:cNvPr>
          <p:cNvSpPr>
            <a:spLocks noGrp="1"/>
          </p:cNvSpPr>
          <p:nvPr/>
        </p:nvSpPr>
        <p:spPr>
          <a:xfrm>
            <a:off x="6204520" y="5436996"/>
            <a:ext cx="28398" cy="28398"/>
          </a:xfrm>
          <a:prstGeom prst="ellipse">
            <a:avLst/>
          </a:prstGeom>
          <a:solidFill>
            <a:srgbClr val="7F8C97">
              <a:alpha val="48000"/>
            </a:srgbClr>
          </a:solidFill>
          <a:ln w="0">
            <a:noFill/>
            <a:prstDash val="solid"/>
          </a:ln>
        </p:spPr>
      </p:sp>
      <p:sp>
        <p:nvSpPr>
          <p:cNvPr id="2673" name="03_assume_matched_7970">
            <a:extLst>
              <a:ext uri="{FF2B5EF4-FFF2-40B4-BE49-F238E27FC236}">
                <a16:creationId xmlns:a16="http://schemas.microsoft.com/office/drawing/2014/main" id="{0D1FAB8F-A5B1-44D7-B009-3582C7A6F3B7}"/>
              </a:ext>
            </a:extLst>
          </p:cNvPr>
          <p:cNvSpPr>
            <a:spLocks noGrp="1"/>
          </p:cNvSpPr>
          <p:nvPr/>
        </p:nvSpPr>
        <p:spPr>
          <a:xfrm>
            <a:off x="6114001" y="4852127"/>
            <a:ext cx="28398" cy="28398"/>
          </a:xfrm>
          <a:prstGeom prst="ellipse">
            <a:avLst/>
          </a:prstGeom>
          <a:solidFill>
            <a:srgbClr val="7F8C97">
              <a:alpha val="48000"/>
            </a:srgbClr>
          </a:solidFill>
          <a:ln w="0">
            <a:noFill/>
            <a:prstDash val="solid"/>
          </a:ln>
        </p:spPr>
      </p:sp>
      <p:sp>
        <p:nvSpPr>
          <p:cNvPr id="2674" name="03_assume_matched_7971">
            <a:extLst>
              <a:ext uri="{FF2B5EF4-FFF2-40B4-BE49-F238E27FC236}">
                <a16:creationId xmlns:a16="http://schemas.microsoft.com/office/drawing/2014/main" id="{EFC3E432-2C26-471F-865C-6BD33F079568}"/>
              </a:ext>
            </a:extLst>
          </p:cNvPr>
          <p:cNvSpPr>
            <a:spLocks noGrp="1"/>
          </p:cNvSpPr>
          <p:nvPr/>
        </p:nvSpPr>
        <p:spPr>
          <a:xfrm>
            <a:off x="6208118" y="4852127"/>
            <a:ext cx="28398" cy="28398"/>
          </a:xfrm>
          <a:prstGeom prst="ellipse">
            <a:avLst/>
          </a:prstGeom>
          <a:solidFill>
            <a:srgbClr val="7F8C97">
              <a:alpha val="48000"/>
            </a:srgbClr>
          </a:solidFill>
          <a:ln w="0">
            <a:noFill/>
            <a:prstDash val="solid"/>
          </a:ln>
        </p:spPr>
      </p:sp>
      <p:sp>
        <p:nvSpPr>
          <p:cNvPr id="2675" name="03_assume_matched_7972">
            <a:extLst>
              <a:ext uri="{FF2B5EF4-FFF2-40B4-BE49-F238E27FC236}">
                <a16:creationId xmlns:a16="http://schemas.microsoft.com/office/drawing/2014/main" id="{E0766369-6809-4083-B133-243BD7635287}"/>
              </a:ext>
            </a:extLst>
          </p:cNvPr>
          <p:cNvSpPr>
            <a:spLocks noGrp="1"/>
          </p:cNvSpPr>
          <p:nvPr/>
        </p:nvSpPr>
        <p:spPr>
          <a:xfrm>
            <a:off x="6115297" y="5436996"/>
            <a:ext cx="28398" cy="28398"/>
          </a:xfrm>
          <a:prstGeom prst="ellipse">
            <a:avLst/>
          </a:prstGeom>
          <a:solidFill>
            <a:srgbClr val="7F8C97">
              <a:alpha val="48000"/>
            </a:srgbClr>
          </a:solidFill>
          <a:ln w="0">
            <a:noFill/>
            <a:prstDash val="solid"/>
          </a:ln>
        </p:spPr>
      </p:sp>
      <p:sp>
        <p:nvSpPr>
          <p:cNvPr id="2676" name="03_assume_matched_7973">
            <a:extLst>
              <a:ext uri="{FF2B5EF4-FFF2-40B4-BE49-F238E27FC236}">
                <a16:creationId xmlns:a16="http://schemas.microsoft.com/office/drawing/2014/main" id="{C7411929-2C38-4F20-9252-B05A178BD19E}"/>
              </a:ext>
            </a:extLst>
          </p:cNvPr>
          <p:cNvSpPr>
            <a:spLocks noGrp="1"/>
          </p:cNvSpPr>
          <p:nvPr/>
        </p:nvSpPr>
        <p:spPr>
          <a:xfrm>
            <a:off x="6235748" y="4852127"/>
            <a:ext cx="28398" cy="28398"/>
          </a:xfrm>
          <a:prstGeom prst="ellipse">
            <a:avLst/>
          </a:prstGeom>
          <a:solidFill>
            <a:srgbClr val="7F8C97">
              <a:alpha val="48000"/>
            </a:srgbClr>
          </a:solidFill>
          <a:ln w="0">
            <a:noFill/>
            <a:prstDash val="solid"/>
          </a:ln>
        </p:spPr>
      </p:sp>
      <p:sp>
        <p:nvSpPr>
          <p:cNvPr id="2677" name="03_assume_matched_7974">
            <a:extLst>
              <a:ext uri="{FF2B5EF4-FFF2-40B4-BE49-F238E27FC236}">
                <a16:creationId xmlns:a16="http://schemas.microsoft.com/office/drawing/2014/main" id="{B886B5FF-FEE4-43B8-B8BE-1C45C3547C1A}"/>
              </a:ext>
            </a:extLst>
          </p:cNvPr>
          <p:cNvSpPr>
            <a:spLocks noGrp="1"/>
          </p:cNvSpPr>
          <p:nvPr/>
        </p:nvSpPr>
        <p:spPr>
          <a:xfrm>
            <a:off x="6213730" y="4852127"/>
            <a:ext cx="28398" cy="28398"/>
          </a:xfrm>
          <a:prstGeom prst="ellipse">
            <a:avLst/>
          </a:prstGeom>
          <a:solidFill>
            <a:srgbClr val="7F8C97">
              <a:alpha val="48000"/>
            </a:srgbClr>
          </a:solidFill>
          <a:ln w="0">
            <a:noFill/>
            <a:prstDash val="solid"/>
          </a:ln>
        </p:spPr>
      </p:sp>
      <p:sp>
        <p:nvSpPr>
          <p:cNvPr id="2678" name="03_assume_matched_7975">
            <a:extLst>
              <a:ext uri="{FF2B5EF4-FFF2-40B4-BE49-F238E27FC236}">
                <a16:creationId xmlns:a16="http://schemas.microsoft.com/office/drawing/2014/main" id="{B6F1FC2A-FD17-4F15-B3CC-43845DD97355}"/>
              </a:ext>
            </a:extLst>
          </p:cNvPr>
          <p:cNvSpPr>
            <a:spLocks noGrp="1"/>
          </p:cNvSpPr>
          <p:nvPr/>
        </p:nvSpPr>
        <p:spPr>
          <a:xfrm>
            <a:off x="6161635" y="4852127"/>
            <a:ext cx="28398" cy="28398"/>
          </a:xfrm>
          <a:prstGeom prst="ellipse">
            <a:avLst/>
          </a:prstGeom>
          <a:solidFill>
            <a:srgbClr val="7F8C97">
              <a:alpha val="48000"/>
            </a:srgbClr>
          </a:solidFill>
          <a:ln w="0">
            <a:noFill/>
            <a:prstDash val="solid"/>
          </a:ln>
        </p:spPr>
      </p:sp>
      <p:sp>
        <p:nvSpPr>
          <p:cNvPr id="2679" name="03_assume_matched_7976">
            <a:extLst>
              <a:ext uri="{FF2B5EF4-FFF2-40B4-BE49-F238E27FC236}">
                <a16:creationId xmlns:a16="http://schemas.microsoft.com/office/drawing/2014/main" id="{4F5DE9FD-6B85-4890-A5D4-B68D70C9C25E}"/>
              </a:ext>
            </a:extLst>
          </p:cNvPr>
          <p:cNvSpPr>
            <a:spLocks noGrp="1"/>
          </p:cNvSpPr>
          <p:nvPr/>
        </p:nvSpPr>
        <p:spPr>
          <a:xfrm>
            <a:off x="6137315" y="4852127"/>
            <a:ext cx="28398" cy="28398"/>
          </a:xfrm>
          <a:prstGeom prst="ellipse">
            <a:avLst/>
          </a:prstGeom>
          <a:solidFill>
            <a:srgbClr val="7F8C97">
              <a:alpha val="48000"/>
            </a:srgbClr>
          </a:solidFill>
          <a:ln w="0">
            <a:noFill/>
            <a:prstDash val="solid"/>
          </a:ln>
        </p:spPr>
      </p:sp>
      <p:sp>
        <p:nvSpPr>
          <p:cNvPr id="2680" name="03_assume_matched_7977">
            <a:extLst>
              <a:ext uri="{FF2B5EF4-FFF2-40B4-BE49-F238E27FC236}">
                <a16:creationId xmlns:a16="http://schemas.microsoft.com/office/drawing/2014/main" id="{1C0A85A3-429F-41BF-AC30-40665D2C3F66}"/>
              </a:ext>
            </a:extLst>
          </p:cNvPr>
          <p:cNvSpPr>
            <a:spLocks noGrp="1"/>
          </p:cNvSpPr>
          <p:nvPr/>
        </p:nvSpPr>
        <p:spPr>
          <a:xfrm>
            <a:off x="6239778" y="5436996"/>
            <a:ext cx="28398" cy="28398"/>
          </a:xfrm>
          <a:prstGeom prst="ellipse">
            <a:avLst/>
          </a:prstGeom>
          <a:solidFill>
            <a:srgbClr val="7F8C97">
              <a:alpha val="48000"/>
            </a:srgbClr>
          </a:solidFill>
          <a:ln w="0">
            <a:noFill/>
            <a:prstDash val="solid"/>
          </a:ln>
        </p:spPr>
      </p:sp>
      <p:sp>
        <p:nvSpPr>
          <p:cNvPr id="2681" name="03_assume_matched_7978">
            <a:extLst>
              <a:ext uri="{FF2B5EF4-FFF2-40B4-BE49-F238E27FC236}">
                <a16:creationId xmlns:a16="http://schemas.microsoft.com/office/drawing/2014/main" id="{D0A2EF8F-9AA0-4A24-AFD9-2EE3D1528B49}"/>
              </a:ext>
            </a:extLst>
          </p:cNvPr>
          <p:cNvSpPr>
            <a:spLocks noGrp="1"/>
          </p:cNvSpPr>
          <p:nvPr/>
        </p:nvSpPr>
        <p:spPr>
          <a:xfrm>
            <a:off x="6187539" y="4852127"/>
            <a:ext cx="28398" cy="28398"/>
          </a:xfrm>
          <a:prstGeom prst="ellipse">
            <a:avLst/>
          </a:prstGeom>
          <a:solidFill>
            <a:srgbClr val="7F8C97">
              <a:alpha val="48000"/>
            </a:srgbClr>
          </a:solidFill>
          <a:ln w="0">
            <a:noFill/>
            <a:prstDash val="solid"/>
          </a:ln>
        </p:spPr>
      </p:sp>
      <p:sp>
        <p:nvSpPr>
          <p:cNvPr id="2682" name="03_assume_matched_7979">
            <a:extLst>
              <a:ext uri="{FF2B5EF4-FFF2-40B4-BE49-F238E27FC236}">
                <a16:creationId xmlns:a16="http://schemas.microsoft.com/office/drawing/2014/main" id="{1783B6A3-1A63-4C79-8524-4D603E6E60C6}"/>
              </a:ext>
            </a:extLst>
          </p:cNvPr>
          <p:cNvSpPr>
            <a:spLocks noGrp="1"/>
          </p:cNvSpPr>
          <p:nvPr/>
        </p:nvSpPr>
        <p:spPr>
          <a:xfrm>
            <a:off x="6220350" y="5436996"/>
            <a:ext cx="28398" cy="28398"/>
          </a:xfrm>
          <a:prstGeom prst="ellipse">
            <a:avLst/>
          </a:prstGeom>
          <a:solidFill>
            <a:srgbClr val="7F8C97">
              <a:alpha val="48000"/>
            </a:srgbClr>
          </a:solidFill>
          <a:ln w="0">
            <a:noFill/>
            <a:prstDash val="solid"/>
          </a:ln>
        </p:spPr>
      </p:sp>
      <p:sp>
        <p:nvSpPr>
          <p:cNvPr id="2683" name="03_assume_matched_7980">
            <a:extLst>
              <a:ext uri="{FF2B5EF4-FFF2-40B4-BE49-F238E27FC236}">
                <a16:creationId xmlns:a16="http://schemas.microsoft.com/office/drawing/2014/main" id="{686C4A62-39F2-4372-8280-49BA5519FDDF}"/>
              </a:ext>
            </a:extLst>
          </p:cNvPr>
          <p:cNvSpPr>
            <a:spLocks noGrp="1"/>
          </p:cNvSpPr>
          <p:nvPr/>
        </p:nvSpPr>
        <p:spPr>
          <a:xfrm>
            <a:off x="6119470" y="4852127"/>
            <a:ext cx="28398" cy="28398"/>
          </a:xfrm>
          <a:prstGeom prst="ellipse">
            <a:avLst/>
          </a:prstGeom>
          <a:solidFill>
            <a:srgbClr val="7F8C97">
              <a:alpha val="48000"/>
            </a:srgbClr>
          </a:solidFill>
          <a:ln w="0">
            <a:noFill/>
            <a:prstDash val="solid"/>
          </a:ln>
        </p:spPr>
      </p:sp>
      <p:sp>
        <p:nvSpPr>
          <p:cNvPr id="2684" name="03_assume_matched_7981">
            <a:extLst>
              <a:ext uri="{FF2B5EF4-FFF2-40B4-BE49-F238E27FC236}">
                <a16:creationId xmlns:a16="http://schemas.microsoft.com/office/drawing/2014/main" id="{C98325B5-133B-4379-B1D4-CC662980F1FA}"/>
              </a:ext>
            </a:extLst>
          </p:cNvPr>
          <p:cNvSpPr>
            <a:spLocks noGrp="1"/>
          </p:cNvSpPr>
          <p:nvPr/>
        </p:nvSpPr>
        <p:spPr>
          <a:xfrm>
            <a:off x="6211428" y="5144561"/>
            <a:ext cx="28398" cy="28398"/>
          </a:xfrm>
          <a:prstGeom prst="ellipse">
            <a:avLst/>
          </a:prstGeom>
          <a:solidFill>
            <a:srgbClr val="7F8C97">
              <a:alpha val="48000"/>
            </a:srgbClr>
          </a:solidFill>
          <a:ln w="0">
            <a:noFill/>
            <a:prstDash val="solid"/>
          </a:ln>
        </p:spPr>
      </p:sp>
      <p:sp>
        <p:nvSpPr>
          <p:cNvPr id="2685" name="03_assume_matched_7982">
            <a:extLst>
              <a:ext uri="{FF2B5EF4-FFF2-40B4-BE49-F238E27FC236}">
                <a16:creationId xmlns:a16="http://schemas.microsoft.com/office/drawing/2014/main" id="{564571A2-47DD-4715-AA37-D354F6DFB60A}"/>
              </a:ext>
            </a:extLst>
          </p:cNvPr>
          <p:cNvSpPr>
            <a:spLocks noGrp="1"/>
          </p:cNvSpPr>
          <p:nvPr/>
        </p:nvSpPr>
        <p:spPr>
          <a:xfrm>
            <a:off x="6190561" y="4949605"/>
            <a:ext cx="28398" cy="28398"/>
          </a:xfrm>
          <a:prstGeom prst="ellipse">
            <a:avLst/>
          </a:prstGeom>
          <a:solidFill>
            <a:srgbClr val="7F8C97">
              <a:alpha val="48000"/>
            </a:srgbClr>
          </a:solidFill>
          <a:ln w="0">
            <a:noFill/>
            <a:prstDash val="solid"/>
          </a:ln>
        </p:spPr>
      </p:sp>
      <p:sp>
        <p:nvSpPr>
          <p:cNvPr id="2686" name="03_assume_matched_7983">
            <a:extLst>
              <a:ext uri="{FF2B5EF4-FFF2-40B4-BE49-F238E27FC236}">
                <a16:creationId xmlns:a16="http://schemas.microsoft.com/office/drawing/2014/main" id="{F01E4F05-4F36-4398-BC39-0E39F87A350C}"/>
              </a:ext>
            </a:extLst>
          </p:cNvPr>
          <p:cNvSpPr>
            <a:spLocks noGrp="1"/>
          </p:cNvSpPr>
          <p:nvPr/>
        </p:nvSpPr>
        <p:spPr>
          <a:xfrm>
            <a:off x="6099179" y="4852127"/>
            <a:ext cx="28398" cy="28398"/>
          </a:xfrm>
          <a:prstGeom prst="ellipse">
            <a:avLst/>
          </a:prstGeom>
          <a:solidFill>
            <a:srgbClr val="7F8C97">
              <a:alpha val="48000"/>
            </a:srgbClr>
          </a:solidFill>
          <a:ln w="0">
            <a:noFill/>
            <a:prstDash val="solid"/>
          </a:ln>
        </p:spPr>
      </p:sp>
      <p:sp>
        <p:nvSpPr>
          <p:cNvPr id="2687" name="03_assume_matched_7984">
            <a:extLst>
              <a:ext uri="{FF2B5EF4-FFF2-40B4-BE49-F238E27FC236}">
                <a16:creationId xmlns:a16="http://schemas.microsoft.com/office/drawing/2014/main" id="{07AB3B09-9851-4154-832A-566E4BC02A3C}"/>
              </a:ext>
            </a:extLst>
          </p:cNvPr>
          <p:cNvSpPr>
            <a:spLocks noGrp="1"/>
          </p:cNvSpPr>
          <p:nvPr/>
        </p:nvSpPr>
        <p:spPr>
          <a:xfrm>
            <a:off x="6158469" y="5436996"/>
            <a:ext cx="28398" cy="28398"/>
          </a:xfrm>
          <a:prstGeom prst="ellipse">
            <a:avLst/>
          </a:prstGeom>
          <a:solidFill>
            <a:srgbClr val="7F8C97">
              <a:alpha val="48000"/>
            </a:srgbClr>
          </a:solidFill>
          <a:ln w="0">
            <a:noFill/>
            <a:prstDash val="solid"/>
          </a:ln>
        </p:spPr>
      </p:sp>
      <p:sp>
        <p:nvSpPr>
          <p:cNvPr id="2688" name="03_assume_matched_7985">
            <a:extLst>
              <a:ext uri="{FF2B5EF4-FFF2-40B4-BE49-F238E27FC236}">
                <a16:creationId xmlns:a16="http://schemas.microsoft.com/office/drawing/2014/main" id="{0437F59A-CF6D-4C0C-89F8-1E1538AE8F69}"/>
              </a:ext>
            </a:extLst>
          </p:cNvPr>
          <p:cNvSpPr>
            <a:spLocks noGrp="1"/>
          </p:cNvSpPr>
          <p:nvPr/>
        </p:nvSpPr>
        <p:spPr>
          <a:xfrm>
            <a:off x="6140625" y="5436996"/>
            <a:ext cx="28398" cy="28398"/>
          </a:xfrm>
          <a:prstGeom prst="ellipse">
            <a:avLst/>
          </a:prstGeom>
          <a:solidFill>
            <a:srgbClr val="7F8C97">
              <a:alpha val="48000"/>
            </a:srgbClr>
          </a:solidFill>
          <a:ln w="0">
            <a:noFill/>
            <a:prstDash val="solid"/>
          </a:ln>
        </p:spPr>
      </p:sp>
      <p:sp>
        <p:nvSpPr>
          <p:cNvPr id="2689" name="03_assume_matched_7986">
            <a:extLst>
              <a:ext uri="{FF2B5EF4-FFF2-40B4-BE49-F238E27FC236}">
                <a16:creationId xmlns:a16="http://schemas.microsoft.com/office/drawing/2014/main" id="{E7D963DA-D18A-4055-8076-C323D6A78D5A}"/>
              </a:ext>
            </a:extLst>
          </p:cNvPr>
          <p:cNvSpPr>
            <a:spLocks noGrp="1"/>
          </p:cNvSpPr>
          <p:nvPr/>
        </p:nvSpPr>
        <p:spPr>
          <a:xfrm>
            <a:off x="6172860" y="4852127"/>
            <a:ext cx="28398" cy="28398"/>
          </a:xfrm>
          <a:prstGeom prst="ellipse">
            <a:avLst/>
          </a:prstGeom>
          <a:solidFill>
            <a:srgbClr val="7F8C97">
              <a:alpha val="48000"/>
            </a:srgbClr>
          </a:solidFill>
          <a:ln w="0">
            <a:noFill/>
            <a:prstDash val="solid"/>
          </a:ln>
        </p:spPr>
      </p:sp>
      <p:sp>
        <p:nvSpPr>
          <p:cNvPr id="2690" name="03_assume_matched_7987">
            <a:extLst>
              <a:ext uri="{FF2B5EF4-FFF2-40B4-BE49-F238E27FC236}">
                <a16:creationId xmlns:a16="http://schemas.microsoft.com/office/drawing/2014/main" id="{FD3E6DE9-B233-4714-BD93-0F857FA3E5F9}"/>
              </a:ext>
            </a:extLst>
          </p:cNvPr>
          <p:cNvSpPr>
            <a:spLocks noGrp="1"/>
          </p:cNvSpPr>
          <p:nvPr/>
        </p:nvSpPr>
        <p:spPr>
          <a:xfrm>
            <a:off x="6154728" y="5388257"/>
            <a:ext cx="28398" cy="28398"/>
          </a:xfrm>
          <a:prstGeom prst="ellipse">
            <a:avLst/>
          </a:prstGeom>
          <a:solidFill>
            <a:srgbClr val="7F8C97">
              <a:alpha val="48000"/>
            </a:srgbClr>
          </a:solidFill>
          <a:ln w="0">
            <a:noFill/>
            <a:prstDash val="solid"/>
          </a:ln>
        </p:spPr>
      </p:sp>
      <p:sp>
        <p:nvSpPr>
          <p:cNvPr id="2691" name="03_assume_matched_7988">
            <a:extLst>
              <a:ext uri="{FF2B5EF4-FFF2-40B4-BE49-F238E27FC236}">
                <a16:creationId xmlns:a16="http://schemas.microsoft.com/office/drawing/2014/main" id="{10347B75-99BE-41FB-95FD-B99C0DD48377}"/>
              </a:ext>
            </a:extLst>
          </p:cNvPr>
          <p:cNvSpPr>
            <a:spLocks noGrp="1"/>
          </p:cNvSpPr>
          <p:nvPr/>
        </p:nvSpPr>
        <p:spPr>
          <a:xfrm>
            <a:off x="6216896" y="5290779"/>
            <a:ext cx="28398" cy="28398"/>
          </a:xfrm>
          <a:prstGeom prst="ellipse">
            <a:avLst/>
          </a:prstGeom>
          <a:solidFill>
            <a:srgbClr val="7F8C97">
              <a:alpha val="48000"/>
            </a:srgbClr>
          </a:solidFill>
          <a:ln w="0">
            <a:noFill/>
            <a:prstDash val="solid"/>
          </a:ln>
        </p:spPr>
      </p:sp>
      <p:sp>
        <p:nvSpPr>
          <p:cNvPr id="2692" name="03_assume_matched_7989">
            <a:extLst>
              <a:ext uri="{FF2B5EF4-FFF2-40B4-BE49-F238E27FC236}">
                <a16:creationId xmlns:a16="http://schemas.microsoft.com/office/drawing/2014/main" id="{344A8B57-C1E1-4045-9DFF-17AE95133BCE}"/>
              </a:ext>
            </a:extLst>
          </p:cNvPr>
          <p:cNvSpPr>
            <a:spLocks noGrp="1"/>
          </p:cNvSpPr>
          <p:nvPr/>
        </p:nvSpPr>
        <p:spPr>
          <a:xfrm>
            <a:off x="6115009" y="4852127"/>
            <a:ext cx="28398" cy="28398"/>
          </a:xfrm>
          <a:prstGeom prst="ellipse">
            <a:avLst/>
          </a:prstGeom>
          <a:solidFill>
            <a:srgbClr val="7F8C97">
              <a:alpha val="48000"/>
            </a:srgbClr>
          </a:solidFill>
          <a:ln w="0">
            <a:noFill/>
            <a:prstDash val="solid"/>
          </a:ln>
        </p:spPr>
      </p:sp>
      <p:sp>
        <p:nvSpPr>
          <p:cNvPr id="2693" name="03_assume_matched_7990">
            <a:extLst>
              <a:ext uri="{FF2B5EF4-FFF2-40B4-BE49-F238E27FC236}">
                <a16:creationId xmlns:a16="http://schemas.microsoft.com/office/drawing/2014/main" id="{59FD71EA-4057-4F8E-9FC5-4BD3E67B51FB}"/>
              </a:ext>
            </a:extLst>
          </p:cNvPr>
          <p:cNvSpPr>
            <a:spLocks noGrp="1"/>
          </p:cNvSpPr>
          <p:nvPr/>
        </p:nvSpPr>
        <p:spPr>
          <a:xfrm>
            <a:off x="6121629" y="4852127"/>
            <a:ext cx="28398" cy="28398"/>
          </a:xfrm>
          <a:prstGeom prst="ellipse">
            <a:avLst/>
          </a:prstGeom>
          <a:solidFill>
            <a:srgbClr val="7F8C97">
              <a:alpha val="48000"/>
            </a:srgbClr>
          </a:solidFill>
          <a:ln w="0">
            <a:noFill/>
            <a:prstDash val="solid"/>
          </a:ln>
        </p:spPr>
      </p:sp>
      <p:sp>
        <p:nvSpPr>
          <p:cNvPr id="2694" name="03_assume_matched_7991">
            <a:extLst>
              <a:ext uri="{FF2B5EF4-FFF2-40B4-BE49-F238E27FC236}">
                <a16:creationId xmlns:a16="http://schemas.microsoft.com/office/drawing/2014/main" id="{38902BF7-4BAF-4981-909C-B8F44AB26972}"/>
              </a:ext>
            </a:extLst>
          </p:cNvPr>
          <p:cNvSpPr>
            <a:spLocks noGrp="1"/>
          </p:cNvSpPr>
          <p:nvPr/>
        </p:nvSpPr>
        <p:spPr>
          <a:xfrm>
            <a:off x="6181495" y="4852127"/>
            <a:ext cx="28398" cy="28398"/>
          </a:xfrm>
          <a:prstGeom prst="ellipse">
            <a:avLst/>
          </a:prstGeom>
          <a:solidFill>
            <a:srgbClr val="7F8C97">
              <a:alpha val="48000"/>
            </a:srgbClr>
          </a:solidFill>
          <a:ln w="0">
            <a:noFill/>
            <a:prstDash val="solid"/>
          </a:ln>
        </p:spPr>
      </p:sp>
      <p:sp>
        <p:nvSpPr>
          <p:cNvPr id="2695" name="03_assume_matched_7992">
            <a:extLst>
              <a:ext uri="{FF2B5EF4-FFF2-40B4-BE49-F238E27FC236}">
                <a16:creationId xmlns:a16="http://schemas.microsoft.com/office/drawing/2014/main" id="{0F55CC8A-E33B-4CB8-B003-89BCDA2B7CBE}"/>
              </a:ext>
            </a:extLst>
          </p:cNvPr>
          <p:cNvSpPr>
            <a:spLocks noGrp="1"/>
          </p:cNvSpPr>
          <p:nvPr/>
        </p:nvSpPr>
        <p:spPr>
          <a:xfrm>
            <a:off x="6180200" y="4852127"/>
            <a:ext cx="28398" cy="28398"/>
          </a:xfrm>
          <a:prstGeom prst="ellipse">
            <a:avLst/>
          </a:prstGeom>
          <a:solidFill>
            <a:srgbClr val="7F8C97">
              <a:alpha val="48000"/>
            </a:srgbClr>
          </a:solidFill>
          <a:ln w="0">
            <a:noFill/>
            <a:prstDash val="solid"/>
          </a:ln>
        </p:spPr>
      </p:sp>
      <p:sp>
        <p:nvSpPr>
          <p:cNvPr id="2696" name="03_assume_matched_7993">
            <a:extLst>
              <a:ext uri="{FF2B5EF4-FFF2-40B4-BE49-F238E27FC236}">
                <a16:creationId xmlns:a16="http://schemas.microsoft.com/office/drawing/2014/main" id="{1A28AF53-9547-41F2-8AA7-827E0143E373}"/>
              </a:ext>
            </a:extLst>
          </p:cNvPr>
          <p:cNvSpPr>
            <a:spLocks noGrp="1"/>
          </p:cNvSpPr>
          <p:nvPr/>
        </p:nvSpPr>
        <p:spPr>
          <a:xfrm>
            <a:off x="6226970" y="4852127"/>
            <a:ext cx="28398" cy="28398"/>
          </a:xfrm>
          <a:prstGeom prst="ellipse">
            <a:avLst/>
          </a:prstGeom>
          <a:solidFill>
            <a:srgbClr val="7F8C97">
              <a:alpha val="48000"/>
            </a:srgbClr>
          </a:solidFill>
          <a:ln w="0">
            <a:noFill/>
            <a:prstDash val="solid"/>
          </a:ln>
        </p:spPr>
      </p:sp>
      <p:sp>
        <p:nvSpPr>
          <p:cNvPr id="2697" name="03_assume_matched_7994">
            <a:extLst>
              <a:ext uri="{FF2B5EF4-FFF2-40B4-BE49-F238E27FC236}">
                <a16:creationId xmlns:a16="http://schemas.microsoft.com/office/drawing/2014/main" id="{6B7A2FC5-552E-4312-A3E9-0A119C1FD346}"/>
              </a:ext>
            </a:extLst>
          </p:cNvPr>
          <p:cNvSpPr>
            <a:spLocks noGrp="1"/>
          </p:cNvSpPr>
          <p:nvPr/>
        </p:nvSpPr>
        <p:spPr>
          <a:xfrm>
            <a:off x="6205240" y="4852127"/>
            <a:ext cx="28398" cy="28398"/>
          </a:xfrm>
          <a:prstGeom prst="ellipse">
            <a:avLst/>
          </a:prstGeom>
          <a:solidFill>
            <a:srgbClr val="7F8C97">
              <a:alpha val="48000"/>
            </a:srgbClr>
          </a:solidFill>
          <a:ln w="0">
            <a:noFill/>
            <a:prstDash val="solid"/>
          </a:ln>
        </p:spPr>
      </p:sp>
      <p:sp>
        <p:nvSpPr>
          <p:cNvPr id="2698" name="03_assume_matched_7995">
            <a:extLst>
              <a:ext uri="{FF2B5EF4-FFF2-40B4-BE49-F238E27FC236}">
                <a16:creationId xmlns:a16="http://schemas.microsoft.com/office/drawing/2014/main" id="{3BDBB222-DE67-42DC-B75E-F021D09D70E0}"/>
              </a:ext>
            </a:extLst>
          </p:cNvPr>
          <p:cNvSpPr>
            <a:spLocks noGrp="1"/>
          </p:cNvSpPr>
          <p:nvPr/>
        </p:nvSpPr>
        <p:spPr>
          <a:xfrm>
            <a:off x="6137315" y="5436996"/>
            <a:ext cx="28398" cy="28398"/>
          </a:xfrm>
          <a:prstGeom prst="ellipse">
            <a:avLst/>
          </a:prstGeom>
          <a:solidFill>
            <a:srgbClr val="7F8C97">
              <a:alpha val="48000"/>
            </a:srgbClr>
          </a:solidFill>
          <a:ln w="0">
            <a:noFill/>
            <a:prstDash val="solid"/>
          </a:ln>
        </p:spPr>
      </p:sp>
      <p:sp>
        <p:nvSpPr>
          <p:cNvPr id="2699" name="03_assume_matched_7996">
            <a:extLst>
              <a:ext uri="{FF2B5EF4-FFF2-40B4-BE49-F238E27FC236}">
                <a16:creationId xmlns:a16="http://schemas.microsoft.com/office/drawing/2014/main" id="{C9F192A3-515A-4035-9815-04192AAF4EBD}"/>
              </a:ext>
            </a:extLst>
          </p:cNvPr>
          <p:cNvSpPr>
            <a:spLocks noGrp="1"/>
          </p:cNvSpPr>
          <p:nvPr/>
        </p:nvSpPr>
        <p:spPr>
          <a:xfrm>
            <a:off x="6208118" y="5436996"/>
            <a:ext cx="28398" cy="28398"/>
          </a:xfrm>
          <a:prstGeom prst="ellipse">
            <a:avLst/>
          </a:prstGeom>
          <a:solidFill>
            <a:srgbClr val="7F8C97">
              <a:alpha val="48000"/>
            </a:srgbClr>
          </a:solidFill>
          <a:ln w="0">
            <a:noFill/>
            <a:prstDash val="solid"/>
          </a:ln>
        </p:spPr>
      </p:sp>
      <p:sp>
        <p:nvSpPr>
          <p:cNvPr id="2700" name="03_assume_matched_7997">
            <a:extLst>
              <a:ext uri="{FF2B5EF4-FFF2-40B4-BE49-F238E27FC236}">
                <a16:creationId xmlns:a16="http://schemas.microsoft.com/office/drawing/2014/main" id="{60E09D6E-0ADE-4875-8293-1E3DCBAA056D}"/>
              </a:ext>
            </a:extLst>
          </p:cNvPr>
          <p:cNvSpPr>
            <a:spLocks noGrp="1"/>
          </p:cNvSpPr>
          <p:nvPr/>
        </p:nvSpPr>
        <p:spPr>
          <a:xfrm>
            <a:off x="6196461" y="4852127"/>
            <a:ext cx="28398" cy="28398"/>
          </a:xfrm>
          <a:prstGeom prst="ellipse">
            <a:avLst/>
          </a:prstGeom>
          <a:solidFill>
            <a:srgbClr val="7F8C97">
              <a:alpha val="48000"/>
            </a:srgbClr>
          </a:solidFill>
          <a:ln w="0">
            <a:noFill/>
            <a:prstDash val="solid"/>
          </a:ln>
        </p:spPr>
      </p:sp>
      <p:sp>
        <p:nvSpPr>
          <p:cNvPr id="2701" name="03_assume_matched_7998">
            <a:extLst>
              <a:ext uri="{FF2B5EF4-FFF2-40B4-BE49-F238E27FC236}">
                <a16:creationId xmlns:a16="http://schemas.microsoft.com/office/drawing/2014/main" id="{252109BB-4478-4741-8DFE-3B26A68FF296}"/>
              </a:ext>
            </a:extLst>
          </p:cNvPr>
          <p:cNvSpPr>
            <a:spLocks noGrp="1"/>
          </p:cNvSpPr>
          <p:nvPr/>
        </p:nvSpPr>
        <p:spPr>
          <a:xfrm>
            <a:off x="6202649" y="5436996"/>
            <a:ext cx="28398" cy="28398"/>
          </a:xfrm>
          <a:prstGeom prst="ellipse">
            <a:avLst/>
          </a:prstGeom>
          <a:solidFill>
            <a:srgbClr val="7F8C97">
              <a:alpha val="48000"/>
            </a:srgbClr>
          </a:solidFill>
          <a:ln w="0">
            <a:noFill/>
            <a:prstDash val="solid"/>
          </a:ln>
        </p:spPr>
      </p:sp>
      <p:sp>
        <p:nvSpPr>
          <p:cNvPr id="2702" name="03_assume_matched_7999">
            <a:extLst>
              <a:ext uri="{FF2B5EF4-FFF2-40B4-BE49-F238E27FC236}">
                <a16:creationId xmlns:a16="http://schemas.microsoft.com/office/drawing/2014/main" id="{B5AD3725-007D-48B1-BE94-C995CF3C6FFC}"/>
              </a:ext>
            </a:extLst>
          </p:cNvPr>
          <p:cNvSpPr>
            <a:spLocks noGrp="1"/>
          </p:cNvSpPr>
          <p:nvPr/>
        </p:nvSpPr>
        <p:spPr>
          <a:xfrm>
            <a:off x="6216033" y="5372010"/>
            <a:ext cx="28398" cy="28398"/>
          </a:xfrm>
          <a:prstGeom prst="ellipse">
            <a:avLst/>
          </a:prstGeom>
          <a:solidFill>
            <a:srgbClr val="7F8C97">
              <a:alpha val="48000"/>
            </a:srgbClr>
          </a:solidFill>
          <a:ln w="0">
            <a:noFill/>
            <a:prstDash val="solid"/>
          </a:ln>
        </p:spPr>
      </p:sp>
      <p:sp>
        <p:nvSpPr>
          <p:cNvPr id="2703" name="03_assume_matched_8000">
            <a:extLst>
              <a:ext uri="{FF2B5EF4-FFF2-40B4-BE49-F238E27FC236}">
                <a16:creationId xmlns:a16="http://schemas.microsoft.com/office/drawing/2014/main" id="{50AD3653-D436-4663-9375-100681431414}"/>
              </a:ext>
            </a:extLst>
          </p:cNvPr>
          <p:cNvSpPr>
            <a:spLocks noGrp="1"/>
          </p:cNvSpPr>
          <p:nvPr/>
        </p:nvSpPr>
        <p:spPr>
          <a:xfrm>
            <a:off x="6124651" y="4852127"/>
            <a:ext cx="28398" cy="28398"/>
          </a:xfrm>
          <a:prstGeom prst="ellipse">
            <a:avLst/>
          </a:prstGeom>
          <a:solidFill>
            <a:srgbClr val="7F8C97">
              <a:alpha val="48000"/>
            </a:srgbClr>
          </a:solidFill>
          <a:ln w="0">
            <a:noFill/>
            <a:prstDash val="solid"/>
          </a:ln>
        </p:spPr>
      </p:sp>
      <p:sp>
        <p:nvSpPr>
          <p:cNvPr id="2704" name="03_assume_matched_8001">
            <a:extLst>
              <a:ext uri="{FF2B5EF4-FFF2-40B4-BE49-F238E27FC236}">
                <a16:creationId xmlns:a16="http://schemas.microsoft.com/office/drawing/2014/main" id="{FB90A1CC-678E-4ECA-9FD0-8163E83CB538}"/>
              </a:ext>
            </a:extLst>
          </p:cNvPr>
          <p:cNvSpPr>
            <a:spLocks noGrp="1"/>
          </p:cNvSpPr>
          <p:nvPr/>
        </p:nvSpPr>
        <p:spPr>
          <a:xfrm>
            <a:off x="6113858" y="4852127"/>
            <a:ext cx="28398" cy="28398"/>
          </a:xfrm>
          <a:prstGeom prst="ellipse">
            <a:avLst/>
          </a:prstGeom>
          <a:solidFill>
            <a:srgbClr val="7F8C97">
              <a:alpha val="48000"/>
            </a:srgbClr>
          </a:solidFill>
          <a:ln w="0">
            <a:noFill/>
            <a:prstDash val="solid"/>
          </a:ln>
        </p:spPr>
      </p:sp>
      <p:sp>
        <p:nvSpPr>
          <p:cNvPr id="2705" name="03_assume_matched_8002">
            <a:extLst>
              <a:ext uri="{FF2B5EF4-FFF2-40B4-BE49-F238E27FC236}">
                <a16:creationId xmlns:a16="http://schemas.microsoft.com/office/drawing/2014/main" id="{3B386966-910A-4DB0-A09F-0D968D97833B}"/>
              </a:ext>
            </a:extLst>
          </p:cNvPr>
          <p:cNvSpPr>
            <a:spLocks noGrp="1"/>
          </p:cNvSpPr>
          <p:nvPr/>
        </p:nvSpPr>
        <p:spPr>
          <a:xfrm>
            <a:off x="6196749" y="5144561"/>
            <a:ext cx="28398" cy="28398"/>
          </a:xfrm>
          <a:prstGeom prst="ellipse">
            <a:avLst/>
          </a:prstGeom>
          <a:solidFill>
            <a:srgbClr val="7F8C97">
              <a:alpha val="48000"/>
            </a:srgbClr>
          </a:solidFill>
          <a:ln w="0">
            <a:noFill/>
            <a:prstDash val="solid"/>
          </a:ln>
        </p:spPr>
      </p:sp>
      <p:sp>
        <p:nvSpPr>
          <p:cNvPr id="2706" name="03_assume_matched_8003">
            <a:extLst>
              <a:ext uri="{FF2B5EF4-FFF2-40B4-BE49-F238E27FC236}">
                <a16:creationId xmlns:a16="http://schemas.microsoft.com/office/drawing/2014/main" id="{3B7F3691-EFF4-4DB0-9F83-810DF63E7019}"/>
              </a:ext>
            </a:extLst>
          </p:cNvPr>
          <p:cNvSpPr>
            <a:spLocks noGrp="1"/>
          </p:cNvSpPr>
          <p:nvPr/>
        </p:nvSpPr>
        <p:spPr>
          <a:xfrm>
            <a:off x="6233878" y="4852127"/>
            <a:ext cx="28398" cy="28398"/>
          </a:xfrm>
          <a:prstGeom prst="ellipse">
            <a:avLst/>
          </a:prstGeom>
          <a:solidFill>
            <a:srgbClr val="7F8C97">
              <a:alpha val="48000"/>
            </a:srgbClr>
          </a:solidFill>
          <a:ln w="0">
            <a:noFill/>
            <a:prstDash val="solid"/>
          </a:ln>
        </p:spPr>
      </p:sp>
      <p:sp>
        <p:nvSpPr>
          <p:cNvPr id="2707" name="03_assume_matched_8004">
            <a:extLst>
              <a:ext uri="{FF2B5EF4-FFF2-40B4-BE49-F238E27FC236}">
                <a16:creationId xmlns:a16="http://schemas.microsoft.com/office/drawing/2014/main" id="{DA95AAA4-8805-49DF-AF5C-78CE1DB4313D}"/>
              </a:ext>
            </a:extLst>
          </p:cNvPr>
          <p:cNvSpPr>
            <a:spLocks noGrp="1"/>
          </p:cNvSpPr>
          <p:nvPr/>
        </p:nvSpPr>
        <p:spPr>
          <a:xfrm>
            <a:off x="6240066" y="4852127"/>
            <a:ext cx="28398" cy="28398"/>
          </a:xfrm>
          <a:prstGeom prst="ellipse">
            <a:avLst/>
          </a:prstGeom>
          <a:solidFill>
            <a:srgbClr val="7F8C97">
              <a:alpha val="48000"/>
            </a:srgbClr>
          </a:solidFill>
          <a:ln w="0">
            <a:noFill/>
            <a:prstDash val="solid"/>
          </a:ln>
        </p:spPr>
      </p:sp>
      <p:sp>
        <p:nvSpPr>
          <p:cNvPr id="2708" name="03_assume_matched_8005">
            <a:extLst>
              <a:ext uri="{FF2B5EF4-FFF2-40B4-BE49-F238E27FC236}">
                <a16:creationId xmlns:a16="http://schemas.microsoft.com/office/drawing/2014/main" id="{F9FA48CA-7C2E-4C37-8B37-E75B9E93CDF0}"/>
              </a:ext>
            </a:extLst>
          </p:cNvPr>
          <p:cNvSpPr>
            <a:spLocks noGrp="1"/>
          </p:cNvSpPr>
          <p:nvPr/>
        </p:nvSpPr>
        <p:spPr>
          <a:xfrm>
            <a:off x="6151130" y="4852127"/>
            <a:ext cx="28398" cy="28398"/>
          </a:xfrm>
          <a:prstGeom prst="ellipse">
            <a:avLst/>
          </a:prstGeom>
          <a:solidFill>
            <a:srgbClr val="7F8C97">
              <a:alpha val="48000"/>
            </a:srgbClr>
          </a:solidFill>
          <a:ln w="0">
            <a:noFill/>
            <a:prstDash val="solid"/>
          </a:ln>
        </p:spPr>
      </p:sp>
      <p:sp>
        <p:nvSpPr>
          <p:cNvPr id="2709" name="03_assume_matched_8006">
            <a:extLst>
              <a:ext uri="{FF2B5EF4-FFF2-40B4-BE49-F238E27FC236}">
                <a16:creationId xmlns:a16="http://schemas.microsoft.com/office/drawing/2014/main" id="{867AEE4D-24CF-4F6D-9E6F-233D97A6C9AE}"/>
              </a:ext>
            </a:extLst>
          </p:cNvPr>
          <p:cNvSpPr>
            <a:spLocks noGrp="1"/>
          </p:cNvSpPr>
          <p:nvPr/>
        </p:nvSpPr>
        <p:spPr>
          <a:xfrm>
            <a:off x="6203945" y="5047083"/>
            <a:ext cx="28398" cy="28398"/>
          </a:xfrm>
          <a:prstGeom prst="ellipse">
            <a:avLst/>
          </a:prstGeom>
          <a:solidFill>
            <a:srgbClr val="7F8C97">
              <a:alpha val="48000"/>
            </a:srgbClr>
          </a:solidFill>
          <a:ln w="0">
            <a:noFill/>
            <a:prstDash val="solid"/>
          </a:ln>
        </p:spPr>
      </p:sp>
      <p:sp>
        <p:nvSpPr>
          <p:cNvPr id="2710" name="03_assume_matched_8007">
            <a:extLst>
              <a:ext uri="{FF2B5EF4-FFF2-40B4-BE49-F238E27FC236}">
                <a16:creationId xmlns:a16="http://schemas.microsoft.com/office/drawing/2014/main" id="{17931D71-279C-487E-926A-E30124CA11E2}"/>
              </a:ext>
            </a:extLst>
          </p:cNvPr>
          <p:cNvSpPr>
            <a:spLocks noGrp="1"/>
          </p:cNvSpPr>
          <p:nvPr/>
        </p:nvSpPr>
        <p:spPr>
          <a:xfrm>
            <a:off x="6214882" y="4852127"/>
            <a:ext cx="28398" cy="28398"/>
          </a:xfrm>
          <a:prstGeom prst="ellipse">
            <a:avLst/>
          </a:prstGeom>
          <a:solidFill>
            <a:srgbClr val="7F8C97">
              <a:alpha val="48000"/>
            </a:srgbClr>
          </a:solidFill>
          <a:ln w="0">
            <a:noFill/>
            <a:prstDash val="solid"/>
          </a:ln>
        </p:spPr>
      </p:sp>
      <p:sp>
        <p:nvSpPr>
          <p:cNvPr id="2711" name="03_assume_matched_8008">
            <a:extLst>
              <a:ext uri="{FF2B5EF4-FFF2-40B4-BE49-F238E27FC236}">
                <a16:creationId xmlns:a16="http://schemas.microsoft.com/office/drawing/2014/main" id="{1A9C7AAC-3496-41F4-B1DC-15F5FD058D03}"/>
              </a:ext>
            </a:extLst>
          </p:cNvPr>
          <p:cNvSpPr>
            <a:spLocks noGrp="1"/>
          </p:cNvSpPr>
          <p:nvPr/>
        </p:nvSpPr>
        <p:spPr>
          <a:xfrm>
            <a:off x="6232295" y="4852127"/>
            <a:ext cx="28398" cy="28398"/>
          </a:xfrm>
          <a:prstGeom prst="ellipse">
            <a:avLst/>
          </a:prstGeom>
          <a:solidFill>
            <a:srgbClr val="7F8C97">
              <a:alpha val="48000"/>
            </a:srgbClr>
          </a:solidFill>
          <a:ln w="0">
            <a:noFill/>
            <a:prstDash val="solid"/>
          </a:ln>
        </p:spPr>
      </p:sp>
      <p:sp>
        <p:nvSpPr>
          <p:cNvPr id="2712" name="03_assume_matched_8009">
            <a:extLst>
              <a:ext uri="{FF2B5EF4-FFF2-40B4-BE49-F238E27FC236}">
                <a16:creationId xmlns:a16="http://schemas.microsoft.com/office/drawing/2014/main" id="{11AD71C1-4474-4D01-AF29-04D526B7AF16}"/>
              </a:ext>
            </a:extLst>
          </p:cNvPr>
          <p:cNvSpPr>
            <a:spLocks noGrp="1"/>
          </p:cNvSpPr>
          <p:nvPr/>
        </p:nvSpPr>
        <p:spPr>
          <a:xfrm>
            <a:off x="6217040" y="4852127"/>
            <a:ext cx="28398" cy="28398"/>
          </a:xfrm>
          <a:prstGeom prst="ellipse">
            <a:avLst/>
          </a:prstGeom>
          <a:solidFill>
            <a:srgbClr val="7F8C97">
              <a:alpha val="48000"/>
            </a:srgbClr>
          </a:solidFill>
          <a:ln w="0">
            <a:noFill/>
            <a:prstDash val="solid"/>
          </a:ln>
        </p:spPr>
      </p:sp>
      <p:sp>
        <p:nvSpPr>
          <p:cNvPr id="2713" name="03_assume_matched_8010">
            <a:extLst>
              <a:ext uri="{FF2B5EF4-FFF2-40B4-BE49-F238E27FC236}">
                <a16:creationId xmlns:a16="http://schemas.microsoft.com/office/drawing/2014/main" id="{77365B78-2B72-4B0A-A6BA-70A516D2FB1A}"/>
              </a:ext>
            </a:extLst>
          </p:cNvPr>
          <p:cNvSpPr>
            <a:spLocks noGrp="1"/>
          </p:cNvSpPr>
          <p:nvPr/>
        </p:nvSpPr>
        <p:spPr>
          <a:xfrm>
            <a:off x="6195310" y="4852127"/>
            <a:ext cx="28398" cy="28398"/>
          </a:xfrm>
          <a:prstGeom prst="ellipse">
            <a:avLst/>
          </a:prstGeom>
          <a:solidFill>
            <a:srgbClr val="7F8C97">
              <a:alpha val="48000"/>
            </a:srgbClr>
          </a:solidFill>
          <a:ln w="0">
            <a:noFill/>
            <a:prstDash val="solid"/>
          </a:ln>
        </p:spPr>
      </p:sp>
      <p:sp>
        <p:nvSpPr>
          <p:cNvPr id="2714" name="03_assume_matched_8011">
            <a:extLst>
              <a:ext uri="{FF2B5EF4-FFF2-40B4-BE49-F238E27FC236}">
                <a16:creationId xmlns:a16="http://schemas.microsoft.com/office/drawing/2014/main" id="{1C8B02DD-C659-4456-B0B9-513CE05F6A1F}"/>
              </a:ext>
            </a:extLst>
          </p:cNvPr>
          <p:cNvSpPr>
            <a:spLocks noGrp="1"/>
          </p:cNvSpPr>
          <p:nvPr/>
        </p:nvSpPr>
        <p:spPr>
          <a:xfrm>
            <a:off x="6107094" y="4852127"/>
            <a:ext cx="28398" cy="28398"/>
          </a:xfrm>
          <a:prstGeom prst="ellipse">
            <a:avLst/>
          </a:prstGeom>
          <a:solidFill>
            <a:srgbClr val="7F8C97">
              <a:alpha val="48000"/>
            </a:srgbClr>
          </a:solidFill>
          <a:ln w="0">
            <a:noFill/>
            <a:prstDash val="solid"/>
          </a:ln>
        </p:spPr>
      </p:sp>
      <p:sp>
        <p:nvSpPr>
          <p:cNvPr id="2715" name="03_assume_matched_8012">
            <a:extLst>
              <a:ext uri="{FF2B5EF4-FFF2-40B4-BE49-F238E27FC236}">
                <a16:creationId xmlns:a16="http://schemas.microsoft.com/office/drawing/2014/main" id="{3EE89E88-495E-4016-8F19-653CC32D02AC}"/>
              </a:ext>
            </a:extLst>
          </p:cNvPr>
          <p:cNvSpPr>
            <a:spLocks noGrp="1"/>
          </p:cNvSpPr>
          <p:nvPr/>
        </p:nvSpPr>
        <p:spPr>
          <a:xfrm>
            <a:off x="6121053" y="5436996"/>
            <a:ext cx="28398" cy="28398"/>
          </a:xfrm>
          <a:prstGeom prst="ellipse">
            <a:avLst/>
          </a:prstGeom>
          <a:solidFill>
            <a:srgbClr val="7F8C97">
              <a:alpha val="48000"/>
            </a:srgbClr>
          </a:solidFill>
          <a:ln w="0">
            <a:noFill/>
            <a:prstDash val="solid"/>
          </a:ln>
        </p:spPr>
      </p:sp>
      <p:sp>
        <p:nvSpPr>
          <p:cNvPr id="2716" name="03_assume_matched_8013">
            <a:extLst>
              <a:ext uri="{FF2B5EF4-FFF2-40B4-BE49-F238E27FC236}">
                <a16:creationId xmlns:a16="http://schemas.microsoft.com/office/drawing/2014/main" id="{FCEE9F51-934F-4422-9DDA-894FFE0CBF52}"/>
              </a:ext>
            </a:extLst>
          </p:cNvPr>
          <p:cNvSpPr>
            <a:spLocks noGrp="1"/>
          </p:cNvSpPr>
          <p:nvPr/>
        </p:nvSpPr>
        <p:spPr>
          <a:xfrm>
            <a:off x="6182214" y="4852127"/>
            <a:ext cx="28398" cy="28398"/>
          </a:xfrm>
          <a:prstGeom prst="ellipse">
            <a:avLst/>
          </a:prstGeom>
          <a:solidFill>
            <a:srgbClr val="7F8C97">
              <a:alpha val="48000"/>
            </a:srgbClr>
          </a:solidFill>
          <a:ln w="0">
            <a:noFill/>
            <a:prstDash val="solid"/>
          </a:ln>
        </p:spPr>
      </p:sp>
      <p:sp>
        <p:nvSpPr>
          <p:cNvPr id="2717" name="03_assume_matched_8014">
            <a:extLst>
              <a:ext uri="{FF2B5EF4-FFF2-40B4-BE49-F238E27FC236}">
                <a16:creationId xmlns:a16="http://schemas.microsoft.com/office/drawing/2014/main" id="{CD7582B5-C9D7-4957-AA09-DCB76DABDE1F}"/>
              </a:ext>
            </a:extLst>
          </p:cNvPr>
          <p:cNvSpPr>
            <a:spLocks noGrp="1"/>
          </p:cNvSpPr>
          <p:nvPr/>
        </p:nvSpPr>
        <p:spPr>
          <a:xfrm>
            <a:off x="6127097" y="4852127"/>
            <a:ext cx="28398" cy="28398"/>
          </a:xfrm>
          <a:prstGeom prst="ellipse">
            <a:avLst/>
          </a:prstGeom>
          <a:solidFill>
            <a:srgbClr val="7F8C97">
              <a:alpha val="48000"/>
            </a:srgbClr>
          </a:solidFill>
          <a:ln w="0">
            <a:noFill/>
            <a:prstDash val="solid"/>
          </a:ln>
        </p:spPr>
      </p:sp>
      <p:sp>
        <p:nvSpPr>
          <p:cNvPr id="2718" name="03_assume_matched_8015">
            <a:extLst>
              <a:ext uri="{FF2B5EF4-FFF2-40B4-BE49-F238E27FC236}">
                <a16:creationId xmlns:a16="http://schemas.microsoft.com/office/drawing/2014/main" id="{9037122C-E378-4A1D-9D80-A06DA87AE951}"/>
              </a:ext>
            </a:extLst>
          </p:cNvPr>
          <p:cNvSpPr>
            <a:spLocks noGrp="1"/>
          </p:cNvSpPr>
          <p:nvPr/>
        </p:nvSpPr>
        <p:spPr>
          <a:xfrm>
            <a:off x="6153145" y="4852127"/>
            <a:ext cx="28398" cy="28398"/>
          </a:xfrm>
          <a:prstGeom prst="ellipse">
            <a:avLst/>
          </a:prstGeom>
          <a:solidFill>
            <a:srgbClr val="7F8C97">
              <a:alpha val="48000"/>
            </a:srgbClr>
          </a:solidFill>
          <a:ln w="0">
            <a:noFill/>
            <a:prstDash val="solid"/>
          </a:ln>
        </p:spPr>
      </p:sp>
      <p:sp>
        <p:nvSpPr>
          <p:cNvPr id="2719" name="03_assume_matched_8016">
            <a:extLst>
              <a:ext uri="{FF2B5EF4-FFF2-40B4-BE49-F238E27FC236}">
                <a16:creationId xmlns:a16="http://schemas.microsoft.com/office/drawing/2014/main" id="{ABE171E2-A0A1-4258-9F24-02CE582F74D0}"/>
              </a:ext>
            </a:extLst>
          </p:cNvPr>
          <p:cNvSpPr>
            <a:spLocks noGrp="1"/>
          </p:cNvSpPr>
          <p:nvPr/>
        </p:nvSpPr>
        <p:spPr>
          <a:xfrm>
            <a:off x="6102201" y="5436996"/>
            <a:ext cx="28398" cy="28398"/>
          </a:xfrm>
          <a:prstGeom prst="ellipse">
            <a:avLst/>
          </a:prstGeom>
          <a:solidFill>
            <a:srgbClr val="7F8C97">
              <a:alpha val="48000"/>
            </a:srgbClr>
          </a:solidFill>
          <a:ln w="0">
            <a:noFill/>
            <a:prstDash val="solid"/>
          </a:ln>
        </p:spPr>
      </p:sp>
      <p:sp>
        <p:nvSpPr>
          <p:cNvPr id="2720" name="03_assume_matched_8017">
            <a:extLst>
              <a:ext uri="{FF2B5EF4-FFF2-40B4-BE49-F238E27FC236}">
                <a16:creationId xmlns:a16="http://schemas.microsoft.com/office/drawing/2014/main" id="{AA55C3AA-C794-4ECD-BECF-894483DCFA22}"/>
              </a:ext>
            </a:extLst>
          </p:cNvPr>
          <p:cNvSpPr>
            <a:spLocks noGrp="1"/>
          </p:cNvSpPr>
          <p:nvPr/>
        </p:nvSpPr>
        <p:spPr>
          <a:xfrm>
            <a:off x="3896953" y="483708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2721" name="03_assume_matched_8018">
            <a:extLst>
              <a:ext uri="{FF2B5EF4-FFF2-40B4-BE49-F238E27FC236}">
                <a16:creationId xmlns:a16="http://schemas.microsoft.com/office/drawing/2014/main" id="{880E37E1-B040-407B-AC81-A35D52FB5F15}"/>
              </a:ext>
            </a:extLst>
          </p:cNvPr>
          <p:cNvSpPr>
            <a:spLocks noGrp="1"/>
          </p:cNvSpPr>
          <p:nvPr/>
        </p:nvSpPr>
        <p:spPr>
          <a:xfrm>
            <a:off x="3896953" y="5480439"/>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2722" name="text_8019">
            <a:extLst>
              <a:ext uri="{FF2B5EF4-FFF2-40B4-BE49-F238E27FC236}">
                <a16:creationId xmlns:a16="http://schemas.microsoft.com/office/drawing/2014/main" id="{F5376D31-2B31-4188-9E19-A7F233C6C6E2}"/>
              </a:ext>
            </a:extLst>
          </p:cNvPr>
          <p:cNvSpPr>
            <a:spLocks noGrp="1"/>
          </p:cNvSpPr>
          <p:nvPr/>
        </p:nvSpPr>
        <p:spPr>
          <a:xfrm>
            <a:off x="3554764" y="4538146"/>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h</a:t>
            </a:r>
          </a:p>
        </p:txBody>
      </p:sp>
      <p:sp>
        <p:nvSpPr>
          <p:cNvPr id="2723" name="text_8020">
            <a:extLst>
              <a:ext uri="{FF2B5EF4-FFF2-40B4-BE49-F238E27FC236}">
                <a16:creationId xmlns:a16="http://schemas.microsoft.com/office/drawing/2014/main" id="{989419BF-118E-4E63-A870-5D1EB6E6AC3C}"/>
              </a:ext>
            </a:extLst>
          </p:cNvPr>
          <p:cNvSpPr>
            <a:spLocks noGrp="1"/>
          </p:cNvSpPr>
          <p:nvPr/>
        </p:nvSpPr>
        <p:spPr>
          <a:xfrm>
            <a:off x="3896952" y="4637502"/>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Best of 50, RMSD &lt;3 Å</a:t>
            </a:r>
          </a:p>
        </p:txBody>
      </p:sp>
      <p:sp>
        <p:nvSpPr>
          <p:cNvPr id="2724" name="03_assume_matched_8021">
            <a:extLst>
              <a:ext uri="{FF2B5EF4-FFF2-40B4-BE49-F238E27FC236}">
                <a16:creationId xmlns:a16="http://schemas.microsoft.com/office/drawing/2014/main" id="{20C053BC-BDA1-4D6E-B070-4147B178DE06}"/>
              </a:ext>
            </a:extLst>
          </p:cNvPr>
          <p:cNvSpPr>
            <a:spLocks noGrp="1"/>
          </p:cNvSpPr>
          <p:nvPr/>
        </p:nvSpPr>
        <p:spPr>
          <a:xfrm>
            <a:off x="3919584" y="5063603"/>
            <a:ext cx="2263158" cy="387592"/>
          </a:xfrm>
          <a:custGeom>
            <a:avLst/>
            <a:gdLst/>
            <a:ahLst/>
            <a:cxnLst/>
            <a:rect l="0" t="0" r="0" b="0"/>
            <a:pathLst>
              <a:path w="2263158" h="387592">
                <a:moveTo>
                  <a:pt x="0" y="387592"/>
                </a:moveTo>
                <a:lnTo>
                  <a:pt x="53885" y="386366"/>
                </a:lnTo>
                <a:lnTo>
                  <a:pt x="53885" y="385824"/>
                </a:lnTo>
                <a:lnTo>
                  <a:pt x="68581" y="384680"/>
                </a:lnTo>
                <a:lnTo>
                  <a:pt x="68581" y="383299"/>
                </a:lnTo>
                <a:lnTo>
                  <a:pt x="83821" y="382442"/>
                </a:lnTo>
                <a:lnTo>
                  <a:pt x="83821" y="381176"/>
                </a:lnTo>
                <a:lnTo>
                  <a:pt x="125731" y="379927"/>
                </a:lnTo>
                <a:lnTo>
                  <a:pt x="125731" y="371285"/>
                </a:lnTo>
                <a:lnTo>
                  <a:pt x="137161" y="371187"/>
                </a:lnTo>
                <a:lnTo>
                  <a:pt x="137161" y="369806"/>
                </a:lnTo>
                <a:lnTo>
                  <a:pt x="150877" y="369709"/>
                </a:lnTo>
                <a:lnTo>
                  <a:pt x="150877" y="364392"/>
                </a:lnTo>
                <a:lnTo>
                  <a:pt x="188596" y="363143"/>
                </a:lnTo>
                <a:lnTo>
                  <a:pt x="188596" y="349534"/>
                </a:lnTo>
                <a:lnTo>
                  <a:pt x="205742" y="349340"/>
                </a:lnTo>
                <a:lnTo>
                  <a:pt x="205742" y="347958"/>
                </a:lnTo>
                <a:lnTo>
                  <a:pt x="215539" y="347439"/>
                </a:lnTo>
                <a:lnTo>
                  <a:pt x="215539" y="345811"/>
                </a:lnTo>
                <a:lnTo>
                  <a:pt x="251462" y="344760"/>
                </a:lnTo>
                <a:lnTo>
                  <a:pt x="251462" y="330737"/>
                </a:lnTo>
                <a:lnTo>
                  <a:pt x="274322" y="330000"/>
                </a:lnTo>
                <a:lnTo>
                  <a:pt x="274322" y="329309"/>
                </a:lnTo>
                <a:lnTo>
                  <a:pt x="301754" y="329017"/>
                </a:lnTo>
                <a:lnTo>
                  <a:pt x="301754" y="323700"/>
                </a:lnTo>
                <a:lnTo>
                  <a:pt x="323308" y="322872"/>
                </a:lnTo>
                <a:lnTo>
                  <a:pt x="323308" y="321245"/>
                </a:lnTo>
                <a:lnTo>
                  <a:pt x="338507" y="319881"/>
                </a:lnTo>
                <a:lnTo>
                  <a:pt x="338507" y="319784"/>
                </a:lnTo>
                <a:lnTo>
                  <a:pt x="348178" y="318403"/>
                </a:lnTo>
                <a:lnTo>
                  <a:pt x="348178" y="318305"/>
                </a:lnTo>
                <a:lnTo>
                  <a:pt x="377193" y="318111"/>
                </a:lnTo>
                <a:lnTo>
                  <a:pt x="377193" y="266073"/>
                </a:lnTo>
                <a:lnTo>
                  <a:pt x="411483" y="265781"/>
                </a:lnTo>
                <a:lnTo>
                  <a:pt x="411483" y="264400"/>
                </a:lnTo>
                <a:lnTo>
                  <a:pt x="431078" y="264205"/>
                </a:lnTo>
                <a:lnTo>
                  <a:pt x="431078" y="262578"/>
                </a:lnTo>
                <a:lnTo>
                  <a:pt x="452632" y="261750"/>
                </a:lnTo>
                <a:lnTo>
                  <a:pt x="452632" y="256433"/>
                </a:lnTo>
                <a:lnTo>
                  <a:pt x="480064" y="256141"/>
                </a:lnTo>
                <a:lnTo>
                  <a:pt x="480064" y="254760"/>
                </a:lnTo>
                <a:lnTo>
                  <a:pt x="502924" y="254022"/>
                </a:lnTo>
                <a:lnTo>
                  <a:pt x="502924" y="240843"/>
                </a:lnTo>
                <a:lnTo>
                  <a:pt x="538847" y="239792"/>
                </a:lnTo>
                <a:lnTo>
                  <a:pt x="538847" y="238164"/>
                </a:lnTo>
                <a:lnTo>
                  <a:pt x="548644" y="238067"/>
                </a:lnTo>
                <a:lnTo>
                  <a:pt x="548644" y="236686"/>
                </a:lnTo>
                <a:lnTo>
                  <a:pt x="565789" y="236491"/>
                </a:lnTo>
                <a:lnTo>
                  <a:pt x="565789" y="225097"/>
                </a:lnTo>
                <a:lnTo>
                  <a:pt x="603509" y="224165"/>
                </a:lnTo>
                <a:lnTo>
                  <a:pt x="603509" y="220367"/>
                </a:lnTo>
                <a:lnTo>
                  <a:pt x="617225" y="220270"/>
                </a:lnTo>
                <a:lnTo>
                  <a:pt x="617225" y="218889"/>
                </a:lnTo>
                <a:lnTo>
                  <a:pt x="628655" y="218792"/>
                </a:lnTo>
                <a:lnTo>
                  <a:pt x="628655" y="213630"/>
                </a:lnTo>
                <a:lnTo>
                  <a:pt x="670565" y="212698"/>
                </a:lnTo>
                <a:lnTo>
                  <a:pt x="670565" y="211854"/>
                </a:lnTo>
                <a:lnTo>
                  <a:pt x="685805" y="210998"/>
                </a:lnTo>
                <a:lnTo>
                  <a:pt x="686685" y="209519"/>
                </a:lnTo>
                <a:lnTo>
                  <a:pt x="754386" y="208392"/>
                </a:lnTo>
                <a:lnTo>
                  <a:pt x="754386" y="48113"/>
                </a:lnTo>
                <a:lnTo>
                  <a:pt x="862155" y="47422"/>
                </a:lnTo>
                <a:lnTo>
                  <a:pt x="862155" y="46337"/>
                </a:lnTo>
                <a:lnTo>
                  <a:pt x="891547" y="45071"/>
                </a:lnTo>
                <a:lnTo>
                  <a:pt x="891547" y="44381"/>
                </a:lnTo>
                <a:lnTo>
                  <a:pt x="905263" y="44381"/>
                </a:lnTo>
                <a:lnTo>
                  <a:pt x="905263" y="42861"/>
                </a:lnTo>
                <a:lnTo>
                  <a:pt x="1005848" y="42861"/>
                </a:lnTo>
                <a:lnTo>
                  <a:pt x="1005848" y="37798"/>
                </a:lnTo>
                <a:lnTo>
                  <a:pt x="1508772" y="36713"/>
                </a:lnTo>
                <a:lnTo>
                  <a:pt x="1508772" y="20255"/>
                </a:lnTo>
                <a:lnTo>
                  <a:pt x="1697368" y="18989"/>
                </a:lnTo>
                <a:lnTo>
                  <a:pt x="1697368" y="17090"/>
                </a:lnTo>
                <a:lnTo>
                  <a:pt x="2263158" y="17090"/>
                </a:lnTo>
                <a:lnTo>
                  <a:pt x="2263158" y="0"/>
                </a:lnTo>
                <a:lnTo>
                  <a:pt x="2263158" y="0"/>
                </a:lnTo>
              </a:path>
            </a:pathLst>
          </a:custGeom>
          <a:noFill/>
          <a:ln w="22860">
            <a:solidFill>
              <a:srgbClr val="00878B"/>
            </a:solidFill>
            <a:prstDash val="solid"/>
          </a:ln>
        </p:spPr>
      </p:sp>
      <p:sp>
        <p:nvSpPr>
          <p:cNvPr id="2725" name="03_assume_matched_8022">
            <a:extLst>
              <a:ext uri="{FF2B5EF4-FFF2-40B4-BE49-F238E27FC236}">
                <a16:creationId xmlns:a16="http://schemas.microsoft.com/office/drawing/2014/main" id="{25BE91AE-A7A1-4FAB-A6C5-B2A4CE55280E}"/>
              </a:ext>
            </a:extLst>
          </p:cNvPr>
          <p:cNvSpPr>
            <a:spLocks noGrp="1"/>
          </p:cNvSpPr>
          <p:nvPr/>
        </p:nvSpPr>
        <p:spPr>
          <a:xfrm>
            <a:off x="3919584" y="4866327"/>
            <a:ext cx="2263158" cy="584869"/>
          </a:xfrm>
          <a:custGeom>
            <a:avLst/>
            <a:gdLst/>
            <a:ahLst/>
            <a:cxnLst/>
            <a:rect l="0" t="0" r="0" b="0"/>
            <a:pathLst>
              <a:path w="2263158" h="584869">
                <a:moveTo>
                  <a:pt x="0" y="584869"/>
                </a:moveTo>
                <a:lnTo>
                  <a:pt x="377193" y="584869"/>
                </a:lnTo>
                <a:lnTo>
                  <a:pt x="377193" y="536130"/>
                </a:lnTo>
                <a:lnTo>
                  <a:pt x="502924" y="536130"/>
                </a:lnTo>
                <a:lnTo>
                  <a:pt x="502924" y="519884"/>
                </a:lnTo>
                <a:lnTo>
                  <a:pt x="565789" y="519884"/>
                </a:lnTo>
                <a:lnTo>
                  <a:pt x="565789" y="438652"/>
                </a:lnTo>
                <a:lnTo>
                  <a:pt x="754386" y="438652"/>
                </a:lnTo>
                <a:lnTo>
                  <a:pt x="754386" y="194956"/>
                </a:lnTo>
                <a:lnTo>
                  <a:pt x="1005848" y="194956"/>
                </a:lnTo>
                <a:lnTo>
                  <a:pt x="1005848" y="97478"/>
                </a:lnTo>
                <a:lnTo>
                  <a:pt x="1508772" y="97478"/>
                </a:lnTo>
                <a:lnTo>
                  <a:pt x="1508772" y="0"/>
                </a:lnTo>
                <a:lnTo>
                  <a:pt x="2263158" y="0"/>
                </a:lnTo>
                <a:lnTo>
                  <a:pt x="2263158" y="0"/>
                </a:lnTo>
              </a:path>
            </a:pathLst>
          </a:custGeom>
          <a:noFill/>
          <a:ln w="13335">
            <a:solidFill>
              <a:srgbClr val="3A64C8"/>
            </a:solidFill>
            <a:prstDash val="solid"/>
          </a:ln>
        </p:spPr>
      </p:sp>
      <p:sp>
        <p:nvSpPr>
          <p:cNvPr id="2726" name="03_assume_matched_8023">
            <a:extLst>
              <a:ext uri="{FF2B5EF4-FFF2-40B4-BE49-F238E27FC236}">
                <a16:creationId xmlns:a16="http://schemas.microsoft.com/office/drawing/2014/main" id="{1603D5FF-45C3-4A5A-9C2A-8E7581211AA2}"/>
              </a:ext>
            </a:extLst>
          </p:cNvPr>
          <p:cNvSpPr>
            <a:spLocks noGrp="1"/>
          </p:cNvSpPr>
          <p:nvPr/>
        </p:nvSpPr>
        <p:spPr>
          <a:xfrm>
            <a:off x="4275187" y="5308086"/>
            <a:ext cx="43180" cy="43180"/>
          </a:xfrm>
          <a:prstGeom prst="ellipse">
            <a:avLst/>
          </a:prstGeom>
          <a:solidFill>
            <a:srgbClr val="00878B"/>
          </a:solidFill>
          <a:ln w="4445">
            <a:solidFill>
              <a:srgbClr val="FFFFFF"/>
            </a:solidFill>
            <a:prstDash val="solid"/>
          </a:ln>
        </p:spPr>
      </p:sp>
      <p:sp>
        <p:nvSpPr>
          <p:cNvPr id="2727" name="03_assume_matched_8024">
            <a:extLst>
              <a:ext uri="{FF2B5EF4-FFF2-40B4-BE49-F238E27FC236}">
                <a16:creationId xmlns:a16="http://schemas.microsoft.com/office/drawing/2014/main" id="{315171C0-6D0F-4464-802D-B9D3E0050D15}"/>
              </a:ext>
            </a:extLst>
          </p:cNvPr>
          <p:cNvSpPr>
            <a:spLocks noGrp="1"/>
          </p:cNvSpPr>
          <p:nvPr/>
        </p:nvSpPr>
        <p:spPr>
          <a:xfrm>
            <a:off x="4652380" y="5090126"/>
            <a:ext cx="43180" cy="43180"/>
          </a:xfrm>
          <a:prstGeom prst="ellipse">
            <a:avLst/>
          </a:prstGeom>
          <a:solidFill>
            <a:srgbClr val="00878B"/>
          </a:solidFill>
          <a:ln w="4445">
            <a:solidFill>
              <a:srgbClr val="FFFFFF"/>
            </a:solidFill>
            <a:prstDash val="solid"/>
          </a:ln>
        </p:spPr>
      </p:sp>
      <p:sp>
        <p:nvSpPr>
          <p:cNvPr id="2728" name="03_assume_matched_8025">
            <a:extLst>
              <a:ext uri="{FF2B5EF4-FFF2-40B4-BE49-F238E27FC236}">
                <a16:creationId xmlns:a16="http://schemas.microsoft.com/office/drawing/2014/main" id="{0B862260-6E40-4576-8A84-FDA859C25EEC}"/>
              </a:ext>
            </a:extLst>
          </p:cNvPr>
          <p:cNvSpPr>
            <a:spLocks noGrp="1"/>
          </p:cNvSpPr>
          <p:nvPr/>
        </p:nvSpPr>
        <p:spPr>
          <a:xfrm>
            <a:off x="5406766" y="5062268"/>
            <a:ext cx="43180" cy="43180"/>
          </a:xfrm>
          <a:prstGeom prst="ellipse">
            <a:avLst/>
          </a:prstGeom>
          <a:solidFill>
            <a:srgbClr val="00878B"/>
          </a:solidFill>
          <a:ln w="4445">
            <a:solidFill>
              <a:srgbClr val="FFFFFF"/>
            </a:solidFill>
            <a:prstDash val="solid"/>
          </a:ln>
        </p:spPr>
      </p:sp>
      <p:sp>
        <p:nvSpPr>
          <p:cNvPr id="2729" name="03_assume_matched_8026">
            <a:extLst>
              <a:ext uri="{FF2B5EF4-FFF2-40B4-BE49-F238E27FC236}">
                <a16:creationId xmlns:a16="http://schemas.microsoft.com/office/drawing/2014/main" id="{80B230CA-DA8D-47E2-A1FD-623DE80F41E6}"/>
              </a:ext>
            </a:extLst>
          </p:cNvPr>
          <p:cNvSpPr>
            <a:spLocks noGrp="1"/>
          </p:cNvSpPr>
          <p:nvPr/>
        </p:nvSpPr>
        <p:spPr>
          <a:xfrm>
            <a:off x="6161152" y="5042013"/>
            <a:ext cx="43180" cy="43180"/>
          </a:xfrm>
          <a:prstGeom prst="ellipse">
            <a:avLst/>
          </a:prstGeom>
          <a:solidFill>
            <a:srgbClr val="00878B"/>
          </a:solidFill>
          <a:ln w="4445">
            <a:solidFill>
              <a:srgbClr val="FFFFFF"/>
            </a:solidFill>
            <a:prstDash val="solid"/>
          </a:ln>
        </p:spPr>
      </p:sp>
      <p:sp>
        <p:nvSpPr>
          <p:cNvPr id="2730" name="03_assume_matched_8027">
            <a:extLst>
              <a:ext uri="{FF2B5EF4-FFF2-40B4-BE49-F238E27FC236}">
                <a16:creationId xmlns:a16="http://schemas.microsoft.com/office/drawing/2014/main" id="{DF628408-6B81-4DA0-AF7E-9CEBAA7C4AE7}"/>
              </a:ext>
            </a:extLst>
          </p:cNvPr>
          <p:cNvSpPr>
            <a:spLocks noGrp="1"/>
          </p:cNvSpPr>
          <p:nvPr/>
        </p:nvSpPr>
        <p:spPr>
          <a:xfrm>
            <a:off x="4260856" y="536653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1" name="03_assume_matched_8028">
            <a:extLst>
              <a:ext uri="{FF2B5EF4-FFF2-40B4-BE49-F238E27FC236}">
                <a16:creationId xmlns:a16="http://schemas.microsoft.com/office/drawing/2014/main" id="{F12744AC-6EAC-4AB2-AF0D-5FA02DFF2370}"/>
              </a:ext>
            </a:extLst>
          </p:cNvPr>
          <p:cNvSpPr>
            <a:spLocks noGrp="1"/>
          </p:cNvSpPr>
          <p:nvPr/>
        </p:nvSpPr>
        <p:spPr>
          <a:xfrm>
            <a:off x="4638049" y="5025361"/>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2" name="03_assume_matched_8029">
            <a:extLst>
              <a:ext uri="{FF2B5EF4-FFF2-40B4-BE49-F238E27FC236}">
                <a16:creationId xmlns:a16="http://schemas.microsoft.com/office/drawing/2014/main" id="{D9D5329B-CCA9-42C0-93E0-4CE99EADA13C}"/>
              </a:ext>
            </a:extLst>
          </p:cNvPr>
          <p:cNvSpPr>
            <a:spLocks noGrp="1"/>
          </p:cNvSpPr>
          <p:nvPr/>
        </p:nvSpPr>
        <p:spPr>
          <a:xfrm>
            <a:off x="5392435" y="483040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3" name="03_assume_matched_8030">
            <a:extLst>
              <a:ext uri="{FF2B5EF4-FFF2-40B4-BE49-F238E27FC236}">
                <a16:creationId xmlns:a16="http://schemas.microsoft.com/office/drawing/2014/main" id="{5893DD3B-A0B2-4C2C-B8DA-07DBF0D4AA16}"/>
              </a:ext>
            </a:extLst>
          </p:cNvPr>
          <p:cNvSpPr>
            <a:spLocks noGrp="1"/>
          </p:cNvSpPr>
          <p:nvPr/>
        </p:nvSpPr>
        <p:spPr>
          <a:xfrm>
            <a:off x="6146821" y="483040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4" name="03_assume_matched_8031">
            <a:extLst>
              <a:ext uri="{FF2B5EF4-FFF2-40B4-BE49-F238E27FC236}">
                <a16:creationId xmlns:a16="http://schemas.microsoft.com/office/drawing/2014/main" id="{4A09218A-2F7D-4BA0-A78C-0F78ABBCD1D2}"/>
              </a:ext>
            </a:extLst>
          </p:cNvPr>
          <p:cNvSpPr>
            <a:spLocks noGrp="1"/>
          </p:cNvSpPr>
          <p:nvPr/>
        </p:nvSpPr>
        <p:spPr>
          <a:xfrm>
            <a:off x="768364" y="5995123"/>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2735" name="03_assume_matched_8032">
            <a:extLst>
              <a:ext uri="{FF2B5EF4-FFF2-40B4-BE49-F238E27FC236}">
                <a16:creationId xmlns:a16="http://schemas.microsoft.com/office/drawing/2014/main" id="{4BEE532F-CFD4-4040-83EE-0AD22FEB18DA}"/>
              </a:ext>
            </a:extLst>
          </p:cNvPr>
          <p:cNvSpPr>
            <a:spLocks noGrp="1"/>
          </p:cNvSpPr>
          <p:nvPr/>
        </p:nvSpPr>
        <p:spPr>
          <a:xfrm>
            <a:off x="1070117" y="6024368"/>
            <a:ext cx="196140" cy="584869"/>
          </a:xfrm>
          <a:custGeom>
            <a:avLst/>
            <a:gdLst/>
            <a:ahLst/>
            <a:cxnLst/>
            <a:rect l="0" t="0" r="0" b="0"/>
            <a:pathLst>
              <a:path w="196140" h="584869">
                <a:moveTo>
                  <a:pt x="196140" y="584869"/>
                </a:moveTo>
                <a:lnTo>
                  <a:pt x="0" y="584869"/>
                </a:lnTo>
                <a:lnTo>
                  <a:pt x="1080" y="579995"/>
                </a:lnTo>
                <a:lnTo>
                  <a:pt x="4244" y="575121"/>
                </a:lnTo>
                <a:lnTo>
                  <a:pt x="9280" y="570247"/>
                </a:lnTo>
                <a:lnTo>
                  <a:pt x="15855" y="565373"/>
                </a:lnTo>
                <a:lnTo>
                  <a:pt x="23559" y="560500"/>
                </a:lnTo>
                <a:lnTo>
                  <a:pt x="31943" y="555626"/>
                </a:lnTo>
                <a:lnTo>
                  <a:pt x="40560" y="550752"/>
                </a:lnTo>
                <a:lnTo>
                  <a:pt x="49008" y="545878"/>
                </a:lnTo>
                <a:lnTo>
                  <a:pt x="56950" y="541004"/>
                </a:lnTo>
                <a:lnTo>
                  <a:pt x="64142" y="536130"/>
                </a:lnTo>
                <a:lnTo>
                  <a:pt x="70426" y="531256"/>
                </a:lnTo>
                <a:lnTo>
                  <a:pt x="75733" y="526382"/>
                </a:lnTo>
                <a:lnTo>
                  <a:pt x="80070" y="521508"/>
                </a:lnTo>
                <a:lnTo>
                  <a:pt x="83495" y="516634"/>
                </a:lnTo>
                <a:lnTo>
                  <a:pt x="86108" y="511760"/>
                </a:lnTo>
                <a:lnTo>
                  <a:pt x="88027" y="506887"/>
                </a:lnTo>
                <a:lnTo>
                  <a:pt x="89376" y="502013"/>
                </a:lnTo>
                <a:lnTo>
                  <a:pt x="90273" y="497139"/>
                </a:lnTo>
                <a:lnTo>
                  <a:pt x="90826" y="492265"/>
                </a:lnTo>
                <a:lnTo>
                  <a:pt x="91126" y="487391"/>
                </a:lnTo>
                <a:lnTo>
                  <a:pt x="91247" y="482517"/>
                </a:lnTo>
                <a:lnTo>
                  <a:pt x="91249" y="477643"/>
                </a:lnTo>
                <a:lnTo>
                  <a:pt x="91179" y="472769"/>
                </a:lnTo>
                <a:lnTo>
                  <a:pt x="91072" y="467895"/>
                </a:lnTo>
                <a:lnTo>
                  <a:pt x="90958" y="463021"/>
                </a:lnTo>
                <a:lnTo>
                  <a:pt x="90855" y="458147"/>
                </a:lnTo>
                <a:lnTo>
                  <a:pt x="90780" y="453274"/>
                </a:lnTo>
                <a:lnTo>
                  <a:pt x="90740" y="448400"/>
                </a:lnTo>
                <a:lnTo>
                  <a:pt x="90741" y="443526"/>
                </a:lnTo>
                <a:lnTo>
                  <a:pt x="90782" y="438652"/>
                </a:lnTo>
                <a:lnTo>
                  <a:pt x="90858" y="433778"/>
                </a:lnTo>
                <a:lnTo>
                  <a:pt x="90959" y="428904"/>
                </a:lnTo>
                <a:lnTo>
                  <a:pt x="91073" y="424030"/>
                </a:lnTo>
                <a:lnTo>
                  <a:pt x="91187" y="419156"/>
                </a:lnTo>
                <a:lnTo>
                  <a:pt x="91284" y="414282"/>
                </a:lnTo>
                <a:lnTo>
                  <a:pt x="91353" y="409408"/>
                </a:lnTo>
                <a:lnTo>
                  <a:pt x="91378" y="404534"/>
                </a:lnTo>
                <a:lnTo>
                  <a:pt x="91351" y="399661"/>
                </a:lnTo>
                <a:lnTo>
                  <a:pt x="91263" y="394787"/>
                </a:lnTo>
                <a:lnTo>
                  <a:pt x="91107" y="389913"/>
                </a:lnTo>
                <a:lnTo>
                  <a:pt x="90876" y="385039"/>
                </a:lnTo>
                <a:lnTo>
                  <a:pt x="90565" y="380165"/>
                </a:lnTo>
                <a:lnTo>
                  <a:pt x="90165" y="375291"/>
                </a:lnTo>
                <a:lnTo>
                  <a:pt x="89665" y="370417"/>
                </a:lnTo>
                <a:lnTo>
                  <a:pt x="89053" y="365543"/>
                </a:lnTo>
                <a:lnTo>
                  <a:pt x="88316" y="360669"/>
                </a:lnTo>
                <a:lnTo>
                  <a:pt x="87439" y="355795"/>
                </a:lnTo>
                <a:lnTo>
                  <a:pt x="86412" y="350921"/>
                </a:lnTo>
                <a:lnTo>
                  <a:pt x="85230" y="346048"/>
                </a:lnTo>
                <a:lnTo>
                  <a:pt x="83898" y="341174"/>
                </a:lnTo>
                <a:lnTo>
                  <a:pt x="82433" y="336300"/>
                </a:lnTo>
                <a:lnTo>
                  <a:pt x="80870" y="331426"/>
                </a:lnTo>
                <a:lnTo>
                  <a:pt x="79261" y="326552"/>
                </a:lnTo>
                <a:lnTo>
                  <a:pt x="77673" y="321678"/>
                </a:lnTo>
                <a:lnTo>
                  <a:pt x="76187" y="316804"/>
                </a:lnTo>
                <a:lnTo>
                  <a:pt x="74892" y="311930"/>
                </a:lnTo>
                <a:lnTo>
                  <a:pt x="73877" y="307056"/>
                </a:lnTo>
                <a:lnTo>
                  <a:pt x="73221" y="302182"/>
                </a:lnTo>
                <a:lnTo>
                  <a:pt x="72987" y="297308"/>
                </a:lnTo>
                <a:lnTo>
                  <a:pt x="73214" y="292435"/>
                </a:lnTo>
                <a:lnTo>
                  <a:pt x="73909" y="287561"/>
                </a:lnTo>
                <a:lnTo>
                  <a:pt x="75048" y="282687"/>
                </a:lnTo>
                <a:lnTo>
                  <a:pt x="76579" y="277813"/>
                </a:lnTo>
                <a:lnTo>
                  <a:pt x="78425" y="272939"/>
                </a:lnTo>
                <a:lnTo>
                  <a:pt x="80491" y="268065"/>
                </a:lnTo>
                <a:lnTo>
                  <a:pt x="82677" y="263191"/>
                </a:lnTo>
                <a:lnTo>
                  <a:pt x="84883" y="258317"/>
                </a:lnTo>
                <a:lnTo>
                  <a:pt x="87018" y="253443"/>
                </a:lnTo>
                <a:lnTo>
                  <a:pt x="89012" y="248569"/>
                </a:lnTo>
                <a:lnTo>
                  <a:pt x="90810" y="243695"/>
                </a:lnTo>
                <a:lnTo>
                  <a:pt x="92380" y="238822"/>
                </a:lnTo>
                <a:lnTo>
                  <a:pt x="93710" y="233948"/>
                </a:lnTo>
                <a:lnTo>
                  <a:pt x="94804" y="229074"/>
                </a:lnTo>
                <a:lnTo>
                  <a:pt x="95678" y="224200"/>
                </a:lnTo>
                <a:lnTo>
                  <a:pt x="96358" y="219326"/>
                </a:lnTo>
                <a:lnTo>
                  <a:pt x="96872" y="214452"/>
                </a:lnTo>
                <a:lnTo>
                  <a:pt x="97251" y="209578"/>
                </a:lnTo>
                <a:lnTo>
                  <a:pt x="97522" y="204704"/>
                </a:lnTo>
                <a:lnTo>
                  <a:pt x="97712" y="199830"/>
                </a:lnTo>
                <a:lnTo>
                  <a:pt x="97841" y="194956"/>
                </a:lnTo>
                <a:lnTo>
                  <a:pt x="97927" y="190082"/>
                </a:lnTo>
                <a:lnTo>
                  <a:pt x="97983" y="185209"/>
                </a:lnTo>
                <a:lnTo>
                  <a:pt x="98018" y="180335"/>
                </a:lnTo>
                <a:lnTo>
                  <a:pt x="98040" y="175461"/>
                </a:lnTo>
                <a:lnTo>
                  <a:pt x="98053" y="170587"/>
                </a:lnTo>
                <a:lnTo>
                  <a:pt x="98061" y="165713"/>
                </a:lnTo>
                <a:lnTo>
                  <a:pt x="98065" y="160839"/>
                </a:lnTo>
                <a:lnTo>
                  <a:pt x="98067" y="155965"/>
                </a:lnTo>
                <a:lnTo>
                  <a:pt x="98069"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3" y="155965"/>
                </a:lnTo>
                <a:lnTo>
                  <a:pt x="98075" y="160839"/>
                </a:lnTo>
                <a:lnTo>
                  <a:pt x="98080" y="165713"/>
                </a:lnTo>
                <a:lnTo>
                  <a:pt x="98087" y="170587"/>
                </a:lnTo>
                <a:lnTo>
                  <a:pt x="98100" y="175461"/>
                </a:lnTo>
                <a:lnTo>
                  <a:pt x="98122" y="180335"/>
                </a:lnTo>
                <a:lnTo>
                  <a:pt x="98157" y="185209"/>
                </a:lnTo>
                <a:lnTo>
                  <a:pt x="98213" y="190082"/>
                </a:lnTo>
                <a:lnTo>
                  <a:pt x="98299" y="194956"/>
                </a:lnTo>
                <a:lnTo>
                  <a:pt x="98428" y="199830"/>
                </a:lnTo>
                <a:lnTo>
                  <a:pt x="98618" y="204704"/>
                </a:lnTo>
                <a:lnTo>
                  <a:pt x="98890" y="209578"/>
                </a:lnTo>
                <a:lnTo>
                  <a:pt x="99268" y="214452"/>
                </a:lnTo>
                <a:lnTo>
                  <a:pt x="99782" y="219326"/>
                </a:lnTo>
                <a:lnTo>
                  <a:pt x="100462" y="224200"/>
                </a:lnTo>
                <a:lnTo>
                  <a:pt x="101336" y="229074"/>
                </a:lnTo>
                <a:lnTo>
                  <a:pt x="102430" y="233948"/>
                </a:lnTo>
                <a:lnTo>
                  <a:pt x="103760" y="238822"/>
                </a:lnTo>
                <a:lnTo>
                  <a:pt x="105330" y="243695"/>
                </a:lnTo>
                <a:lnTo>
                  <a:pt x="107128" y="248569"/>
                </a:lnTo>
                <a:lnTo>
                  <a:pt x="109122" y="253443"/>
                </a:lnTo>
                <a:lnTo>
                  <a:pt x="111258" y="258317"/>
                </a:lnTo>
                <a:lnTo>
                  <a:pt x="113463" y="263191"/>
                </a:lnTo>
                <a:lnTo>
                  <a:pt x="115649" y="268065"/>
                </a:lnTo>
                <a:lnTo>
                  <a:pt x="117715" y="272939"/>
                </a:lnTo>
                <a:lnTo>
                  <a:pt x="119561" y="277813"/>
                </a:lnTo>
                <a:lnTo>
                  <a:pt x="121092" y="282687"/>
                </a:lnTo>
                <a:lnTo>
                  <a:pt x="122232" y="287561"/>
                </a:lnTo>
                <a:lnTo>
                  <a:pt x="122926" y="292435"/>
                </a:lnTo>
                <a:lnTo>
                  <a:pt x="123153" y="297308"/>
                </a:lnTo>
                <a:lnTo>
                  <a:pt x="122919" y="302182"/>
                </a:lnTo>
                <a:lnTo>
                  <a:pt x="122264" y="307056"/>
                </a:lnTo>
                <a:lnTo>
                  <a:pt x="121248" y="311930"/>
                </a:lnTo>
                <a:lnTo>
                  <a:pt x="119953" y="316804"/>
                </a:lnTo>
                <a:lnTo>
                  <a:pt x="118467" y="321678"/>
                </a:lnTo>
                <a:lnTo>
                  <a:pt x="116879" y="326552"/>
                </a:lnTo>
                <a:lnTo>
                  <a:pt x="115270" y="331426"/>
                </a:lnTo>
                <a:lnTo>
                  <a:pt x="113707" y="336300"/>
                </a:lnTo>
                <a:lnTo>
                  <a:pt x="112243" y="341174"/>
                </a:lnTo>
                <a:lnTo>
                  <a:pt x="110910" y="346048"/>
                </a:lnTo>
                <a:lnTo>
                  <a:pt x="109728" y="350921"/>
                </a:lnTo>
                <a:lnTo>
                  <a:pt x="108701" y="355795"/>
                </a:lnTo>
                <a:lnTo>
                  <a:pt x="107824" y="360669"/>
                </a:lnTo>
                <a:lnTo>
                  <a:pt x="107087" y="365543"/>
                </a:lnTo>
                <a:lnTo>
                  <a:pt x="106476" y="370417"/>
                </a:lnTo>
                <a:lnTo>
                  <a:pt x="105976" y="375291"/>
                </a:lnTo>
                <a:lnTo>
                  <a:pt x="105575" y="380165"/>
                </a:lnTo>
                <a:lnTo>
                  <a:pt x="105264" y="385039"/>
                </a:lnTo>
                <a:lnTo>
                  <a:pt x="105033" y="389913"/>
                </a:lnTo>
                <a:lnTo>
                  <a:pt x="104877" y="394787"/>
                </a:lnTo>
                <a:lnTo>
                  <a:pt x="104789" y="399661"/>
                </a:lnTo>
                <a:lnTo>
                  <a:pt x="104762" y="404534"/>
                </a:lnTo>
                <a:lnTo>
                  <a:pt x="104788" y="409408"/>
                </a:lnTo>
                <a:lnTo>
                  <a:pt x="104856" y="414282"/>
                </a:lnTo>
                <a:lnTo>
                  <a:pt x="104954" y="419156"/>
                </a:lnTo>
                <a:lnTo>
                  <a:pt x="105067" y="424030"/>
                </a:lnTo>
                <a:lnTo>
                  <a:pt x="105182" y="428904"/>
                </a:lnTo>
                <a:lnTo>
                  <a:pt x="105283" y="433778"/>
                </a:lnTo>
                <a:lnTo>
                  <a:pt x="105358" y="438652"/>
                </a:lnTo>
                <a:lnTo>
                  <a:pt x="105399" y="443526"/>
                </a:lnTo>
                <a:lnTo>
                  <a:pt x="105400" y="448400"/>
                </a:lnTo>
                <a:lnTo>
                  <a:pt x="105361" y="453274"/>
                </a:lnTo>
                <a:lnTo>
                  <a:pt x="105285" y="458147"/>
                </a:lnTo>
                <a:lnTo>
                  <a:pt x="105183" y="463021"/>
                </a:lnTo>
                <a:lnTo>
                  <a:pt x="105068" y="467895"/>
                </a:lnTo>
                <a:lnTo>
                  <a:pt x="104962" y="472769"/>
                </a:lnTo>
                <a:lnTo>
                  <a:pt x="104892" y="477643"/>
                </a:lnTo>
                <a:lnTo>
                  <a:pt x="104894" y="482517"/>
                </a:lnTo>
                <a:lnTo>
                  <a:pt x="105015" y="487391"/>
                </a:lnTo>
                <a:lnTo>
                  <a:pt x="105314" y="492265"/>
                </a:lnTo>
                <a:lnTo>
                  <a:pt x="105867" y="497139"/>
                </a:lnTo>
                <a:lnTo>
                  <a:pt x="106765" y="502013"/>
                </a:lnTo>
                <a:lnTo>
                  <a:pt x="108114" y="506887"/>
                </a:lnTo>
                <a:lnTo>
                  <a:pt x="110033" y="511760"/>
                </a:lnTo>
                <a:lnTo>
                  <a:pt x="112646" y="516634"/>
                </a:lnTo>
                <a:lnTo>
                  <a:pt x="116071" y="521508"/>
                </a:lnTo>
                <a:lnTo>
                  <a:pt x="120407" y="526382"/>
                </a:lnTo>
                <a:lnTo>
                  <a:pt x="125715" y="531256"/>
                </a:lnTo>
                <a:lnTo>
                  <a:pt x="131999" y="536130"/>
                </a:lnTo>
                <a:lnTo>
                  <a:pt x="139190" y="541004"/>
                </a:lnTo>
                <a:lnTo>
                  <a:pt x="147133" y="545878"/>
                </a:lnTo>
                <a:lnTo>
                  <a:pt x="155580" y="550752"/>
                </a:lnTo>
                <a:lnTo>
                  <a:pt x="164197" y="555626"/>
                </a:lnTo>
                <a:lnTo>
                  <a:pt x="172581" y="560500"/>
                </a:lnTo>
                <a:lnTo>
                  <a:pt x="180285" y="565373"/>
                </a:lnTo>
                <a:lnTo>
                  <a:pt x="186861" y="570247"/>
                </a:lnTo>
                <a:lnTo>
                  <a:pt x="191896" y="575121"/>
                </a:lnTo>
                <a:lnTo>
                  <a:pt x="195061"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2736" name="03_assume_matched_8033">
            <a:extLst>
              <a:ext uri="{FF2B5EF4-FFF2-40B4-BE49-F238E27FC236}">
                <a16:creationId xmlns:a16="http://schemas.microsoft.com/office/drawing/2014/main" id="{E4456E43-859F-4CC8-9A8F-99C7CFE7C61C}"/>
              </a:ext>
            </a:extLst>
          </p:cNvPr>
          <p:cNvSpPr>
            <a:spLocks noGrp="1"/>
          </p:cNvSpPr>
          <p:nvPr/>
        </p:nvSpPr>
        <p:spPr>
          <a:xfrm>
            <a:off x="1447310" y="6024368"/>
            <a:ext cx="196140" cy="584869"/>
          </a:xfrm>
          <a:custGeom>
            <a:avLst/>
            <a:gdLst/>
            <a:ahLst/>
            <a:cxnLst/>
            <a:rect l="0" t="0" r="0" b="0"/>
            <a:pathLst>
              <a:path w="196140" h="584869">
                <a:moveTo>
                  <a:pt x="160221" y="584869"/>
                </a:moveTo>
                <a:lnTo>
                  <a:pt x="35919" y="584869"/>
                </a:lnTo>
                <a:lnTo>
                  <a:pt x="36590" y="579995"/>
                </a:lnTo>
                <a:lnTo>
                  <a:pt x="38556" y="575121"/>
                </a:lnTo>
                <a:lnTo>
                  <a:pt x="41686" y="570247"/>
                </a:lnTo>
                <a:lnTo>
                  <a:pt x="45776" y="565373"/>
                </a:lnTo>
                <a:lnTo>
                  <a:pt x="50573" y="560500"/>
                </a:lnTo>
                <a:lnTo>
                  <a:pt x="55801" y="555626"/>
                </a:lnTo>
                <a:lnTo>
                  <a:pt x="61188" y="550752"/>
                </a:lnTo>
                <a:lnTo>
                  <a:pt x="66486" y="545878"/>
                </a:lnTo>
                <a:lnTo>
                  <a:pt x="71491" y="541004"/>
                </a:lnTo>
                <a:lnTo>
                  <a:pt x="76051" y="536130"/>
                </a:lnTo>
                <a:lnTo>
                  <a:pt x="80072" y="531256"/>
                </a:lnTo>
                <a:lnTo>
                  <a:pt x="83508" y="526382"/>
                </a:lnTo>
                <a:lnTo>
                  <a:pt x="86359" y="521508"/>
                </a:lnTo>
                <a:lnTo>
                  <a:pt x="88657" y="516634"/>
                </a:lnTo>
                <a:lnTo>
                  <a:pt x="90457" y="511760"/>
                </a:lnTo>
                <a:lnTo>
                  <a:pt x="91823" y="506887"/>
                </a:lnTo>
                <a:lnTo>
                  <a:pt x="92824" y="502013"/>
                </a:lnTo>
                <a:lnTo>
                  <a:pt x="93524" y="497139"/>
                </a:lnTo>
                <a:lnTo>
                  <a:pt x="93983" y="492265"/>
                </a:lnTo>
                <a:lnTo>
                  <a:pt x="94252" y="487391"/>
                </a:lnTo>
                <a:lnTo>
                  <a:pt x="94374" y="482517"/>
                </a:lnTo>
                <a:lnTo>
                  <a:pt x="94387" y="477643"/>
                </a:lnTo>
                <a:lnTo>
                  <a:pt x="94321" y="472769"/>
                </a:lnTo>
                <a:lnTo>
                  <a:pt x="94200" y="467895"/>
                </a:lnTo>
                <a:lnTo>
                  <a:pt x="94046" y="463021"/>
                </a:lnTo>
                <a:lnTo>
                  <a:pt x="93873" y="458147"/>
                </a:lnTo>
                <a:lnTo>
                  <a:pt x="93696" y="453274"/>
                </a:lnTo>
                <a:lnTo>
                  <a:pt x="93522" y="448400"/>
                </a:lnTo>
                <a:lnTo>
                  <a:pt x="93360" y="443526"/>
                </a:lnTo>
                <a:lnTo>
                  <a:pt x="93211" y="438652"/>
                </a:lnTo>
                <a:lnTo>
                  <a:pt x="93079" y="433778"/>
                </a:lnTo>
                <a:lnTo>
                  <a:pt x="92965" y="428904"/>
                </a:lnTo>
                <a:lnTo>
                  <a:pt x="92872" y="424030"/>
                </a:lnTo>
                <a:lnTo>
                  <a:pt x="92800" y="419156"/>
                </a:lnTo>
                <a:lnTo>
                  <a:pt x="92756" y="414282"/>
                </a:lnTo>
                <a:lnTo>
                  <a:pt x="92745" y="409408"/>
                </a:lnTo>
                <a:lnTo>
                  <a:pt x="92772" y="404534"/>
                </a:lnTo>
                <a:lnTo>
                  <a:pt x="92845" y="399661"/>
                </a:lnTo>
                <a:lnTo>
                  <a:pt x="92968" y="394787"/>
                </a:lnTo>
                <a:lnTo>
                  <a:pt x="93142" y="389913"/>
                </a:lnTo>
                <a:lnTo>
                  <a:pt x="93368" y="385039"/>
                </a:lnTo>
                <a:lnTo>
                  <a:pt x="93637" y="380165"/>
                </a:lnTo>
                <a:lnTo>
                  <a:pt x="93938" y="375291"/>
                </a:lnTo>
                <a:lnTo>
                  <a:pt x="94258" y="370417"/>
                </a:lnTo>
                <a:lnTo>
                  <a:pt x="94577" y="365543"/>
                </a:lnTo>
                <a:lnTo>
                  <a:pt x="94876" y="360669"/>
                </a:lnTo>
                <a:lnTo>
                  <a:pt x="95134" y="355795"/>
                </a:lnTo>
                <a:lnTo>
                  <a:pt x="95336" y="350921"/>
                </a:lnTo>
                <a:lnTo>
                  <a:pt x="95467" y="346048"/>
                </a:lnTo>
                <a:lnTo>
                  <a:pt x="95520" y="341174"/>
                </a:lnTo>
                <a:lnTo>
                  <a:pt x="95493" y="336300"/>
                </a:lnTo>
                <a:lnTo>
                  <a:pt x="95391" y="331426"/>
                </a:lnTo>
                <a:lnTo>
                  <a:pt x="95227" y="326552"/>
                </a:lnTo>
                <a:lnTo>
                  <a:pt x="95017" y="321678"/>
                </a:lnTo>
                <a:lnTo>
                  <a:pt x="94783" y="316804"/>
                </a:lnTo>
                <a:lnTo>
                  <a:pt x="94548" y="311930"/>
                </a:lnTo>
                <a:lnTo>
                  <a:pt x="94337" y="307056"/>
                </a:lnTo>
                <a:lnTo>
                  <a:pt x="94171" y="302182"/>
                </a:lnTo>
                <a:lnTo>
                  <a:pt x="94068" y="297308"/>
                </a:lnTo>
                <a:lnTo>
                  <a:pt x="94040" y="292435"/>
                </a:lnTo>
                <a:lnTo>
                  <a:pt x="94093" y="287561"/>
                </a:lnTo>
                <a:lnTo>
                  <a:pt x="94224" y="282687"/>
                </a:lnTo>
                <a:lnTo>
                  <a:pt x="94425" y="277813"/>
                </a:lnTo>
                <a:lnTo>
                  <a:pt x="94682" y="272939"/>
                </a:lnTo>
                <a:lnTo>
                  <a:pt x="94975" y="268065"/>
                </a:lnTo>
                <a:lnTo>
                  <a:pt x="95286" y="263191"/>
                </a:lnTo>
                <a:lnTo>
                  <a:pt x="95592" y="258317"/>
                </a:lnTo>
                <a:lnTo>
                  <a:pt x="95874" y="253443"/>
                </a:lnTo>
                <a:lnTo>
                  <a:pt x="96116" y="248569"/>
                </a:lnTo>
                <a:lnTo>
                  <a:pt x="96303" y="243695"/>
                </a:lnTo>
                <a:lnTo>
                  <a:pt x="96427" y="238822"/>
                </a:lnTo>
                <a:lnTo>
                  <a:pt x="96481" y="233948"/>
                </a:lnTo>
                <a:lnTo>
                  <a:pt x="96464" y="229074"/>
                </a:lnTo>
                <a:lnTo>
                  <a:pt x="96377" y="224200"/>
                </a:lnTo>
                <a:lnTo>
                  <a:pt x="96221" y="219326"/>
                </a:lnTo>
                <a:lnTo>
                  <a:pt x="96001" y="214452"/>
                </a:lnTo>
                <a:lnTo>
                  <a:pt x="95722" y="209578"/>
                </a:lnTo>
                <a:lnTo>
                  <a:pt x="95390" y="204704"/>
                </a:lnTo>
                <a:lnTo>
                  <a:pt x="95011" y="199830"/>
                </a:lnTo>
                <a:lnTo>
                  <a:pt x="94594" y="194956"/>
                </a:lnTo>
                <a:lnTo>
                  <a:pt x="94147" y="190082"/>
                </a:lnTo>
                <a:lnTo>
                  <a:pt x="93684" y="185209"/>
                </a:lnTo>
                <a:lnTo>
                  <a:pt x="93218" y="180335"/>
                </a:lnTo>
                <a:lnTo>
                  <a:pt x="92766" y="175461"/>
                </a:lnTo>
                <a:lnTo>
                  <a:pt x="92347" y="170587"/>
                </a:lnTo>
                <a:lnTo>
                  <a:pt x="91979" y="165713"/>
                </a:lnTo>
                <a:lnTo>
                  <a:pt x="91683" y="160839"/>
                </a:lnTo>
                <a:lnTo>
                  <a:pt x="91477" y="155965"/>
                </a:lnTo>
                <a:lnTo>
                  <a:pt x="91373" y="151091"/>
                </a:lnTo>
                <a:lnTo>
                  <a:pt x="91380" y="146217"/>
                </a:lnTo>
                <a:lnTo>
                  <a:pt x="91502" y="141343"/>
                </a:lnTo>
                <a:lnTo>
                  <a:pt x="91733" y="136469"/>
                </a:lnTo>
                <a:lnTo>
                  <a:pt x="92062" y="131596"/>
                </a:lnTo>
                <a:lnTo>
                  <a:pt x="92468" y="126722"/>
                </a:lnTo>
                <a:lnTo>
                  <a:pt x="92926" y="121848"/>
                </a:lnTo>
                <a:lnTo>
                  <a:pt x="93404" y="116974"/>
                </a:lnTo>
                <a:lnTo>
                  <a:pt x="93865" y="112100"/>
                </a:lnTo>
                <a:lnTo>
                  <a:pt x="94267" y="107226"/>
                </a:lnTo>
                <a:lnTo>
                  <a:pt x="94559" y="102352"/>
                </a:lnTo>
                <a:lnTo>
                  <a:pt x="94683" y="97478"/>
                </a:lnTo>
                <a:lnTo>
                  <a:pt x="94572" y="92604"/>
                </a:lnTo>
                <a:lnTo>
                  <a:pt x="94146" y="87730"/>
                </a:lnTo>
                <a:lnTo>
                  <a:pt x="93309" y="82856"/>
                </a:lnTo>
                <a:lnTo>
                  <a:pt x="91955" y="77983"/>
                </a:lnTo>
                <a:lnTo>
                  <a:pt x="89966" y="73109"/>
                </a:lnTo>
                <a:lnTo>
                  <a:pt x="87222" y="68235"/>
                </a:lnTo>
                <a:lnTo>
                  <a:pt x="83608" y="63361"/>
                </a:lnTo>
                <a:lnTo>
                  <a:pt x="79031" y="58487"/>
                </a:lnTo>
                <a:lnTo>
                  <a:pt x="73437" y="53613"/>
                </a:lnTo>
                <a:lnTo>
                  <a:pt x="66829" y="48739"/>
                </a:lnTo>
                <a:lnTo>
                  <a:pt x="59286" y="43865"/>
                </a:lnTo>
                <a:lnTo>
                  <a:pt x="50975" y="38991"/>
                </a:lnTo>
                <a:lnTo>
                  <a:pt x="42156" y="34117"/>
                </a:lnTo>
                <a:lnTo>
                  <a:pt x="33175" y="29243"/>
                </a:lnTo>
                <a:lnTo>
                  <a:pt x="24453" y="24370"/>
                </a:lnTo>
                <a:lnTo>
                  <a:pt x="16447" y="19496"/>
                </a:lnTo>
                <a:lnTo>
                  <a:pt x="9622" y="14622"/>
                </a:lnTo>
                <a:lnTo>
                  <a:pt x="4400" y="9748"/>
                </a:lnTo>
                <a:lnTo>
                  <a:pt x="1119" y="4874"/>
                </a:lnTo>
                <a:lnTo>
                  <a:pt x="0" y="0"/>
                </a:lnTo>
                <a:lnTo>
                  <a:pt x="196140" y="0"/>
                </a:lnTo>
                <a:lnTo>
                  <a:pt x="196140" y="0"/>
                </a:lnTo>
                <a:lnTo>
                  <a:pt x="195021" y="4874"/>
                </a:lnTo>
                <a:lnTo>
                  <a:pt x="191741" y="9748"/>
                </a:lnTo>
                <a:lnTo>
                  <a:pt x="186518" y="14622"/>
                </a:lnTo>
                <a:lnTo>
                  <a:pt x="179693" y="19496"/>
                </a:lnTo>
                <a:lnTo>
                  <a:pt x="171688" y="24370"/>
                </a:lnTo>
                <a:lnTo>
                  <a:pt x="162965" y="29243"/>
                </a:lnTo>
                <a:lnTo>
                  <a:pt x="153985" y="34117"/>
                </a:lnTo>
                <a:lnTo>
                  <a:pt x="145165" y="38991"/>
                </a:lnTo>
                <a:lnTo>
                  <a:pt x="136854" y="43865"/>
                </a:lnTo>
                <a:lnTo>
                  <a:pt x="129311" y="48739"/>
                </a:lnTo>
                <a:lnTo>
                  <a:pt x="122703" y="53613"/>
                </a:lnTo>
                <a:lnTo>
                  <a:pt x="117109" y="58487"/>
                </a:lnTo>
                <a:lnTo>
                  <a:pt x="112532" y="63361"/>
                </a:lnTo>
                <a:lnTo>
                  <a:pt x="108918" y="68235"/>
                </a:lnTo>
                <a:lnTo>
                  <a:pt x="106174" y="73109"/>
                </a:lnTo>
                <a:lnTo>
                  <a:pt x="104185" y="77983"/>
                </a:lnTo>
                <a:lnTo>
                  <a:pt x="102832" y="82856"/>
                </a:lnTo>
                <a:lnTo>
                  <a:pt x="101995" y="87730"/>
                </a:lnTo>
                <a:lnTo>
                  <a:pt x="101568" y="92604"/>
                </a:lnTo>
                <a:lnTo>
                  <a:pt x="101457" y="97478"/>
                </a:lnTo>
                <a:lnTo>
                  <a:pt x="101582" y="102352"/>
                </a:lnTo>
                <a:lnTo>
                  <a:pt x="101873" y="107226"/>
                </a:lnTo>
                <a:lnTo>
                  <a:pt x="102275" y="112100"/>
                </a:lnTo>
                <a:lnTo>
                  <a:pt x="102736" y="116974"/>
                </a:lnTo>
                <a:lnTo>
                  <a:pt x="103215" y="121848"/>
                </a:lnTo>
                <a:lnTo>
                  <a:pt x="103673" y="126722"/>
                </a:lnTo>
                <a:lnTo>
                  <a:pt x="104079" y="131596"/>
                </a:lnTo>
                <a:lnTo>
                  <a:pt x="104407" y="136469"/>
                </a:lnTo>
                <a:lnTo>
                  <a:pt x="104638" y="141343"/>
                </a:lnTo>
                <a:lnTo>
                  <a:pt x="104760" y="146217"/>
                </a:lnTo>
                <a:lnTo>
                  <a:pt x="104768" y="151091"/>
                </a:lnTo>
                <a:lnTo>
                  <a:pt x="104664" y="155965"/>
                </a:lnTo>
                <a:lnTo>
                  <a:pt x="104457" y="160839"/>
                </a:lnTo>
                <a:lnTo>
                  <a:pt x="104161" y="165713"/>
                </a:lnTo>
                <a:lnTo>
                  <a:pt x="103793" y="170587"/>
                </a:lnTo>
                <a:lnTo>
                  <a:pt x="103374" y="175461"/>
                </a:lnTo>
                <a:lnTo>
                  <a:pt x="102922" y="180335"/>
                </a:lnTo>
                <a:lnTo>
                  <a:pt x="102456" y="185209"/>
                </a:lnTo>
                <a:lnTo>
                  <a:pt x="101993" y="190082"/>
                </a:lnTo>
                <a:lnTo>
                  <a:pt x="101547" y="194956"/>
                </a:lnTo>
                <a:lnTo>
                  <a:pt x="101130" y="199830"/>
                </a:lnTo>
                <a:lnTo>
                  <a:pt x="100751" y="204704"/>
                </a:lnTo>
                <a:lnTo>
                  <a:pt x="100419" y="209578"/>
                </a:lnTo>
                <a:lnTo>
                  <a:pt x="100139" y="214452"/>
                </a:lnTo>
                <a:lnTo>
                  <a:pt x="99920" y="219326"/>
                </a:lnTo>
                <a:lnTo>
                  <a:pt x="99764" y="224200"/>
                </a:lnTo>
                <a:lnTo>
                  <a:pt x="99676" y="229074"/>
                </a:lnTo>
                <a:lnTo>
                  <a:pt x="99659" y="233948"/>
                </a:lnTo>
                <a:lnTo>
                  <a:pt x="99714" y="238822"/>
                </a:lnTo>
                <a:lnTo>
                  <a:pt x="99837" y="243695"/>
                </a:lnTo>
                <a:lnTo>
                  <a:pt x="100025" y="248569"/>
                </a:lnTo>
                <a:lnTo>
                  <a:pt x="100266" y="253443"/>
                </a:lnTo>
                <a:lnTo>
                  <a:pt x="100548" y="258317"/>
                </a:lnTo>
                <a:lnTo>
                  <a:pt x="100854" y="263191"/>
                </a:lnTo>
                <a:lnTo>
                  <a:pt x="101165" y="268065"/>
                </a:lnTo>
                <a:lnTo>
                  <a:pt x="101459" y="272939"/>
                </a:lnTo>
                <a:lnTo>
                  <a:pt x="101715" y="277813"/>
                </a:lnTo>
                <a:lnTo>
                  <a:pt x="101916" y="282687"/>
                </a:lnTo>
                <a:lnTo>
                  <a:pt x="102048" y="287561"/>
                </a:lnTo>
                <a:lnTo>
                  <a:pt x="102100" y="292435"/>
                </a:lnTo>
                <a:lnTo>
                  <a:pt x="102072" y="297308"/>
                </a:lnTo>
                <a:lnTo>
                  <a:pt x="101970" y="302182"/>
                </a:lnTo>
                <a:lnTo>
                  <a:pt x="101804" y="307056"/>
                </a:lnTo>
                <a:lnTo>
                  <a:pt x="101592" y="311930"/>
                </a:lnTo>
                <a:lnTo>
                  <a:pt x="101358" y="316804"/>
                </a:lnTo>
                <a:lnTo>
                  <a:pt x="101124" y="321678"/>
                </a:lnTo>
                <a:lnTo>
                  <a:pt x="100914" y="326552"/>
                </a:lnTo>
                <a:lnTo>
                  <a:pt x="100749" y="331426"/>
                </a:lnTo>
                <a:lnTo>
                  <a:pt x="100648" y="336300"/>
                </a:lnTo>
                <a:lnTo>
                  <a:pt x="100621" y="341174"/>
                </a:lnTo>
                <a:lnTo>
                  <a:pt x="100674" y="346048"/>
                </a:lnTo>
                <a:lnTo>
                  <a:pt x="100805" y="350921"/>
                </a:lnTo>
                <a:lnTo>
                  <a:pt x="101006" y="355795"/>
                </a:lnTo>
                <a:lnTo>
                  <a:pt x="101265" y="360669"/>
                </a:lnTo>
                <a:lnTo>
                  <a:pt x="101563" y="365543"/>
                </a:lnTo>
                <a:lnTo>
                  <a:pt x="101882" y="370417"/>
                </a:lnTo>
                <a:lnTo>
                  <a:pt x="102202" y="375291"/>
                </a:lnTo>
                <a:lnTo>
                  <a:pt x="102504" y="380165"/>
                </a:lnTo>
                <a:lnTo>
                  <a:pt x="102773" y="385039"/>
                </a:lnTo>
                <a:lnTo>
                  <a:pt x="102998" y="389913"/>
                </a:lnTo>
                <a:lnTo>
                  <a:pt x="103173" y="394787"/>
                </a:lnTo>
                <a:lnTo>
                  <a:pt x="103295" y="399661"/>
                </a:lnTo>
                <a:lnTo>
                  <a:pt x="103368" y="404534"/>
                </a:lnTo>
                <a:lnTo>
                  <a:pt x="103396" y="409408"/>
                </a:lnTo>
                <a:lnTo>
                  <a:pt x="103384" y="414282"/>
                </a:lnTo>
                <a:lnTo>
                  <a:pt x="103340" y="419156"/>
                </a:lnTo>
                <a:lnTo>
                  <a:pt x="103269" y="424030"/>
                </a:lnTo>
                <a:lnTo>
                  <a:pt x="103175" y="428904"/>
                </a:lnTo>
                <a:lnTo>
                  <a:pt x="103061" y="433778"/>
                </a:lnTo>
                <a:lnTo>
                  <a:pt x="102929" y="438652"/>
                </a:lnTo>
                <a:lnTo>
                  <a:pt x="102781" y="443526"/>
                </a:lnTo>
                <a:lnTo>
                  <a:pt x="102618" y="448400"/>
                </a:lnTo>
                <a:lnTo>
                  <a:pt x="102445" y="453274"/>
                </a:lnTo>
                <a:lnTo>
                  <a:pt x="102267" y="458147"/>
                </a:lnTo>
                <a:lnTo>
                  <a:pt x="102095" y="463021"/>
                </a:lnTo>
                <a:lnTo>
                  <a:pt x="101940" y="467895"/>
                </a:lnTo>
                <a:lnTo>
                  <a:pt x="101819" y="472769"/>
                </a:lnTo>
                <a:lnTo>
                  <a:pt x="101753" y="477643"/>
                </a:lnTo>
                <a:lnTo>
                  <a:pt x="101766" y="482517"/>
                </a:lnTo>
                <a:lnTo>
                  <a:pt x="101889" y="487391"/>
                </a:lnTo>
                <a:lnTo>
                  <a:pt x="102158" y="492265"/>
                </a:lnTo>
                <a:lnTo>
                  <a:pt x="102617" y="497139"/>
                </a:lnTo>
                <a:lnTo>
                  <a:pt x="103317" y="502013"/>
                </a:lnTo>
                <a:lnTo>
                  <a:pt x="104317" y="506887"/>
                </a:lnTo>
                <a:lnTo>
                  <a:pt x="105683" y="511760"/>
                </a:lnTo>
                <a:lnTo>
                  <a:pt x="107483" y="516634"/>
                </a:lnTo>
                <a:lnTo>
                  <a:pt x="109782" y="521508"/>
                </a:lnTo>
                <a:lnTo>
                  <a:pt x="112633" y="526382"/>
                </a:lnTo>
                <a:lnTo>
                  <a:pt x="116069" y="531256"/>
                </a:lnTo>
                <a:lnTo>
                  <a:pt x="120089" y="536130"/>
                </a:lnTo>
                <a:lnTo>
                  <a:pt x="124650" y="541004"/>
                </a:lnTo>
                <a:lnTo>
                  <a:pt x="129654" y="545878"/>
                </a:lnTo>
                <a:lnTo>
                  <a:pt x="134952" y="550752"/>
                </a:lnTo>
                <a:lnTo>
                  <a:pt x="140339" y="555626"/>
                </a:lnTo>
                <a:lnTo>
                  <a:pt x="145567" y="560500"/>
                </a:lnTo>
                <a:lnTo>
                  <a:pt x="150365" y="565373"/>
                </a:lnTo>
                <a:lnTo>
                  <a:pt x="154454" y="570247"/>
                </a:lnTo>
                <a:lnTo>
                  <a:pt x="157584" y="575121"/>
                </a:lnTo>
                <a:lnTo>
                  <a:pt x="159550" y="579995"/>
                </a:lnTo>
                <a:lnTo>
                  <a:pt x="160221" y="584869"/>
                </a:lnTo>
                <a:lnTo>
                  <a:pt x="160221" y="584869"/>
                </a:lnTo>
                <a:close/>
              </a:path>
            </a:pathLst>
          </a:custGeom>
          <a:solidFill>
            <a:srgbClr val="00878B">
              <a:alpha val="12000"/>
            </a:srgbClr>
          </a:solidFill>
          <a:ln w="6985">
            <a:solidFill>
              <a:srgbClr val="00878B">
                <a:alpha val="12000"/>
              </a:srgbClr>
            </a:solidFill>
            <a:prstDash val="solid"/>
          </a:ln>
        </p:spPr>
      </p:sp>
      <p:sp>
        <p:nvSpPr>
          <p:cNvPr id="2737" name="03_assume_matched_8034">
            <a:extLst>
              <a:ext uri="{FF2B5EF4-FFF2-40B4-BE49-F238E27FC236}">
                <a16:creationId xmlns:a16="http://schemas.microsoft.com/office/drawing/2014/main" id="{397E6E66-1203-4458-A193-2BF907A1EF12}"/>
              </a:ext>
            </a:extLst>
          </p:cNvPr>
          <p:cNvSpPr>
            <a:spLocks noGrp="1"/>
          </p:cNvSpPr>
          <p:nvPr/>
        </p:nvSpPr>
        <p:spPr>
          <a:xfrm>
            <a:off x="2201696" y="6024368"/>
            <a:ext cx="196140" cy="584869"/>
          </a:xfrm>
          <a:custGeom>
            <a:avLst/>
            <a:gdLst/>
            <a:ahLst/>
            <a:cxnLst/>
            <a:rect l="0" t="0" r="0" b="0"/>
            <a:pathLst>
              <a:path w="196140" h="584869">
                <a:moveTo>
                  <a:pt x="160221" y="584869"/>
                </a:moveTo>
                <a:lnTo>
                  <a:pt x="35919" y="584869"/>
                </a:lnTo>
                <a:lnTo>
                  <a:pt x="36590" y="579995"/>
                </a:lnTo>
                <a:lnTo>
                  <a:pt x="38556" y="575121"/>
                </a:lnTo>
                <a:lnTo>
                  <a:pt x="41686" y="570247"/>
                </a:lnTo>
                <a:lnTo>
                  <a:pt x="45776" y="565373"/>
                </a:lnTo>
                <a:lnTo>
                  <a:pt x="50573" y="560500"/>
                </a:lnTo>
                <a:lnTo>
                  <a:pt x="55801" y="555626"/>
                </a:lnTo>
                <a:lnTo>
                  <a:pt x="61188" y="550752"/>
                </a:lnTo>
                <a:lnTo>
                  <a:pt x="66486" y="545878"/>
                </a:lnTo>
                <a:lnTo>
                  <a:pt x="71491" y="541004"/>
                </a:lnTo>
                <a:lnTo>
                  <a:pt x="76051" y="536130"/>
                </a:lnTo>
                <a:lnTo>
                  <a:pt x="80072" y="531256"/>
                </a:lnTo>
                <a:lnTo>
                  <a:pt x="83508" y="526382"/>
                </a:lnTo>
                <a:lnTo>
                  <a:pt x="86359" y="521508"/>
                </a:lnTo>
                <a:lnTo>
                  <a:pt x="88657" y="516634"/>
                </a:lnTo>
                <a:lnTo>
                  <a:pt x="90457" y="511760"/>
                </a:lnTo>
                <a:lnTo>
                  <a:pt x="91823" y="506887"/>
                </a:lnTo>
                <a:lnTo>
                  <a:pt x="92824" y="502013"/>
                </a:lnTo>
                <a:lnTo>
                  <a:pt x="93524" y="497139"/>
                </a:lnTo>
                <a:lnTo>
                  <a:pt x="93983" y="492265"/>
                </a:lnTo>
                <a:lnTo>
                  <a:pt x="94252" y="487391"/>
                </a:lnTo>
                <a:lnTo>
                  <a:pt x="94374" y="482517"/>
                </a:lnTo>
                <a:lnTo>
                  <a:pt x="94387" y="477643"/>
                </a:lnTo>
                <a:lnTo>
                  <a:pt x="94321" y="472769"/>
                </a:lnTo>
                <a:lnTo>
                  <a:pt x="94200" y="467895"/>
                </a:lnTo>
                <a:lnTo>
                  <a:pt x="94046" y="463021"/>
                </a:lnTo>
                <a:lnTo>
                  <a:pt x="93873" y="458147"/>
                </a:lnTo>
                <a:lnTo>
                  <a:pt x="93696" y="453274"/>
                </a:lnTo>
                <a:lnTo>
                  <a:pt x="93522" y="448400"/>
                </a:lnTo>
                <a:lnTo>
                  <a:pt x="93360" y="443526"/>
                </a:lnTo>
                <a:lnTo>
                  <a:pt x="93211" y="438652"/>
                </a:lnTo>
                <a:lnTo>
                  <a:pt x="93079" y="433778"/>
                </a:lnTo>
                <a:lnTo>
                  <a:pt x="92965" y="428904"/>
                </a:lnTo>
                <a:lnTo>
                  <a:pt x="92872" y="424030"/>
                </a:lnTo>
                <a:lnTo>
                  <a:pt x="92800" y="419156"/>
                </a:lnTo>
                <a:lnTo>
                  <a:pt x="92756" y="414282"/>
                </a:lnTo>
                <a:lnTo>
                  <a:pt x="92745" y="409408"/>
                </a:lnTo>
                <a:lnTo>
                  <a:pt x="92772" y="404534"/>
                </a:lnTo>
                <a:lnTo>
                  <a:pt x="92845" y="399661"/>
                </a:lnTo>
                <a:lnTo>
                  <a:pt x="92968" y="394787"/>
                </a:lnTo>
                <a:lnTo>
                  <a:pt x="93142" y="389913"/>
                </a:lnTo>
                <a:lnTo>
                  <a:pt x="93368" y="385039"/>
                </a:lnTo>
                <a:lnTo>
                  <a:pt x="93637" y="380165"/>
                </a:lnTo>
                <a:lnTo>
                  <a:pt x="93938" y="375291"/>
                </a:lnTo>
                <a:lnTo>
                  <a:pt x="94258" y="370417"/>
                </a:lnTo>
                <a:lnTo>
                  <a:pt x="94577" y="365543"/>
                </a:lnTo>
                <a:lnTo>
                  <a:pt x="94876" y="360669"/>
                </a:lnTo>
                <a:lnTo>
                  <a:pt x="95134" y="355795"/>
                </a:lnTo>
                <a:lnTo>
                  <a:pt x="95336" y="350921"/>
                </a:lnTo>
                <a:lnTo>
                  <a:pt x="95467" y="346048"/>
                </a:lnTo>
                <a:lnTo>
                  <a:pt x="95520" y="341174"/>
                </a:lnTo>
                <a:lnTo>
                  <a:pt x="95493" y="336300"/>
                </a:lnTo>
                <a:lnTo>
                  <a:pt x="95391" y="331426"/>
                </a:lnTo>
                <a:lnTo>
                  <a:pt x="95227" y="326552"/>
                </a:lnTo>
                <a:lnTo>
                  <a:pt x="95017" y="321678"/>
                </a:lnTo>
                <a:lnTo>
                  <a:pt x="94783" y="316804"/>
                </a:lnTo>
                <a:lnTo>
                  <a:pt x="94548" y="311930"/>
                </a:lnTo>
                <a:lnTo>
                  <a:pt x="94337" y="307056"/>
                </a:lnTo>
                <a:lnTo>
                  <a:pt x="94171" y="302182"/>
                </a:lnTo>
                <a:lnTo>
                  <a:pt x="94068" y="297308"/>
                </a:lnTo>
                <a:lnTo>
                  <a:pt x="94040" y="292435"/>
                </a:lnTo>
                <a:lnTo>
                  <a:pt x="94093" y="287561"/>
                </a:lnTo>
                <a:lnTo>
                  <a:pt x="94224" y="282687"/>
                </a:lnTo>
                <a:lnTo>
                  <a:pt x="94425" y="277813"/>
                </a:lnTo>
                <a:lnTo>
                  <a:pt x="94682" y="272939"/>
                </a:lnTo>
                <a:lnTo>
                  <a:pt x="94975" y="268065"/>
                </a:lnTo>
                <a:lnTo>
                  <a:pt x="95286" y="263191"/>
                </a:lnTo>
                <a:lnTo>
                  <a:pt x="95592" y="258317"/>
                </a:lnTo>
                <a:lnTo>
                  <a:pt x="95874" y="253443"/>
                </a:lnTo>
                <a:lnTo>
                  <a:pt x="96116" y="248569"/>
                </a:lnTo>
                <a:lnTo>
                  <a:pt x="96303" y="243695"/>
                </a:lnTo>
                <a:lnTo>
                  <a:pt x="96427" y="238822"/>
                </a:lnTo>
                <a:lnTo>
                  <a:pt x="96481" y="233948"/>
                </a:lnTo>
                <a:lnTo>
                  <a:pt x="96464" y="229074"/>
                </a:lnTo>
                <a:lnTo>
                  <a:pt x="96377" y="224200"/>
                </a:lnTo>
                <a:lnTo>
                  <a:pt x="96221" y="219326"/>
                </a:lnTo>
                <a:lnTo>
                  <a:pt x="96001" y="214452"/>
                </a:lnTo>
                <a:lnTo>
                  <a:pt x="95722" y="209578"/>
                </a:lnTo>
                <a:lnTo>
                  <a:pt x="95390" y="204704"/>
                </a:lnTo>
                <a:lnTo>
                  <a:pt x="95011" y="199830"/>
                </a:lnTo>
                <a:lnTo>
                  <a:pt x="94594" y="194956"/>
                </a:lnTo>
                <a:lnTo>
                  <a:pt x="94147" y="190082"/>
                </a:lnTo>
                <a:lnTo>
                  <a:pt x="93684" y="185209"/>
                </a:lnTo>
                <a:lnTo>
                  <a:pt x="93218" y="180335"/>
                </a:lnTo>
                <a:lnTo>
                  <a:pt x="92766" y="175461"/>
                </a:lnTo>
                <a:lnTo>
                  <a:pt x="92347" y="170587"/>
                </a:lnTo>
                <a:lnTo>
                  <a:pt x="91979" y="165713"/>
                </a:lnTo>
                <a:lnTo>
                  <a:pt x="91683" y="160839"/>
                </a:lnTo>
                <a:lnTo>
                  <a:pt x="91477" y="155965"/>
                </a:lnTo>
                <a:lnTo>
                  <a:pt x="91373" y="151091"/>
                </a:lnTo>
                <a:lnTo>
                  <a:pt x="91380" y="146217"/>
                </a:lnTo>
                <a:lnTo>
                  <a:pt x="91502" y="141343"/>
                </a:lnTo>
                <a:lnTo>
                  <a:pt x="91733" y="136469"/>
                </a:lnTo>
                <a:lnTo>
                  <a:pt x="92062" y="131596"/>
                </a:lnTo>
                <a:lnTo>
                  <a:pt x="92468" y="126722"/>
                </a:lnTo>
                <a:lnTo>
                  <a:pt x="92926" y="121848"/>
                </a:lnTo>
                <a:lnTo>
                  <a:pt x="93404" y="116974"/>
                </a:lnTo>
                <a:lnTo>
                  <a:pt x="93865" y="112100"/>
                </a:lnTo>
                <a:lnTo>
                  <a:pt x="94267" y="107226"/>
                </a:lnTo>
                <a:lnTo>
                  <a:pt x="94559" y="102352"/>
                </a:lnTo>
                <a:lnTo>
                  <a:pt x="94683" y="97478"/>
                </a:lnTo>
                <a:lnTo>
                  <a:pt x="94572" y="92604"/>
                </a:lnTo>
                <a:lnTo>
                  <a:pt x="94146" y="87730"/>
                </a:lnTo>
                <a:lnTo>
                  <a:pt x="93309" y="82856"/>
                </a:lnTo>
                <a:lnTo>
                  <a:pt x="91955" y="77983"/>
                </a:lnTo>
                <a:lnTo>
                  <a:pt x="89966" y="73109"/>
                </a:lnTo>
                <a:lnTo>
                  <a:pt x="87222" y="68235"/>
                </a:lnTo>
                <a:lnTo>
                  <a:pt x="83608" y="63361"/>
                </a:lnTo>
                <a:lnTo>
                  <a:pt x="79031" y="58487"/>
                </a:lnTo>
                <a:lnTo>
                  <a:pt x="73437" y="53613"/>
                </a:lnTo>
                <a:lnTo>
                  <a:pt x="66829" y="48739"/>
                </a:lnTo>
                <a:lnTo>
                  <a:pt x="59286" y="43865"/>
                </a:lnTo>
                <a:lnTo>
                  <a:pt x="50975" y="38991"/>
                </a:lnTo>
                <a:lnTo>
                  <a:pt x="42156" y="34117"/>
                </a:lnTo>
                <a:lnTo>
                  <a:pt x="33175" y="29243"/>
                </a:lnTo>
                <a:lnTo>
                  <a:pt x="24453" y="24370"/>
                </a:lnTo>
                <a:lnTo>
                  <a:pt x="16447" y="19496"/>
                </a:lnTo>
                <a:lnTo>
                  <a:pt x="9622" y="14622"/>
                </a:lnTo>
                <a:lnTo>
                  <a:pt x="4400" y="9748"/>
                </a:lnTo>
                <a:lnTo>
                  <a:pt x="1119" y="4874"/>
                </a:lnTo>
                <a:lnTo>
                  <a:pt x="0" y="0"/>
                </a:lnTo>
                <a:lnTo>
                  <a:pt x="196140" y="0"/>
                </a:lnTo>
                <a:lnTo>
                  <a:pt x="196140" y="0"/>
                </a:lnTo>
                <a:lnTo>
                  <a:pt x="195021" y="4874"/>
                </a:lnTo>
                <a:lnTo>
                  <a:pt x="191741" y="9748"/>
                </a:lnTo>
                <a:lnTo>
                  <a:pt x="186518" y="14622"/>
                </a:lnTo>
                <a:lnTo>
                  <a:pt x="179693" y="19496"/>
                </a:lnTo>
                <a:lnTo>
                  <a:pt x="171688" y="24370"/>
                </a:lnTo>
                <a:lnTo>
                  <a:pt x="162965" y="29243"/>
                </a:lnTo>
                <a:lnTo>
                  <a:pt x="153985" y="34117"/>
                </a:lnTo>
                <a:lnTo>
                  <a:pt x="145165" y="38991"/>
                </a:lnTo>
                <a:lnTo>
                  <a:pt x="136854" y="43865"/>
                </a:lnTo>
                <a:lnTo>
                  <a:pt x="129311" y="48739"/>
                </a:lnTo>
                <a:lnTo>
                  <a:pt x="122703" y="53613"/>
                </a:lnTo>
                <a:lnTo>
                  <a:pt x="117109" y="58487"/>
                </a:lnTo>
                <a:lnTo>
                  <a:pt x="112532" y="63361"/>
                </a:lnTo>
                <a:lnTo>
                  <a:pt x="108918" y="68235"/>
                </a:lnTo>
                <a:lnTo>
                  <a:pt x="106174" y="73109"/>
                </a:lnTo>
                <a:lnTo>
                  <a:pt x="104185" y="77983"/>
                </a:lnTo>
                <a:lnTo>
                  <a:pt x="102832" y="82856"/>
                </a:lnTo>
                <a:lnTo>
                  <a:pt x="101995" y="87730"/>
                </a:lnTo>
                <a:lnTo>
                  <a:pt x="101568" y="92604"/>
                </a:lnTo>
                <a:lnTo>
                  <a:pt x="101457" y="97478"/>
                </a:lnTo>
                <a:lnTo>
                  <a:pt x="101581" y="102352"/>
                </a:lnTo>
                <a:lnTo>
                  <a:pt x="101873" y="107226"/>
                </a:lnTo>
                <a:lnTo>
                  <a:pt x="102275" y="112100"/>
                </a:lnTo>
                <a:lnTo>
                  <a:pt x="102736" y="116974"/>
                </a:lnTo>
                <a:lnTo>
                  <a:pt x="103215" y="121848"/>
                </a:lnTo>
                <a:lnTo>
                  <a:pt x="103673" y="126722"/>
                </a:lnTo>
                <a:lnTo>
                  <a:pt x="104079" y="131596"/>
                </a:lnTo>
                <a:lnTo>
                  <a:pt x="104407" y="136469"/>
                </a:lnTo>
                <a:lnTo>
                  <a:pt x="104638" y="141343"/>
                </a:lnTo>
                <a:lnTo>
                  <a:pt x="104760" y="146217"/>
                </a:lnTo>
                <a:lnTo>
                  <a:pt x="104768" y="151091"/>
                </a:lnTo>
                <a:lnTo>
                  <a:pt x="104664" y="155965"/>
                </a:lnTo>
                <a:lnTo>
                  <a:pt x="104457" y="160839"/>
                </a:lnTo>
                <a:lnTo>
                  <a:pt x="104161" y="165713"/>
                </a:lnTo>
                <a:lnTo>
                  <a:pt x="103793" y="170587"/>
                </a:lnTo>
                <a:lnTo>
                  <a:pt x="103374" y="175461"/>
                </a:lnTo>
                <a:lnTo>
                  <a:pt x="102922" y="180335"/>
                </a:lnTo>
                <a:lnTo>
                  <a:pt x="102456" y="185209"/>
                </a:lnTo>
                <a:lnTo>
                  <a:pt x="101993" y="190082"/>
                </a:lnTo>
                <a:lnTo>
                  <a:pt x="101547" y="194956"/>
                </a:lnTo>
                <a:lnTo>
                  <a:pt x="101130" y="199830"/>
                </a:lnTo>
                <a:lnTo>
                  <a:pt x="100751" y="204704"/>
                </a:lnTo>
                <a:lnTo>
                  <a:pt x="100418" y="209578"/>
                </a:lnTo>
                <a:lnTo>
                  <a:pt x="100139" y="214452"/>
                </a:lnTo>
                <a:lnTo>
                  <a:pt x="99920" y="219326"/>
                </a:lnTo>
                <a:lnTo>
                  <a:pt x="99764" y="224200"/>
                </a:lnTo>
                <a:lnTo>
                  <a:pt x="99676" y="229074"/>
                </a:lnTo>
                <a:lnTo>
                  <a:pt x="99659" y="233948"/>
                </a:lnTo>
                <a:lnTo>
                  <a:pt x="99714" y="238822"/>
                </a:lnTo>
                <a:lnTo>
                  <a:pt x="99837" y="243695"/>
                </a:lnTo>
                <a:lnTo>
                  <a:pt x="100025" y="248569"/>
                </a:lnTo>
                <a:lnTo>
                  <a:pt x="100266" y="253443"/>
                </a:lnTo>
                <a:lnTo>
                  <a:pt x="100548" y="258317"/>
                </a:lnTo>
                <a:lnTo>
                  <a:pt x="100854" y="263191"/>
                </a:lnTo>
                <a:lnTo>
                  <a:pt x="101165" y="268065"/>
                </a:lnTo>
                <a:lnTo>
                  <a:pt x="101459" y="272939"/>
                </a:lnTo>
                <a:lnTo>
                  <a:pt x="101715" y="277813"/>
                </a:lnTo>
                <a:lnTo>
                  <a:pt x="101916" y="282687"/>
                </a:lnTo>
                <a:lnTo>
                  <a:pt x="102048" y="287561"/>
                </a:lnTo>
                <a:lnTo>
                  <a:pt x="102100" y="292435"/>
                </a:lnTo>
                <a:lnTo>
                  <a:pt x="102072" y="297308"/>
                </a:lnTo>
                <a:lnTo>
                  <a:pt x="101970" y="302182"/>
                </a:lnTo>
                <a:lnTo>
                  <a:pt x="101804" y="307056"/>
                </a:lnTo>
                <a:lnTo>
                  <a:pt x="101592" y="311930"/>
                </a:lnTo>
                <a:lnTo>
                  <a:pt x="101358" y="316804"/>
                </a:lnTo>
                <a:lnTo>
                  <a:pt x="101124" y="321678"/>
                </a:lnTo>
                <a:lnTo>
                  <a:pt x="100914" y="326552"/>
                </a:lnTo>
                <a:lnTo>
                  <a:pt x="100749" y="331426"/>
                </a:lnTo>
                <a:lnTo>
                  <a:pt x="100648" y="336300"/>
                </a:lnTo>
                <a:lnTo>
                  <a:pt x="100621" y="341174"/>
                </a:lnTo>
                <a:lnTo>
                  <a:pt x="100674" y="346048"/>
                </a:lnTo>
                <a:lnTo>
                  <a:pt x="100805" y="350921"/>
                </a:lnTo>
                <a:lnTo>
                  <a:pt x="101006" y="355795"/>
                </a:lnTo>
                <a:lnTo>
                  <a:pt x="101265" y="360669"/>
                </a:lnTo>
                <a:lnTo>
                  <a:pt x="101563" y="365543"/>
                </a:lnTo>
                <a:lnTo>
                  <a:pt x="101882" y="370417"/>
                </a:lnTo>
                <a:lnTo>
                  <a:pt x="102202" y="375291"/>
                </a:lnTo>
                <a:lnTo>
                  <a:pt x="102504" y="380165"/>
                </a:lnTo>
                <a:lnTo>
                  <a:pt x="102773" y="385039"/>
                </a:lnTo>
                <a:lnTo>
                  <a:pt x="102998" y="389913"/>
                </a:lnTo>
                <a:lnTo>
                  <a:pt x="103173" y="394787"/>
                </a:lnTo>
                <a:lnTo>
                  <a:pt x="103295" y="399661"/>
                </a:lnTo>
                <a:lnTo>
                  <a:pt x="103368" y="404534"/>
                </a:lnTo>
                <a:lnTo>
                  <a:pt x="103396" y="409408"/>
                </a:lnTo>
                <a:lnTo>
                  <a:pt x="103384" y="414282"/>
                </a:lnTo>
                <a:lnTo>
                  <a:pt x="103340" y="419156"/>
                </a:lnTo>
                <a:lnTo>
                  <a:pt x="103269" y="424030"/>
                </a:lnTo>
                <a:lnTo>
                  <a:pt x="103175" y="428904"/>
                </a:lnTo>
                <a:lnTo>
                  <a:pt x="103061" y="433778"/>
                </a:lnTo>
                <a:lnTo>
                  <a:pt x="102929" y="438652"/>
                </a:lnTo>
                <a:lnTo>
                  <a:pt x="102781" y="443526"/>
                </a:lnTo>
                <a:lnTo>
                  <a:pt x="102618" y="448400"/>
                </a:lnTo>
                <a:lnTo>
                  <a:pt x="102445" y="453274"/>
                </a:lnTo>
                <a:lnTo>
                  <a:pt x="102267" y="458147"/>
                </a:lnTo>
                <a:lnTo>
                  <a:pt x="102095" y="463021"/>
                </a:lnTo>
                <a:lnTo>
                  <a:pt x="101940" y="467895"/>
                </a:lnTo>
                <a:lnTo>
                  <a:pt x="101819" y="472769"/>
                </a:lnTo>
                <a:lnTo>
                  <a:pt x="101753" y="477643"/>
                </a:lnTo>
                <a:lnTo>
                  <a:pt x="101766" y="482517"/>
                </a:lnTo>
                <a:lnTo>
                  <a:pt x="101889" y="487391"/>
                </a:lnTo>
                <a:lnTo>
                  <a:pt x="102158" y="492265"/>
                </a:lnTo>
                <a:lnTo>
                  <a:pt x="102617" y="497139"/>
                </a:lnTo>
                <a:lnTo>
                  <a:pt x="103317" y="502013"/>
                </a:lnTo>
                <a:lnTo>
                  <a:pt x="104317" y="506887"/>
                </a:lnTo>
                <a:lnTo>
                  <a:pt x="105683" y="511760"/>
                </a:lnTo>
                <a:lnTo>
                  <a:pt x="107483" y="516634"/>
                </a:lnTo>
                <a:lnTo>
                  <a:pt x="109782" y="521508"/>
                </a:lnTo>
                <a:lnTo>
                  <a:pt x="112633" y="526382"/>
                </a:lnTo>
                <a:lnTo>
                  <a:pt x="116069" y="531256"/>
                </a:lnTo>
                <a:lnTo>
                  <a:pt x="120089" y="536130"/>
                </a:lnTo>
                <a:lnTo>
                  <a:pt x="124650" y="541004"/>
                </a:lnTo>
                <a:lnTo>
                  <a:pt x="129654" y="545878"/>
                </a:lnTo>
                <a:lnTo>
                  <a:pt x="134952" y="550752"/>
                </a:lnTo>
                <a:lnTo>
                  <a:pt x="140339" y="555626"/>
                </a:lnTo>
                <a:lnTo>
                  <a:pt x="145567" y="560500"/>
                </a:lnTo>
                <a:lnTo>
                  <a:pt x="150365" y="565373"/>
                </a:lnTo>
                <a:lnTo>
                  <a:pt x="154454" y="570247"/>
                </a:lnTo>
                <a:lnTo>
                  <a:pt x="157584" y="575121"/>
                </a:lnTo>
                <a:lnTo>
                  <a:pt x="159550" y="579995"/>
                </a:lnTo>
                <a:lnTo>
                  <a:pt x="160221" y="584869"/>
                </a:lnTo>
                <a:lnTo>
                  <a:pt x="160221" y="584869"/>
                </a:lnTo>
                <a:close/>
              </a:path>
            </a:pathLst>
          </a:custGeom>
          <a:solidFill>
            <a:srgbClr val="00878B">
              <a:alpha val="12000"/>
            </a:srgbClr>
          </a:solidFill>
          <a:ln w="6985">
            <a:solidFill>
              <a:srgbClr val="00878B">
                <a:alpha val="12000"/>
              </a:srgbClr>
            </a:solidFill>
            <a:prstDash val="solid"/>
          </a:ln>
        </p:spPr>
      </p:sp>
      <p:sp>
        <p:nvSpPr>
          <p:cNvPr id="2738" name="03_assume_matched_8035">
            <a:extLst>
              <a:ext uri="{FF2B5EF4-FFF2-40B4-BE49-F238E27FC236}">
                <a16:creationId xmlns:a16="http://schemas.microsoft.com/office/drawing/2014/main" id="{10791D43-4361-442A-91DF-6182E39A3901}"/>
              </a:ext>
            </a:extLst>
          </p:cNvPr>
          <p:cNvSpPr>
            <a:spLocks noGrp="1"/>
          </p:cNvSpPr>
          <p:nvPr/>
        </p:nvSpPr>
        <p:spPr>
          <a:xfrm>
            <a:off x="2956082" y="6024368"/>
            <a:ext cx="196140" cy="584869"/>
          </a:xfrm>
          <a:custGeom>
            <a:avLst/>
            <a:gdLst/>
            <a:ahLst/>
            <a:cxnLst/>
            <a:rect l="0" t="0" r="0" b="0"/>
            <a:pathLst>
              <a:path w="196140" h="584869">
                <a:moveTo>
                  <a:pt x="160221" y="584869"/>
                </a:moveTo>
                <a:lnTo>
                  <a:pt x="35919" y="584869"/>
                </a:lnTo>
                <a:lnTo>
                  <a:pt x="36590" y="579995"/>
                </a:lnTo>
                <a:lnTo>
                  <a:pt x="38556" y="575121"/>
                </a:lnTo>
                <a:lnTo>
                  <a:pt x="41686" y="570247"/>
                </a:lnTo>
                <a:lnTo>
                  <a:pt x="45776" y="565373"/>
                </a:lnTo>
                <a:lnTo>
                  <a:pt x="50573" y="560500"/>
                </a:lnTo>
                <a:lnTo>
                  <a:pt x="55801" y="555626"/>
                </a:lnTo>
                <a:lnTo>
                  <a:pt x="61188" y="550752"/>
                </a:lnTo>
                <a:lnTo>
                  <a:pt x="66486" y="545878"/>
                </a:lnTo>
                <a:lnTo>
                  <a:pt x="71491" y="541004"/>
                </a:lnTo>
                <a:lnTo>
                  <a:pt x="76051" y="536130"/>
                </a:lnTo>
                <a:lnTo>
                  <a:pt x="80072" y="531256"/>
                </a:lnTo>
                <a:lnTo>
                  <a:pt x="83508" y="526382"/>
                </a:lnTo>
                <a:lnTo>
                  <a:pt x="86359" y="521508"/>
                </a:lnTo>
                <a:lnTo>
                  <a:pt x="88657" y="516634"/>
                </a:lnTo>
                <a:lnTo>
                  <a:pt x="90457" y="511760"/>
                </a:lnTo>
                <a:lnTo>
                  <a:pt x="91823" y="506887"/>
                </a:lnTo>
                <a:lnTo>
                  <a:pt x="92824" y="502013"/>
                </a:lnTo>
                <a:lnTo>
                  <a:pt x="93524" y="497139"/>
                </a:lnTo>
                <a:lnTo>
                  <a:pt x="93983" y="492265"/>
                </a:lnTo>
                <a:lnTo>
                  <a:pt x="94252" y="487391"/>
                </a:lnTo>
                <a:lnTo>
                  <a:pt x="94374" y="482517"/>
                </a:lnTo>
                <a:lnTo>
                  <a:pt x="94387" y="477643"/>
                </a:lnTo>
                <a:lnTo>
                  <a:pt x="94321" y="472769"/>
                </a:lnTo>
                <a:lnTo>
                  <a:pt x="94200" y="467895"/>
                </a:lnTo>
                <a:lnTo>
                  <a:pt x="94046" y="463021"/>
                </a:lnTo>
                <a:lnTo>
                  <a:pt x="93873" y="458147"/>
                </a:lnTo>
                <a:lnTo>
                  <a:pt x="93696" y="453274"/>
                </a:lnTo>
                <a:lnTo>
                  <a:pt x="93522" y="448400"/>
                </a:lnTo>
                <a:lnTo>
                  <a:pt x="93360" y="443526"/>
                </a:lnTo>
                <a:lnTo>
                  <a:pt x="93211" y="438652"/>
                </a:lnTo>
                <a:lnTo>
                  <a:pt x="93079" y="433778"/>
                </a:lnTo>
                <a:lnTo>
                  <a:pt x="92965" y="428904"/>
                </a:lnTo>
                <a:lnTo>
                  <a:pt x="92872" y="424030"/>
                </a:lnTo>
                <a:lnTo>
                  <a:pt x="92800" y="419156"/>
                </a:lnTo>
                <a:lnTo>
                  <a:pt x="92756" y="414282"/>
                </a:lnTo>
                <a:lnTo>
                  <a:pt x="92745" y="409408"/>
                </a:lnTo>
                <a:lnTo>
                  <a:pt x="92772" y="404534"/>
                </a:lnTo>
                <a:lnTo>
                  <a:pt x="92845" y="399661"/>
                </a:lnTo>
                <a:lnTo>
                  <a:pt x="92968" y="394787"/>
                </a:lnTo>
                <a:lnTo>
                  <a:pt x="93142" y="389913"/>
                </a:lnTo>
                <a:lnTo>
                  <a:pt x="93368" y="385039"/>
                </a:lnTo>
                <a:lnTo>
                  <a:pt x="93637" y="380165"/>
                </a:lnTo>
                <a:lnTo>
                  <a:pt x="93938" y="375291"/>
                </a:lnTo>
                <a:lnTo>
                  <a:pt x="94258" y="370417"/>
                </a:lnTo>
                <a:lnTo>
                  <a:pt x="94577" y="365543"/>
                </a:lnTo>
                <a:lnTo>
                  <a:pt x="94876" y="360669"/>
                </a:lnTo>
                <a:lnTo>
                  <a:pt x="95134" y="355795"/>
                </a:lnTo>
                <a:lnTo>
                  <a:pt x="95336" y="350921"/>
                </a:lnTo>
                <a:lnTo>
                  <a:pt x="95467" y="346048"/>
                </a:lnTo>
                <a:lnTo>
                  <a:pt x="95520" y="341174"/>
                </a:lnTo>
                <a:lnTo>
                  <a:pt x="95493" y="336300"/>
                </a:lnTo>
                <a:lnTo>
                  <a:pt x="95391" y="331426"/>
                </a:lnTo>
                <a:lnTo>
                  <a:pt x="95227" y="326552"/>
                </a:lnTo>
                <a:lnTo>
                  <a:pt x="95017" y="321678"/>
                </a:lnTo>
                <a:lnTo>
                  <a:pt x="94783" y="316804"/>
                </a:lnTo>
                <a:lnTo>
                  <a:pt x="94548" y="311930"/>
                </a:lnTo>
                <a:lnTo>
                  <a:pt x="94337" y="307056"/>
                </a:lnTo>
                <a:lnTo>
                  <a:pt x="94171" y="302182"/>
                </a:lnTo>
                <a:lnTo>
                  <a:pt x="94068" y="297308"/>
                </a:lnTo>
                <a:lnTo>
                  <a:pt x="94040" y="292435"/>
                </a:lnTo>
                <a:lnTo>
                  <a:pt x="94093" y="287561"/>
                </a:lnTo>
                <a:lnTo>
                  <a:pt x="94224" y="282687"/>
                </a:lnTo>
                <a:lnTo>
                  <a:pt x="94425" y="277813"/>
                </a:lnTo>
                <a:lnTo>
                  <a:pt x="94682" y="272939"/>
                </a:lnTo>
                <a:lnTo>
                  <a:pt x="94975" y="268065"/>
                </a:lnTo>
                <a:lnTo>
                  <a:pt x="95286" y="263191"/>
                </a:lnTo>
                <a:lnTo>
                  <a:pt x="95592" y="258317"/>
                </a:lnTo>
                <a:lnTo>
                  <a:pt x="95874" y="253443"/>
                </a:lnTo>
                <a:lnTo>
                  <a:pt x="96116" y="248569"/>
                </a:lnTo>
                <a:lnTo>
                  <a:pt x="96303" y="243695"/>
                </a:lnTo>
                <a:lnTo>
                  <a:pt x="96427" y="238822"/>
                </a:lnTo>
                <a:lnTo>
                  <a:pt x="96481" y="233948"/>
                </a:lnTo>
                <a:lnTo>
                  <a:pt x="96464" y="229074"/>
                </a:lnTo>
                <a:lnTo>
                  <a:pt x="96377" y="224200"/>
                </a:lnTo>
                <a:lnTo>
                  <a:pt x="96221" y="219326"/>
                </a:lnTo>
                <a:lnTo>
                  <a:pt x="96001" y="214452"/>
                </a:lnTo>
                <a:lnTo>
                  <a:pt x="95722" y="209578"/>
                </a:lnTo>
                <a:lnTo>
                  <a:pt x="95390" y="204704"/>
                </a:lnTo>
                <a:lnTo>
                  <a:pt x="95011" y="199830"/>
                </a:lnTo>
                <a:lnTo>
                  <a:pt x="94594" y="194956"/>
                </a:lnTo>
                <a:lnTo>
                  <a:pt x="94147" y="190082"/>
                </a:lnTo>
                <a:lnTo>
                  <a:pt x="93684" y="185209"/>
                </a:lnTo>
                <a:lnTo>
                  <a:pt x="93218" y="180335"/>
                </a:lnTo>
                <a:lnTo>
                  <a:pt x="92766" y="175461"/>
                </a:lnTo>
                <a:lnTo>
                  <a:pt x="92347" y="170587"/>
                </a:lnTo>
                <a:lnTo>
                  <a:pt x="91979" y="165713"/>
                </a:lnTo>
                <a:lnTo>
                  <a:pt x="91683" y="160839"/>
                </a:lnTo>
                <a:lnTo>
                  <a:pt x="91477" y="155965"/>
                </a:lnTo>
                <a:lnTo>
                  <a:pt x="91373" y="151091"/>
                </a:lnTo>
                <a:lnTo>
                  <a:pt x="91380" y="146217"/>
                </a:lnTo>
                <a:lnTo>
                  <a:pt x="91502" y="141343"/>
                </a:lnTo>
                <a:lnTo>
                  <a:pt x="91733" y="136469"/>
                </a:lnTo>
                <a:lnTo>
                  <a:pt x="92062" y="131596"/>
                </a:lnTo>
                <a:lnTo>
                  <a:pt x="92468" y="126722"/>
                </a:lnTo>
                <a:lnTo>
                  <a:pt x="92926" y="121848"/>
                </a:lnTo>
                <a:lnTo>
                  <a:pt x="93404" y="116974"/>
                </a:lnTo>
                <a:lnTo>
                  <a:pt x="93865" y="112100"/>
                </a:lnTo>
                <a:lnTo>
                  <a:pt x="94267" y="107226"/>
                </a:lnTo>
                <a:lnTo>
                  <a:pt x="94559" y="102352"/>
                </a:lnTo>
                <a:lnTo>
                  <a:pt x="94683" y="97478"/>
                </a:lnTo>
                <a:lnTo>
                  <a:pt x="94572" y="92604"/>
                </a:lnTo>
                <a:lnTo>
                  <a:pt x="94146" y="87730"/>
                </a:lnTo>
                <a:lnTo>
                  <a:pt x="93309" y="82856"/>
                </a:lnTo>
                <a:lnTo>
                  <a:pt x="91955" y="77983"/>
                </a:lnTo>
                <a:lnTo>
                  <a:pt x="89966" y="73109"/>
                </a:lnTo>
                <a:lnTo>
                  <a:pt x="87222" y="68235"/>
                </a:lnTo>
                <a:lnTo>
                  <a:pt x="83608" y="63361"/>
                </a:lnTo>
                <a:lnTo>
                  <a:pt x="79031" y="58487"/>
                </a:lnTo>
                <a:lnTo>
                  <a:pt x="73437" y="53613"/>
                </a:lnTo>
                <a:lnTo>
                  <a:pt x="66829" y="48739"/>
                </a:lnTo>
                <a:lnTo>
                  <a:pt x="59286" y="43865"/>
                </a:lnTo>
                <a:lnTo>
                  <a:pt x="50975" y="38991"/>
                </a:lnTo>
                <a:lnTo>
                  <a:pt x="42156" y="34117"/>
                </a:lnTo>
                <a:lnTo>
                  <a:pt x="33175" y="29243"/>
                </a:lnTo>
                <a:lnTo>
                  <a:pt x="24453" y="24370"/>
                </a:lnTo>
                <a:lnTo>
                  <a:pt x="16447" y="19496"/>
                </a:lnTo>
                <a:lnTo>
                  <a:pt x="9622" y="14622"/>
                </a:lnTo>
                <a:lnTo>
                  <a:pt x="4400" y="9748"/>
                </a:lnTo>
                <a:lnTo>
                  <a:pt x="1119" y="4874"/>
                </a:lnTo>
                <a:lnTo>
                  <a:pt x="0" y="0"/>
                </a:lnTo>
                <a:lnTo>
                  <a:pt x="196140" y="0"/>
                </a:lnTo>
                <a:lnTo>
                  <a:pt x="196140" y="0"/>
                </a:lnTo>
                <a:lnTo>
                  <a:pt x="195021" y="4874"/>
                </a:lnTo>
                <a:lnTo>
                  <a:pt x="191741" y="9748"/>
                </a:lnTo>
                <a:lnTo>
                  <a:pt x="186518" y="14622"/>
                </a:lnTo>
                <a:lnTo>
                  <a:pt x="179693" y="19496"/>
                </a:lnTo>
                <a:lnTo>
                  <a:pt x="171688" y="24370"/>
                </a:lnTo>
                <a:lnTo>
                  <a:pt x="162965" y="29243"/>
                </a:lnTo>
                <a:lnTo>
                  <a:pt x="153985" y="34117"/>
                </a:lnTo>
                <a:lnTo>
                  <a:pt x="145165" y="38991"/>
                </a:lnTo>
                <a:lnTo>
                  <a:pt x="136854" y="43865"/>
                </a:lnTo>
                <a:lnTo>
                  <a:pt x="129311" y="48739"/>
                </a:lnTo>
                <a:lnTo>
                  <a:pt x="122703" y="53613"/>
                </a:lnTo>
                <a:lnTo>
                  <a:pt x="117109" y="58487"/>
                </a:lnTo>
                <a:lnTo>
                  <a:pt x="112532" y="63361"/>
                </a:lnTo>
                <a:lnTo>
                  <a:pt x="108918" y="68235"/>
                </a:lnTo>
                <a:lnTo>
                  <a:pt x="106174" y="73109"/>
                </a:lnTo>
                <a:lnTo>
                  <a:pt x="104185" y="77983"/>
                </a:lnTo>
                <a:lnTo>
                  <a:pt x="102832" y="82856"/>
                </a:lnTo>
                <a:lnTo>
                  <a:pt x="101995" y="87730"/>
                </a:lnTo>
                <a:lnTo>
                  <a:pt x="101568" y="92604"/>
                </a:lnTo>
                <a:lnTo>
                  <a:pt x="101457" y="97478"/>
                </a:lnTo>
                <a:lnTo>
                  <a:pt x="101582" y="102352"/>
                </a:lnTo>
                <a:lnTo>
                  <a:pt x="101873" y="107226"/>
                </a:lnTo>
                <a:lnTo>
                  <a:pt x="102275" y="112100"/>
                </a:lnTo>
                <a:lnTo>
                  <a:pt x="102736" y="116974"/>
                </a:lnTo>
                <a:lnTo>
                  <a:pt x="103215" y="121848"/>
                </a:lnTo>
                <a:lnTo>
                  <a:pt x="103673" y="126722"/>
                </a:lnTo>
                <a:lnTo>
                  <a:pt x="104079" y="131596"/>
                </a:lnTo>
                <a:lnTo>
                  <a:pt x="104407" y="136469"/>
                </a:lnTo>
                <a:lnTo>
                  <a:pt x="104638" y="141343"/>
                </a:lnTo>
                <a:lnTo>
                  <a:pt x="104760" y="146217"/>
                </a:lnTo>
                <a:lnTo>
                  <a:pt x="104768" y="151091"/>
                </a:lnTo>
                <a:lnTo>
                  <a:pt x="104664" y="155965"/>
                </a:lnTo>
                <a:lnTo>
                  <a:pt x="104457" y="160839"/>
                </a:lnTo>
                <a:lnTo>
                  <a:pt x="104161" y="165713"/>
                </a:lnTo>
                <a:lnTo>
                  <a:pt x="103793" y="170587"/>
                </a:lnTo>
                <a:lnTo>
                  <a:pt x="103374" y="175461"/>
                </a:lnTo>
                <a:lnTo>
                  <a:pt x="102922" y="180335"/>
                </a:lnTo>
                <a:lnTo>
                  <a:pt x="102456" y="185209"/>
                </a:lnTo>
                <a:lnTo>
                  <a:pt x="101993" y="190082"/>
                </a:lnTo>
                <a:lnTo>
                  <a:pt x="101547" y="194956"/>
                </a:lnTo>
                <a:lnTo>
                  <a:pt x="101130" y="199830"/>
                </a:lnTo>
                <a:lnTo>
                  <a:pt x="100751" y="204704"/>
                </a:lnTo>
                <a:lnTo>
                  <a:pt x="100419" y="209578"/>
                </a:lnTo>
                <a:lnTo>
                  <a:pt x="100139" y="214452"/>
                </a:lnTo>
                <a:lnTo>
                  <a:pt x="99920" y="219326"/>
                </a:lnTo>
                <a:lnTo>
                  <a:pt x="99764" y="224200"/>
                </a:lnTo>
                <a:lnTo>
                  <a:pt x="99676" y="229074"/>
                </a:lnTo>
                <a:lnTo>
                  <a:pt x="99659" y="233948"/>
                </a:lnTo>
                <a:lnTo>
                  <a:pt x="99714" y="238822"/>
                </a:lnTo>
                <a:lnTo>
                  <a:pt x="99837" y="243695"/>
                </a:lnTo>
                <a:lnTo>
                  <a:pt x="100025" y="248569"/>
                </a:lnTo>
                <a:lnTo>
                  <a:pt x="100266" y="253443"/>
                </a:lnTo>
                <a:lnTo>
                  <a:pt x="100548" y="258317"/>
                </a:lnTo>
                <a:lnTo>
                  <a:pt x="100854" y="263191"/>
                </a:lnTo>
                <a:lnTo>
                  <a:pt x="101165" y="268065"/>
                </a:lnTo>
                <a:lnTo>
                  <a:pt x="101459" y="272939"/>
                </a:lnTo>
                <a:lnTo>
                  <a:pt x="101715" y="277813"/>
                </a:lnTo>
                <a:lnTo>
                  <a:pt x="101916" y="282687"/>
                </a:lnTo>
                <a:lnTo>
                  <a:pt x="102048" y="287561"/>
                </a:lnTo>
                <a:lnTo>
                  <a:pt x="102100" y="292435"/>
                </a:lnTo>
                <a:lnTo>
                  <a:pt x="102072" y="297308"/>
                </a:lnTo>
                <a:lnTo>
                  <a:pt x="101970" y="302182"/>
                </a:lnTo>
                <a:lnTo>
                  <a:pt x="101804" y="307056"/>
                </a:lnTo>
                <a:lnTo>
                  <a:pt x="101592" y="311930"/>
                </a:lnTo>
                <a:lnTo>
                  <a:pt x="101358" y="316804"/>
                </a:lnTo>
                <a:lnTo>
                  <a:pt x="101124" y="321678"/>
                </a:lnTo>
                <a:lnTo>
                  <a:pt x="100914" y="326552"/>
                </a:lnTo>
                <a:lnTo>
                  <a:pt x="100749" y="331426"/>
                </a:lnTo>
                <a:lnTo>
                  <a:pt x="100648" y="336300"/>
                </a:lnTo>
                <a:lnTo>
                  <a:pt x="100621" y="341174"/>
                </a:lnTo>
                <a:lnTo>
                  <a:pt x="100674" y="346048"/>
                </a:lnTo>
                <a:lnTo>
                  <a:pt x="100805" y="350921"/>
                </a:lnTo>
                <a:lnTo>
                  <a:pt x="101006" y="355795"/>
                </a:lnTo>
                <a:lnTo>
                  <a:pt x="101265" y="360669"/>
                </a:lnTo>
                <a:lnTo>
                  <a:pt x="101563" y="365543"/>
                </a:lnTo>
                <a:lnTo>
                  <a:pt x="101882" y="370417"/>
                </a:lnTo>
                <a:lnTo>
                  <a:pt x="102202" y="375291"/>
                </a:lnTo>
                <a:lnTo>
                  <a:pt x="102504" y="380165"/>
                </a:lnTo>
                <a:lnTo>
                  <a:pt x="102773" y="385039"/>
                </a:lnTo>
                <a:lnTo>
                  <a:pt x="102998" y="389913"/>
                </a:lnTo>
                <a:lnTo>
                  <a:pt x="103173" y="394787"/>
                </a:lnTo>
                <a:lnTo>
                  <a:pt x="103295" y="399661"/>
                </a:lnTo>
                <a:lnTo>
                  <a:pt x="103368" y="404534"/>
                </a:lnTo>
                <a:lnTo>
                  <a:pt x="103396" y="409408"/>
                </a:lnTo>
                <a:lnTo>
                  <a:pt x="103384" y="414282"/>
                </a:lnTo>
                <a:lnTo>
                  <a:pt x="103340" y="419156"/>
                </a:lnTo>
                <a:lnTo>
                  <a:pt x="103269" y="424030"/>
                </a:lnTo>
                <a:lnTo>
                  <a:pt x="103175" y="428904"/>
                </a:lnTo>
                <a:lnTo>
                  <a:pt x="103061" y="433778"/>
                </a:lnTo>
                <a:lnTo>
                  <a:pt x="102929" y="438652"/>
                </a:lnTo>
                <a:lnTo>
                  <a:pt x="102781" y="443526"/>
                </a:lnTo>
                <a:lnTo>
                  <a:pt x="102618" y="448400"/>
                </a:lnTo>
                <a:lnTo>
                  <a:pt x="102445" y="453274"/>
                </a:lnTo>
                <a:lnTo>
                  <a:pt x="102267" y="458147"/>
                </a:lnTo>
                <a:lnTo>
                  <a:pt x="102095" y="463021"/>
                </a:lnTo>
                <a:lnTo>
                  <a:pt x="101940" y="467895"/>
                </a:lnTo>
                <a:lnTo>
                  <a:pt x="101819" y="472769"/>
                </a:lnTo>
                <a:lnTo>
                  <a:pt x="101753" y="477643"/>
                </a:lnTo>
                <a:lnTo>
                  <a:pt x="101766" y="482517"/>
                </a:lnTo>
                <a:lnTo>
                  <a:pt x="101889" y="487391"/>
                </a:lnTo>
                <a:lnTo>
                  <a:pt x="102158" y="492265"/>
                </a:lnTo>
                <a:lnTo>
                  <a:pt x="102617" y="497139"/>
                </a:lnTo>
                <a:lnTo>
                  <a:pt x="103317" y="502013"/>
                </a:lnTo>
                <a:lnTo>
                  <a:pt x="104317" y="506887"/>
                </a:lnTo>
                <a:lnTo>
                  <a:pt x="105683" y="511760"/>
                </a:lnTo>
                <a:lnTo>
                  <a:pt x="107483" y="516634"/>
                </a:lnTo>
                <a:lnTo>
                  <a:pt x="109782" y="521508"/>
                </a:lnTo>
                <a:lnTo>
                  <a:pt x="112633" y="526382"/>
                </a:lnTo>
                <a:lnTo>
                  <a:pt x="116069" y="531256"/>
                </a:lnTo>
                <a:lnTo>
                  <a:pt x="120089" y="536130"/>
                </a:lnTo>
                <a:lnTo>
                  <a:pt x="124650" y="541004"/>
                </a:lnTo>
                <a:lnTo>
                  <a:pt x="129654" y="545878"/>
                </a:lnTo>
                <a:lnTo>
                  <a:pt x="134952" y="550752"/>
                </a:lnTo>
                <a:lnTo>
                  <a:pt x="140339" y="555626"/>
                </a:lnTo>
                <a:lnTo>
                  <a:pt x="145567" y="560500"/>
                </a:lnTo>
                <a:lnTo>
                  <a:pt x="150365" y="565373"/>
                </a:lnTo>
                <a:lnTo>
                  <a:pt x="154454" y="570247"/>
                </a:lnTo>
                <a:lnTo>
                  <a:pt x="157584" y="575121"/>
                </a:lnTo>
                <a:lnTo>
                  <a:pt x="159550" y="579995"/>
                </a:lnTo>
                <a:lnTo>
                  <a:pt x="160221" y="584869"/>
                </a:lnTo>
                <a:lnTo>
                  <a:pt x="160221" y="584869"/>
                </a:lnTo>
                <a:close/>
              </a:path>
            </a:pathLst>
          </a:custGeom>
          <a:solidFill>
            <a:srgbClr val="00878B">
              <a:alpha val="12000"/>
            </a:srgbClr>
          </a:solidFill>
          <a:ln w="6985">
            <a:solidFill>
              <a:srgbClr val="00878B">
                <a:alpha val="12000"/>
              </a:srgbClr>
            </a:solidFill>
            <a:prstDash val="solid"/>
          </a:ln>
        </p:spPr>
      </p:sp>
      <p:sp>
        <p:nvSpPr>
          <p:cNvPr id="2739" name="03_assume_matched_8036">
            <a:extLst>
              <a:ext uri="{FF2B5EF4-FFF2-40B4-BE49-F238E27FC236}">
                <a16:creationId xmlns:a16="http://schemas.microsoft.com/office/drawing/2014/main" id="{8093C5E5-4A68-4336-AB5A-E202882A8F88}"/>
              </a:ext>
            </a:extLst>
          </p:cNvPr>
          <p:cNvSpPr>
            <a:spLocks noGrp="1"/>
          </p:cNvSpPr>
          <p:nvPr/>
        </p:nvSpPr>
        <p:spPr>
          <a:xfrm>
            <a:off x="790996"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0" name="03_assume_matched_8037">
            <a:extLst>
              <a:ext uri="{FF2B5EF4-FFF2-40B4-BE49-F238E27FC236}">
                <a16:creationId xmlns:a16="http://schemas.microsoft.com/office/drawing/2014/main" id="{09F76F0A-9FD7-4461-9D57-749A3828B3A1}"/>
              </a:ext>
            </a:extLst>
          </p:cNvPr>
          <p:cNvSpPr>
            <a:spLocks noGrp="1"/>
          </p:cNvSpPr>
          <p:nvPr/>
        </p:nvSpPr>
        <p:spPr>
          <a:xfrm>
            <a:off x="1168189"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1" name="03_assume_matched_8038">
            <a:extLst>
              <a:ext uri="{FF2B5EF4-FFF2-40B4-BE49-F238E27FC236}">
                <a16:creationId xmlns:a16="http://schemas.microsoft.com/office/drawing/2014/main" id="{25018E20-51A1-4545-8478-C40E1B608576}"/>
              </a:ext>
            </a:extLst>
          </p:cNvPr>
          <p:cNvSpPr>
            <a:spLocks noGrp="1"/>
          </p:cNvSpPr>
          <p:nvPr/>
        </p:nvSpPr>
        <p:spPr>
          <a:xfrm>
            <a:off x="1545382"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2" name="03_assume_matched_8039">
            <a:extLst>
              <a:ext uri="{FF2B5EF4-FFF2-40B4-BE49-F238E27FC236}">
                <a16:creationId xmlns:a16="http://schemas.microsoft.com/office/drawing/2014/main" id="{1833795D-250F-47DD-B41E-9BE883769FD2}"/>
              </a:ext>
            </a:extLst>
          </p:cNvPr>
          <p:cNvSpPr>
            <a:spLocks noGrp="1"/>
          </p:cNvSpPr>
          <p:nvPr/>
        </p:nvSpPr>
        <p:spPr>
          <a:xfrm>
            <a:off x="2299768"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3" name="03_assume_matched_8040">
            <a:extLst>
              <a:ext uri="{FF2B5EF4-FFF2-40B4-BE49-F238E27FC236}">
                <a16:creationId xmlns:a16="http://schemas.microsoft.com/office/drawing/2014/main" id="{2671735E-B210-41B0-9F68-EA423A8329EE}"/>
              </a:ext>
            </a:extLst>
          </p:cNvPr>
          <p:cNvSpPr>
            <a:spLocks noGrp="1"/>
          </p:cNvSpPr>
          <p:nvPr/>
        </p:nvSpPr>
        <p:spPr>
          <a:xfrm>
            <a:off x="3054153"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4" name="03_assume_matched_8041">
            <a:extLst>
              <a:ext uri="{FF2B5EF4-FFF2-40B4-BE49-F238E27FC236}">
                <a16:creationId xmlns:a16="http://schemas.microsoft.com/office/drawing/2014/main" id="{4E37E914-8C77-4E23-B6FE-AB07B6ED487F}"/>
              </a:ext>
            </a:extLst>
          </p:cNvPr>
          <p:cNvSpPr>
            <a:spLocks noGrp="1"/>
          </p:cNvSpPr>
          <p:nvPr/>
        </p:nvSpPr>
        <p:spPr>
          <a:xfrm>
            <a:off x="768364" y="660923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745" name="03_assume_matched_8042">
            <a:extLst>
              <a:ext uri="{FF2B5EF4-FFF2-40B4-BE49-F238E27FC236}">
                <a16:creationId xmlns:a16="http://schemas.microsoft.com/office/drawing/2014/main" id="{0E634FBA-7B27-4481-AB32-C264A91A3C62}"/>
              </a:ext>
            </a:extLst>
          </p:cNvPr>
          <p:cNvSpPr>
            <a:spLocks noGrp="1"/>
          </p:cNvSpPr>
          <p:nvPr/>
        </p:nvSpPr>
        <p:spPr>
          <a:xfrm>
            <a:off x="730263" y="660923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746" name="text_8043">
            <a:extLst>
              <a:ext uri="{FF2B5EF4-FFF2-40B4-BE49-F238E27FC236}">
                <a16:creationId xmlns:a16="http://schemas.microsoft.com/office/drawing/2014/main" id="{7C0D033D-75EA-48B4-9F41-1010967C6A11}"/>
              </a:ext>
            </a:extLst>
          </p:cNvPr>
          <p:cNvSpPr>
            <a:spLocks noGrp="1"/>
          </p:cNvSpPr>
          <p:nvPr/>
        </p:nvSpPr>
        <p:spPr>
          <a:xfrm>
            <a:off x="640617" y="6569175"/>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2747" name="03_assume_matched_8044">
            <a:extLst>
              <a:ext uri="{FF2B5EF4-FFF2-40B4-BE49-F238E27FC236}">
                <a16:creationId xmlns:a16="http://schemas.microsoft.com/office/drawing/2014/main" id="{19E8FC5D-BB63-4307-9E5B-EF8C40014980}"/>
              </a:ext>
            </a:extLst>
          </p:cNvPr>
          <p:cNvSpPr>
            <a:spLocks noGrp="1"/>
          </p:cNvSpPr>
          <p:nvPr/>
        </p:nvSpPr>
        <p:spPr>
          <a:xfrm>
            <a:off x="768364" y="6316802"/>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748" name="03_assume_matched_8045">
            <a:extLst>
              <a:ext uri="{FF2B5EF4-FFF2-40B4-BE49-F238E27FC236}">
                <a16:creationId xmlns:a16="http://schemas.microsoft.com/office/drawing/2014/main" id="{A91FED7A-DAE1-4C8C-8D18-A5B0A82CB0E7}"/>
              </a:ext>
            </a:extLst>
          </p:cNvPr>
          <p:cNvSpPr>
            <a:spLocks noGrp="1"/>
          </p:cNvSpPr>
          <p:nvPr/>
        </p:nvSpPr>
        <p:spPr>
          <a:xfrm>
            <a:off x="730263" y="6316802"/>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749" name="text_8046">
            <a:extLst>
              <a:ext uri="{FF2B5EF4-FFF2-40B4-BE49-F238E27FC236}">
                <a16:creationId xmlns:a16="http://schemas.microsoft.com/office/drawing/2014/main" id="{296550D4-22CF-498C-9299-D21AA62FD99A}"/>
              </a:ext>
            </a:extLst>
          </p:cNvPr>
          <p:cNvSpPr>
            <a:spLocks noGrp="1"/>
          </p:cNvSpPr>
          <p:nvPr/>
        </p:nvSpPr>
        <p:spPr>
          <a:xfrm>
            <a:off x="589069" y="627674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2750" name="03_assume_matched_8047">
            <a:extLst>
              <a:ext uri="{FF2B5EF4-FFF2-40B4-BE49-F238E27FC236}">
                <a16:creationId xmlns:a16="http://schemas.microsoft.com/office/drawing/2014/main" id="{84EDBE83-E2F9-40B5-9168-847539514D73}"/>
              </a:ext>
            </a:extLst>
          </p:cNvPr>
          <p:cNvSpPr>
            <a:spLocks noGrp="1"/>
          </p:cNvSpPr>
          <p:nvPr/>
        </p:nvSpPr>
        <p:spPr>
          <a:xfrm>
            <a:off x="768364" y="602436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751" name="03_assume_matched_8048">
            <a:extLst>
              <a:ext uri="{FF2B5EF4-FFF2-40B4-BE49-F238E27FC236}">
                <a16:creationId xmlns:a16="http://schemas.microsoft.com/office/drawing/2014/main" id="{99823BB6-3C7D-4573-A5BF-9906CF6F00C3}"/>
              </a:ext>
            </a:extLst>
          </p:cNvPr>
          <p:cNvSpPr>
            <a:spLocks noGrp="1"/>
          </p:cNvSpPr>
          <p:nvPr/>
        </p:nvSpPr>
        <p:spPr>
          <a:xfrm>
            <a:off x="730263" y="602436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752" name="text_8049">
            <a:extLst>
              <a:ext uri="{FF2B5EF4-FFF2-40B4-BE49-F238E27FC236}">
                <a16:creationId xmlns:a16="http://schemas.microsoft.com/office/drawing/2014/main" id="{0414912E-97B4-4564-A839-C40E43ECF47B}"/>
              </a:ext>
            </a:extLst>
          </p:cNvPr>
          <p:cNvSpPr>
            <a:spLocks noGrp="1"/>
          </p:cNvSpPr>
          <p:nvPr/>
        </p:nvSpPr>
        <p:spPr>
          <a:xfrm>
            <a:off x="537523" y="5984306"/>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2753" name="text_8050">
            <a:extLst>
              <a:ext uri="{FF2B5EF4-FFF2-40B4-BE49-F238E27FC236}">
                <a16:creationId xmlns:a16="http://schemas.microsoft.com/office/drawing/2014/main" id="{CC30AF04-EC5E-4F0C-A957-A91418496C18}"/>
              </a:ext>
            </a:extLst>
          </p:cNvPr>
          <p:cNvSpPr>
            <a:spLocks noGrp="1"/>
          </p:cNvSpPr>
          <p:nvPr/>
        </p:nvSpPr>
        <p:spPr>
          <a:xfrm rot="-5400000">
            <a:off x="122797" y="6257271"/>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a:solidFill>
                  <a:srgbClr val="273744"/>
                </a:solidFill>
                <a:latin typeface="Arial"/>
                <a:ea typeface="Arial"/>
                <a:cs typeface="Arial"/>
              </a:rPr>
              <a:t>Completion (%)</a:t>
            </a:r>
          </a:p>
        </p:txBody>
      </p:sp>
      <p:sp>
        <p:nvSpPr>
          <p:cNvPr id="2754" name="03_assume_matched_8051">
            <a:extLst>
              <a:ext uri="{FF2B5EF4-FFF2-40B4-BE49-F238E27FC236}">
                <a16:creationId xmlns:a16="http://schemas.microsoft.com/office/drawing/2014/main" id="{83AF286C-EE03-4324-85CB-5693E413CFDC}"/>
              </a:ext>
            </a:extLst>
          </p:cNvPr>
          <p:cNvSpPr>
            <a:spLocks noGrp="1"/>
          </p:cNvSpPr>
          <p:nvPr/>
        </p:nvSpPr>
        <p:spPr>
          <a:xfrm>
            <a:off x="1205940" y="6302602"/>
            <a:ext cx="28398" cy="28398"/>
          </a:xfrm>
          <a:prstGeom prst="ellipse">
            <a:avLst/>
          </a:prstGeom>
          <a:solidFill>
            <a:srgbClr val="7F8C97">
              <a:alpha val="48000"/>
            </a:srgbClr>
          </a:solidFill>
          <a:ln w="0">
            <a:noFill/>
            <a:prstDash val="solid"/>
          </a:ln>
        </p:spPr>
      </p:sp>
      <p:sp>
        <p:nvSpPr>
          <p:cNvPr id="2755" name="03_assume_matched_8052">
            <a:extLst>
              <a:ext uri="{FF2B5EF4-FFF2-40B4-BE49-F238E27FC236}">
                <a16:creationId xmlns:a16="http://schemas.microsoft.com/office/drawing/2014/main" id="{01B2A925-088C-4B8C-9650-50588258021D}"/>
              </a:ext>
            </a:extLst>
          </p:cNvPr>
          <p:cNvSpPr>
            <a:spLocks noGrp="1"/>
          </p:cNvSpPr>
          <p:nvPr/>
        </p:nvSpPr>
        <p:spPr>
          <a:xfrm>
            <a:off x="1194427" y="6595037"/>
            <a:ext cx="28398" cy="28398"/>
          </a:xfrm>
          <a:prstGeom prst="ellipse">
            <a:avLst/>
          </a:prstGeom>
          <a:solidFill>
            <a:srgbClr val="7F8C97">
              <a:alpha val="48000"/>
            </a:srgbClr>
          </a:solidFill>
          <a:ln w="0">
            <a:noFill/>
            <a:prstDash val="solid"/>
          </a:ln>
        </p:spPr>
      </p:sp>
      <p:sp>
        <p:nvSpPr>
          <p:cNvPr id="2756" name="03_assume_matched_8053">
            <a:extLst>
              <a:ext uri="{FF2B5EF4-FFF2-40B4-BE49-F238E27FC236}">
                <a16:creationId xmlns:a16="http://schemas.microsoft.com/office/drawing/2014/main" id="{83E561EA-0565-4787-8A2B-B41F78748773}"/>
              </a:ext>
            </a:extLst>
          </p:cNvPr>
          <p:cNvSpPr>
            <a:spLocks noGrp="1"/>
          </p:cNvSpPr>
          <p:nvPr/>
        </p:nvSpPr>
        <p:spPr>
          <a:xfrm>
            <a:off x="1137295" y="6595037"/>
            <a:ext cx="28398" cy="28398"/>
          </a:xfrm>
          <a:prstGeom prst="ellipse">
            <a:avLst/>
          </a:prstGeom>
          <a:solidFill>
            <a:srgbClr val="7F8C97">
              <a:alpha val="48000"/>
            </a:srgbClr>
          </a:solidFill>
          <a:ln w="0">
            <a:noFill/>
            <a:prstDash val="solid"/>
          </a:ln>
        </p:spPr>
      </p:sp>
      <p:sp>
        <p:nvSpPr>
          <p:cNvPr id="2757" name="03_assume_matched_8054">
            <a:extLst>
              <a:ext uri="{FF2B5EF4-FFF2-40B4-BE49-F238E27FC236}">
                <a16:creationId xmlns:a16="http://schemas.microsoft.com/office/drawing/2014/main" id="{89D4D809-80A0-4419-A847-113B51DC3B6B}"/>
              </a:ext>
            </a:extLst>
          </p:cNvPr>
          <p:cNvSpPr>
            <a:spLocks noGrp="1"/>
          </p:cNvSpPr>
          <p:nvPr/>
        </p:nvSpPr>
        <p:spPr>
          <a:xfrm>
            <a:off x="1216157" y="6302602"/>
            <a:ext cx="28398" cy="28398"/>
          </a:xfrm>
          <a:prstGeom prst="ellipse">
            <a:avLst/>
          </a:prstGeom>
          <a:solidFill>
            <a:srgbClr val="7F8C97">
              <a:alpha val="48000"/>
            </a:srgbClr>
          </a:solidFill>
          <a:ln w="0">
            <a:noFill/>
            <a:prstDash val="solid"/>
          </a:ln>
        </p:spPr>
      </p:sp>
      <p:sp>
        <p:nvSpPr>
          <p:cNvPr id="2758" name="03_assume_matched_8055">
            <a:extLst>
              <a:ext uri="{FF2B5EF4-FFF2-40B4-BE49-F238E27FC236}">
                <a16:creationId xmlns:a16="http://schemas.microsoft.com/office/drawing/2014/main" id="{EB516530-3AA0-4A0F-84BF-AD7900B0505C}"/>
              </a:ext>
            </a:extLst>
          </p:cNvPr>
          <p:cNvSpPr>
            <a:spLocks noGrp="1"/>
          </p:cNvSpPr>
          <p:nvPr/>
        </p:nvSpPr>
        <p:spPr>
          <a:xfrm>
            <a:off x="1183922" y="6344379"/>
            <a:ext cx="28398" cy="28398"/>
          </a:xfrm>
          <a:prstGeom prst="ellipse">
            <a:avLst/>
          </a:prstGeom>
          <a:solidFill>
            <a:srgbClr val="7F8C97">
              <a:alpha val="48000"/>
            </a:srgbClr>
          </a:solidFill>
          <a:ln w="0">
            <a:noFill/>
            <a:prstDash val="solid"/>
          </a:ln>
        </p:spPr>
      </p:sp>
      <p:sp>
        <p:nvSpPr>
          <p:cNvPr id="2759" name="03_assume_matched_8056">
            <a:extLst>
              <a:ext uri="{FF2B5EF4-FFF2-40B4-BE49-F238E27FC236}">
                <a16:creationId xmlns:a16="http://schemas.microsoft.com/office/drawing/2014/main" id="{743547E9-1DC2-4FC8-9D13-9C8BFF74DFF6}"/>
              </a:ext>
            </a:extLst>
          </p:cNvPr>
          <p:cNvSpPr>
            <a:spLocks noGrp="1"/>
          </p:cNvSpPr>
          <p:nvPr/>
        </p:nvSpPr>
        <p:spPr>
          <a:xfrm>
            <a:off x="1088654" y="6329187"/>
            <a:ext cx="28398" cy="28398"/>
          </a:xfrm>
          <a:prstGeom prst="ellipse">
            <a:avLst/>
          </a:prstGeom>
          <a:solidFill>
            <a:srgbClr val="7F8C97">
              <a:alpha val="48000"/>
            </a:srgbClr>
          </a:solidFill>
          <a:ln w="0">
            <a:noFill/>
            <a:prstDash val="solid"/>
          </a:ln>
        </p:spPr>
      </p:sp>
      <p:sp>
        <p:nvSpPr>
          <p:cNvPr id="2760" name="03_assume_matched_8057">
            <a:extLst>
              <a:ext uri="{FF2B5EF4-FFF2-40B4-BE49-F238E27FC236}">
                <a16:creationId xmlns:a16="http://schemas.microsoft.com/office/drawing/2014/main" id="{3DDA0FEC-EFA4-462D-9347-1CB8472B9750}"/>
              </a:ext>
            </a:extLst>
          </p:cNvPr>
          <p:cNvSpPr>
            <a:spLocks noGrp="1"/>
          </p:cNvSpPr>
          <p:nvPr/>
        </p:nvSpPr>
        <p:spPr>
          <a:xfrm>
            <a:off x="1119306" y="6595037"/>
            <a:ext cx="28398" cy="28398"/>
          </a:xfrm>
          <a:prstGeom prst="ellipse">
            <a:avLst/>
          </a:prstGeom>
          <a:solidFill>
            <a:srgbClr val="7F8C97">
              <a:alpha val="48000"/>
            </a:srgbClr>
          </a:solidFill>
          <a:ln w="0">
            <a:noFill/>
            <a:prstDash val="solid"/>
          </a:ln>
        </p:spPr>
      </p:sp>
      <p:sp>
        <p:nvSpPr>
          <p:cNvPr id="2761" name="03_assume_matched_8058">
            <a:extLst>
              <a:ext uri="{FF2B5EF4-FFF2-40B4-BE49-F238E27FC236}">
                <a16:creationId xmlns:a16="http://schemas.microsoft.com/office/drawing/2014/main" id="{D7C6BFC5-AF28-46CF-AA7A-B915006E79DA}"/>
              </a:ext>
            </a:extLst>
          </p:cNvPr>
          <p:cNvSpPr>
            <a:spLocks noGrp="1"/>
          </p:cNvSpPr>
          <p:nvPr/>
        </p:nvSpPr>
        <p:spPr>
          <a:xfrm>
            <a:off x="1088366" y="6448819"/>
            <a:ext cx="28398" cy="28398"/>
          </a:xfrm>
          <a:prstGeom prst="ellipse">
            <a:avLst/>
          </a:prstGeom>
          <a:solidFill>
            <a:srgbClr val="7F8C97">
              <a:alpha val="48000"/>
            </a:srgbClr>
          </a:solidFill>
          <a:ln w="0">
            <a:noFill/>
            <a:prstDash val="solid"/>
          </a:ln>
        </p:spPr>
      </p:sp>
      <p:sp>
        <p:nvSpPr>
          <p:cNvPr id="2762" name="03_assume_matched_8059">
            <a:extLst>
              <a:ext uri="{FF2B5EF4-FFF2-40B4-BE49-F238E27FC236}">
                <a16:creationId xmlns:a16="http://schemas.microsoft.com/office/drawing/2014/main" id="{5458148C-A1F1-459A-9465-A56476DB4F5D}"/>
              </a:ext>
            </a:extLst>
          </p:cNvPr>
          <p:cNvSpPr>
            <a:spLocks noGrp="1"/>
          </p:cNvSpPr>
          <p:nvPr/>
        </p:nvSpPr>
        <p:spPr>
          <a:xfrm>
            <a:off x="1169675" y="6302602"/>
            <a:ext cx="28398" cy="28398"/>
          </a:xfrm>
          <a:prstGeom prst="ellipse">
            <a:avLst/>
          </a:prstGeom>
          <a:solidFill>
            <a:srgbClr val="7F8C97">
              <a:alpha val="48000"/>
            </a:srgbClr>
          </a:solidFill>
          <a:ln w="0">
            <a:noFill/>
            <a:prstDash val="solid"/>
          </a:ln>
        </p:spPr>
      </p:sp>
      <p:sp>
        <p:nvSpPr>
          <p:cNvPr id="2763" name="03_assume_matched_8060">
            <a:extLst>
              <a:ext uri="{FF2B5EF4-FFF2-40B4-BE49-F238E27FC236}">
                <a16:creationId xmlns:a16="http://schemas.microsoft.com/office/drawing/2014/main" id="{15A2B57F-C49D-45CA-8757-B1554EA73D0B}"/>
              </a:ext>
            </a:extLst>
          </p:cNvPr>
          <p:cNvSpPr>
            <a:spLocks noGrp="1"/>
          </p:cNvSpPr>
          <p:nvPr/>
        </p:nvSpPr>
        <p:spPr>
          <a:xfrm>
            <a:off x="1150966" y="6302602"/>
            <a:ext cx="28398" cy="28398"/>
          </a:xfrm>
          <a:prstGeom prst="ellipse">
            <a:avLst/>
          </a:prstGeom>
          <a:solidFill>
            <a:srgbClr val="7F8C97">
              <a:alpha val="48000"/>
            </a:srgbClr>
          </a:solidFill>
          <a:ln w="0">
            <a:noFill/>
            <a:prstDash val="solid"/>
          </a:ln>
        </p:spPr>
      </p:sp>
      <p:sp>
        <p:nvSpPr>
          <p:cNvPr id="2764" name="03_assume_matched_8061">
            <a:extLst>
              <a:ext uri="{FF2B5EF4-FFF2-40B4-BE49-F238E27FC236}">
                <a16:creationId xmlns:a16="http://schemas.microsoft.com/office/drawing/2014/main" id="{EAAC5E4E-B4B7-4677-885F-CDC9682E6649}"/>
              </a:ext>
            </a:extLst>
          </p:cNvPr>
          <p:cNvSpPr>
            <a:spLocks noGrp="1"/>
          </p:cNvSpPr>
          <p:nvPr/>
        </p:nvSpPr>
        <p:spPr>
          <a:xfrm>
            <a:off x="1135712" y="6595037"/>
            <a:ext cx="28398" cy="28398"/>
          </a:xfrm>
          <a:prstGeom prst="ellipse">
            <a:avLst/>
          </a:prstGeom>
          <a:solidFill>
            <a:srgbClr val="7F8C97">
              <a:alpha val="48000"/>
            </a:srgbClr>
          </a:solidFill>
          <a:ln w="0">
            <a:noFill/>
            <a:prstDash val="solid"/>
          </a:ln>
        </p:spPr>
      </p:sp>
      <p:sp>
        <p:nvSpPr>
          <p:cNvPr id="2765" name="03_assume_matched_8062">
            <a:extLst>
              <a:ext uri="{FF2B5EF4-FFF2-40B4-BE49-F238E27FC236}">
                <a16:creationId xmlns:a16="http://schemas.microsoft.com/office/drawing/2014/main" id="{6EF73913-44E9-448F-BB26-E11729EC8FA8}"/>
              </a:ext>
            </a:extLst>
          </p:cNvPr>
          <p:cNvSpPr>
            <a:spLocks noGrp="1"/>
          </p:cNvSpPr>
          <p:nvPr/>
        </p:nvSpPr>
        <p:spPr>
          <a:xfrm>
            <a:off x="1121465" y="6595037"/>
            <a:ext cx="28398" cy="28398"/>
          </a:xfrm>
          <a:prstGeom prst="ellipse">
            <a:avLst/>
          </a:prstGeom>
          <a:solidFill>
            <a:srgbClr val="7F8C97">
              <a:alpha val="48000"/>
            </a:srgbClr>
          </a:solidFill>
          <a:ln w="0">
            <a:noFill/>
            <a:prstDash val="solid"/>
          </a:ln>
        </p:spPr>
      </p:sp>
      <p:sp>
        <p:nvSpPr>
          <p:cNvPr id="2766" name="03_assume_matched_8063">
            <a:extLst>
              <a:ext uri="{FF2B5EF4-FFF2-40B4-BE49-F238E27FC236}">
                <a16:creationId xmlns:a16="http://schemas.microsoft.com/office/drawing/2014/main" id="{8BCC631C-1233-499A-95BA-9D41AA912CC6}"/>
              </a:ext>
            </a:extLst>
          </p:cNvPr>
          <p:cNvSpPr>
            <a:spLocks noGrp="1"/>
          </p:cNvSpPr>
          <p:nvPr/>
        </p:nvSpPr>
        <p:spPr>
          <a:xfrm>
            <a:off x="1137871" y="6595037"/>
            <a:ext cx="28398" cy="28398"/>
          </a:xfrm>
          <a:prstGeom prst="ellipse">
            <a:avLst/>
          </a:prstGeom>
          <a:solidFill>
            <a:srgbClr val="7F8C97">
              <a:alpha val="48000"/>
            </a:srgbClr>
          </a:solidFill>
          <a:ln w="0">
            <a:noFill/>
            <a:prstDash val="solid"/>
          </a:ln>
        </p:spPr>
      </p:sp>
      <p:sp>
        <p:nvSpPr>
          <p:cNvPr id="2767" name="03_assume_matched_8064">
            <a:extLst>
              <a:ext uri="{FF2B5EF4-FFF2-40B4-BE49-F238E27FC236}">
                <a16:creationId xmlns:a16="http://schemas.microsoft.com/office/drawing/2014/main" id="{150A9111-D957-4362-8B7E-238F383970F1}"/>
              </a:ext>
            </a:extLst>
          </p:cNvPr>
          <p:cNvSpPr>
            <a:spLocks noGrp="1"/>
          </p:cNvSpPr>
          <p:nvPr/>
        </p:nvSpPr>
        <p:spPr>
          <a:xfrm>
            <a:off x="1223065" y="6302602"/>
            <a:ext cx="28398" cy="28398"/>
          </a:xfrm>
          <a:prstGeom prst="ellipse">
            <a:avLst/>
          </a:prstGeom>
          <a:solidFill>
            <a:srgbClr val="7F8C97">
              <a:alpha val="48000"/>
            </a:srgbClr>
          </a:solidFill>
          <a:ln w="0">
            <a:noFill/>
            <a:prstDash val="solid"/>
          </a:ln>
        </p:spPr>
      </p:sp>
      <p:sp>
        <p:nvSpPr>
          <p:cNvPr id="2768" name="03_assume_matched_8065">
            <a:extLst>
              <a:ext uri="{FF2B5EF4-FFF2-40B4-BE49-F238E27FC236}">
                <a16:creationId xmlns:a16="http://schemas.microsoft.com/office/drawing/2014/main" id="{228C9BE7-5011-4422-8ADF-664DD102EC1F}"/>
              </a:ext>
            </a:extLst>
          </p:cNvPr>
          <p:cNvSpPr>
            <a:spLocks noGrp="1"/>
          </p:cNvSpPr>
          <p:nvPr/>
        </p:nvSpPr>
        <p:spPr>
          <a:xfrm>
            <a:off x="1178021" y="6400080"/>
            <a:ext cx="28398" cy="28398"/>
          </a:xfrm>
          <a:prstGeom prst="ellipse">
            <a:avLst/>
          </a:prstGeom>
          <a:solidFill>
            <a:srgbClr val="7F8C97">
              <a:alpha val="48000"/>
            </a:srgbClr>
          </a:solidFill>
          <a:ln w="0">
            <a:noFill/>
            <a:prstDash val="solid"/>
          </a:ln>
        </p:spPr>
      </p:sp>
      <p:sp>
        <p:nvSpPr>
          <p:cNvPr id="2769" name="03_assume_matched_8066">
            <a:extLst>
              <a:ext uri="{FF2B5EF4-FFF2-40B4-BE49-F238E27FC236}">
                <a16:creationId xmlns:a16="http://schemas.microsoft.com/office/drawing/2014/main" id="{DF7F67B4-494F-4776-873D-E7E0E7D70F05}"/>
              </a:ext>
            </a:extLst>
          </p:cNvPr>
          <p:cNvSpPr>
            <a:spLocks noGrp="1"/>
          </p:cNvSpPr>
          <p:nvPr/>
        </p:nvSpPr>
        <p:spPr>
          <a:xfrm>
            <a:off x="1187807" y="6595037"/>
            <a:ext cx="28398" cy="28398"/>
          </a:xfrm>
          <a:prstGeom prst="ellipse">
            <a:avLst/>
          </a:prstGeom>
          <a:solidFill>
            <a:srgbClr val="7F8C97">
              <a:alpha val="48000"/>
            </a:srgbClr>
          </a:solidFill>
          <a:ln w="0">
            <a:noFill/>
            <a:prstDash val="solid"/>
          </a:ln>
        </p:spPr>
      </p:sp>
      <p:sp>
        <p:nvSpPr>
          <p:cNvPr id="2770" name="03_assume_matched_8067">
            <a:extLst>
              <a:ext uri="{FF2B5EF4-FFF2-40B4-BE49-F238E27FC236}">
                <a16:creationId xmlns:a16="http://schemas.microsoft.com/office/drawing/2014/main" id="{7CCC5508-60C9-459B-AD5A-C130BA74636F}"/>
              </a:ext>
            </a:extLst>
          </p:cNvPr>
          <p:cNvSpPr>
            <a:spLocks noGrp="1"/>
          </p:cNvSpPr>
          <p:nvPr/>
        </p:nvSpPr>
        <p:spPr>
          <a:xfrm>
            <a:off x="1124631" y="6530051"/>
            <a:ext cx="28398" cy="28398"/>
          </a:xfrm>
          <a:prstGeom prst="ellipse">
            <a:avLst/>
          </a:prstGeom>
          <a:solidFill>
            <a:srgbClr val="7F8C97">
              <a:alpha val="48000"/>
            </a:srgbClr>
          </a:solidFill>
          <a:ln w="0">
            <a:noFill/>
            <a:prstDash val="solid"/>
          </a:ln>
        </p:spPr>
      </p:sp>
      <p:sp>
        <p:nvSpPr>
          <p:cNvPr id="2771" name="03_assume_matched_8068">
            <a:extLst>
              <a:ext uri="{FF2B5EF4-FFF2-40B4-BE49-F238E27FC236}">
                <a16:creationId xmlns:a16="http://schemas.microsoft.com/office/drawing/2014/main" id="{9C20F8B4-BB53-43BE-BD0B-F8321D8445C4}"/>
              </a:ext>
            </a:extLst>
          </p:cNvPr>
          <p:cNvSpPr>
            <a:spLocks noGrp="1"/>
          </p:cNvSpPr>
          <p:nvPr/>
        </p:nvSpPr>
        <p:spPr>
          <a:xfrm>
            <a:off x="1215006" y="6595037"/>
            <a:ext cx="28398" cy="28398"/>
          </a:xfrm>
          <a:prstGeom prst="ellipse">
            <a:avLst/>
          </a:prstGeom>
          <a:solidFill>
            <a:srgbClr val="7F8C97">
              <a:alpha val="48000"/>
            </a:srgbClr>
          </a:solidFill>
          <a:ln w="0">
            <a:noFill/>
            <a:prstDash val="solid"/>
          </a:ln>
        </p:spPr>
      </p:sp>
      <p:sp>
        <p:nvSpPr>
          <p:cNvPr id="2772" name="03_assume_matched_8069">
            <a:extLst>
              <a:ext uri="{FF2B5EF4-FFF2-40B4-BE49-F238E27FC236}">
                <a16:creationId xmlns:a16="http://schemas.microsoft.com/office/drawing/2014/main" id="{AD77454D-11DF-48E8-B0CB-CF325B3D1D0C}"/>
              </a:ext>
            </a:extLst>
          </p:cNvPr>
          <p:cNvSpPr>
            <a:spLocks noGrp="1"/>
          </p:cNvSpPr>
          <p:nvPr/>
        </p:nvSpPr>
        <p:spPr>
          <a:xfrm>
            <a:off x="1188095" y="6382357"/>
            <a:ext cx="28398" cy="28398"/>
          </a:xfrm>
          <a:prstGeom prst="ellipse">
            <a:avLst/>
          </a:prstGeom>
          <a:solidFill>
            <a:srgbClr val="7F8C97">
              <a:alpha val="48000"/>
            </a:srgbClr>
          </a:solidFill>
          <a:ln w="0">
            <a:noFill/>
            <a:prstDash val="solid"/>
          </a:ln>
        </p:spPr>
      </p:sp>
      <p:sp>
        <p:nvSpPr>
          <p:cNvPr id="2773" name="03_assume_matched_8070">
            <a:extLst>
              <a:ext uri="{FF2B5EF4-FFF2-40B4-BE49-F238E27FC236}">
                <a16:creationId xmlns:a16="http://schemas.microsoft.com/office/drawing/2014/main" id="{653597C6-292C-4E50-9009-0862175C3A1D}"/>
              </a:ext>
            </a:extLst>
          </p:cNvPr>
          <p:cNvSpPr>
            <a:spLocks noGrp="1"/>
          </p:cNvSpPr>
          <p:nvPr/>
        </p:nvSpPr>
        <p:spPr>
          <a:xfrm>
            <a:off x="1105923" y="6595037"/>
            <a:ext cx="28398" cy="28398"/>
          </a:xfrm>
          <a:prstGeom prst="ellipse">
            <a:avLst/>
          </a:prstGeom>
          <a:solidFill>
            <a:srgbClr val="7F8C97">
              <a:alpha val="48000"/>
            </a:srgbClr>
          </a:solidFill>
          <a:ln w="0">
            <a:noFill/>
            <a:prstDash val="solid"/>
          </a:ln>
        </p:spPr>
      </p:sp>
      <p:sp>
        <p:nvSpPr>
          <p:cNvPr id="2774" name="03_assume_matched_8071">
            <a:extLst>
              <a:ext uri="{FF2B5EF4-FFF2-40B4-BE49-F238E27FC236}">
                <a16:creationId xmlns:a16="http://schemas.microsoft.com/office/drawing/2014/main" id="{7310206B-2036-4F90-AC23-6AA1CA28EEBC}"/>
              </a:ext>
            </a:extLst>
          </p:cNvPr>
          <p:cNvSpPr>
            <a:spLocks noGrp="1"/>
          </p:cNvSpPr>
          <p:nvPr/>
        </p:nvSpPr>
        <p:spPr>
          <a:xfrm>
            <a:off x="1113262" y="6361089"/>
            <a:ext cx="28398" cy="28398"/>
          </a:xfrm>
          <a:prstGeom prst="ellipse">
            <a:avLst/>
          </a:prstGeom>
          <a:solidFill>
            <a:srgbClr val="7F8C97">
              <a:alpha val="48000"/>
            </a:srgbClr>
          </a:solidFill>
          <a:ln w="0">
            <a:noFill/>
            <a:prstDash val="solid"/>
          </a:ln>
        </p:spPr>
      </p:sp>
      <p:sp>
        <p:nvSpPr>
          <p:cNvPr id="2775" name="03_assume_matched_8072">
            <a:extLst>
              <a:ext uri="{FF2B5EF4-FFF2-40B4-BE49-F238E27FC236}">
                <a16:creationId xmlns:a16="http://schemas.microsoft.com/office/drawing/2014/main" id="{5BA51257-5960-43EA-AECA-701A27C7E4E1}"/>
              </a:ext>
            </a:extLst>
          </p:cNvPr>
          <p:cNvSpPr>
            <a:spLocks noGrp="1"/>
          </p:cNvSpPr>
          <p:nvPr/>
        </p:nvSpPr>
        <p:spPr>
          <a:xfrm>
            <a:off x="1124487" y="6497559"/>
            <a:ext cx="28398" cy="28398"/>
          </a:xfrm>
          <a:prstGeom prst="ellipse">
            <a:avLst/>
          </a:prstGeom>
          <a:solidFill>
            <a:srgbClr val="7F8C97">
              <a:alpha val="48000"/>
            </a:srgbClr>
          </a:solidFill>
          <a:ln w="0">
            <a:noFill/>
            <a:prstDash val="solid"/>
          </a:ln>
        </p:spPr>
      </p:sp>
      <p:sp>
        <p:nvSpPr>
          <p:cNvPr id="2776" name="03_assume_matched_8073">
            <a:extLst>
              <a:ext uri="{FF2B5EF4-FFF2-40B4-BE49-F238E27FC236}">
                <a16:creationId xmlns:a16="http://schemas.microsoft.com/office/drawing/2014/main" id="{303BA63F-7419-42F8-BCEB-EB8503BC50F4}"/>
              </a:ext>
            </a:extLst>
          </p:cNvPr>
          <p:cNvSpPr>
            <a:spLocks noGrp="1"/>
          </p:cNvSpPr>
          <p:nvPr/>
        </p:nvSpPr>
        <p:spPr>
          <a:xfrm>
            <a:off x="1213855" y="6302602"/>
            <a:ext cx="28398" cy="28398"/>
          </a:xfrm>
          <a:prstGeom prst="ellipse">
            <a:avLst/>
          </a:prstGeom>
          <a:solidFill>
            <a:srgbClr val="7F8C97">
              <a:alpha val="48000"/>
            </a:srgbClr>
          </a:solidFill>
          <a:ln w="0">
            <a:noFill/>
            <a:prstDash val="solid"/>
          </a:ln>
        </p:spPr>
      </p:sp>
      <p:sp>
        <p:nvSpPr>
          <p:cNvPr id="2777" name="03_assume_matched_8074">
            <a:extLst>
              <a:ext uri="{FF2B5EF4-FFF2-40B4-BE49-F238E27FC236}">
                <a16:creationId xmlns:a16="http://schemas.microsoft.com/office/drawing/2014/main" id="{A916447D-B494-4E8F-96DC-B327983F735C}"/>
              </a:ext>
            </a:extLst>
          </p:cNvPr>
          <p:cNvSpPr>
            <a:spLocks noGrp="1"/>
          </p:cNvSpPr>
          <p:nvPr/>
        </p:nvSpPr>
        <p:spPr>
          <a:xfrm>
            <a:off x="1126790" y="6302602"/>
            <a:ext cx="28398" cy="28398"/>
          </a:xfrm>
          <a:prstGeom prst="ellipse">
            <a:avLst/>
          </a:prstGeom>
          <a:solidFill>
            <a:srgbClr val="7F8C97">
              <a:alpha val="48000"/>
            </a:srgbClr>
          </a:solidFill>
          <a:ln w="0">
            <a:noFill/>
            <a:prstDash val="solid"/>
          </a:ln>
        </p:spPr>
      </p:sp>
      <p:sp>
        <p:nvSpPr>
          <p:cNvPr id="2778" name="03_assume_matched_8075">
            <a:extLst>
              <a:ext uri="{FF2B5EF4-FFF2-40B4-BE49-F238E27FC236}">
                <a16:creationId xmlns:a16="http://schemas.microsoft.com/office/drawing/2014/main" id="{6639EDC3-4BAF-4301-AFC2-B9660DE777BE}"/>
              </a:ext>
            </a:extLst>
          </p:cNvPr>
          <p:cNvSpPr>
            <a:spLocks noGrp="1"/>
          </p:cNvSpPr>
          <p:nvPr/>
        </p:nvSpPr>
        <p:spPr>
          <a:xfrm>
            <a:off x="1205796" y="6400080"/>
            <a:ext cx="28398" cy="28398"/>
          </a:xfrm>
          <a:prstGeom prst="ellipse">
            <a:avLst/>
          </a:prstGeom>
          <a:solidFill>
            <a:srgbClr val="7F8C97">
              <a:alpha val="48000"/>
            </a:srgbClr>
          </a:solidFill>
          <a:ln w="0">
            <a:noFill/>
            <a:prstDash val="solid"/>
          </a:ln>
        </p:spPr>
      </p:sp>
      <p:sp>
        <p:nvSpPr>
          <p:cNvPr id="2779" name="03_assume_matched_8076">
            <a:extLst>
              <a:ext uri="{FF2B5EF4-FFF2-40B4-BE49-F238E27FC236}">
                <a16:creationId xmlns:a16="http://schemas.microsoft.com/office/drawing/2014/main" id="{B74869F6-5713-43BF-8BDD-70BA8704E42B}"/>
              </a:ext>
            </a:extLst>
          </p:cNvPr>
          <p:cNvSpPr>
            <a:spLocks noGrp="1"/>
          </p:cNvSpPr>
          <p:nvPr/>
        </p:nvSpPr>
        <p:spPr>
          <a:xfrm>
            <a:off x="1206947" y="6302602"/>
            <a:ext cx="28398" cy="28398"/>
          </a:xfrm>
          <a:prstGeom prst="ellipse">
            <a:avLst/>
          </a:prstGeom>
          <a:solidFill>
            <a:srgbClr val="7F8C97">
              <a:alpha val="48000"/>
            </a:srgbClr>
          </a:solidFill>
          <a:ln w="0">
            <a:noFill/>
            <a:prstDash val="solid"/>
          </a:ln>
        </p:spPr>
      </p:sp>
      <p:sp>
        <p:nvSpPr>
          <p:cNvPr id="2780" name="03_assume_matched_8077">
            <a:extLst>
              <a:ext uri="{FF2B5EF4-FFF2-40B4-BE49-F238E27FC236}">
                <a16:creationId xmlns:a16="http://schemas.microsoft.com/office/drawing/2014/main" id="{A0F79212-178D-4F7E-91A6-D0C35F39CB83}"/>
              </a:ext>
            </a:extLst>
          </p:cNvPr>
          <p:cNvSpPr>
            <a:spLocks noGrp="1"/>
          </p:cNvSpPr>
          <p:nvPr/>
        </p:nvSpPr>
        <p:spPr>
          <a:xfrm>
            <a:off x="1210689" y="6595037"/>
            <a:ext cx="28398" cy="28398"/>
          </a:xfrm>
          <a:prstGeom prst="ellipse">
            <a:avLst/>
          </a:prstGeom>
          <a:solidFill>
            <a:srgbClr val="7F8C97">
              <a:alpha val="48000"/>
            </a:srgbClr>
          </a:solidFill>
          <a:ln w="0">
            <a:noFill/>
            <a:prstDash val="solid"/>
          </a:ln>
        </p:spPr>
      </p:sp>
      <p:sp>
        <p:nvSpPr>
          <p:cNvPr id="2781" name="03_assume_matched_8078">
            <a:extLst>
              <a:ext uri="{FF2B5EF4-FFF2-40B4-BE49-F238E27FC236}">
                <a16:creationId xmlns:a16="http://schemas.microsoft.com/office/drawing/2014/main" id="{AC8D6279-6C45-441E-8564-D3A6246EA93D}"/>
              </a:ext>
            </a:extLst>
          </p:cNvPr>
          <p:cNvSpPr>
            <a:spLocks noGrp="1"/>
          </p:cNvSpPr>
          <p:nvPr/>
        </p:nvSpPr>
        <p:spPr>
          <a:xfrm>
            <a:off x="1127941" y="6595037"/>
            <a:ext cx="28398" cy="28398"/>
          </a:xfrm>
          <a:prstGeom prst="ellipse">
            <a:avLst/>
          </a:prstGeom>
          <a:solidFill>
            <a:srgbClr val="7F8C97">
              <a:alpha val="48000"/>
            </a:srgbClr>
          </a:solidFill>
          <a:ln w="0">
            <a:noFill/>
            <a:prstDash val="solid"/>
          </a:ln>
        </p:spPr>
      </p:sp>
      <p:sp>
        <p:nvSpPr>
          <p:cNvPr id="2782" name="03_assume_matched_8079">
            <a:extLst>
              <a:ext uri="{FF2B5EF4-FFF2-40B4-BE49-F238E27FC236}">
                <a16:creationId xmlns:a16="http://schemas.microsoft.com/office/drawing/2014/main" id="{D3BBDE76-CE8E-448D-9943-7B650B1A6AA4}"/>
              </a:ext>
            </a:extLst>
          </p:cNvPr>
          <p:cNvSpPr>
            <a:spLocks noGrp="1"/>
          </p:cNvSpPr>
          <p:nvPr/>
        </p:nvSpPr>
        <p:spPr>
          <a:xfrm>
            <a:off x="1106211" y="6302602"/>
            <a:ext cx="28398" cy="28398"/>
          </a:xfrm>
          <a:prstGeom prst="ellipse">
            <a:avLst/>
          </a:prstGeom>
          <a:solidFill>
            <a:srgbClr val="7F8C97">
              <a:alpha val="48000"/>
            </a:srgbClr>
          </a:solidFill>
          <a:ln w="0">
            <a:noFill/>
            <a:prstDash val="solid"/>
          </a:ln>
        </p:spPr>
      </p:sp>
      <p:sp>
        <p:nvSpPr>
          <p:cNvPr id="2783" name="03_assume_matched_8080">
            <a:extLst>
              <a:ext uri="{FF2B5EF4-FFF2-40B4-BE49-F238E27FC236}">
                <a16:creationId xmlns:a16="http://schemas.microsoft.com/office/drawing/2014/main" id="{9C6D9B60-7ADF-4EE4-B07B-FBE931F1AF3D}"/>
              </a:ext>
            </a:extLst>
          </p:cNvPr>
          <p:cNvSpPr>
            <a:spLocks noGrp="1"/>
          </p:cNvSpPr>
          <p:nvPr/>
        </p:nvSpPr>
        <p:spPr>
          <a:xfrm>
            <a:off x="1189966" y="6595037"/>
            <a:ext cx="28398" cy="28398"/>
          </a:xfrm>
          <a:prstGeom prst="ellipse">
            <a:avLst/>
          </a:prstGeom>
          <a:solidFill>
            <a:srgbClr val="7F8C97">
              <a:alpha val="48000"/>
            </a:srgbClr>
          </a:solidFill>
          <a:ln w="0">
            <a:noFill/>
            <a:prstDash val="solid"/>
          </a:ln>
        </p:spPr>
      </p:sp>
      <p:sp>
        <p:nvSpPr>
          <p:cNvPr id="2784" name="03_assume_matched_8081">
            <a:extLst>
              <a:ext uri="{FF2B5EF4-FFF2-40B4-BE49-F238E27FC236}">
                <a16:creationId xmlns:a16="http://schemas.microsoft.com/office/drawing/2014/main" id="{D015DF0E-BEAB-4754-A96F-1351232EEA37}"/>
              </a:ext>
            </a:extLst>
          </p:cNvPr>
          <p:cNvSpPr>
            <a:spLocks noGrp="1"/>
          </p:cNvSpPr>
          <p:nvPr/>
        </p:nvSpPr>
        <p:spPr>
          <a:xfrm>
            <a:off x="1099447" y="6595037"/>
            <a:ext cx="28398" cy="28398"/>
          </a:xfrm>
          <a:prstGeom prst="ellipse">
            <a:avLst/>
          </a:prstGeom>
          <a:solidFill>
            <a:srgbClr val="7F8C97">
              <a:alpha val="48000"/>
            </a:srgbClr>
          </a:solidFill>
          <a:ln w="0">
            <a:noFill/>
            <a:prstDash val="solid"/>
          </a:ln>
        </p:spPr>
      </p:sp>
      <p:sp>
        <p:nvSpPr>
          <p:cNvPr id="2785" name="03_assume_matched_8082">
            <a:extLst>
              <a:ext uri="{FF2B5EF4-FFF2-40B4-BE49-F238E27FC236}">
                <a16:creationId xmlns:a16="http://schemas.microsoft.com/office/drawing/2014/main" id="{CA6EB04C-CEBC-4304-BD9B-D7AA38EABFF4}"/>
              </a:ext>
            </a:extLst>
          </p:cNvPr>
          <p:cNvSpPr>
            <a:spLocks noGrp="1"/>
          </p:cNvSpPr>
          <p:nvPr/>
        </p:nvSpPr>
        <p:spPr>
          <a:xfrm>
            <a:off x="1193563" y="6361089"/>
            <a:ext cx="28398" cy="28398"/>
          </a:xfrm>
          <a:prstGeom prst="ellipse">
            <a:avLst/>
          </a:prstGeom>
          <a:solidFill>
            <a:srgbClr val="7F8C97">
              <a:alpha val="48000"/>
            </a:srgbClr>
          </a:solidFill>
          <a:ln w="0">
            <a:noFill/>
            <a:prstDash val="solid"/>
          </a:ln>
        </p:spPr>
      </p:sp>
      <p:sp>
        <p:nvSpPr>
          <p:cNvPr id="2786" name="03_assume_matched_8083">
            <a:extLst>
              <a:ext uri="{FF2B5EF4-FFF2-40B4-BE49-F238E27FC236}">
                <a16:creationId xmlns:a16="http://schemas.microsoft.com/office/drawing/2014/main" id="{7BD463FF-0568-403B-A048-2EA542F5C32C}"/>
              </a:ext>
            </a:extLst>
          </p:cNvPr>
          <p:cNvSpPr>
            <a:spLocks noGrp="1"/>
          </p:cNvSpPr>
          <p:nvPr/>
        </p:nvSpPr>
        <p:spPr>
          <a:xfrm>
            <a:off x="1100742" y="6595037"/>
            <a:ext cx="28398" cy="28398"/>
          </a:xfrm>
          <a:prstGeom prst="ellipse">
            <a:avLst/>
          </a:prstGeom>
          <a:solidFill>
            <a:srgbClr val="7F8C97">
              <a:alpha val="48000"/>
            </a:srgbClr>
          </a:solidFill>
          <a:ln w="0">
            <a:noFill/>
            <a:prstDash val="solid"/>
          </a:ln>
        </p:spPr>
      </p:sp>
      <p:sp>
        <p:nvSpPr>
          <p:cNvPr id="2787" name="03_assume_matched_8084">
            <a:extLst>
              <a:ext uri="{FF2B5EF4-FFF2-40B4-BE49-F238E27FC236}">
                <a16:creationId xmlns:a16="http://schemas.microsoft.com/office/drawing/2014/main" id="{7DA476A0-C106-4045-A2FD-90D2B478A190}"/>
              </a:ext>
            </a:extLst>
          </p:cNvPr>
          <p:cNvSpPr>
            <a:spLocks noGrp="1"/>
          </p:cNvSpPr>
          <p:nvPr/>
        </p:nvSpPr>
        <p:spPr>
          <a:xfrm>
            <a:off x="1221194" y="6595037"/>
            <a:ext cx="28398" cy="28398"/>
          </a:xfrm>
          <a:prstGeom prst="ellipse">
            <a:avLst/>
          </a:prstGeom>
          <a:solidFill>
            <a:srgbClr val="7F8C97">
              <a:alpha val="48000"/>
            </a:srgbClr>
          </a:solidFill>
          <a:ln w="0">
            <a:noFill/>
            <a:prstDash val="solid"/>
          </a:ln>
        </p:spPr>
      </p:sp>
      <p:sp>
        <p:nvSpPr>
          <p:cNvPr id="2788" name="03_assume_matched_8085">
            <a:extLst>
              <a:ext uri="{FF2B5EF4-FFF2-40B4-BE49-F238E27FC236}">
                <a16:creationId xmlns:a16="http://schemas.microsoft.com/office/drawing/2014/main" id="{12A95C1E-38E5-412A-B6EB-C7C333FE34FA}"/>
              </a:ext>
            </a:extLst>
          </p:cNvPr>
          <p:cNvSpPr>
            <a:spLocks noGrp="1"/>
          </p:cNvSpPr>
          <p:nvPr/>
        </p:nvSpPr>
        <p:spPr>
          <a:xfrm>
            <a:off x="1199176" y="6595037"/>
            <a:ext cx="28398" cy="28398"/>
          </a:xfrm>
          <a:prstGeom prst="ellipse">
            <a:avLst/>
          </a:prstGeom>
          <a:solidFill>
            <a:srgbClr val="7F8C97">
              <a:alpha val="48000"/>
            </a:srgbClr>
          </a:solidFill>
          <a:ln w="0">
            <a:noFill/>
            <a:prstDash val="solid"/>
          </a:ln>
        </p:spPr>
      </p:sp>
      <p:sp>
        <p:nvSpPr>
          <p:cNvPr id="2789" name="03_assume_matched_8086">
            <a:extLst>
              <a:ext uri="{FF2B5EF4-FFF2-40B4-BE49-F238E27FC236}">
                <a16:creationId xmlns:a16="http://schemas.microsoft.com/office/drawing/2014/main" id="{715B0056-AD6F-46C9-93BF-2D9E6FDDF901}"/>
              </a:ext>
            </a:extLst>
          </p:cNvPr>
          <p:cNvSpPr>
            <a:spLocks noGrp="1"/>
          </p:cNvSpPr>
          <p:nvPr/>
        </p:nvSpPr>
        <p:spPr>
          <a:xfrm>
            <a:off x="1147081" y="6595037"/>
            <a:ext cx="28398" cy="28398"/>
          </a:xfrm>
          <a:prstGeom prst="ellipse">
            <a:avLst/>
          </a:prstGeom>
          <a:solidFill>
            <a:srgbClr val="7F8C97">
              <a:alpha val="48000"/>
            </a:srgbClr>
          </a:solidFill>
          <a:ln w="0">
            <a:noFill/>
            <a:prstDash val="solid"/>
          </a:ln>
        </p:spPr>
      </p:sp>
      <p:sp>
        <p:nvSpPr>
          <p:cNvPr id="2790" name="03_assume_matched_8087">
            <a:extLst>
              <a:ext uri="{FF2B5EF4-FFF2-40B4-BE49-F238E27FC236}">
                <a16:creationId xmlns:a16="http://schemas.microsoft.com/office/drawing/2014/main" id="{A5A935AF-9BFA-4818-96F7-A520620B337A}"/>
              </a:ext>
            </a:extLst>
          </p:cNvPr>
          <p:cNvSpPr>
            <a:spLocks noGrp="1"/>
          </p:cNvSpPr>
          <p:nvPr/>
        </p:nvSpPr>
        <p:spPr>
          <a:xfrm>
            <a:off x="1122760" y="6595037"/>
            <a:ext cx="28398" cy="28398"/>
          </a:xfrm>
          <a:prstGeom prst="ellipse">
            <a:avLst/>
          </a:prstGeom>
          <a:solidFill>
            <a:srgbClr val="7F8C97">
              <a:alpha val="48000"/>
            </a:srgbClr>
          </a:solidFill>
          <a:ln w="0">
            <a:noFill/>
            <a:prstDash val="solid"/>
          </a:ln>
        </p:spPr>
      </p:sp>
      <p:sp>
        <p:nvSpPr>
          <p:cNvPr id="2791" name="03_assume_matched_8088">
            <a:extLst>
              <a:ext uri="{FF2B5EF4-FFF2-40B4-BE49-F238E27FC236}">
                <a16:creationId xmlns:a16="http://schemas.microsoft.com/office/drawing/2014/main" id="{2D7C5DCA-2B1C-477C-B061-5AA567112DFE}"/>
              </a:ext>
            </a:extLst>
          </p:cNvPr>
          <p:cNvSpPr>
            <a:spLocks noGrp="1"/>
          </p:cNvSpPr>
          <p:nvPr/>
        </p:nvSpPr>
        <p:spPr>
          <a:xfrm>
            <a:off x="1225223" y="6595037"/>
            <a:ext cx="28398" cy="28398"/>
          </a:xfrm>
          <a:prstGeom prst="ellipse">
            <a:avLst/>
          </a:prstGeom>
          <a:solidFill>
            <a:srgbClr val="7F8C97">
              <a:alpha val="48000"/>
            </a:srgbClr>
          </a:solidFill>
          <a:ln w="0">
            <a:noFill/>
            <a:prstDash val="solid"/>
          </a:ln>
        </p:spPr>
      </p:sp>
      <p:sp>
        <p:nvSpPr>
          <p:cNvPr id="2792" name="03_assume_matched_8089">
            <a:extLst>
              <a:ext uri="{FF2B5EF4-FFF2-40B4-BE49-F238E27FC236}">
                <a16:creationId xmlns:a16="http://schemas.microsoft.com/office/drawing/2014/main" id="{1D639D0C-4829-4EFE-8A4F-0D43F3B667FB}"/>
              </a:ext>
            </a:extLst>
          </p:cNvPr>
          <p:cNvSpPr>
            <a:spLocks noGrp="1"/>
          </p:cNvSpPr>
          <p:nvPr/>
        </p:nvSpPr>
        <p:spPr>
          <a:xfrm>
            <a:off x="1172985" y="6595037"/>
            <a:ext cx="28398" cy="28398"/>
          </a:xfrm>
          <a:prstGeom prst="ellipse">
            <a:avLst/>
          </a:prstGeom>
          <a:solidFill>
            <a:srgbClr val="7F8C97">
              <a:alpha val="48000"/>
            </a:srgbClr>
          </a:solidFill>
          <a:ln w="0">
            <a:noFill/>
            <a:prstDash val="solid"/>
          </a:ln>
        </p:spPr>
      </p:sp>
      <p:sp>
        <p:nvSpPr>
          <p:cNvPr id="2793" name="03_assume_matched_8090">
            <a:extLst>
              <a:ext uri="{FF2B5EF4-FFF2-40B4-BE49-F238E27FC236}">
                <a16:creationId xmlns:a16="http://schemas.microsoft.com/office/drawing/2014/main" id="{C28F5282-EFAB-4267-9C15-F2B945465B65}"/>
              </a:ext>
            </a:extLst>
          </p:cNvPr>
          <p:cNvSpPr>
            <a:spLocks noGrp="1"/>
          </p:cNvSpPr>
          <p:nvPr/>
        </p:nvSpPr>
        <p:spPr>
          <a:xfrm>
            <a:off x="1205796" y="6595037"/>
            <a:ext cx="28398" cy="28398"/>
          </a:xfrm>
          <a:prstGeom prst="ellipse">
            <a:avLst/>
          </a:prstGeom>
          <a:solidFill>
            <a:srgbClr val="7F8C97">
              <a:alpha val="48000"/>
            </a:srgbClr>
          </a:solidFill>
          <a:ln w="0">
            <a:noFill/>
            <a:prstDash val="solid"/>
          </a:ln>
        </p:spPr>
      </p:sp>
      <p:sp>
        <p:nvSpPr>
          <p:cNvPr id="2794" name="03_assume_matched_8091">
            <a:extLst>
              <a:ext uri="{FF2B5EF4-FFF2-40B4-BE49-F238E27FC236}">
                <a16:creationId xmlns:a16="http://schemas.microsoft.com/office/drawing/2014/main" id="{2F17FA9F-71C9-4138-A382-88B7E86E6414}"/>
              </a:ext>
            </a:extLst>
          </p:cNvPr>
          <p:cNvSpPr>
            <a:spLocks noGrp="1"/>
          </p:cNvSpPr>
          <p:nvPr/>
        </p:nvSpPr>
        <p:spPr>
          <a:xfrm>
            <a:off x="1104916" y="6478063"/>
            <a:ext cx="28398" cy="28398"/>
          </a:xfrm>
          <a:prstGeom prst="ellipse">
            <a:avLst/>
          </a:prstGeom>
          <a:solidFill>
            <a:srgbClr val="7F8C97">
              <a:alpha val="48000"/>
            </a:srgbClr>
          </a:solidFill>
          <a:ln w="0">
            <a:noFill/>
            <a:prstDash val="solid"/>
          </a:ln>
        </p:spPr>
      </p:sp>
      <p:sp>
        <p:nvSpPr>
          <p:cNvPr id="2795" name="03_assume_matched_8092">
            <a:extLst>
              <a:ext uri="{FF2B5EF4-FFF2-40B4-BE49-F238E27FC236}">
                <a16:creationId xmlns:a16="http://schemas.microsoft.com/office/drawing/2014/main" id="{9B61AAE8-0121-4C12-A669-A8E8F18AB158}"/>
              </a:ext>
            </a:extLst>
          </p:cNvPr>
          <p:cNvSpPr>
            <a:spLocks noGrp="1"/>
          </p:cNvSpPr>
          <p:nvPr/>
        </p:nvSpPr>
        <p:spPr>
          <a:xfrm>
            <a:off x="1196873" y="6595037"/>
            <a:ext cx="28398" cy="28398"/>
          </a:xfrm>
          <a:prstGeom prst="ellipse">
            <a:avLst/>
          </a:prstGeom>
          <a:solidFill>
            <a:srgbClr val="7F8C97">
              <a:alpha val="48000"/>
            </a:srgbClr>
          </a:solidFill>
          <a:ln w="0">
            <a:noFill/>
            <a:prstDash val="solid"/>
          </a:ln>
        </p:spPr>
      </p:sp>
      <p:sp>
        <p:nvSpPr>
          <p:cNvPr id="2796" name="03_assume_matched_8093">
            <a:extLst>
              <a:ext uri="{FF2B5EF4-FFF2-40B4-BE49-F238E27FC236}">
                <a16:creationId xmlns:a16="http://schemas.microsoft.com/office/drawing/2014/main" id="{BA378B0F-21B3-43CF-8B60-AC7677A98548}"/>
              </a:ext>
            </a:extLst>
          </p:cNvPr>
          <p:cNvSpPr>
            <a:spLocks noGrp="1"/>
          </p:cNvSpPr>
          <p:nvPr/>
        </p:nvSpPr>
        <p:spPr>
          <a:xfrm>
            <a:off x="1176007" y="6497559"/>
            <a:ext cx="28398" cy="28398"/>
          </a:xfrm>
          <a:prstGeom prst="ellipse">
            <a:avLst/>
          </a:prstGeom>
          <a:solidFill>
            <a:srgbClr val="7F8C97">
              <a:alpha val="48000"/>
            </a:srgbClr>
          </a:solidFill>
          <a:ln w="0">
            <a:noFill/>
            <a:prstDash val="solid"/>
          </a:ln>
        </p:spPr>
      </p:sp>
      <p:sp>
        <p:nvSpPr>
          <p:cNvPr id="2797" name="03_assume_matched_8094">
            <a:extLst>
              <a:ext uri="{FF2B5EF4-FFF2-40B4-BE49-F238E27FC236}">
                <a16:creationId xmlns:a16="http://schemas.microsoft.com/office/drawing/2014/main" id="{1FCFED7D-3750-464C-9389-E87536675260}"/>
              </a:ext>
            </a:extLst>
          </p:cNvPr>
          <p:cNvSpPr>
            <a:spLocks noGrp="1"/>
          </p:cNvSpPr>
          <p:nvPr/>
        </p:nvSpPr>
        <p:spPr>
          <a:xfrm>
            <a:off x="1084624" y="6302602"/>
            <a:ext cx="28398" cy="28398"/>
          </a:xfrm>
          <a:prstGeom prst="ellipse">
            <a:avLst/>
          </a:prstGeom>
          <a:solidFill>
            <a:srgbClr val="7F8C97">
              <a:alpha val="48000"/>
            </a:srgbClr>
          </a:solidFill>
          <a:ln w="0">
            <a:noFill/>
            <a:prstDash val="solid"/>
          </a:ln>
        </p:spPr>
      </p:sp>
      <p:sp>
        <p:nvSpPr>
          <p:cNvPr id="2798" name="03_assume_matched_8095">
            <a:extLst>
              <a:ext uri="{FF2B5EF4-FFF2-40B4-BE49-F238E27FC236}">
                <a16:creationId xmlns:a16="http://schemas.microsoft.com/office/drawing/2014/main" id="{0BE52960-FF12-4E9D-B2FD-AC683406757C}"/>
              </a:ext>
            </a:extLst>
          </p:cNvPr>
          <p:cNvSpPr>
            <a:spLocks noGrp="1"/>
          </p:cNvSpPr>
          <p:nvPr/>
        </p:nvSpPr>
        <p:spPr>
          <a:xfrm>
            <a:off x="1143915" y="6595037"/>
            <a:ext cx="28398" cy="28398"/>
          </a:xfrm>
          <a:prstGeom prst="ellipse">
            <a:avLst/>
          </a:prstGeom>
          <a:solidFill>
            <a:srgbClr val="7F8C97">
              <a:alpha val="48000"/>
            </a:srgbClr>
          </a:solidFill>
          <a:ln w="0">
            <a:noFill/>
            <a:prstDash val="solid"/>
          </a:ln>
        </p:spPr>
      </p:sp>
      <p:sp>
        <p:nvSpPr>
          <p:cNvPr id="2799" name="03_assume_matched_8096">
            <a:extLst>
              <a:ext uri="{FF2B5EF4-FFF2-40B4-BE49-F238E27FC236}">
                <a16:creationId xmlns:a16="http://schemas.microsoft.com/office/drawing/2014/main" id="{0BE38490-C74C-4230-9F10-200170B9EAD7}"/>
              </a:ext>
            </a:extLst>
          </p:cNvPr>
          <p:cNvSpPr>
            <a:spLocks noGrp="1"/>
          </p:cNvSpPr>
          <p:nvPr/>
        </p:nvSpPr>
        <p:spPr>
          <a:xfrm>
            <a:off x="1126070" y="6595037"/>
            <a:ext cx="28398" cy="28398"/>
          </a:xfrm>
          <a:prstGeom prst="ellipse">
            <a:avLst/>
          </a:prstGeom>
          <a:solidFill>
            <a:srgbClr val="7F8C97">
              <a:alpha val="48000"/>
            </a:srgbClr>
          </a:solidFill>
          <a:ln w="0">
            <a:noFill/>
            <a:prstDash val="solid"/>
          </a:ln>
        </p:spPr>
      </p:sp>
      <p:sp>
        <p:nvSpPr>
          <p:cNvPr id="2800" name="03_assume_matched_8097">
            <a:extLst>
              <a:ext uri="{FF2B5EF4-FFF2-40B4-BE49-F238E27FC236}">
                <a16:creationId xmlns:a16="http://schemas.microsoft.com/office/drawing/2014/main" id="{1F612DD4-7941-428D-B464-059E0CAE2D57}"/>
              </a:ext>
            </a:extLst>
          </p:cNvPr>
          <p:cNvSpPr>
            <a:spLocks noGrp="1"/>
          </p:cNvSpPr>
          <p:nvPr/>
        </p:nvSpPr>
        <p:spPr>
          <a:xfrm>
            <a:off x="1158306" y="6302602"/>
            <a:ext cx="28398" cy="28398"/>
          </a:xfrm>
          <a:prstGeom prst="ellipse">
            <a:avLst/>
          </a:prstGeom>
          <a:solidFill>
            <a:srgbClr val="7F8C97">
              <a:alpha val="48000"/>
            </a:srgbClr>
          </a:solidFill>
          <a:ln w="0">
            <a:noFill/>
            <a:prstDash val="solid"/>
          </a:ln>
        </p:spPr>
      </p:sp>
      <p:sp>
        <p:nvSpPr>
          <p:cNvPr id="2801" name="03_assume_matched_8098">
            <a:extLst>
              <a:ext uri="{FF2B5EF4-FFF2-40B4-BE49-F238E27FC236}">
                <a16:creationId xmlns:a16="http://schemas.microsoft.com/office/drawing/2014/main" id="{552069F2-6D4F-4108-823C-0D1786F1B5AA}"/>
              </a:ext>
            </a:extLst>
          </p:cNvPr>
          <p:cNvSpPr>
            <a:spLocks noGrp="1"/>
          </p:cNvSpPr>
          <p:nvPr/>
        </p:nvSpPr>
        <p:spPr>
          <a:xfrm>
            <a:off x="1140173" y="6546298"/>
            <a:ext cx="28398" cy="28398"/>
          </a:xfrm>
          <a:prstGeom prst="ellipse">
            <a:avLst/>
          </a:prstGeom>
          <a:solidFill>
            <a:srgbClr val="7F8C97">
              <a:alpha val="48000"/>
            </a:srgbClr>
          </a:solidFill>
          <a:ln w="0">
            <a:noFill/>
            <a:prstDash val="solid"/>
          </a:ln>
        </p:spPr>
      </p:sp>
      <p:sp>
        <p:nvSpPr>
          <p:cNvPr id="2802" name="03_assume_matched_8099">
            <a:extLst>
              <a:ext uri="{FF2B5EF4-FFF2-40B4-BE49-F238E27FC236}">
                <a16:creationId xmlns:a16="http://schemas.microsoft.com/office/drawing/2014/main" id="{447A21F2-D4B5-4D73-BD6E-F0F7456A7A4F}"/>
              </a:ext>
            </a:extLst>
          </p:cNvPr>
          <p:cNvSpPr>
            <a:spLocks noGrp="1"/>
          </p:cNvSpPr>
          <p:nvPr/>
        </p:nvSpPr>
        <p:spPr>
          <a:xfrm>
            <a:off x="1202342" y="6448819"/>
            <a:ext cx="28398" cy="28398"/>
          </a:xfrm>
          <a:prstGeom prst="ellipse">
            <a:avLst/>
          </a:prstGeom>
          <a:solidFill>
            <a:srgbClr val="7F8C97">
              <a:alpha val="48000"/>
            </a:srgbClr>
          </a:solidFill>
          <a:ln w="0">
            <a:noFill/>
            <a:prstDash val="solid"/>
          </a:ln>
        </p:spPr>
      </p:sp>
      <p:sp>
        <p:nvSpPr>
          <p:cNvPr id="2803" name="03_assume_matched_8100">
            <a:extLst>
              <a:ext uri="{FF2B5EF4-FFF2-40B4-BE49-F238E27FC236}">
                <a16:creationId xmlns:a16="http://schemas.microsoft.com/office/drawing/2014/main" id="{4FC96114-1AA0-4329-8416-64A96FDC1F9A}"/>
              </a:ext>
            </a:extLst>
          </p:cNvPr>
          <p:cNvSpPr>
            <a:spLocks noGrp="1"/>
          </p:cNvSpPr>
          <p:nvPr/>
        </p:nvSpPr>
        <p:spPr>
          <a:xfrm>
            <a:off x="1100454" y="6302602"/>
            <a:ext cx="28398" cy="28398"/>
          </a:xfrm>
          <a:prstGeom prst="ellipse">
            <a:avLst/>
          </a:prstGeom>
          <a:solidFill>
            <a:srgbClr val="7F8C97">
              <a:alpha val="48000"/>
            </a:srgbClr>
          </a:solidFill>
          <a:ln w="0">
            <a:noFill/>
            <a:prstDash val="solid"/>
          </a:ln>
        </p:spPr>
      </p:sp>
      <p:sp>
        <p:nvSpPr>
          <p:cNvPr id="2804" name="03_assume_matched_8101">
            <a:extLst>
              <a:ext uri="{FF2B5EF4-FFF2-40B4-BE49-F238E27FC236}">
                <a16:creationId xmlns:a16="http://schemas.microsoft.com/office/drawing/2014/main" id="{C15222B6-68A8-4863-A540-98CEC2DB1D14}"/>
              </a:ext>
            </a:extLst>
          </p:cNvPr>
          <p:cNvSpPr>
            <a:spLocks noGrp="1"/>
          </p:cNvSpPr>
          <p:nvPr/>
        </p:nvSpPr>
        <p:spPr>
          <a:xfrm>
            <a:off x="1107074" y="6595037"/>
            <a:ext cx="28398" cy="28398"/>
          </a:xfrm>
          <a:prstGeom prst="ellipse">
            <a:avLst/>
          </a:prstGeom>
          <a:solidFill>
            <a:srgbClr val="7F8C97">
              <a:alpha val="48000"/>
            </a:srgbClr>
          </a:solidFill>
          <a:ln w="0">
            <a:noFill/>
            <a:prstDash val="solid"/>
          </a:ln>
        </p:spPr>
      </p:sp>
      <p:sp>
        <p:nvSpPr>
          <p:cNvPr id="2805" name="03_assume_matched_8102">
            <a:extLst>
              <a:ext uri="{FF2B5EF4-FFF2-40B4-BE49-F238E27FC236}">
                <a16:creationId xmlns:a16="http://schemas.microsoft.com/office/drawing/2014/main" id="{07AABA71-BC26-40D2-A212-200043739501}"/>
              </a:ext>
            </a:extLst>
          </p:cNvPr>
          <p:cNvSpPr>
            <a:spLocks noGrp="1"/>
          </p:cNvSpPr>
          <p:nvPr/>
        </p:nvSpPr>
        <p:spPr>
          <a:xfrm>
            <a:off x="1166940" y="6448819"/>
            <a:ext cx="28398" cy="28398"/>
          </a:xfrm>
          <a:prstGeom prst="ellipse">
            <a:avLst/>
          </a:prstGeom>
          <a:solidFill>
            <a:srgbClr val="7F8C97">
              <a:alpha val="48000"/>
            </a:srgbClr>
          </a:solidFill>
          <a:ln w="0">
            <a:noFill/>
            <a:prstDash val="solid"/>
          </a:ln>
        </p:spPr>
      </p:sp>
      <p:sp>
        <p:nvSpPr>
          <p:cNvPr id="2806" name="03_assume_matched_8103">
            <a:extLst>
              <a:ext uri="{FF2B5EF4-FFF2-40B4-BE49-F238E27FC236}">
                <a16:creationId xmlns:a16="http://schemas.microsoft.com/office/drawing/2014/main" id="{3D1DC70F-EA84-4884-96F0-98943AADDB56}"/>
              </a:ext>
            </a:extLst>
          </p:cNvPr>
          <p:cNvSpPr>
            <a:spLocks noGrp="1"/>
          </p:cNvSpPr>
          <p:nvPr/>
        </p:nvSpPr>
        <p:spPr>
          <a:xfrm>
            <a:off x="1165645" y="6302602"/>
            <a:ext cx="28398" cy="28398"/>
          </a:xfrm>
          <a:prstGeom prst="ellipse">
            <a:avLst/>
          </a:prstGeom>
          <a:solidFill>
            <a:srgbClr val="7F8C97">
              <a:alpha val="48000"/>
            </a:srgbClr>
          </a:solidFill>
          <a:ln w="0">
            <a:noFill/>
            <a:prstDash val="solid"/>
          </a:ln>
        </p:spPr>
      </p:sp>
      <p:sp>
        <p:nvSpPr>
          <p:cNvPr id="2807" name="03_assume_matched_8104">
            <a:extLst>
              <a:ext uri="{FF2B5EF4-FFF2-40B4-BE49-F238E27FC236}">
                <a16:creationId xmlns:a16="http://schemas.microsoft.com/office/drawing/2014/main" id="{34EC46A9-5650-4578-B0C3-F3208D4D4471}"/>
              </a:ext>
            </a:extLst>
          </p:cNvPr>
          <p:cNvSpPr>
            <a:spLocks noGrp="1"/>
          </p:cNvSpPr>
          <p:nvPr/>
        </p:nvSpPr>
        <p:spPr>
          <a:xfrm>
            <a:off x="1212416" y="6595037"/>
            <a:ext cx="28398" cy="28398"/>
          </a:xfrm>
          <a:prstGeom prst="ellipse">
            <a:avLst/>
          </a:prstGeom>
          <a:solidFill>
            <a:srgbClr val="7F8C97">
              <a:alpha val="48000"/>
            </a:srgbClr>
          </a:solidFill>
          <a:ln w="0">
            <a:noFill/>
            <a:prstDash val="solid"/>
          </a:ln>
        </p:spPr>
      </p:sp>
      <p:sp>
        <p:nvSpPr>
          <p:cNvPr id="2808" name="03_assume_matched_8105">
            <a:extLst>
              <a:ext uri="{FF2B5EF4-FFF2-40B4-BE49-F238E27FC236}">
                <a16:creationId xmlns:a16="http://schemas.microsoft.com/office/drawing/2014/main" id="{D0CAF87C-2FB5-4BA0-AE83-DCC7F7F50295}"/>
              </a:ext>
            </a:extLst>
          </p:cNvPr>
          <p:cNvSpPr>
            <a:spLocks noGrp="1"/>
          </p:cNvSpPr>
          <p:nvPr/>
        </p:nvSpPr>
        <p:spPr>
          <a:xfrm>
            <a:off x="1190685" y="6448819"/>
            <a:ext cx="28398" cy="28398"/>
          </a:xfrm>
          <a:prstGeom prst="ellipse">
            <a:avLst/>
          </a:prstGeom>
          <a:solidFill>
            <a:srgbClr val="7F8C97">
              <a:alpha val="48000"/>
            </a:srgbClr>
          </a:solidFill>
          <a:ln w="0">
            <a:noFill/>
            <a:prstDash val="solid"/>
          </a:ln>
        </p:spPr>
      </p:sp>
      <p:sp>
        <p:nvSpPr>
          <p:cNvPr id="2809" name="03_assume_matched_8106">
            <a:extLst>
              <a:ext uri="{FF2B5EF4-FFF2-40B4-BE49-F238E27FC236}">
                <a16:creationId xmlns:a16="http://schemas.microsoft.com/office/drawing/2014/main" id="{B9CC8381-75E5-4B66-A06E-04C259360CC0}"/>
              </a:ext>
            </a:extLst>
          </p:cNvPr>
          <p:cNvSpPr>
            <a:spLocks noGrp="1"/>
          </p:cNvSpPr>
          <p:nvPr/>
        </p:nvSpPr>
        <p:spPr>
          <a:xfrm>
            <a:off x="1122760" y="6595037"/>
            <a:ext cx="28398" cy="28398"/>
          </a:xfrm>
          <a:prstGeom prst="ellipse">
            <a:avLst/>
          </a:prstGeom>
          <a:solidFill>
            <a:srgbClr val="7F8C97">
              <a:alpha val="48000"/>
            </a:srgbClr>
          </a:solidFill>
          <a:ln w="0">
            <a:noFill/>
            <a:prstDash val="solid"/>
          </a:ln>
        </p:spPr>
      </p:sp>
      <p:sp>
        <p:nvSpPr>
          <p:cNvPr id="2810" name="03_assume_matched_8107">
            <a:extLst>
              <a:ext uri="{FF2B5EF4-FFF2-40B4-BE49-F238E27FC236}">
                <a16:creationId xmlns:a16="http://schemas.microsoft.com/office/drawing/2014/main" id="{08E3A064-BDBC-49E0-AA91-31278EE4C643}"/>
              </a:ext>
            </a:extLst>
          </p:cNvPr>
          <p:cNvSpPr>
            <a:spLocks noGrp="1"/>
          </p:cNvSpPr>
          <p:nvPr/>
        </p:nvSpPr>
        <p:spPr>
          <a:xfrm>
            <a:off x="1193563" y="6595037"/>
            <a:ext cx="28398" cy="28398"/>
          </a:xfrm>
          <a:prstGeom prst="ellipse">
            <a:avLst/>
          </a:prstGeom>
          <a:solidFill>
            <a:srgbClr val="7F8C97">
              <a:alpha val="48000"/>
            </a:srgbClr>
          </a:solidFill>
          <a:ln w="0">
            <a:noFill/>
            <a:prstDash val="solid"/>
          </a:ln>
        </p:spPr>
      </p:sp>
      <p:sp>
        <p:nvSpPr>
          <p:cNvPr id="2811" name="03_assume_matched_8108">
            <a:extLst>
              <a:ext uri="{FF2B5EF4-FFF2-40B4-BE49-F238E27FC236}">
                <a16:creationId xmlns:a16="http://schemas.microsoft.com/office/drawing/2014/main" id="{E8B83883-2FD6-4795-8168-14EF638E6796}"/>
              </a:ext>
            </a:extLst>
          </p:cNvPr>
          <p:cNvSpPr>
            <a:spLocks noGrp="1"/>
          </p:cNvSpPr>
          <p:nvPr/>
        </p:nvSpPr>
        <p:spPr>
          <a:xfrm>
            <a:off x="1181907" y="6595037"/>
            <a:ext cx="28398" cy="28398"/>
          </a:xfrm>
          <a:prstGeom prst="ellipse">
            <a:avLst/>
          </a:prstGeom>
          <a:solidFill>
            <a:srgbClr val="7F8C97">
              <a:alpha val="48000"/>
            </a:srgbClr>
          </a:solidFill>
          <a:ln w="0">
            <a:noFill/>
            <a:prstDash val="solid"/>
          </a:ln>
        </p:spPr>
      </p:sp>
      <p:sp>
        <p:nvSpPr>
          <p:cNvPr id="2812" name="03_assume_matched_8109">
            <a:extLst>
              <a:ext uri="{FF2B5EF4-FFF2-40B4-BE49-F238E27FC236}">
                <a16:creationId xmlns:a16="http://schemas.microsoft.com/office/drawing/2014/main" id="{FF578590-CE18-49FF-AB87-BCE87C03B556}"/>
              </a:ext>
            </a:extLst>
          </p:cNvPr>
          <p:cNvSpPr>
            <a:spLocks noGrp="1"/>
          </p:cNvSpPr>
          <p:nvPr/>
        </p:nvSpPr>
        <p:spPr>
          <a:xfrm>
            <a:off x="1188095" y="6595037"/>
            <a:ext cx="28398" cy="28398"/>
          </a:xfrm>
          <a:prstGeom prst="ellipse">
            <a:avLst/>
          </a:prstGeom>
          <a:solidFill>
            <a:srgbClr val="7F8C97">
              <a:alpha val="48000"/>
            </a:srgbClr>
          </a:solidFill>
          <a:ln w="0">
            <a:noFill/>
            <a:prstDash val="solid"/>
          </a:ln>
        </p:spPr>
      </p:sp>
      <p:sp>
        <p:nvSpPr>
          <p:cNvPr id="2813" name="03_assume_matched_8110">
            <a:extLst>
              <a:ext uri="{FF2B5EF4-FFF2-40B4-BE49-F238E27FC236}">
                <a16:creationId xmlns:a16="http://schemas.microsoft.com/office/drawing/2014/main" id="{BE0438E8-3AB8-42ED-9340-AEAAD2880B2F}"/>
              </a:ext>
            </a:extLst>
          </p:cNvPr>
          <p:cNvSpPr>
            <a:spLocks noGrp="1"/>
          </p:cNvSpPr>
          <p:nvPr/>
        </p:nvSpPr>
        <p:spPr>
          <a:xfrm>
            <a:off x="1201478" y="6595037"/>
            <a:ext cx="28398" cy="28398"/>
          </a:xfrm>
          <a:prstGeom prst="ellipse">
            <a:avLst/>
          </a:prstGeom>
          <a:solidFill>
            <a:srgbClr val="7F8C97">
              <a:alpha val="48000"/>
            </a:srgbClr>
          </a:solidFill>
          <a:ln w="0">
            <a:noFill/>
            <a:prstDash val="solid"/>
          </a:ln>
        </p:spPr>
      </p:sp>
      <p:sp>
        <p:nvSpPr>
          <p:cNvPr id="2814" name="03_assume_matched_8111">
            <a:extLst>
              <a:ext uri="{FF2B5EF4-FFF2-40B4-BE49-F238E27FC236}">
                <a16:creationId xmlns:a16="http://schemas.microsoft.com/office/drawing/2014/main" id="{FDE97060-DA2D-4698-9D4E-BF7D62E8B36D}"/>
              </a:ext>
            </a:extLst>
          </p:cNvPr>
          <p:cNvSpPr>
            <a:spLocks noGrp="1"/>
          </p:cNvSpPr>
          <p:nvPr/>
        </p:nvSpPr>
        <p:spPr>
          <a:xfrm>
            <a:off x="1110096" y="6302602"/>
            <a:ext cx="28398" cy="28398"/>
          </a:xfrm>
          <a:prstGeom prst="ellipse">
            <a:avLst/>
          </a:prstGeom>
          <a:solidFill>
            <a:srgbClr val="7F8C97">
              <a:alpha val="48000"/>
            </a:srgbClr>
          </a:solidFill>
          <a:ln w="0">
            <a:noFill/>
            <a:prstDash val="solid"/>
          </a:ln>
        </p:spPr>
      </p:sp>
      <p:sp>
        <p:nvSpPr>
          <p:cNvPr id="2815" name="03_assume_matched_8112">
            <a:extLst>
              <a:ext uri="{FF2B5EF4-FFF2-40B4-BE49-F238E27FC236}">
                <a16:creationId xmlns:a16="http://schemas.microsoft.com/office/drawing/2014/main" id="{1188655F-E89C-4BC1-A23A-AA07504ACB6C}"/>
              </a:ext>
            </a:extLst>
          </p:cNvPr>
          <p:cNvSpPr>
            <a:spLocks noGrp="1"/>
          </p:cNvSpPr>
          <p:nvPr/>
        </p:nvSpPr>
        <p:spPr>
          <a:xfrm>
            <a:off x="1099303" y="6302602"/>
            <a:ext cx="28398" cy="28398"/>
          </a:xfrm>
          <a:prstGeom prst="ellipse">
            <a:avLst/>
          </a:prstGeom>
          <a:solidFill>
            <a:srgbClr val="7F8C97">
              <a:alpha val="48000"/>
            </a:srgbClr>
          </a:solidFill>
          <a:ln w="0">
            <a:noFill/>
            <a:prstDash val="solid"/>
          </a:ln>
        </p:spPr>
      </p:sp>
      <p:sp>
        <p:nvSpPr>
          <p:cNvPr id="2816" name="03_assume_matched_8113">
            <a:extLst>
              <a:ext uri="{FF2B5EF4-FFF2-40B4-BE49-F238E27FC236}">
                <a16:creationId xmlns:a16="http://schemas.microsoft.com/office/drawing/2014/main" id="{4AE848CD-9E3D-46F8-85F7-253ED94D5273}"/>
              </a:ext>
            </a:extLst>
          </p:cNvPr>
          <p:cNvSpPr>
            <a:spLocks noGrp="1"/>
          </p:cNvSpPr>
          <p:nvPr/>
        </p:nvSpPr>
        <p:spPr>
          <a:xfrm>
            <a:off x="1182195" y="6302602"/>
            <a:ext cx="28398" cy="28398"/>
          </a:xfrm>
          <a:prstGeom prst="ellipse">
            <a:avLst/>
          </a:prstGeom>
          <a:solidFill>
            <a:srgbClr val="7F8C97">
              <a:alpha val="48000"/>
            </a:srgbClr>
          </a:solidFill>
          <a:ln w="0">
            <a:noFill/>
            <a:prstDash val="solid"/>
          </a:ln>
        </p:spPr>
      </p:sp>
      <p:sp>
        <p:nvSpPr>
          <p:cNvPr id="2817" name="03_assume_matched_8114">
            <a:extLst>
              <a:ext uri="{FF2B5EF4-FFF2-40B4-BE49-F238E27FC236}">
                <a16:creationId xmlns:a16="http://schemas.microsoft.com/office/drawing/2014/main" id="{E86F4C3C-9DE9-4338-92A1-92F09DEA2718}"/>
              </a:ext>
            </a:extLst>
          </p:cNvPr>
          <p:cNvSpPr>
            <a:spLocks noGrp="1"/>
          </p:cNvSpPr>
          <p:nvPr/>
        </p:nvSpPr>
        <p:spPr>
          <a:xfrm>
            <a:off x="1219323" y="6344379"/>
            <a:ext cx="28398" cy="28398"/>
          </a:xfrm>
          <a:prstGeom prst="ellipse">
            <a:avLst/>
          </a:prstGeom>
          <a:solidFill>
            <a:srgbClr val="7F8C97">
              <a:alpha val="48000"/>
            </a:srgbClr>
          </a:solidFill>
          <a:ln w="0">
            <a:noFill/>
            <a:prstDash val="solid"/>
          </a:ln>
        </p:spPr>
      </p:sp>
      <p:sp>
        <p:nvSpPr>
          <p:cNvPr id="2818" name="03_assume_matched_8115">
            <a:extLst>
              <a:ext uri="{FF2B5EF4-FFF2-40B4-BE49-F238E27FC236}">
                <a16:creationId xmlns:a16="http://schemas.microsoft.com/office/drawing/2014/main" id="{29293EF0-D27B-4DAE-B3A6-1DC236546803}"/>
              </a:ext>
            </a:extLst>
          </p:cNvPr>
          <p:cNvSpPr>
            <a:spLocks noGrp="1"/>
          </p:cNvSpPr>
          <p:nvPr/>
        </p:nvSpPr>
        <p:spPr>
          <a:xfrm>
            <a:off x="1225511" y="6302602"/>
            <a:ext cx="28398" cy="28398"/>
          </a:xfrm>
          <a:prstGeom prst="ellipse">
            <a:avLst/>
          </a:prstGeom>
          <a:solidFill>
            <a:srgbClr val="7F8C97">
              <a:alpha val="48000"/>
            </a:srgbClr>
          </a:solidFill>
          <a:ln w="0">
            <a:noFill/>
            <a:prstDash val="solid"/>
          </a:ln>
        </p:spPr>
      </p:sp>
      <p:sp>
        <p:nvSpPr>
          <p:cNvPr id="2819" name="03_assume_matched_8116">
            <a:extLst>
              <a:ext uri="{FF2B5EF4-FFF2-40B4-BE49-F238E27FC236}">
                <a16:creationId xmlns:a16="http://schemas.microsoft.com/office/drawing/2014/main" id="{009F1BB8-DBDE-4079-9B86-5623EE3406F7}"/>
              </a:ext>
            </a:extLst>
          </p:cNvPr>
          <p:cNvSpPr>
            <a:spLocks noGrp="1"/>
          </p:cNvSpPr>
          <p:nvPr/>
        </p:nvSpPr>
        <p:spPr>
          <a:xfrm>
            <a:off x="1136576" y="6595037"/>
            <a:ext cx="28398" cy="28398"/>
          </a:xfrm>
          <a:prstGeom prst="ellipse">
            <a:avLst/>
          </a:prstGeom>
          <a:solidFill>
            <a:srgbClr val="7F8C97">
              <a:alpha val="48000"/>
            </a:srgbClr>
          </a:solidFill>
          <a:ln w="0">
            <a:noFill/>
            <a:prstDash val="solid"/>
          </a:ln>
        </p:spPr>
      </p:sp>
      <p:sp>
        <p:nvSpPr>
          <p:cNvPr id="2820" name="03_assume_matched_8117">
            <a:extLst>
              <a:ext uri="{FF2B5EF4-FFF2-40B4-BE49-F238E27FC236}">
                <a16:creationId xmlns:a16="http://schemas.microsoft.com/office/drawing/2014/main" id="{C7A2AA11-5FC3-4E80-AC36-3EBA5DC08001}"/>
              </a:ext>
            </a:extLst>
          </p:cNvPr>
          <p:cNvSpPr>
            <a:spLocks noGrp="1"/>
          </p:cNvSpPr>
          <p:nvPr/>
        </p:nvSpPr>
        <p:spPr>
          <a:xfrm>
            <a:off x="1189390" y="6595037"/>
            <a:ext cx="28398" cy="28398"/>
          </a:xfrm>
          <a:prstGeom prst="ellipse">
            <a:avLst/>
          </a:prstGeom>
          <a:solidFill>
            <a:srgbClr val="7F8C97">
              <a:alpha val="48000"/>
            </a:srgbClr>
          </a:solidFill>
          <a:ln w="0">
            <a:noFill/>
            <a:prstDash val="solid"/>
          </a:ln>
        </p:spPr>
      </p:sp>
      <p:sp>
        <p:nvSpPr>
          <p:cNvPr id="2821" name="03_assume_matched_8118">
            <a:extLst>
              <a:ext uri="{FF2B5EF4-FFF2-40B4-BE49-F238E27FC236}">
                <a16:creationId xmlns:a16="http://schemas.microsoft.com/office/drawing/2014/main" id="{F28F9FE8-7708-4852-A6A3-BA8FDFEF9051}"/>
              </a:ext>
            </a:extLst>
          </p:cNvPr>
          <p:cNvSpPr>
            <a:spLocks noGrp="1"/>
          </p:cNvSpPr>
          <p:nvPr/>
        </p:nvSpPr>
        <p:spPr>
          <a:xfrm>
            <a:off x="1200327" y="6595037"/>
            <a:ext cx="28398" cy="28398"/>
          </a:xfrm>
          <a:prstGeom prst="ellipse">
            <a:avLst/>
          </a:prstGeom>
          <a:solidFill>
            <a:srgbClr val="7F8C97">
              <a:alpha val="48000"/>
            </a:srgbClr>
          </a:solidFill>
          <a:ln w="0">
            <a:noFill/>
            <a:prstDash val="solid"/>
          </a:ln>
        </p:spPr>
      </p:sp>
      <p:sp>
        <p:nvSpPr>
          <p:cNvPr id="2822" name="03_assume_matched_8119">
            <a:extLst>
              <a:ext uri="{FF2B5EF4-FFF2-40B4-BE49-F238E27FC236}">
                <a16:creationId xmlns:a16="http://schemas.microsoft.com/office/drawing/2014/main" id="{9897A07D-A265-4CCD-82FD-1A1DEDC8A3E2}"/>
              </a:ext>
            </a:extLst>
          </p:cNvPr>
          <p:cNvSpPr>
            <a:spLocks noGrp="1"/>
          </p:cNvSpPr>
          <p:nvPr/>
        </p:nvSpPr>
        <p:spPr>
          <a:xfrm>
            <a:off x="1217740" y="6595037"/>
            <a:ext cx="28398" cy="28398"/>
          </a:xfrm>
          <a:prstGeom prst="ellipse">
            <a:avLst/>
          </a:prstGeom>
          <a:solidFill>
            <a:srgbClr val="7F8C97">
              <a:alpha val="48000"/>
            </a:srgbClr>
          </a:solidFill>
          <a:ln w="0">
            <a:noFill/>
            <a:prstDash val="solid"/>
          </a:ln>
        </p:spPr>
      </p:sp>
      <p:sp>
        <p:nvSpPr>
          <p:cNvPr id="2823" name="03_assume_matched_8120">
            <a:extLst>
              <a:ext uri="{FF2B5EF4-FFF2-40B4-BE49-F238E27FC236}">
                <a16:creationId xmlns:a16="http://schemas.microsoft.com/office/drawing/2014/main" id="{9CE1AFF3-A0D4-45D0-B385-F8E22F50E394}"/>
              </a:ext>
            </a:extLst>
          </p:cNvPr>
          <p:cNvSpPr>
            <a:spLocks noGrp="1"/>
          </p:cNvSpPr>
          <p:nvPr/>
        </p:nvSpPr>
        <p:spPr>
          <a:xfrm>
            <a:off x="1202486" y="6595037"/>
            <a:ext cx="28398" cy="28398"/>
          </a:xfrm>
          <a:prstGeom prst="ellipse">
            <a:avLst/>
          </a:prstGeom>
          <a:solidFill>
            <a:srgbClr val="7F8C97">
              <a:alpha val="48000"/>
            </a:srgbClr>
          </a:solidFill>
          <a:ln w="0">
            <a:noFill/>
            <a:prstDash val="solid"/>
          </a:ln>
        </p:spPr>
      </p:sp>
      <p:sp>
        <p:nvSpPr>
          <p:cNvPr id="2824" name="03_assume_matched_8121">
            <a:extLst>
              <a:ext uri="{FF2B5EF4-FFF2-40B4-BE49-F238E27FC236}">
                <a16:creationId xmlns:a16="http://schemas.microsoft.com/office/drawing/2014/main" id="{611F1B56-3C17-47D1-BF56-3BD76D088B62}"/>
              </a:ext>
            </a:extLst>
          </p:cNvPr>
          <p:cNvSpPr>
            <a:spLocks noGrp="1"/>
          </p:cNvSpPr>
          <p:nvPr/>
        </p:nvSpPr>
        <p:spPr>
          <a:xfrm>
            <a:off x="1180756" y="6595037"/>
            <a:ext cx="28398" cy="28398"/>
          </a:xfrm>
          <a:prstGeom prst="ellipse">
            <a:avLst/>
          </a:prstGeom>
          <a:solidFill>
            <a:srgbClr val="7F8C97">
              <a:alpha val="48000"/>
            </a:srgbClr>
          </a:solidFill>
          <a:ln w="0">
            <a:noFill/>
            <a:prstDash val="solid"/>
          </a:ln>
        </p:spPr>
      </p:sp>
      <p:sp>
        <p:nvSpPr>
          <p:cNvPr id="2825" name="03_assume_matched_8122">
            <a:extLst>
              <a:ext uri="{FF2B5EF4-FFF2-40B4-BE49-F238E27FC236}">
                <a16:creationId xmlns:a16="http://schemas.microsoft.com/office/drawing/2014/main" id="{ECBDC4B2-E41C-4CBD-BDFB-16D9122002A1}"/>
              </a:ext>
            </a:extLst>
          </p:cNvPr>
          <p:cNvSpPr>
            <a:spLocks noGrp="1"/>
          </p:cNvSpPr>
          <p:nvPr/>
        </p:nvSpPr>
        <p:spPr>
          <a:xfrm>
            <a:off x="1092539" y="6302602"/>
            <a:ext cx="28398" cy="28398"/>
          </a:xfrm>
          <a:prstGeom prst="ellipse">
            <a:avLst/>
          </a:prstGeom>
          <a:solidFill>
            <a:srgbClr val="7F8C97">
              <a:alpha val="48000"/>
            </a:srgbClr>
          </a:solidFill>
          <a:ln w="0">
            <a:noFill/>
            <a:prstDash val="solid"/>
          </a:ln>
        </p:spPr>
      </p:sp>
      <p:sp>
        <p:nvSpPr>
          <p:cNvPr id="2826" name="03_assume_matched_8123">
            <a:extLst>
              <a:ext uri="{FF2B5EF4-FFF2-40B4-BE49-F238E27FC236}">
                <a16:creationId xmlns:a16="http://schemas.microsoft.com/office/drawing/2014/main" id="{00FF267A-4384-4689-A02E-43ED122306F4}"/>
              </a:ext>
            </a:extLst>
          </p:cNvPr>
          <p:cNvSpPr>
            <a:spLocks noGrp="1"/>
          </p:cNvSpPr>
          <p:nvPr/>
        </p:nvSpPr>
        <p:spPr>
          <a:xfrm>
            <a:off x="1106499" y="6595037"/>
            <a:ext cx="28398" cy="28398"/>
          </a:xfrm>
          <a:prstGeom prst="ellipse">
            <a:avLst/>
          </a:prstGeom>
          <a:solidFill>
            <a:srgbClr val="7F8C97">
              <a:alpha val="48000"/>
            </a:srgbClr>
          </a:solidFill>
          <a:ln w="0">
            <a:noFill/>
            <a:prstDash val="solid"/>
          </a:ln>
        </p:spPr>
      </p:sp>
      <p:sp>
        <p:nvSpPr>
          <p:cNvPr id="2827" name="03_assume_matched_8124">
            <a:extLst>
              <a:ext uri="{FF2B5EF4-FFF2-40B4-BE49-F238E27FC236}">
                <a16:creationId xmlns:a16="http://schemas.microsoft.com/office/drawing/2014/main" id="{BC3FB3E4-8FB0-44B1-BCBC-1C9EC2C94A24}"/>
              </a:ext>
            </a:extLst>
          </p:cNvPr>
          <p:cNvSpPr>
            <a:spLocks noGrp="1"/>
          </p:cNvSpPr>
          <p:nvPr/>
        </p:nvSpPr>
        <p:spPr>
          <a:xfrm>
            <a:off x="1167660" y="6302602"/>
            <a:ext cx="28398" cy="28398"/>
          </a:xfrm>
          <a:prstGeom prst="ellipse">
            <a:avLst/>
          </a:prstGeom>
          <a:solidFill>
            <a:srgbClr val="7F8C97">
              <a:alpha val="48000"/>
            </a:srgbClr>
          </a:solidFill>
          <a:ln w="0">
            <a:noFill/>
            <a:prstDash val="solid"/>
          </a:ln>
        </p:spPr>
      </p:sp>
      <p:sp>
        <p:nvSpPr>
          <p:cNvPr id="2828" name="03_assume_matched_8125">
            <a:extLst>
              <a:ext uri="{FF2B5EF4-FFF2-40B4-BE49-F238E27FC236}">
                <a16:creationId xmlns:a16="http://schemas.microsoft.com/office/drawing/2014/main" id="{237AFAB2-9C64-448C-AA4E-D5458462D829}"/>
              </a:ext>
            </a:extLst>
          </p:cNvPr>
          <p:cNvSpPr>
            <a:spLocks noGrp="1"/>
          </p:cNvSpPr>
          <p:nvPr/>
        </p:nvSpPr>
        <p:spPr>
          <a:xfrm>
            <a:off x="1112543" y="6595037"/>
            <a:ext cx="28398" cy="28398"/>
          </a:xfrm>
          <a:prstGeom prst="ellipse">
            <a:avLst/>
          </a:prstGeom>
          <a:solidFill>
            <a:srgbClr val="7F8C97">
              <a:alpha val="48000"/>
            </a:srgbClr>
          </a:solidFill>
          <a:ln w="0">
            <a:noFill/>
            <a:prstDash val="solid"/>
          </a:ln>
        </p:spPr>
      </p:sp>
      <p:sp>
        <p:nvSpPr>
          <p:cNvPr id="2829" name="03_assume_matched_8126">
            <a:extLst>
              <a:ext uri="{FF2B5EF4-FFF2-40B4-BE49-F238E27FC236}">
                <a16:creationId xmlns:a16="http://schemas.microsoft.com/office/drawing/2014/main" id="{79284550-FB36-4888-A6D5-6C5A524D38AE}"/>
              </a:ext>
            </a:extLst>
          </p:cNvPr>
          <p:cNvSpPr>
            <a:spLocks noGrp="1"/>
          </p:cNvSpPr>
          <p:nvPr/>
        </p:nvSpPr>
        <p:spPr>
          <a:xfrm>
            <a:off x="1138590" y="6595037"/>
            <a:ext cx="28398" cy="28398"/>
          </a:xfrm>
          <a:prstGeom prst="ellipse">
            <a:avLst/>
          </a:prstGeom>
          <a:solidFill>
            <a:srgbClr val="7F8C97">
              <a:alpha val="48000"/>
            </a:srgbClr>
          </a:solidFill>
          <a:ln w="0">
            <a:noFill/>
            <a:prstDash val="solid"/>
          </a:ln>
        </p:spPr>
      </p:sp>
      <p:sp>
        <p:nvSpPr>
          <p:cNvPr id="2830" name="03_assume_matched_8127">
            <a:extLst>
              <a:ext uri="{FF2B5EF4-FFF2-40B4-BE49-F238E27FC236}">
                <a16:creationId xmlns:a16="http://schemas.microsoft.com/office/drawing/2014/main" id="{CFDF1DE9-CE6F-46AD-8F7B-C8A2C81DE0D6}"/>
              </a:ext>
            </a:extLst>
          </p:cNvPr>
          <p:cNvSpPr>
            <a:spLocks noGrp="1"/>
          </p:cNvSpPr>
          <p:nvPr/>
        </p:nvSpPr>
        <p:spPr>
          <a:xfrm>
            <a:off x="1087646" y="6595037"/>
            <a:ext cx="28398" cy="28398"/>
          </a:xfrm>
          <a:prstGeom prst="ellipse">
            <a:avLst/>
          </a:prstGeom>
          <a:solidFill>
            <a:srgbClr val="7F8C97">
              <a:alpha val="48000"/>
            </a:srgbClr>
          </a:solidFill>
          <a:ln w="0">
            <a:noFill/>
            <a:prstDash val="solid"/>
          </a:ln>
        </p:spPr>
      </p:sp>
      <p:sp>
        <p:nvSpPr>
          <p:cNvPr id="2831" name="03_assume_matched_8128">
            <a:extLst>
              <a:ext uri="{FF2B5EF4-FFF2-40B4-BE49-F238E27FC236}">
                <a16:creationId xmlns:a16="http://schemas.microsoft.com/office/drawing/2014/main" id="{7D404E63-86A4-4D2F-B733-B8F3FE7796E5}"/>
              </a:ext>
            </a:extLst>
          </p:cNvPr>
          <p:cNvSpPr>
            <a:spLocks noGrp="1"/>
          </p:cNvSpPr>
          <p:nvPr/>
        </p:nvSpPr>
        <p:spPr>
          <a:xfrm>
            <a:off x="1583133" y="6010168"/>
            <a:ext cx="28398" cy="28398"/>
          </a:xfrm>
          <a:prstGeom prst="ellipse">
            <a:avLst/>
          </a:prstGeom>
          <a:solidFill>
            <a:srgbClr val="7F8C97">
              <a:alpha val="48000"/>
            </a:srgbClr>
          </a:solidFill>
          <a:ln w="0">
            <a:noFill/>
            <a:prstDash val="solid"/>
          </a:ln>
        </p:spPr>
      </p:sp>
      <p:sp>
        <p:nvSpPr>
          <p:cNvPr id="2832" name="03_assume_matched_8129">
            <a:extLst>
              <a:ext uri="{FF2B5EF4-FFF2-40B4-BE49-F238E27FC236}">
                <a16:creationId xmlns:a16="http://schemas.microsoft.com/office/drawing/2014/main" id="{5A254990-C958-4AB0-9D80-1CE5C2152711}"/>
              </a:ext>
            </a:extLst>
          </p:cNvPr>
          <p:cNvSpPr>
            <a:spLocks noGrp="1"/>
          </p:cNvSpPr>
          <p:nvPr/>
        </p:nvSpPr>
        <p:spPr>
          <a:xfrm>
            <a:off x="1571620" y="6010168"/>
            <a:ext cx="28398" cy="28398"/>
          </a:xfrm>
          <a:prstGeom prst="ellipse">
            <a:avLst/>
          </a:prstGeom>
          <a:solidFill>
            <a:srgbClr val="7F8C97">
              <a:alpha val="48000"/>
            </a:srgbClr>
          </a:solidFill>
          <a:ln w="0">
            <a:noFill/>
            <a:prstDash val="solid"/>
          </a:ln>
        </p:spPr>
      </p:sp>
      <p:sp>
        <p:nvSpPr>
          <p:cNvPr id="2833" name="03_assume_matched_8130">
            <a:extLst>
              <a:ext uri="{FF2B5EF4-FFF2-40B4-BE49-F238E27FC236}">
                <a16:creationId xmlns:a16="http://schemas.microsoft.com/office/drawing/2014/main" id="{CD8F9A7A-D3EF-4F20-AD49-1A78C473A703}"/>
              </a:ext>
            </a:extLst>
          </p:cNvPr>
          <p:cNvSpPr>
            <a:spLocks noGrp="1"/>
          </p:cNvSpPr>
          <p:nvPr/>
        </p:nvSpPr>
        <p:spPr>
          <a:xfrm>
            <a:off x="1514488" y="6010168"/>
            <a:ext cx="28398" cy="28398"/>
          </a:xfrm>
          <a:prstGeom prst="ellipse">
            <a:avLst/>
          </a:prstGeom>
          <a:solidFill>
            <a:srgbClr val="7F8C97">
              <a:alpha val="48000"/>
            </a:srgbClr>
          </a:solidFill>
          <a:ln w="0">
            <a:noFill/>
            <a:prstDash val="solid"/>
          </a:ln>
        </p:spPr>
      </p:sp>
      <p:sp>
        <p:nvSpPr>
          <p:cNvPr id="2834" name="03_assume_matched_8131">
            <a:extLst>
              <a:ext uri="{FF2B5EF4-FFF2-40B4-BE49-F238E27FC236}">
                <a16:creationId xmlns:a16="http://schemas.microsoft.com/office/drawing/2014/main" id="{F0AA69B5-5D73-4BBC-9324-594B6AEEC989}"/>
              </a:ext>
            </a:extLst>
          </p:cNvPr>
          <p:cNvSpPr>
            <a:spLocks noGrp="1"/>
          </p:cNvSpPr>
          <p:nvPr/>
        </p:nvSpPr>
        <p:spPr>
          <a:xfrm>
            <a:off x="1593350" y="6010168"/>
            <a:ext cx="28398" cy="28398"/>
          </a:xfrm>
          <a:prstGeom prst="ellipse">
            <a:avLst/>
          </a:prstGeom>
          <a:solidFill>
            <a:srgbClr val="7F8C97">
              <a:alpha val="48000"/>
            </a:srgbClr>
          </a:solidFill>
          <a:ln w="0">
            <a:noFill/>
            <a:prstDash val="solid"/>
          </a:ln>
        </p:spPr>
      </p:sp>
      <p:sp>
        <p:nvSpPr>
          <p:cNvPr id="2835" name="03_assume_matched_8132">
            <a:extLst>
              <a:ext uri="{FF2B5EF4-FFF2-40B4-BE49-F238E27FC236}">
                <a16:creationId xmlns:a16="http://schemas.microsoft.com/office/drawing/2014/main" id="{D0926C00-1844-4159-8001-7815209F56E1}"/>
              </a:ext>
            </a:extLst>
          </p:cNvPr>
          <p:cNvSpPr>
            <a:spLocks noGrp="1"/>
          </p:cNvSpPr>
          <p:nvPr/>
        </p:nvSpPr>
        <p:spPr>
          <a:xfrm>
            <a:off x="1561115" y="6010168"/>
            <a:ext cx="28398" cy="28398"/>
          </a:xfrm>
          <a:prstGeom prst="ellipse">
            <a:avLst/>
          </a:prstGeom>
          <a:solidFill>
            <a:srgbClr val="7F8C97">
              <a:alpha val="48000"/>
            </a:srgbClr>
          </a:solidFill>
          <a:ln w="0">
            <a:noFill/>
            <a:prstDash val="solid"/>
          </a:ln>
        </p:spPr>
      </p:sp>
      <p:sp>
        <p:nvSpPr>
          <p:cNvPr id="2836" name="03_assume_matched_8133">
            <a:extLst>
              <a:ext uri="{FF2B5EF4-FFF2-40B4-BE49-F238E27FC236}">
                <a16:creationId xmlns:a16="http://schemas.microsoft.com/office/drawing/2014/main" id="{67D36B2A-27EE-47CA-AE2C-507157B9BB37}"/>
              </a:ext>
            </a:extLst>
          </p:cNvPr>
          <p:cNvSpPr>
            <a:spLocks noGrp="1"/>
          </p:cNvSpPr>
          <p:nvPr/>
        </p:nvSpPr>
        <p:spPr>
          <a:xfrm>
            <a:off x="1465847" y="6010168"/>
            <a:ext cx="28398" cy="28398"/>
          </a:xfrm>
          <a:prstGeom prst="ellipse">
            <a:avLst/>
          </a:prstGeom>
          <a:solidFill>
            <a:srgbClr val="7F8C97">
              <a:alpha val="48000"/>
            </a:srgbClr>
          </a:solidFill>
          <a:ln w="0">
            <a:noFill/>
            <a:prstDash val="solid"/>
          </a:ln>
        </p:spPr>
      </p:sp>
      <p:sp>
        <p:nvSpPr>
          <p:cNvPr id="2837" name="03_assume_matched_8134">
            <a:extLst>
              <a:ext uri="{FF2B5EF4-FFF2-40B4-BE49-F238E27FC236}">
                <a16:creationId xmlns:a16="http://schemas.microsoft.com/office/drawing/2014/main" id="{F5DCB2FB-732C-4699-974B-5BEA4EBA9E7F}"/>
              </a:ext>
            </a:extLst>
          </p:cNvPr>
          <p:cNvSpPr>
            <a:spLocks noGrp="1"/>
          </p:cNvSpPr>
          <p:nvPr/>
        </p:nvSpPr>
        <p:spPr>
          <a:xfrm>
            <a:off x="1496499" y="6302602"/>
            <a:ext cx="28398" cy="28398"/>
          </a:xfrm>
          <a:prstGeom prst="ellipse">
            <a:avLst/>
          </a:prstGeom>
          <a:solidFill>
            <a:srgbClr val="7F8C97">
              <a:alpha val="48000"/>
            </a:srgbClr>
          </a:solidFill>
          <a:ln w="0">
            <a:noFill/>
            <a:prstDash val="solid"/>
          </a:ln>
        </p:spPr>
      </p:sp>
      <p:sp>
        <p:nvSpPr>
          <p:cNvPr id="2838" name="03_assume_matched_8135">
            <a:extLst>
              <a:ext uri="{FF2B5EF4-FFF2-40B4-BE49-F238E27FC236}">
                <a16:creationId xmlns:a16="http://schemas.microsoft.com/office/drawing/2014/main" id="{54D42192-7D18-48E5-8F09-09E5B35BD8CB}"/>
              </a:ext>
            </a:extLst>
          </p:cNvPr>
          <p:cNvSpPr>
            <a:spLocks noGrp="1"/>
          </p:cNvSpPr>
          <p:nvPr/>
        </p:nvSpPr>
        <p:spPr>
          <a:xfrm>
            <a:off x="1465559" y="6448819"/>
            <a:ext cx="28398" cy="28398"/>
          </a:xfrm>
          <a:prstGeom prst="ellipse">
            <a:avLst/>
          </a:prstGeom>
          <a:solidFill>
            <a:srgbClr val="7F8C97">
              <a:alpha val="48000"/>
            </a:srgbClr>
          </a:solidFill>
          <a:ln w="0">
            <a:noFill/>
            <a:prstDash val="solid"/>
          </a:ln>
        </p:spPr>
      </p:sp>
      <p:sp>
        <p:nvSpPr>
          <p:cNvPr id="2839" name="03_assume_matched_8136">
            <a:extLst>
              <a:ext uri="{FF2B5EF4-FFF2-40B4-BE49-F238E27FC236}">
                <a16:creationId xmlns:a16="http://schemas.microsoft.com/office/drawing/2014/main" id="{A7A228D6-58C2-4477-9CB2-50D3894911C6}"/>
              </a:ext>
            </a:extLst>
          </p:cNvPr>
          <p:cNvSpPr>
            <a:spLocks noGrp="1"/>
          </p:cNvSpPr>
          <p:nvPr/>
        </p:nvSpPr>
        <p:spPr>
          <a:xfrm>
            <a:off x="1546868" y="6010168"/>
            <a:ext cx="28398" cy="28398"/>
          </a:xfrm>
          <a:prstGeom prst="ellipse">
            <a:avLst/>
          </a:prstGeom>
          <a:solidFill>
            <a:srgbClr val="7F8C97">
              <a:alpha val="48000"/>
            </a:srgbClr>
          </a:solidFill>
          <a:ln w="0">
            <a:noFill/>
            <a:prstDash val="solid"/>
          </a:ln>
        </p:spPr>
      </p:sp>
      <p:sp>
        <p:nvSpPr>
          <p:cNvPr id="2840" name="03_assume_matched_8137">
            <a:extLst>
              <a:ext uri="{FF2B5EF4-FFF2-40B4-BE49-F238E27FC236}">
                <a16:creationId xmlns:a16="http://schemas.microsoft.com/office/drawing/2014/main" id="{727A87AE-F1D6-4D3B-9855-5B3D892C8A5B}"/>
              </a:ext>
            </a:extLst>
          </p:cNvPr>
          <p:cNvSpPr>
            <a:spLocks noGrp="1"/>
          </p:cNvSpPr>
          <p:nvPr/>
        </p:nvSpPr>
        <p:spPr>
          <a:xfrm>
            <a:off x="1528159" y="6010168"/>
            <a:ext cx="28398" cy="28398"/>
          </a:xfrm>
          <a:prstGeom prst="ellipse">
            <a:avLst/>
          </a:prstGeom>
          <a:solidFill>
            <a:srgbClr val="7F8C97">
              <a:alpha val="48000"/>
            </a:srgbClr>
          </a:solidFill>
          <a:ln w="0">
            <a:noFill/>
            <a:prstDash val="solid"/>
          </a:ln>
        </p:spPr>
      </p:sp>
      <p:sp>
        <p:nvSpPr>
          <p:cNvPr id="2841" name="03_assume_matched_8138">
            <a:extLst>
              <a:ext uri="{FF2B5EF4-FFF2-40B4-BE49-F238E27FC236}">
                <a16:creationId xmlns:a16="http://schemas.microsoft.com/office/drawing/2014/main" id="{EBFCE9D6-1D67-4736-A554-8D594026CD8A}"/>
              </a:ext>
            </a:extLst>
          </p:cNvPr>
          <p:cNvSpPr>
            <a:spLocks noGrp="1"/>
          </p:cNvSpPr>
          <p:nvPr/>
        </p:nvSpPr>
        <p:spPr>
          <a:xfrm>
            <a:off x="1512905" y="6010168"/>
            <a:ext cx="28398" cy="28398"/>
          </a:xfrm>
          <a:prstGeom prst="ellipse">
            <a:avLst/>
          </a:prstGeom>
          <a:solidFill>
            <a:srgbClr val="7F8C97">
              <a:alpha val="48000"/>
            </a:srgbClr>
          </a:solidFill>
          <a:ln w="0">
            <a:noFill/>
            <a:prstDash val="solid"/>
          </a:ln>
        </p:spPr>
      </p:sp>
      <p:sp>
        <p:nvSpPr>
          <p:cNvPr id="2842" name="03_assume_matched_8139">
            <a:extLst>
              <a:ext uri="{FF2B5EF4-FFF2-40B4-BE49-F238E27FC236}">
                <a16:creationId xmlns:a16="http://schemas.microsoft.com/office/drawing/2014/main" id="{C235F70F-9C06-4FA1-ABD4-E4318452FF48}"/>
              </a:ext>
            </a:extLst>
          </p:cNvPr>
          <p:cNvSpPr>
            <a:spLocks noGrp="1"/>
          </p:cNvSpPr>
          <p:nvPr/>
        </p:nvSpPr>
        <p:spPr>
          <a:xfrm>
            <a:off x="1498658" y="6595037"/>
            <a:ext cx="28398" cy="28398"/>
          </a:xfrm>
          <a:prstGeom prst="ellipse">
            <a:avLst/>
          </a:prstGeom>
          <a:solidFill>
            <a:srgbClr val="7F8C97">
              <a:alpha val="48000"/>
            </a:srgbClr>
          </a:solidFill>
          <a:ln w="0">
            <a:noFill/>
            <a:prstDash val="solid"/>
          </a:ln>
        </p:spPr>
      </p:sp>
      <p:sp>
        <p:nvSpPr>
          <p:cNvPr id="2843" name="03_assume_matched_8140">
            <a:extLst>
              <a:ext uri="{FF2B5EF4-FFF2-40B4-BE49-F238E27FC236}">
                <a16:creationId xmlns:a16="http://schemas.microsoft.com/office/drawing/2014/main" id="{783CB7B8-D126-4CAB-9453-A794F350FF0A}"/>
              </a:ext>
            </a:extLst>
          </p:cNvPr>
          <p:cNvSpPr>
            <a:spLocks noGrp="1"/>
          </p:cNvSpPr>
          <p:nvPr/>
        </p:nvSpPr>
        <p:spPr>
          <a:xfrm>
            <a:off x="1515064" y="6010168"/>
            <a:ext cx="28398" cy="28398"/>
          </a:xfrm>
          <a:prstGeom prst="ellipse">
            <a:avLst/>
          </a:prstGeom>
          <a:solidFill>
            <a:srgbClr val="7F8C97">
              <a:alpha val="48000"/>
            </a:srgbClr>
          </a:solidFill>
          <a:ln w="0">
            <a:noFill/>
            <a:prstDash val="solid"/>
          </a:ln>
        </p:spPr>
      </p:sp>
      <p:sp>
        <p:nvSpPr>
          <p:cNvPr id="2844" name="03_assume_matched_8141">
            <a:extLst>
              <a:ext uri="{FF2B5EF4-FFF2-40B4-BE49-F238E27FC236}">
                <a16:creationId xmlns:a16="http://schemas.microsoft.com/office/drawing/2014/main" id="{B308881F-70E1-4BED-B0C3-5ED5C49FCF11}"/>
              </a:ext>
            </a:extLst>
          </p:cNvPr>
          <p:cNvSpPr>
            <a:spLocks noGrp="1"/>
          </p:cNvSpPr>
          <p:nvPr/>
        </p:nvSpPr>
        <p:spPr>
          <a:xfrm>
            <a:off x="1600258" y="6302602"/>
            <a:ext cx="28398" cy="28398"/>
          </a:xfrm>
          <a:prstGeom prst="ellipse">
            <a:avLst/>
          </a:prstGeom>
          <a:solidFill>
            <a:srgbClr val="7F8C97">
              <a:alpha val="48000"/>
            </a:srgbClr>
          </a:solidFill>
          <a:ln w="0">
            <a:noFill/>
            <a:prstDash val="solid"/>
          </a:ln>
        </p:spPr>
      </p:sp>
      <p:sp>
        <p:nvSpPr>
          <p:cNvPr id="2845" name="03_assume_matched_8142">
            <a:extLst>
              <a:ext uri="{FF2B5EF4-FFF2-40B4-BE49-F238E27FC236}">
                <a16:creationId xmlns:a16="http://schemas.microsoft.com/office/drawing/2014/main" id="{76849C77-4AA3-45D7-8CA7-DE9FC7206B33}"/>
              </a:ext>
            </a:extLst>
          </p:cNvPr>
          <p:cNvSpPr>
            <a:spLocks noGrp="1"/>
          </p:cNvSpPr>
          <p:nvPr/>
        </p:nvSpPr>
        <p:spPr>
          <a:xfrm>
            <a:off x="1555214" y="6010168"/>
            <a:ext cx="28398" cy="28398"/>
          </a:xfrm>
          <a:prstGeom prst="ellipse">
            <a:avLst/>
          </a:prstGeom>
          <a:solidFill>
            <a:srgbClr val="7F8C97">
              <a:alpha val="48000"/>
            </a:srgbClr>
          </a:solidFill>
          <a:ln w="0">
            <a:noFill/>
            <a:prstDash val="solid"/>
          </a:ln>
        </p:spPr>
      </p:sp>
      <p:sp>
        <p:nvSpPr>
          <p:cNvPr id="2846" name="03_assume_matched_8143">
            <a:extLst>
              <a:ext uri="{FF2B5EF4-FFF2-40B4-BE49-F238E27FC236}">
                <a16:creationId xmlns:a16="http://schemas.microsoft.com/office/drawing/2014/main" id="{C9CCDEDD-876B-4911-98CD-CF0C7B89136D}"/>
              </a:ext>
            </a:extLst>
          </p:cNvPr>
          <p:cNvSpPr>
            <a:spLocks noGrp="1"/>
          </p:cNvSpPr>
          <p:nvPr/>
        </p:nvSpPr>
        <p:spPr>
          <a:xfrm>
            <a:off x="1565000" y="6595037"/>
            <a:ext cx="28398" cy="28398"/>
          </a:xfrm>
          <a:prstGeom prst="ellipse">
            <a:avLst/>
          </a:prstGeom>
          <a:solidFill>
            <a:srgbClr val="7F8C97">
              <a:alpha val="48000"/>
            </a:srgbClr>
          </a:solidFill>
          <a:ln w="0">
            <a:noFill/>
            <a:prstDash val="solid"/>
          </a:ln>
        </p:spPr>
      </p:sp>
      <p:sp>
        <p:nvSpPr>
          <p:cNvPr id="2847" name="03_assume_matched_8144">
            <a:extLst>
              <a:ext uri="{FF2B5EF4-FFF2-40B4-BE49-F238E27FC236}">
                <a16:creationId xmlns:a16="http://schemas.microsoft.com/office/drawing/2014/main" id="{A35A7483-8B3C-4CD6-9DA5-FB9218C6E51B}"/>
              </a:ext>
            </a:extLst>
          </p:cNvPr>
          <p:cNvSpPr>
            <a:spLocks noGrp="1"/>
          </p:cNvSpPr>
          <p:nvPr/>
        </p:nvSpPr>
        <p:spPr>
          <a:xfrm>
            <a:off x="1501824" y="6530051"/>
            <a:ext cx="28398" cy="28398"/>
          </a:xfrm>
          <a:prstGeom prst="ellipse">
            <a:avLst/>
          </a:prstGeom>
          <a:solidFill>
            <a:srgbClr val="7F8C97">
              <a:alpha val="48000"/>
            </a:srgbClr>
          </a:solidFill>
          <a:ln w="0">
            <a:noFill/>
            <a:prstDash val="solid"/>
          </a:ln>
        </p:spPr>
      </p:sp>
      <p:sp>
        <p:nvSpPr>
          <p:cNvPr id="2848" name="03_assume_matched_8145">
            <a:extLst>
              <a:ext uri="{FF2B5EF4-FFF2-40B4-BE49-F238E27FC236}">
                <a16:creationId xmlns:a16="http://schemas.microsoft.com/office/drawing/2014/main" id="{71112E26-2D72-4AC9-83EC-3A1B7C04B972}"/>
              </a:ext>
            </a:extLst>
          </p:cNvPr>
          <p:cNvSpPr>
            <a:spLocks noGrp="1"/>
          </p:cNvSpPr>
          <p:nvPr/>
        </p:nvSpPr>
        <p:spPr>
          <a:xfrm>
            <a:off x="1592199" y="6595037"/>
            <a:ext cx="28398" cy="28398"/>
          </a:xfrm>
          <a:prstGeom prst="ellipse">
            <a:avLst/>
          </a:prstGeom>
          <a:solidFill>
            <a:srgbClr val="7F8C97">
              <a:alpha val="48000"/>
            </a:srgbClr>
          </a:solidFill>
          <a:ln w="0">
            <a:noFill/>
            <a:prstDash val="solid"/>
          </a:ln>
        </p:spPr>
      </p:sp>
      <p:sp>
        <p:nvSpPr>
          <p:cNvPr id="2849" name="03_assume_matched_8146">
            <a:extLst>
              <a:ext uri="{FF2B5EF4-FFF2-40B4-BE49-F238E27FC236}">
                <a16:creationId xmlns:a16="http://schemas.microsoft.com/office/drawing/2014/main" id="{8B6B0040-049D-4D71-854F-ADC624AD4E2C}"/>
              </a:ext>
            </a:extLst>
          </p:cNvPr>
          <p:cNvSpPr>
            <a:spLocks noGrp="1"/>
          </p:cNvSpPr>
          <p:nvPr/>
        </p:nvSpPr>
        <p:spPr>
          <a:xfrm>
            <a:off x="1565288" y="6169677"/>
            <a:ext cx="28398" cy="28398"/>
          </a:xfrm>
          <a:prstGeom prst="ellipse">
            <a:avLst/>
          </a:prstGeom>
          <a:solidFill>
            <a:srgbClr val="7F8C97">
              <a:alpha val="48000"/>
            </a:srgbClr>
          </a:solidFill>
          <a:ln w="0">
            <a:noFill/>
            <a:prstDash val="solid"/>
          </a:ln>
        </p:spPr>
      </p:sp>
      <p:sp>
        <p:nvSpPr>
          <p:cNvPr id="2850" name="03_assume_matched_8147">
            <a:extLst>
              <a:ext uri="{FF2B5EF4-FFF2-40B4-BE49-F238E27FC236}">
                <a16:creationId xmlns:a16="http://schemas.microsoft.com/office/drawing/2014/main" id="{EEBCC991-A2D4-460C-8C20-14181355D5F1}"/>
              </a:ext>
            </a:extLst>
          </p:cNvPr>
          <p:cNvSpPr>
            <a:spLocks noGrp="1"/>
          </p:cNvSpPr>
          <p:nvPr/>
        </p:nvSpPr>
        <p:spPr>
          <a:xfrm>
            <a:off x="1483116" y="6595037"/>
            <a:ext cx="28398" cy="28398"/>
          </a:xfrm>
          <a:prstGeom prst="ellipse">
            <a:avLst/>
          </a:prstGeom>
          <a:solidFill>
            <a:srgbClr val="7F8C97">
              <a:alpha val="48000"/>
            </a:srgbClr>
          </a:solidFill>
          <a:ln w="0">
            <a:noFill/>
            <a:prstDash val="solid"/>
          </a:ln>
        </p:spPr>
      </p:sp>
      <p:sp>
        <p:nvSpPr>
          <p:cNvPr id="2851" name="03_assume_matched_8148">
            <a:extLst>
              <a:ext uri="{FF2B5EF4-FFF2-40B4-BE49-F238E27FC236}">
                <a16:creationId xmlns:a16="http://schemas.microsoft.com/office/drawing/2014/main" id="{CE64FB91-071A-4CD8-9E75-51A7131D53A4}"/>
              </a:ext>
            </a:extLst>
          </p:cNvPr>
          <p:cNvSpPr>
            <a:spLocks noGrp="1"/>
          </p:cNvSpPr>
          <p:nvPr/>
        </p:nvSpPr>
        <p:spPr>
          <a:xfrm>
            <a:off x="1490455" y="6010168"/>
            <a:ext cx="28398" cy="28398"/>
          </a:xfrm>
          <a:prstGeom prst="ellipse">
            <a:avLst/>
          </a:prstGeom>
          <a:solidFill>
            <a:srgbClr val="7F8C97">
              <a:alpha val="48000"/>
            </a:srgbClr>
          </a:solidFill>
          <a:ln w="0">
            <a:noFill/>
            <a:prstDash val="solid"/>
          </a:ln>
        </p:spPr>
      </p:sp>
      <p:sp>
        <p:nvSpPr>
          <p:cNvPr id="2852" name="03_assume_matched_8149">
            <a:extLst>
              <a:ext uri="{FF2B5EF4-FFF2-40B4-BE49-F238E27FC236}">
                <a16:creationId xmlns:a16="http://schemas.microsoft.com/office/drawing/2014/main" id="{B86C0E8C-AB23-4E89-A6DC-8AAEE780CC32}"/>
              </a:ext>
            </a:extLst>
          </p:cNvPr>
          <p:cNvSpPr>
            <a:spLocks noGrp="1"/>
          </p:cNvSpPr>
          <p:nvPr/>
        </p:nvSpPr>
        <p:spPr>
          <a:xfrm>
            <a:off x="1501680" y="6400080"/>
            <a:ext cx="28398" cy="28398"/>
          </a:xfrm>
          <a:prstGeom prst="ellipse">
            <a:avLst/>
          </a:prstGeom>
          <a:solidFill>
            <a:srgbClr val="7F8C97">
              <a:alpha val="48000"/>
            </a:srgbClr>
          </a:solidFill>
          <a:ln w="0">
            <a:noFill/>
            <a:prstDash val="solid"/>
          </a:ln>
        </p:spPr>
      </p:sp>
      <p:sp>
        <p:nvSpPr>
          <p:cNvPr id="2853" name="03_assume_matched_8150">
            <a:extLst>
              <a:ext uri="{FF2B5EF4-FFF2-40B4-BE49-F238E27FC236}">
                <a16:creationId xmlns:a16="http://schemas.microsoft.com/office/drawing/2014/main" id="{23F8D71C-9CF0-44C8-BEF7-16492EEBB3E4}"/>
              </a:ext>
            </a:extLst>
          </p:cNvPr>
          <p:cNvSpPr>
            <a:spLocks noGrp="1"/>
          </p:cNvSpPr>
          <p:nvPr/>
        </p:nvSpPr>
        <p:spPr>
          <a:xfrm>
            <a:off x="1591048" y="6010168"/>
            <a:ext cx="28398" cy="28398"/>
          </a:xfrm>
          <a:prstGeom prst="ellipse">
            <a:avLst/>
          </a:prstGeom>
          <a:solidFill>
            <a:srgbClr val="7F8C97">
              <a:alpha val="48000"/>
            </a:srgbClr>
          </a:solidFill>
          <a:ln w="0">
            <a:noFill/>
            <a:prstDash val="solid"/>
          </a:ln>
        </p:spPr>
      </p:sp>
      <p:sp>
        <p:nvSpPr>
          <p:cNvPr id="2854" name="03_assume_matched_8151">
            <a:extLst>
              <a:ext uri="{FF2B5EF4-FFF2-40B4-BE49-F238E27FC236}">
                <a16:creationId xmlns:a16="http://schemas.microsoft.com/office/drawing/2014/main" id="{A75008AC-B59A-437E-B4EF-62FF25CB0B26}"/>
              </a:ext>
            </a:extLst>
          </p:cNvPr>
          <p:cNvSpPr>
            <a:spLocks noGrp="1"/>
          </p:cNvSpPr>
          <p:nvPr/>
        </p:nvSpPr>
        <p:spPr>
          <a:xfrm>
            <a:off x="1503983" y="6010168"/>
            <a:ext cx="28398" cy="28398"/>
          </a:xfrm>
          <a:prstGeom prst="ellipse">
            <a:avLst/>
          </a:prstGeom>
          <a:solidFill>
            <a:srgbClr val="7F8C97">
              <a:alpha val="48000"/>
            </a:srgbClr>
          </a:solidFill>
          <a:ln w="0">
            <a:noFill/>
            <a:prstDash val="solid"/>
          </a:ln>
        </p:spPr>
      </p:sp>
      <p:sp>
        <p:nvSpPr>
          <p:cNvPr id="2855" name="03_assume_matched_8152">
            <a:extLst>
              <a:ext uri="{FF2B5EF4-FFF2-40B4-BE49-F238E27FC236}">
                <a16:creationId xmlns:a16="http://schemas.microsoft.com/office/drawing/2014/main" id="{5B680356-40BD-4467-AEEA-31D151C37850}"/>
              </a:ext>
            </a:extLst>
          </p:cNvPr>
          <p:cNvSpPr>
            <a:spLocks noGrp="1"/>
          </p:cNvSpPr>
          <p:nvPr/>
        </p:nvSpPr>
        <p:spPr>
          <a:xfrm>
            <a:off x="1582989" y="6400080"/>
            <a:ext cx="28398" cy="28398"/>
          </a:xfrm>
          <a:prstGeom prst="ellipse">
            <a:avLst/>
          </a:prstGeom>
          <a:solidFill>
            <a:srgbClr val="7F8C97">
              <a:alpha val="48000"/>
            </a:srgbClr>
          </a:solidFill>
          <a:ln w="0">
            <a:noFill/>
            <a:prstDash val="solid"/>
          </a:ln>
        </p:spPr>
      </p:sp>
      <p:sp>
        <p:nvSpPr>
          <p:cNvPr id="2856" name="03_assume_matched_8153">
            <a:extLst>
              <a:ext uri="{FF2B5EF4-FFF2-40B4-BE49-F238E27FC236}">
                <a16:creationId xmlns:a16="http://schemas.microsoft.com/office/drawing/2014/main" id="{24911290-690C-4338-97B5-ECDAE69D5F04}"/>
              </a:ext>
            </a:extLst>
          </p:cNvPr>
          <p:cNvSpPr>
            <a:spLocks noGrp="1"/>
          </p:cNvSpPr>
          <p:nvPr/>
        </p:nvSpPr>
        <p:spPr>
          <a:xfrm>
            <a:off x="1584140" y="6010168"/>
            <a:ext cx="28398" cy="28398"/>
          </a:xfrm>
          <a:prstGeom prst="ellipse">
            <a:avLst/>
          </a:prstGeom>
          <a:solidFill>
            <a:srgbClr val="7F8C97">
              <a:alpha val="48000"/>
            </a:srgbClr>
          </a:solidFill>
          <a:ln w="0">
            <a:noFill/>
            <a:prstDash val="solid"/>
          </a:ln>
        </p:spPr>
      </p:sp>
      <p:sp>
        <p:nvSpPr>
          <p:cNvPr id="2857" name="03_assume_matched_8154">
            <a:extLst>
              <a:ext uri="{FF2B5EF4-FFF2-40B4-BE49-F238E27FC236}">
                <a16:creationId xmlns:a16="http://schemas.microsoft.com/office/drawing/2014/main" id="{19FFA352-08AE-402A-B760-9A4A794EF7BA}"/>
              </a:ext>
            </a:extLst>
          </p:cNvPr>
          <p:cNvSpPr>
            <a:spLocks noGrp="1"/>
          </p:cNvSpPr>
          <p:nvPr/>
        </p:nvSpPr>
        <p:spPr>
          <a:xfrm>
            <a:off x="1587882" y="6595037"/>
            <a:ext cx="28398" cy="28398"/>
          </a:xfrm>
          <a:prstGeom prst="ellipse">
            <a:avLst/>
          </a:prstGeom>
          <a:solidFill>
            <a:srgbClr val="7F8C97">
              <a:alpha val="48000"/>
            </a:srgbClr>
          </a:solidFill>
          <a:ln w="0">
            <a:noFill/>
            <a:prstDash val="solid"/>
          </a:ln>
        </p:spPr>
      </p:sp>
      <p:sp>
        <p:nvSpPr>
          <p:cNvPr id="2858" name="03_assume_matched_8155">
            <a:extLst>
              <a:ext uri="{FF2B5EF4-FFF2-40B4-BE49-F238E27FC236}">
                <a16:creationId xmlns:a16="http://schemas.microsoft.com/office/drawing/2014/main" id="{5E31F133-8ADF-4B80-8144-BEC303E8122F}"/>
              </a:ext>
            </a:extLst>
          </p:cNvPr>
          <p:cNvSpPr>
            <a:spLocks noGrp="1"/>
          </p:cNvSpPr>
          <p:nvPr/>
        </p:nvSpPr>
        <p:spPr>
          <a:xfrm>
            <a:off x="1505134" y="6595037"/>
            <a:ext cx="28398" cy="28398"/>
          </a:xfrm>
          <a:prstGeom prst="ellipse">
            <a:avLst/>
          </a:prstGeom>
          <a:solidFill>
            <a:srgbClr val="7F8C97">
              <a:alpha val="48000"/>
            </a:srgbClr>
          </a:solidFill>
          <a:ln w="0">
            <a:noFill/>
            <a:prstDash val="solid"/>
          </a:ln>
        </p:spPr>
      </p:sp>
      <p:sp>
        <p:nvSpPr>
          <p:cNvPr id="2859" name="03_assume_matched_8156">
            <a:extLst>
              <a:ext uri="{FF2B5EF4-FFF2-40B4-BE49-F238E27FC236}">
                <a16:creationId xmlns:a16="http://schemas.microsoft.com/office/drawing/2014/main" id="{C2F1CED6-3239-46D4-B9B7-61B5ECD608C5}"/>
              </a:ext>
            </a:extLst>
          </p:cNvPr>
          <p:cNvSpPr>
            <a:spLocks noGrp="1"/>
          </p:cNvSpPr>
          <p:nvPr/>
        </p:nvSpPr>
        <p:spPr>
          <a:xfrm>
            <a:off x="1483404" y="6010168"/>
            <a:ext cx="28398" cy="28398"/>
          </a:xfrm>
          <a:prstGeom prst="ellipse">
            <a:avLst/>
          </a:prstGeom>
          <a:solidFill>
            <a:srgbClr val="7F8C97">
              <a:alpha val="48000"/>
            </a:srgbClr>
          </a:solidFill>
          <a:ln w="0">
            <a:noFill/>
            <a:prstDash val="solid"/>
          </a:ln>
        </p:spPr>
      </p:sp>
      <p:sp>
        <p:nvSpPr>
          <p:cNvPr id="2860" name="03_assume_matched_8157">
            <a:extLst>
              <a:ext uri="{FF2B5EF4-FFF2-40B4-BE49-F238E27FC236}">
                <a16:creationId xmlns:a16="http://schemas.microsoft.com/office/drawing/2014/main" id="{B06935D1-0FDD-45EE-96BD-F488B2B57F30}"/>
              </a:ext>
            </a:extLst>
          </p:cNvPr>
          <p:cNvSpPr>
            <a:spLocks noGrp="1"/>
          </p:cNvSpPr>
          <p:nvPr/>
        </p:nvSpPr>
        <p:spPr>
          <a:xfrm>
            <a:off x="1567159" y="6010168"/>
            <a:ext cx="28398" cy="28398"/>
          </a:xfrm>
          <a:prstGeom prst="ellipse">
            <a:avLst/>
          </a:prstGeom>
          <a:solidFill>
            <a:srgbClr val="7F8C97">
              <a:alpha val="48000"/>
            </a:srgbClr>
          </a:solidFill>
          <a:ln w="0">
            <a:noFill/>
            <a:prstDash val="solid"/>
          </a:ln>
        </p:spPr>
      </p:sp>
      <p:sp>
        <p:nvSpPr>
          <p:cNvPr id="2861" name="03_assume_matched_8158">
            <a:extLst>
              <a:ext uri="{FF2B5EF4-FFF2-40B4-BE49-F238E27FC236}">
                <a16:creationId xmlns:a16="http://schemas.microsoft.com/office/drawing/2014/main" id="{7ACB7429-3BFD-480B-8083-BCDB9F59B77F}"/>
              </a:ext>
            </a:extLst>
          </p:cNvPr>
          <p:cNvSpPr>
            <a:spLocks noGrp="1"/>
          </p:cNvSpPr>
          <p:nvPr/>
        </p:nvSpPr>
        <p:spPr>
          <a:xfrm>
            <a:off x="1476640" y="6010168"/>
            <a:ext cx="28398" cy="28398"/>
          </a:xfrm>
          <a:prstGeom prst="ellipse">
            <a:avLst/>
          </a:prstGeom>
          <a:solidFill>
            <a:srgbClr val="7F8C97">
              <a:alpha val="48000"/>
            </a:srgbClr>
          </a:solidFill>
          <a:ln w="0">
            <a:noFill/>
            <a:prstDash val="solid"/>
          </a:ln>
        </p:spPr>
      </p:sp>
      <p:sp>
        <p:nvSpPr>
          <p:cNvPr id="2862" name="03_assume_matched_8159">
            <a:extLst>
              <a:ext uri="{FF2B5EF4-FFF2-40B4-BE49-F238E27FC236}">
                <a16:creationId xmlns:a16="http://schemas.microsoft.com/office/drawing/2014/main" id="{137AE97E-5456-46A8-BA59-59955D4F071A}"/>
              </a:ext>
            </a:extLst>
          </p:cNvPr>
          <p:cNvSpPr>
            <a:spLocks noGrp="1"/>
          </p:cNvSpPr>
          <p:nvPr/>
        </p:nvSpPr>
        <p:spPr>
          <a:xfrm>
            <a:off x="1570756" y="6010168"/>
            <a:ext cx="28398" cy="28398"/>
          </a:xfrm>
          <a:prstGeom prst="ellipse">
            <a:avLst/>
          </a:prstGeom>
          <a:solidFill>
            <a:srgbClr val="7F8C97">
              <a:alpha val="48000"/>
            </a:srgbClr>
          </a:solidFill>
          <a:ln w="0">
            <a:noFill/>
            <a:prstDash val="solid"/>
          </a:ln>
        </p:spPr>
      </p:sp>
      <p:sp>
        <p:nvSpPr>
          <p:cNvPr id="2863" name="03_assume_matched_8160">
            <a:extLst>
              <a:ext uri="{FF2B5EF4-FFF2-40B4-BE49-F238E27FC236}">
                <a16:creationId xmlns:a16="http://schemas.microsoft.com/office/drawing/2014/main" id="{20446338-4DED-43DA-9BC6-97BC85DCE777}"/>
              </a:ext>
            </a:extLst>
          </p:cNvPr>
          <p:cNvSpPr>
            <a:spLocks noGrp="1"/>
          </p:cNvSpPr>
          <p:nvPr/>
        </p:nvSpPr>
        <p:spPr>
          <a:xfrm>
            <a:off x="1477935" y="6595037"/>
            <a:ext cx="28398" cy="28398"/>
          </a:xfrm>
          <a:prstGeom prst="ellipse">
            <a:avLst/>
          </a:prstGeom>
          <a:solidFill>
            <a:srgbClr val="7F8C97">
              <a:alpha val="48000"/>
            </a:srgbClr>
          </a:solidFill>
          <a:ln w="0">
            <a:noFill/>
            <a:prstDash val="solid"/>
          </a:ln>
        </p:spPr>
      </p:sp>
      <p:sp>
        <p:nvSpPr>
          <p:cNvPr id="2864" name="03_assume_matched_8161">
            <a:extLst>
              <a:ext uri="{FF2B5EF4-FFF2-40B4-BE49-F238E27FC236}">
                <a16:creationId xmlns:a16="http://schemas.microsoft.com/office/drawing/2014/main" id="{54B723A5-262F-4DCE-BA79-F02A0E3F9F7C}"/>
              </a:ext>
            </a:extLst>
          </p:cNvPr>
          <p:cNvSpPr>
            <a:spLocks noGrp="1"/>
          </p:cNvSpPr>
          <p:nvPr/>
        </p:nvSpPr>
        <p:spPr>
          <a:xfrm>
            <a:off x="1598387" y="6010168"/>
            <a:ext cx="28398" cy="28398"/>
          </a:xfrm>
          <a:prstGeom prst="ellipse">
            <a:avLst/>
          </a:prstGeom>
          <a:solidFill>
            <a:srgbClr val="7F8C97">
              <a:alpha val="48000"/>
            </a:srgbClr>
          </a:solidFill>
          <a:ln w="0">
            <a:noFill/>
            <a:prstDash val="solid"/>
          </a:ln>
        </p:spPr>
      </p:sp>
      <p:sp>
        <p:nvSpPr>
          <p:cNvPr id="2865" name="03_assume_matched_8162">
            <a:extLst>
              <a:ext uri="{FF2B5EF4-FFF2-40B4-BE49-F238E27FC236}">
                <a16:creationId xmlns:a16="http://schemas.microsoft.com/office/drawing/2014/main" id="{2E4F4E9C-06DE-47E7-ABC9-2AAF8809CE0A}"/>
              </a:ext>
            </a:extLst>
          </p:cNvPr>
          <p:cNvSpPr>
            <a:spLocks noGrp="1"/>
          </p:cNvSpPr>
          <p:nvPr/>
        </p:nvSpPr>
        <p:spPr>
          <a:xfrm>
            <a:off x="1576369" y="6010168"/>
            <a:ext cx="28398" cy="28398"/>
          </a:xfrm>
          <a:prstGeom prst="ellipse">
            <a:avLst/>
          </a:prstGeom>
          <a:solidFill>
            <a:srgbClr val="7F8C97">
              <a:alpha val="48000"/>
            </a:srgbClr>
          </a:solidFill>
          <a:ln w="0">
            <a:noFill/>
            <a:prstDash val="solid"/>
          </a:ln>
        </p:spPr>
      </p:sp>
      <p:sp>
        <p:nvSpPr>
          <p:cNvPr id="2866" name="03_assume_matched_8163">
            <a:extLst>
              <a:ext uri="{FF2B5EF4-FFF2-40B4-BE49-F238E27FC236}">
                <a16:creationId xmlns:a16="http://schemas.microsoft.com/office/drawing/2014/main" id="{46C7D2D8-B9EF-404D-A39F-E19907606431}"/>
              </a:ext>
            </a:extLst>
          </p:cNvPr>
          <p:cNvSpPr>
            <a:spLocks noGrp="1"/>
          </p:cNvSpPr>
          <p:nvPr/>
        </p:nvSpPr>
        <p:spPr>
          <a:xfrm>
            <a:off x="1524274" y="6010168"/>
            <a:ext cx="28398" cy="28398"/>
          </a:xfrm>
          <a:prstGeom prst="ellipse">
            <a:avLst/>
          </a:prstGeom>
          <a:solidFill>
            <a:srgbClr val="7F8C97">
              <a:alpha val="48000"/>
            </a:srgbClr>
          </a:solidFill>
          <a:ln w="0">
            <a:noFill/>
            <a:prstDash val="solid"/>
          </a:ln>
        </p:spPr>
      </p:sp>
      <p:sp>
        <p:nvSpPr>
          <p:cNvPr id="2867" name="03_assume_matched_8164">
            <a:extLst>
              <a:ext uri="{FF2B5EF4-FFF2-40B4-BE49-F238E27FC236}">
                <a16:creationId xmlns:a16="http://schemas.microsoft.com/office/drawing/2014/main" id="{CF49858C-D4A3-487B-8DC7-5300925EDF9A}"/>
              </a:ext>
            </a:extLst>
          </p:cNvPr>
          <p:cNvSpPr>
            <a:spLocks noGrp="1"/>
          </p:cNvSpPr>
          <p:nvPr/>
        </p:nvSpPr>
        <p:spPr>
          <a:xfrm>
            <a:off x="1499953" y="6595037"/>
            <a:ext cx="28398" cy="28398"/>
          </a:xfrm>
          <a:prstGeom prst="ellipse">
            <a:avLst/>
          </a:prstGeom>
          <a:solidFill>
            <a:srgbClr val="7F8C97">
              <a:alpha val="48000"/>
            </a:srgbClr>
          </a:solidFill>
          <a:ln w="0">
            <a:noFill/>
            <a:prstDash val="solid"/>
          </a:ln>
        </p:spPr>
      </p:sp>
      <p:sp>
        <p:nvSpPr>
          <p:cNvPr id="2868" name="03_assume_matched_8165">
            <a:extLst>
              <a:ext uri="{FF2B5EF4-FFF2-40B4-BE49-F238E27FC236}">
                <a16:creationId xmlns:a16="http://schemas.microsoft.com/office/drawing/2014/main" id="{3D6EFADA-A3A1-4669-8CE4-2AC64E3022F2}"/>
              </a:ext>
            </a:extLst>
          </p:cNvPr>
          <p:cNvSpPr>
            <a:spLocks noGrp="1"/>
          </p:cNvSpPr>
          <p:nvPr/>
        </p:nvSpPr>
        <p:spPr>
          <a:xfrm>
            <a:off x="1602416" y="6595037"/>
            <a:ext cx="28398" cy="28398"/>
          </a:xfrm>
          <a:prstGeom prst="ellipse">
            <a:avLst/>
          </a:prstGeom>
          <a:solidFill>
            <a:srgbClr val="7F8C97">
              <a:alpha val="48000"/>
            </a:srgbClr>
          </a:solidFill>
          <a:ln w="0">
            <a:noFill/>
            <a:prstDash val="solid"/>
          </a:ln>
        </p:spPr>
      </p:sp>
      <p:sp>
        <p:nvSpPr>
          <p:cNvPr id="2869" name="03_assume_matched_8166">
            <a:extLst>
              <a:ext uri="{FF2B5EF4-FFF2-40B4-BE49-F238E27FC236}">
                <a16:creationId xmlns:a16="http://schemas.microsoft.com/office/drawing/2014/main" id="{C1C5B6A3-4094-40BB-B19E-50F0D67387BB}"/>
              </a:ext>
            </a:extLst>
          </p:cNvPr>
          <p:cNvSpPr>
            <a:spLocks noGrp="1"/>
          </p:cNvSpPr>
          <p:nvPr/>
        </p:nvSpPr>
        <p:spPr>
          <a:xfrm>
            <a:off x="1550177" y="6595037"/>
            <a:ext cx="28398" cy="28398"/>
          </a:xfrm>
          <a:prstGeom prst="ellipse">
            <a:avLst/>
          </a:prstGeom>
          <a:solidFill>
            <a:srgbClr val="7F8C97">
              <a:alpha val="48000"/>
            </a:srgbClr>
          </a:solidFill>
          <a:ln w="0">
            <a:noFill/>
            <a:prstDash val="solid"/>
          </a:ln>
        </p:spPr>
      </p:sp>
      <p:sp>
        <p:nvSpPr>
          <p:cNvPr id="2870" name="03_assume_matched_8167">
            <a:extLst>
              <a:ext uri="{FF2B5EF4-FFF2-40B4-BE49-F238E27FC236}">
                <a16:creationId xmlns:a16="http://schemas.microsoft.com/office/drawing/2014/main" id="{D71B241A-76F8-4797-8F3E-55EE8ACB3D62}"/>
              </a:ext>
            </a:extLst>
          </p:cNvPr>
          <p:cNvSpPr>
            <a:spLocks noGrp="1"/>
          </p:cNvSpPr>
          <p:nvPr/>
        </p:nvSpPr>
        <p:spPr>
          <a:xfrm>
            <a:off x="1582989" y="6595037"/>
            <a:ext cx="28398" cy="28398"/>
          </a:xfrm>
          <a:prstGeom prst="ellipse">
            <a:avLst/>
          </a:prstGeom>
          <a:solidFill>
            <a:srgbClr val="7F8C97">
              <a:alpha val="48000"/>
            </a:srgbClr>
          </a:solidFill>
          <a:ln w="0">
            <a:noFill/>
            <a:prstDash val="solid"/>
          </a:ln>
        </p:spPr>
      </p:sp>
      <p:sp>
        <p:nvSpPr>
          <p:cNvPr id="2871" name="03_assume_matched_8168">
            <a:extLst>
              <a:ext uri="{FF2B5EF4-FFF2-40B4-BE49-F238E27FC236}">
                <a16:creationId xmlns:a16="http://schemas.microsoft.com/office/drawing/2014/main" id="{3309AC63-E3AB-4E2F-9571-C1D126D59D23}"/>
              </a:ext>
            </a:extLst>
          </p:cNvPr>
          <p:cNvSpPr>
            <a:spLocks noGrp="1"/>
          </p:cNvSpPr>
          <p:nvPr/>
        </p:nvSpPr>
        <p:spPr>
          <a:xfrm>
            <a:off x="1482109" y="6478063"/>
            <a:ext cx="28398" cy="28398"/>
          </a:xfrm>
          <a:prstGeom prst="ellipse">
            <a:avLst/>
          </a:prstGeom>
          <a:solidFill>
            <a:srgbClr val="7F8C97">
              <a:alpha val="48000"/>
            </a:srgbClr>
          </a:solidFill>
          <a:ln w="0">
            <a:noFill/>
            <a:prstDash val="solid"/>
          </a:ln>
        </p:spPr>
      </p:sp>
      <p:sp>
        <p:nvSpPr>
          <p:cNvPr id="2872" name="03_assume_matched_8169">
            <a:extLst>
              <a:ext uri="{FF2B5EF4-FFF2-40B4-BE49-F238E27FC236}">
                <a16:creationId xmlns:a16="http://schemas.microsoft.com/office/drawing/2014/main" id="{E52DAF99-9F00-4992-B8F3-1FD3583B75F4}"/>
              </a:ext>
            </a:extLst>
          </p:cNvPr>
          <p:cNvSpPr>
            <a:spLocks noGrp="1"/>
          </p:cNvSpPr>
          <p:nvPr/>
        </p:nvSpPr>
        <p:spPr>
          <a:xfrm>
            <a:off x="1574066" y="6595037"/>
            <a:ext cx="28398" cy="28398"/>
          </a:xfrm>
          <a:prstGeom prst="ellipse">
            <a:avLst/>
          </a:prstGeom>
          <a:solidFill>
            <a:srgbClr val="7F8C97">
              <a:alpha val="48000"/>
            </a:srgbClr>
          </a:solidFill>
          <a:ln w="0">
            <a:noFill/>
            <a:prstDash val="solid"/>
          </a:ln>
        </p:spPr>
      </p:sp>
      <p:sp>
        <p:nvSpPr>
          <p:cNvPr id="2873" name="03_assume_matched_8170">
            <a:extLst>
              <a:ext uri="{FF2B5EF4-FFF2-40B4-BE49-F238E27FC236}">
                <a16:creationId xmlns:a16="http://schemas.microsoft.com/office/drawing/2014/main" id="{432361A6-84A4-4DC3-9EB6-6B172B1C3ED0}"/>
              </a:ext>
            </a:extLst>
          </p:cNvPr>
          <p:cNvSpPr>
            <a:spLocks noGrp="1"/>
          </p:cNvSpPr>
          <p:nvPr/>
        </p:nvSpPr>
        <p:spPr>
          <a:xfrm>
            <a:off x="1553200" y="6205124"/>
            <a:ext cx="28398" cy="28398"/>
          </a:xfrm>
          <a:prstGeom prst="ellipse">
            <a:avLst/>
          </a:prstGeom>
          <a:solidFill>
            <a:srgbClr val="7F8C97">
              <a:alpha val="48000"/>
            </a:srgbClr>
          </a:solidFill>
          <a:ln w="0">
            <a:noFill/>
            <a:prstDash val="solid"/>
          </a:ln>
        </p:spPr>
      </p:sp>
      <p:sp>
        <p:nvSpPr>
          <p:cNvPr id="2874" name="03_assume_matched_8171">
            <a:extLst>
              <a:ext uri="{FF2B5EF4-FFF2-40B4-BE49-F238E27FC236}">
                <a16:creationId xmlns:a16="http://schemas.microsoft.com/office/drawing/2014/main" id="{D98DDCBB-5404-42B3-8292-C9C059DA1354}"/>
              </a:ext>
            </a:extLst>
          </p:cNvPr>
          <p:cNvSpPr>
            <a:spLocks noGrp="1"/>
          </p:cNvSpPr>
          <p:nvPr/>
        </p:nvSpPr>
        <p:spPr>
          <a:xfrm>
            <a:off x="1461817" y="6010168"/>
            <a:ext cx="28398" cy="28398"/>
          </a:xfrm>
          <a:prstGeom prst="ellipse">
            <a:avLst/>
          </a:prstGeom>
          <a:solidFill>
            <a:srgbClr val="7F8C97">
              <a:alpha val="48000"/>
            </a:srgbClr>
          </a:solidFill>
          <a:ln w="0">
            <a:noFill/>
            <a:prstDash val="solid"/>
          </a:ln>
        </p:spPr>
      </p:sp>
      <p:sp>
        <p:nvSpPr>
          <p:cNvPr id="2875" name="03_assume_matched_8172">
            <a:extLst>
              <a:ext uri="{FF2B5EF4-FFF2-40B4-BE49-F238E27FC236}">
                <a16:creationId xmlns:a16="http://schemas.microsoft.com/office/drawing/2014/main" id="{C7C66DEB-FD48-4017-AEE2-E37895C09953}"/>
              </a:ext>
            </a:extLst>
          </p:cNvPr>
          <p:cNvSpPr>
            <a:spLocks noGrp="1"/>
          </p:cNvSpPr>
          <p:nvPr/>
        </p:nvSpPr>
        <p:spPr>
          <a:xfrm>
            <a:off x="1521108" y="6595037"/>
            <a:ext cx="28398" cy="28398"/>
          </a:xfrm>
          <a:prstGeom prst="ellipse">
            <a:avLst/>
          </a:prstGeom>
          <a:solidFill>
            <a:srgbClr val="7F8C97">
              <a:alpha val="48000"/>
            </a:srgbClr>
          </a:solidFill>
          <a:ln w="0">
            <a:noFill/>
            <a:prstDash val="solid"/>
          </a:ln>
        </p:spPr>
      </p:sp>
      <p:sp>
        <p:nvSpPr>
          <p:cNvPr id="2876" name="03_assume_matched_8173">
            <a:extLst>
              <a:ext uri="{FF2B5EF4-FFF2-40B4-BE49-F238E27FC236}">
                <a16:creationId xmlns:a16="http://schemas.microsoft.com/office/drawing/2014/main" id="{83119B48-8FA8-42CF-B933-AB84B5878519}"/>
              </a:ext>
            </a:extLst>
          </p:cNvPr>
          <p:cNvSpPr>
            <a:spLocks noGrp="1"/>
          </p:cNvSpPr>
          <p:nvPr/>
        </p:nvSpPr>
        <p:spPr>
          <a:xfrm>
            <a:off x="1503263" y="6595037"/>
            <a:ext cx="28398" cy="28398"/>
          </a:xfrm>
          <a:prstGeom prst="ellipse">
            <a:avLst/>
          </a:prstGeom>
          <a:solidFill>
            <a:srgbClr val="7F8C97">
              <a:alpha val="48000"/>
            </a:srgbClr>
          </a:solidFill>
          <a:ln w="0">
            <a:noFill/>
            <a:prstDash val="solid"/>
          </a:ln>
        </p:spPr>
      </p:sp>
      <p:sp>
        <p:nvSpPr>
          <p:cNvPr id="2877" name="03_assume_matched_8174">
            <a:extLst>
              <a:ext uri="{FF2B5EF4-FFF2-40B4-BE49-F238E27FC236}">
                <a16:creationId xmlns:a16="http://schemas.microsoft.com/office/drawing/2014/main" id="{1E734FA8-5E94-414E-BE67-6C523BF18655}"/>
              </a:ext>
            </a:extLst>
          </p:cNvPr>
          <p:cNvSpPr>
            <a:spLocks noGrp="1"/>
          </p:cNvSpPr>
          <p:nvPr/>
        </p:nvSpPr>
        <p:spPr>
          <a:xfrm>
            <a:off x="1535499" y="6010168"/>
            <a:ext cx="28398" cy="28398"/>
          </a:xfrm>
          <a:prstGeom prst="ellipse">
            <a:avLst/>
          </a:prstGeom>
          <a:solidFill>
            <a:srgbClr val="7F8C97">
              <a:alpha val="48000"/>
            </a:srgbClr>
          </a:solidFill>
          <a:ln w="0">
            <a:noFill/>
            <a:prstDash val="solid"/>
          </a:ln>
        </p:spPr>
      </p:sp>
      <p:sp>
        <p:nvSpPr>
          <p:cNvPr id="2878" name="03_assume_matched_8175">
            <a:extLst>
              <a:ext uri="{FF2B5EF4-FFF2-40B4-BE49-F238E27FC236}">
                <a16:creationId xmlns:a16="http://schemas.microsoft.com/office/drawing/2014/main" id="{E3DCF382-92EA-4412-9D70-48CAA435935A}"/>
              </a:ext>
            </a:extLst>
          </p:cNvPr>
          <p:cNvSpPr>
            <a:spLocks noGrp="1"/>
          </p:cNvSpPr>
          <p:nvPr/>
        </p:nvSpPr>
        <p:spPr>
          <a:xfrm>
            <a:off x="1517366" y="6546298"/>
            <a:ext cx="28398" cy="28398"/>
          </a:xfrm>
          <a:prstGeom prst="ellipse">
            <a:avLst/>
          </a:prstGeom>
          <a:solidFill>
            <a:srgbClr val="7F8C97">
              <a:alpha val="48000"/>
            </a:srgbClr>
          </a:solidFill>
          <a:ln w="0">
            <a:noFill/>
            <a:prstDash val="solid"/>
          </a:ln>
        </p:spPr>
      </p:sp>
      <p:sp>
        <p:nvSpPr>
          <p:cNvPr id="2879" name="03_assume_matched_8176">
            <a:extLst>
              <a:ext uri="{FF2B5EF4-FFF2-40B4-BE49-F238E27FC236}">
                <a16:creationId xmlns:a16="http://schemas.microsoft.com/office/drawing/2014/main" id="{93F84EB2-9DBC-4C12-A5EA-7FD5636675B8}"/>
              </a:ext>
            </a:extLst>
          </p:cNvPr>
          <p:cNvSpPr>
            <a:spLocks noGrp="1"/>
          </p:cNvSpPr>
          <p:nvPr/>
        </p:nvSpPr>
        <p:spPr>
          <a:xfrm>
            <a:off x="1579535" y="6448819"/>
            <a:ext cx="28398" cy="28398"/>
          </a:xfrm>
          <a:prstGeom prst="ellipse">
            <a:avLst/>
          </a:prstGeom>
          <a:solidFill>
            <a:srgbClr val="7F8C97">
              <a:alpha val="48000"/>
            </a:srgbClr>
          </a:solidFill>
          <a:ln w="0">
            <a:noFill/>
            <a:prstDash val="solid"/>
          </a:ln>
        </p:spPr>
      </p:sp>
      <p:sp>
        <p:nvSpPr>
          <p:cNvPr id="2880" name="03_assume_matched_8177">
            <a:extLst>
              <a:ext uri="{FF2B5EF4-FFF2-40B4-BE49-F238E27FC236}">
                <a16:creationId xmlns:a16="http://schemas.microsoft.com/office/drawing/2014/main" id="{45825CCF-9B5B-4A97-9A67-D8764EA17CAE}"/>
              </a:ext>
            </a:extLst>
          </p:cNvPr>
          <p:cNvSpPr>
            <a:spLocks noGrp="1"/>
          </p:cNvSpPr>
          <p:nvPr/>
        </p:nvSpPr>
        <p:spPr>
          <a:xfrm>
            <a:off x="1477647" y="6010168"/>
            <a:ext cx="28398" cy="28398"/>
          </a:xfrm>
          <a:prstGeom prst="ellipse">
            <a:avLst/>
          </a:prstGeom>
          <a:solidFill>
            <a:srgbClr val="7F8C97">
              <a:alpha val="48000"/>
            </a:srgbClr>
          </a:solidFill>
          <a:ln w="0">
            <a:noFill/>
            <a:prstDash val="solid"/>
          </a:ln>
        </p:spPr>
      </p:sp>
      <p:sp>
        <p:nvSpPr>
          <p:cNvPr id="2881" name="03_assume_matched_8178">
            <a:extLst>
              <a:ext uri="{FF2B5EF4-FFF2-40B4-BE49-F238E27FC236}">
                <a16:creationId xmlns:a16="http://schemas.microsoft.com/office/drawing/2014/main" id="{ED697C04-75DE-42D1-A5A9-E029F1864ACE}"/>
              </a:ext>
            </a:extLst>
          </p:cNvPr>
          <p:cNvSpPr>
            <a:spLocks noGrp="1"/>
          </p:cNvSpPr>
          <p:nvPr/>
        </p:nvSpPr>
        <p:spPr>
          <a:xfrm>
            <a:off x="1484267" y="6595037"/>
            <a:ext cx="28398" cy="28398"/>
          </a:xfrm>
          <a:prstGeom prst="ellipse">
            <a:avLst/>
          </a:prstGeom>
          <a:solidFill>
            <a:srgbClr val="7F8C97">
              <a:alpha val="48000"/>
            </a:srgbClr>
          </a:solidFill>
          <a:ln w="0">
            <a:noFill/>
            <a:prstDash val="solid"/>
          </a:ln>
        </p:spPr>
      </p:sp>
      <p:sp>
        <p:nvSpPr>
          <p:cNvPr id="2882" name="03_assume_matched_8179">
            <a:extLst>
              <a:ext uri="{FF2B5EF4-FFF2-40B4-BE49-F238E27FC236}">
                <a16:creationId xmlns:a16="http://schemas.microsoft.com/office/drawing/2014/main" id="{7DF4DA52-F4E6-403A-A58F-19D850931473}"/>
              </a:ext>
            </a:extLst>
          </p:cNvPr>
          <p:cNvSpPr>
            <a:spLocks noGrp="1"/>
          </p:cNvSpPr>
          <p:nvPr/>
        </p:nvSpPr>
        <p:spPr>
          <a:xfrm>
            <a:off x="1544133" y="6156385"/>
            <a:ext cx="28398" cy="28398"/>
          </a:xfrm>
          <a:prstGeom prst="ellipse">
            <a:avLst/>
          </a:prstGeom>
          <a:solidFill>
            <a:srgbClr val="7F8C97">
              <a:alpha val="48000"/>
            </a:srgbClr>
          </a:solidFill>
          <a:ln w="0">
            <a:noFill/>
            <a:prstDash val="solid"/>
          </a:ln>
        </p:spPr>
      </p:sp>
      <p:sp>
        <p:nvSpPr>
          <p:cNvPr id="2883" name="03_assume_matched_8180">
            <a:extLst>
              <a:ext uri="{FF2B5EF4-FFF2-40B4-BE49-F238E27FC236}">
                <a16:creationId xmlns:a16="http://schemas.microsoft.com/office/drawing/2014/main" id="{1F7619F8-4D0A-45DB-9A51-2A37244395F9}"/>
              </a:ext>
            </a:extLst>
          </p:cNvPr>
          <p:cNvSpPr>
            <a:spLocks noGrp="1"/>
          </p:cNvSpPr>
          <p:nvPr/>
        </p:nvSpPr>
        <p:spPr>
          <a:xfrm>
            <a:off x="1542838" y="6010168"/>
            <a:ext cx="28398" cy="28398"/>
          </a:xfrm>
          <a:prstGeom prst="ellipse">
            <a:avLst/>
          </a:prstGeom>
          <a:solidFill>
            <a:srgbClr val="7F8C97">
              <a:alpha val="48000"/>
            </a:srgbClr>
          </a:solidFill>
          <a:ln w="0">
            <a:noFill/>
            <a:prstDash val="solid"/>
          </a:ln>
        </p:spPr>
      </p:sp>
      <p:sp>
        <p:nvSpPr>
          <p:cNvPr id="2884" name="03_assume_matched_8181">
            <a:extLst>
              <a:ext uri="{FF2B5EF4-FFF2-40B4-BE49-F238E27FC236}">
                <a16:creationId xmlns:a16="http://schemas.microsoft.com/office/drawing/2014/main" id="{66D7D7C8-8583-4CF9-A9D2-3A025FD702D9}"/>
              </a:ext>
            </a:extLst>
          </p:cNvPr>
          <p:cNvSpPr>
            <a:spLocks noGrp="1"/>
          </p:cNvSpPr>
          <p:nvPr/>
        </p:nvSpPr>
        <p:spPr>
          <a:xfrm>
            <a:off x="1589609" y="6010168"/>
            <a:ext cx="28398" cy="28398"/>
          </a:xfrm>
          <a:prstGeom prst="ellipse">
            <a:avLst/>
          </a:prstGeom>
          <a:solidFill>
            <a:srgbClr val="7F8C97">
              <a:alpha val="48000"/>
            </a:srgbClr>
          </a:solidFill>
          <a:ln w="0">
            <a:noFill/>
            <a:prstDash val="solid"/>
          </a:ln>
        </p:spPr>
      </p:sp>
      <p:sp>
        <p:nvSpPr>
          <p:cNvPr id="2885" name="03_assume_matched_8182">
            <a:extLst>
              <a:ext uri="{FF2B5EF4-FFF2-40B4-BE49-F238E27FC236}">
                <a16:creationId xmlns:a16="http://schemas.microsoft.com/office/drawing/2014/main" id="{B0914D61-BA88-4A65-A2D3-430B8594C3D0}"/>
              </a:ext>
            </a:extLst>
          </p:cNvPr>
          <p:cNvSpPr>
            <a:spLocks noGrp="1"/>
          </p:cNvSpPr>
          <p:nvPr/>
        </p:nvSpPr>
        <p:spPr>
          <a:xfrm>
            <a:off x="1567878" y="6156385"/>
            <a:ext cx="28398" cy="28398"/>
          </a:xfrm>
          <a:prstGeom prst="ellipse">
            <a:avLst/>
          </a:prstGeom>
          <a:solidFill>
            <a:srgbClr val="7F8C97">
              <a:alpha val="48000"/>
            </a:srgbClr>
          </a:solidFill>
          <a:ln w="0">
            <a:noFill/>
            <a:prstDash val="solid"/>
          </a:ln>
        </p:spPr>
      </p:sp>
      <p:sp>
        <p:nvSpPr>
          <p:cNvPr id="2886" name="03_assume_matched_8183">
            <a:extLst>
              <a:ext uri="{FF2B5EF4-FFF2-40B4-BE49-F238E27FC236}">
                <a16:creationId xmlns:a16="http://schemas.microsoft.com/office/drawing/2014/main" id="{405B61E1-297B-4780-A4FD-67AE47DCFC7F}"/>
              </a:ext>
            </a:extLst>
          </p:cNvPr>
          <p:cNvSpPr>
            <a:spLocks noGrp="1"/>
          </p:cNvSpPr>
          <p:nvPr/>
        </p:nvSpPr>
        <p:spPr>
          <a:xfrm>
            <a:off x="1499953" y="6595037"/>
            <a:ext cx="28398" cy="28398"/>
          </a:xfrm>
          <a:prstGeom prst="ellipse">
            <a:avLst/>
          </a:prstGeom>
          <a:solidFill>
            <a:srgbClr val="7F8C97">
              <a:alpha val="48000"/>
            </a:srgbClr>
          </a:solidFill>
          <a:ln w="0">
            <a:noFill/>
            <a:prstDash val="solid"/>
          </a:ln>
        </p:spPr>
      </p:sp>
      <p:sp>
        <p:nvSpPr>
          <p:cNvPr id="2887" name="03_assume_matched_8184">
            <a:extLst>
              <a:ext uri="{FF2B5EF4-FFF2-40B4-BE49-F238E27FC236}">
                <a16:creationId xmlns:a16="http://schemas.microsoft.com/office/drawing/2014/main" id="{777C6F66-30B4-49BE-B253-A9B8E0CA6235}"/>
              </a:ext>
            </a:extLst>
          </p:cNvPr>
          <p:cNvSpPr>
            <a:spLocks noGrp="1"/>
          </p:cNvSpPr>
          <p:nvPr/>
        </p:nvSpPr>
        <p:spPr>
          <a:xfrm>
            <a:off x="1570756" y="6595037"/>
            <a:ext cx="28398" cy="28398"/>
          </a:xfrm>
          <a:prstGeom prst="ellipse">
            <a:avLst/>
          </a:prstGeom>
          <a:solidFill>
            <a:srgbClr val="7F8C97">
              <a:alpha val="48000"/>
            </a:srgbClr>
          </a:solidFill>
          <a:ln w="0">
            <a:noFill/>
            <a:prstDash val="solid"/>
          </a:ln>
        </p:spPr>
      </p:sp>
      <p:sp>
        <p:nvSpPr>
          <p:cNvPr id="2888" name="03_assume_matched_8185">
            <a:extLst>
              <a:ext uri="{FF2B5EF4-FFF2-40B4-BE49-F238E27FC236}">
                <a16:creationId xmlns:a16="http://schemas.microsoft.com/office/drawing/2014/main" id="{22CD0115-5CAB-45B8-8E51-A9B13D027678}"/>
              </a:ext>
            </a:extLst>
          </p:cNvPr>
          <p:cNvSpPr>
            <a:spLocks noGrp="1"/>
          </p:cNvSpPr>
          <p:nvPr/>
        </p:nvSpPr>
        <p:spPr>
          <a:xfrm>
            <a:off x="1559100" y="6595037"/>
            <a:ext cx="28398" cy="28398"/>
          </a:xfrm>
          <a:prstGeom prst="ellipse">
            <a:avLst/>
          </a:prstGeom>
          <a:solidFill>
            <a:srgbClr val="7F8C97">
              <a:alpha val="48000"/>
            </a:srgbClr>
          </a:solidFill>
          <a:ln w="0">
            <a:noFill/>
            <a:prstDash val="solid"/>
          </a:ln>
        </p:spPr>
      </p:sp>
      <p:sp>
        <p:nvSpPr>
          <p:cNvPr id="2889" name="03_assume_matched_8186">
            <a:extLst>
              <a:ext uri="{FF2B5EF4-FFF2-40B4-BE49-F238E27FC236}">
                <a16:creationId xmlns:a16="http://schemas.microsoft.com/office/drawing/2014/main" id="{BDE3BF49-535E-4D70-94F7-38318D6B8DBE}"/>
              </a:ext>
            </a:extLst>
          </p:cNvPr>
          <p:cNvSpPr>
            <a:spLocks noGrp="1"/>
          </p:cNvSpPr>
          <p:nvPr/>
        </p:nvSpPr>
        <p:spPr>
          <a:xfrm>
            <a:off x="1565288" y="6595037"/>
            <a:ext cx="28398" cy="28398"/>
          </a:xfrm>
          <a:prstGeom prst="ellipse">
            <a:avLst/>
          </a:prstGeom>
          <a:solidFill>
            <a:srgbClr val="7F8C97">
              <a:alpha val="48000"/>
            </a:srgbClr>
          </a:solidFill>
          <a:ln w="0">
            <a:noFill/>
            <a:prstDash val="solid"/>
          </a:ln>
        </p:spPr>
      </p:sp>
      <p:sp>
        <p:nvSpPr>
          <p:cNvPr id="2890" name="03_assume_matched_8187">
            <a:extLst>
              <a:ext uri="{FF2B5EF4-FFF2-40B4-BE49-F238E27FC236}">
                <a16:creationId xmlns:a16="http://schemas.microsoft.com/office/drawing/2014/main" id="{95D11FA4-96EA-4B5E-935D-06CC4AC6EA0D}"/>
              </a:ext>
            </a:extLst>
          </p:cNvPr>
          <p:cNvSpPr>
            <a:spLocks noGrp="1"/>
          </p:cNvSpPr>
          <p:nvPr/>
        </p:nvSpPr>
        <p:spPr>
          <a:xfrm>
            <a:off x="1578671" y="6595037"/>
            <a:ext cx="28398" cy="28398"/>
          </a:xfrm>
          <a:prstGeom prst="ellipse">
            <a:avLst/>
          </a:prstGeom>
          <a:solidFill>
            <a:srgbClr val="7F8C97">
              <a:alpha val="48000"/>
            </a:srgbClr>
          </a:solidFill>
          <a:ln w="0">
            <a:noFill/>
            <a:prstDash val="solid"/>
          </a:ln>
        </p:spPr>
      </p:sp>
      <p:sp>
        <p:nvSpPr>
          <p:cNvPr id="2891" name="03_assume_matched_8188">
            <a:extLst>
              <a:ext uri="{FF2B5EF4-FFF2-40B4-BE49-F238E27FC236}">
                <a16:creationId xmlns:a16="http://schemas.microsoft.com/office/drawing/2014/main" id="{2A2AFD51-F605-4EAF-BC93-6846FF791A1F}"/>
              </a:ext>
            </a:extLst>
          </p:cNvPr>
          <p:cNvSpPr>
            <a:spLocks noGrp="1"/>
          </p:cNvSpPr>
          <p:nvPr/>
        </p:nvSpPr>
        <p:spPr>
          <a:xfrm>
            <a:off x="1487289" y="6010168"/>
            <a:ext cx="28398" cy="28398"/>
          </a:xfrm>
          <a:prstGeom prst="ellipse">
            <a:avLst/>
          </a:prstGeom>
          <a:solidFill>
            <a:srgbClr val="7F8C97">
              <a:alpha val="48000"/>
            </a:srgbClr>
          </a:solidFill>
          <a:ln w="0">
            <a:noFill/>
            <a:prstDash val="solid"/>
          </a:ln>
        </p:spPr>
      </p:sp>
      <p:sp>
        <p:nvSpPr>
          <p:cNvPr id="2892" name="03_assume_matched_8189">
            <a:extLst>
              <a:ext uri="{FF2B5EF4-FFF2-40B4-BE49-F238E27FC236}">
                <a16:creationId xmlns:a16="http://schemas.microsoft.com/office/drawing/2014/main" id="{62EC9854-1973-4ACF-9CE2-7811800C9F83}"/>
              </a:ext>
            </a:extLst>
          </p:cNvPr>
          <p:cNvSpPr>
            <a:spLocks noGrp="1"/>
          </p:cNvSpPr>
          <p:nvPr/>
        </p:nvSpPr>
        <p:spPr>
          <a:xfrm>
            <a:off x="1476496" y="6010168"/>
            <a:ext cx="28398" cy="28398"/>
          </a:xfrm>
          <a:prstGeom prst="ellipse">
            <a:avLst/>
          </a:prstGeom>
          <a:solidFill>
            <a:srgbClr val="7F8C97">
              <a:alpha val="48000"/>
            </a:srgbClr>
          </a:solidFill>
          <a:ln w="0">
            <a:noFill/>
            <a:prstDash val="solid"/>
          </a:ln>
        </p:spPr>
      </p:sp>
      <p:sp>
        <p:nvSpPr>
          <p:cNvPr id="2893" name="03_assume_matched_8190">
            <a:extLst>
              <a:ext uri="{FF2B5EF4-FFF2-40B4-BE49-F238E27FC236}">
                <a16:creationId xmlns:a16="http://schemas.microsoft.com/office/drawing/2014/main" id="{A01BC8E4-1224-45AA-8FD0-195A61349DBB}"/>
              </a:ext>
            </a:extLst>
          </p:cNvPr>
          <p:cNvSpPr>
            <a:spLocks noGrp="1"/>
          </p:cNvSpPr>
          <p:nvPr/>
        </p:nvSpPr>
        <p:spPr>
          <a:xfrm>
            <a:off x="1559388" y="6156385"/>
            <a:ext cx="28398" cy="28398"/>
          </a:xfrm>
          <a:prstGeom prst="ellipse">
            <a:avLst/>
          </a:prstGeom>
          <a:solidFill>
            <a:srgbClr val="7F8C97">
              <a:alpha val="48000"/>
            </a:srgbClr>
          </a:solidFill>
          <a:ln w="0">
            <a:noFill/>
            <a:prstDash val="solid"/>
          </a:ln>
        </p:spPr>
      </p:sp>
      <p:sp>
        <p:nvSpPr>
          <p:cNvPr id="2894" name="03_assume_matched_8191">
            <a:extLst>
              <a:ext uri="{FF2B5EF4-FFF2-40B4-BE49-F238E27FC236}">
                <a16:creationId xmlns:a16="http://schemas.microsoft.com/office/drawing/2014/main" id="{E8B5EEAA-0BD7-46AB-816E-2784E225E154}"/>
              </a:ext>
            </a:extLst>
          </p:cNvPr>
          <p:cNvSpPr>
            <a:spLocks noGrp="1"/>
          </p:cNvSpPr>
          <p:nvPr/>
        </p:nvSpPr>
        <p:spPr>
          <a:xfrm>
            <a:off x="1596516" y="6135497"/>
            <a:ext cx="28398" cy="28398"/>
          </a:xfrm>
          <a:prstGeom prst="ellipse">
            <a:avLst/>
          </a:prstGeom>
          <a:solidFill>
            <a:srgbClr val="7F8C97">
              <a:alpha val="48000"/>
            </a:srgbClr>
          </a:solidFill>
          <a:ln w="0">
            <a:noFill/>
            <a:prstDash val="solid"/>
          </a:ln>
        </p:spPr>
      </p:sp>
      <p:sp>
        <p:nvSpPr>
          <p:cNvPr id="2895" name="03_assume_matched_8192">
            <a:extLst>
              <a:ext uri="{FF2B5EF4-FFF2-40B4-BE49-F238E27FC236}">
                <a16:creationId xmlns:a16="http://schemas.microsoft.com/office/drawing/2014/main" id="{FF4401F9-1F4A-4912-AD45-E1D76F4BAA98}"/>
              </a:ext>
            </a:extLst>
          </p:cNvPr>
          <p:cNvSpPr>
            <a:spLocks noGrp="1"/>
          </p:cNvSpPr>
          <p:nvPr/>
        </p:nvSpPr>
        <p:spPr>
          <a:xfrm>
            <a:off x="1602704" y="6010168"/>
            <a:ext cx="28398" cy="28398"/>
          </a:xfrm>
          <a:prstGeom prst="ellipse">
            <a:avLst/>
          </a:prstGeom>
          <a:solidFill>
            <a:srgbClr val="7F8C97">
              <a:alpha val="48000"/>
            </a:srgbClr>
          </a:solidFill>
          <a:ln w="0">
            <a:noFill/>
            <a:prstDash val="solid"/>
          </a:ln>
        </p:spPr>
      </p:sp>
      <p:sp>
        <p:nvSpPr>
          <p:cNvPr id="2896" name="03_assume_matched_8193">
            <a:extLst>
              <a:ext uri="{FF2B5EF4-FFF2-40B4-BE49-F238E27FC236}">
                <a16:creationId xmlns:a16="http://schemas.microsoft.com/office/drawing/2014/main" id="{067B250F-7641-48C2-A760-51E004296E36}"/>
              </a:ext>
            </a:extLst>
          </p:cNvPr>
          <p:cNvSpPr>
            <a:spLocks noGrp="1"/>
          </p:cNvSpPr>
          <p:nvPr/>
        </p:nvSpPr>
        <p:spPr>
          <a:xfrm>
            <a:off x="1513769" y="6302602"/>
            <a:ext cx="28398" cy="28398"/>
          </a:xfrm>
          <a:prstGeom prst="ellipse">
            <a:avLst/>
          </a:prstGeom>
          <a:solidFill>
            <a:srgbClr val="7F8C97">
              <a:alpha val="48000"/>
            </a:srgbClr>
          </a:solidFill>
          <a:ln w="0">
            <a:noFill/>
            <a:prstDash val="solid"/>
          </a:ln>
        </p:spPr>
      </p:sp>
      <p:sp>
        <p:nvSpPr>
          <p:cNvPr id="2897" name="03_assume_matched_8194">
            <a:extLst>
              <a:ext uri="{FF2B5EF4-FFF2-40B4-BE49-F238E27FC236}">
                <a16:creationId xmlns:a16="http://schemas.microsoft.com/office/drawing/2014/main" id="{A233FB21-0672-45E9-B0F9-EB0052D627E8}"/>
              </a:ext>
            </a:extLst>
          </p:cNvPr>
          <p:cNvSpPr>
            <a:spLocks noGrp="1"/>
          </p:cNvSpPr>
          <p:nvPr/>
        </p:nvSpPr>
        <p:spPr>
          <a:xfrm>
            <a:off x="1566583" y="6400080"/>
            <a:ext cx="28398" cy="28398"/>
          </a:xfrm>
          <a:prstGeom prst="ellipse">
            <a:avLst/>
          </a:prstGeom>
          <a:solidFill>
            <a:srgbClr val="7F8C97">
              <a:alpha val="48000"/>
            </a:srgbClr>
          </a:solidFill>
          <a:ln w="0">
            <a:noFill/>
            <a:prstDash val="solid"/>
          </a:ln>
        </p:spPr>
      </p:sp>
      <p:sp>
        <p:nvSpPr>
          <p:cNvPr id="2898" name="03_assume_matched_8195">
            <a:extLst>
              <a:ext uri="{FF2B5EF4-FFF2-40B4-BE49-F238E27FC236}">
                <a16:creationId xmlns:a16="http://schemas.microsoft.com/office/drawing/2014/main" id="{72DC2A68-5E11-40ED-A33F-ECF51F73BFA1}"/>
              </a:ext>
            </a:extLst>
          </p:cNvPr>
          <p:cNvSpPr>
            <a:spLocks noGrp="1"/>
          </p:cNvSpPr>
          <p:nvPr/>
        </p:nvSpPr>
        <p:spPr>
          <a:xfrm>
            <a:off x="1577520" y="6010168"/>
            <a:ext cx="28398" cy="28398"/>
          </a:xfrm>
          <a:prstGeom prst="ellipse">
            <a:avLst/>
          </a:prstGeom>
          <a:solidFill>
            <a:srgbClr val="7F8C97">
              <a:alpha val="48000"/>
            </a:srgbClr>
          </a:solidFill>
          <a:ln w="0">
            <a:noFill/>
            <a:prstDash val="solid"/>
          </a:ln>
        </p:spPr>
      </p:sp>
      <p:sp>
        <p:nvSpPr>
          <p:cNvPr id="2899" name="03_assume_matched_8196">
            <a:extLst>
              <a:ext uri="{FF2B5EF4-FFF2-40B4-BE49-F238E27FC236}">
                <a16:creationId xmlns:a16="http://schemas.microsoft.com/office/drawing/2014/main" id="{F48B4A7E-51D7-4555-B3DF-864B9AD7BBCD}"/>
              </a:ext>
            </a:extLst>
          </p:cNvPr>
          <p:cNvSpPr>
            <a:spLocks noGrp="1"/>
          </p:cNvSpPr>
          <p:nvPr/>
        </p:nvSpPr>
        <p:spPr>
          <a:xfrm>
            <a:off x="1594933" y="6010168"/>
            <a:ext cx="28398" cy="28398"/>
          </a:xfrm>
          <a:prstGeom prst="ellipse">
            <a:avLst/>
          </a:prstGeom>
          <a:solidFill>
            <a:srgbClr val="7F8C97">
              <a:alpha val="48000"/>
            </a:srgbClr>
          </a:solidFill>
          <a:ln w="0">
            <a:noFill/>
            <a:prstDash val="solid"/>
          </a:ln>
        </p:spPr>
      </p:sp>
      <p:sp>
        <p:nvSpPr>
          <p:cNvPr id="2900" name="03_assume_matched_8197">
            <a:extLst>
              <a:ext uri="{FF2B5EF4-FFF2-40B4-BE49-F238E27FC236}">
                <a16:creationId xmlns:a16="http://schemas.microsoft.com/office/drawing/2014/main" id="{3B19792A-6DB0-49D2-8649-62B16A4EF0E7}"/>
              </a:ext>
            </a:extLst>
          </p:cNvPr>
          <p:cNvSpPr>
            <a:spLocks noGrp="1"/>
          </p:cNvSpPr>
          <p:nvPr/>
        </p:nvSpPr>
        <p:spPr>
          <a:xfrm>
            <a:off x="1579679" y="6010168"/>
            <a:ext cx="28398" cy="28398"/>
          </a:xfrm>
          <a:prstGeom prst="ellipse">
            <a:avLst/>
          </a:prstGeom>
          <a:solidFill>
            <a:srgbClr val="7F8C97">
              <a:alpha val="48000"/>
            </a:srgbClr>
          </a:solidFill>
          <a:ln w="0">
            <a:noFill/>
            <a:prstDash val="solid"/>
          </a:ln>
        </p:spPr>
      </p:sp>
      <p:sp>
        <p:nvSpPr>
          <p:cNvPr id="2901" name="03_assume_matched_8198">
            <a:extLst>
              <a:ext uri="{FF2B5EF4-FFF2-40B4-BE49-F238E27FC236}">
                <a16:creationId xmlns:a16="http://schemas.microsoft.com/office/drawing/2014/main" id="{6D92DB4D-44F2-4951-A9AE-1E237AF9B55C}"/>
              </a:ext>
            </a:extLst>
          </p:cNvPr>
          <p:cNvSpPr>
            <a:spLocks noGrp="1"/>
          </p:cNvSpPr>
          <p:nvPr/>
        </p:nvSpPr>
        <p:spPr>
          <a:xfrm>
            <a:off x="1557949" y="6010168"/>
            <a:ext cx="28398" cy="28398"/>
          </a:xfrm>
          <a:prstGeom prst="ellipse">
            <a:avLst/>
          </a:prstGeom>
          <a:solidFill>
            <a:srgbClr val="7F8C97">
              <a:alpha val="48000"/>
            </a:srgbClr>
          </a:solidFill>
          <a:ln w="0">
            <a:noFill/>
            <a:prstDash val="solid"/>
          </a:ln>
        </p:spPr>
      </p:sp>
      <p:sp>
        <p:nvSpPr>
          <p:cNvPr id="2902" name="03_assume_matched_8199">
            <a:extLst>
              <a:ext uri="{FF2B5EF4-FFF2-40B4-BE49-F238E27FC236}">
                <a16:creationId xmlns:a16="http://schemas.microsoft.com/office/drawing/2014/main" id="{50FF4E79-D82E-429D-9D98-A8A6B7B475D7}"/>
              </a:ext>
            </a:extLst>
          </p:cNvPr>
          <p:cNvSpPr>
            <a:spLocks noGrp="1"/>
          </p:cNvSpPr>
          <p:nvPr/>
        </p:nvSpPr>
        <p:spPr>
          <a:xfrm>
            <a:off x="1469732" y="6010168"/>
            <a:ext cx="28398" cy="28398"/>
          </a:xfrm>
          <a:prstGeom prst="ellipse">
            <a:avLst/>
          </a:prstGeom>
          <a:solidFill>
            <a:srgbClr val="7F8C97">
              <a:alpha val="48000"/>
            </a:srgbClr>
          </a:solidFill>
          <a:ln w="0">
            <a:noFill/>
            <a:prstDash val="solid"/>
          </a:ln>
        </p:spPr>
      </p:sp>
      <p:sp>
        <p:nvSpPr>
          <p:cNvPr id="2903" name="03_assume_matched_8200">
            <a:extLst>
              <a:ext uri="{FF2B5EF4-FFF2-40B4-BE49-F238E27FC236}">
                <a16:creationId xmlns:a16="http://schemas.microsoft.com/office/drawing/2014/main" id="{E55F1922-A5E2-43DD-96C0-0EDA216DB8BC}"/>
              </a:ext>
            </a:extLst>
          </p:cNvPr>
          <p:cNvSpPr>
            <a:spLocks noGrp="1"/>
          </p:cNvSpPr>
          <p:nvPr/>
        </p:nvSpPr>
        <p:spPr>
          <a:xfrm>
            <a:off x="1483692" y="6595037"/>
            <a:ext cx="28398" cy="28398"/>
          </a:xfrm>
          <a:prstGeom prst="ellipse">
            <a:avLst/>
          </a:prstGeom>
          <a:solidFill>
            <a:srgbClr val="7F8C97">
              <a:alpha val="48000"/>
            </a:srgbClr>
          </a:solidFill>
          <a:ln w="0">
            <a:noFill/>
            <a:prstDash val="solid"/>
          </a:ln>
        </p:spPr>
      </p:sp>
      <p:sp>
        <p:nvSpPr>
          <p:cNvPr id="2904" name="03_assume_matched_8201">
            <a:extLst>
              <a:ext uri="{FF2B5EF4-FFF2-40B4-BE49-F238E27FC236}">
                <a16:creationId xmlns:a16="http://schemas.microsoft.com/office/drawing/2014/main" id="{7619DF17-C5BE-4B9D-A8F6-4D6232100DEB}"/>
              </a:ext>
            </a:extLst>
          </p:cNvPr>
          <p:cNvSpPr>
            <a:spLocks noGrp="1"/>
          </p:cNvSpPr>
          <p:nvPr/>
        </p:nvSpPr>
        <p:spPr>
          <a:xfrm>
            <a:off x="1544853" y="6010168"/>
            <a:ext cx="28398" cy="28398"/>
          </a:xfrm>
          <a:prstGeom prst="ellipse">
            <a:avLst/>
          </a:prstGeom>
          <a:solidFill>
            <a:srgbClr val="7F8C97">
              <a:alpha val="48000"/>
            </a:srgbClr>
          </a:solidFill>
          <a:ln w="0">
            <a:noFill/>
            <a:prstDash val="solid"/>
          </a:ln>
        </p:spPr>
      </p:sp>
      <p:sp>
        <p:nvSpPr>
          <p:cNvPr id="2905" name="03_assume_matched_8202">
            <a:extLst>
              <a:ext uri="{FF2B5EF4-FFF2-40B4-BE49-F238E27FC236}">
                <a16:creationId xmlns:a16="http://schemas.microsoft.com/office/drawing/2014/main" id="{9D64D78E-AC65-4C62-A880-636417EA553B}"/>
              </a:ext>
            </a:extLst>
          </p:cNvPr>
          <p:cNvSpPr>
            <a:spLocks noGrp="1"/>
          </p:cNvSpPr>
          <p:nvPr/>
        </p:nvSpPr>
        <p:spPr>
          <a:xfrm>
            <a:off x="1489736" y="6595037"/>
            <a:ext cx="28398" cy="28398"/>
          </a:xfrm>
          <a:prstGeom prst="ellipse">
            <a:avLst/>
          </a:prstGeom>
          <a:solidFill>
            <a:srgbClr val="7F8C97">
              <a:alpha val="48000"/>
            </a:srgbClr>
          </a:solidFill>
          <a:ln w="0">
            <a:noFill/>
            <a:prstDash val="solid"/>
          </a:ln>
        </p:spPr>
      </p:sp>
      <p:sp>
        <p:nvSpPr>
          <p:cNvPr id="2906" name="03_assume_matched_8203">
            <a:extLst>
              <a:ext uri="{FF2B5EF4-FFF2-40B4-BE49-F238E27FC236}">
                <a16:creationId xmlns:a16="http://schemas.microsoft.com/office/drawing/2014/main" id="{F17EBC01-B8DB-481E-85D0-F95200634C0A}"/>
              </a:ext>
            </a:extLst>
          </p:cNvPr>
          <p:cNvSpPr>
            <a:spLocks noGrp="1"/>
          </p:cNvSpPr>
          <p:nvPr/>
        </p:nvSpPr>
        <p:spPr>
          <a:xfrm>
            <a:off x="1515783" y="6010168"/>
            <a:ext cx="28398" cy="28398"/>
          </a:xfrm>
          <a:prstGeom prst="ellipse">
            <a:avLst/>
          </a:prstGeom>
          <a:solidFill>
            <a:srgbClr val="7F8C97">
              <a:alpha val="48000"/>
            </a:srgbClr>
          </a:solidFill>
          <a:ln w="0">
            <a:noFill/>
            <a:prstDash val="solid"/>
          </a:ln>
        </p:spPr>
      </p:sp>
      <p:sp>
        <p:nvSpPr>
          <p:cNvPr id="2907" name="03_assume_matched_8204">
            <a:extLst>
              <a:ext uri="{FF2B5EF4-FFF2-40B4-BE49-F238E27FC236}">
                <a16:creationId xmlns:a16="http://schemas.microsoft.com/office/drawing/2014/main" id="{4B11481E-1E27-4A2C-906B-988629443190}"/>
              </a:ext>
            </a:extLst>
          </p:cNvPr>
          <p:cNvSpPr>
            <a:spLocks noGrp="1"/>
          </p:cNvSpPr>
          <p:nvPr/>
        </p:nvSpPr>
        <p:spPr>
          <a:xfrm>
            <a:off x="1464839" y="6595037"/>
            <a:ext cx="28398" cy="28398"/>
          </a:xfrm>
          <a:prstGeom prst="ellipse">
            <a:avLst/>
          </a:prstGeom>
          <a:solidFill>
            <a:srgbClr val="7F8C97">
              <a:alpha val="48000"/>
            </a:srgbClr>
          </a:solidFill>
          <a:ln w="0">
            <a:noFill/>
            <a:prstDash val="solid"/>
          </a:ln>
        </p:spPr>
      </p:sp>
      <p:sp>
        <p:nvSpPr>
          <p:cNvPr id="2908" name="03_assume_matched_8205">
            <a:extLst>
              <a:ext uri="{FF2B5EF4-FFF2-40B4-BE49-F238E27FC236}">
                <a16:creationId xmlns:a16="http://schemas.microsoft.com/office/drawing/2014/main" id="{6452A254-3958-45FF-A9E9-57448075882D}"/>
              </a:ext>
            </a:extLst>
          </p:cNvPr>
          <p:cNvSpPr>
            <a:spLocks noGrp="1"/>
          </p:cNvSpPr>
          <p:nvPr/>
        </p:nvSpPr>
        <p:spPr>
          <a:xfrm>
            <a:off x="2337519" y="6010168"/>
            <a:ext cx="28398" cy="28398"/>
          </a:xfrm>
          <a:prstGeom prst="ellipse">
            <a:avLst/>
          </a:prstGeom>
          <a:solidFill>
            <a:srgbClr val="7F8C97">
              <a:alpha val="48000"/>
            </a:srgbClr>
          </a:solidFill>
          <a:ln w="0">
            <a:noFill/>
            <a:prstDash val="solid"/>
          </a:ln>
        </p:spPr>
      </p:sp>
      <p:sp>
        <p:nvSpPr>
          <p:cNvPr id="2909" name="03_assume_matched_8206">
            <a:extLst>
              <a:ext uri="{FF2B5EF4-FFF2-40B4-BE49-F238E27FC236}">
                <a16:creationId xmlns:a16="http://schemas.microsoft.com/office/drawing/2014/main" id="{B398D03A-796B-42E6-A716-1B4FA15DD608}"/>
              </a:ext>
            </a:extLst>
          </p:cNvPr>
          <p:cNvSpPr>
            <a:spLocks noGrp="1"/>
          </p:cNvSpPr>
          <p:nvPr/>
        </p:nvSpPr>
        <p:spPr>
          <a:xfrm>
            <a:off x="2326006" y="6010168"/>
            <a:ext cx="28398" cy="28398"/>
          </a:xfrm>
          <a:prstGeom prst="ellipse">
            <a:avLst/>
          </a:prstGeom>
          <a:solidFill>
            <a:srgbClr val="7F8C97">
              <a:alpha val="48000"/>
            </a:srgbClr>
          </a:solidFill>
          <a:ln w="0">
            <a:noFill/>
            <a:prstDash val="solid"/>
          </a:ln>
        </p:spPr>
      </p:sp>
      <p:sp>
        <p:nvSpPr>
          <p:cNvPr id="2910" name="03_assume_matched_8207">
            <a:extLst>
              <a:ext uri="{FF2B5EF4-FFF2-40B4-BE49-F238E27FC236}">
                <a16:creationId xmlns:a16="http://schemas.microsoft.com/office/drawing/2014/main" id="{F1032B68-71A5-4D5F-B410-B977D23EA4D2}"/>
              </a:ext>
            </a:extLst>
          </p:cNvPr>
          <p:cNvSpPr>
            <a:spLocks noGrp="1"/>
          </p:cNvSpPr>
          <p:nvPr/>
        </p:nvSpPr>
        <p:spPr>
          <a:xfrm>
            <a:off x="2268874" y="6010168"/>
            <a:ext cx="28398" cy="28398"/>
          </a:xfrm>
          <a:prstGeom prst="ellipse">
            <a:avLst/>
          </a:prstGeom>
          <a:solidFill>
            <a:srgbClr val="7F8C97">
              <a:alpha val="48000"/>
            </a:srgbClr>
          </a:solidFill>
          <a:ln w="0">
            <a:noFill/>
            <a:prstDash val="solid"/>
          </a:ln>
        </p:spPr>
      </p:sp>
      <p:sp>
        <p:nvSpPr>
          <p:cNvPr id="2911" name="03_assume_matched_8208">
            <a:extLst>
              <a:ext uri="{FF2B5EF4-FFF2-40B4-BE49-F238E27FC236}">
                <a16:creationId xmlns:a16="http://schemas.microsoft.com/office/drawing/2014/main" id="{227B82A4-B6AC-47AD-AF6A-1D587B477619}"/>
              </a:ext>
            </a:extLst>
          </p:cNvPr>
          <p:cNvSpPr>
            <a:spLocks noGrp="1"/>
          </p:cNvSpPr>
          <p:nvPr/>
        </p:nvSpPr>
        <p:spPr>
          <a:xfrm>
            <a:off x="2347736" y="6010168"/>
            <a:ext cx="28398" cy="28398"/>
          </a:xfrm>
          <a:prstGeom prst="ellipse">
            <a:avLst/>
          </a:prstGeom>
          <a:solidFill>
            <a:srgbClr val="7F8C97">
              <a:alpha val="48000"/>
            </a:srgbClr>
          </a:solidFill>
          <a:ln w="0">
            <a:noFill/>
            <a:prstDash val="solid"/>
          </a:ln>
        </p:spPr>
      </p:sp>
      <p:sp>
        <p:nvSpPr>
          <p:cNvPr id="2912" name="03_assume_matched_8209">
            <a:extLst>
              <a:ext uri="{FF2B5EF4-FFF2-40B4-BE49-F238E27FC236}">
                <a16:creationId xmlns:a16="http://schemas.microsoft.com/office/drawing/2014/main" id="{4A4AEDE3-3197-484C-A3AE-D1388E9D916C}"/>
              </a:ext>
            </a:extLst>
          </p:cNvPr>
          <p:cNvSpPr>
            <a:spLocks noGrp="1"/>
          </p:cNvSpPr>
          <p:nvPr/>
        </p:nvSpPr>
        <p:spPr>
          <a:xfrm>
            <a:off x="2315501" y="6010168"/>
            <a:ext cx="28398" cy="28398"/>
          </a:xfrm>
          <a:prstGeom prst="ellipse">
            <a:avLst/>
          </a:prstGeom>
          <a:solidFill>
            <a:srgbClr val="7F8C97">
              <a:alpha val="48000"/>
            </a:srgbClr>
          </a:solidFill>
          <a:ln w="0">
            <a:noFill/>
            <a:prstDash val="solid"/>
          </a:ln>
        </p:spPr>
      </p:sp>
      <p:sp>
        <p:nvSpPr>
          <p:cNvPr id="2913" name="03_assume_matched_8210">
            <a:extLst>
              <a:ext uri="{FF2B5EF4-FFF2-40B4-BE49-F238E27FC236}">
                <a16:creationId xmlns:a16="http://schemas.microsoft.com/office/drawing/2014/main" id="{55628331-B3DA-48A3-B7BF-B474F177C8B9}"/>
              </a:ext>
            </a:extLst>
          </p:cNvPr>
          <p:cNvSpPr>
            <a:spLocks noGrp="1"/>
          </p:cNvSpPr>
          <p:nvPr/>
        </p:nvSpPr>
        <p:spPr>
          <a:xfrm>
            <a:off x="2220233" y="6010168"/>
            <a:ext cx="28398" cy="28398"/>
          </a:xfrm>
          <a:prstGeom prst="ellipse">
            <a:avLst/>
          </a:prstGeom>
          <a:solidFill>
            <a:srgbClr val="7F8C97">
              <a:alpha val="48000"/>
            </a:srgbClr>
          </a:solidFill>
          <a:ln w="0">
            <a:noFill/>
            <a:prstDash val="solid"/>
          </a:ln>
        </p:spPr>
      </p:sp>
      <p:sp>
        <p:nvSpPr>
          <p:cNvPr id="2914" name="03_assume_matched_8211">
            <a:extLst>
              <a:ext uri="{FF2B5EF4-FFF2-40B4-BE49-F238E27FC236}">
                <a16:creationId xmlns:a16="http://schemas.microsoft.com/office/drawing/2014/main" id="{18EF1764-D699-4C67-BEBF-3AAC550AD2A3}"/>
              </a:ext>
            </a:extLst>
          </p:cNvPr>
          <p:cNvSpPr>
            <a:spLocks noGrp="1"/>
          </p:cNvSpPr>
          <p:nvPr/>
        </p:nvSpPr>
        <p:spPr>
          <a:xfrm>
            <a:off x="2250885" y="6302602"/>
            <a:ext cx="28398" cy="28398"/>
          </a:xfrm>
          <a:prstGeom prst="ellipse">
            <a:avLst/>
          </a:prstGeom>
          <a:solidFill>
            <a:srgbClr val="7F8C97">
              <a:alpha val="48000"/>
            </a:srgbClr>
          </a:solidFill>
          <a:ln w="0">
            <a:noFill/>
            <a:prstDash val="solid"/>
          </a:ln>
        </p:spPr>
      </p:sp>
      <p:sp>
        <p:nvSpPr>
          <p:cNvPr id="2915" name="03_assume_matched_8212">
            <a:extLst>
              <a:ext uri="{FF2B5EF4-FFF2-40B4-BE49-F238E27FC236}">
                <a16:creationId xmlns:a16="http://schemas.microsoft.com/office/drawing/2014/main" id="{C98C6483-6391-4F89-885A-0638C0CAC24C}"/>
              </a:ext>
            </a:extLst>
          </p:cNvPr>
          <p:cNvSpPr>
            <a:spLocks noGrp="1"/>
          </p:cNvSpPr>
          <p:nvPr/>
        </p:nvSpPr>
        <p:spPr>
          <a:xfrm>
            <a:off x="2219945" y="6448819"/>
            <a:ext cx="28398" cy="28398"/>
          </a:xfrm>
          <a:prstGeom prst="ellipse">
            <a:avLst/>
          </a:prstGeom>
          <a:solidFill>
            <a:srgbClr val="7F8C97">
              <a:alpha val="48000"/>
            </a:srgbClr>
          </a:solidFill>
          <a:ln w="0">
            <a:noFill/>
            <a:prstDash val="solid"/>
          </a:ln>
        </p:spPr>
      </p:sp>
      <p:sp>
        <p:nvSpPr>
          <p:cNvPr id="2916" name="03_assume_matched_8213">
            <a:extLst>
              <a:ext uri="{FF2B5EF4-FFF2-40B4-BE49-F238E27FC236}">
                <a16:creationId xmlns:a16="http://schemas.microsoft.com/office/drawing/2014/main" id="{5C4DEA68-9BDE-41E9-9CE9-C055C7DAFE77}"/>
              </a:ext>
            </a:extLst>
          </p:cNvPr>
          <p:cNvSpPr>
            <a:spLocks noGrp="1"/>
          </p:cNvSpPr>
          <p:nvPr/>
        </p:nvSpPr>
        <p:spPr>
          <a:xfrm>
            <a:off x="2301254" y="6010168"/>
            <a:ext cx="28398" cy="28398"/>
          </a:xfrm>
          <a:prstGeom prst="ellipse">
            <a:avLst/>
          </a:prstGeom>
          <a:solidFill>
            <a:srgbClr val="7F8C97">
              <a:alpha val="48000"/>
            </a:srgbClr>
          </a:solidFill>
          <a:ln w="0">
            <a:noFill/>
            <a:prstDash val="solid"/>
          </a:ln>
        </p:spPr>
      </p:sp>
      <p:sp>
        <p:nvSpPr>
          <p:cNvPr id="2917" name="03_assume_matched_8214">
            <a:extLst>
              <a:ext uri="{FF2B5EF4-FFF2-40B4-BE49-F238E27FC236}">
                <a16:creationId xmlns:a16="http://schemas.microsoft.com/office/drawing/2014/main" id="{787C5863-BC76-413B-9C4F-86E0ACFC325C}"/>
              </a:ext>
            </a:extLst>
          </p:cNvPr>
          <p:cNvSpPr>
            <a:spLocks noGrp="1"/>
          </p:cNvSpPr>
          <p:nvPr/>
        </p:nvSpPr>
        <p:spPr>
          <a:xfrm>
            <a:off x="2282545" y="6010168"/>
            <a:ext cx="28398" cy="28398"/>
          </a:xfrm>
          <a:prstGeom prst="ellipse">
            <a:avLst/>
          </a:prstGeom>
          <a:solidFill>
            <a:srgbClr val="7F8C97">
              <a:alpha val="48000"/>
            </a:srgbClr>
          </a:solidFill>
          <a:ln w="0">
            <a:noFill/>
            <a:prstDash val="solid"/>
          </a:ln>
        </p:spPr>
      </p:sp>
      <p:sp>
        <p:nvSpPr>
          <p:cNvPr id="2918" name="03_assume_matched_8215">
            <a:extLst>
              <a:ext uri="{FF2B5EF4-FFF2-40B4-BE49-F238E27FC236}">
                <a16:creationId xmlns:a16="http://schemas.microsoft.com/office/drawing/2014/main" id="{BCEB3852-A9C2-4AEE-82E5-36E337141ADA}"/>
              </a:ext>
            </a:extLst>
          </p:cNvPr>
          <p:cNvSpPr>
            <a:spLocks noGrp="1"/>
          </p:cNvSpPr>
          <p:nvPr/>
        </p:nvSpPr>
        <p:spPr>
          <a:xfrm>
            <a:off x="2267291" y="6010168"/>
            <a:ext cx="28398" cy="28398"/>
          </a:xfrm>
          <a:prstGeom prst="ellipse">
            <a:avLst/>
          </a:prstGeom>
          <a:solidFill>
            <a:srgbClr val="7F8C97">
              <a:alpha val="48000"/>
            </a:srgbClr>
          </a:solidFill>
          <a:ln w="0">
            <a:noFill/>
            <a:prstDash val="solid"/>
          </a:ln>
        </p:spPr>
      </p:sp>
      <p:sp>
        <p:nvSpPr>
          <p:cNvPr id="2919" name="03_assume_matched_8216">
            <a:extLst>
              <a:ext uri="{FF2B5EF4-FFF2-40B4-BE49-F238E27FC236}">
                <a16:creationId xmlns:a16="http://schemas.microsoft.com/office/drawing/2014/main" id="{CD08BB96-CAD1-4A18-92E9-E8500653AD80}"/>
              </a:ext>
            </a:extLst>
          </p:cNvPr>
          <p:cNvSpPr>
            <a:spLocks noGrp="1"/>
          </p:cNvSpPr>
          <p:nvPr/>
        </p:nvSpPr>
        <p:spPr>
          <a:xfrm>
            <a:off x="2253044" y="6595037"/>
            <a:ext cx="28398" cy="28398"/>
          </a:xfrm>
          <a:prstGeom prst="ellipse">
            <a:avLst/>
          </a:prstGeom>
          <a:solidFill>
            <a:srgbClr val="7F8C97">
              <a:alpha val="48000"/>
            </a:srgbClr>
          </a:solidFill>
          <a:ln w="0">
            <a:noFill/>
            <a:prstDash val="solid"/>
          </a:ln>
        </p:spPr>
      </p:sp>
      <p:sp>
        <p:nvSpPr>
          <p:cNvPr id="2920" name="03_assume_matched_8217">
            <a:extLst>
              <a:ext uri="{FF2B5EF4-FFF2-40B4-BE49-F238E27FC236}">
                <a16:creationId xmlns:a16="http://schemas.microsoft.com/office/drawing/2014/main" id="{953092BB-83EE-40AF-80DE-3E79D0DDD234}"/>
              </a:ext>
            </a:extLst>
          </p:cNvPr>
          <p:cNvSpPr>
            <a:spLocks noGrp="1"/>
          </p:cNvSpPr>
          <p:nvPr/>
        </p:nvSpPr>
        <p:spPr>
          <a:xfrm>
            <a:off x="2269450" y="6010168"/>
            <a:ext cx="28398" cy="28398"/>
          </a:xfrm>
          <a:prstGeom prst="ellipse">
            <a:avLst/>
          </a:prstGeom>
          <a:solidFill>
            <a:srgbClr val="7F8C97">
              <a:alpha val="48000"/>
            </a:srgbClr>
          </a:solidFill>
          <a:ln w="0">
            <a:noFill/>
            <a:prstDash val="solid"/>
          </a:ln>
        </p:spPr>
      </p:sp>
      <p:sp>
        <p:nvSpPr>
          <p:cNvPr id="2921" name="03_assume_matched_8218">
            <a:extLst>
              <a:ext uri="{FF2B5EF4-FFF2-40B4-BE49-F238E27FC236}">
                <a16:creationId xmlns:a16="http://schemas.microsoft.com/office/drawing/2014/main" id="{9058B8A7-8B2A-401B-B658-E377DD81A0CD}"/>
              </a:ext>
            </a:extLst>
          </p:cNvPr>
          <p:cNvSpPr>
            <a:spLocks noGrp="1"/>
          </p:cNvSpPr>
          <p:nvPr/>
        </p:nvSpPr>
        <p:spPr>
          <a:xfrm>
            <a:off x="2354644" y="6302602"/>
            <a:ext cx="28398" cy="28398"/>
          </a:xfrm>
          <a:prstGeom prst="ellipse">
            <a:avLst/>
          </a:prstGeom>
          <a:solidFill>
            <a:srgbClr val="7F8C97">
              <a:alpha val="48000"/>
            </a:srgbClr>
          </a:solidFill>
          <a:ln w="0">
            <a:noFill/>
            <a:prstDash val="solid"/>
          </a:ln>
        </p:spPr>
      </p:sp>
      <p:sp>
        <p:nvSpPr>
          <p:cNvPr id="2922" name="03_assume_matched_8219">
            <a:extLst>
              <a:ext uri="{FF2B5EF4-FFF2-40B4-BE49-F238E27FC236}">
                <a16:creationId xmlns:a16="http://schemas.microsoft.com/office/drawing/2014/main" id="{A16C10BE-2AE1-4E0B-850C-C4E469A94A9D}"/>
              </a:ext>
            </a:extLst>
          </p:cNvPr>
          <p:cNvSpPr>
            <a:spLocks noGrp="1"/>
          </p:cNvSpPr>
          <p:nvPr/>
        </p:nvSpPr>
        <p:spPr>
          <a:xfrm>
            <a:off x="2309600" y="6010168"/>
            <a:ext cx="28398" cy="28398"/>
          </a:xfrm>
          <a:prstGeom prst="ellipse">
            <a:avLst/>
          </a:prstGeom>
          <a:solidFill>
            <a:srgbClr val="7F8C97">
              <a:alpha val="48000"/>
            </a:srgbClr>
          </a:solidFill>
          <a:ln w="0">
            <a:noFill/>
            <a:prstDash val="solid"/>
          </a:ln>
        </p:spPr>
      </p:sp>
      <p:sp>
        <p:nvSpPr>
          <p:cNvPr id="2923" name="03_assume_matched_8220">
            <a:extLst>
              <a:ext uri="{FF2B5EF4-FFF2-40B4-BE49-F238E27FC236}">
                <a16:creationId xmlns:a16="http://schemas.microsoft.com/office/drawing/2014/main" id="{DBCF0314-93CA-47C5-A978-7EA016EDCEF5}"/>
              </a:ext>
            </a:extLst>
          </p:cNvPr>
          <p:cNvSpPr>
            <a:spLocks noGrp="1"/>
          </p:cNvSpPr>
          <p:nvPr/>
        </p:nvSpPr>
        <p:spPr>
          <a:xfrm>
            <a:off x="2319386" y="6595037"/>
            <a:ext cx="28398" cy="28398"/>
          </a:xfrm>
          <a:prstGeom prst="ellipse">
            <a:avLst/>
          </a:prstGeom>
          <a:solidFill>
            <a:srgbClr val="7F8C97">
              <a:alpha val="48000"/>
            </a:srgbClr>
          </a:solidFill>
          <a:ln w="0">
            <a:noFill/>
            <a:prstDash val="solid"/>
          </a:ln>
        </p:spPr>
      </p:sp>
      <p:sp>
        <p:nvSpPr>
          <p:cNvPr id="2924" name="03_assume_matched_8221">
            <a:extLst>
              <a:ext uri="{FF2B5EF4-FFF2-40B4-BE49-F238E27FC236}">
                <a16:creationId xmlns:a16="http://schemas.microsoft.com/office/drawing/2014/main" id="{62294D48-B58C-4B60-8F7E-7BFC65722AB1}"/>
              </a:ext>
            </a:extLst>
          </p:cNvPr>
          <p:cNvSpPr>
            <a:spLocks noGrp="1"/>
          </p:cNvSpPr>
          <p:nvPr/>
        </p:nvSpPr>
        <p:spPr>
          <a:xfrm>
            <a:off x="2256210" y="6530051"/>
            <a:ext cx="28398" cy="28398"/>
          </a:xfrm>
          <a:prstGeom prst="ellipse">
            <a:avLst/>
          </a:prstGeom>
          <a:solidFill>
            <a:srgbClr val="7F8C97">
              <a:alpha val="48000"/>
            </a:srgbClr>
          </a:solidFill>
          <a:ln w="0">
            <a:noFill/>
            <a:prstDash val="solid"/>
          </a:ln>
        </p:spPr>
      </p:sp>
      <p:sp>
        <p:nvSpPr>
          <p:cNvPr id="2925" name="03_assume_matched_8222">
            <a:extLst>
              <a:ext uri="{FF2B5EF4-FFF2-40B4-BE49-F238E27FC236}">
                <a16:creationId xmlns:a16="http://schemas.microsoft.com/office/drawing/2014/main" id="{CE7F27F3-03DC-4FEB-B371-4AAD0323C4A4}"/>
              </a:ext>
            </a:extLst>
          </p:cNvPr>
          <p:cNvSpPr>
            <a:spLocks noGrp="1"/>
          </p:cNvSpPr>
          <p:nvPr/>
        </p:nvSpPr>
        <p:spPr>
          <a:xfrm>
            <a:off x="2346585" y="6595037"/>
            <a:ext cx="28398" cy="28398"/>
          </a:xfrm>
          <a:prstGeom prst="ellipse">
            <a:avLst/>
          </a:prstGeom>
          <a:solidFill>
            <a:srgbClr val="7F8C97">
              <a:alpha val="48000"/>
            </a:srgbClr>
          </a:solidFill>
          <a:ln w="0">
            <a:noFill/>
            <a:prstDash val="solid"/>
          </a:ln>
        </p:spPr>
      </p:sp>
      <p:sp>
        <p:nvSpPr>
          <p:cNvPr id="2926" name="03_assume_matched_8223">
            <a:extLst>
              <a:ext uri="{FF2B5EF4-FFF2-40B4-BE49-F238E27FC236}">
                <a16:creationId xmlns:a16="http://schemas.microsoft.com/office/drawing/2014/main" id="{D7886683-35A2-466F-BB4B-10F400104565}"/>
              </a:ext>
            </a:extLst>
          </p:cNvPr>
          <p:cNvSpPr>
            <a:spLocks noGrp="1"/>
          </p:cNvSpPr>
          <p:nvPr/>
        </p:nvSpPr>
        <p:spPr>
          <a:xfrm>
            <a:off x="2319674" y="6169677"/>
            <a:ext cx="28398" cy="28398"/>
          </a:xfrm>
          <a:prstGeom prst="ellipse">
            <a:avLst/>
          </a:prstGeom>
          <a:solidFill>
            <a:srgbClr val="7F8C97">
              <a:alpha val="48000"/>
            </a:srgbClr>
          </a:solidFill>
          <a:ln w="0">
            <a:noFill/>
            <a:prstDash val="solid"/>
          </a:ln>
        </p:spPr>
      </p:sp>
      <p:sp>
        <p:nvSpPr>
          <p:cNvPr id="2927" name="03_assume_matched_8224">
            <a:extLst>
              <a:ext uri="{FF2B5EF4-FFF2-40B4-BE49-F238E27FC236}">
                <a16:creationId xmlns:a16="http://schemas.microsoft.com/office/drawing/2014/main" id="{05E4B0EE-A3BE-4932-A9C9-74CC92852C81}"/>
              </a:ext>
            </a:extLst>
          </p:cNvPr>
          <p:cNvSpPr>
            <a:spLocks noGrp="1"/>
          </p:cNvSpPr>
          <p:nvPr/>
        </p:nvSpPr>
        <p:spPr>
          <a:xfrm>
            <a:off x="2237502" y="6595037"/>
            <a:ext cx="28398" cy="28398"/>
          </a:xfrm>
          <a:prstGeom prst="ellipse">
            <a:avLst/>
          </a:prstGeom>
          <a:solidFill>
            <a:srgbClr val="7F8C97">
              <a:alpha val="48000"/>
            </a:srgbClr>
          </a:solidFill>
          <a:ln w="0">
            <a:noFill/>
            <a:prstDash val="solid"/>
          </a:ln>
        </p:spPr>
      </p:sp>
      <p:sp>
        <p:nvSpPr>
          <p:cNvPr id="2928" name="03_assume_matched_8225">
            <a:extLst>
              <a:ext uri="{FF2B5EF4-FFF2-40B4-BE49-F238E27FC236}">
                <a16:creationId xmlns:a16="http://schemas.microsoft.com/office/drawing/2014/main" id="{1627C438-BFA5-46B6-A61B-660999ED4354}"/>
              </a:ext>
            </a:extLst>
          </p:cNvPr>
          <p:cNvSpPr>
            <a:spLocks noGrp="1"/>
          </p:cNvSpPr>
          <p:nvPr/>
        </p:nvSpPr>
        <p:spPr>
          <a:xfrm>
            <a:off x="2244841" y="6010168"/>
            <a:ext cx="28398" cy="28398"/>
          </a:xfrm>
          <a:prstGeom prst="ellipse">
            <a:avLst/>
          </a:prstGeom>
          <a:solidFill>
            <a:srgbClr val="7F8C97">
              <a:alpha val="48000"/>
            </a:srgbClr>
          </a:solidFill>
          <a:ln w="0">
            <a:noFill/>
            <a:prstDash val="solid"/>
          </a:ln>
        </p:spPr>
      </p:sp>
      <p:sp>
        <p:nvSpPr>
          <p:cNvPr id="2929" name="03_assume_matched_8226">
            <a:extLst>
              <a:ext uri="{FF2B5EF4-FFF2-40B4-BE49-F238E27FC236}">
                <a16:creationId xmlns:a16="http://schemas.microsoft.com/office/drawing/2014/main" id="{22A99C15-6BF6-45DF-A093-738797313D45}"/>
              </a:ext>
            </a:extLst>
          </p:cNvPr>
          <p:cNvSpPr>
            <a:spLocks noGrp="1"/>
          </p:cNvSpPr>
          <p:nvPr/>
        </p:nvSpPr>
        <p:spPr>
          <a:xfrm>
            <a:off x="2256066" y="6400080"/>
            <a:ext cx="28398" cy="28398"/>
          </a:xfrm>
          <a:prstGeom prst="ellipse">
            <a:avLst/>
          </a:prstGeom>
          <a:solidFill>
            <a:srgbClr val="7F8C97">
              <a:alpha val="48000"/>
            </a:srgbClr>
          </a:solidFill>
          <a:ln w="0">
            <a:noFill/>
            <a:prstDash val="solid"/>
          </a:ln>
        </p:spPr>
      </p:sp>
      <p:sp>
        <p:nvSpPr>
          <p:cNvPr id="2930" name="03_assume_matched_8227">
            <a:extLst>
              <a:ext uri="{FF2B5EF4-FFF2-40B4-BE49-F238E27FC236}">
                <a16:creationId xmlns:a16="http://schemas.microsoft.com/office/drawing/2014/main" id="{2E634E3B-A89A-4CD8-B048-3A8B331589C2}"/>
              </a:ext>
            </a:extLst>
          </p:cNvPr>
          <p:cNvSpPr>
            <a:spLocks noGrp="1"/>
          </p:cNvSpPr>
          <p:nvPr/>
        </p:nvSpPr>
        <p:spPr>
          <a:xfrm>
            <a:off x="2345434" y="6010168"/>
            <a:ext cx="28398" cy="28398"/>
          </a:xfrm>
          <a:prstGeom prst="ellipse">
            <a:avLst/>
          </a:prstGeom>
          <a:solidFill>
            <a:srgbClr val="7F8C97">
              <a:alpha val="48000"/>
            </a:srgbClr>
          </a:solidFill>
          <a:ln w="0">
            <a:noFill/>
            <a:prstDash val="solid"/>
          </a:ln>
        </p:spPr>
      </p:sp>
      <p:sp>
        <p:nvSpPr>
          <p:cNvPr id="2931" name="03_assume_matched_8228">
            <a:extLst>
              <a:ext uri="{FF2B5EF4-FFF2-40B4-BE49-F238E27FC236}">
                <a16:creationId xmlns:a16="http://schemas.microsoft.com/office/drawing/2014/main" id="{D926DBDE-D0EC-4CFC-AC35-AA63FF5C54BA}"/>
              </a:ext>
            </a:extLst>
          </p:cNvPr>
          <p:cNvSpPr>
            <a:spLocks noGrp="1"/>
          </p:cNvSpPr>
          <p:nvPr/>
        </p:nvSpPr>
        <p:spPr>
          <a:xfrm>
            <a:off x="2258369" y="6010168"/>
            <a:ext cx="28398" cy="28398"/>
          </a:xfrm>
          <a:prstGeom prst="ellipse">
            <a:avLst/>
          </a:prstGeom>
          <a:solidFill>
            <a:srgbClr val="7F8C97">
              <a:alpha val="48000"/>
            </a:srgbClr>
          </a:solidFill>
          <a:ln w="0">
            <a:noFill/>
            <a:prstDash val="solid"/>
          </a:ln>
        </p:spPr>
      </p:sp>
      <p:sp>
        <p:nvSpPr>
          <p:cNvPr id="2932" name="03_assume_matched_8229">
            <a:extLst>
              <a:ext uri="{FF2B5EF4-FFF2-40B4-BE49-F238E27FC236}">
                <a16:creationId xmlns:a16="http://schemas.microsoft.com/office/drawing/2014/main" id="{CDC72A5D-57AA-44AA-9245-BE92DF64F971}"/>
              </a:ext>
            </a:extLst>
          </p:cNvPr>
          <p:cNvSpPr>
            <a:spLocks noGrp="1"/>
          </p:cNvSpPr>
          <p:nvPr/>
        </p:nvSpPr>
        <p:spPr>
          <a:xfrm>
            <a:off x="2337375" y="6400080"/>
            <a:ext cx="28398" cy="28398"/>
          </a:xfrm>
          <a:prstGeom prst="ellipse">
            <a:avLst/>
          </a:prstGeom>
          <a:solidFill>
            <a:srgbClr val="7F8C97">
              <a:alpha val="48000"/>
            </a:srgbClr>
          </a:solidFill>
          <a:ln w="0">
            <a:noFill/>
            <a:prstDash val="solid"/>
          </a:ln>
        </p:spPr>
      </p:sp>
      <p:sp>
        <p:nvSpPr>
          <p:cNvPr id="2933" name="03_assume_matched_8230">
            <a:extLst>
              <a:ext uri="{FF2B5EF4-FFF2-40B4-BE49-F238E27FC236}">
                <a16:creationId xmlns:a16="http://schemas.microsoft.com/office/drawing/2014/main" id="{A8DB5EE5-11F3-4F24-A4DC-AD38CA86B3B3}"/>
              </a:ext>
            </a:extLst>
          </p:cNvPr>
          <p:cNvSpPr>
            <a:spLocks noGrp="1"/>
          </p:cNvSpPr>
          <p:nvPr/>
        </p:nvSpPr>
        <p:spPr>
          <a:xfrm>
            <a:off x="2338526" y="6010168"/>
            <a:ext cx="28398" cy="28398"/>
          </a:xfrm>
          <a:prstGeom prst="ellipse">
            <a:avLst/>
          </a:prstGeom>
          <a:solidFill>
            <a:srgbClr val="7F8C97">
              <a:alpha val="48000"/>
            </a:srgbClr>
          </a:solidFill>
          <a:ln w="0">
            <a:noFill/>
            <a:prstDash val="solid"/>
          </a:ln>
        </p:spPr>
      </p:sp>
      <p:sp>
        <p:nvSpPr>
          <p:cNvPr id="2934" name="03_assume_matched_8231">
            <a:extLst>
              <a:ext uri="{FF2B5EF4-FFF2-40B4-BE49-F238E27FC236}">
                <a16:creationId xmlns:a16="http://schemas.microsoft.com/office/drawing/2014/main" id="{C5CB0EA4-9755-4A90-88DB-7318DBBBE758}"/>
              </a:ext>
            </a:extLst>
          </p:cNvPr>
          <p:cNvSpPr>
            <a:spLocks noGrp="1"/>
          </p:cNvSpPr>
          <p:nvPr/>
        </p:nvSpPr>
        <p:spPr>
          <a:xfrm>
            <a:off x="2342268" y="6595037"/>
            <a:ext cx="28398" cy="28398"/>
          </a:xfrm>
          <a:prstGeom prst="ellipse">
            <a:avLst/>
          </a:prstGeom>
          <a:solidFill>
            <a:srgbClr val="7F8C97">
              <a:alpha val="48000"/>
            </a:srgbClr>
          </a:solidFill>
          <a:ln w="0">
            <a:noFill/>
            <a:prstDash val="solid"/>
          </a:ln>
        </p:spPr>
      </p:sp>
      <p:sp>
        <p:nvSpPr>
          <p:cNvPr id="2935" name="03_assume_matched_8232">
            <a:extLst>
              <a:ext uri="{FF2B5EF4-FFF2-40B4-BE49-F238E27FC236}">
                <a16:creationId xmlns:a16="http://schemas.microsoft.com/office/drawing/2014/main" id="{7730AA36-B10D-477D-93D2-4C9D233BE503}"/>
              </a:ext>
            </a:extLst>
          </p:cNvPr>
          <p:cNvSpPr>
            <a:spLocks noGrp="1"/>
          </p:cNvSpPr>
          <p:nvPr/>
        </p:nvSpPr>
        <p:spPr>
          <a:xfrm>
            <a:off x="2259520" y="6595037"/>
            <a:ext cx="28398" cy="28398"/>
          </a:xfrm>
          <a:prstGeom prst="ellipse">
            <a:avLst/>
          </a:prstGeom>
          <a:solidFill>
            <a:srgbClr val="7F8C97">
              <a:alpha val="48000"/>
            </a:srgbClr>
          </a:solidFill>
          <a:ln w="0">
            <a:noFill/>
            <a:prstDash val="solid"/>
          </a:ln>
        </p:spPr>
      </p:sp>
      <p:sp>
        <p:nvSpPr>
          <p:cNvPr id="2936" name="03_assume_matched_8233">
            <a:extLst>
              <a:ext uri="{FF2B5EF4-FFF2-40B4-BE49-F238E27FC236}">
                <a16:creationId xmlns:a16="http://schemas.microsoft.com/office/drawing/2014/main" id="{51F94AE2-5822-48DF-B9A6-5FC5E338136A}"/>
              </a:ext>
            </a:extLst>
          </p:cNvPr>
          <p:cNvSpPr>
            <a:spLocks noGrp="1"/>
          </p:cNvSpPr>
          <p:nvPr/>
        </p:nvSpPr>
        <p:spPr>
          <a:xfrm>
            <a:off x="2237790" y="6010168"/>
            <a:ext cx="28398" cy="28398"/>
          </a:xfrm>
          <a:prstGeom prst="ellipse">
            <a:avLst/>
          </a:prstGeom>
          <a:solidFill>
            <a:srgbClr val="7F8C97">
              <a:alpha val="48000"/>
            </a:srgbClr>
          </a:solidFill>
          <a:ln w="0">
            <a:noFill/>
            <a:prstDash val="solid"/>
          </a:ln>
        </p:spPr>
      </p:sp>
      <p:sp>
        <p:nvSpPr>
          <p:cNvPr id="2937" name="03_assume_matched_8234">
            <a:extLst>
              <a:ext uri="{FF2B5EF4-FFF2-40B4-BE49-F238E27FC236}">
                <a16:creationId xmlns:a16="http://schemas.microsoft.com/office/drawing/2014/main" id="{382F3F3A-AE04-4202-ADB5-6E371CED98BA}"/>
              </a:ext>
            </a:extLst>
          </p:cNvPr>
          <p:cNvSpPr>
            <a:spLocks noGrp="1"/>
          </p:cNvSpPr>
          <p:nvPr/>
        </p:nvSpPr>
        <p:spPr>
          <a:xfrm>
            <a:off x="2321545" y="6010168"/>
            <a:ext cx="28398" cy="28398"/>
          </a:xfrm>
          <a:prstGeom prst="ellipse">
            <a:avLst/>
          </a:prstGeom>
          <a:solidFill>
            <a:srgbClr val="7F8C97">
              <a:alpha val="48000"/>
            </a:srgbClr>
          </a:solidFill>
          <a:ln w="0">
            <a:noFill/>
            <a:prstDash val="solid"/>
          </a:ln>
        </p:spPr>
      </p:sp>
      <p:sp>
        <p:nvSpPr>
          <p:cNvPr id="2938" name="03_assume_matched_8235">
            <a:extLst>
              <a:ext uri="{FF2B5EF4-FFF2-40B4-BE49-F238E27FC236}">
                <a16:creationId xmlns:a16="http://schemas.microsoft.com/office/drawing/2014/main" id="{4733A363-6AFD-4B41-8CF4-D1C4126B0CD5}"/>
              </a:ext>
            </a:extLst>
          </p:cNvPr>
          <p:cNvSpPr>
            <a:spLocks noGrp="1"/>
          </p:cNvSpPr>
          <p:nvPr/>
        </p:nvSpPr>
        <p:spPr>
          <a:xfrm>
            <a:off x="2231026" y="6010168"/>
            <a:ext cx="28398" cy="28398"/>
          </a:xfrm>
          <a:prstGeom prst="ellipse">
            <a:avLst/>
          </a:prstGeom>
          <a:solidFill>
            <a:srgbClr val="7F8C97">
              <a:alpha val="48000"/>
            </a:srgbClr>
          </a:solidFill>
          <a:ln w="0">
            <a:noFill/>
            <a:prstDash val="solid"/>
          </a:ln>
        </p:spPr>
      </p:sp>
      <p:sp>
        <p:nvSpPr>
          <p:cNvPr id="2939" name="03_assume_matched_8236">
            <a:extLst>
              <a:ext uri="{FF2B5EF4-FFF2-40B4-BE49-F238E27FC236}">
                <a16:creationId xmlns:a16="http://schemas.microsoft.com/office/drawing/2014/main" id="{49441F67-778B-4A2A-BC93-8966518C65CC}"/>
              </a:ext>
            </a:extLst>
          </p:cNvPr>
          <p:cNvSpPr>
            <a:spLocks noGrp="1"/>
          </p:cNvSpPr>
          <p:nvPr/>
        </p:nvSpPr>
        <p:spPr>
          <a:xfrm>
            <a:off x="2325142" y="6010168"/>
            <a:ext cx="28398" cy="28398"/>
          </a:xfrm>
          <a:prstGeom prst="ellipse">
            <a:avLst/>
          </a:prstGeom>
          <a:solidFill>
            <a:srgbClr val="7F8C97">
              <a:alpha val="48000"/>
            </a:srgbClr>
          </a:solidFill>
          <a:ln w="0">
            <a:noFill/>
            <a:prstDash val="solid"/>
          </a:ln>
        </p:spPr>
      </p:sp>
      <p:sp>
        <p:nvSpPr>
          <p:cNvPr id="2940" name="03_assume_matched_8237">
            <a:extLst>
              <a:ext uri="{FF2B5EF4-FFF2-40B4-BE49-F238E27FC236}">
                <a16:creationId xmlns:a16="http://schemas.microsoft.com/office/drawing/2014/main" id="{862D04C9-9395-49AA-95A5-AB11A9DEF2FA}"/>
              </a:ext>
            </a:extLst>
          </p:cNvPr>
          <p:cNvSpPr>
            <a:spLocks noGrp="1"/>
          </p:cNvSpPr>
          <p:nvPr/>
        </p:nvSpPr>
        <p:spPr>
          <a:xfrm>
            <a:off x="2232321" y="6595037"/>
            <a:ext cx="28398" cy="28398"/>
          </a:xfrm>
          <a:prstGeom prst="ellipse">
            <a:avLst/>
          </a:prstGeom>
          <a:solidFill>
            <a:srgbClr val="7F8C97">
              <a:alpha val="48000"/>
            </a:srgbClr>
          </a:solidFill>
          <a:ln w="0">
            <a:noFill/>
            <a:prstDash val="solid"/>
          </a:ln>
        </p:spPr>
      </p:sp>
      <p:sp>
        <p:nvSpPr>
          <p:cNvPr id="2941" name="03_assume_matched_8238">
            <a:extLst>
              <a:ext uri="{FF2B5EF4-FFF2-40B4-BE49-F238E27FC236}">
                <a16:creationId xmlns:a16="http://schemas.microsoft.com/office/drawing/2014/main" id="{CEBFD9B3-FDD8-4899-BD36-D665B3506B3E}"/>
              </a:ext>
            </a:extLst>
          </p:cNvPr>
          <p:cNvSpPr>
            <a:spLocks noGrp="1"/>
          </p:cNvSpPr>
          <p:nvPr/>
        </p:nvSpPr>
        <p:spPr>
          <a:xfrm>
            <a:off x="2352773" y="6010168"/>
            <a:ext cx="28398" cy="28398"/>
          </a:xfrm>
          <a:prstGeom prst="ellipse">
            <a:avLst/>
          </a:prstGeom>
          <a:solidFill>
            <a:srgbClr val="7F8C97">
              <a:alpha val="48000"/>
            </a:srgbClr>
          </a:solidFill>
          <a:ln w="0">
            <a:noFill/>
            <a:prstDash val="solid"/>
          </a:ln>
        </p:spPr>
      </p:sp>
      <p:sp>
        <p:nvSpPr>
          <p:cNvPr id="2942" name="03_assume_matched_8239">
            <a:extLst>
              <a:ext uri="{FF2B5EF4-FFF2-40B4-BE49-F238E27FC236}">
                <a16:creationId xmlns:a16="http://schemas.microsoft.com/office/drawing/2014/main" id="{A7EC5BFE-B795-48DD-88DE-59A0FC35E472}"/>
              </a:ext>
            </a:extLst>
          </p:cNvPr>
          <p:cNvSpPr>
            <a:spLocks noGrp="1"/>
          </p:cNvSpPr>
          <p:nvPr/>
        </p:nvSpPr>
        <p:spPr>
          <a:xfrm>
            <a:off x="2330755" y="6010168"/>
            <a:ext cx="28398" cy="28398"/>
          </a:xfrm>
          <a:prstGeom prst="ellipse">
            <a:avLst/>
          </a:prstGeom>
          <a:solidFill>
            <a:srgbClr val="7F8C97">
              <a:alpha val="48000"/>
            </a:srgbClr>
          </a:solidFill>
          <a:ln w="0">
            <a:noFill/>
            <a:prstDash val="solid"/>
          </a:ln>
        </p:spPr>
      </p:sp>
      <p:sp>
        <p:nvSpPr>
          <p:cNvPr id="2943" name="03_assume_matched_8240">
            <a:extLst>
              <a:ext uri="{FF2B5EF4-FFF2-40B4-BE49-F238E27FC236}">
                <a16:creationId xmlns:a16="http://schemas.microsoft.com/office/drawing/2014/main" id="{DCB58EEE-0D30-4955-8489-615B7F620A89}"/>
              </a:ext>
            </a:extLst>
          </p:cNvPr>
          <p:cNvSpPr>
            <a:spLocks noGrp="1"/>
          </p:cNvSpPr>
          <p:nvPr/>
        </p:nvSpPr>
        <p:spPr>
          <a:xfrm>
            <a:off x="2278660" y="6010168"/>
            <a:ext cx="28398" cy="28398"/>
          </a:xfrm>
          <a:prstGeom prst="ellipse">
            <a:avLst/>
          </a:prstGeom>
          <a:solidFill>
            <a:srgbClr val="7F8C97">
              <a:alpha val="48000"/>
            </a:srgbClr>
          </a:solidFill>
          <a:ln w="0">
            <a:noFill/>
            <a:prstDash val="solid"/>
          </a:ln>
        </p:spPr>
      </p:sp>
      <p:sp>
        <p:nvSpPr>
          <p:cNvPr id="2944" name="03_assume_matched_8241">
            <a:extLst>
              <a:ext uri="{FF2B5EF4-FFF2-40B4-BE49-F238E27FC236}">
                <a16:creationId xmlns:a16="http://schemas.microsoft.com/office/drawing/2014/main" id="{3E28BC89-854F-432A-83AD-F1EAF14DB7B2}"/>
              </a:ext>
            </a:extLst>
          </p:cNvPr>
          <p:cNvSpPr>
            <a:spLocks noGrp="1"/>
          </p:cNvSpPr>
          <p:nvPr/>
        </p:nvSpPr>
        <p:spPr>
          <a:xfrm>
            <a:off x="2254339" y="6595037"/>
            <a:ext cx="28398" cy="28398"/>
          </a:xfrm>
          <a:prstGeom prst="ellipse">
            <a:avLst/>
          </a:prstGeom>
          <a:solidFill>
            <a:srgbClr val="7F8C97">
              <a:alpha val="48000"/>
            </a:srgbClr>
          </a:solidFill>
          <a:ln w="0">
            <a:noFill/>
            <a:prstDash val="solid"/>
          </a:ln>
        </p:spPr>
      </p:sp>
      <p:sp>
        <p:nvSpPr>
          <p:cNvPr id="2945" name="03_assume_matched_8242">
            <a:extLst>
              <a:ext uri="{FF2B5EF4-FFF2-40B4-BE49-F238E27FC236}">
                <a16:creationId xmlns:a16="http://schemas.microsoft.com/office/drawing/2014/main" id="{9D3A3265-E863-4625-9F12-CFEB87DF4BED}"/>
              </a:ext>
            </a:extLst>
          </p:cNvPr>
          <p:cNvSpPr>
            <a:spLocks noGrp="1"/>
          </p:cNvSpPr>
          <p:nvPr/>
        </p:nvSpPr>
        <p:spPr>
          <a:xfrm>
            <a:off x="2356802" y="6595037"/>
            <a:ext cx="28398" cy="28398"/>
          </a:xfrm>
          <a:prstGeom prst="ellipse">
            <a:avLst/>
          </a:prstGeom>
          <a:solidFill>
            <a:srgbClr val="7F8C97">
              <a:alpha val="48000"/>
            </a:srgbClr>
          </a:solidFill>
          <a:ln w="0">
            <a:noFill/>
            <a:prstDash val="solid"/>
          </a:ln>
        </p:spPr>
      </p:sp>
      <p:sp>
        <p:nvSpPr>
          <p:cNvPr id="2946" name="03_assume_matched_8243">
            <a:extLst>
              <a:ext uri="{FF2B5EF4-FFF2-40B4-BE49-F238E27FC236}">
                <a16:creationId xmlns:a16="http://schemas.microsoft.com/office/drawing/2014/main" id="{D702F784-8202-4385-9618-C7E7C2B6FF26}"/>
              </a:ext>
            </a:extLst>
          </p:cNvPr>
          <p:cNvSpPr>
            <a:spLocks noGrp="1"/>
          </p:cNvSpPr>
          <p:nvPr/>
        </p:nvSpPr>
        <p:spPr>
          <a:xfrm>
            <a:off x="2304563" y="6595037"/>
            <a:ext cx="28398" cy="28398"/>
          </a:xfrm>
          <a:prstGeom prst="ellipse">
            <a:avLst/>
          </a:prstGeom>
          <a:solidFill>
            <a:srgbClr val="7F8C97">
              <a:alpha val="48000"/>
            </a:srgbClr>
          </a:solidFill>
          <a:ln w="0">
            <a:noFill/>
            <a:prstDash val="solid"/>
          </a:ln>
        </p:spPr>
      </p:sp>
      <p:sp>
        <p:nvSpPr>
          <p:cNvPr id="2947" name="03_assume_matched_8244">
            <a:extLst>
              <a:ext uri="{FF2B5EF4-FFF2-40B4-BE49-F238E27FC236}">
                <a16:creationId xmlns:a16="http://schemas.microsoft.com/office/drawing/2014/main" id="{E65636BE-35DA-48F2-B765-1D1C98AB937B}"/>
              </a:ext>
            </a:extLst>
          </p:cNvPr>
          <p:cNvSpPr>
            <a:spLocks noGrp="1"/>
          </p:cNvSpPr>
          <p:nvPr/>
        </p:nvSpPr>
        <p:spPr>
          <a:xfrm>
            <a:off x="2337375" y="6595037"/>
            <a:ext cx="28398" cy="28398"/>
          </a:xfrm>
          <a:prstGeom prst="ellipse">
            <a:avLst/>
          </a:prstGeom>
          <a:solidFill>
            <a:srgbClr val="7F8C97">
              <a:alpha val="48000"/>
            </a:srgbClr>
          </a:solidFill>
          <a:ln w="0">
            <a:noFill/>
            <a:prstDash val="solid"/>
          </a:ln>
        </p:spPr>
      </p:sp>
      <p:sp>
        <p:nvSpPr>
          <p:cNvPr id="2948" name="03_assume_matched_8245">
            <a:extLst>
              <a:ext uri="{FF2B5EF4-FFF2-40B4-BE49-F238E27FC236}">
                <a16:creationId xmlns:a16="http://schemas.microsoft.com/office/drawing/2014/main" id="{CF77BDDF-B699-4A44-A727-9AFAF2E445F0}"/>
              </a:ext>
            </a:extLst>
          </p:cNvPr>
          <p:cNvSpPr>
            <a:spLocks noGrp="1"/>
          </p:cNvSpPr>
          <p:nvPr/>
        </p:nvSpPr>
        <p:spPr>
          <a:xfrm>
            <a:off x="2236495" y="6478063"/>
            <a:ext cx="28398" cy="28398"/>
          </a:xfrm>
          <a:prstGeom prst="ellipse">
            <a:avLst/>
          </a:prstGeom>
          <a:solidFill>
            <a:srgbClr val="7F8C97">
              <a:alpha val="48000"/>
            </a:srgbClr>
          </a:solidFill>
          <a:ln w="0">
            <a:noFill/>
            <a:prstDash val="solid"/>
          </a:ln>
        </p:spPr>
      </p:sp>
      <p:sp>
        <p:nvSpPr>
          <p:cNvPr id="2949" name="03_assume_matched_8246">
            <a:extLst>
              <a:ext uri="{FF2B5EF4-FFF2-40B4-BE49-F238E27FC236}">
                <a16:creationId xmlns:a16="http://schemas.microsoft.com/office/drawing/2014/main" id="{FA7FF9B6-C295-431C-BD70-45D313284A22}"/>
              </a:ext>
            </a:extLst>
          </p:cNvPr>
          <p:cNvSpPr>
            <a:spLocks noGrp="1"/>
          </p:cNvSpPr>
          <p:nvPr/>
        </p:nvSpPr>
        <p:spPr>
          <a:xfrm>
            <a:off x="2328452" y="6595037"/>
            <a:ext cx="28398" cy="28398"/>
          </a:xfrm>
          <a:prstGeom prst="ellipse">
            <a:avLst/>
          </a:prstGeom>
          <a:solidFill>
            <a:srgbClr val="7F8C97">
              <a:alpha val="48000"/>
            </a:srgbClr>
          </a:solidFill>
          <a:ln w="0">
            <a:noFill/>
            <a:prstDash val="solid"/>
          </a:ln>
        </p:spPr>
      </p:sp>
      <p:sp>
        <p:nvSpPr>
          <p:cNvPr id="2950" name="03_assume_matched_8247">
            <a:extLst>
              <a:ext uri="{FF2B5EF4-FFF2-40B4-BE49-F238E27FC236}">
                <a16:creationId xmlns:a16="http://schemas.microsoft.com/office/drawing/2014/main" id="{F42B6B1A-2B09-4C9A-8A0B-1D8A90EDF5D3}"/>
              </a:ext>
            </a:extLst>
          </p:cNvPr>
          <p:cNvSpPr>
            <a:spLocks noGrp="1"/>
          </p:cNvSpPr>
          <p:nvPr/>
        </p:nvSpPr>
        <p:spPr>
          <a:xfrm>
            <a:off x="2307586" y="6205124"/>
            <a:ext cx="28398" cy="28398"/>
          </a:xfrm>
          <a:prstGeom prst="ellipse">
            <a:avLst/>
          </a:prstGeom>
          <a:solidFill>
            <a:srgbClr val="7F8C97">
              <a:alpha val="48000"/>
            </a:srgbClr>
          </a:solidFill>
          <a:ln w="0">
            <a:noFill/>
            <a:prstDash val="solid"/>
          </a:ln>
        </p:spPr>
      </p:sp>
      <p:sp>
        <p:nvSpPr>
          <p:cNvPr id="2951" name="03_assume_matched_8248">
            <a:extLst>
              <a:ext uri="{FF2B5EF4-FFF2-40B4-BE49-F238E27FC236}">
                <a16:creationId xmlns:a16="http://schemas.microsoft.com/office/drawing/2014/main" id="{ED21FCBB-9F61-4469-AFD6-D4C4C69C8E23}"/>
              </a:ext>
            </a:extLst>
          </p:cNvPr>
          <p:cNvSpPr>
            <a:spLocks noGrp="1"/>
          </p:cNvSpPr>
          <p:nvPr/>
        </p:nvSpPr>
        <p:spPr>
          <a:xfrm>
            <a:off x="2216203" y="6010168"/>
            <a:ext cx="28398" cy="28398"/>
          </a:xfrm>
          <a:prstGeom prst="ellipse">
            <a:avLst/>
          </a:prstGeom>
          <a:solidFill>
            <a:srgbClr val="7F8C97">
              <a:alpha val="48000"/>
            </a:srgbClr>
          </a:solidFill>
          <a:ln w="0">
            <a:noFill/>
            <a:prstDash val="solid"/>
          </a:ln>
        </p:spPr>
      </p:sp>
      <p:sp>
        <p:nvSpPr>
          <p:cNvPr id="2952" name="03_assume_matched_8249">
            <a:extLst>
              <a:ext uri="{FF2B5EF4-FFF2-40B4-BE49-F238E27FC236}">
                <a16:creationId xmlns:a16="http://schemas.microsoft.com/office/drawing/2014/main" id="{1F23F313-8215-403C-B517-308B9CCF71E8}"/>
              </a:ext>
            </a:extLst>
          </p:cNvPr>
          <p:cNvSpPr>
            <a:spLocks noGrp="1"/>
          </p:cNvSpPr>
          <p:nvPr/>
        </p:nvSpPr>
        <p:spPr>
          <a:xfrm>
            <a:off x="2275494" y="6595037"/>
            <a:ext cx="28398" cy="28398"/>
          </a:xfrm>
          <a:prstGeom prst="ellipse">
            <a:avLst/>
          </a:prstGeom>
          <a:solidFill>
            <a:srgbClr val="7F8C97">
              <a:alpha val="48000"/>
            </a:srgbClr>
          </a:solidFill>
          <a:ln w="0">
            <a:noFill/>
            <a:prstDash val="solid"/>
          </a:ln>
        </p:spPr>
      </p:sp>
      <p:sp>
        <p:nvSpPr>
          <p:cNvPr id="2953" name="03_assume_matched_8250">
            <a:extLst>
              <a:ext uri="{FF2B5EF4-FFF2-40B4-BE49-F238E27FC236}">
                <a16:creationId xmlns:a16="http://schemas.microsoft.com/office/drawing/2014/main" id="{157B1FA8-0805-43FB-8018-32B3CDF58847}"/>
              </a:ext>
            </a:extLst>
          </p:cNvPr>
          <p:cNvSpPr>
            <a:spLocks noGrp="1"/>
          </p:cNvSpPr>
          <p:nvPr/>
        </p:nvSpPr>
        <p:spPr>
          <a:xfrm>
            <a:off x="2257649" y="6595037"/>
            <a:ext cx="28398" cy="28398"/>
          </a:xfrm>
          <a:prstGeom prst="ellipse">
            <a:avLst/>
          </a:prstGeom>
          <a:solidFill>
            <a:srgbClr val="7F8C97">
              <a:alpha val="48000"/>
            </a:srgbClr>
          </a:solidFill>
          <a:ln w="0">
            <a:noFill/>
            <a:prstDash val="solid"/>
          </a:ln>
        </p:spPr>
      </p:sp>
      <p:sp>
        <p:nvSpPr>
          <p:cNvPr id="2954" name="03_assume_matched_8251">
            <a:extLst>
              <a:ext uri="{FF2B5EF4-FFF2-40B4-BE49-F238E27FC236}">
                <a16:creationId xmlns:a16="http://schemas.microsoft.com/office/drawing/2014/main" id="{5515DCF5-0B0C-4940-AD15-287886F99273}"/>
              </a:ext>
            </a:extLst>
          </p:cNvPr>
          <p:cNvSpPr>
            <a:spLocks noGrp="1"/>
          </p:cNvSpPr>
          <p:nvPr/>
        </p:nvSpPr>
        <p:spPr>
          <a:xfrm>
            <a:off x="2289885" y="6010168"/>
            <a:ext cx="28398" cy="28398"/>
          </a:xfrm>
          <a:prstGeom prst="ellipse">
            <a:avLst/>
          </a:prstGeom>
          <a:solidFill>
            <a:srgbClr val="7F8C97">
              <a:alpha val="48000"/>
            </a:srgbClr>
          </a:solidFill>
          <a:ln w="0">
            <a:noFill/>
            <a:prstDash val="solid"/>
          </a:ln>
        </p:spPr>
      </p:sp>
      <p:sp>
        <p:nvSpPr>
          <p:cNvPr id="2955" name="03_assume_matched_8252">
            <a:extLst>
              <a:ext uri="{FF2B5EF4-FFF2-40B4-BE49-F238E27FC236}">
                <a16:creationId xmlns:a16="http://schemas.microsoft.com/office/drawing/2014/main" id="{1FB23953-8409-4D25-BA0C-4574992190E3}"/>
              </a:ext>
            </a:extLst>
          </p:cNvPr>
          <p:cNvSpPr>
            <a:spLocks noGrp="1"/>
          </p:cNvSpPr>
          <p:nvPr/>
        </p:nvSpPr>
        <p:spPr>
          <a:xfrm>
            <a:off x="2271752" y="6546298"/>
            <a:ext cx="28398" cy="28398"/>
          </a:xfrm>
          <a:prstGeom prst="ellipse">
            <a:avLst/>
          </a:prstGeom>
          <a:solidFill>
            <a:srgbClr val="7F8C97">
              <a:alpha val="48000"/>
            </a:srgbClr>
          </a:solidFill>
          <a:ln w="0">
            <a:noFill/>
            <a:prstDash val="solid"/>
          </a:ln>
        </p:spPr>
      </p:sp>
      <p:sp>
        <p:nvSpPr>
          <p:cNvPr id="2956" name="03_assume_matched_8253">
            <a:extLst>
              <a:ext uri="{FF2B5EF4-FFF2-40B4-BE49-F238E27FC236}">
                <a16:creationId xmlns:a16="http://schemas.microsoft.com/office/drawing/2014/main" id="{B8EE51EC-B5AC-4962-8B67-E3A6E9FA6DDE}"/>
              </a:ext>
            </a:extLst>
          </p:cNvPr>
          <p:cNvSpPr>
            <a:spLocks noGrp="1"/>
          </p:cNvSpPr>
          <p:nvPr/>
        </p:nvSpPr>
        <p:spPr>
          <a:xfrm>
            <a:off x="2333921" y="6448819"/>
            <a:ext cx="28398" cy="28398"/>
          </a:xfrm>
          <a:prstGeom prst="ellipse">
            <a:avLst/>
          </a:prstGeom>
          <a:solidFill>
            <a:srgbClr val="7F8C97">
              <a:alpha val="48000"/>
            </a:srgbClr>
          </a:solidFill>
          <a:ln w="0">
            <a:noFill/>
            <a:prstDash val="solid"/>
          </a:ln>
        </p:spPr>
      </p:sp>
      <p:sp>
        <p:nvSpPr>
          <p:cNvPr id="2957" name="03_assume_matched_8254">
            <a:extLst>
              <a:ext uri="{FF2B5EF4-FFF2-40B4-BE49-F238E27FC236}">
                <a16:creationId xmlns:a16="http://schemas.microsoft.com/office/drawing/2014/main" id="{687AC2EA-53A6-439A-A46E-5C7C105DA2B2}"/>
              </a:ext>
            </a:extLst>
          </p:cNvPr>
          <p:cNvSpPr>
            <a:spLocks noGrp="1"/>
          </p:cNvSpPr>
          <p:nvPr/>
        </p:nvSpPr>
        <p:spPr>
          <a:xfrm>
            <a:off x="2232033" y="6010168"/>
            <a:ext cx="28398" cy="28398"/>
          </a:xfrm>
          <a:prstGeom prst="ellipse">
            <a:avLst/>
          </a:prstGeom>
          <a:solidFill>
            <a:srgbClr val="7F8C97">
              <a:alpha val="48000"/>
            </a:srgbClr>
          </a:solidFill>
          <a:ln w="0">
            <a:noFill/>
            <a:prstDash val="solid"/>
          </a:ln>
        </p:spPr>
      </p:sp>
      <p:sp>
        <p:nvSpPr>
          <p:cNvPr id="2958" name="03_assume_matched_8255">
            <a:extLst>
              <a:ext uri="{FF2B5EF4-FFF2-40B4-BE49-F238E27FC236}">
                <a16:creationId xmlns:a16="http://schemas.microsoft.com/office/drawing/2014/main" id="{FD2A8AF3-8FA1-43E8-BC57-69E99B209F28}"/>
              </a:ext>
            </a:extLst>
          </p:cNvPr>
          <p:cNvSpPr>
            <a:spLocks noGrp="1"/>
          </p:cNvSpPr>
          <p:nvPr/>
        </p:nvSpPr>
        <p:spPr>
          <a:xfrm>
            <a:off x="2238653" y="6595037"/>
            <a:ext cx="28398" cy="28398"/>
          </a:xfrm>
          <a:prstGeom prst="ellipse">
            <a:avLst/>
          </a:prstGeom>
          <a:solidFill>
            <a:srgbClr val="7F8C97">
              <a:alpha val="48000"/>
            </a:srgbClr>
          </a:solidFill>
          <a:ln w="0">
            <a:noFill/>
            <a:prstDash val="solid"/>
          </a:ln>
        </p:spPr>
      </p:sp>
      <p:sp>
        <p:nvSpPr>
          <p:cNvPr id="2959" name="03_assume_matched_8256">
            <a:extLst>
              <a:ext uri="{FF2B5EF4-FFF2-40B4-BE49-F238E27FC236}">
                <a16:creationId xmlns:a16="http://schemas.microsoft.com/office/drawing/2014/main" id="{33A76571-3670-40E1-A426-2E0D89FF3B28}"/>
              </a:ext>
            </a:extLst>
          </p:cNvPr>
          <p:cNvSpPr>
            <a:spLocks noGrp="1"/>
          </p:cNvSpPr>
          <p:nvPr/>
        </p:nvSpPr>
        <p:spPr>
          <a:xfrm>
            <a:off x="2298519" y="6156385"/>
            <a:ext cx="28398" cy="28398"/>
          </a:xfrm>
          <a:prstGeom prst="ellipse">
            <a:avLst/>
          </a:prstGeom>
          <a:solidFill>
            <a:srgbClr val="7F8C97">
              <a:alpha val="48000"/>
            </a:srgbClr>
          </a:solidFill>
          <a:ln w="0">
            <a:noFill/>
            <a:prstDash val="solid"/>
          </a:ln>
        </p:spPr>
      </p:sp>
      <p:sp>
        <p:nvSpPr>
          <p:cNvPr id="2960" name="03_assume_matched_8257">
            <a:extLst>
              <a:ext uri="{FF2B5EF4-FFF2-40B4-BE49-F238E27FC236}">
                <a16:creationId xmlns:a16="http://schemas.microsoft.com/office/drawing/2014/main" id="{A5C2380E-B6DB-4921-B18F-431A67953FF7}"/>
              </a:ext>
            </a:extLst>
          </p:cNvPr>
          <p:cNvSpPr>
            <a:spLocks noGrp="1"/>
          </p:cNvSpPr>
          <p:nvPr/>
        </p:nvSpPr>
        <p:spPr>
          <a:xfrm>
            <a:off x="2297224" y="6010168"/>
            <a:ext cx="28398" cy="28398"/>
          </a:xfrm>
          <a:prstGeom prst="ellipse">
            <a:avLst/>
          </a:prstGeom>
          <a:solidFill>
            <a:srgbClr val="7F8C97">
              <a:alpha val="48000"/>
            </a:srgbClr>
          </a:solidFill>
          <a:ln w="0">
            <a:noFill/>
            <a:prstDash val="solid"/>
          </a:ln>
        </p:spPr>
      </p:sp>
      <p:sp>
        <p:nvSpPr>
          <p:cNvPr id="2961" name="03_assume_matched_8258">
            <a:extLst>
              <a:ext uri="{FF2B5EF4-FFF2-40B4-BE49-F238E27FC236}">
                <a16:creationId xmlns:a16="http://schemas.microsoft.com/office/drawing/2014/main" id="{C37C30A1-9157-4773-B85B-30692812DC11}"/>
              </a:ext>
            </a:extLst>
          </p:cNvPr>
          <p:cNvSpPr>
            <a:spLocks noGrp="1"/>
          </p:cNvSpPr>
          <p:nvPr/>
        </p:nvSpPr>
        <p:spPr>
          <a:xfrm>
            <a:off x="2343995" y="6010168"/>
            <a:ext cx="28398" cy="28398"/>
          </a:xfrm>
          <a:prstGeom prst="ellipse">
            <a:avLst/>
          </a:prstGeom>
          <a:solidFill>
            <a:srgbClr val="7F8C97">
              <a:alpha val="48000"/>
            </a:srgbClr>
          </a:solidFill>
          <a:ln w="0">
            <a:noFill/>
            <a:prstDash val="solid"/>
          </a:ln>
        </p:spPr>
      </p:sp>
      <p:sp>
        <p:nvSpPr>
          <p:cNvPr id="2962" name="03_assume_matched_8259">
            <a:extLst>
              <a:ext uri="{FF2B5EF4-FFF2-40B4-BE49-F238E27FC236}">
                <a16:creationId xmlns:a16="http://schemas.microsoft.com/office/drawing/2014/main" id="{07F7D13E-32BA-411C-8FB4-E6665262523E}"/>
              </a:ext>
            </a:extLst>
          </p:cNvPr>
          <p:cNvSpPr>
            <a:spLocks noGrp="1"/>
          </p:cNvSpPr>
          <p:nvPr/>
        </p:nvSpPr>
        <p:spPr>
          <a:xfrm>
            <a:off x="2322264" y="6156385"/>
            <a:ext cx="28398" cy="28398"/>
          </a:xfrm>
          <a:prstGeom prst="ellipse">
            <a:avLst/>
          </a:prstGeom>
          <a:solidFill>
            <a:srgbClr val="7F8C97">
              <a:alpha val="48000"/>
            </a:srgbClr>
          </a:solidFill>
          <a:ln w="0">
            <a:noFill/>
            <a:prstDash val="solid"/>
          </a:ln>
        </p:spPr>
      </p:sp>
      <p:sp>
        <p:nvSpPr>
          <p:cNvPr id="2963" name="03_assume_matched_8260">
            <a:extLst>
              <a:ext uri="{FF2B5EF4-FFF2-40B4-BE49-F238E27FC236}">
                <a16:creationId xmlns:a16="http://schemas.microsoft.com/office/drawing/2014/main" id="{0EB9F7FD-3494-41E2-967A-BC2D7C8133F1}"/>
              </a:ext>
            </a:extLst>
          </p:cNvPr>
          <p:cNvSpPr>
            <a:spLocks noGrp="1"/>
          </p:cNvSpPr>
          <p:nvPr/>
        </p:nvSpPr>
        <p:spPr>
          <a:xfrm>
            <a:off x="2254339" y="6595037"/>
            <a:ext cx="28398" cy="28398"/>
          </a:xfrm>
          <a:prstGeom prst="ellipse">
            <a:avLst/>
          </a:prstGeom>
          <a:solidFill>
            <a:srgbClr val="7F8C97">
              <a:alpha val="48000"/>
            </a:srgbClr>
          </a:solidFill>
          <a:ln w="0">
            <a:noFill/>
            <a:prstDash val="solid"/>
          </a:ln>
        </p:spPr>
      </p:sp>
      <p:sp>
        <p:nvSpPr>
          <p:cNvPr id="2964" name="03_assume_matched_8261">
            <a:extLst>
              <a:ext uri="{FF2B5EF4-FFF2-40B4-BE49-F238E27FC236}">
                <a16:creationId xmlns:a16="http://schemas.microsoft.com/office/drawing/2014/main" id="{63BF2124-3A01-4DFA-AC58-30F0DADD7222}"/>
              </a:ext>
            </a:extLst>
          </p:cNvPr>
          <p:cNvSpPr>
            <a:spLocks noGrp="1"/>
          </p:cNvSpPr>
          <p:nvPr/>
        </p:nvSpPr>
        <p:spPr>
          <a:xfrm>
            <a:off x="2325142" y="6595037"/>
            <a:ext cx="28398" cy="28398"/>
          </a:xfrm>
          <a:prstGeom prst="ellipse">
            <a:avLst/>
          </a:prstGeom>
          <a:solidFill>
            <a:srgbClr val="7F8C97">
              <a:alpha val="48000"/>
            </a:srgbClr>
          </a:solidFill>
          <a:ln w="0">
            <a:noFill/>
            <a:prstDash val="solid"/>
          </a:ln>
        </p:spPr>
      </p:sp>
      <p:sp>
        <p:nvSpPr>
          <p:cNvPr id="2965" name="03_assume_matched_8262">
            <a:extLst>
              <a:ext uri="{FF2B5EF4-FFF2-40B4-BE49-F238E27FC236}">
                <a16:creationId xmlns:a16="http://schemas.microsoft.com/office/drawing/2014/main" id="{84D899A4-63BF-402C-8BAB-E6789656F1C0}"/>
              </a:ext>
            </a:extLst>
          </p:cNvPr>
          <p:cNvSpPr>
            <a:spLocks noGrp="1"/>
          </p:cNvSpPr>
          <p:nvPr/>
        </p:nvSpPr>
        <p:spPr>
          <a:xfrm>
            <a:off x="2313486" y="6595037"/>
            <a:ext cx="28398" cy="28398"/>
          </a:xfrm>
          <a:prstGeom prst="ellipse">
            <a:avLst/>
          </a:prstGeom>
          <a:solidFill>
            <a:srgbClr val="7F8C97">
              <a:alpha val="48000"/>
            </a:srgbClr>
          </a:solidFill>
          <a:ln w="0">
            <a:noFill/>
            <a:prstDash val="solid"/>
          </a:ln>
        </p:spPr>
      </p:sp>
      <p:sp>
        <p:nvSpPr>
          <p:cNvPr id="2966" name="03_assume_matched_8263">
            <a:extLst>
              <a:ext uri="{FF2B5EF4-FFF2-40B4-BE49-F238E27FC236}">
                <a16:creationId xmlns:a16="http://schemas.microsoft.com/office/drawing/2014/main" id="{CD4CF963-7ECD-4080-B4D6-A0A811F54640}"/>
              </a:ext>
            </a:extLst>
          </p:cNvPr>
          <p:cNvSpPr>
            <a:spLocks noGrp="1"/>
          </p:cNvSpPr>
          <p:nvPr/>
        </p:nvSpPr>
        <p:spPr>
          <a:xfrm>
            <a:off x="2319674" y="6595037"/>
            <a:ext cx="28398" cy="28398"/>
          </a:xfrm>
          <a:prstGeom prst="ellipse">
            <a:avLst/>
          </a:prstGeom>
          <a:solidFill>
            <a:srgbClr val="7F8C97">
              <a:alpha val="48000"/>
            </a:srgbClr>
          </a:solidFill>
          <a:ln w="0">
            <a:noFill/>
            <a:prstDash val="solid"/>
          </a:ln>
        </p:spPr>
      </p:sp>
      <p:sp>
        <p:nvSpPr>
          <p:cNvPr id="2967" name="03_assume_matched_8264">
            <a:extLst>
              <a:ext uri="{FF2B5EF4-FFF2-40B4-BE49-F238E27FC236}">
                <a16:creationId xmlns:a16="http://schemas.microsoft.com/office/drawing/2014/main" id="{FFEADC76-928F-447B-A2BE-23F34AA78481}"/>
              </a:ext>
            </a:extLst>
          </p:cNvPr>
          <p:cNvSpPr>
            <a:spLocks noGrp="1"/>
          </p:cNvSpPr>
          <p:nvPr/>
        </p:nvSpPr>
        <p:spPr>
          <a:xfrm>
            <a:off x="2333057" y="6595037"/>
            <a:ext cx="28398" cy="28398"/>
          </a:xfrm>
          <a:prstGeom prst="ellipse">
            <a:avLst/>
          </a:prstGeom>
          <a:solidFill>
            <a:srgbClr val="7F8C97">
              <a:alpha val="48000"/>
            </a:srgbClr>
          </a:solidFill>
          <a:ln w="0">
            <a:noFill/>
            <a:prstDash val="solid"/>
          </a:ln>
        </p:spPr>
      </p:sp>
      <p:sp>
        <p:nvSpPr>
          <p:cNvPr id="2968" name="03_assume_matched_8265">
            <a:extLst>
              <a:ext uri="{FF2B5EF4-FFF2-40B4-BE49-F238E27FC236}">
                <a16:creationId xmlns:a16="http://schemas.microsoft.com/office/drawing/2014/main" id="{F58B9461-4E78-403D-88AB-76029E77FA49}"/>
              </a:ext>
            </a:extLst>
          </p:cNvPr>
          <p:cNvSpPr>
            <a:spLocks noGrp="1"/>
          </p:cNvSpPr>
          <p:nvPr/>
        </p:nvSpPr>
        <p:spPr>
          <a:xfrm>
            <a:off x="2241675" y="6010168"/>
            <a:ext cx="28398" cy="28398"/>
          </a:xfrm>
          <a:prstGeom prst="ellipse">
            <a:avLst/>
          </a:prstGeom>
          <a:solidFill>
            <a:srgbClr val="7F8C97">
              <a:alpha val="48000"/>
            </a:srgbClr>
          </a:solidFill>
          <a:ln w="0">
            <a:noFill/>
            <a:prstDash val="solid"/>
          </a:ln>
        </p:spPr>
      </p:sp>
      <p:sp>
        <p:nvSpPr>
          <p:cNvPr id="2969" name="03_assume_matched_8266">
            <a:extLst>
              <a:ext uri="{FF2B5EF4-FFF2-40B4-BE49-F238E27FC236}">
                <a16:creationId xmlns:a16="http://schemas.microsoft.com/office/drawing/2014/main" id="{8D27823A-58BB-4B2D-B91C-8FD26A078F7E}"/>
              </a:ext>
            </a:extLst>
          </p:cNvPr>
          <p:cNvSpPr>
            <a:spLocks noGrp="1"/>
          </p:cNvSpPr>
          <p:nvPr/>
        </p:nvSpPr>
        <p:spPr>
          <a:xfrm>
            <a:off x="2230882" y="6010168"/>
            <a:ext cx="28398" cy="28398"/>
          </a:xfrm>
          <a:prstGeom prst="ellipse">
            <a:avLst/>
          </a:prstGeom>
          <a:solidFill>
            <a:srgbClr val="7F8C97">
              <a:alpha val="48000"/>
            </a:srgbClr>
          </a:solidFill>
          <a:ln w="0">
            <a:noFill/>
            <a:prstDash val="solid"/>
          </a:ln>
        </p:spPr>
      </p:sp>
      <p:sp>
        <p:nvSpPr>
          <p:cNvPr id="2970" name="03_assume_matched_8267">
            <a:extLst>
              <a:ext uri="{FF2B5EF4-FFF2-40B4-BE49-F238E27FC236}">
                <a16:creationId xmlns:a16="http://schemas.microsoft.com/office/drawing/2014/main" id="{9D817EBA-EDE8-4795-A6A2-D49F920A7F95}"/>
              </a:ext>
            </a:extLst>
          </p:cNvPr>
          <p:cNvSpPr>
            <a:spLocks noGrp="1"/>
          </p:cNvSpPr>
          <p:nvPr/>
        </p:nvSpPr>
        <p:spPr>
          <a:xfrm>
            <a:off x="2313774" y="6156385"/>
            <a:ext cx="28398" cy="28398"/>
          </a:xfrm>
          <a:prstGeom prst="ellipse">
            <a:avLst/>
          </a:prstGeom>
          <a:solidFill>
            <a:srgbClr val="7F8C97">
              <a:alpha val="48000"/>
            </a:srgbClr>
          </a:solidFill>
          <a:ln w="0">
            <a:noFill/>
            <a:prstDash val="solid"/>
          </a:ln>
        </p:spPr>
      </p:sp>
      <p:sp>
        <p:nvSpPr>
          <p:cNvPr id="2971" name="03_assume_matched_8268">
            <a:extLst>
              <a:ext uri="{FF2B5EF4-FFF2-40B4-BE49-F238E27FC236}">
                <a16:creationId xmlns:a16="http://schemas.microsoft.com/office/drawing/2014/main" id="{5A24A419-84F2-4510-AFDC-EFFC39C5F38D}"/>
              </a:ext>
            </a:extLst>
          </p:cNvPr>
          <p:cNvSpPr>
            <a:spLocks noGrp="1"/>
          </p:cNvSpPr>
          <p:nvPr/>
        </p:nvSpPr>
        <p:spPr>
          <a:xfrm>
            <a:off x="2350902" y="6135497"/>
            <a:ext cx="28398" cy="28398"/>
          </a:xfrm>
          <a:prstGeom prst="ellipse">
            <a:avLst/>
          </a:prstGeom>
          <a:solidFill>
            <a:srgbClr val="7F8C97">
              <a:alpha val="48000"/>
            </a:srgbClr>
          </a:solidFill>
          <a:ln w="0">
            <a:noFill/>
            <a:prstDash val="solid"/>
          </a:ln>
        </p:spPr>
      </p:sp>
      <p:sp>
        <p:nvSpPr>
          <p:cNvPr id="2972" name="03_assume_matched_8269">
            <a:extLst>
              <a:ext uri="{FF2B5EF4-FFF2-40B4-BE49-F238E27FC236}">
                <a16:creationId xmlns:a16="http://schemas.microsoft.com/office/drawing/2014/main" id="{43919428-D40C-4C86-BBD7-D57289483FC0}"/>
              </a:ext>
            </a:extLst>
          </p:cNvPr>
          <p:cNvSpPr>
            <a:spLocks noGrp="1"/>
          </p:cNvSpPr>
          <p:nvPr/>
        </p:nvSpPr>
        <p:spPr>
          <a:xfrm>
            <a:off x="2357090" y="6010168"/>
            <a:ext cx="28398" cy="28398"/>
          </a:xfrm>
          <a:prstGeom prst="ellipse">
            <a:avLst/>
          </a:prstGeom>
          <a:solidFill>
            <a:srgbClr val="7F8C97">
              <a:alpha val="48000"/>
            </a:srgbClr>
          </a:solidFill>
          <a:ln w="0">
            <a:noFill/>
            <a:prstDash val="solid"/>
          </a:ln>
        </p:spPr>
      </p:sp>
      <p:sp>
        <p:nvSpPr>
          <p:cNvPr id="2973" name="03_assume_matched_8270">
            <a:extLst>
              <a:ext uri="{FF2B5EF4-FFF2-40B4-BE49-F238E27FC236}">
                <a16:creationId xmlns:a16="http://schemas.microsoft.com/office/drawing/2014/main" id="{C6BC9FE3-B922-4D24-9578-E584B7B72804}"/>
              </a:ext>
            </a:extLst>
          </p:cNvPr>
          <p:cNvSpPr>
            <a:spLocks noGrp="1"/>
          </p:cNvSpPr>
          <p:nvPr/>
        </p:nvSpPr>
        <p:spPr>
          <a:xfrm>
            <a:off x="2268154" y="6302602"/>
            <a:ext cx="28398" cy="28398"/>
          </a:xfrm>
          <a:prstGeom prst="ellipse">
            <a:avLst/>
          </a:prstGeom>
          <a:solidFill>
            <a:srgbClr val="7F8C97">
              <a:alpha val="48000"/>
            </a:srgbClr>
          </a:solidFill>
          <a:ln w="0">
            <a:noFill/>
            <a:prstDash val="solid"/>
          </a:ln>
        </p:spPr>
      </p:sp>
      <p:sp>
        <p:nvSpPr>
          <p:cNvPr id="2974" name="03_assume_matched_8271">
            <a:extLst>
              <a:ext uri="{FF2B5EF4-FFF2-40B4-BE49-F238E27FC236}">
                <a16:creationId xmlns:a16="http://schemas.microsoft.com/office/drawing/2014/main" id="{392E5438-44C8-422C-A3FA-277708B226C8}"/>
              </a:ext>
            </a:extLst>
          </p:cNvPr>
          <p:cNvSpPr>
            <a:spLocks noGrp="1"/>
          </p:cNvSpPr>
          <p:nvPr/>
        </p:nvSpPr>
        <p:spPr>
          <a:xfrm>
            <a:off x="2320969" y="6400080"/>
            <a:ext cx="28398" cy="28398"/>
          </a:xfrm>
          <a:prstGeom prst="ellipse">
            <a:avLst/>
          </a:prstGeom>
          <a:solidFill>
            <a:srgbClr val="7F8C97">
              <a:alpha val="48000"/>
            </a:srgbClr>
          </a:solidFill>
          <a:ln w="0">
            <a:noFill/>
            <a:prstDash val="solid"/>
          </a:ln>
        </p:spPr>
      </p:sp>
      <p:sp>
        <p:nvSpPr>
          <p:cNvPr id="2975" name="03_assume_matched_8272">
            <a:extLst>
              <a:ext uri="{FF2B5EF4-FFF2-40B4-BE49-F238E27FC236}">
                <a16:creationId xmlns:a16="http://schemas.microsoft.com/office/drawing/2014/main" id="{0E420AA5-ADC8-49C9-8C16-616D56092561}"/>
              </a:ext>
            </a:extLst>
          </p:cNvPr>
          <p:cNvSpPr>
            <a:spLocks noGrp="1"/>
          </p:cNvSpPr>
          <p:nvPr/>
        </p:nvSpPr>
        <p:spPr>
          <a:xfrm>
            <a:off x="2331906" y="6010168"/>
            <a:ext cx="28398" cy="28398"/>
          </a:xfrm>
          <a:prstGeom prst="ellipse">
            <a:avLst/>
          </a:prstGeom>
          <a:solidFill>
            <a:srgbClr val="7F8C97">
              <a:alpha val="48000"/>
            </a:srgbClr>
          </a:solidFill>
          <a:ln w="0">
            <a:noFill/>
            <a:prstDash val="solid"/>
          </a:ln>
        </p:spPr>
      </p:sp>
      <p:sp>
        <p:nvSpPr>
          <p:cNvPr id="2976" name="03_assume_matched_8273">
            <a:extLst>
              <a:ext uri="{FF2B5EF4-FFF2-40B4-BE49-F238E27FC236}">
                <a16:creationId xmlns:a16="http://schemas.microsoft.com/office/drawing/2014/main" id="{3F850EEF-F018-4BAB-8174-02C2141F6090}"/>
              </a:ext>
            </a:extLst>
          </p:cNvPr>
          <p:cNvSpPr>
            <a:spLocks noGrp="1"/>
          </p:cNvSpPr>
          <p:nvPr/>
        </p:nvSpPr>
        <p:spPr>
          <a:xfrm>
            <a:off x="2349319" y="6010168"/>
            <a:ext cx="28398" cy="28398"/>
          </a:xfrm>
          <a:prstGeom prst="ellipse">
            <a:avLst/>
          </a:prstGeom>
          <a:solidFill>
            <a:srgbClr val="7F8C97">
              <a:alpha val="48000"/>
            </a:srgbClr>
          </a:solidFill>
          <a:ln w="0">
            <a:noFill/>
            <a:prstDash val="solid"/>
          </a:ln>
        </p:spPr>
      </p:sp>
      <p:sp>
        <p:nvSpPr>
          <p:cNvPr id="2977" name="03_assume_matched_8274">
            <a:extLst>
              <a:ext uri="{FF2B5EF4-FFF2-40B4-BE49-F238E27FC236}">
                <a16:creationId xmlns:a16="http://schemas.microsoft.com/office/drawing/2014/main" id="{60551803-7019-4035-A079-05FD842C58A1}"/>
              </a:ext>
            </a:extLst>
          </p:cNvPr>
          <p:cNvSpPr>
            <a:spLocks noGrp="1"/>
          </p:cNvSpPr>
          <p:nvPr/>
        </p:nvSpPr>
        <p:spPr>
          <a:xfrm>
            <a:off x="2334065" y="6010168"/>
            <a:ext cx="28398" cy="28398"/>
          </a:xfrm>
          <a:prstGeom prst="ellipse">
            <a:avLst/>
          </a:prstGeom>
          <a:solidFill>
            <a:srgbClr val="7F8C97">
              <a:alpha val="48000"/>
            </a:srgbClr>
          </a:solidFill>
          <a:ln w="0">
            <a:noFill/>
            <a:prstDash val="solid"/>
          </a:ln>
        </p:spPr>
      </p:sp>
      <p:sp>
        <p:nvSpPr>
          <p:cNvPr id="2978" name="03_assume_matched_8275">
            <a:extLst>
              <a:ext uri="{FF2B5EF4-FFF2-40B4-BE49-F238E27FC236}">
                <a16:creationId xmlns:a16="http://schemas.microsoft.com/office/drawing/2014/main" id="{0FE099CB-85D8-4972-AEAB-4EA58828C2D5}"/>
              </a:ext>
            </a:extLst>
          </p:cNvPr>
          <p:cNvSpPr>
            <a:spLocks noGrp="1"/>
          </p:cNvSpPr>
          <p:nvPr/>
        </p:nvSpPr>
        <p:spPr>
          <a:xfrm>
            <a:off x="2312335" y="6010168"/>
            <a:ext cx="28398" cy="28398"/>
          </a:xfrm>
          <a:prstGeom prst="ellipse">
            <a:avLst/>
          </a:prstGeom>
          <a:solidFill>
            <a:srgbClr val="7F8C97">
              <a:alpha val="48000"/>
            </a:srgbClr>
          </a:solidFill>
          <a:ln w="0">
            <a:noFill/>
            <a:prstDash val="solid"/>
          </a:ln>
        </p:spPr>
      </p:sp>
      <p:sp>
        <p:nvSpPr>
          <p:cNvPr id="2979" name="03_assume_matched_8276">
            <a:extLst>
              <a:ext uri="{FF2B5EF4-FFF2-40B4-BE49-F238E27FC236}">
                <a16:creationId xmlns:a16="http://schemas.microsoft.com/office/drawing/2014/main" id="{9DABDF0C-BA14-4D01-A0C5-66A8751A4F69}"/>
              </a:ext>
            </a:extLst>
          </p:cNvPr>
          <p:cNvSpPr>
            <a:spLocks noGrp="1"/>
          </p:cNvSpPr>
          <p:nvPr/>
        </p:nvSpPr>
        <p:spPr>
          <a:xfrm>
            <a:off x="2224118" y="6010168"/>
            <a:ext cx="28398" cy="28398"/>
          </a:xfrm>
          <a:prstGeom prst="ellipse">
            <a:avLst/>
          </a:prstGeom>
          <a:solidFill>
            <a:srgbClr val="7F8C97">
              <a:alpha val="48000"/>
            </a:srgbClr>
          </a:solidFill>
          <a:ln w="0">
            <a:noFill/>
            <a:prstDash val="solid"/>
          </a:ln>
        </p:spPr>
      </p:sp>
      <p:sp>
        <p:nvSpPr>
          <p:cNvPr id="2980" name="03_assume_matched_8277">
            <a:extLst>
              <a:ext uri="{FF2B5EF4-FFF2-40B4-BE49-F238E27FC236}">
                <a16:creationId xmlns:a16="http://schemas.microsoft.com/office/drawing/2014/main" id="{06A95531-798F-48F4-9148-1E8C0A49622C}"/>
              </a:ext>
            </a:extLst>
          </p:cNvPr>
          <p:cNvSpPr>
            <a:spLocks noGrp="1"/>
          </p:cNvSpPr>
          <p:nvPr/>
        </p:nvSpPr>
        <p:spPr>
          <a:xfrm>
            <a:off x="2238078" y="6595037"/>
            <a:ext cx="28398" cy="28398"/>
          </a:xfrm>
          <a:prstGeom prst="ellipse">
            <a:avLst/>
          </a:prstGeom>
          <a:solidFill>
            <a:srgbClr val="7F8C97">
              <a:alpha val="48000"/>
            </a:srgbClr>
          </a:solidFill>
          <a:ln w="0">
            <a:noFill/>
            <a:prstDash val="solid"/>
          </a:ln>
        </p:spPr>
      </p:sp>
      <p:sp>
        <p:nvSpPr>
          <p:cNvPr id="2981" name="03_assume_matched_8278">
            <a:extLst>
              <a:ext uri="{FF2B5EF4-FFF2-40B4-BE49-F238E27FC236}">
                <a16:creationId xmlns:a16="http://schemas.microsoft.com/office/drawing/2014/main" id="{35AD6AF3-130D-4E4A-A89D-985FA27DD4DE}"/>
              </a:ext>
            </a:extLst>
          </p:cNvPr>
          <p:cNvSpPr>
            <a:spLocks noGrp="1"/>
          </p:cNvSpPr>
          <p:nvPr/>
        </p:nvSpPr>
        <p:spPr>
          <a:xfrm>
            <a:off x="2299239" y="6010168"/>
            <a:ext cx="28398" cy="28398"/>
          </a:xfrm>
          <a:prstGeom prst="ellipse">
            <a:avLst/>
          </a:prstGeom>
          <a:solidFill>
            <a:srgbClr val="7F8C97">
              <a:alpha val="48000"/>
            </a:srgbClr>
          </a:solidFill>
          <a:ln w="0">
            <a:noFill/>
            <a:prstDash val="solid"/>
          </a:ln>
        </p:spPr>
      </p:sp>
      <p:sp>
        <p:nvSpPr>
          <p:cNvPr id="2982" name="03_assume_matched_8279">
            <a:extLst>
              <a:ext uri="{FF2B5EF4-FFF2-40B4-BE49-F238E27FC236}">
                <a16:creationId xmlns:a16="http://schemas.microsoft.com/office/drawing/2014/main" id="{FC645F27-A4AB-4E8B-8E04-FC66FC77F722}"/>
              </a:ext>
            </a:extLst>
          </p:cNvPr>
          <p:cNvSpPr>
            <a:spLocks noGrp="1"/>
          </p:cNvSpPr>
          <p:nvPr/>
        </p:nvSpPr>
        <p:spPr>
          <a:xfrm>
            <a:off x="2244122" y="6595037"/>
            <a:ext cx="28398" cy="28398"/>
          </a:xfrm>
          <a:prstGeom prst="ellipse">
            <a:avLst/>
          </a:prstGeom>
          <a:solidFill>
            <a:srgbClr val="7F8C97">
              <a:alpha val="48000"/>
            </a:srgbClr>
          </a:solidFill>
          <a:ln w="0">
            <a:noFill/>
            <a:prstDash val="solid"/>
          </a:ln>
        </p:spPr>
      </p:sp>
      <p:sp>
        <p:nvSpPr>
          <p:cNvPr id="2983" name="03_assume_matched_8280">
            <a:extLst>
              <a:ext uri="{FF2B5EF4-FFF2-40B4-BE49-F238E27FC236}">
                <a16:creationId xmlns:a16="http://schemas.microsoft.com/office/drawing/2014/main" id="{51DDB543-5E2B-44AF-85CC-73588A616B31}"/>
              </a:ext>
            </a:extLst>
          </p:cNvPr>
          <p:cNvSpPr>
            <a:spLocks noGrp="1"/>
          </p:cNvSpPr>
          <p:nvPr/>
        </p:nvSpPr>
        <p:spPr>
          <a:xfrm>
            <a:off x="2270169" y="6010168"/>
            <a:ext cx="28398" cy="28398"/>
          </a:xfrm>
          <a:prstGeom prst="ellipse">
            <a:avLst/>
          </a:prstGeom>
          <a:solidFill>
            <a:srgbClr val="7F8C97">
              <a:alpha val="48000"/>
            </a:srgbClr>
          </a:solidFill>
          <a:ln w="0">
            <a:noFill/>
            <a:prstDash val="solid"/>
          </a:ln>
        </p:spPr>
      </p:sp>
      <p:sp>
        <p:nvSpPr>
          <p:cNvPr id="2984" name="03_assume_matched_8281">
            <a:extLst>
              <a:ext uri="{FF2B5EF4-FFF2-40B4-BE49-F238E27FC236}">
                <a16:creationId xmlns:a16="http://schemas.microsoft.com/office/drawing/2014/main" id="{5DB7A9F4-F5A8-41A1-8BCA-DB117D0CEA00}"/>
              </a:ext>
            </a:extLst>
          </p:cNvPr>
          <p:cNvSpPr>
            <a:spLocks noGrp="1"/>
          </p:cNvSpPr>
          <p:nvPr/>
        </p:nvSpPr>
        <p:spPr>
          <a:xfrm>
            <a:off x="2219225" y="6595037"/>
            <a:ext cx="28398" cy="28398"/>
          </a:xfrm>
          <a:prstGeom prst="ellipse">
            <a:avLst/>
          </a:prstGeom>
          <a:solidFill>
            <a:srgbClr val="7F8C97">
              <a:alpha val="48000"/>
            </a:srgbClr>
          </a:solidFill>
          <a:ln w="0">
            <a:noFill/>
            <a:prstDash val="solid"/>
          </a:ln>
        </p:spPr>
      </p:sp>
      <p:sp>
        <p:nvSpPr>
          <p:cNvPr id="2985" name="03_assume_matched_8282">
            <a:extLst>
              <a:ext uri="{FF2B5EF4-FFF2-40B4-BE49-F238E27FC236}">
                <a16:creationId xmlns:a16="http://schemas.microsoft.com/office/drawing/2014/main" id="{7AD3FEBC-1441-4D42-AE58-81AC5A5A5212}"/>
              </a:ext>
            </a:extLst>
          </p:cNvPr>
          <p:cNvSpPr>
            <a:spLocks noGrp="1"/>
          </p:cNvSpPr>
          <p:nvPr/>
        </p:nvSpPr>
        <p:spPr>
          <a:xfrm>
            <a:off x="3091905" y="6010168"/>
            <a:ext cx="28398" cy="28398"/>
          </a:xfrm>
          <a:prstGeom prst="ellipse">
            <a:avLst/>
          </a:prstGeom>
          <a:solidFill>
            <a:srgbClr val="7F8C97">
              <a:alpha val="48000"/>
            </a:srgbClr>
          </a:solidFill>
          <a:ln w="0">
            <a:noFill/>
            <a:prstDash val="solid"/>
          </a:ln>
        </p:spPr>
      </p:sp>
      <p:sp>
        <p:nvSpPr>
          <p:cNvPr id="2986" name="03_assume_matched_8283">
            <a:extLst>
              <a:ext uri="{FF2B5EF4-FFF2-40B4-BE49-F238E27FC236}">
                <a16:creationId xmlns:a16="http://schemas.microsoft.com/office/drawing/2014/main" id="{F7737290-1E50-4A89-8537-54C19AF674FD}"/>
              </a:ext>
            </a:extLst>
          </p:cNvPr>
          <p:cNvSpPr>
            <a:spLocks noGrp="1"/>
          </p:cNvSpPr>
          <p:nvPr/>
        </p:nvSpPr>
        <p:spPr>
          <a:xfrm>
            <a:off x="3080392" y="6010168"/>
            <a:ext cx="28398" cy="28398"/>
          </a:xfrm>
          <a:prstGeom prst="ellipse">
            <a:avLst/>
          </a:prstGeom>
          <a:solidFill>
            <a:srgbClr val="7F8C97">
              <a:alpha val="48000"/>
            </a:srgbClr>
          </a:solidFill>
          <a:ln w="0">
            <a:noFill/>
            <a:prstDash val="solid"/>
          </a:ln>
        </p:spPr>
      </p:sp>
      <p:sp>
        <p:nvSpPr>
          <p:cNvPr id="2987" name="03_assume_matched_8284">
            <a:extLst>
              <a:ext uri="{FF2B5EF4-FFF2-40B4-BE49-F238E27FC236}">
                <a16:creationId xmlns:a16="http://schemas.microsoft.com/office/drawing/2014/main" id="{C7B8FD52-2EBA-49A7-B9EA-489828766A32}"/>
              </a:ext>
            </a:extLst>
          </p:cNvPr>
          <p:cNvSpPr>
            <a:spLocks noGrp="1"/>
          </p:cNvSpPr>
          <p:nvPr/>
        </p:nvSpPr>
        <p:spPr>
          <a:xfrm>
            <a:off x="3023260" y="6010168"/>
            <a:ext cx="28398" cy="28398"/>
          </a:xfrm>
          <a:prstGeom prst="ellipse">
            <a:avLst/>
          </a:prstGeom>
          <a:solidFill>
            <a:srgbClr val="7F8C97">
              <a:alpha val="48000"/>
            </a:srgbClr>
          </a:solidFill>
          <a:ln w="0">
            <a:noFill/>
            <a:prstDash val="solid"/>
          </a:ln>
        </p:spPr>
      </p:sp>
      <p:sp>
        <p:nvSpPr>
          <p:cNvPr id="2988" name="03_assume_matched_8285">
            <a:extLst>
              <a:ext uri="{FF2B5EF4-FFF2-40B4-BE49-F238E27FC236}">
                <a16:creationId xmlns:a16="http://schemas.microsoft.com/office/drawing/2014/main" id="{4986BC6A-0A2E-4241-9657-98FDC09AC661}"/>
              </a:ext>
            </a:extLst>
          </p:cNvPr>
          <p:cNvSpPr>
            <a:spLocks noGrp="1"/>
          </p:cNvSpPr>
          <p:nvPr/>
        </p:nvSpPr>
        <p:spPr>
          <a:xfrm>
            <a:off x="3102122" y="6010168"/>
            <a:ext cx="28398" cy="28398"/>
          </a:xfrm>
          <a:prstGeom prst="ellipse">
            <a:avLst/>
          </a:prstGeom>
          <a:solidFill>
            <a:srgbClr val="7F8C97">
              <a:alpha val="48000"/>
            </a:srgbClr>
          </a:solidFill>
          <a:ln w="0">
            <a:noFill/>
            <a:prstDash val="solid"/>
          </a:ln>
        </p:spPr>
      </p:sp>
      <p:sp>
        <p:nvSpPr>
          <p:cNvPr id="2989" name="03_assume_matched_8286">
            <a:extLst>
              <a:ext uri="{FF2B5EF4-FFF2-40B4-BE49-F238E27FC236}">
                <a16:creationId xmlns:a16="http://schemas.microsoft.com/office/drawing/2014/main" id="{0818D87C-B6F9-4C8E-A2D1-AEE494519924}"/>
              </a:ext>
            </a:extLst>
          </p:cNvPr>
          <p:cNvSpPr>
            <a:spLocks noGrp="1"/>
          </p:cNvSpPr>
          <p:nvPr/>
        </p:nvSpPr>
        <p:spPr>
          <a:xfrm>
            <a:off x="3069887" y="6010168"/>
            <a:ext cx="28398" cy="28398"/>
          </a:xfrm>
          <a:prstGeom prst="ellipse">
            <a:avLst/>
          </a:prstGeom>
          <a:solidFill>
            <a:srgbClr val="7F8C97">
              <a:alpha val="48000"/>
            </a:srgbClr>
          </a:solidFill>
          <a:ln w="0">
            <a:noFill/>
            <a:prstDash val="solid"/>
          </a:ln>
        </p:spPr>
      </p:sp>
      <p:sp>
        <p:nvSpPr>
          <p:cNvPr id="2990" name="03_assume_matched_8287">
            <a:extLst>
              <a:ext uri="{FF2B5EF4-FFF2-40B4-BE49-F238E27FC236}">
                <a16:creationId xmlns:a16="http://schemas.microsoft.com/office/drawing/2014/main" id="{9DB51CCA-AC63-4258-92FC-555E6CE7E957}"/>
              </a:ext>
            </a:extLst>
          </p:cNvPr>
          <p:cNvSpPr>
            <a:spLocks noGrp="1"/>
          </p:cNvSpPr>
          <p:nvPr/>
        </p:nvSpPr>
        <p:spPr>
          <a:xfrm>
            <a:off x="2974619" y="6010168"/>
            <a:ext cx="28398" cy="28398"/>
          </a:xfrm>
          <a:prstGeom prst="ellipse">
            <a:avLst/>
          </a:prstGeom>
          <a:solidFill>
            <a:srgbClr val="7F8C97">
              <a:alpha val="48000"/>
            </a:srgbClr>
          </a:solidFill>
          <a:ln w="0">
            <a:noFill/>
            <a:prstDash val="solid"/>
          </a:ln>
        </p:spPr>
      </p:sp>
      <p:sp>
        <p:nvSpPr>
          <p:cNvPr id="2991" name="03_assume_matched_8288">
            <a:extLst>
              <a:ext uri="{FF2B5EF4-FFF2-40B4-BE49-F238E27FC236}">
                <a16:creationId xmlns:a16="http://schemas.microsoft.com/office/drawing/2014/main" id="{5806EA2B-AB44-485E-A67D-9EDB50DCC8AB}"/>
              </a:ext>
            </a:extLst>
          </p:cNvPr>
          <p:cNvSpPr>
            <a:spLocks noGrp="1"/>
          </p:cNvSpPr>
          <p:nvPr/>
        </p:nvSpPr>
        <p:spPr>
          <a:xfrm>
            <a:off x="3005271" y="6302602"/>
            <a:ext cx="28398" cy="28398"/>
          </a:xfrm>
          <a:prstGeom prst="ellipse">
            <a:avLst/>
          </a:prstGeom>
          <a:solidFill>
            <a:srgbClr val="7F8C97">
              <a:alpha val="48000"/>
            </a:srgbClr>
          </a:solidFill>
          <a:ln w="0">
            <a:noFill/>
            <a:prstDash val="solid"/>
          </a:ln>
        </p:spPr>
      </p:sp>
      <p:sp>
        <p:nvSpPr>
          <p:cNvPr id="2992" name="03_assume_matched_8289">
            <a:extLst>
              <a:ext uri="{FF2B5EF4-FFF2-40B4-BE49-F238E27FC236}">
                <a16:creationId xmlns:a16="http://schemas.microsoft.com/office/drawing/2014/main" id="{37696200-56DF-47D3-97FE-A1EA72D20068}"/>
              </a:ext>
            </a:extLst>
          </p:cNvPr>
          <p:cNvSpPr>
            <a:spLocks noGrp="1"/>
          </p:cNvSpPr>
          <p:nvPr/>
        </p:nvSpPr>
        <p:spPr>
          <a:xfrm>
            <a:off x="2974331" y="6448819"/>
            <a:ext cx="28398" cy="28398"/>
          </a:xfrm>
          <a:prstGeom prst="ellipse">
            <a:avLst/>
          </a:prstGeom>
          <a:solidFill>
            <a:srgbClr val="7F8C97">
              <a:alpha val="48000"/>
            </a:srgbClr>
          </a:solidFill>
          <a:ln w="0">
            <a:noFill/>
            <a:prstDash val="solid"/>
          </a:ln>
        </p:spPr>
      </p:sp>
      <p:sp>
        <p:nvSpPr>
          <p:cNvPr id="2993" name="03_assume_matched_8290">
            <a:extLst>
              <a:ext uri="{FF2B5EF4-FFF2-40B4-BE49-F238E27FC236}">
                <a16:creationId xmlns:a16="http://schemas.microsoft.com/office/drawing/2014/main" id="{F4CA5481-4AFD-49A8-BA59-68E360FF72E2}"/>
              </a:ext>
            </a:extLst>
          </p:cNvPr>
          <p:cNvSpPr>
            <a:spLocks noGrp="1"/>
          </p:cNvSpPr>
          <p:nvPr/>
        </p:nvSpPr>
        <p:spPr>
          <a:xfrm>
            <a:off x="3055640" y="6010168"/>
            <a:ext cx="28398" cy="28398"/>
          </a:xfrm>
          <a:prstGeom prst="ellipse">
            <a:avLst/>
          </a:prstGeom>
          <a:solidFill>
            <a:srgbClr val="7F8C97">
              <a:alpha val="48000"/>
            </a:srgbClr>
          </a:solidFill>
          <a:ln w="0">
            <a:noFill/>
            <a:prstDash val="solid"/>
          </a:ln>
        </p:spPr>
      </p:sp>
      <p:sp>
        <p:nvSpPr>
          <p:cNvPr id="2994" name="03_assume_matched_8291">
            <a:extLst>
              <a:ext uri="{FF2B5EF4-FFF2-40B4-BE49-F238E27FC236}">
                <a16:creationId xmlns:a16="http://schemas.microsoft.com/office/drawing/2014/main" id="{6EC130BE-DCBD-46DC-8274-56C465A8229E}"/>
              </a:ext>
            </a:extLst>
          </p:cNvPr>
          <p:cNvSpPr>
            <a:spLocks noGrp="1"/>
          </p:cNvSpPr>
          <p:nvPr/>
        </p:nvSpPr>
        <p:spPr>
          <a:xfrm>
            <a:off x="3036931" y="6010168"/>
            <a:ext cx="28398" cy="28398"/>
          </a:xfrm>
          <a:prstGeom prst="ellipse">
            <a:avLst/>
          </a:prstGeom>
          <a:solidFill>
            <a:srgbClr val="7F8C97">
              <a:alpha val="48000"/>
            </a:srgbClr>
          </a:solidFill>
          <a:ln w="0">
            <a:noFill/>
            <a:prstDash val="solid"/>
          </a:ln>
        </p:spPr>
      </p:sp>
      <p:sp>
        <p:nvSpPr>
          <p:cNvPr id="2995" name="03_assume_matched_8292">
            <a:extLst>
              <a:ext uri="{FF2B5EF4-FFF2-40B4-BE49-F238E27FC236}">
                <a16:creationId xmlns:a16="http://schemas.microsoft.com/office/drawing/2014/main" id="{05A65149-635D-4C0E-A65D-6254CC433505}"/>
              </a:ext>
            </a:extLst>
          </p:cNvPr>
          <p:cNvSpPr>
            <a:spLocks noGrp="1"/>
          </p:cNvSpPr>
          <p:nvPr/>
        </p:nvSpPr>
        <p:spPr>
          <a:xfrm>
            <a:off x="3021677" y="6010168"/>
            <a:ext cx="28398" cy="28398"/>
          </a:xfrm>
          <a:prstGeom prst="ellipse">
            <a:avLst/>
          </a:prstGeom>
          <a:solidFill>
            <a:srgbClr val="7F8C97">
              <a:alpha val="48000"/>
            </a:srgbClr>
          </a:solidFill>
          <a:ln w="0">
            <a:noFill/>
            <a:prstDash val="solid"/>
          </a:ln>
        </p:spPr>
      </p:sp>
      <p:sp>
        <p:nvSpPr>
          <p:cNvPr id="2996" name="03_assume_matched_8293">
            <a:extLst>
              <a:ext uri="{FF2B5EF4-FFF2-40B4-BE49-F238E27FC236}">
                <a16:creationId xmlns:a16="http://schemas.microsoft.com/office/drawing/2014/main" id="{1083370E-315E-4650-8D1E-4CFFB21DF79F}"/>
              </a:ext>
            </a:extLst>
          </p:cNvPr>
          <p:cNvSpPr>
            <a:spLocks noGrp="1"/>
          </p:cNvSpPr>
          <p:nvPr/>
        </p:nvSpPr>
        <p:spPr>
          <a:xfrm>
            <a:off x="3007430" y="6595037"/>
            <a:ext cx="28398" cy="28398"/>
          </a:xfrm>
          <a:prstGeom prst="ellipse">
            <a:avLst/>
          </a:prstGeom>
          <a:solidFill>
            <a:srgbClr val="7F8C97">
              <a:alpha val="48000"/>
            </a:srgbClr>
          </a:solidFill>
          <a:ln w="0">
            <a:noFill/>
            <a:prstDash val="solid"/>
          </a:ln>
        </p:spPr>
      </p:sp>
      <p:sp>
        <p:nvSpPr>
          <p:cNvPr id="2997" name="03_assume_matched_8294">
            <a:extLst>
              <a:ext uri="{FF2B5EF4-FFF2-40B4-BE49-F238E27FC236}">
                <a16:creationId xmlns:a16="http://schemas.microsoft.com/office/drawing/2014/main" id="{6222FE73-0BA8-45B9-B2EC-CA82FA79AA0B}"/>
              </a:ext>
            </a:extLst>
          </p:cNvPr>
          <p:cNvSpPr>
            <a:spLocks noGrp="1"/>
          </p:cNvSpPr>
          <p:nvPr/>
        </p:nvSpPr>
        <p:spPr>
          <a:xfrm>
            <a:off x="3023836" y="6010168"/>
            <a:ext cx="28398" cy="28398"/>
          </a:xfrm>
          <a:prstGeom prst="ellipse">
            <a:avLst/>
          </a:prstGeom>
          <a:solidFill>
            <a:srgbClr val="7F8C97">
              <a:alpha val="48000"/>
            </a:srgbClr>
          </a:solidFill>
          <a:ln w="0">
            <a:noFill/>
            <a:prstDash val="solid"/>
          </a:ln>
        </p:spPr>
      </p:sp>
      <p:sp>
        <p:nvSpPr>
          <p:cNvPr id="2998" name="03_assume_matched_8295">
            <a:extLst>
              <a:ext uri="{FF2B5EF4-FFF2-40B4-BE49-F238E27FC236}">
                <a16:creationId xmlns:a16="http://schemas.microsoft.com/office/drawing/2014/main" id="{7E15A7DD-78C0-4854-B296-880A8BF366BC}"/>
              </a:ext>
            </a:extLst>
          </p:cNvPr>
          <p:cNvSpPr>
            <a:spLocks noGrp="1"/>
          </p:cNvSpPr>
          <p:nvPr/>
        </p:nvSpPr>
        <p:spPr>
          <a:xfrm>
            <a:off x="3109030" y="6302602"/>
            <a:ext cx="28398" cy="28398"/>
          </a:xfrm>
          <a:prstGeom prst="ellipse">
            <a:avLst/>
          </a:prstGeom>
          <a:solidFill>
            <a:srgbClr val="7F8C97">
              <a:alpha val="48000"/>
            </a:srgbClr>
          </a:solidFill>
          <a:ln w="0">
            <a:noFill/>
            <a:prstDash val="solid"/>
          </a:ln>
        </p:spPr>
      </p:sp>
      <p:sp>
        <p:nvSpPr>
          <p:cNvPr id="2999" name="03_assume_matched_8296">
            <a:extLst>
              <a:ext uri="{FF2B5EF4-FFF2-40B4-BE49-F238E27FC236}">
                <a16:creationId xmlns:a16="http://schemas.microsoft.com/office/drawing/2014/main" id="{22FA2C53-F675-4DC7-B74E-515DAC253034}"/>
              </a:ext>
            </a:extLst>
          </p:cNvPr>
          <p:cNvSpPr>
            <a:spLocks noGrp="1"/>
          </p:cNvSpPr>
          <p:nvPr/>
        </p:nvSpPr>
        <p:spPr>
          <a:xfrm>
            <a:off x="3063986" y="6010168"/>
            <a:ext cx="28398" cy="28398"/>
          </a:xfrm>
          <a:prstGeom prst="ellipse">
            <a:avLst/>
          </a:prstGeom>
          <a:solidFill>
            <a:srgbClr val="7F8C97">
              <a:alpha val="48000"/>
            </a:srgbClr>
          </a:solidFill>
          <a:ln w="0">
            <a:noFill/>
            <a:prstDash val="solid"/>
          </a:ln>
        </p:spPr>
      </p:sp>
      <p:sp>
        <p:nvSpPr>
          <p:cNvPr id="3000" name="03_assume_matched_8297">
            <a:extLst>
              <a:ext uri="{FF2B5EF4-FFF2-40B4-BE49-F238E27FC236}">
                <a16:creationId xmlns:a16="http://schemas.microsoft.com/office/drawing/2014/main" id="{6598E33B-A32D-4EF4-9569-07EE126316F9}"/>
              </a:ext>
            </a:extLst>
          </p:cNvPr>
          <p:cNvSpPr>
            <a:spLocks noGrp="1"/>
          </p:cNvSpPr>
          <p:nvPr/>
        </p:nvSpPr>
        <p:spPr>
          <a:xfrm>
            <a:off x="3073772" y="6595037"/>
            <a:ext cx="28398" cy="28398"/>
          </a:xfrm>
          <a:prstGeom prst="ellipse">
            <a:avLst/>
          </a:prstGeom>
          <a:solidFill>
            <a:srgbClr val="7F8C97">
              <a:alpha val="48000"/>
            </a:srgbClr>
          </a:solidFill>
          <a:ln w="0">
            <a:noFill/>
            <a:prstDash val="solid"/>
          </a:ln>
        </p:spPr>
      </p:sp>
      <p:sp>
        <p:nvSpPr>
          <p:cNvPr id="3001" name="03_assume_matched_8298">
            <a:extLst>
              <a:ext uri="{FF2B5EF4-FFF2-40B4-BE49-F238E27FC236}">
                <a16:creationId xmlns:a16="http://schemas.microsoft.com/office/drawing/2014/main" id="{DE54AA22-59D4-49A3-81D0-233E4700210F}"/>
              </a:ext>
            </a:extLst>
          </p:cNvPr>
          <p:cNvSpPr>
            <a:spLocks noGrp="1"/>
          </p:cNvSpPr>
          <p:nvPr/>
        </p:nvSpPr>
        <p:spPr>
          <a:xfrm>
            <a:off x="3010596" y="6530051"/>
            <a:ext cx="28398" cy="28398"/>
          </a:xfrm>
          <a:prstGeom prst="ellipse">
            <a:avLst/>
          </a:prstGeom>
          <a:solidFill>
            <a:srgbClr val="7F8C97">
              <a:alpha val="48000"/>
            </a:srgbClr>
          </a:solidFill>
          <a:ln w="0">
            <a:noFill/>
            <a:prstDash val="solid"/>
          </a:ln>
        </p:spPr>
      </p:sp>
      <p:sp>
        <p:nvSpPr>
          <p:cNvPr id="3002" name="03_assume_matched_8299">
            <a:extLst>
              <a:ext uri="{FF2B5EF4-FFF2-40B4-BE49-F238E27FC236}">
                <a16:creationId xmlns:a16="http://schemas.microsoft.com/office/drawing/2014/main" id="{2C2C7B98-B652-4530-BD3F-022AE6149720}"/>
              </a:ext>
            </a:extLst>
          </p:cNvPr>
          <p:cNvSpPr>
            <a:spLocks noGrp="1"/>
          </p:cNvSpPr>
          <p:nvPr/>
        </p:nvSpPr>
        <p:spPr>
          <a:xfrm>
            <a:off x="3100971" y="6595037"/>
            <a:ext cx="28398" cy="28398"/>
          </a:xfrm>
          <a:prstGeom prst="ellipse">
            <a:avLst/>
          </a:prstGeom>
          <a:solidFill>
            <a:srgbClr val="7F8C97">
              <a:alpha val="48000"/>
            </a:srgbClr>
          </a:solidFill>
          <a:ln w="0">
            <a:noFill/>
            <a:prstDash val="solid"/>
          </a:ln>
        </p:spPr>
      </p:sp>
      <p:sp>
        <p:nvSpPr>
          <p:cNvPr id="3003" name="03_assume_matched_8300">
            <a:extLst>
              <a:ext uri="{FF2B5EF4-FFF2-40B4-BE49-F238E27FC236}">
                <a16:creationId xmlns:a16="http://schemas.microsoft.com/office/drawing/2014/main" id="{554C3283-E001-4B7C-B5FD-9C4AB4C44838}"/>
              </a:ext>
            </a:extLst>
          </p:cNvPr>
          <p:cNvSpPr>
            <a:spLocks noGrp="1"/>
          </p:cNvSpPr>
          <p:nvPr/>
        </p:nvSpPr>
        <p:spPr>
          <a:xfrm>
            <a:off x="3074060" y="6169677"/>
            <a:ext cx="28398" cy="28398"/>
          </a:xfrm>
          <a:prstGeom prst="ellipse">
            <a:avLst/>
          </a:prstGeom>
          <a:solidFill>
            <a:srgbClr val="7F8C97">
              <a:alpha val="48000"/>
            </a:srgbClr>
          </a:solidFill>
          <a:ln w="0">
            <a:noFill/>
            <a:prstDash val="solid"/>
          </a:ln>
        </p:spPr>
      </p:sp>
      <p:sp>
        <p:nvSpPr>
          <p:cNvPr id="3004" name="03_assume_matched_8301">
            <a:extLst>
              <a:ext uri="{FF2B5EF4-FFF2-40B4-BE49-F238E27FC236}">
                <a16:creationId xmlns:a16="http://schemas.microsoft.com/office/drawing/2014/main" id="{72270D89-DD4E-4FB5-B51E-27E3C782DC36}"/>
              </a:ext>
            </a:extLst>
          </p:cNvPr>
          <p:cNvSpPr>
            <a:spLocks noGrp="1"/>
          </p:cNvSpPr>
          <p:nvPr/>
        </p:nvSpPr>
        <p:spPr>
          <a:xfrm>
            <a:off x="2991888" y="6595037"/>
            <a:ext cx="28398" cy="28398"/>
          </a:xfrm>
          <a:prstGeom prst="ellipse">
            <a:avLst/>
          </a:prstGeom>
          <a:solidFill>
            <a:srgbClr val="7F8C97">
              <a:alpha val="48000"/>
            </a:srgbClr>
          </a:solidFill>
          <a:ln w="0">
            <a:noFill/>
            <a:prstDash val="solid"/>
          </a:ln>
        </p:spPr>
      </p:sp>
      <p:sp>
        <p:nvSpPr>
          <p:cNvPr id="3005" name="03_assume_matched_8302">
            <a:extLst>
              <a:ext uri="{FF2B5EF4-FFF2-40B4-BE49-F238E27FC236}">
                <a16:creationId xmlns:a16="http://schemas.microsoft.com/office/drawing/2014/main" id="{D680E4A6-9C42-4B7E-8059-140D62A8D349}"/>
              </a:ext>
            </a:extLst>
          </p:cNvPr>
          <p:cNvSpPr>
            <a:spLocks noGrp="1"/>
          </p:cNvSpPr>
          <p:nvPr/>
        </p:nvSpPr>
        <p:spPr>
          <a:xfrm>
            <a:off x="2999227" y="6010168"/>
            <a:ext cx="28398" cy="28398"/>
          </a:xfrm>
          <a:prstGeom prst="ellipse">
            <a:avLst/>
          </a:prstGeom>
          <a:solidFill>
            <a:srgbClr val="7F8C97">
              <a:alpha val="48000"/>
            </a:srgbClr>
          </a:solidFill>
          <a:ln w="0">
            <a:noFill/>
            <a:prstDash val="solid"/>
          </a:ln>
        </p:spPr>
      </p:sp>
      <p:sp>
        <p:nvSpPr>
          <p:cNvPr id="3006" name="03_assume_matched_8303">
            <a:extLst>
              <a:ext uri="{FF2B5EF4-FFF2-40B4-BE49-F238E27FC236}">
                <a16:creationId xmlns:a16="http://schemas.microsoft.com/office/drawing/2014/main" id="{21DCBA80-89BD-4365-89CD-A4AFD32A2A9E}"/>
              </a:ext>
            </a:extLst>
          </p:cNvPr>
          <p:cNvSpPr>
            <a:spLocks noGrp="1"/>
          </p:cNvSpPr>
          <p:nvPr/>
        </p:nvSpPr>
        <p:spPr>
          <a:xfrm>
            <a:off x="3010452" y="6400080"/>
            <a:ext cx="28398" cy="28398"/>
          </a:xfrm>
          <a:prstGeom prst="ellipse">
            <a:avLst/>
          </a:prstGeom>
          <a:solidFill>
            <a:srgbClr val="7F8C97">
              <a:alpha val="48000"/>
            </a:srgbClr>
          </a:solidFill>
          <a:ln w="0">
            <a:noFill/>
            <a:prstDash val="solid"/>
          </a:ln>
        </p:spPr>
      </p:sp>
      <p:sp>
        <p:nvSpPr>
          <p:cNvPr id="3007" name="03_assume_matched_8304">
            <a:extLst>
              <a:ext uri="{FF2B5EF4-FFF2-40B4-BE49-F238E27FC236}">
                <a16:creationId xmlns:a16="http://schemas.microsoft.com/office/drawing/2014/main" id="{58C6C15A-C15B-499F-AC30-DA4366A4D9AB}"/>
              </a:ext>
            </a:extLst>
          </p:cNvPr>
          <p:cNvSpPr>
            <a:spLocks noGrp="1"/>
          </p:cNvSpPr>
          <p:nvPr/>
        </p:nvSpPr>
        <p:spPr>
          <a:xfrm>
            <a:off x="3099820" y="6010168"/>
            <a:ext cx="28398" cy="28398"/>
          </a:xfrm>
          <a:prstGeom prst="ellipse">
            <a:avLst/>
          </a:prstGeom>
          <a:solidFill>
            <a:srgbClr val="7F8C97">
              <a:alpha val="48000"/>
            </a:srgbClr>
          </a:solidFill>
          <a:ln w="0">
            <a:noFill/>
            <a:prstDash val="solid"/>
          </a:ln>
        </p:spPr>
      </p:sp>
      <p:sp>
        <p:nvSpPr>
          <p:cNvPr id="3008" name="03_assume_matched_8305">
            <a:extLst>
              <a:ext uri="{FF2B5EF4-FFF2-40B4-BE49-F238E27FC236}">
                <a16:creationId xmlns:a16="http://schemas.microsoft.com/office/drawing/2014/main" id="{27A9CD96-59EE-4720-A236-C81034CE1BE2}"/>
              </a:ext>
            </a:extLst>
          </p:cNvPr>
          <p:cNvSpPr>
            <a:spLocks noGrp="1"/>
          </p:cNvSpPr>
          <p:nvPr/>
        </p:nvSpPr>
        <p:spPr>
          <a:xfrm>
            <a:off x="3012755" y="6010168"/>
            <a:ext cx="28398" cy="28398"/>
          </a:xfrm>
          <a:prstGeom prst="ellipse">
            <a:avLst/>
          </a:prstGeom>
          <a:solidFill>
            <a:srgbClr val="7F8C97">
              <a:alpha val="48000"/>
            </a:srgbClr>
          </a:solidFill>
          <a:ln w="0">
            <a:noFill/>
            <a:prstDash val="solid"/>
          </a:ln>
        </p:spPr>
      </p:sp>
      <p:sp>
        <p:nvSpPr>
          <p:cNvPr id="3009" name="03_assume_matched_8306">
            <a:extLst>
              <a:ext uri="{FF2B5EF4-FFF2-40B4-BE49-F238E27FC236}">
                <a16:creationId xmlns:a16="http://schemas.microsoft.com/office/drawing/2014/main" id="{4526CABE-9681-4CA8-8DEE-195417F6F753}"/>
              </a:ext>
            </a:extLst>
          </p:cNvPr>
          <p:cNvSpPr>
            <a:spLocks noGrp="1"/>
          </p:cNvSpPr>
          <p:nvPr/>
        </p:nvSpPr>
        <p:spPr>
          <a:xfrm>
            <a:off x="3091761" y="6400080"/>
            <a:ext cx="28398" cy="28398"/>
          </a:xfrm>
          <a:prstGeom prst="ellipse">
            <a:avLst/>
          </a:prstGeom>
          <a:solidFill>
            <a:srgbClr val="7F8C97">
              <a:alpha val="48000"/>
            </a:srgbClr>
          </a:solidFill>
          <a:ln w="0">
            <a:noFill/>
            <a:prstDash val="solid"/>
          </a:ln>
        </p:spPr>
      </p:sp>
      <p:sp>
        <p:nvSpPr>
          <p:cNvPr id="3010" name="03_assume_matched_8307">
            <a:extLst>
              <a:ext uri="{FF2B5EF4-FFF2-40B4-BE49-F238E27FC236}">
                <a16:creationId xmlns:a16="http://schemas.microsoft.com/office/drawing/2014/main" id="{C6DEAC08-B62E-4066-8F6B-E5B45F72BF39}"/>
              </a:ext>
            </a:extLst>
          </p:cNvPr>
          <p:cNvSpPr>
            <a:spLocks noGrp="1"/>
          </p:cNvSpPr>
          <p:nvPr/>
        </p:nvSpPr>
        <p:spPr>
          <a:xfrm>
            <a:off x="3092912" y="6010168"/>
            <a:ext cx="28398" cy="28398"/>
          </a:xfrm>
          <a:prstGeom prst="ellipse">
            <a:avLst/>
          </a:prstGeom>
          <a:solidFill>
            <a:srgbClr val="7F8C97">
              <a:alpha val="48000"/>
            </a:srgbClr>
          </a:solidFill>
          <a:ln w="0">
            <a:noFill/>
            <a:prstDash val="solid"/>
          </a:ln>
        </p:spPr>
      </p:sp>
      <p:sp>
        <p:nvSpPr>
          <p:cNvPr id="3011" name="03_assume_matched_8308">
            <a:extLst>
              <a:ext uri="{FF2B5EF4-FFF2-40B4-BE49-F238E27FC236}">
                <a16:creationId xmlns:a16="http://schemas.microsoft.com/office/drawing/2014/main" id="{155D01C0-0160-4405-9997-393F212B1A26}"/>
              </a:ext>
            </a:extLst>
          </p:cNvPr>
          <p:cNvSpPr>
            <a:spLocks noGrp="1"/>
          </p:cNvSpPr>
          <p:nvPr/>
        </p:nvSpPr>
        <p:spPr>
          <a:xfrm>
            <a:off x="3096654" y="6595037"/>
            <a:ext cx="28398" cy="28398"/>
          </a:xfrm>
          <a:prstGeom prst="ellipse">
            <a:avLst/>
          </a:prstGeom>
          <a:solidFill>
            <a:srgbClr val="7F8C97">
              <a:alpha val="48000"/>
            </a:srgbClr>
          </a:solidFill>
          <a:ln w="0">
            <a:noFill/>
            <a:prstDash val="solid"/>
          </a:ln>
        </p:spPr>
      </p:sp>
      <p:sp>
        <p:nvSpPr>
          <p:cNvPr id="3012" name="03_assume_matched_8309">
            <a:extLst>
              <a:ext uri="{FF2B5EF4-FFF2-40B4-BE49-F238E27FC236}">
                <a16:creationId xmlns:a16="http://schemas.microsoft.com/office/drawing/2014/main" id="{A7950888-A007-428D-AC0A-F7BC14C2DA58}"/>
              </a:ext>
            </a:extLst>
          </p:cNvPr>
          <p:cNvSpPr>
            <a:spLocks noGrp="1"/>
          </p:cNvSpPr>
          <p:nvPr/>
        </p:nvSpPr>
        <p:spPr>
          <a:xfrm>
            <a:off x="3013906" y="6595037"/>
            <a:ext cx="28398" cy="28398"/>
          </a:xfrm>
          <a:prstGeom prst="ellipse">
            <a:avLst/>
          </a:prstGeom>
          <a:solidFill>
            <a:srgbClr val="7F8C97">
              <a:alpha val="48000"/>
            </a:srgbClr>
          </a:solidFill>
          <a:ln w="0">
            <a:noFill/>
            <a:prstDash val="solid"/>
          </a:ln>
        </p:spPr>
      </p:sp>
      <p:sp>
        <p:nvSpPr>
          <p:cNvPr id="3013" name="03_assume_matched_8310">
            <a:extLst>
              <a:ext uri="{FF2B5EF4-FFF2-40B4-BE49-F238E27FC236}">
                <a16:creationId xmlns:a16="http://schemas.microsoft.com/office/drawing/2014/main" id="{27101CE5-BEC7-4BB6-A99E-2BA353AA66AE}"/>
              </a:ext>
            </a:extLst>
          </p:cNvPr>
          <p:cNvSpPr>
            <a:spLocks noGrp="1"/>
          </p:cNvSpPr>
          <p:nvPr/>
        </p:nvSpPr>
        <p:spPr>
          <a:xfrm>
            <a:off x="2992176" y="6010168"/>
            <a:ext cx="28398" cy="28398"/>
          </a:xfrm>
          <a:prstGeom prst="ellipse">
            <a:avLst/>
          </a:prstGeom>
          <a:solidFill>
            <a:srgbClr val="7F8C97">
              <a:alpha val="48000"/>
            </a:srgbClr>
          </a:solidFill>
          <a:ln w="0">
            <a:noFill/>
            <a:prstDash val="solid"/>
          </a:ln>
        </p:spPr>
      </p:sp>
      <p:sp>
        <p:nvSpPr>
          <p:cNvPr id="3014" name="03_assume_matched_8311">
            <a:extLst>
              <a:ext uri="{FF2B5EF4-FFF2-40B4-BE49-F238E27FC236}">
                <a16:creationId xmlns:a16="http://schemas.microsoft.com/office/drawing/2014/main" id="{AE621957-C0F6-4012-A01D-0C74F5A9282C}"/>
              </a:ext>
            </a:extLst>
          </p:cNvPr>
          <p:cNvSpPr>
            <a:spLocks noGrp="1"/>
          </p:cNvSpPr>
          <p:nvPr/>
        </p:nvSpPr>
        <p:spPr>
          <a:xfrm>
            <a:off x="3075931" y="6010168"/>
            <a:ext cx="28398" cy="28398"/>
          </a:xfrm>
          <a:prstGeom prst="ellipse">
            <a:avLst/>
          </a:prstGeom>
          <a:solidFill>
            <a:srgbClr val="7F8C97">
              <a:alpha val="48000"/>
            </a:srgbClr>
          </a:solidFill>
          <a:ln w="0">
            <a:noFill/>
            <a:prstDash val="solid"/>
          </a:ln>
        </p:spPr>
      </p:sp>
      <p:sp>
        <p:nvSpPr>
          <p:cNvPr id="3015" name="03_assume_matched_8312">
            <a:extLst>
              <a:ext uri="{FF2B5EF4-FFF2-40B4-BE49-F238E27FC236}">
                <a16:creationId xmlns:a16="http://schemas.microsoft.com/office/drawing/2014/main" id="{3C665866-95B9-4C52-BA44-18DEF0D323CB}"/>
              </a:ext>
            </a:extLst>
          </p:cNvPr>
          <p:cNvSpPr>
            <a:spLocks noGrp="1"/>
          </p:cNvSpPr>
          <p:nvPr/>
        </p:nvSpPr>
        <p:spPr>
          <a:xfrm>
            <a:off x="2985412" y="6010168"/>
            <a:ext cx="28398" cy="28398"/>
          </a:xfrm>
          <a:prstGeom prst="ellipse">
            <a:avLst/>
          </a:prstGeom>
          <a:solidFill>
            <a:srgbClr val="7F8C97">
              <a:alpha val="48000"/>
            </a:srgbClr>
          </a:solidFill>
          <a:ln w="0">
            <a:noFill/>
            <a:prstDash val="solid"/>
          </a:ln>
        </p:spPr>
      </p:sp>
      <p:sp>
        <p:nvSpPr>
          <p:cNvPr id="3016" name="03_assume_matched_8313">
            <a:extLst>
              <a:ext uri="{FF2B5EF4-FFF2-40B4-BE49-F238E27FC236}">
                <a16:creationId xmlns:a16="http://schemas.microsoft.com/office/drawing/2014/main" id="{F2DFDB3C-18A6-4448-8585-05E7740422F8}"/>
              </a:ext>
            </a:extLst>
          </p:cNvPr>
          <p:cNvSpPr>
            <a:spLocks noGrp="1"/>
          </p:cNvSpPr>
          <p:nvPr/>
        </p:nvSpPr>
        <p:spPr>
          <a:xfrm>
            <a:off x="3079528" y="6010168"/>
            <a:ext cx="28398" cy="28398"/>
          </a:xfrm>
          <a:prstGeom prst="ellipse">
            <a:avLst/>
          </a:prstGeom>
          <a:solidFill>
            <a:srgbClr val="7F8C97">
              <a:alpha val="48000"/>
            </a:srgbClr>
          </a:solidFill>
          <a:ln w="0">
            <a:noFill/>
            <a:prstDash val="solid"/>
          </a:ln>
        </p:spPr>
      </p:sp>
      <p:sp>
        <p:nvSpPr>
          <p:cNvPr id="3017" name="03_assume_matched_8314">
            <a:extLst>
              <a:ext uri="{FF2B5EF4-FFF2-40B4-BE49-F238E27FC236}">
                <a16:creationId xmlns:a16="http://schemas.microsoft.com/office/drawing/2014/main" id="{9ED4B6A5-B123-47B4-AC7C-344FC2DFE2B1}"/>
              </a:ext>
            </a:extLst>
          </p:cNvPr>
          <p:cNvSpPr>
            <a:spLocks noGrp="1"/>
          </p:cNvSpPr>
          <p:nvPr/>
        </p:nvSpPr>
        <p:spPr>
          <a:xfrm>
            <a:off x="2986707" y="6595037"/>
            <a:ext cx="28398" cy="28398"/>
          </a:xfrm>
          <a:prstGeom prst="ellipse">
            <a:avLst/>
          </a:prstGeom>
          <a:solidFill>
            <a:srgbClr val="7F8C97">
              <a:alpha val="48000"/>
            </a:srgbClr>
          </a:solidFill>
          <a:ln w="0">
            <a:noFill/>
            <a:prstDash val="solid"/>
          </a:ln>
        </p:spPr>
      </p:sp>
      <p:sp>
        <p:nvSpPr>
          <p:cNvPr id="3018" name="03_assume_matched_8315">
            <a:extLst>
              <a:ext uri="{FF2B5EF4-FFF2-40B4-BE49-F238E27FC236}">
                <a16:creationId xmlns:a16="http://schemas.microsoft.com/office/drawing/2014/main" id="{F0397CE9-AB7A-45FF-A5A0-58D90F3EF5CB}"/>
              </a:ext>
            </a:extLst>
          </p:cNvPr>
          <p:cNvSpPr>
            <a:spLocks noGrp="1"/>
          </p:cNvSpPr>
          <p:nvPr/>
        </p:nvSpPr>
        <p:spPr>
          <a:xfrm>
            <a:off x="3107159" y="6010168"/>
            <a:ext cx="28398" cy="28398"/>
          </a:xfrm>
          <a:prstGeom prst="ellipse">
            <a:avLst/>
          </a:prstGeom>
          <a:solidFill>
            <a:srgbClr val="7F8C97">
              <a:alpha val="48000"/>
            </a:srgbClr>
          </a:solidFill>
          <a:ln w="0">
            <a:noFill/>
            <a:prstDash val="solid"/>
          </a:ln>
        </p:spPr>
      </p:sp>
      <p:sp>
        <p:nvSpPr>
          <p:cNvPr id="3019" name="03_assume_matched_8316">
            <a:extLst>
              <a:ext uri="{FF2B5EF4-FFF2-40B4-BE49-F238E27FC236}">
                <a16:creationId xmlns:a16="http://schemas.microsoft.com/office/drawing/2014/main" id="{BA824D2D-8388-4409-B954-204EA6A5E82C}"/>
              </a:ext>
            </a:extLst>
          </p:cNvPr>
          <p:cNvSpPr>
            <a:spLocks noGrp="1"/>
          </p:cNvSpPr>
          <p:nvPr/>
        </p:nvSpPr>
        <p:spPr>
          <a:xfrm>
            <a:off x="3085141" y="6010168"/>
            <a:ext cx="28398" cy="28398"/>
          </a:xfrm>
          <a:prstGeom prst="ellipse">
            <a:avLst/>
          </a:prstGeom>
          <a:solidFill>
            <a:srgbClr val="7F8C97">
              <a:alpha val="48000"/>
            </a:srgbClr>
          </a:solidFill>
          <a:ln w="0">
            <a:noFill/>
            <a:prstDash val="solid"/>
          </a:ln>
        </p:spPr>
      </p:sp>
      <p:sp>
        <p:nvSpPr>
          <p:cNvPr id="3020" name="03_assume_matched_8317">
            <a:extLst>
              <a:ext uri="{FF2B5EF4-FFF2-40B4-BE49-F238E27FC236}">
                <a16:creationId xmlns:a16="http://schemas.microsoft.com/office/drawing/2014/main" id="{0A441F1E-02D4-47EC-A3D7-0FE260682947}"/>
              </a:ext>
            </a:extLst>
          </p:cNvPr>
          <p:cNvSpPr>
            <a:spLocks noGrp="1"/>
          </p:cNvSpPr>
          <p:nvPr/>
        </p:nvSpPr>
        <p:spPr>
          <a:xfrm>
            <a:off x="3033046" y="6010168"/>
            <a:ext cx="28398" cy="28398"/>
          </a:xfrm>
          <a:prstGeom prst="ellipse">
            <a:avLst/>
          </a:prstGeom>
          <a:solidFill>
            <a:srgbClr val="7F8C97">
              <a:alpha val="48000"/>
            </a:srgbClr>
          </a:solidFill>
          <a:ln w="0">
            <a:noFill/>
            <a:prstDash val="solid"/>
          </a:ln>
        </p:spPr>
      </p:sp>
      <p:sp>
        <p:nvSpPr>
          <p:cNvPr id="3021" name="03_assume_matched_8318">
            <a:extLst>
              <a:ext uri="{FF2B5EF4-FFF2-40B4-BE49-F238E27FC236}">
                <a16:creationId xmlns:a16="http://schemas.microsoft.com/office/drawing/2014/main" id="{778518C0-12E8-45EF-9A58-2519D73F674D}"/>
              </a:ext>
            </a:extLst>
          </p:cNvPr>
          <p:cNvSpPr>
            <a:spLocks noGrp="1"/>
          </p:cNvSpPr>
          <p:nvPr/>
        </p:nvSpPr>
        <p:spPr>
          <a:xfrm>
            <a:off x="3008725" y="6595037"/>
            <a:ext cx="28398" cy="28398"/>
          </a:xfrm>
          <a:prstGeom prst="ellipse">
            <a:avLst/>
          </a:prstGeom>
          <a:solidFill>
            <a:srgbClr val="7F8C97">
              <a:alpha val="48000"/>
            </a:srgbClr>
          </a:solidFill>
          <a:ln w="0">
            <a:noFill/>
            <a:prstDash val="solid"/>
          </a:ln>
        </p:spPr>
      </p:sp>
      <p:sp>
        <p:nvSpPr>
          <p:cNvPr id="3022" name="03_assume_matched_8319">
            <a:extLst>
              <a:ext uri="{FF2B5EF4-FFF2-40B4-BE49-F238E27FC236}">
                <a16:creationId xmlns:a16="http://schemas.microsoft.com/office/drawing/2014/main" id="{15CAA832-1509-4F4A-9A3C-A60AD46101D9}"/>
              </a:ext>
            </a:extLst>
          </p:cNvPr>
          <p:cNvSpPr>
            <a:spLocks noGrp="1"/>
          </p:cNvSpPr>
          <p:nvPr/>
        </p:nvSpPr>
        <p:spPr>
          <a:xfrm>
            <a:off x="3111188" y="6595037"/>
            <a:ext cx="28398" cy="28398"/>
          </a:xfrm>
          <a:prstGeom prst="ellipse">
            <a:avLst/>
          </a:prstGeom>
          <a:solidFill>
            <a:srgbClr val="7F8C97">
              <a:alpha val="48000"/>
            </a:srgbClr>
          </a:solidFill>
          <a:ln w="0">
            <a:noFill/>
            <a:prstDash val="solid"/>
          </a:ln>
        </p:spPr>
      </p:sp>
      <p:sp>
        <p:nvSpPr>
          <p:cNvPr id="3023" name="03_assume_matched_8320">
            <a:extLst>
              <a:ext uri="{FF2B5EF4-FFF2-40B4-BE49-F238E27FC236}">
                <a16:creationId xmlns:a16="http://schemas.microsoft.com/office/drawing/2014/main" id="{0CBDD04E-70ED-4DA1-A1E4-4C0DFB33E090}"/>
              </a:ext>
            </a:extLst>
          </p:cNvPr>
          <p:cNvSpPr>
            <a:spLocks noGrp="1"/>
          </p:cNvSpPr>
          <p:nvPr/>
        </p:nvSpPr>
        <p:spPr>
          <a:xfrm>
            <a:off x="3058949" y="6595037"/>
            <a:ext cx="28398" cy="28398"/>
          </a:xfrm>
          <a:prstGeom prst="ellipse">
            <a:avLst/>
          </a:prstGeom>
          <a:solidFill>
            <a:srgbClr val="7F8C97">
              <a:alpha val="48000"/>
            </a:srgbClr>
          </a:solidFill>
          <a:ln w="0">
            <a:noFill/>
            <a:prstDash val="solid"/>
          </a:ln>
        </p:spPr>
      </p:sp>
      <p:sp>
        <p:nvSpPr>
          <p:cNvPr id="3024" name="03_assume_matched_8321">
            <a:extLst>
              <a:ext uri="{FF2B5EF4-FFF2-40B4-BE49-F238E27FC236}">
                <a16:creationId xmlns:a16="http://schemas.microsoft.com/office/drawing/2014/main" id="{6FDF4BF4-6726-485F-9760-3886AFB5A5C6}"/>
              </a:ext>
            </a:extLst>
          </p:cNvPr>
          <p:cNvSpPr>
            <a:spLocks noGrp="1"/>
          </p:cNvSpPr>
          <p:nvPr/>
        </p:nvSpPr>
        <p:spPr>
          <a:xfrm>
            <a:off x="3091761" y="6595037"/>
            <a:ext cx="28398" cy="28398"/>
          </a:xfrm>
          <a:prstGeom prst="ellipse">
            <a:avLst/>
          </a:prstGeom>
          <a:solidFill>
            <a:srgbClr val="7F8C97">
              <a:alpha val="48000"/>
            </a:srgbClr>
          </a:solidFill>
          <a:ln w="0">
            <a:noFill/>
            <a:prstDash val="solid"/>
          </a:ln>
        </p:spPr>
      </p:sp>
      <p:sp>
        <p:nvSpPr>
          <p:cNvPr id="3025" name="03_assume_matched_8322">
            <a:extLst>
              <a:ext uri="{FF2B5EF4-FFF2-40B4-BE49-F238E27FC236}">
                <a16:creationId xmlns:a16="http://schemas.microsoft.com/office/drawing/2014/main" id="{929FF066-9AEC-4905-BF13-C11C2FCB02DA}"/>
              </a:ext>
            </a:extLst>
          </p:cNvPr>
          <p:cNvSpPr>
            <a:spLocks noGrp="1"/>
          </p:cNvSpPr>
          <p:nvPr/>
        </p:nvSpPr>
        <p:spPr>
          <a:xfrm>
            <a:off x="2990880" y="6478063"/>
            <a:ext cx="28398" cy="28398"/>
          </a:xfrm>
          <a:prstGeom prst="ellipse">
            <a:avLst/>
          </a:prstGeom>
          <a:solidFill>
            <a:srgbClr val="7F8C97">
              <a:alpha val="48000"/>
            </a:srgbClr>
          </a:solidFill>
          <a:ln w="0">
            <a:noFill/>
            <a:prstDash val="solid"/>
          </a:ln>
        </p:spPr>
      </p:sp>
      <p:sp>
        <p:nvSpPr>
          <p:cNvPr id="3026" name="03_assume_matched_8323">
            <a:extLst>
              <a:ext uri="{FF2B5EF4-FFF2-40B4-BE49-F238E27FC236}">
                <a16:creationId xmlns:a16="http://schemas.microsoft.com/office/drawing/2014/main" id="{AE7886B5-D755-42AF-9338-72822C660D4C}"/>
              </a:ext>
            </a:extLst>
          </p:cNvPr>
          <p:cNvSpPr>
            <a:spLocks noGrp="1"/>
          </p:cNvSpPr>
          <p:nvPr/>
        </p:nvSpPr>
        <p:spPr>
          <a:xfrm>
            <a:off x="3082838" y="6595037"/>
            <a:ext cx="28398" cy="28398"/>
          </a:xfrm>
          <a:prstGeom prst="ellipse">
            <a:avLst/>
          </a:prstGeom>
          <a:solidFill>
            <a:srgbClr val="7F8C97">
              <a:alpha val="48000"/>
            </a:srgbClr>
          </a:solidFill>
          <a:ln w="0">
            <a:noFill/>
            <a:prstDash val="solid"/>
          </a:ln>
        </p:spPr>
      </p:sp>
      <p:sp>
        <p:nvSpPr>
          <p:cNvPr id="3027" name="03_assume_matched_8324">
            <a:extLst>
              <a:ext uri="{FF2B5EF4-FFF2-40B4-BE49-F238E27FC236}">
                <a16:creationId xmlns:a16="http://schemas.microsoft.com/office/drawing/2014/main" id="{46C63F7D-A1E8-4DD3-B8DC-0269614E5A0B}"/>
              </a:ext>
            </a:extLst>
          </p:cNvPr>
          <p:cNvSpPr>
            <a:spLocks noGrp="1"/>
          </p:cNvSpPr>
          <p:nvPr/>
        </p:nvSpPr>
        <p:spPr>
          <a:xfrm>
            <a:off x="3061972" y="6205124"/>
            <a:ext cx="28398" cy="28398"/>
          </a:xfrm>
          <a:prstGeom prst="ellipse">
            <a:avLst/>
          </a:prstGeom>
          <a:solidFill>
            <a:srgbClr val="7F8C97">
              <a:alpha val="48000"/>
            </a:srgbClr>
          </a:solidFill>
          <a:ln w="0">
            <a:noFill/>
            <a:prstDash val="solid"/>
          </a:ln>
        </p:spPr>
      </p:sp>
      <p:sp>
        <p:nvSpPr>
          <p:cNvPr id="3028" name="03_assume_matched_8325">
            <a:extLst>
              <a:ext uri="{FF2B5EF4-FFF2-40B4-BE49-F238E27FC236}">
                <a16:creationId xmlns:a16="http://schemas.microsoft.com/office/drawing/2014/main" id="{DC08D125-498E-45F9-8C5E-612DCA54CCAD}"/>
              </a:ext>
            </a:extLst>
          </p:cNvPr>
          <p:cNvSpPr>
            <a:spLocks noGrp="1"/>
          </p:cNvSpPr>
          <p:nvPr/>
        </p:nvSpPr>
        <p:spPr>
          <a:xfrm>
            <a:off x="2970589" y="6010168"/>
            <a:ext cx="28398" cy="28398"/>
          </a:xfrm>
          <a:prstGeom prst="ellipse">
            <a:avLst/>
          </a:prstGeom>
          <a:solidFill>
            <a:srgbClr val="7F8C97">
              <a:alpha val="48000"/>
            </a:srgbClr>
          </a:solidFill>
          <a:ln w="0">
            <a:noFill/>
            <a:prstDash val="solid"/>
          </a:ln>
        </p:spPr>
      </p:sp>
      <p:sp>
        <p:nvSpPr>
          <p:cNvPr id="3029" name="03_assume_matched_8326">
            <a:extLst>
              <a:ext uri="{FF2B5EF4-FFF2-40B4-BE49-F238E27FC236}">
                <a16:creationId xmlns:a16="http://schemas.microsoft.com/office/drawing/2014/main" id="{A7765069-4581-40CB-83FB-7EFF5B2A10D2}"/>
              </a:ext>
            </a:extLst>
          </p:cNvPr>
          <p:cNvSpPr>
            <a:spLocks noGrp="1"/>
          </p:cNvSpPr>
          <p:nvPr/>
        </p:nvSpPr>
        <p:spPr>
          <a:xfrm>
            <a:off x="3029880" y="6595037"/>
            <a:ext cx="28398" cy="28398"/>
          </a:xfrm>
          <a:prstGeom prst="ellipse">
            <a:avLst/>
          </a:prstGeom>
          <a:solidFill>
            <a:srgbClr val="7F8C97">
              <a:alpha val="48000"/>
            </a:srgbClr>
          </a:solidFill>
          <a:ln w="0">
            <a:noFill/>
            <a:prstDash val="solid"/>
          </a:ln>
        </p:spPr>
      </p:sp>
      <p:sp>
        <p:nvSpPr>
          <p:cNvPr id="3030" name="03_assume_matched_8327">
            <a:extLst>
              <a:ext uri="{FF2B5EF4-FFF2-40B4-BE49-F238E27FC236}">
                <a16:creationId xmlns:a16="http://schemas.microsoft.com/office/drawing/2014/main" id="{B7B5FF62-52EC-425D-8A20-9BF97F4A78D5}"/>
              </a:ext>
            </a:extLst>
          </p:cNvPr>
          <p:cNvSpPr>
            <a:spLocks noGrp="1"/>
          </p:cNvSpPr>
          <p:nvPr/>
        </p:nvSpPr>
        <p:spPr>
          <a:xfrm>
            <a:off x="3012035" y="6595037"/>
            <a:ext cx="28398" cy="28398"/>
          </a:xfrm>
          <a:prstGeom prst="ellipse">
            <a:avLst/>
          </a:prstGeom>
          <a:solidFill>
            <a:srgbClr val="7F8C97">
              <a:alpha val="48000"/>
            </a:srgbClr>
          </a:solidFill>
          <a:ln w="0">
            <a:noFill/>
            <a:prstDash val="solid"/>
          </a:ln>
        </p:spPr>
      </p:sp>
      <p:sp>
        <p:nvSpPr>
          <p:cNvPr id="3031" name="03_assume_matched_8328">
            <a:extLst>
              <a:ext uri="{FF2B5EF4-FFF2-40B4-BE49-F238E27FC236}">
                <a16:creationId xmlns:a16="http://schemas.microsoft.com/office/drawing/2014/main" id="{A841E43D-CB9C-4AC8-A280-A2A362FEBF88}"/>
              </a:ext>
            </a:extLst>
          </p:cNvPr>
          <p:cNvSpPr>
            <a:spLocks noGrp="1"/>
          </p:cNvSpPr>
          <p:nvPr/>
        </p:nvSpPr>
        <p:spPr>
          <a:xfrm>
            <a:off x="3044271" y="6010168"/>
            <a:ext cx="28398" cy="28398"/>
          </a:xfrm>
          <a:prstGeom prst="ellipse">
            <a:avLst/>
          </a:prstGeom>
          <a:solidFill>
            <a:srgbClr val="7F8C97">
              <a:alpha val="48000"/>
            </a:srgbClr>
          </a:solidFill>
          <a:ln w="0">
            <a:noFill/>
            <a:prstDash val="solid"/>
          </a:ln>
        </p:spPr>
      </p:sp>
      <p:sp>
        <p:nvSpPr>
          <p:cNvPr id="3032" name="03_assume_matched_8329">
            <a:extLst>
              <a:ext uri="{FF2B5EF4-FFF2-40B4-BE49-F238E27FC236}">
                <a16:creationId xmlns:a16="http://schemas.microsoft.com/office/drawing/2014/main" id="{6FE3DF18-56BA-4DBE-8A71-A3A3E18D4FFD}"/>
              </a:ext>
            </a:extLst>
          </p:cNvPr>
          <p:cNvSpPr>
            <a:spLocks noGrp="1"/>
          </p:cNvSpPr>
          <p:nvPr/>
        </p:nvSpPr>
        <p:spPr>
          <a:xfrm>
            <a:off x="3026138" y="6546298"/>
            <a:ext cx="28398" cy="28398"/>
          </a:xfrm>
          <a:prstGeom prst="ellipse">
            <a:avLst/>
          </a:prstGeom>
          <a:solidFill>
            <a:srgbClr val="7F8C97">
              <a:alpha val="48000"/>
            </a:srgbClr>
          </a:solidFill>
          <a:ln w="0">
            <a:noFill/>
            <a:prstDash val="solid"/>
          </a:ln>
        </p:spPr>
      </p:sp>
      <p:sp>
        <p:nvSpPr>
          <p:cNvPr id="3033" name="03_assume_matched_8330">
            <a:extLst>
              <a:ext uri="{FF2B5EF4-FFF2-40B4-BE49-F238E27FC236}">
                <a16:creationId xmlns:a16="http://schemas.microsoft.com/office/drawing/2014/main" id="{48F17E33-39D8-4F64-AAEF-E06A72A6332D}"/>
              </a:ext>
            </a:extLst>
          </p:cNvPr>
          <p:cNvSpPr>
            <a:spLocks noGrp="1"/>
          </p:cNvSpPr>
          <p:nvPr/>
        </p:nvSpPr>
        <p:spPr>
          <a:xfrm>
            <a:off x="3088307" y="6448819"/>
            <a:ext cx="28398" cy="28398"/>
          </a:xfrm>
          <a:prstGeom prst="ellipse">
            <a:avLst/>
          </a:prstGeom>
          <a:solidFill>
            <a:srgbClr val="7F8C97">
              <a:alpha val="48000"/>
            </a:srgbClr>
          </a:solidFill>
          <a:ln w="0">
            <a:noFill/>
            <a:prstDash val="solid"/>
          </a:ln>
        </p:spPr>
      </p:sp>
      <p:sp>
        <p:nvSpPr>
          <p:cNvPr id="3034" name="03_assume_matched_8331">
            <a:extLst>
              <a:ext uri="{FF2B5EF4-FFF2-40B4-BE49-F238E27FC236}">
                <a16:creationId xmlns:a16="http://schemas.microsoft.com/office/drawing/2014/main" id="{A6EB36BC-0FA1-4A2A-8010-EC3598B62590}"/>
              </a:ext>
            </a:extLst>
          </p:cNvPr>
          <p:cNvSpPr>
            <a:spLocks noGrp="1"/>
          </p:cNvSpPr>
          <p:nvPr/>
        </p:nvSpPr>
        <p:spPr>
          <a:xfrm>
            <a:off x="2986419" y="6010168"/>
            <a:ext cx="28398" cy="28398"/>
          </a:xfrm>
          <a:prstGeom prst="ellipse">
            <a:avLst/>
          </a:prstGeom>
          <a:solidFill>
            <a:srgbClr val="7F8C97">
              <a:alpha val="48000"/>
            </a:srgbClr>
          </a:solidFill>
          <a:ln w="0">
            <a:noFill/>
            <a:prstDash val="solid"/>
          </a:ln>
        </p:spPr>
      </p:sp>
      <p:sp>
        <p:nvSpPr>
          <p:cNvPr id="3035" name="03_assume_matched_8332">
            <a:extLst>
              <a:ext uri="{FF2B5EF4-FFF2-40B4-BE49-F238E27FC236}">
                <a16:creationId xmlns:a16="http://schemas.microsoft.com/office/drawing/2014/main" id="{2BAF2DEF-5A9C-45DB-9970-D63E5DCE4F04}"/>
              </a:ext>
            </a:extLst>
          </p:cNvPr>
          <p:cNvSpPr>
            <a:spLocks noGrp="1"/>
          </p:cNvSpPr>
          <p:nvPr/>
        </p:nvSpPr>
        <p:spPr>
          <a:xfrm>
            <a:off x="2993039" y="6595037"/>
            <a:ext cx="28398" cy="28398"/>
          </a:xfrm>
          <a:prstGeom prst="ellipse">
            <a:avLst/>
          </a:prstGeom>
          <a:solidFill>
            <a:srgbClr val="7F8C97">
              <a:alpha val="48000"/>
            </a:srgbClr>
          </a:solidFill>
          <a:ln w="0">
            <a:noFill/>
            <a:prstDash val="solid"/>
          </a:ln>
        </p:spPr>
      </p:sp>
      <p:sp>
        <p:nvSpPr>
          <p:cNvPr id="3036" name="03_assume_matched_8333">
            <a:extLst>
              <a:ext uri="{FF2B5EF4-FFF2-40B4-BE49-F238E27FC236}">
                <a16:creationId xmlns:a16="http://schemas.microsoft.com/office/drawing/2014/main" id="{2B928A86-C60F-4EC8-8324-E4365844EA73}"/>
              </a:ext>
            </a:extLst>
          </p:cNvPr>
          <p:cNvSpPr>
            <a:spLocks noGrp="1"/>
          </p:cNvSpPr>
          <p:nvPr/>
        </p:nvSpPr>
        <p:spPr>
          <a:xfrm>
            <a:off x="3052905" y="6156385"/>
            <a:ext cx="28398" cy="28398"/>
          </a:xfrm>
          <a:prstGeom prst="ellipse">
            <a:avLst/>
          </a:prstGeom>
          <a:solidFill>
            <a:srgbClr val="7F8C97">
              <a:alpha val="48000"/>
            </a:srgbClr>
          </a:solidFill>
          <a:ln w="0">
            <a:noFill/>
            <a:prstDash val="solid"/>
          </a:ln>
        </p:spPr>
      </p:sp>
      <p:sp>
        <p:nvSpPr>
          <p:cNvPr id="3037" name="03_assume_matched_8334">
            <a:extLst>
              <a:ext uri="{FF2B5EF4-FFF2-40B4-BE49-F238E27FC236}">
                <a16:creationId xmlns:a16="http://schemas.microsoft.com/office/drawing/2014/main" id="{538D0B13-2123-4D86-A302-AB869494937A}"/>
              </a:ext>
            </a:extLst>
          </p:cNvPr>
          <p:cNvSpPr>
            <a:spLocks noGrp="1"/>
          </p:cNvSpPr>
          <p:nvPr/>
        </p:nvSpPr>
        <p:spPr>
          <a:xfrm>
            <a:off x="3051610" y="6010168"/>
            <a:ext cx="28398" cy="28398"/>
          </a:xfrm>
          <a:prstGeom prst="ellipse">
            <a:avLst/>
          </a:prstGeom>
          <a:solidFill>
            <a:srgbClr val="7F8C97">
              <a:alpha val="48000"/>
            </a:srgbClr>
          </a:solidFill>
          <a:ln w="0">
            <a:noFill/>
            <a:prstDash val="solid"/>
          </a:ln>
        </p:spPr>
      </p:sp>
      <p:sp>
        <p:nvSpPr>
          <p:cNvPr id="3038" name="03_assume_matched_8335">
            <a:extLst>
              <a:ext uri="{FF2B5EF4-FFF2-40B4-BE49-F238E27FC236}">
                <a16:creationId xmlns:a16="http://schemas.microsoft.com/office/drawing/2014/main" id="{3BBF2558-7450-4D96-9EA5-E3B4DC2B79B2}"/>
              </a:ext>
            </a:extLst>
          </p:cNvPr>
          <p:cNvSpPr>
            <a:spLocks noGrp="1"/>
          </p:cNvSpPr>
          <p:nvPr/>
        </p:nvSpPr>
        <p:spPr>
          <a:xfrm>
            <a:off x="3098380" y="6010168"/>
            <a:ext cx="28398" cy="28398"/>
          </a:xfrm>
          <a:prstGeom prst="ellipse">
            <a:avLst/>
          </a:prstGeom>
          <a:solidFill>
            <a:srgbClr val="7F8C97">
              <a:alpha val="48000"/>
            </a:srgbClr>
          </a:solidFill>
          <a:ln w="0">
            <a:noFill/>
            <a:prstDash val="solid"/>
          </a:ln>
        </p:spPr>
      </p:sp>
      <p:sp>
        <p:nvSpPr>
          <p:cNvPr id="3039" name="03_assume_matched_8336">
            <a:extLst>
              <a:ext uri="{FF2B5EF4-FFF2-40B4-BE49-F238E27FC236}">
                <a16:creationId xmlns:a16="http://schemas.microsoft.com/office/drawing/2014/main" id="{7629AA64-D8FC-4556-8B95-D2D05E8BEE5C}"/>
              </a:ext>
            </a:extLst>
          </p:cNvPr>
          <p:cNvSpPr>
            <a:spLocks noGrp="1"/>
          </p:cNvSpPr>
          <p:nvPr/>
        </p:nvSpPr>
        <p:spPr>
          <a:xfrm>
            <a:off x="3076650" y="6156385"/>
            <a:ext cx="28398" cy="28398"/>
          </a:xfrm>
          <a:prstGeom prst="ellipse">
            <a:avLst/>
          </a:prstGeom>
          <a:solidFill>
            <a:srgbClr val="7F8C97">
              <a:alpha val="48000"/>
            </a:srgbClr>
          </a:solidFill>
          <a:ln w="0">
            <a:noFill/>
            <a:prstDash val="solid"/>
          </a:ln>
        </p:spPr>
      </p:sp>
      <p:sp>
        <p:nvSpPr>
          <p:cNvPr id="3040" name="03_assume_matched_8337">
            <a:extLst>
              <a:ext uri="{FF2B5EF4-FFF2-40B4-BE49-F238E27FC236}">
                <a16:creationId xmlns:a16="http://schemas.microsoft.com/office/drawing/2014/main" id="{C532D01A-34D6-455F-910D-A6AA53466E59}"/>
              </a:ext>
            </a:extLst>
          </p:cNvPr>
          <p:cNvSpPr>
            <a:spLocks noGrp="1"/>
          </p:cNvSpPr>
          <p:nvPr/>
        </p:nvSpPr>
        <p:spPr>
          <a:xfrm>
            <a:off x="3008725" y="6595037"/>
            <a:ext cx="28398" cy="28398"/>
          </a:xfrm>
          <a:prstGeom prst="ellipse">
            <a:avLst/>
          </a:prstGeom>
          <a:solidFill>
            <a:srgbClr val="7F8C97">
              <a:alpha val="48000"/>
            </a:srgbClr>
          </a:solidFill>
          <a:ln w="0">
            <a:noFill/>
            <a:prstDash val="solid"/>
          </a:ln>
        </p:spPr>
      </p:sp>
      <p:sp>
        <p:nvSpPr>
          <p:cNvPr id="3041" name="03_assume_matched_8338">
            <a:extLst>
              <a:ext uri="{FF2B5EF4-FFF2-40B4-BE49-F238E27FC236}">
                <a16:creationId xmlns:a16="http://schemas.microsoft.com/office/drawing/2014/main" id="{EC8A9AD6-FC07-427C-99A2-6C8196E1FAAC}"/>
              </a:ext>
            </a:extLst>
          </p:cNvPr>
          <p:cNvSpPr>
            <a:spLocks noGrp="1"/>
          </p:cNvSpPr>
          <p:nvPr/>
        </p:nvSpPr>
        <p:spPr>
          <a:xfrm>
            <a:off x="3079528" y="6595037"/>
            <a:ext cx="28398" cy="28398"/>
          </a:xfrm>
          <a:prstGeom prst="ellipse">
            <a:avLst/>
          </a:prstGeom>
          <a:solidFill>
            <a:srgbClr val="7F8C97">
              <a:alpha val="48000"/>
            </a:srgbClr>
          </a:solidFill>
          <a:ln w="0">
            <a:noFill/>
            <a:prstDash val="solid"/>
          </a:ln>
        </p:spPr>
      </p:sp>
      <p:sp>
        <p:nvSpPr>
          <p:cNvPr id="3042" name="03_assume_matched_8339">
            <a:extLst>
              <a:ext uri="{FF2B5EF4-FFF2-40B4-BE49-F238E27FC236}">
                <a16:creationId xmlns:a16="http://schemas.microsoft.com/office/drawing/2014/main" id="{94CB7E0B-6107-429B-A463-1D0EB609FDDA}"/>
              </a:ext>
            </a:extLst>
          </p:cNvPr>
          <p:cNvSpPr>
            <a:spLocks noGrp="1"/>
          </p:cNvSpPr>
          <p:nvPr/>
        </p:nvSpPr>
        <p:spPr>
          <a:xfrm>
            <a:off x="3067872" y="6595037"/>
            <a:ext cx="28398" cy="28398"/>
          </a:xfrm>
          <a:prstGeom prst="ellipse">
            <a:avLst/>
          </a:prstGeom>
          <a:solidFill>
            <a:srgbClr val="7F8C97">
              <a:alpha val="48000"/>
            </a:srgbClr>
          </a:solidFill>
          <a:ln w="0">
            <a:noFill/>
            <a:prstDash val="solid"/>
          </a:ln>
        </p:spPr>
      </p:sp>
      <p:sp>
        <p:nvSpPr>
          <p:cNvPr id="3043" name="03_assume_matched_8340">
            <a:extLst>
              <a:ext uri="{FF2B5EF4-FFF2-40B4-BE49-F238E27FC236}">
                <a16:creationId xmlns:a16="http://schemas.microsoft.com/office/drawing/2014/main" id="{0DD3142C-D512-4B6B-8EC7-DFB798223BBB}"/>
              </a:ext>
            </a:extLst>
          </p:cNvPr>
          <p:cNvSpPr>
            <a:spLocks noGrp="1"/>
          </p:cNvSpPr>
          <p:nvPr/>
        </p:nvSpPr>
        <p:spPr>
          <a:xfrm>
            <a:off x="3074060" y="6595037"/>
            <a:ext cx="28398" cy="28398"/>
          </a:xfrm>
          <a:prstGeom prst="ellipse">
            <a:avLst/>
          </a:prstGeom>
          <a:solidFill>
            <a:srgbClr val="7F8C97">
              <a:alpha val="48000"/>
            </a:srgbClr>
          </a:solidFill>
          <a:ln w="0">
            <a:noFill/>
            <a:prstDash val="solid"/>
          </a:ln>
        </p:spPr>
      </p:sp>
      <p:sp>
        <p:nvSpPr>
          <p:cNvPr id="3044" name="03_assume_matched_8341">
            <a:extLst>
              <a:ext uri="{FF2B5EF4-FFF2-40B4-BE49-F238E27FC236}">
                <a16:creationId xmlns:a16="http://schemas.microsoft.com/office/drawing/2014/main" id="{E2B65FB1-FC53-43D9-9A72-027DA43696F6}"/>
              </a:ext>
            </a:extLst>
          </p:cNvPr>
          <p:cNvSpPr>
            <a:spLocks noGrp="1"/>
          </p:cNvSpPr>
          <p:nvPr/>
        </p:nvSpPr>
        <p:spPr>
          <a:xfrm>
            <a:off x="3087443" y="6595037"/>
            <a:ext cx="28398" cy="28398"/>
          </a:xfrm>
          <a:prstGeom prst="ellipse">
            <a:avLst/>
          </a:prstGeom>
          <a:solidFill>
            <a:srgbClr val="7F8C97">
              <a:alpha val="48000"/>
            </a:srgbClr>
          </a:solidFill>
          <a:ln w="0">
            <a:noFill/>
            <a:prstDash val="solid"/>
          </a:ln>
        </p:spPr>
      </p:sp>
      <p:sp>
        <p:nvSpPr>
          <p:cNvPr id="3045" name="03_assume_matched_8342">
            <a:extLst>
              <a:ext uri="{FF2B5EF4-FFF2-40B4-BE49-F238E27FC236}">
                <a16:creationId xmlns:a16="http://schemas.microsoft.com/office/drawing/2014/main" id="{054FB01A-C9BF-40A3-8500-1C00AF4C1B97}"/>
              </a:ext>
            </a:extLst>
          </p:cNvPr>
          <p:cNvSpPr>
            <a:spLocks noGrp="1"/>
          </p:cNvSpPr>
          <p:nvPr/>
        </p:nvSpPr>
        <p:spPr>
          <a:xfrm>
            <a:off x="2996061" y="6010168"/>
            <a:ext cx="28398" cy="28398"/>
          </a:xfrm>
          <a:prstGeom prst="ellipse">
            <a:avLst/>
          </a:prstGeom>
          <a:solidFill>
            <a:srgbClr val="7F8C97">
              <a:alpha val="48000"/>
            </a:srgbClr>
          </a:solidFill>
          <a:ln w="0">
            <a:noFill/>
            <a:prstDash val="solid"/>
          </a:ln>
        </p:spPr>
      </p:sp>
      <p:sp>
        <p:nvSpPr>
          <p:cNvPr id="3046" name="03_assume_matched_8343">
            <a:extLst>
              <a:ext uri="{FF2B5EF4-FFF2-40B4-BE49-F238E27FC236}">
                <a16:creationId xmlns:a16="http://schemas.microsoft.com/office/drawing/2014/main" id="{7273862D-BE9F-491E-A1B9-0FC7B44FAFC9}"/>
              </a:ext>
            </a:extLst>
          </p:cNvPr>
          <p:cNvSpPr>
            <a:spLocks noGrp="1"/>
          </p:cNvSpPr>
          <p:nvPr/>
        </p:nvSpPr>
        <p:spPr>
          <a:xfrm>
            <a:off x="2985268" y="6010168"/>
            <a:ext cx="28398" cy="28398"/>
          </a:xfrm>
          <a:prstGeom prst="ellipse">
            <a:avLst/>
          </a:prstGeom>
          <a:solidFill>
            <a:srgbClr val="7F8C97">
              <a:alpha val="48000"/>
            </a:srgbClr>
          </a:solidFill>
          <a:ln w="0">
            <a:noFill/>
            <a:prstDash val="solid"/>
          </a:ln>
        </p:spPr>
      </p:sp>
      <p:sp>
        <p:nvSpPr>
          <p:cNvPr id="3047" name="03_assume_matched_8344">
            <a:extLst>
              <a:ext uri="{FF2B5EF4-FFF2-40B4-BE49-F238E27FC236}">
                <a16:creationId xmlns:a16="http://schemas.microsoft.com/office/drawing/2014/main" id="{EFEC2414-A7B4-4293-B1A4-119C15463B92}"/>
              </a:ext>
            </a:extLst>
          </p:cNvPr>
          <p:cNvSpPr>
            <a:spLocks noGrp="1"/>
          </p:cNvSpPr>
          <p:nvPr/>
        </p:nvSpPr>
        <p:spPr>
          <a:xfrm>
            <a:off x="3068160" y="6156385"/>
            <a:ext cx="28398" cy="28398"/>
          </a:xfrm>
          <a:prstGeom prst="ellipse">
            <a:avLst/>
          </a:prstGeom>
          <a:solidFill>
            <a:srgbClr val="7F8C97">
              <a:alpha val="48000"/>
            </a:srgbClr>
          </a:solidFill>
          <a:ln w="0">
            <a:noFill/>
            <a:prstDash val="solid"/>
          </a:ln>
        </p:spPr>
      </p:sp>
      <p:sp>
        <p:nvSpPr>
          <p:cNvPr id="3048" name="03_assume_matched_8345">
            <a:extLst>
              <a:ext uri="{FF2B5EF4-FFF2-40B4-BE49-F238E27FC236}">
                <a16:creationId xmlns:a16="http://schemas.microsoft.com/office/drawing/2014/main" id="{0284AF1F-455B-4391-A301-ADCCE15ACF0A}"/>
              </a:ext>
            </a:extLst>
          </p:cNvPr>
          <p:cNvSpPr>
            <a:spLocks noGrp="1"/>
          </p:cNvSpPr>
          <p:nvPr/>
        </p:nvSpPr>
        <p:spPr>
          <a:xfrm>
            <a:off x="3105288" y="6135497"/>
            <a:ext cx="28398" cy="28398"/>
          </a:xfrm>
          <a:prstGeom prst="ellipse">
            <a:avLst/>
          </a:prstGeom>
          <a:solidFill>
            <a:srgbClr val="7F8C97">
              <a:alpha val="48000"/>
            </a:srgbClr>
          </a:solidFill>
          <a:ln w="0">
            <a:noFill/>
            <a:prstDash val="solid"/>
          </a:ln>
        </p:spPr>
      </p:sp>
      <p:sp>
        <p:nvSpPr>
          <p:cNvPr id="3049" name="03_assume_matched_8346">
            <a:extLst>
              <a:ext uri="{FF2B5EF4-FFF2-40B4-BE49-F238E27FC236}">
                <a16:creationId xmlns:a16="http://schemas.microsoft.com/office/drawing/2014/main" id="{E017C0A3-E4CF-4F00-B2F5-0E3A1CBCA610}"/>
              </a:ext>
            </a:extLst>
          </p:cNvPr>
          <p:cNvSpPr>
            <a:spLocks noGrp="1"/>
          </p:cNvSpPr>
          <p:nvPr/>
        </p:nvSpPr>
        <p:spPr>
          <a:xfrm>
            <a:off x="3111476" y="6010168"/>
            <a:ext cx="28398" cy="28398"/>
          </a:xfrm>
          <a:prstGeom prst="ellipse">
            <a:avLst/>
          </a:prstGeom>
          <a:solidFill>
            <a:srgbClr val="7F8C97">
              <a:alpha val="48000"/>
            </a:srgbClr>
          </a:solidFill>
          <a:ln w="0">
            <a:noFill/>
            <a:prstDash val="solid"/>
          </a:ln>
        </p:spPr>
      </p:sp>
      <p:sp>
        <p:nvSpPr>
          <p:cNvPr id="3050" name="03_assume_matched_8347">
            <a:extLst>
              <a:ext uri="{FF2B5EF4-FFF2-40B4-BE49-F238E27FC236}">
                <a16:creationId xmlns:a16="http://schemas.microsoft.com/office/drawing/2014/main" id="{31BC2A23-9456-48B2-B232-E56AAD4AD7F1}"/>
              </a:ext>
            </a:extLst>
          </p:cNvPr>
          <p:cNvSpPr>
            <a:spLocks noGrp="1"/>
          </p:cNvSpPr>
          <p:nvPr/>
        </p:nvSpPr>
        <p:spPr>
          <a:xfrm>
            <a:off x="3022540" y="6302602"/>
            <a:ext cx="28398" cy="28398"/>
          </a:xfrm>
          <a:prstGeom prst="ellipse">
            <a:avLst/>
          </a:prstGeom>
          <a:solidFill>
            <a:srgbClr val="7F8C97">
              <a:alpha val="48000"/>
            </a:srgbClr>
          </a:solidFill>
          <a:ln w="0">
            <a:noFill/>
            <a:prstDash val="solid"/>
          </a:ln>
        </p:spPr>
      </p:sp>
      <p:sp>
        <p:nvSpPr>
          <p:cNvPr id="3051" name="03_assume_matched_8348">
            <a:extLst>
              <a:ext uri="{FF2B5EF4-FFF2-40B4-BE49-F238E27FC236}">
                <a16:creationId xmlns:a16="http://schemas.microsoft.com/office/drawing/2014/main" id="{CC11B077-0AD0-4510-82B0-3293C8559DC6}"/>
              </a:ext>
            </a:extLst>
          </p:cNvPr>
          <p:cNvSpPr>
            <a:spLocks noGrp="1"/>
          </p:cNvSpPr>
          <p:nvPr/>
        </p:nvSpPr>
        <p:spPr>
          <a:xfrm>
            <a:off x="3075355" y="6400080"/>
            <a:ext cx="28398" cy="28398"/>
          </a:xfrm>
          <a:prstGeom prst="ellipse">
            <a:avLst/>
          </a:prstGeom>
          <a:solidFill>
            <a:srgbClr val="7F8C97">
              <a:alpha val="48000"/>
            </a:srgbClr>
          </a:solidFill>
          <a:ln w="0">
            <a:noFill/>
            <a:prstDash val="solid"/>
          </a:ln>
        </p:spPr>
      </p:sp>
      <p:sp>
        <p:nvSpPr>
          <p:cNvPr id="3052" name="03_assume_matched_8349">
            <a:extLst>
              <a:ext uri="{FF2B5EF4-FFF2-40B4-BE49-F238E27FC236}">
                <a16:creationId xmlns:a16="http://schemas.microsoft.com/office/drawing/2014/main" id="{5D6A19C7-095F-403E-8328-C2BE06A96F7D}"/>
              </a:ext>
            </a:extLst>
          </p:cNvPr>
          <p:cNvSpPr>
            <a:spLocks noGrp="1"/>
          </p:cNvSpPr>
          <p:nvPr/>
        </p:nvSpPr>
        <p:spPr>
          <a:xfrm>
            <a:off x="3086292" y="6010168"/>
            <a:ext cx="28398" cy="28398"/>
          </a:xfrm>
          <a:prstGeom prst="ellipse">
            <a:avLst/>
          </a:prstGeom>
          <a:solidFill>
            <a:srgbClr val="7F8C97">
              <a:alpha val="48000"/>
            </a:srgbClr>
          </a:solidFill>
          <a:ln w="0">
            <a:noFill/>
            <a:prstDash val="solid"/>
          </a:ln>
        </p:spPr>
      </p:sp>
      <p:sp>
        <p:nvSpPr>
          <p:cNvPr id="3053" name="03_assume_matched_8350">
            <a:extLst>
              <a:ext uri="{FF2B5EF4-FFF2-40B4-BE49-F238E27FC236}">
                <a16:creationId xmlns:a16="http://schemas.microsoft.com/office/drawing/2014/main" id="{806844B4-0990-478A-A9A3-7E684F7FDB79}"/>
              </a:ext>
            </a:extLst>
          </p:cNvPr>
          <p:cNvSpPr>
            <a:spLocks noGrp="1"/>
          </p:cNvSpPr>
          <p:nvPr/>
        </p:nvSpPr>
        <p:spPr>
          <a:xfrm>
            <a:off x="3103705" y="6010168"/>
            <a:ext cx="28398" cy="28398"/>
          </a:xfrm>
          <a:prstGeom prst="ellipse">
            <a:avLst/>
          </a:prstGeom>
          <a:solidFill>
            <a:srgbClr val="7F8C97">
              <a:alpha val="48000"/>
            </a:srgbClr>
          </a:solidFill>
          <a:ln w="0">
            <a:noFill/>
            <a:prstDash val="solid"/>
          </a:ln>
        </p:spPr>
      </p:sp>
      <p:sp>
        <p:nvSpPr>
          <p:cNvPr id="3054" name="03_assume_matched_8351">
            <a:extLst>
              <a:ext uri="{FF2B5EF4-FFF2-40B4-BE49-F238E27FC236}">
                <a16:creationId xmlns:a16="http://schemas.microsoft.com/office/drawing/2014/main" id="{6A8E30A8-4A45-47C0-8DD6-CC623BC1547C}"/>
              </a:ext>
            </a:extLst>
          </p:cNvPr>
          <p:cNvSpPr>
            <a:spLocks noGrp="1"/>
          </p:cNvSpPr>
          <p:nvPr/>
        </p:nvSpPr>
        <p:spPr>
          <a:xfrm>
            <a:off x="3088451" y="6010168"/>
            <a:ext cx="28398" cy="28398"/>
          </a:xfrm>
          <a:prstGeom prst="ellipse">
            <a:avLst/>
          </a:prstGeom>
          <a:solidFill>
            <a:srgbClr val="7F8C97">
              <a:alpha val="48000"/>
            </a:srgbClr>
          </a:solidFill>
          <a:ln w="0">
            <a:noFill/>
            <a:prstDash val="solid"/>
          </a:ln>
        </p:spPr>
      </p:sp>
      <p:sp>
        <p:nvSpPr>
          <p:cNvPr id="3055" name="03_assume_matched_8352">
            <a:extLst>
              <a:ext uri="{FF2B5EF4-FFF2-40B4-BE49-F238E27FC236}">
                <a16:creationId xmlns:a16="http://schemas.microsoft.com/office/drawing/2014/main" id="{7D421041-191A-4F05-9847-7C2F690DB922}"/>
              </a:ext>
            </a:extLst>
          </p:cNvPr>
          <p:cNvSpPr>
            <a:spLocks noGrp="1"/>
          </p:cNvSpPr>
          <p:nvPr/>
        </p:nvSpPr>
        <p:spPr>
          <a:xfrm>
            <a:off x="3066721" y="6010168"/>
            <a:ext cx="28398" cy="28398"/>
          </a:xfrm>
          <a:prstGeom prst="ellipse">
            <a:avLst/>
          </a:prstGeom>
          <a:solidFill>
            <a:srgbClr val="7F8C97">
              <a:alpha val="48000"/>
            </a:srgbClr>
          </a:solidFill>
          <a:ln w="0">
            <a:noFill/>
            <a:prstDash val="solid"/>
          </a:ln>
        </p:spPr>
      </p:sp>
      <p:sp>
        <p:nvSpPr>
          <p:cNvPr id="3056" name="03_assume_matched_8353">
            <a:extLst>
              <a:ext uri="{FF2B5EF4-FFF2-40B4-BE49-F238E27FC236}">
                <a16:creationId xmlns:a16="http://schemas.microsoft.com/office/drawing/2014/main" id="{9EB05195-9A01-4A9C-95EC-69C53A563C92}"/>
              </a:ext>
            </a:extLst>
          </p:cNvPr>
          <p:cNvSpPr>
            <a:spLocks noGrp="1"/>
          </p:cNvSpPr>
          <p:nvPr/>
        </p:nvSpPr>
        <p:spPr>
          <a:xfrm>
            <a:off x="2978504" y="6010168"/>
            <a:ext cx="28398" cy="28398"/>
          </a:xfrm>
          <a:prstGeom prst="ellipse">
            <a:avLst/>
          </a:prstGeom>
          <a:solidFill>
            <a:srgbClr val="7F8C97">
              <a:alpha val="48000"/>
            </a:srgbClr>
          </a:solidFill>
          <a:ln w="0">
            <a:noFill/>
            <a:prstDash val="solid"/>
          </a:ln>
        </p:spPr>
      </p:sp>
      <p:sp>
        <p:nvSpPr>
          <p:cNvPr id="3057" name="03_assume_matched_8354">
            <a:extLst>
              <a:ext uri="{FF2B5EF4-FFF2-40B4-BE49-F238E27FC236}">
                <a16:creationId xmlns:a16="http://schemas.microsoft.com/office/drawing/2014/main" id="{E25A4333-7200-4187-AF16-4EE7EEFE63F8}"/>
              </a:ext>
            </a:extLst>
          </p:cNvPr>
          <p:cNvSpPr>
            <a:spLocks noGrp="1"/>
          </p:cNvSpPr>
          <p:nvPr/>
        </p:nvSpPr>
        <p:spPr>
          <a:xfrm>
            <a:off x="2992463" y="6595037"/>
            <a:ext cx="28398" cy="28398"/>
          </a:xfrm>
          <a:prstGeom prst="ellipse">
            <a:avLst/>
          </a:prstGeom>
          <a:solidFill>
            <a:srgbClr val="7F8C97">
              <a:alpha val="48000"/>
            </a:srgbClr>
          </a:solidFill>
          <a:ln w="0">
            <a:noFill/>
            <a:prstDash val="solid"/>
          </a:ln>
        </p:spPr>
      </p:sp>
      <p:sp>
        <p:nvSpPr>
          <p:cNvPr id="3058" name="03_assume_matched_8355">
            <a:extLst>
              <a:ext uri="{FF2B5EF4-FFF2-40B4-BE49-F238E27FC236}">
                <a16:creationId xmlns:a16="http://schemas.microsoft.com/office/drawing/2014/main" id="{6044D7EF-FD57-4082-B5BA-B90BF83B8EF3}"/>
              </a:ext>
            </a:extLst>
          </p:cNvPr>
          <p:cNvSpPr>
            <a:spLocks noGrp="1"/>
          </p:cNvSpPr>
          <p:nvPr/>
        </p:nvSpPr>
        <p:spPr>
          <a:xfrm>
            <a:off x="3053625" y="6010168"/>
            <a:ext cx="28398" cy="28398"/>
          </a:xfrm>
          <a:prstGeom prst="ellipse">
            <a:avLst/>
          </a:prstGeom>
          <a:solidFill>
            <a:srgbClr val="7F8C97">
              <a:alpha val="48000"/>
            </a:srgbClr>
          </a:solidFill>
          <a:ln w="0">
            <a:noFill/>
            <a:prstDash val="solid"/>
          </a:ln>
        </p:spPr>
      </p:sp>
      <p:sp>
        <p:nvSpPr>
          <p:cNvPr id="3059" name="03_assume_matched_8356">
            <a:extLst>
              <a:ext uri="{FF2B5EF4-FFF2-40B4-BE49-F238E27FC236}">
                <a16:creationId xmlns:a16="http://schemas.microsoft.com/office/drawing/2014/main" id="{947C203F-BB29-438F-9F2F-37B93A851351}"/>
              </a:ext>
            </a:extLst>
          </p:cNvPr>
          <p:cNvSpPr>
            <a:spLocks noGrp="1"/>
          </p:cNvSpPr>
          <p:nvPr/>
        </p:nvSpPr>
        <p:spPr>
          <a:xfrm>
            <a:off x="2998508" y="6595037"/>
            <a:ext cx="28398" cy="28398"/>
          </a:xfrm>
          <a:prstGeom prst="ellipse">
            <a:avLst/>
          </a:prstGeom>
          <a:solidFill>
            <a:srgbClr val="7F8C97">
              <a:alpha val="48000"/>
            </a:srgbClr>
          </a:solidFill>
          <a:ln w="0">
            <a:noFill/>
            <a:prstDash val="solid"/>
          </a:ln>
        </p:spPr>
      </p:sp>
      <p:sp>
        <p:nvSpPr>
          <p:cNvPr id="3060" name="03_assume_matched_8357">
            <a:extLst>
              <a:ext uri="{FF2B5EF4-FFF2-40B4-BE49-F238E27FC236}">
                <a16:creationId xmlns:a16="http://schemas.microsoft.com/office/drawing/2014/main" id="{A12095DA-DB59-472D-9D86-07C6D05732F3}"/>
              </a:ext>
            </a:extLst>
          </p:cNvPr>
          <p:cNvSpPr>
            <a:spLocks noGrp="1"/>
          </p:cNvSpPr>
          <p:nvPr/>
        </p:nvSpPr>
        <p:spPr>
          <a:xfrm>
            <a:off x="3024555" y="6010168"/>
            <a:ext cx="28398" cy="28398"/>
          </a:xfrm>
          <a:prstGeom prst="ellipse">
            <a:avLst/>
          </a:prstGeom>
          <a:solidFill>
            <a:srgbClr val="7F8C97">
              <a:alpha val="48000"/>
            </a:srgbClr>
          </a:solidFill>
          <a:ln w="0">
            <a:noFill/>
            <a:prstDash val="solid"/>
          </a:ln>
        </p:spPr>
      </p:sp>
      <p:sp>
        <p:nvSpPr>
          <p:cNvPr id="3061" name="03_assume_matched_8358">
            <a:extLst>
              <a:ext uri="{FF2B5EF4-FFF2-40B4-BE49-F238E27FC236}">
                <a16:creationId xmlns:a16="http://schemas.microsoft.com/office/drawing/2014/main" id="{42ACD246-00FD-47D5-9B05-1ECEE3A2D6E7}"/>
              </a:ext>
            </a:extLst>
          </p:cNvPr>
          <p:cNvSpPr>
            <a:spLocks noGrp="1"/>
          </p:cNvSpPr>
          <p:nvPr/>
        </p:nvSpPr>
        <p:spPr>
          <a:xfrm>
            <a:off x="2973611" y="6595037"/>
            <a:ext cx="28398" cy="28398"/>
          </a:xfrm>
          <a:prstGeom prst="ellipse">
            <a:avLst/>
          </a:prstGeom>
          <a:solidFill>
            <a:srgbClr val="7F8C97">
              <a:alpha val="48000"/>
            </a:srgbClr>
          </a:solidFill>
          <a:ln w="0">
            <a:noFill/>
            <a:prstDash val="solid"/>
          </a:ln>
        </p:spPr>
      </p:sp>
      <p:sp>
        <p:nvSpPr>
          <p:cNvPr id="3062" name="03_assume_matched_8359">
            <a:extLst>
              <a:ext uri="{FF2B5EF4-FFF2-40B4-BE49-F238E27FC236}">
                <a16:creationId xmlns:a16="http://schemas.microsoft.com/office/drawing/2014/main" id="{54062A4B-1D52-48EB-9FB3-0FA96B7EE16F}"/>
              </a:ext>
            </a:extLst>
          </p:cNvPr>
          <p:cNvSpPr>
            <a:spLocks noGrp="1"/>
          </p:cNvSpPr>
          <p:nvPr/>
        </p:nvSpPr>
        <p:spPr>
          <a:xfrm>
            <a:off x="768364" y="5995123"/>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063" name="03_assume_matched_8360">
            <a:extLst>
              <a:ext uri="{FF2B5EF4-FFF2-40B4-BE49-F238E27FC236}">
                <a16:creationId xmlns:a16="http://schemas.microsoft.com/office/drawing/2014/main" id="{26D9F5B2-15BC-489F-8E9D-CC1319199F94}"/>
              </a:ext>
            </a:extLst>
          </p:cNvPr>
          <p:cNvSpPr>
            <a:spLocks noGrp="1"/>
          </p:cNvSpPr>
          <p:nvPr/>
        </p:nvSpPr>
        <p:spPr>
          <a:xfrm>
            <a:off x="768364" y="6638480"/>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064" name="text_8361">
            <a:extLst>
              <a:ext uri="{FF2B5EF4-FFF2-40B4-BE49-F238E27FC236}">
                <a16:creationId xmlns:a16="http://schemas.microsoft.com/office/drawing/2014/main" id="{B97B7C48-C00B-4DAF-AF8C-5404B9104E9B}"/>
              </a:ext>
            </a:extLst>
          </p:cNvPr>
          <p:cNvSpPr>
            <a:spLocks noGrp="1"/>
          </p:cNvSpPr>
          <p:nvPr/>
        </p:nvSpPr>
        <p:spPr>
          <a:xfrm>
            <a:off x="426174" y="5696187"/>
            <a:ext cx="48006"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i</a:t>
            </a:r>
          </a:p>
        </p:txBody>
      </p:sp>
      <p:sp>
        <p:nvSpPr>
          <p:cNvPr id="3065" name="text_8362">
            <a:extLst>
              <a:ext uri="{FF2B5EF4-FFF2-40B4-BE49-F238E27FC236}">
                <a16:creationId xmlns:a16="http://schemas.microsoft.com/office/drawing/2014/main" id="{B8F3F4B4-E876-4E54-A091-3F032E0E2001}"/>
              </a:ext>
            </a:extLst>
          </p:cNvPr>
          <p:cNvSpPr>
            <a:spLocks noGrp="1"/>
          </p:cNvSpPr>
          <p:nvPr/>
        </p:nvSpPr>
        <p:spPr>
          <a:xfrm>
            <a:off x="768364" y="5795543"/>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Top-1, RMSD &lt;2 Å</a:t>
            </a:r>
          </a:p>
        </p:txBody>
      </p:sp>
      <p:sp>
        <p:nvSpPr>
          <p:cNvPr id="3066" name="03_assume_matched_8363">
            <a:extLst>
              <a:ext uri="{FF2B5EF4-FFF2-40B4-BE49-F238E27FC236}">
                <a16:creationId xmlns:a16="http://schemas.microsoft.com/office/drawing/2014/main" id="{BC542668-2420-42D5-876C-A658F7989764}"/>
              </a:ext>
            </a:extLst>
          </p:cNvPr>
          <p:cNvSpPr>
            <a:spLocks noGrp="1"/>
          </p:cNvSpPr>
          <p:nvPr/>
        </p:nvSpPr>
        <p:spPr>
          <a:xfrm>
            <a:off x="790995" y="6268766"/>
            <a:ext cx="2263158" cy="340471"/>
          </a:xfrm>
          <a:custGeom>
            <a:avLst/>
            <a:gdLst/>
            <a:ahLst/>
            <a:cxnLst/>
            <a:rect l="0" t="0" r="0" b="0"/>
            <a:pathLst>
              <a:path w="2263158" h="340471">
                <a:moveTo>
                  <a:pt x="0" y="340471"/>
                </a:moveTo>
                <a:lnTo>
                  <a:pt x="53885" y="339245"/>
                </a:lnTo>
                <a:lnTo>
                  <a:pt x="53885" y="338703"/>
                </a:lnTo>
                <a:lnTo>
                  <a:pt x="68581" y="337558"/>
                </a:lnTo>
                <a:lnTo>
                  <a:pt x="68581" y="336868"/>
                </a:lnTo>
                <a:lnTo>
                  <a:pt x="83821" y="336011"/>
                </a:lnTo>
                <a:lnTo>
                  <a:pt x="83821" y="334745"/>
                </a:lnTo>
                <a:lnTo>
                  <a:pt x="107769" y="334136"/>
                </a:lnTo>
                <a:lnTo>
                  <a:pt x="107769" y="332509"/>
                </a:lnTo>
                <a:lnTo>
                  <a:pt x="125731" y="332411"/>
                </a:lnTo>
                <a:lnTo>
                  <a:pt x="125731" y="326301"/>
                </a:lnTo>
                <a:lnTo>
                  <a:pt x="137161" y="326203"/>
                </a:lnTo>
                <a:lnTo>
                  <a:pt x="137161" y="324822"/>
                </a:lnTo>
                <a:lnTo>
                  <a:pt x="150877" y="324725"/>
                </a:lnTo>
                <a:lnTo>
                  <a:pt x="150877" y="320927"/>
                </a:lnTo>
                <a:lnTo>
                  <a:pt x="167641" y="319873"/>
                </a:lnTo>
                <a:lnTo>
                  <a:pt x="167641" y="319029"/>
                </a:lnTo>
                <a:lnTo>
                  <a:pt x="188596" y="318834"/>
                </a:lnTo>
                <a:lnTo>
                  <a:pt x="188596" y="305225"/>
                </a:lnTo>
                <a:lnTo>
                  <a:pt x="205742" y="305031"/>
                </a:lnTo>
                <a:lnTo>
                  <a:pt x="205742" y="303650"/>
                </a:lnTo>
                <a:lnTo>
                  <a:pt x="215539" y="303552"/>
                </a:lnTo>
                <a:lnTo>
                  <a:pt x="215539" y="301925"/>
                </a:lnTo>
                <a:lnTo>
                  <a:pt x="251462" y="300873"/>
                </a:lnTo>
                <a:lnTo>
                  <a:pt x="251462" y="291914"/>
                </a:lnTo>
                <a:lnTo>
                  <a:pt x="274322" y="291177"/>
                </a:lnTo>
                <a:lnTo>
                  <a:pt x="274322" y="289796"/>
                </a:lnTo>
                <a:lnTo>
                  <a:pt x="301754" y="289503"/>
                </a:lnTo>
                <a:lnTo>
                  <a:pt x="301754" y="284186"/>
                </a:lnTo>
                <a:lnTo>
                  <a:pt x="323308" y="283359"/>
                </a:lnTo>
                <a:lnTo>
                  <a:pt x="323308" y="282274"/>
                </a:lnTo>
                <a:lnTo>
                  <a:pt x="342903" y="281235"/>
                </a:lnTo>
                <a:lnTo>
                  <a:pt x="342903" y="279854"/>
                </a:lnTo>
                <a:lnTo>
                  <a:pt x="377193" y="279562"/>
                </a:lnTo>
                <a:lnTo>
                  <a:pt x="377193" y="231322"/>
                </a:lnTo>
                <a:lnTo>
                  <a:pt x="411483" y="231030"/>
                </a:lnTo>
                <a:lnTo>
                  <a:pt x="411483" y="229649"/>
                </a:lnTo>
                <a:lnTo>
                  <a:pt x="431078" y="229454"/>
                </a:lnTo>
                <a:lnTo>
                  <a:pt x="431078" y="227826"/>
                </a:lnTo>
                <a:lnTo>
                  <a:pt x="452632" y="226999"/>
                </a:lnTo>
                <a:lnTo>
                  <a:pt x="452632" y="223201"/>
                </a:lnTo>
                <a:lnTo>
                  <a:pt x="502924" y="222023"/>
                </a:lnTo>
                <a:lnTo>
                  <a:pt x="502924" y="212431"/>
                </a:lnTo>
                <a:lnTo>
                  <a:pt x="538847" y="211380"/>
                </a:lnTo>
                <a:lnTo>
                  <a:pt x="538847" y="209752"/>
                </a:lnTo>
                <a:lnTo>
                  <a:pt x="548644" y="209655"/>
                </a:lnTo>
                <a:lnTo>
                  <a:pt x="548644" y="208274"/>
                </a:lnTo>
                <a:lnTo>
                  <a:pt x="565789" y="208079"/>
                </a:lnTo>
                <a:lnTo>
                  <a:pt x="565789" y="196685"/>
                </a:lnTo>
                <a:lnTo>
                  <a:pt x="603509" y="195753"/>
                </a:lnTo>
                <a:lnTo>
                  <a:pt x="603509" y="191955"/>
                </a:lnTo>
                <a:lnTo>
                  <a:pt x="617225" y="191858"/>
                </a:lnTo>
                <a:lnTo>
                  <a:pt x="617225" y="190477"/>
                </a:lnTo>
                <a:lnTo>
                  <a:pt x="628655" y="190380"/>
                </a:lnTo>
                <a:lnTo>
                  <a:pt x="628655" y="183952"/>
                </a:lnTo>
                <a:lnTo>
                  <a:pt x="646617" y="183855"/>
                </a:lnTo>
                <a:lnTo>
                  <a:pt x="647998" y="182130"/>
                </a:lnTo>
                <a:lnTo>
                  <a:pt x="685805" y="181078"/>
                </a:lnTo>
                <a:lnTo>
                  <a:pt x="686685" y="180290"/>
                </a:lnTo>
                <a:lnTo>
                  <a:pt x="754386" y="179706"/>
                </a:lnTo>
                <a:lnTo>
                  <a:pt x="754386" y="0"/>
                </a:lnTo>
                <a:lnTo>
                  <a:pt x="2263158" y="0"/>
                </a:lnTo>
                <a:lnTo>
                  <a:pt x="2263158" y="0"/>
                </a:lnTo>
              </a:path>
            </a:pathLst>
          </a:custGeom>
          <a:noFill/>
          <a:ln w="22860">
            <a:solidFill>
              <a:srgbClr val="00878B"/>
            </a:solidFill>
            <a:prstDash val="solid"/>
          </a:ln>
        </p:spPr>
      </p:sp>
      <p:sp>
        <p:nvSpPr>
          <p:cNvPr id="3067" name="03_assume_matched_8364">
            <a:extLst>
              <a:ext uri="{FF2B5EF4-FFF2-40B4-BE49-F238E27FC236}">
                <a16:creationId xmlns:a16="http://schemas.microsoft.com/office/drawing/2014/main" id="{F030576F-0D13-4ADA-B1CE-F117E27214B5}"/>
              </a:ext>
            </a:extLst>
          </p:cNvPr>
          <p:cNvSpPr>
            <a:spLocks noGrp="1"/>
          </p:cNvSpPr>
          <p:nvPr/>
        </p:nvSpPr>
        <p:spPr>
          <a:xfrm>
            <a:off x="790995" y="6170584"/>
            <a:ext cx="2263158" cy="438652"/>
          </a:xfrm>
          <a:custGeom>
            <a:avLst/>
            <a:gdLst/>
            <a:ahLst/>
            <a:cxnLst/>
            <a:rect l="0" t="0" r="0" b="0"/>
            <a:pathLst>
              <a:path w="2263158" h="438652">
                <a:moveTo>
                  <a:pt x="0" y="438652"/>
                </a:moveTo>
                <a:lnTo>
                  <a:pt x="754386" y="438652"/>
                </a:lnTo>
                <a:lnTo>
                  <a:pt x="754386" y="0"/>
                </a:lnTo>
                <a:lnTo>
                  <a:pt x="2263158" y="0"/>
                </a:lnTo>
                <a:lnTo>
                  <a:pt x="2263158" y="0"/>
                </a:lnTo>
              </a:path>
            </a:pathLst>
          </a:custGeom>
          <a:noFill/>
          <a:ln w="13335">
            <a:solidFill>
              <a:srgbClr val="3A64C8"/>
            </a:solidFill>
            <a:prstDash val="solid"/>
          </a:ln>
        </p:spPr>
      </p:sp>
      <p:sp>
        <p:nvSpPr>
          <p:cNvPr id="3068" name="03_assume_matched_8365">
            <a:extLst>
              <a:ext uri="{FF2B5EF4-FFF2-40B4-BE49-F238E27FC236}">
                <a16:creationId xmlns:a16="http://schemas.microsoft.com/office/drawing/2014/main" id="{972CE5B0-640F-4F9D-96BD-65B6B5D0424E}"/>
              </a:ext>
            </a:extLst>
          </p:cNvPr>
          <p:cNvSpPr>
            <a:spLocks noGrp="1"/>
          </p:cNvSpPr>
          <p:nvPr/>
        </p:nvSpPr>
        <p:spPr>
          <a:xfrm>
            <a:off x="1146598" y="6478497"/>
            <a:ext cx="43180" cy="43180"/>
          </a:xfrm>
          <a:prstGeom prst="ellipse">
            <a:avLst/>
          </a:prstGeom>
          <a:solidFill>
            <a:srgbClr val="00878B"/>
          </a:solidFill>
          <a:ln w="4445">
            <a:solidFill>
              <a:srgbClr val="FFFFFF"/>
            </a:solidFill>
            <a:prstDash val="solid"/>
          </a:ln>
        </p:spPr>
      </p:sp>
      <p:sp>
        <p:nvSpPr>
          <p:cNvPr id="3069" name="03_assume_matched_8366">
            <a:extLst>
              <a:ext uri="{FF2B5EF4-FFF2-40B4-BE49-F238E27FC236}">
                <a16:creationId xmlns:a16="http://schemas.microsoft.com/office/drawing/2014/main" id="{593E9F19-5095-4F09-BD89-525100784974}"/>
              </a:ext>
            </a:extLst>
          </p:cNvPr>
          <p:cNvSpPr>
            <a:spLocks noGrp="1"/>
          </p:cNvSpPr>
          <p:nvPr/>
        </p:nvSpPr>
        <p:spPr>
          <a:xfrm>
            <a:off x="1523791" y="6247175"/>
            <a:ext cx="43180" cy="43180"/>
          </a:xfrm>
          <a:prstGeom prst="ellipse">
            <a:avLst/>
          </a:prstGeom>
          <a:solidFill>
            <a:srgbClr val="00878B"/>
          </a:solidFill>
          <a:ln w="4445">
            <a:solidFill>
              <a:srgbClr val="FFFFFF"/>
            </a:solidFill>
            <a:prstDash val="solid"/>
          </a:ln>
        </p:spPr>
      </p:sp>
      <p:sp>
        <p:nvSpPr>
          <p:cNvPr id="3070" name="03_assume_matched_8367">
            <a:extLst>
              <a:ext uri="{FF2B5EF4-FFF2-40B4-BE49-F238E27FC236}">
                <a16:creationId xmlns:a16="http://schemas.microsoft.com/office/drawing/2014/main" id="{50FED0BB-2B3C-4793-9FC7-C01E459A3DDF}"/>
              </a:ext>
            </a:extLst>
          </p:cNvPr>
          <p:cNvSpPr>
            <a:spLocks noGrp="1"/>
          </p:cNvSpPr>
          <p:nvPr/>
        </p:nvSpPr>
        <p:spPr>
          <a:xfrm>
            <a:off x="2278177" y="6247175"/>
            <a:ext cx="43180" cy="43180"/>
          </a:xfrm>
          <a:prstGeom prst="ellipse">
            <a:avLst/>
          </a:prstGeom>
          <a:solidFill>
            <a:srgbClr val="00878B"/>
          </a:solidFill>
          <a:ln w="4445">
            <a:solidFill>
              <a:srgbClr val="FFFFFF"/>
            </a:solidFill>
            <a:prstDash val="solid"/>
          </a:ln>
        </p:spPr>
      </p:sp>
      <p:sp>
        <p:nvSpPr>
          <p:cNvPr id="3071" name="03_assume_matched_8368">
            <a:extLst>
              <a:ext uri="{FF2B5EF4-FFF2-40B4-BE49-F238E27FC236}">
                <a16:creationId xmlns:a16="http://schemas.microsoft.com/office/drawing/2014/main" id="{A3B20405-E63D-4195-AF09-B95DA2A48749}"/>
              </a:ext>
            </a:extLst>
          </p:cNvPr>
          <p:cNvSpPr>
            <a:spLocks noGrp="1"/>
          </p:cNvSpPr>
          <p:nvPr/>
        </p:nvSpPr>
        <p:spPr>
          <a:xfrm>
            <a:off x="3032562" y="6247175"/>
            <a:ext cx="43180" cy="43180"/>
          </a:xfrm>
          <a:prstGeom prst="ellipse">
            <a:avLst/>
          </a:prstGeom>
          <a:solidFill>
            <a:srgbClr val="00878B"/>
          </a:solidFill>
          <a:ln w="4445">
            <a:solidFill>
              <a:srgbClr val="FFFFFF"/>
            </a:solidFill>
            <a:prstDash val="solid"/>
          </a:ln>
        </p:spPr>
      </p:sp>
      <p:sp>
        <p:nvSpPr>
          <p:cNvPr id="3072" name="03_assume_matched_8369">
            <a:extLst>
              <a:ext uri="{FF2B5EF4-FFF2-40B4-BE49-F238E27FC236}">
                <a16:creationId xmlns:a16="http://schemas.microsoft.com/office/drawing/2014/main" id="{E2C34DDC-9D08-419A-AC3D-DE2597380197}"/>
              </a:ext>
            </a:extLst>
          </p:cNvPr>
          <p:cNvSpPr>
            <a:spLocks noGrp="1"/>
          </p:cNvSpPr>
          <p:nvPr/>
        </p:nvSpPr>
        <p:spPr>
          <a:xfrm>
            <a:off x="1132267" y="657331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3" name="03_assume_matched_8370">
            <a:extLst>
              <a:ext uri="{FF2B5EF4-FFF2-40B4-BE49-F238E27FC236}">
                <a16:creationId xmlns:a16="http://schemas.microsoft.com/office/drawing/2014/main" id="{31A72F51-87BE-4CFC-98EB-BD0D10D118A2}"/>
              </a:ext>
            </a:extLst>
          </p:cNvPr>
          <p:cNvSpPr>
            <a:spLocks noGrp="1"/>
          </p:cNvSpPr>
          <p:nvPr/>
        </p:nvSpPr>
        <p:spPr>
          <a:xfrm>
            <a:off x="1509460" y="613466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4" name="03_assume_matched_8371">
            <a:extLst>
              <a:ext uri="{FF2B5EF4-FFF2-40B4-BE49-F238E27FC236}">
                <a16:creationId xmlns:a16="http://schemas.microsoft.com/office/drawing/2014/main" id="{8E752605-96B5-43C5-97C5-01CB99D4BF5B}"/>
              </a:ext>
            </a:extLst>
          </p:cNvPr>
          <p:cNvSpPr>
            <a:spLocks noGrp="1"/>
          </p:cNvSpPr>
          <p:nvPr/>
        </p:nvSpPr>
        <p:spPr>
          <a:xfrm>
            <a:off x="2263845" y="613466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5" name="03_assume_matched_8372">
            <a:extLst>
              <a:ext uri="{FF2B5EF4-FFF2-40B4-BE49-F238E27FC236}">
                <a16:creationId xmlns:a16="http://schemas.microsoft.com/office/drawing/2014/main" id="{E1833712-CC22-4160-A08A-C25B8E889B23}"/>
              </a:ext>
            </a:extLst>
          </p:cNvPr>
          <p:cNvSpPr>
            <a:spLocks noGrp="1"/>
          </p:cNvSpPr>
          <p:nvPr/>
        </p:nvSpPr>
        <p:spPr>
          <a:xfrm>
            <a:off x="3018231" y="613466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6" name="03_assume_matched_8373">
            <a:extLst>
              <a:ext uri="{FF2B5EF4-FFF2-40B4-BE49-F238E27FC236}">
                <a16:creationId xmlns:a16="http://schemas.microsoft.com/office/drawing/2014/main" id="{06E57403-044A-4E7B-8EDE-929AD65E5724}"/>
              </a:ext>
            </a:extLst>
          </p:cNvPr>
          <p:cNvSpPr>
            <a:spLocks noGrp="1"/>
          </p:cNvSpPr>
          <p:nvPr/>
        </p:nvSpPr>
        <p:spPr>
          <a:xfrm>
            <a:off x="3896953" y="5995123"/>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077" name="03_assume_matched_8374">
            <a:extLst>
              <a:ext uri="{FF2B5EF4-FFF2-40B4-BE49-F238E27FC236}">
                <a16:creationId xmlns:a16="http://schemas.microsoft.com/office/drawing/2014/main" id="{74D7FCCA-3326-44D5-8559-27DE145C58C7}"/>
              </a:ext>
            </a:extLst>
          </p:cNvPr>
          <p:cNvSpPr>
            <a:spLocks noGrp="1"/>
          </p:cNvSpPr>
          <p:nvPr/>
        </p:nvSpPr>
        <p:spPr>
          <a:xfrm>
            <a:off x="4198707" y="6024368"/>
            <a:ext cx="196140" cy="584869"/>
          </a:xfrm>
          <a:custGeom>
            <a:avLst/>
            <a:gdLst/>
            <a:ahLst/>
            <a:cxnLst/>
            <a:rect l="0" t="0" r="0" b="0"/>
            <a:pathLst>
              <a:path w="196140" h="584869">
                <a:moveTo>
                  <a:pt x="196140" y="584869"/>
                </a:moveTo>
                <a:lnTo>
                  <a:pt x="0" y="584869"/>
                </a:lnTo>
                <a:lnTo>
                  <a:pt x="1081" y="579995"/>
                </a:lnTo>
                <a:lnTo>
                  <a:pt x="4251" y="575121"/>
                </a:lnTo>
                <a:lnTo>
                  <a:pt x="9296" y="570247"/>
                </a:lnTo>
                <a:lnTo>
                  <a:pt x="15886" y="565373"/>
                </a:lnTo>
                <a:lnTo>
                  <a:pt x="23612" y="560500"/>
                </a:lnTo>
                <a:lnTo>
                  <a:pt x="32025" y="555626"/>
                </a:lnTo>
                <a:lnTo>
                  <a:pt x="40683" y="550752"/>
                </a:lnTo>
                <a:lnTo>
                  <a:pt x="49182" y="545878"/>
                </a:lnTo>
                <a:lnTo>
                  <a:pt x="57190" y="541004"/>
                </a:lnTo>
                <a:lnTo>
                  <a:pt x="64461" y="536130"/>
                </a:lnTo>
                <a:lnTo>
                  <a:pt x="70837" y="531256"/>
                </a:lnTo>
                <a:lnTo>
                  <a:pt x="76251" y="526382"/>
                </a:lnTo>
                <a:lnTo>
                  <a:pt x="80703" y="521508"/>
                </a:lnTo>
                <a:lnTo>
                  <a:pt x="84252" y="516634"/>
                </a:lnTo>
                <a:lnTo>
                  <a:pt x="86993" y="511760"/>
                </a:lnTo>
                <a:lnTo>
                  <a:pt x="89039" y="506887"/>
                </a:lnTo>
                <a:lnTo>
                  <a:pt x="90511" y="502013"/>
                </a:lnTo>
                <a:lnTo>
                  <a:pt x="91523" y="497139"/>
                </a:lnTo>
                <a:lnTo>
                  <a:pt x="92178" y="492265"/>
                </a:lnTo>
                <a:lnTo>
                  <a:pt x="92563" y="487391"/>
                </a:lnTo>
                <a:lnTo>
                  <a:pt x="92752" y="482517"/>
                </a:lnTo>
                <a:lnTo>
                  <a:pt x="92803" y="477643"/>
                </a:lnTo>
                <a:lnTo>
                  <a:pt x="92761" y="472769"/>
                </a:lnTo>
                <a:lnTo>
                  <a:pt x="92662" y="467895"/>
                </a:lnTo>
                <a:lnTo>
                  <a:pt x="92532" y="463021"/>
                </a:lnTo>
                <a:lnTo>
                  <a:pt x="92393" y="458147"/>
                </a:lnTo>
                <a:lnTo>
                  <a:pt x="92258" y="453274"/>
                </a:lnTo>
                <a:lnTo>
                  <a:pt x="92137" y="448400"/>
                </a:lnTo>
                <a:lnTo>
                  <a:pt x="92036" y="443526"/>
                </a:lnTo>
                <a:lnTo>
                  <a:pt x="91954" y="438652"/>
                </a:lnTo>
                <a:lnTo>
                  <a:pt x="91891" y="433778"/>
                </a:lnTo>
                <a:lnTo>
                  <a:pt x="91842" y="428904"/>
                </a:lnTo>
                <a:lnTo>
                  <a:pt x="91799" y="424030"/>
                </a:lnTo>
                <a:lnTo>
                  <a:pt x="91756" y="419156"/>
                </a:lnTo>
                <a:lnTo>
                  <a:pt x="91705" y="414282"/>
                </a:lnTo>
                <a:lnTo>
                  <a:pt x="91636" y="409408"/>
                </a:lnTo>
                <a:lnTo>
                  <a:pt x="91543" y="404534"/>
                </a:lnTo>
                <a:lnTo>
                  <a:pt x="91417" y="399661"/>
                </a:lnTo>
                <a:lnTo>
                  <a:pt x="91249" y="394787"/>
                </a:lnTo>
                <a:lnTo>
                  <a:pt x="91028" y="389913"/>
                </a:lnTo>
                <a:lnTo>
                  <a:pt x="90742" y="385039"/>
                </a:lnTo>
                <a:lnTo>
                  <a:pt x="90374" y="380165"/>
                </a:lnTo>
                <a:lnTo>
                  <a:pt x="89907" y="375291"/>
                </a:lnTo>
                <a:lnTo>
                  <a:pt x="89319" y="370417"/>
                </a:lnTo>
                <a:lnTo>
                  <a:pt x="88588" y="365543"/>
                </a:lnTo>
                <a:lnTo>
                  <a:pt x="87692" y="360669"/>
                </a:lnTo>
                <a:lnTo>
                  <a:pt x="86613" y="355795"/>
                </a:lnTo>
                <a:lnTo>
                  <a:pt x="85338" y="350921"/>
                </a:lnTo>
                <a:lnTo>
                  <a:pt x="83866" y="346048"/>
                </a:lnTo>
                <a:lnTo>
                  <a:pt x="82208" y="341174"/>
                </a:lnTo>
                <a:lnTo>
                  <a:pt x="80393" y="336300"/>
                </a:lnTo>
                <a:lnTo>
                  <a:pt x="78469" y="331426"/>
                </a:lnTo>
                <a:lnTo>
                  <a:pt x="76503" y="326552"/>
                </a:lnTo>
                <a:lnTo>
                  <a:pt x="74579" y="321678"/>
                </a:lnTo>
                <a:lnTo>
                  <a:pt x="72797" y="316804"/>
                </a:lnTo>
                <a:lnTo>
                  <a:pt x="71259" y="311930"/>
                </a:lnTo>
                <a:lnTo>
                  <a:pt x="70068" y="307056"/>
                </a:lnTo>
                <a:lnTo>
                  <a:pt x="69313" y="302182"/>
                </a:lnTo>
                <a:lnTo>
                  <a:pt x="69061" y="297308"/>
                </a:lnTo>
                <a:lnTo>
                  <a:pt x="69352" y="292435"/>
                </a:lnTo>
                <a:lnTo>
                  <a:pt x="70188" y="287561"/>
                </a:lnTo>
                <a:lnTo>
                  <a:pt x="71538" y="282687"/>
                </a:lnTo>
                <a:lnTo>
                  <a:pt x="73337" y="277813"/>
                </a:lnTo>
                <a:lnTo>
                  <a:pt x="75492" y="272939"/>
                </a:lnTo>
                <a:lnTo>
                  <a:pt x="77893" y="268065"/>
                </a:lnTo>
                <a:lnTo>
                  <a:pt x="80424" y="263191"/>
                </a:lnTo>
                <a:lnTo>
                  <a:pt x="82970" y="258317"/>
                </a:lnTo>
                <a:lnTo>
                  <a:pt x="85429" y="253443"/>
                </a:lnTo>
                <a:lnTo>
                  <a:pt x="87720" y="248569"/>
                </a:lnTo>
                <a:lnTo>
                  <a:pt x="89782" y="243695"/>
                </a:lnTo>
                <a:lnTo>
                  <a:pt x="91580" y="238822"/>
                </a:lnTo>
                <a:lnTo>
                  <a:pt x="93101" y="233948"/>
                </a:lnTo>
                <a:lnTo>
                  <a:pt x="94350" y="229074"/>
                </a:lnTo>
                <a:lnTo>
                  <a:pt x="95347" y="224200"/>
                </a:lnTo>
                <a:lnTo>
                  <a:pt x="96122" y="219326"/>
                </a:lnTo>
                <a:lnTo>
                  <a:pt x="96708" y="214452"/>
                </a:lnTo>
                <a:lnTo>
                  <a:pt x="97139" y="209578"/>
                </a:lnTo>
                <a:lnTo>
                  <a:pt x="97448" y="204704"/>
                </a:lnTo>
                <a:lnTo>
                  <a:pt x="97663" y="199830"/>
                </a:lnTo>
                <a:lnTo>
                  <a:pt x="97810" y="194956"/>
                </a:lnTo>
                <a:lnTo>
                  <a:pt x="97908" y="190082"/>
                </a:lnTo>
                <a:lnTo>
                  <a:pt x="97971" y="185209"/>
                </a:lnTo>
                <a:lnTo>
                  <a:pt x="98011" y="180335"/>
                </a:lnTo>
                <a:lnTo>
                  <a:pt x="98036" y="175461"/>
                </a:lnTo>
                <a:lnTo>
                  <a:pt x="98051" y="170587"/>
                </a:lnTo>
                <a:lnTo>
                  <a:pt x="98059" y="165713"/>
                </a:lnTo>
                <a:lnTo>
                  <a:pt x="98064" y="160839"/>
                </a:lnTo>
                <a:lnTo>
                  <a:pt x="98067" y="155965"/>
                </a:lnTo>
                <a:lnTo>
                  <a:pt x="98069"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3" y="155965"/>
                </a:lnTo>
                <a:lnTo>
                  <a:pt x="98076" y="160839"/>
                </a:lnTo>
                <a:lnTo>
                  <a:pt x="98081" y="165713"/>
                </a:lnTo>
                <a:lnTo>
                  <a:pt x="98090" y="170587"/>
                </a:lnTo>
                <a:lnTo>
                  <a:pt x="98105" y="175461"/>
                </a:lnTo>
                <a:lnTo>
                  <a:pt x="98129" y="180335"/>
                </a:lnTo>
                <a:lnTo>
                  <a:pt x="98169" y="185209"/>
                </a:lnTo>
                <a:lnTo>
                  <a:pt x="98232" y="190082"/>
                </a:lnTo>
                <a:lnTo>
                  <a:pt x="98330" y="194956"/>
                </a:lnTo>
                <a:lnTo>
                  <a:pt x="98477" y="199830"/>
                </a:lnTo>
                <a:lnTo>
                  <a:pt x="98693" y="204704"/>
                </a:lnTo>
                <a:lnTo>
                  <a:pt x="99002" y="209578"/>
                </a:lnTo>
                <a:lnTo>
                  <a:pt x="99433" y="214452"/>
                </a:lnTo>
                <a:lnTo>
                  <a:pt x="100018" y="219326"/>
                </a:lnTo>
                <a:lnTo>
                  <a:pt x="100793" y="224200"/>
                </a:lnTo>
                <a:lnTo>
                  <a:pt x="101790" y="229074"/>
                </a:lnTo>
                <a:lnTo>
                  <a:pt x="103040" y="233948"/>
                </a:lnTo>
                <a:lnTo>
                  <a:pt x="104560" y="238822"/>
                </a:lnTo>
                <a:lnTo>
                  <a:pt x="106358" y="243695"/>
                </a:lnTo>
                <a:lnTo>
                  <a:pt x="108421" y="248569"/>
                </a:lnTo>
                <a:lnTo>
                  <a:pt x="110711" y="253443"/>
                </a:lnTo>
                <a:lnTo>
                  <a:pt x="113171" y="258317"/>
                </a:lnTo>
                <a:lnTo>
                  <a:pt x="115717" y="263191"/>
                </a:lnTo>
                <a:lnTo>
                  <a:pt x="118247" y="268065"/>
                </a:lnTo>
                <a:lnTo>
                  <a:pt x="120649" y="272939"/>
                </a:lnTo>
                <a:lnTo>
                  <a:pt x="122804" y="277813"/>
                </a:lnTo>
                <a:lnTo>
                  <a:pt x="124602" y="282687"/>
                </a:lnTo>
                <a:lnTo>
                  <a:pt x="125952" y="287561"/>
                </a:lnTo>
                <a:lnTo>
                  <a:pt x="126788" y="292435"/>
                </a:lnTo>
                <a:lnTo>
                  <a:pt x="127079" y="297308"/>
                </a:lnTo>
                <a:lnTo>
                  <a:pt x="126828" y="302182"/>
                </a:lnTo>
                <a:lnTo>
                  <a:pt x="126072" y="307056"/>
                </a:lnTo>
                <a:lnTo>
                  <a:pt x="124881" y="311930"/>
                </a:lnTo>
                <a:lnTo>
                  <a:pt x="123343" y="316804"/>
                </a:lnTo>
                <a:lnTo>
                  <a:pt x="121561" y="321678"/>
                </a:lnTo>
                <a:lnTo>
                  <a:pt x="119638" y="326552"/>
                </a:lnTo>
                <a:lnTo>
                  <a:pt x="117672" y="331426"/>
                </a:lnTo>
                <a:lnTo>
                  <a:pt x="115748" y="336300"/>
                </a:lnTo>
                <a:lnTo>
                  <a:pt x="113933" y="341174"/>
                </a:lnTo>
                <a:lnTo>
                  <a:pt x="112275" y="346048"/>
                </a:lnTo>
                <a:lnTo>
                  <a:pt x="110802" y="350921"/>
                </a:lnTo>
                <a:lnTo>
                  <a:pt x="109527" y="355795"/>
                </a:lnTo>
                <a:lnTo>
                  <a:pt x="108448" y="360669"/>
                </a:lnTo>
                <a:lnTo>
                  <a:pt x="107552" y="365543"/>
                </a:lnTo>
                <a:lnTo>
                  <a:pt x="106821" y="370417"/>
                </a:lnTo>
                <a:lnTo>
                  <a:pt x="106233" y="375291"/>
                </a:lnTo>
                <a:lnTo>
                  <a:pt x="105766" y="380165"/>
                </a:lnTo>
                <a:lnTo>
                  <a:pt x="105399" y="385039"/>
                </a:lnTo>
                <a:lnTo>
                  <a:pt x="105112" y="389913"/>
                </a:lnTo>
                <a:lnTo>
                  <a:pt x="104892" y="394787"/>
                </a:lnTo>
                <a:lnTo>
                  <a:pt x="104724" y="399661"/>
                </a:lnTo>
                <a:lnTo>
                  <a:pt x="104598" y="404534"/>
                </a:lnTo>
                <a:lnTo>
                  <a:pt x="104504" y="409408"/>
                </a:lnTo>
                <a:lnTo>
                  <a:pt x="104436" y="414282"/>
                </a:lnTo>
                <a:lnTo>
                  <a:pt x="104384" y="419156"/>
                </a:lnTo>
                <a:lnTo>
                  <a:pt x="104341" y="424030"/>
                </a:lnTo>
                <a:lnTo>
                  <a:pt x="104299" y="428904"/>
                </a:lnTo>
                <a:lnTo>
                  <a:pt x="104249" y="433778"/>
                </a:lnTo>
                <a:lnTo>
                  <a:pt x="104186" y="438652"/>
                </a:lnTo>
                <a:lnTo>
                  <a:pt x="104105" y="443526"/>
                </a:lnTo>
                <a:lnTo>
                  <a:pt x="104003" y="448400"/>
                </a:lnTo>
                <a:lnTo>
                  <a:pt x="103882" y="453274"/>
                </a:lnTo>
                <a:lnTo>
                  <a:pt x="103747" y="458147"/>
                </a:lnTo>
                <a:lnTo>
                  <a:pt x="103608" y="463021"/>
                </a:lnTo>
                <a:lnTo>
                  <a:pt x="103479" y="467895"/>
                </a:lnTo>
                <a:lnTo>
                  <a:pt x="103380" y="472769"/>
                </a:lnTo>
                <a:lnTo>
                  <a:pt x="103338" y="477643"/>
                </a:lnTo>
                <a:lnTo>
                  <a:pt x="103388" y="482517"/>
                </a:lnTo>
                <a:lnTo>
                  <a:pt x="103577" y="487391"/>
                </a:lnTo>
                <a:lnTo>
                  <a:pt x="103963" y="492265"/>
                </a:lnTo>
                <a:lnTo>
                  <a:pt x="104617" y="497139"/>
                </a:lnTo>
                <a:lnTo>
                  <a:pt x="105629" y="502013"/>
                </a:lnTo>
                <a:lnTo>
                  <a:pt x="107101" y="506887"/>
                </a:lnTo>
                <a:lnTo>
                  <a:pt x="109148" y="511760"/>
                </a:lnTo>
                <a:lnTo>
                  <a:pt x="111888" y="516634"/>
                </a:lnTo>
                <a:lnTo>
                  <a:pt x="115438" y="521508"/>
                </a:lnTo>
                <a:lnTo>
                  <a:pt x="119890" y="526382"/>
                </a:lnTo>
                <a:lnTo>
                  <a:pt x="125303" y="531256"/>
                </a:lnTo>
                <a:lnTo>
                  <a:pt x="131680" y="536130"/>
                </a:lnTo>
                <a:lnTo>
                  <a:pt x="138950" y="541004"/>
                </a:lnTo>
                <a:lnTo>
                  <a:pt x="146958" y="545878"/>
                </a:lnTo>
                <a:lnTo>
                  <a:pt x="155457" y="550752"/>
                </a:lnTo>
                <a:lnTo>
                  <a:pt x="164115" y="555626"/>
                </a:lnTo>
                <a:lnTo>
                  <a:pt x="172529" y="560500"/>
                </a:lnTo>
                <a:lnTo>
                  <a:pt x="180255" y="565373"/>
                </a:lnTo>
                <a:lnTo>
                  <a:pt x="186845" y="570247"/>
                </a:lnTo>
                <a:lnTo>
                  <a:pt x="191889" y="575121"/>
                </a:lnTo>
                <a:lnTo>
                  <a:pt x="195059"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3078" name="03_assume_matched_8375">
            <a:extLst>
              <a:ext uri="{FF2B5EF4-FFF2-40B4-BE49-F238E27FC236}">
                <a16:creationId xmlns:a16="http://schemas.microsoft.com/office/drawing/2014/main" id="{54731CCB-69CE-49F2-BB53-25FC3F125A61}"/>
              </a:ext>
            </a:extLst>
          </p:cNvPr>
          <p:cNvSpPr>
            <a:spLocks noGrp="1"/>
          </p:cNvSpPr>
          <p:nvPr/>
        </p:nvSpPr>
        <p:spPr>
          <a:xfrm>
            <a:off x="4575900" y="6024368"/>
            <a:ext cx="196140" cy="584869"/>
          </a:xfrm>
          <a:custGeom>
            <a:avLst/>
            <a:gdLst/>
            <a:ahLst/>
            <a:cxnLst/>
            <a:rect l="0" t="0" r="0" b="0"/>
            <a:pathLst>
              <a:path w="196140" h="584869">
                <a:moveTo>
                  <a:pt x="143482" y="584869"/>
                </a:moveTo>
                <a:lnTo>
                  <a:pt x="52658" y="584869"/>
                </a:lnTo>
                <a:lnTo>
                  <a:pt x="53142" y="579995"/>
                </a:lnTo>
                <a:lnTo>
                  <a:pt x="54562" y="575121"/>
                </a:lnTo>
                <a:lnTo>
                  <a:pt x="56821" y="570247"/>
                </a:lnTo>
                <a:lnTo>
                  <a:pt x="59774" y="565373"/>
                </a:lnTo>
                <a:lnTo>
                  <a:pt x="63237" y="560500"/>
                </a:lnTo>
                <a:lnTo>
                  <a:pt x="67012" y="555626"/>
                </a:lnTo>
                <a:lnTo>
                  <a:pt x="70901" y="550752"/>
                </a:lnTo>
                <a:lnTo>
                  <a:pt x="74726" y="545878"/>
                </a:lnTo>
                <a:lnTo>
                  <a:pt x="78341" y="541004"/>
                </a:lnTo>
                <a:lnTo>
                  <a:pt x="81636" y="536130"/>
                </a:lnTo>
                <a:lnTo>
                  <a:pt x="84543" y="531256"/>
                </a:lnTo>
                <a:lnTo>
                  <a:pt x="87030" y="526382"/>
                </a:lnTo>
                <a:lnTo>
                  <a:pt x="89095" y="521508"/>
                </a:lnTo>
                <a:lnTo>
                  <a:pt x="90762" y="516634"/>
                </a:lnTo>
                <a:lnTo>
                  <a:pt x="92068" y="511760"/>
                </a:lnTo>
                <a:lnTo>
                  <a:pt x="93060" y="506887"/>
                </a:lnTo>
                <a:lnTo>
                  <a:pt x="93784" y="502013"/>
                </a:lnTo>
                <a:lnTo>
                  <a:pt x="94287" y="497139"/>
                </a:lnTo>
                <a:lnTo>
                  <a:pt x="94610" y="492265"/>
                </a:lnTo>
                <a:lnTo>
                  <a:pt x="94789" y="487391"/>
                </a:lnTo>
                <a:lnTo>
                  <a:pt x="94855" y="482517"/>
                </a:lnTo>
                <a:lnTo>
                  <a:pt x="94834" y="477643"/>
                </a:lnTo>
                <a:lnTo>
                  <a:pt x="94747" y="472769"/>
                </a:lnTo>
                <a:lnTo>
                  <a:pt x="94612" y="467895"/>
                </a:lnTo>
                <a:lnTo>
                  <a:pt x="94444" y="463021"/>
                </a:lnTo>
                <a:lnTo>
                  <a:pt x="94254" y="458147"/>
                </a:lnTo>
                <a:lnTo>
                  <a:pt x="94051" y="453274"/>
                </a:lnTo>
                <a:lnTo>
                  <a:pt x="93841" y="448400"/>
                </a:lnTo>
                <a:lnTo>
                  <a:pt x="93630" y="443526"/>
                </a:lnTo>
                <a:lnTo>
                  <a:pt x="93419" y="438652"/>
                </a:lnTo>
                <a:lnTo>
                  <a:pt x="93213" y="433778"/>
                </a:lnTo>
                <a:lnTo>
                  <a:pt x="93013" y="428904"/>
                </a:lnTo>
                <a:lnTo>
                  <a:pt x="92825" y="424030"/>
                </a:lnTo>
                <a:lnTo>
                  <a:pt x="92655" y="419156"/>
                </a:lnTo>
                <a:lnTo>
                  <a:pt x="92513" y="414282"/>
                </a:lnTo>
                <a:lnTo>
                  <a:pt x="92407" y="409408"/>
                </a:lnTo>
                <a:lnTo>
                  <a:pt x="92350" y="404534"/>
                </a:lnTo>
                <a:lnTo>
                  <a:pt x="92352" y="399661"/>
                </a:lnTo>
                <a:lnTo>
                  <a:pt x="92421" y="394787"/>
                </a:lnTo>
                <a:lnTo>
                  <a:pt x="92562" y="389913"/>
                </a:lnTo>
                <a:lnTo>
                  <a:pt x="92773" y="385039"/>
                </a:lnTo>
                <a:lnTo>
                  <a:pt x="93049" y="380165"/>
                </a:lnTo>
                <a:lnTo>
                  <a:pt x="93377" y="375291"/>
                </a:lnTo>
                <a:lnTo>
                  <a:pt x="93740" y="370417"/>
                </a:lnTo>
                <a:lnTo>
                  <a:pt x="94117" y="365543"/>
                </a:lnTo>
                <a:lnTo>
                  <a:pt x="94484" y="360669"/>
                </a:lnTo>
                <a:lnTo>
                  <a:pt x="94818" y="355795"/>
                </a:lnTo>
                <a:lnTo>
                  <a:pt x="95101" y="350921"/>
                </a:lnTo>
                <a:lnTo>
                  <a:pt x="95316" y="346048"/>
                </a:lnTo>
                <a:lnTo>
                  <a:pt x="95453" y="341174"/>
                </a:lnTo>
                <a:lnTo>
                  <a:pt x="95508" y="336300"/>
                </a:lnTo>
                <a:lnTo>
                  <a:pt x="95486" y="331426"/>
                </a:lnTo>
                <a:lnTo>
                  <a:pt x="95397" y="326552"/>
                </a:lnTo>
                <a:lnTo>
                  <a:pt x="95257" y="321678"/>
                </a:lnTo>
                <a:lnTo>
                  <a:pt x="95086" y="316804"/>
                </a:lnTo>
                <a:lnTo>
                  <a:pt x="94906" y="311930"/>
                </a:lnTo>
                <a:lnTo>
                  <a:pt x="94739" y="307056"/>
                </a:lnTo>
                <a:lnTo>
                  <a:pt x="94607" y="302182"/>
                </a:lnTo>
                <a:lnTo>
                  <a:pt x="94526" y="297308"/>
                </a:lnTo>
                <a:lnTo>
                  <a:pt x="94508" y="292435"/>
                </a:lnTo>
                <a:lnTo>
                  <a:pt x="94559" y="287561"/>
                </a:lnTo>
                <a:lnTo>
                  <a:pt x="94678" y="282687"/>
                </a:lnTo>
                <a:lnTo>
                  <a:pt x="94858" y="277813"/>
                </a:lnTo>
                <a:lnTo>
                  <a:pt x="95086" y="272939"/>
                </a:lnTo>
                <a:lnTo>
                  <a:pt x="95348" y="268065"/>
                </a:lnTo>
                <a:lnTo>
                  <a:pt x="95625" y="263191"/>
                </a:lnTo>
                <a:lnTo>
                  <a:pt x="95900" y="258317"/>
                </a:lnTo>
                <a:lnTo>
                  <a:pt x="96156" y="253443"/>
                </a:lnTo>
                <a:lnTo>
                  <a:pt x="96381" y="248569"/>
                </a:lnTo>
                <a:lnTo>
                  <a:pt x="96563" y="243695"/>
                </a:lnTo>
                <a:lnTo>
                  <a:pt x="96697" y="238822"/>
                </a:lnTo>
                <a:lnTo>
                  <a:pt x="96779" y="233948"/>
                </a:lnTo>
                <a:lnTo>
                  <a:pt x="96810" y="229074"/>
                </a:lnTo>
                <a:lnTo>
                  <a:pt x="96795" y="224200"/>
                </a:lnTo>
                <a:lnTo>
                  <a:pt x="96736" y="219326"/>
                </a:lnTo>
                <a:lnTo>
                  <a:pt x="96642" y="214452"/>
                </a:lnTo>
                <a:lnTo>
                  <a:pt x="96517" y="209578"/>
                </a:lnTo>
                <a:lnTo>
                  <a:pt x="96367" y="204704"/>
                </a:lnTo>
                <a:lnTo>
                  <a:pt x="96198" y="199830"/>
                </a:lnTo>
                <a:lnTo>
                  <a:pt x="96014" y="194956"/>
                </a:lnTo>
                <a:lnTo>
                  <a:pt x="95818" y="190082"/>
                </a:lnTo>
                <a:lnTo>
                  <a:pt x="95615" y="185209"/>
                </a:lnTo>
                <a:lnTo>
                  <a:pt x="95408" y="180335"/>
                </a:lnTo>
                <a:lnTo>
                  <a:pt x="95203" y="175461"/>
                </a:lnTo>
                <a:lnTo>
                  <a:pt x="95005" y="170587"/>
                </a:lnTo>
                <a:lnTo>
                  <a:pt x="94822" y="165713"/>
                </a:lnTo>
                <a:lnTo>
                  <a:pt x="94663" y="160839"/>
                </a:lnTo>
                <a:lnTo>
                  <a:pt x="94537" y="155965"/>
                </a:lnTo>
                <a:lnTo>
                  <a:pt x="94452" y="151091"/>
                </a:lnTo>
                <a:lnTo>
                  <a:pt x="94416" y="146217"/>
                </a:lnTo>
                <a:lnTo>
                  <a:pt x="94433" y="141343"/>
                </a:lnTo>
                <a:lnTo>
                  <a:pt x="94505" y="136469"/>
                </a:lnTo>
                <a:lnTo>
                  <a:pt x="94628" y="131596"/>
                </a:lnTo>
                <a:lnTo>
                  <a:pt x="94796" y="126722"/>
                </a:lnTo>
                <a:lnTo>
                  <a:pt x="94994" y="121848"/>
                </a:lnTo>
                <a:lnTo>
                  <a:pt x="95203" y="116974"/>
                </a:lnTo>
                <a:lnTo>
                  <a:pt x="95398" y="112100"/>
                </a:lnTo>
                <a:lnTo>
                  <a:pt x="95546" y="107226"/>
                </a:lnTo>
                <a:lnTo>
                  <a:pt x="95604" y="102352"/>
                </a:lnTo>
                <a:lnTo>
                  <a:pt x="95521" y="97478"/>
                </a:lnTo>
                <a:lnTo>
                  <a:pt x="95229" y="92604"/>
                </a:lnTo>
                <a:lnTo>
                  <a:pt x="94650" y="87730"/>
                </a:lnTo>
                <a:lnTo>
                  <a:pt x="93688" y="82856"/>
                </a:lnTo>
                <a:lnTo>
                  <a:pt x="92235" y="77983"/>
                </a:lnTo>
                <a:lnTo>
                  <a:pt x="90169" y="73109"/>
                </a:lnTo>
                <a:lnTo>
                  <a:pt x="87366" y="68235"/>
                </a:lnTo>
                <a:lnTo>
                  <a:pt x="83708" y="63361"/>
                </a:lnTo>
                <a:lnTo>
                  <a:pt x="79099" y="58487"/>
                </a:lnTo>
                <a:lnTo>
                  <a:pt x="73482" y="53613"/>
                </a:lnTo>
                <a:lnTo>
                  <a:pt x="66859" y="48739"/>
                </a:lnTo>
                <a:lnTo>
                  <a:pt x="59305" y="43865"/>
                </a:lnTo>
                <a:lnTo>
                  <a:pt x="50987" y="38991"/>
                </a:lnTo>
                <a:lnTo>
                  <a:pt x="42163" y="34117"/>
                </a:lnTo>
                <a:lnTo>
                  <a:pt x="33180" y="29243"/>
                </a:lnTo>
                <a:lnTo>
                  <a:pt x="24455" y="24370"/>
                </a:lnTo>
                <a:lnTo>
                  <a:pt x="16449" y="19496"/>
                </a:lnTo>
                <a:lnTo>
                  <a:pt x="9623" y="14622"/>
                </a:lnTo>
                <a:lnTo>
                  <a:pt x="4400" y="9748"/>
                </a:lnTo>
                <a:lnTo>
                  <a:pt x="1119" y="4874"/>
                </a:lnTo>
                <a:lnTo>
                  <a:pt x="0" y="0"/>
                </a:lnTo>
                <a:lnTo>
                  <a:pt x="196140" y="0"/>
                </a:lnTo>
                <a:lnTo>
                  <a:pt x="196140" y="0"/>
                </a:lnTo>
                <a:lnTo>
                  <a:pt x="195021" y="4874"/>
                </a:lnTo>
                <a:lnTo>
                  <a:pt x="191740" y="9748"/>
                </a:lnTo>
                <a:lnTo>
                  <a:pt x="186517" y="14622"/>
                </a:lnTo>
                <a:lnTo>
                  <a:pt x="179692" y="19496"/>
                </a:lnTo>
                <a:lnTo>
                  <a:pt x="171685" y="24370"/>
                </a:lnTo>
                <a:lnTo>
                  <a:pt x="162961" y="29243"/>
                </a:lnTo>
                <a:lnTo>
                  <a:pt x="153978" y="34117"/>
                </a:lnTo>
                <a:lnTo>
                  <a:pt x="145154" y="38991"/>
                </a:lnTo>
                <a:lnTo>
                  <a:pt x="136835" y="43865"/>
                </a:lnTo>
                <a:lnTo>
                  <a:pt x="129282" y="48739"/>
                </a:lnTo>
                <a:lnTo>
                  <a:pt x="122658" y="53613"/>
                </a:lnTo>
                <a:lnTo>
                  <a:pt x="117041" y="58487"/>
                </a:lnTo>
                <a:lnTo>
                  <a:pt x="112433" y="63361"/>
                </a:lnTo>
                <a:lnTo>
                  <a:pt x="108775" y="68235"/>
                </a:lnTo>
                <a:lnTo>
                  <a:pt x="105972" y="73109"/>
                </a:lnTo>
                <a:lnTo>
                  <a:pt x="103906" y="77983"/>
                </a:lnTo>
                <a:lnTo>
                  <a:pt x="102452" y="82856"/>
                </a:lnTo>
                <a:lnTo>
                  <a:pt x="101490" y="87730"/>
                </a:lnTo>
                <a:lnTo>
                  <a:pt x="100911" y="92604"/>
                </a:lnTo>
                <a:lnTo>
                  <a:pt x="100620" y="97478"/>
                </a:lnTo>
                <a:lnTo>
                  <a:pt x="100536" y="102352"/>
                </a:lnTo>
                <a:lnTo>
                  <a:pt x="100594" y="107226"/>
                </a:lnTo>
                <a:lnTo>
                  <a:pt x="100742" y="112100"/>
                </a:lnTo>
                <a:lnTo>
                  <a:pt x="100937" y="116974"/>
                </a:lnTo>
                <a:lnTo>
                  <a:pt x="101147" y="121848"/>
                </a:lnTo>
                <a:lnTo>
                  <a:pt x="101345" y="126722"/>
                </a:lnTo>
                <a:lnTo>
                  <a:pt x="101512" y="131596"/>
                </a:lnTo>
                <a:lnTo>
                  <a:pt x="101636" y="136469"/>
                </a:lnTo>
                <a:lnTo>
                  <a:pt x="101707" y="141343"/>
                </a:lnTo>
                <a:lnTo>
                  <a:pt x="101724" y="146217"/>
                </a:lnTo>
                <a:lnTo>
                  <a:pt x="101688" y="151091"/>
                </a:lnTo>
                <a:lnTo>
                  <a:pt x="101603" y="155965"/>
                </a:lnTo>
                <a:lnTo>
                  <a:pt x="101477" y="160839"/>
                </a:lnTo>
                <a:lnTo>
                  <a:pt x="101318" y="165713"/>
                </a:lnTo>
                <a:lnTo>
                  <a:pt x="101136" y="170587"/>
                </a:lnTo>
                <a:lnTo>
                  <a:pt x="100938" y="175461"/>
                </a:lnTo>
                <a:lnTo>
                  <a:pt x="100732" y="180335"/>
                </a:lnTo>
                <a:lnTo>
                  <a:pt x="100525" y="185209"/>
                </a:lnTo>
                <a:lnTo>
                  <a:pt x="100322" y="190082"/>
                </a:lnTo>
                <a:lnTo>
                  <a:pt x="100126" y="194956"/>
                </a:lnTo>
                <a:lnTo>
                  <a:pt x="99942" y="199830"/>
                </a:lnTo>
                <a:lnTo>
                  <a:pt x="99773" y="204704"/>
                </a:lnTo>
                <a:lnTo>
                  <a:pt x="99623" y="209578"/>
                </a:lnTo>
                <a:lnTo>
                  <a:pt x="99499" y="214452"/>
                </a:lnTo>
                <a:lnTo>
                  <a:pt x="99404" y="219326"/>
                </a:lnTo>
                <a:lnTo>
                  <a:pt x="99346" y="224200"/>
                </a:lnTo>
                <a:lnTo>
                  <a:pt x="99330" y="229074"/>
                </a:lnTo>
                <a:lnTo>
                  <a:pt x="99361" y="233948"/>
                </a:lnTo>
                <a:lnTo>
                  <a:pt x="99444" y="238822"/>
                </a:lnTo>
                <a:lnTo>
                  <a:pt x="99577" y="243695"/>
                </a:lnTo>
                <a:lnTo>
                  <a:pt x="99759" y="248569"/>
                </a:lnTo>
                <a:lnTo>
                  <a:pt x="99984" y="253443"/>
                </a:lnTo>
                <a:lnTo>
                  <a:pt x="100240" y="258317"/>
                </a:lnTo>
                <a:lnTo>
                  <a:pt x="100515" y="263191"/>
                </a:lnTo>
                <a:lnTo>
                  <a:pt x="100793" y="268065"/>
                </a:lnTo>
                <a:lnTo>
                  <a:pt x="101054" y="272939"/>
                </a:lnTo>
                <a:lnTo>
                  <a:pt x="101283" y="277813"/>
                </a:lnTo>
                <a:lnTo>
                  <a:pt x="101462" y="282687"/>
                </a:lnTo>
                <a:lnTo>
                  <a:pt x="101581" y="287561"/>
                </a:lnTo>
                <a:lnTo>
                  <a:pt x="101632" y="292435"/>
                </a:lnTo>
                <a:lnTo>
                  <a:pt x="101614" y="297308"/>
                </a:lnTo>
                <a:lnTo>
                  <a:pt x="101534" y="302182"/>
                </a:lnTo>
                <a:lnTo>
                  <a:pt x="101401" y="307056"/>
                </a:lnTo>
                <a:lnTo>
                  <a:pt x="101235" y="311930"/>
                </a:lnTo>
                <a:lnTo>
                  <a:pt x="101055" y="316804"/>
                </a:lnTo>
                <a:lnTo>
                  <a:pt x="100883" y="321678"/>
                </a:lnTo>
                <a:lnTo>
                  <a:pt x="100743" y="326552"/>
                </a:lnTo>
                <a:lnTo>
                  <a:pt x="100654" y="331426"/>
                </a:lnTo>
                <a:lnTo>
                  <a:pt x="100632" y="336300"/>
                </a:lnTo>
                <a:lnTo>
                  <a:pt x="100688" y="341174"/>
                </a:lnTo>
                <a:lnTo>
                  <a:pt x="100824" y="346048"/>
                </a:lnTo>
                <a:lnTo>
                  <a:pt x="101039" y="350921"/>
                </a:lnTo>
                <a:lnTo>
                  <a:pt x="101322" y="355795"/>
                </a:lnTo>
                <a:lnTo>
                  <a:pt x="101657" y="360669"/>
                </a:lnTo>
                <a:lnTo>
                  <a:pt x="102024" y="365543"/>
                </a:lnTo>
                <a:lnTo>
                  <a:pt x="102400" y="370417"/>
                </a:lnTo>
                <a:lnTo>
                  <a:pt x="102763" y="375291"/>
                </a:lnTo>
                <a:lnTo>
                  <a:pt x="103091" y="380165"/>
                </a:lnTo>
                <a:lnTo>
                  <a:pt x="103367" y="385039"/>
                </a:lnTo>
                <a:lnTo>
                  <a:pt x="103579" y="389913"/>
                </a:lnTo>
                <a:lnTo>
                  <a:pt x="103719" y="394787"/>
                </a:lnTo>
                <a:lnTo>
                  <a:pt x="103788" y="399661"/>
                </a:lnTo>
                <a:lnTo>
                  <a:pt x="103790" y="404534"/>
                </a:lnTo>
                <a:lnTo>
                  <a:pt x="103733" y="409408"/>
                </a:lnTo>
                <a:lnTo>
                  <a:pt x="103628" y="414282"/>
                </a:lnTo>
                <a:lnTo>
                  <a:pt x="103485" y="419156"/>
                </a:lnTo>
                <a:lnTo>
                  <a:pt x="103315" y="424030"/>
                </a:lnTo>
                <a:lnTo>
                  <a:pt x="103127" y="428904"/>
                </a:lnTo>
                <a:lnTo>
                  <a:pt x="102928" y="433778"/>
                </a:lnTo>
                <a:lnTo>
                  <a:pt x="102721" y="438652"/>
                </a:lnTo>
                <a:lnTo>
                  <a:pt x="102510" y="443526"/>
                </a:lnTo>
                <a:lnTo>
                  <a:pt x="102299" y="448400"/>
                </a:lnTo>
                <a:lnTo>
                  <a:pt x="102090" y="453274"/>
                </a:lnTo>
                <a:lnTo>
                  <a:pt x="101887" y="458147"/>
                </a:lnTo>
                <a:lnTo>
                  <a:pt x="101697" y="463021"/>
                </a:lnTo>
                <a:lnTo>
                  <a:pt x="101529" y="467895"/>
                </a:lnTo>
                <a:lnTo>
                  <a:pt x="101394" y="472769"/>
                </a:lnTo>
                <a:lnTo>
                  <a:pt x="101307" y="477643"/>
                </a:lnTo>
                <a:lnTo>
                  <a:pt x="101285" y="482517"/>
                </a:lnTo>
                <a:lnTo>
                  <a:pt x="101351" y="487391"/>
                </a:lnTo>
                <a:lnTo>
                  <a:pt x="101530" y="492265"/>
                </a:lnTo>
                <a:lnTo>
                  <a:pt x="101853" y="497139"/>
                </a:lnTo>
                <a:lnTo>
                  <a:pt x="102356" y="502013"/>
                </a:lnTo>
                <a:lnTo>
                  <a:pt x="103080" y="506887"/>
                </a:lnTo>
                <a:lnTo>
                  <a:pt x="104072" y="511760"/>
                </a:lnTo>
                <a:lnTo>
                  <a:pt x="105378" y="516634"/>
                </a:lnTo>
                <a:lnTo>
                  <a:pt x="107045" y="521508"/>
                </a:lnTo>
                <a:lnTo>
                  <a:pt x="109111" y="526382"/>
                </a:lnTo>
                <a:lnTo>
                  <a:pt x="111597" y="531256"/>
                </a:lnTo>
                <a:lnTo>
                  <a:pt x="114504" y="536130"/>
                </a:lnTo>
                <a:lnTo>
                  <a:pt x="117799" y="541004"/>
                </a:lnTo>
                <a:lnTo>
                  <a:pt x="121414" y="545878"/>
                </a:lnTo>
                <a:lnTo>
                  <a:pt x="125240" y="550752"/>
                </a:lnTo>
                <a:lnTo>
                  <a:pt x="129129" y="555626"/>
                </a:lnTo>
                <a:lnTo>
                  <a:pt x="132903" y="560500"/>
                </a:lnTo>
                <a:lnTo>
                  <a:pt x="136366" y="565373"/>
                </a:lnTo>
                <a:lnTo>
                  <a:pt x="139319" y="570247"/>
                </a:lnTo>
                <a:lnTo>
                  <a:pt x="141579" y="575121"/>
                </a:lnTo>
                <a:lnTo>
                  <a:pt x="142998" y="579995"/>
                </a:lnTo>
                <a:lnTo>
                  <a:pt x="143482" y="584869"/>
                </a:lnTo>
                <a:lnTo>
                  <a:pt x="143482" y="584869"/>
                </a:lnTo>
                <a:close/>
              </a:path>
            </a:pathLst>
          </a:custGeom>
          <a:solidFill>
            <a:srgbClr val="00878B">
              <a:alpha val="12000"/>
            </a:srgbClr>
          </a:solidFill>
          <a:ln w="6985">
            <a:solidFill>
              <a:srgbClr val="00878B">
                <a:alpha val="12000"/>
              </a:srgbClr>
            </a:solidFill>
            <a:prstDash val="solid"/>
          </a:ln>
        </p:spPr>
      </p:sp>
      <p:sp>
        <p:nvSpPr>
          <p:cNvPr id="3079" name="03_assume_matched_8376">
            <a:extLst>
              <a:ext uri="{FF2B5EF4-FFF2-40B4-BE49-F238E27FC236}">
                <a16:creationId xmlns:a16="http://schemas.microsoft.com/office/drawing/2014/main" id="{DA70706E-BF13-442B-B715-5D1401838247}"/>
              </a:ext>
            </a:extLst>
          </p:cNvPr>
          <p:cNvSpPr>
            <a:spLocks noGrp="1"/>
          </p:cNvSpPr>
          <p:nvPr/>
        </p:nvSpPr>
        <p:spPr>
          <a:xfrm>
            <a:off x="5330286" y="6024368"/>
            <a:ext cx="196140" cy="584869"/>
          </a:xfrm>
          <a:custGeom>
            <a:avLst/>
            <a:gdLst/>
            <a:ahLst/>
            <a:cxnLst/>
            <a:rect l="0" t="0" r="0" b="0"/>
            <a:pathLst>
              <a:path w="196140" h="584869">
                <a:moveTo>
                  <a:pt x="141418" y="584869"/>
                </a:moveTo>
                <a:lnTo>
                  <a:pt x="54722" y="584869"/>
                </a:lnTo>
                <a:lnTo>
                  <a:pt x="55184" y="579995"/>
                </a:lnTo>
                <a:lnTo>
                  <a:pt x="56539" y="575121"/>
                </a:lnTo>
                <a:lnTo>
                  <a:pt x="58696" y="570247"/>
                </a:lnTo>
                <a:lnTo>
                  <a:pt x="61515" y="565373"/>
                </a:lnTo>
                <a:lnTo>
                  <a:pt x="64820" y="560500"/>
                </a:lnTo>
                <a:lnTo>
                  <a:pt x="68423" y="555626"/>
                </a:lnTo>
                <a:lnTo>
                  <a:pt x="72136" y="550752"/>
                </a:lnTo>
                <a:lnTo>
                  <a:pt x="75787" y="545878"/>
                </a:lnTo>
                <a:lnTo>
                  <a:pt x="79238" y="541004"/>
                </a:lnTo>
                <a:lnTo>
                  <a:pt x="82383" y="536130"/>
                </a:lnTo>
                <a:lnTo>
                  <a:pt x="85158" y="531256"/>
                </a:lnTo>
                <a:lnTo>
                  <a:pt x="87531" y="526382"/>
                </a:lnTo>
                <a:lnTo>
                  <a:pt x="89503" y="521508"/>
                </a:lnTo>
                <a:lnTo>
                  <a:pt x="91094" y="516634"/>
                </a:lnTo>
                <a:lnTo>
                  <a:pt x="92341" y="511760"/>
                </a:lnTo>
                <a:lnTo>
                  <a:pt x="93288" y="506887"/>
                </a:lnTo>
                <a:lnTo>
                  <a:pt x="93979" y="502013"/>
                </a:lnTo>
                <a:lnTo>
                  <a:pt x="94459" y="497139"/>
                </a:lnTo>
                <a:lnTo>
                  <a:pt x="94767" y="492265"/>
                </a:lnTo>
                <a:lnTo>
                  <a:pt x="94938" y="487391"/>
                </a:lnTo>
                <a:lnTo>
                  <a:pt x="95001" y="482517"/>
                </a:lnTo>
                <a:lnTo>
                  <a:pt x="94981" y="477643"/>
                </a:lnTo>
                <a:lnTo>
                  <a:pt x="94898" y="472769"/>
                </a:lnTo>
                <a:lnTo>
                  <a:pt x="94769" y="467895"/>
                </a:lnTo>
                <a:lnTo>
                  <a:pt x="94608" y="463021"/>
                </a:lnTo>
                <a:lnTo>
                  <a:pt x="94427" y="458147"/>
                </a:lnTo>
                <a:lnTo>
                  <a:pt x="94234" y="453274"/>
                </a:lnTo>
                <a:lnTo>
                  <a:pt x="94034" y="448400"/>
                </a:lnTo>
                <a:lnTo>
                  <a:pt x="93832" y="443526"/>
                </a:lnTo>
                <a:lnTo>
                  <a:pt x="93631" y="438652"/>
                </a:lnTo>
                <a:lnTo>
                  <a:pt x="93434" y="433778"/>
                </a:lnTo>
                <a:lnTo>
                  <a:pt x="93243" y="428904"/>
                </a:lnTo>
                <a:lnTo>
                  <a:pt x="93064" y="424030"/>
                </a:lnTo>
                <a:lnTo>
                  <a:pt x="92902" y="419156"/>
                </a:lnTo>
                <a:lnTo>
                  <a:pt x="92766" y="414282"/>
                </a:lnTo>
                <a:lnTo>
                  <a:pt x="92666" y="409408"/>
                </a:lnTo>
                <a:lnTo>
                  <a:pt x="92613" y="404534"/>
                </a:lnTo>
                <a:lnTo>
                  <a:pt x="92616" y="399661"/>
                </a:lnTo>
                <a:lnTo>
                  <a:pt x="92685" y="394787"/>
                </a:lnTo>
                <a:lnTo>
                  <a:pt x="92823" y="389913"/>
                </a:lnTo>
                <a:lnTo>
                  <a:pt x="93032" y="385039"/>
                </a:lnTo>
                <a:lnTo>
                  <a:pt x="93305" y="380165"/>
                </a:lnTo>
                <a:lnTo>
                  <a:pt x="93631" y="375291"/>
                </a:lnTo>
                <a:lnTo>
                  <a:pt x="93996" y="370417"/>
                </a:lnTo>
                <a:lnTo>
                  <a:pt x="94381" y="365543"/>
                </a:lnTo>
                <a:lnTo>
                  <a:pt x="94764" y="360669"/>
                </a:lnTo>
                <a:lnTo>
                  <a:pt x="95126" y="355795"/>
                </a:lnTo>
                <a:lnTo>
                  <a:pt x="95449" y="350921"/>
                </a:lnTo>
                <a:lnTo>
                  <a:pt x="95719" y="346048"/>
                </a:lnTo>
                <a:lnTo>
                  <a:pt x="95925" y="341174"/>
                </a:lnTo>
                <a:lnTo>
                  <a:pt x="96065" y="336300"/>
                </a:lnTo>
                <a:lnTo>
                  <a:pt x="96139" y="331426"/>
                </a:lnTo>
                <a:lnTo>
                  <a:pt x="96154" y="326552"/>
                </a:lnTo>
                <a:lnTo>
                  <a:pt x="96122" y="321678"/>
                </a:lnTo>
                <a:lnTo>
                  <a:pt x="96058" y="316804"/>
                </a:lnTo>
                <a:lnTo>
                  <a:pt x="95977" y="311930"/>
                </a:lnTo>
                <a:lnTo>
                  <a:pt x="95895" y="307056"/>
                </a:lnTo>
                <a:lnTo>
                  <a:pt x="95829" y="302182"/>
                </a:lnTo>
                <a:lnTo>
                  <a:pt x="95789" y="297308"/>
                </a:lnTo>
                <a:lnTo>
                  <a:pt x="95785" y="292435"/>
                </a:lnTo>
                <a:lnTo>
                  <a:pt x="95821" y="287561"/>
                </a:lnTo>
                <a:lnTo>
                  <a:pt x="95897" y="282687"/>
                </a:lnTo>
                <a:lnTo>
                  <a:pt x="96009" y="277813"/>
                </a:lnTo>
                <a:lnTo>
                  <a:pt x="96150" y="272939"/>
                </a:lnTo>
                <a:lnTo>
                  <a:pt x="96309" y="268065"/>
                </a:lnTo>
                <a:lnTo>
                  <a:pt x="96475" y="263191"/>
                </a:lnTo>
                <a:lnTo>
                  <a:pt x="96636" y="258317"/>
                </a:lnTo>
                <a:lnTo>
                  <a:pt x="96782" y="253443"/>
                </a:lnTo>
                <a:lnTo>
                  <a:pt x="96905" y="248569"/>
                </a:lnTo>
                <a:lnTo>
                  <a:pt x="96997" y="243695"/>
                </a:lnTo>
                <a:lnTo>
                  <a:pt x="97055" y="238822"/>
                </a:lnTo>
                <a:lnTo>
                  <a:pt x="97078" y="233948"/>
                </a:lnTo>
                <a:lnTo>
                  <a:pt x="97068" y="229074"/>
                </a:lnTo>
                <a:lnTo>
                  <a:pt x="97029" y="224200"/>
                </a:lnTo>
                <a:lnTo>
                  <a:pt x="96966" y="219326"/>
                </a:lnTo>
                <a:lnTo>
                  <a:pt x="96883" y="214452"/>
                </a:lnTo>
                <a:lnTo>
                  <a:pt x="96788" y="209578"/>
                </a:lnTo>
                <a:lnTo>
                  <a:pt x="96685" y="204704"/>
                </a:lnTo>
                <a:lnTo>
                  <a:pt x="96579" y="199830"/>
                </a:lnTo>
                <a:lnTo>
                  <a:pt x="96472" y="194956"/>
                </a:lnTo>
                <a:lnTo>
                  <a:pt x="96368" y="190082"/>
                </a:lnTo>
                <a:lnTo>
                  <a:pt x="96266" y="185209"/>
                </a:lnTo>
                <a:lnTo>
                  <a:pt x="96167" y="180335"/>
                </a:lnTo>
                <a:lnTo>
                  <a:pt x="96072" y="175461"/>
                </a:lnTo>
                <a:lnTo>
                  <a:pt x="95981" y="170587"/>
                </a:lnTo>
                <a:lnTo>
                  <a:pt x="95898" y="165713"/>
                </a:lnTo>
                <a:lnTo>
                  <a:pt x="95823" y="160839"/>
                </a:lnTo>
                <a:lnTo>
                  <a:pt x="95762" y="155965"/>
                </a:lnTo>
                <a:lnTo>
                  <a:pt x="95718" y="151091"/>
                </a:lnTo>
                <a:lnTo>
                  <a:pt x="95696" y="146217"/>
                </a:lnTo>
                <a:lnTo>
                  <a:pt x="95700" y="141343"/>
                </a:lnTo>
                <a:lnTo>
                  <a:pt x="95731" y="136469"/>
                </a:lnTo>
                <a:lnTo>
                  <a:pt x="95789" y="131596"/>
                </a:lnTo>
                <a:lnTo>
                  <a:pt x="95870" y="126722"/>
                </a:lnTo>
                <a:lnTo>
                  <a:pt x="95966" y="121848"/>
                </a:lnTo>
                <a:lnTo>
                  <a:pt x="96065" y="116974"/>
                </a:lnTo>
                <a:lnTo>
                  <a:pt x="96145" y="112100"/>
                </a:lnTo>
                <a:lnTo>
                  <a:pt x="96178" y="107226"/>
                </a:lnTo>
                <a:lnTo>
                  <a:pt x="96128" y="102352"/>
                </a:lnTo>
                <a:lnTo>
                  <a:pt x="95945" y="97478"/>
                </a:lnTo>
                <a:lnTo>
                  <a:pt x="95565" y="92604"/>
                </a:lnTo>
                <a:lnTo>
                  <a:pt x="94911" y="87730"/>
                </a:lnTo>
                <a:lnTo>
                  <a:pt x="93886" y="82856"/>
                </a:lnTo>
                <a:lnTo>
                  <a:pt x="92382" y="77983"/>
                </a:lnTo>
                <a:lnTo>
                  <a:pt x="90275" y="73109"/>
                </a:lnTo>
                <a:lnTo>
                  <a:pt x="87441" y="68235"/>
                </a:lnTo>
                <a:lnTo>
                  <a:pt x="83760" y="63361"/>
                </a:lnTo>
                <a:lnTo>
                  <a:pt x="79135" y="58487"/>
                </a:lnTo>
                <a:lnTo>
                  <a:pt x="73506" y="53613"/>
                </a:lnTo>
                <a:lnTo>
                  <a:pt x="66874" y="48739"/>
                </a:lnTo>
                <a:lnTo>
                  <a:pt x="59315" y="43865"/>
                </a:lnTo>
                <a:lnTo>
                  <a:pt x="50993" y="38991"/>
                </a:lnTo>
                <a:lnTo>
                  <a:pt x="42166" y="34117"/>
                </a:lnTo>
                <a:lnTo>
                  <a:pt x="33182" y="29243"/>
                </a:lnTo>
                <a:lnTo>
                  <a:pt x="24456" y="24370"/>
                </a:lnTo>
                <a:lnTo>
                  <a:pt x="16449" y="19496"/>
                </a:lnTo>
                <a:lnTo>
                  <a:pt x="9623" y="14622"/>
                </a:lnTo>
                <a:lnTo>
                  <a:pt x="4400" y="9748"/>
                </a:lnTo>
                <a:lnTo>
                  <a:pt x="1119" y="4874"/>
                </a:lnTo>
                <a:lnTo>
                  <a:pt x="0" y="0"/>
                </a:lnTo>
                <a:lnTo>
                  <a:pt x="196140" y="0"/>
                </a:lnTo>
                <a:lnTo>
                  <a:pt x="196140" y="0"/>
                </a:lnTo>
                <a:lnTo>
                  <a:pt x="195021" y="4874"/>
                </a:lnTo>
                <a:lnTo>
                  <a:pt x="191740" y="9748"/>
                </a:lnTo>
                <a:lnTo>
                  <a:pt x="186517" y="14622"/>
                </a:lnTo>
                <a:lnTo>
                  <a:pt x="179691" y="19496"/>
                </a:lnTo>
                <a:lnTo>
                  <a:pt x="171684" y="24370"/>
                </a:lnTo>
                <a:lnTo>
                  <a:pt x="162959" y="29243"/>
                </a:lnTo>
                <a:lnTo>
                  <a:pt x="153974" y="34117"/>
                </a:lnTo>
                <a:lnTo>
                  <a:pt x="145147" y="38991"/>
                </a:lnTo>
                <a:lnTo>
                  <a:pt x="136825" y="43865"/>
                </a:lnTo>
                <a:lnTo>
                  <a:pt x="129266" y="48739"/>
                </a:lnTo>
                <a:lnTo>
                  <a:pt x="122634" y="53613"/>
                </a:lnTo>
                <a:lnTo>
                  <a:pt x="117006" y="58487"/>
                </a:lnTo>
                <a:lnTo>
                  <a:pt x="112380" y="63361"/>
                </a:lnTo>
                <a:lnTo>
                  <a:pt x="108699" y="68235"/>
                </a:lnTo>
                <a:lnTo>
                  <a:pt x="105865" y="73109"/>
                </a:lnTo>
                <a:lnTo>
                  <a:pt x="103759" y="77983"/>
                </a:lnTo>
                <a:lnTo>
                  <a:pt x="102254" y="82856"/>
                </a:lnTo>
                <a:lnTo>
                  <a:pt x="101230" y="87730"/>
                </a:lnTo>
                <a:lnTo>
                  <a:pt x="100575" y="92604"/>
                </a:lnTo>
                <a:lnTo>
                  <a:pt x="100196" y="97478"/>
                </a:lnTo>
                <a:lnTo>
                  <a:pt x="100012" y="102352"/>
                </a:lnTo>
                <a:lnTo>
                  <a:pt x="99962" y="107226"/>
                </a:lnTo>
                <a:lnTo>
                  <a:pt x="99996" y="112100"/>
                </a:lnTo>
                <a:lnTo>
                  <a:pt x="100076" y="116974"/>
                </a:lnTo>
                <a:lnTo>
                  <a:pt x="100174" y="121848"/>
                </a:lnTo>
                <a:lnTo>
                  <a:pt x="100270" y="126722"/>
                </a:lnTo>
                <a:lnTo>
                  <a:pt x="100352" y="131596"/>
                </a:lnTo>
                <a:lnTo>
                  <a:pt x="100410" y="136469"/>
                </a:lnTo>
                <a:lnTo>
                  <a:pt x="100441" y="141343"/>
                </a:lnTo>
                <a:lnTo>
                  <a:pt x="100444" y="146217"/>
                </a:lnTo>
                <a:lnTo>
                  <a:pt x="100422" y="151091"/>
                </a:lnTo>
                <a:lnTo>
                  <a:pt x="100378" y="155965"/>
                </a:lnTo>
                <a:lnTo>
                  <a:pt x="100317" y="160839"/>
                </a:lnTo>
                <a:lnTo>
                  <a:pt x="100243" y="165713"/>
                </a:lnTo>
                <a:lnTo>
                  <a:pt x="100159" y="170587"/>
                </a:lnTo>
                <a:lnTo>
                  <a:pt x="100069" y="175461"/>
                </a:lnTo>
                <a:lnTo>
                  <a:pt x="99974" y="180335"/>
                </a:lnTo>
                <a:lnTo>
                  <a:pt x="99875" y="185209"/>
                </a:lnTo>
                <a:lnTo>
                  <a:pt x="99773" y="190082"/>
                </a:lnTo>
                <a:lnTo>
                  <a:pt x="99668" y="194956"/>
                </a:lnTo>
                <a:lnTo>
                  <a:pt x="99561" y="199830"/>
                </a:lnTo>
                <a:lnTo>
                  <a:pt x="99455" y="204704"/>
                </a:lnTo>
                <a:lnTo>
                  <a:pt x="99352" y="209578"/>
                </a:lnTo>
                <a:lnTo>
                  <a:pt x="99257" y="214452"/>
                </a:lnTo>
                <a:lnTo>
                  <a:pt x="99175" y="219326"/>
                </a:lnTo>
                <a:lnTo>
                  <a:pt x="99111" y="224200"/>
                </a:lnTo>
                <a:lnTo>
                  <a:pt x="99072" y="229074"/>
                </a:lnTo>
                <a:lnTo>
                  <a:pt x="99062" y="233948"/>
                </a:lnTo>
                <a:lnTo>
                  <a:pt x="99086" y="238822"/>
                </a:lnTo>
                <a:lnTo>
                  <a:pt x="99144" y="243695"/>
                </a:lnTo>
                <a:lnTo>
                  <a:pt x="99236" y="248569"/>
                </a:lnTo>
                <a:lnTo>
                  <a:pt x="99358" y="253443"/>
                </a:lnTo>
                <a:lnTo>
                  <a:pt x="99504" y="258317"/>
                </a:lnTo>
                <a:lnTo>
                  <a:pt x="99666" y="263191"/>
                </a:lnTo>
                <a:lnTo>
                  <a:pt x="99832" y="268065"/>
                </a:lnTo>
                <a:lnTo>
                  <a:pt x="99991" y="272939"/>
                </a:lnTo>
                <a:lnTo>
                  <a:pt x="100131" y="277813"/>
                </a:lnTo>
                <a:lnTo>
                  <a:pt x="100243" y="282687"/>
                </a:lnTo>
                <a:lnTo>
                  <a:pt x="100320" y="287561"/>
                </a:lnTo>
                <a:lnTo>
                  <a:pt x="100356" y="292435"/>
                </a:lnTo>
                <a:lnTo>
                  <a:pt x="100352" y="297308"/>
                </a:lnTo>
                <a:lnTo>
                  <a:pt x="100312" y="302182"/>
                </a:lnTo>
                <a:lnTo>
                  <a:pt x="100245" y="307056"/>
                </a:lnTo>
                <a:lnTo>
                  <a:pt x="100164" y="311930"/>
                </a:lnTo>
                <a:lnTo>
                  <a:pt x="100082" y="316804"/>
                </a:lnTo>
                <a:lnTo>
                  <a:pt x="100018" y="321678"/>
                </a:lnTo>
                <a:lnTo>
                  <a:pt x="99986" y="326552"/>
                </a:lnTo>
                <a:lnTo>
                  <a:pt x="100002" y="331426"/>
                </a:lnTo>
                <a:lnTo>
                  <a:pt x="100076" y="336300"/>
                </a:lnTo>
                <a:lnTo>
                  <a:pt x="100215" y="341174"/>
                </a:lnTo>
                <a:lnTo>
                  <a:pt x="100421" y="346048"/>
                </a:lnTo>
                <a:lnTo>
                  <a:pt x="100691" y="350921"/>
                </a:lnTo>
                <a:lnTo>
                  <a:pt x="101014" y="355795"/>
                </a:lnTo>
                <a:lnTo>
                  <a:pt x="101376" y="360669"/>
                </a:lnTo>
                <a:lnTo>
                  <a:pt x="101760" y="365543"/>
                </a:lnTo>
                <a:lnTo>
                  <a:pt x="102144" y="370417"/>
                </a:lnTo>
                <a:lnTo>
                  <a:pt x="102509" y="375291"/>
                </a:lnTo>
                <a:lnTo>
                  <a:pt x="102836" y="380165"/>
                </a:lnTo>
                <a:lnTo>
                  <a:pt x="103109" y="385039"/>
                </a:lnTo>
                <a:lnTo>
                  <a:pt x="103317" y="389913"/>
                </a:lnTo>
                <a:lnTo>
                  <a:pt x="103456" y="394787"/>
                </a:lnTo>
                <a:lnTo>
                  <a:pt x="103524" y="399661"/>
                </a:lnTo>
                <a:lnTo>
                  <a:pt x="103528" y="404534"/>
                </a:lnTo>
                <a:lnTo>
                  <a:pt x="103474" y="409408"/>
                </a:lnTo>
                <a:lnTo>
                  <a:pt x="103374" y="414282"/>
                </a:lnTo>
                <a:lnTo>
                  <a:pt x="103238" y="419156"/>
                </a:lnTo>
                <a:lnTo>
                  <a:pt x="103077" y="424030"/>
                </a:lnTo>
                <a:lnTo>
                  <a:pt x="102897" y="428904"/>
                </a:lnTo>
                <a:lnTo>
                  <a:pt x="102707" y="433778"/>
                </a:lnTo>
                <a:lnTo>
                  <a:pt x="102509" y="438652"/>
                </a:lnTo>
                <a:lnTo>
                  <a:pt x="102309" y="443526"/>
                </a:lnTo>
                <a:lnTo>
                  <a:pt x="102107" y="448400"/>
                </a:lnTo>
                <a:lnTo>
                  <a:pt x="101907" y="453274"/>
                </a:lnTo>
                <a:lnTo>
                  <a:pt x="101713" y="458147"/>
                </a:lnTo>
                <a:lnTo>
                  <a:pt x="101532" y="463021"/>
                </a:lnTo>
                <a:lnTo>
                  <a:pt x="101371" y="467895"/>
                </a:lnTo>
                <a:lnTo>
                  <a:pt x="101243" y="472769"/>
                </a:lnTo>
                <a:lnTo>
                  <a:pt x="101160" y="477643"/>
                </a:lnTo>
                <a:lnTo>
                  <a:pt x="101139" y="482517"/>
                </a:lnTo>
                <a:lnTo>
                  <a:pt x="101202" y="487391"/>
                </a:lnTo>
                <a:lnTo>
                  <a:pt x="101373" y="492265"/>
                </a:lnTo>
                <a:lnTo>
                  <a:pt x="101681" y="497139"/>
                </a:lnTo>
                <a:lnTo>
                  <a:pt x="102161" y="502013"/>
                </a:lnTo>
                <a:lnTo>
                  <a:pt x="102853" y="506887"/>
                </a:lnTo>
                <a:lnTo>
                  <a:pt x="103799" y="511760"/>
                </a:lnTo>
                <a:lnTo>
                  <a:pt x="105046" y="516634"/>
                </a:lnTo>
                <a:lnTo>
                  <a:pt x="106637" y="521508"/>
                </a:lnTo>
                <a:lnTo>
                  <a:pt x="108609" y="526382"/>
                </a:lnTo>
                <a:lnTo>
                  <a:pt x="110982" y="531256"/>
                </a:lnTo>
                <a:lnTo>
                  <a:pt x="113757" y="536130"/>
                </a:lnTo>
                <a:lnTo>
                  <a:pt x="116903" y="541004"/>
                </a:lnTo>
                <a:lnTo>
                  <a:pt x="120353" y="545878"/>
                </a:lnTo>
                <a:lnTo>
                  <a:pt x="124005" y="550752"/>
                </a:lnTo>
                <a:lnTo>
                  <a:pt x="127717" y="555626"/>
                </a:lnTo>
                <a:lnTo>
                  <a:pt x="131320" y="560500"/>
                </a:lnTo>
                <a:lnTo>
                  <a:pt x="134626" y="565373"/>
                </a:lnTo>
                <a:lnTo>
                  <a:pt x="137444" y="570247"/>
                </a:lnTo>
                <a:lnTo>
                  <a:pt x="139601" y="575121"/>
                </a:lnTo>
                <a:lnTo>
                  <a:pt x="140956" y="579995"/>
                </a:lnTo>
                <a:lnTo>
                  <a:pt x="141418" y="584869"/>
                </a:lnTo>
                <a:lnTo>
                  <a:pt x="141418" y="584869"/>
                </a:lnTo>
                <a:close/>
              </a:path>
            </a:pathLst>
          </a:custGeom>
          <a:solidFill>
            <a:srgbClr val="00878B">
              <a:alpha val="12000"/>
            </a:srgbClr>
          </a:solidFill>
          <a:ln w="6985">
            <a:solidFill>
              <a:srgbClr val="00878B">
                <a:alpha val="12000"/>
              </a:srgbClr>
            </a:solidFill>
            <a:prstDash val="solid"/>
          </a:ln>
        </p:spPr>
      </p:sp>
      <p:sp>
        <p:nvSpPr>
          <p:cNvPr id="3080" name="03_assume_matched_8377">
            <a:extLst>
              <a:ext uri="{FF2B5EF4-FFF2-40B4-BE49-F238E27FC236}">
                <a16:creationId xmlns:a16="http://schemas.microsoft.com/office/drawing/2014/main" id="{94488BF4-A8C7-4C0B-ADDC-09DAAEFE4874}"/>
              </a:ext>
            </a:extLst>
          </p:cNvPr>
          <p:cNvSpPr>
            <a:spLocks noGrp="1"/>
          </p:cNvSpPr>
          <p:nvPr/>
        </p:nvSpPr>
        <p:spPr>
          <a:xfrm>
            <a:off x="6084672" y="6024368"/>
            <a:ext cx="196140" cy="584869"/>
          </a:xfrm>
          <a:custGeom>
            <a:avLst/>
            <a:gdLst/>
            <a:ahLst/>
            <a:cxnLst/>
            <a:rect l="0" t="0" r="0" b="0"/>
            <a:pathLst>
              <a:path w="196140" h="584869">
                <a:moveTo>
                  <a:pt x="141418" y="584869"/>
                </a:moveTo>
                <a:lnTo>
                  <a:pt x="54722" y="584869"/>
                </a:lnTo>
                <a:lnTo>
                  <a:pt x="55184" y="579995"/>
                </a:lnTo>
                <a:lnTo>
                  <a:pt x="56539" y="575121"/>
                </a:lnTo>
                <a:lnTo>
                  <a:pt x="58696" y="570247"/>
                </a:lnTo>
                <a:lnTo>
                  <a:pt x="61515" y="565373"/>
                </a:lnTo>
                <a:lnTo>
                  <a:pt x="64820" y="560500"/>
                </a:lnTo>
                <a:lnTo>
                  <a:pt x="68423" y="555626"/>
                </a:lnTo>
                <a:lnTo>
                  <a:pt x="72136" y="550752"/>
                </a:lnTo>
                <a:lnTo>
                  <a:pt x="75787" y="545878"/>
                </a:lnTo>
                <a:lnTo>
                  <a:pt x="79238" y="541004"/>
                </a:lnTo>
                <a:lnTo>
                  <a:pt x="82383" y="536130"/>
                </a:lnTo>
                <a:lnTo>
                  <a:pt x="85158" y="531256"/>
                </a:lnTo>
                <a:lnTo>
                  <a:pt x="87531" y="526382"/>
                </a:lnTo>
                <a:lnTo>
                  <a:pt x="89503" y="521508"/>
                </a:lnTo>
                <a:lnTo>
                  <a:pt x="91094" y="516634"/>
                </a:lnTo>
                <a:lnTo>
                  <a:pt x="92341" y="511760"/>
                </a:lnTo>
                <a:lnTo>
                  <a:pt x="93288" y="506887"/>
                </a:lnTo>
                <a:lnTo>
                  <a:pt x="93979" y="502013"/>
                </a:lnTo>
                <a:lnTo>
                  <a:pt x="94459" y="497139"/>
                </a:lnTo>
                <a:lnTo>
                  <a:pt x="94767" y="492265"/>
                </a:lnTo>
                <a:lnTo>
                  <a:pt x="94938" y="487391"/>
                </a:lnTo>
                <a:lnTo>
                  <a:pt x="95001" y="482517"/>
                </a:lnTo>
                <a:lnTo>
                  <a:pt x="94981" y="477643"/>
                </a:lnTo>
                <a:lnTo>
                  <a:pt x="94898" y="472769"/>
                </a:lnTo>
                <a:lnTo>
                  <a:pt x="94769" y="467895"/>
                </a:lnTo>
                <a:lnTo>
                  <a:pt x="94608" y="463021"/>
                </a:lnTo>
                <a:lnTo>
                  <a:pt x="94427" y="458147"/>
                </a:lnTo>
                <a:lnTo>
                  <a:pt x="94234" y="453274"/>
                </a:lnTo>
                <a:lnTo>
                  <a:pt x="94034" y="448400"/>
                </a:lnTo>
                <a:lnTo>
                  <a:pt x="93832" y="443526"/>
                </a:lnTo>
                <a:lnTo>
                  <a:pt x="93631" y="438652"/>
                </a:lnTo>
                <a:lnTo>
                  <a:pt x="93434" y="433778"/>
                </a:lnTo>
                <a:lnTo>
                  <a:pt x="93243" y="428904"/>
                </a:lnTo>
                <a:lnTo>
                  <a:pt x="93064" y="424030"/>
                </a:lnTo>
                <a:lnTo>
                  <a:pt x="92902" y="419156"/>
                </a:lnTo>
                <a:lnTo>
                  <a:pt x="92766" y="414282"/>
                </a:lnTo>
                <a:lnTo>
                  <a:pt x="92666" y="409408"/>
                </a:lnTo>
                <a:lnTo>
                  <a:pt x="92613" y="404534"/>
                </a:lnTo>
                <a:lnTo>
                  <a:pt x="92616" y="399661"/>
                </a:lnTo>
                <a:lnTo>
                  <a:pt x="92685" y="394787"/>
                </a:lnTo>
                <a:lnTo>
                  <a:pt x="92823" y="389913"/>
                </a:lnTo>
                <a:lnTo>
                  <a:pt x="93032" y="385039"/>
                </a:lnTo>
                <a:lnTo>
                  <a:pt x="93305" y="380165"/>
                </a:lnTo>
                <a:lnTo>
                  <a:pt x="93631" y="375291"/>
                </a:lnTo>
                <a:lnTo>
                  <a:pt x="93996" y="370417"/>
                </a:lnTo>
                <a:lnTo>
                  <a:pt x="94381" y="365543"/>
                </a:lnTo>
                <a:lnTo>
                  <a:pt x="94764" y="360669"/>
                </a:lnTo>
                <a:lnTo>
                  <a:pt x="95126" y="355795"/>
                </a:lnTo>
                <a:lnTo>
                  <a:pt x="95449" y="350921"/>
                </a:lnTo>
                <a:lnTo>
                  <a:pt x="95719" y="346048"/>
                </a:lnTo>
                <a:lnTo>
                  <a:pt x="95925" y="341174"/>
                </a:lnTo>
                <a:lnTo>
                  <a:pt x="96065" y="336300"/>
                </a:lnTo>
                <a:lnTo>
                  <a:pt x="96139" y="331426"/>
                </a:lnTo>
                <a:lnTo>
                  <a:pt x="96154" y="326552"/>
                </a:lnTo>
                <a:lnTo>
                  <a:pt x="96122" y="321678"/>
                </a:lnTo>
                <a:lnTo>
                  <a:pt x="96058" y="316804"/>
                </a:lnTo>
                <a:lnTo>
                  <a:pt x="95977" y="311930"/>
                </a:lnTo>
                <a:lnTo>
                  <a:pt x="95895" y="307056"/>
                </a:lnTo>
                <a:lnTo>
                  <a:pt x="95829" y="302182"/>
                </a:lnTo>
                <a:lnTo>
                  <a:pt x="95789" y="297308"/>
                </a:lnTo>
                <a:lnTo>
                  <a:pt x="95785" y="292435"/>
                </a:lnTo>
                <a:lnTo>
                  <a:pt x="95821" y="287561"/>
                </a:lnTo>
                <a:lnTo>
                  <a:pt x="95897" y="282687"/>
                </a:lnTo>
                <a:lnTo>
                  <a:pt x="96009" y="277813"/>
                </a:lnTo>
                <a:lnTo>
                  <a:pt x="96150" y="272939"/>
                </a:lnTo>
                <a:lnTo>
                  <a:pt x="96309" y="268065"/>
                </a:lnTo>
                <a:lnTo>
                  <a:pt x="96475" y="263191"/>
                </a:lnTo>
                <a:lnTo>
                  <a:pt x="96636" y="258317"/>
                </a:lnTo>
                <a:lnTo>
                  <a:pt x="96782" y="253443"/>
                </a:lnTo>
                <a:lnTo>
                  <a:pt x="96905" y="248569"/>
                </a:lnTo>
                <a:lnTo>
                  <a:pt x="96997" y="243695"/>
                </a:lnTo>
                <a:lnTo>
                  <a:pt x="97055" y="238822"/>
                </a:lnTo>
                <a:lnTo>
                  <a:pt x="97078" y="233948"/>
                </a:lnTo>
                <a:lnTo>
                  <a:pt x="97068" y="229074"/>
                </a:lnTo>
                <a:lnTo>
                  <a:pt x="97029" y="224200"/>
                </a:lnTo>
                <a:lnTo>
                  <a:pt x="96966" y="219326"/>
                </a:lnTo>
                <a:lnTo>
                  <a:pt x="96883" y="214452"/>
                </a:lnTo>
                <a:lnTo>
                  <a:pt x="96788" y="209578"/>
                </a:lnTo>
                <a:lnTo>
                  <a:pt x="96685" y="204704"/>
                </a:lnTo>
                <a:lnTo>
                  <a:pt x="96579" y="199830"/>
                </a:lnTo>
                <a:lnTo>
                  <a:pt x="96472" y="194956"/>
                </a:lnTo>
                <a:lnTo>
                  <a:pt x="96368" y="190082"/>
                </a:lnTo>
                <a:lnTo>
                  <a:pt x="96266" y="185209"/>
                </a:lnTo>
                <a:lnTo>
                  <a:pt x="96167" y="180335"/>
                </a:lnTo>
                <a:lnTo>
                  <a:pt x="96072" y="175461"/>
                </a:lnTo>
                <a:lnTo>
                  <a:pt x="95981" y="170587"/>
                </a:lnTo>
                <a:lnTo>
                  <a:pt x="95898" y="165713"/>
                </a:lnTo>
                <a:lnTo>
                  <a:pt x="95823" y="160839"/>
                </a:lnTo>
                <a:lnTo>
                  <a:pt x="95762" y="155965"/>
                </a:lnTo>
                <a:lnTo>
                  <a:pt x="95718" y="151091"/>
                </a:lnTo>
                <a:lnTo>
                  <a:pt x="95696" y="146217"/>
                </a:lnTo>
                <a:lnTo>
                  <a:pt x="95700" y="141343"/>
                </a:lnTo>
                <a:lnTo>
                  <a:pt x="95731" y="136469"/>
                </a:lnTo>
                <a:lnTo>
                  <a:pt x="95789" y="131596"/>
                </a:lnTo>
                <a:lnTo>
                  <a:pt x="95870" y="126722"/>
                </a:lnTo>
                <a:lnTo>
                  <a:pt x="95966" y="121848"/>
                </a:lnTo>
                <a:lnTo>
                  <a:pt x="96065" y="116974"/>
                </a:lnTo>
                <a:lnTo>
                  <a:pt x="96145" y="112100"/>
                </a:lnTo>
                <a:lnTo>
                  <a:pt x="96178" y="107226"/>
                </a:lnTo>
                <a:lnTo>
                  <a:pt x="96128" y="102352"/>
                </a:lnTo>
                <a:lnTo>
                  <a:pt x="95945" y="97478"/>
                </a:lnTo>
                <a:lnTo>
                  <a:pt x="95565" y="92604"/>
                </a:lnTo>
                <a:lnTo>
                  <a:pt x="94911" y="87730"/>
                </a:lnTo>
                <a:lnTo>
                  <a:pt x="93886" y="82856"/>
                </a:lnTo>
                <a:lnTo>
                  <a:pt x="92382" y="77983"/>
                </a:lnTo>
                <a:lnTo>
                  <a:pt x="90275" y="73109"/>
                </a:lnTo>
                <a:lnTo>
                  <a:pt x="87441" y="68235"/>
                </a:lnTo>
                <a:lnTo>
                  <a:pt x="83760" y="63361"/>
                </a:lnTo>
                <a:lnTo>
                  <a:pt x="79135" y="58487"/>
                </a:lnTo>
                <a:lnTo>
                  <a:pt x="73506" y="53613"/>
                </a:lnTo>
                <a:lnTo>
                  <a:pt x="66874" y="48739"/>
                </a:lnTo>
                <a:lnTo>
                  <a:pt x="59315" y="43865"/>
                </a:lnTo>
                <a:lnTo>
                  <a:pt x="50993" y="38991"/>
                </a:lnTo>
                <a:lnTo>
                  <a:pt x="42166" y="34117"/>
                </a:lnTo>
                <a:lnTo>
                  <a:pt x="33182" y="29243"/>
                </a:lnTo>
                <a:lnTo>
                  <a:pt x="24456" y="24370"/>
                </a:lnTo>
                <a:lnTo>
                  <a:pt x="16449" y="19496"/>
                </a:lnTo>
                <a:lnTo>
                  <a:pt x="9623" y="14622"/>
                </a:lnTo>
                <a:lnTo>
                  <a:pt x="4400" y="9748"/>
                </a:lnTo>
                <a:lnTo>
                  <a:pt x="1119" y="4874"/>
                </a:lnTo>
                <a:lnTo>
                  <a:pt x="0" y="0"/>
                </a:lnTo>
                <a:lnTo>
                  <a:pt x="196140" y="0"/>
                </a:lnTo>
                <a:lnTo>
                  <a:pt x="196140" y="0"/>
                </a:lnTo>
                <a:lnTo>
                  <a:pt x="195021" y="4874"/>
                </a:lnTo>
                <a:lnTo>
                  <a:pt x="191740" y="9748"/>
                </a:lnTo>
                <a:lnTo>
                  <a:pt x="186517" y="14622"/>
                </a:lnTo>
                <a:lnTo>
                  <a:pt x="179691" y="19496"/>
                </a:lnTo>
                <a:lnTo>
                  <a:pt x="171684" y="24370"/>
                </a:lnTo>
                <a:lnTo>
                  <a:pt x="162959" y="29243"/>
                </a:lnTo>
                <a:lnTo>
                  <a:pt x="153974" y="34117"/>
                </a:lnTo>
                <a:lnTo>
                  <a:pt x="145147" y="38991"/>
                </a:lnTo>
                <a:lnTo>
                  <a:pt x="136825" y="43865"/>
                </a:lnTo>
                <a:lnTo>
                  <a:pt x="129266" y="48739"/>
                </a:lnTo>
                <a:lnTo>
                  <a:pt x="122634" y="53613"/>
                </a:lnTo>
                <a:lnTo>
                  <a:pt x="117006" y="58487"/>
                </a:lnTo>
                <a:lnTo>
                  <a:pt x="112380" y="63361"/>
                </a:lnTo>
                <a:lnTo>
                  <a:pt x="108699" y="68235"/>
                </a:lnTo>
                <a:lnTo>
                  <a:pt x="105865" y="73109"/>
                </a:lnTo>
                <a:lnTo>
                  <a:pt x="103759" y="77983"/>
                </a:lnTo>
                <a:lnTo>
                  <a:pt x="102254" y="82856"/>
                </a:lnTo>
                <a:lnTo>
                  <a:pt x="101230" y="87730"/>
                </a:lnTo>
                <a:lnTo>
                  <a:pt x="100575" y="92604"/>
                </a:lnTo>
                <a:lnTo>
                  <a:pt x="100196" y="97478"/>
                </a:lnTo>
                <a:lnTo>
                  <a:pt x="100012" y="102352"/>
                </a:lnTo>
                <a:lnTo>
                  <a:pt x="99962" y="107226"/>
                </a:lnTo>
                <a:lnTo>
                  <a:pt x="99996" y="112100"/>
                </a:lnTo>
                <a:lnTo>
                  <a:pt x="100076" y="116974"/>
                </a:lnTo>
                <a:lnTo>
                  <a:pt x="100174" y="121848"/>
                </a:lnTo>
                <a:lnTo>
                  <a:pt x="100270" y="126722"/>
                </a:lnTo>
                <a:lnTo>
                  <a:pt x="100352" y="131596"/>
                </a:lnTo>
                <a:lnTo>
                  <a:pt x="100410" y="136469"/>
                </a:lnTo>
                <a:lnTo>
                  <a:pt x="100441" y="141343"/>
                </a:lnTo>
                <a:lnTo>
                  <a:pt x="100444" y="146217"/>
                </a:lnTo>
                <a:lnTo>
                  <a:pt x="100422" y="151091"/>
                </a:lnTo>
                <a:lnTo>
                  <a:pt x="100378" y="155965"/>
                </a:lnTo>
                <a:lnTo>
                  <a:pt x="100317" y="160839"/>
                </a:lnTo>
                <a:lnTo>
                  <a:pt x="100243" y="165713"/>
                </a:lnTo>
                <a:lnTo>
                  <a:pt x="100159" y="170587"/>
                </a:lnTo>
                <a:lnTo>
                  <a:pt x="100069" y="175461"/>
                </a:lnTo>
                <a:lnTo>
                  <a:pt x="99974" y="180335"/>
                </a:lnTo>
                <a:lnTo>
                  <a:pt x="99875" y="185209"/>
                </a:lnTo>
                <a:lnTo>
                  <a:pt x="99773" y="190082"/>
                </a:lnTo>
                <a:lnTo>
                  <a:pt x="99668" y="194956"/>
                </a:lnTo>
                <a:lnTo>
                  <a:pt x="99561" y="199830"/>
                </a:lnTo>
                <a:lnTo>
                  <a:pt x="99455" y="204704"/>
                </a:lnTo>
                <a:lnTo>
                  <a:pt x="99352" y="209578"/>
                </a:lnTo>
                <a:lnTo>
                  <a:pt x="99257" y="214452"/>
                </a:lnTo>
                <a:lnTo>
                  <a:pt x="99175" y="219326"/>
                </a:lnTo>
                <a:lnTo>
                  <a:pt x="99111" y="224200"/>
                </a:lnTo>
                <a:lnTo>
                  <a:pt x="99072" y="229074"/>
                </a:lnTo>
                <a:lnTo>
                  <a:pt x="99062" y="233948"/>
                </a:lnTo>
                <a:lnTo>
                  <a:pt x="99086" y="238822"/>
                </a:lnTo>
                <a:lnTo>
                  <a:pt x="99144" y="243695"/>
                </a:lnTo>
                <a:lnTo>
                  <a:pt x="99236" y="248569"/>
                </a:lnTo>
                <a:lnTo>
                  <a:pt x="99358" y="253443"/>
                </a:lnTo>
                <a:lnTo>
                  <a:pt x="99504" y="258317"/>
                </a:lnTo>
                <a:lnTo>
                  <a:pt x="99666" y="263191"/>
                </a:lnTo>
                <a:lnTo>
                  <a:pt x="99832" y="268065"/>
                </a:lnTo>
                <a:lnTo>
                  <a:pt x="99991" y="272939"/>
                </a:lnTo>
                <a:lnTo>
                  <a:pt x="100131" y="277813"/>
                </a:lnTo>
                <a:lnTo>
                  <a:pt x="100243" y="282687"/>
                </a:lnTo>
                <a:lnTo>
                  <a:pt x="100320" y="287561"/>
                </a:lnTo>
                <a:lnTo>
                  <a:pt x="100356" y="292435"/>
                </a:lnTo>
                <a:lnTo>
                  <a:pt x="100352" y="297308"/>
                </a:lnTo>
                <a:lnTo>
                  <a:pt x="100312" y="302182"/>
                </a:lnTo>
                <a:lnTo>
                  <a:pt x="100245" y="307056"/>
                </a:lnTo>
                <a:lnTo>
                  <a:pt x="100164" y="311930"/>
                </a:lnTo>
                <a:lnTo>
                  <a:pt x="100082" y="316804"/>
                </a:lnTo>
                <a:lnTo>
                  <a:pt x="100018" y="321678"/>
                </a:lnTo>
                <a:lnTo>
                  <a:pt x="99986" y="326552"/>
                </a:lnTo>
                <a:lnTo>
                  <a:pt x="100002" y="331426"/>
                </a:lnTo>
                <a:lnTo>
                  <a:pt x="100076" y="336300"/>
                </a:lnTo>
                <a:lnTo>
                  <a:pt x="100215" y="341174"/>
                </a:lnTo>
                <a:lnTo>
                  <a:pt x="100421" y="346048"/>
                </a:lnTo>
                <a:lnTo>
                  <a:pt x="100691" y="350921"/>
                </a:lnTo>
                <a:lnTo>
                  <a:pt x="101014" y="355795"/>
                </a:lnTo>
                <a:lnTo>
                  <a:pt x="101376" y="360669"/>
                </a:lnTo>
                <a:lnTo>
                  <a:pt x="101760" y="365543"/>
                </a:lnTo>
                <a:lnTo>
                  <a:pt x="102144" y="370417"/>
                </a:lnTo>
                <a:lnTo>
                  <a:pt x="102509" y="375291"/>
                </a:lnTo>
                <a:lnTo>
                  <a:pt x="102836" y="380165"/>
                </a:lnTo>
                <a:lnTo>
                  <a:pt x="103109" y="385039"/>
                </a:lnTo>
                <a:lnTo>
                  <a:pt x="103317" y="389913"/>
                </a:lnTo>
                <a:lnTo>
                  <a:pt x="103456" y="394787"/>
                </a:lnTo>
                <a:lnTo>
                  <a:pt x="103524" y="399661"/>
                </a:lnTo>
                <a:lnTo>
                  <a:pt x="103528" y="404534"/>
                </a:lnTo>
                <a:lnTo>
                  <a:pt x="103474" y="409408"/>
                </a:lnTo>
                <a:lnTo>
                  <a:pt x="103374" y="414282"/>
                </a:lnTo>
                <a:lnTo>
                  <a:pt x="103238" y="419156"/>
                </a:lnTo>
                <a:lnTo>
                  <a:pt x="103077" y="424030"/>
                </a:lnTo>
                <a:lnTo>
                  <a:pt x="102897" y="428904"/>
                </a:lnTo>
                <a:lnTo>
                  <a:pt x="102707" y="433778"/>
                </a:lnTo>
                <a:lnTo>
                  <a:pt x="102509" y="438652"/>
                </a:lnTo>
                <a:lnTo>
                  <a:pt x="102309" y="443526"/>
                </a:lnTo>
                <a:lnTo>
                  <a:pt x="102107" y="448400"/>
                </a:lnTo>
                <a:lnTo>
                  <a:pt x="101907" y="453274"/>
                </a:lnTo>
                <a:lnTo>
                  <a:pt x="101713" y="458147"/>
                </a:lnTo>
                <a:lnTo>
                  <a:pt x="101532" y="463021"/>
                </a:lnTo>
                <a:lnTo>
                  <a:pt x="101371" y="467895"/>
                </a:lnTo>
                <a:lnTo>
                  <a:pt x="101243" y="472769"/>
                </a:lnTo>
                <a:lnTo>
                  <a:pt x="101160" y="477643"/>
                </a:lnTo>
                <a:lnTo>
                  <a:pt x="101139" y="482517"/>
                </a:lnTo>
                <a:lnTo>
                  <a:pt x="101202" y="487391"/>
                </a:lnTo>
                <a:lnTo>
                  <a:pt x="101373" y="492265"/>
                </a:lnTo>
                <a:lnTo>
                  <a:pt x="101681" y="497139"/>
                </a:lnTo>
                <a:lnTo>
                  <a:pt x="102161" y="502013"/>
                </a:lnTo>
                <a:lnTo>
                  <a:pt x="102853" y="506887"/>
                </a:lnTo>
                <a:lnTo>
                  <a:pt x="103799" y="511760"/>
                </a:lnTo>
                <a:lnTo>
                  <a:pt x="105046" y="516634"/>
                </a:lnTo>
                <a:lnTo>
                  <a:pt x="106637" y="521508"/>
                </a:lnTo>
                <a:lnTo>
                  <a:pt x="108609" y="526382"/>
                </a:lnTo>
                <a:lnTo>
                  <a:pt x="110982" y="531256"/>
                </a:lnTo>
                <a:lnTo>
                  <a:pt x="113757" y="536130"/>
                </a:lnTo>
                <a:lnTo>
                  <a:pt x="116903" y="541004"/>
                </a:lnTo>
                <a:lnTo>
                  <a:pt x="120353" y="545878"/>
                </a:lnTo>
                <a:lnTo>
                  <a:pt x="124005" y="550752"/>
                </a:lnTo>
                <a:lnTo>
                  <a:pt x="127717" y="555626"/>
                </a:lnTo>
                <a:lnTo>
                  <a:pt x="131320" y="560500"/>
                </a:lnTo>
                <a:lnTo>
                  <a:pt x="134626" y="565373"/>
                </a:lnTo>
                <a:lnTo>
                  <a:pt x="137444" y="570247"/>
                </a:lnTo>
                <a:lnTo>
                  <a:pt x="139601" y="575121"/>
                </a:lnTo>
                <a:lnTo>
                  <a:pt x="140956" y="579995"/>
                </a:lnTo>
                <a:lnTo>
                  <a:pt x="141418" y="584869"/>
                </a:lnTo>
                <a:lnTo>
                  <a:pt x="141418" y="584869"/>
                </a:lnTo>
                <a:close/>
              </a:path>
            </a:pathLst>
          </a:custGeom>
          <a:solidFill>
            <a:srgbClr val="00878B">
              <a:alpha val="12000"/>
            </a:srgbClr>
          </a:solidFill>
          <a:ln w="6985">
            <a:solidFill>
              <a:srgbClr val="00878B">
                <a:alpha val="12000"/>
              </a:srgbClr>
            </a:solidFill>
            <a:prstDash val="solid"/>
          </a:ln>
        </p:spPr>
      </p:sp>
      <p:sp>
        <p:nvSpPr>
          <p:cNvPr id="3081" name="03_assume_matched_8378">
            <a:extLst>
              <a:ext uri="{FF2B5EF4-FFF2-40B4-BE49-F238E27FC236}">
                <a16:creationId xmlns:a16="http://schemas.microsoft.com/office/drawing/2014/main" id="{5325F4F8-02AD-472B-944D-EC6229AE5C48}"/>
              </a:ext>
            </a:extLst>
          </p:cNvPr>
          <p:cNvSpPr>
            <a:spLocks noGrp="1"/>
          </p:cNvSpPr>
          <p:nvPr/>
        </p:nvSpPr>
        <p:spPr>
          <a:xfrm>
            <a:off x="3919585"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2" name="03_assume_matched_8379">
            <a:extLst>
              <a:ext uri="{FF2B5EF4-FFF2-40B4-BE49-F238E27FC236}">
                <a16:creationId xmlns:a16="http://schemas.microsoft.com/office/drawing/2014/main" id="{8C339A7A-856E-47A4-8CC7-608ACED27EF7}"/>
              </a:ext>
            </a:extLst>
          </p:cNvPr>
          <p:cNvSpPr>
            <a:spLocks noGrp="1"/>
          </p:cNvSpPr>
          <p:nvPr/>
        </p:nvSpPr>
        <p:spPr>
          <a:xfrm>
            <a:off x="4296778"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3" name="03_assume_matched_8380">
            <a:extLst>
              <a:ext uri="{FF2B5EF4-FFF2-40B4-BE49-F238E27FC236}">
                <a16:creationId xmlns:a16="http://schemas.microsoft.com/office/drawing/2014/main" id="{6ADE3C7C-0929-4AA0-92D8-0F3FFA1782E0}"/>
              </a:ext>
            </a:extLst>
          </p:cNvPr>
          <p:cNvSpPr>
            <a:spLocks noGrp="1"/>
          </p:cNvSpPr>
          <p:nvPr/>
        </p:nvSpPr>
        <p:spPr>
          <a:xfrm>
            <a:off x="4673971"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4" name="03_assume_matched_8381">
            <a:extLst>
              <a:ext uri="{FF2B5EF4-FFF2-40B4-BE49-F238E27FC236}">
                <a16:creationId xmlns:a16="http://schemas.microsoft.com/office/drawing/2014/main" id="{030393E3-C4AB-4EFA-8975-990C11438E0E}"/>
              </a:ext>
            </a:extLst>
          </p:cNvPr>
          <p:cNvSpPr>
            <a:spLocks noGrp="1"/>
          </p:cNvSpPr>
          <p:nvPr/>
        </p:nvSpPr>
        <p:spPr>
          <a:xfrm>
            <a:off x="5428357"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5" name="03_assume_matched_8382">
            <a:extLst>
              <a:ext uri="{FF2B5EF4-FFF2-40B4-BE49-F238E27FC236}">
                <a16:creationId xmlns:a16="http://schemas.microsoft.com/office/drawing/2014/main" id="{18565C39-2EDE-4556-8470-B53160295EE5}"/>
              </a:ext>
            </a:extLst>
          </p:cNvPr>
          <p:cNvSpPr>
            <a:spLocks noGrp="1"/>
          </p:cNvSpPr>
          <p:nvPr/>
        </p:nvSpPr>
        <p:spPr>
          <a:xfrm>
            <a:off x="6182743"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6" name="03_assume_matched_8383">
            <a:extLst>
              <a:ext uri="{FF2B5EF4-FFF2-40B4-BE49-F238E27FC236}">
                <a16:creationId xmlns:a16="http://schemas.microsoft.com/office/drawing/2014/main" id="{237CD035-B3E5-4D61-A1DE-A8E609454D6B}"/>
              </a:ext>
            </a:extLst>
          </p:cNvPr>
          <p:cNvSpPr>
            <a:spLocks noGrp="1"/>
          </p:cNvSpPr>
          <p:nvPr/>
        </p:nvSpPr>
        <p:spPr>
          <a:xfrm>
            <a:off x="3896953" y="660923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087" name="03_assume_matched_8384">
            <a:extLst>
              <a:ext uri="{FF2B5EF4-FFF2-40B4-BE49-F238E27FC236}">
                <a16:creationId xmlns:a16="http://schemas.microsoft.com/office/drawing/2014/main" id="{E5601BDB-15F3-47D5-A80C-E6DEAF9A55E4}"/>
              </a:ext>
            </a:extLst>
          </p:cNvPr>
          <p:cNvSpPr>
            <a:spLocks noGrp="1"/>
          </p:cNvSpPr>
          <p:nvPr/>
        </p:nvSpPr>
        <p:spPr>
          <a:xfrm>
            <a:off x="3858852" y="660923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88" name="text_8385">
            <a:extLst>
              <a:ext uri="{FF2B5EF4-FFF2-40B4-BE49-F238E27FC236}">
                <a16:creationId xmlns:a16="http://schemas.microsoft.com/office/drawing/2014/main" id="{57D28433-A1E8-4D8C-9B6D-06AAECA667B8}"/>
              </a:ext>
            </a:extLst>
          </p:cNvPr>
          <p:cNvSpPr>
            <a:spLocks noGrp="1"/>
          </p:cNvSpPr>
          <p:nvPr/>
        </p:nvSpPr>
        <p:spPr>
          <a:xfrm>
            <a:off x="3769207" y="6569175"/>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3089" name="03_assume_matched_8386">
            <a:extLst>
              <a:ext uri="{FF2B5EF4-FFF2-40B4-BE49-F238E27FC236}">
                <a16:creationId xmlns:a16="http://schemas.microsoft.com/office/drawing/2014/main" id="{2386F974-2BB3-4F0F-BA67-8EE3F86AC230}"/>
              </a:ext>
            </a:extLst>
          </p:cNvPr>
          <p:cNvSpPr>
            <a:spLocks noGrp="1"/>
          </p:cNvSpPr>
          <p:nvPr/>
        </p:nvSpPr>
        <p:spPr>
          <a:xfrm>
            <a:off x="3896953" y="6316802"/>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090" name="03_assume_matched_8387">
            <a:extLst>
              <a:ext uri="{FF2B5EF4-FFF2-40B4-BE49-F238E27FC236}">
                <a16:creationId xmlns:a16="http://schemas.microsoft.com/office/drawing/2014/main" id="{5B59963A-8EEF-4FF4-B712-344FFA115997}"/>
              </a:ext>
            </a:extLst>
          </p:cNvPr>
          <p:cNvSpPr>
            <a:spLocks noGrp="1"/>
          </p:cNvSpPr>
          <p:nvPr/>
        </p:nvSpPr>
        <p:spPr>
          <a:xfrm>
            <a:off x="3858852" y="6316802"/>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91" name="text_8388">
            <a:extLst>
              <a:ext uri="{FF2B5EF4-FFF2-40B4-BE49-F238E27FC236}">
                <a16:creationId xmlns:a16="http://schemas.microsoft.com/office/drawing/2014/main" id="{2EC17EE3-A7C6-49B9-95CA-1240783D94F8}"/>
              </a:ext>
            </a:extLst>
          </p:cNvPr>
          <p:cNvSpPr>
            <a:spLocks noGrp="1"/>
          </p:cNvSpPr>
          <p:nvPr/>
        </p:nvSpPr>
        <p:spPr>
          <a:xfrm>
            <a:off x="3717659" y="627674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3092" name="03_assume_matched_8389">
            <a:extLst>
              <a:ext uri="{FF2B5EF4-FFF2-40B4-BE49-F238E27FC236}">
                <a16:creationId xmlns:a16="http://schemas.microsoft.com/office/drawing/2014/main" id="{41A91483-C00F-47AD-A94E-FA1C0EEF71F2}"/>
              </a:ext>
            </a:extLst>
          </p:cNvPr>
          <p:cNvSpPr>
            <a:spLocks noGrp="1"/>
          </p:cNvSpPr>
          <p:nvPr/>
        </p:nvSpPr>
        <p:spPr>
          <a:xfrm>
            <a:off x="3896953" y="602436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093" name="03_assume_matched_8390">
            <a:extLst>
              <a:ext uri="{FF2B5EF4-FFF2-40B4-BE49-F238E27FC236}">
                <a16:creationId xmlns:a16="http://schemas.microsoft.com/office/drawing/2014/main" id="{DF0BFE93-EEF4-4B94-BB5D-490A7E42407F}"/>
              </a:ext>
            </a:extLst>
          </p:cNvPr>
          <p:cNvSpPr>
            <a:spLocks noGrp="1"/>
          </p:cNvSpPr>
          <p:nvPr/>
        </p:nvSpPr>
        <p:spPr>
          <a:xfrm>
            <a:off x="3858852" y="602436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94" name="text_8391">
            <a:extLst>
              <a:ext uri="{FF2B5EF4-FFF2-40B4-BE49-F238E27FC236}">
                <a16:creationId xmlns:a16="http://schemas.microsoft.com/office/drawing/2014/main" id="{380BC1F3-58B9-4B56-8A0D-A2C8FD44599F}"/>
              </a:ext>
            </a:extLst>
          </p:cNvPr>
          <p:cNvSpPr>
            <a:spLocks noGrp="1"/>
          </p:cNvSpPr>
          <p:nvPr/>
        </p:nvSpPr>
        <p:spPr>
          <a:xfrm>
            <a:off x="3666112" y="5984306"/>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3095" name="03_assume_matched_8392">
            <a:extLst>
              <a:ext uri="{FF2B5EF4-FFF2-40B4-BE49-F238E27FC236}">
                <a16:creationId xmlns:a16="http://schemas.microsoft.com/office/drawing/2014/main" id="{A713EC2E-0F33-40DF-BD4E-68B8ECC14162}"/>
              </a:ext>
            </a:extLst>
          </p:cNvPr>
          <p:cNvSpPr>
            <a:spLocks noGrp="1"/>
          </p:cNvSpPr>
          <p:nvPr/>
        </p:nvSpPr>
        <p:spPr>
          <a:xfrm>
            <a:off x="4334529" y="6302602"/>
            <a:ext cx="28398" cy="28398"/>
          </a:xfrm>
          <a:prstGeom prst="ellipse">
            <a:avLst/>
          </a:prstGeom>
          <a:solidFill>
            <a:srgbClr val="7F8C97">
              <a:alpha val="48000"/>
            </a:srgbClr>
          </a:solidFill>
          <a:ln w="0">
            <a:noFill/>
            <a:prstDash val="solid"/>
          </a:ln>
        </p:spPr>
      </p:sp>
      <p:sp>
        <p:nvSpPr>
          <p:cNvPr id="3096" name="03_assume_matched_8393">
            <a:extLst>
              <a:ext uri="{FF2B5EF4-FFF2-40B4-BE49-F238E27FC236}">
                <a16:creationId xmlns:a16="http://schemas.microsoft.com/office/drawing/2014/main" id="{324A768D-95C1-4F80-88E2-29A165F13057}"/>
              </a:ext>
            </a:extLst>
          </p:cNvPr>
          <p:cNvSpPr>
            <a:spLocks noGrp="1"/>
          </p:cNvSpPr>
          <p:nvPr/>
        </p:nvSpPr>
        <p:spPr>
          <a:xfrm>
            <a:off x="4323016" y="6595037"/>
            <a:ext cx="28398" cy="28398"/>
          </a:xfrm>
          <a:prstGeom prst="ellipse">
            <a:avLst/>
          </a:prstGeom>
          <a:solidFill>
            <a:srgbClr val="7F8C97">
              <a:alpha val="48000"/>
            </a:srgbClr>
          </a:solidFill>
          <a:ln w="0">
            <a:noFill/>
            <a:prstDash val="solid"/>
          </a:ln>
        </p:spPr>
      </p:sp>
      <p:sp>
        <p:nvSpPr>
          <p:cNvPr id="3097" name="03_assume_matched_8394">
            <a:extLst>
              <a:ext uri="{FF2B5EF4-FFF2-40B4-BE49-F238E27FC236}">
                <a16:creationId xmlns:a16="http://schemas.microsoft.com/office/drawing/2014/main" id="{5AB9AC25-10E8-4936-B3C8-25954FE00CE9}"/>
              </a:ext>
            </a:extLst>
          </p:cNvPr>
          <p:cNvSpPr>
            <a:spLocks noGrp="1"/>
          </p:cNvSpPr>
          <p:nvPr/>
        </p:nvSpPr>
        <p:spPr>
          <a:xfrm>
            <a:off x="4265885" y="6595037"/>
            <a:ext cx="28398" cy="28398"/>
          </a:xfrm>
          <a:prstGeom prst="ellipse">
            <a:avLst/>
          </a:prstGeom>
          <a:solidFill>
            <a:srgbClr val="7F8C97">
              <a:alpha val="48000"/>
            </a:srgbClr>
          </a:solidFill>
          <a:ln w="0">
            <a:noFill/>
            <a:prstDash val="solid"/>
          </a:ln>
        </p:spPr>
      </p:sp>
      <p:sp>
        <p:nvSpPr>
          <p:cNvPr id="3098" name="03_assume_matched_8395">
            <a:extLst>
              <a:ext uri="{FF2B5EF4-FFF2-40B4-BE49-F238E27FC236}">
                <a16:creationId xmlns:a16="http://schemas.microsoft.com/office/drawing/2014/main" id="{EC4D175E-A525-4DBC-BC73-CA635B9199D7}"/>
              </a:ext>
            </a:extLst>
          </p:cNvPr>
          <p:cNvSpPr>
            <a:spLocks noGrp="1"/>
          </p:cNvSpPr>
          <p:nvPr/>
        </p:nvSpPr>
        <p:spPr>
          <a:xfrm>
            <a:off x="4344747" y="6302602"/>
            <a:ext cx="28398" cy="28398"/>
          </a:xfrm>
          <a:prstGeom prst="ellipse">
            <a:avLst/>
          </a:prstGeom>
          <a:solidFill>
            <a:srgbClr val="7F8C97">
              <a:alpha val="48000"/>
            </a:srgbClr>
          </a:solidFill>
          <a:ln w="0">
            <a:noFill/>
            <a:prstDash val="solid"/>
          </a:ln>
        </p:spPr>
      </p:sp>
      <p:sp>
        <p:nvSpPr>
          <p:cNvPr id="3099" name="03_assume_matched_8396">
            <a:extLst>
              <a:ext uri="{FF2B5EF4-FFF2-40B4-BE49-F238E27FC236}">
                <a16:creationId xmlns:a16="http://schemas.microsoft.com/office/drawing/2014/main" id="{976D3055-BC43-4FCA-9B0B-B7694E394427}"/>
              </a:ext>
            </a:extLst>
          </p:cNvPr>
          <p:cNvSpPr>
            <a:spLocks noGrp="1"/>
          </p:cNvSpPr>
          <p:nvPr/>
        </p:nvSpPr>
        <p:spPr>
          <a:xfrm>
            <a:off x="4312511" y="6344379"/>
            <a:ext cx="28398" cy="28398"/>
          </a:xfrm>
          <a:prstGeom prst="ellipse">
            <a:avLst/>
          </a:prstGeom>
          <a:solidFill>
            <a:srgbClr val="7F8C97">
              <a:alpha val="48000"/>
            </a:srgbClr>
          </a:solidFill>
          <a:ln w="0">
            <a:noFill/>
            <a:prstDash val="solid"/>
          </a:ln>
        </p:spPr>
      </p:sp>
      <p:sp>
        <p:nvSpPr>
          <p:cNvPr id="3100" name="03_assume_matched_8397">
            <a:extLst>
              <a:ext uri="{FF2B5EF4-FFF2-40B4-BE49-F238E27FC236}">
                <a16:creationId xmlns:a16="http://schemas.microsoft.com/office/drawing/2014/main" id="{BA9D8FA2-8C76-415C-B18F-C81853B5DE99}"/>
              </a:ext>
            </a:extLst>
          </p:cNvPr>
          <p:cNvSpPr>
            <a:spLocks noGrp="1"/>
          </p:cNvSpPr>
          <p:nvPr/>
        </p:nvSpPr>
        <p:spPr>
          <a:xfrm>
            <a:off x="4217243" y="6329187"/>
            <a:ext cx="28398" cy="28398"/>
          </a:xfrm>
          <a:prstGeom prst="ellipse">
            <a:avLst/>
          </a:prstGeom>
          <a:solidFill>
            <a:srgbClr val="7F8C97">
              <a:alpha val="48000"/>
            </a:srgbClr>
          </a:solidFill>
          <a:ln w="0">
            <a:noFill/>
            <a:prstDash val="solid"/>
          </a:ln>
        </p:spPr>
      </p:sp>
      <p:sp>
        <p:nvSpPr>
          <p:cNvPr id="3101" name="03_assume_matched_8398">
            <a:extLst>
              <a:ext uri="{FF2B5EF4-FFF2-40B4-BE49-F238E27FC236}">
                <a16:creationId xmlns:a16="http://schemas.microsoft.com/office/drawing/2014/main" id="{0E2BC883-1AAB-4DE2-BCB5-908E2BECAEAC}"/>
              </a:ext>
            </a:extLst>
          </p:cNvPr>
          <p:cNvSpPr>
            <a:spLocks noGrp="1"/>
          </p:cNvSpPr>
          <p:nvPr/>
        </p:nvSpPr>
        <p:spPr>
          <a:xfrm>
            <a:off x="4247896" y="6595037"/>
            <a:ext cx="28398" cy="28398"/>
          </a:xfrm>
          <a:prstGeom prst="ellipse">
            <a:avLst/>
          </a:prstGeom>
          <a:solidFill>
            <a:srgbClr val="7F8C97">
              <a:alpha val="48000"/>
            </a:srgbClr>
          </a:solidFill>
          <a:ln w="0">
            <a:noFill/>
            <a:prstDash val="solid"/>
          </a:ln>
        </p:spPr>
      </p:sp>
      <p:sp>
        <p:nvSpPr>
          <p:cNvPr id="3102" name="03_assume_matched_8399">
            <a:extLst>
              <a:ext uri="{FF2B5EF4-FFF2-40B4-BE49-F238E27FC236}">
                <a16:creationId xmlns:a16="http://schemas.microsoft.com/office/drawing/2014/main" id="{D3587D6B-DB2B-46EB-ACBF-1D3827E81CFD}"/>
              </a:ext>
            </a:extLst>
          </p:cNvPr>
          <p:cNvSpPr>
            <a:spLocks noGrp="1"/>
          </p:cNvSpPr>
          <p:nvPr/>
        </p:nvSpPr>
        <p:spPr>
          <a:xfrm>
            <a:off x="4216956" y="6448819"/>
            <a:ext cx="28398" cy="28398"/>
          </a:xfrm>
          <a:prstGeom prst="ellipse">
            <a:avLst/>
          </a:prstGeom>
          <a:solidFill>
            <a:srgbClr val="7F8C97">
              <a:alpha val="48000"/>
            </a:srgbClr>
          </a:solidFill>
          <a:ln w="0">
            <a:noFill/>
            <a:prstDash val="solid"/>
          </a:ln>
        </p:spPr>
      </p:sp>
      <p:sp>
        <p:nvSpPr>
          <p:cNvPr id="3103" name="03_assume_matched_8400">
            <a:extLst>
              <a:ext uri="{FF2B5EF4-FFF2-40B4-BE49-F238E27FC236}">
                <a16:creationId xmlns:a16="http://schemas.microsoft.com/office/drawing/2014/main" id="{84F88429-E805-496D-80A1-69C374047F9E}"/>
              </a:ext>
            </a:extLst>
          </p:cNvPr>
          <p:cNvSpPr>
            <a:spLocks noGrp="1"/>
          </p:cNvSpPr>
          <p:nvPr/>
        </p:nvSpPr>
        <p:spPr>
          <a:xfrm>
            <a:off x="4298264" y="6302602"/>
            <a:ext cx="28398" cy="28398"/>
          </a:xfrm>
          <a:prstGeom prst="ellipse">
            <a:avLst/>
          </a:prstGeom>
          <a:solidFill>
            <a:srgbClr val="7F8C97">
              <a:alpha val="48000"/>
            </a:srgbClr>
          </a:solidFill>
          <a:ln w="0">
            <a:noFill/>
            <a:prstDash val="solid"/>
          </a:ln>
        </p:spPr>
      </p:sp>
      <p:sp>
        <p:nvSpPr>
          <p:cNvPr id="3104" name="03_assume_matched_8401">
            <a:extLst>
              <a:ext uri="{FF2B5EF4-FFF2-40B4-BE49-F238E27FC236}">
                <a16:creationId xmlns:a16="http://schemas.microsoft.com/office/drawing/2014/main" id="{5F41941A-D46C-4001-A1D2-C097FF568A1D}"/>
              </a:ext>
            </a:extLst>
          </p:cNvPr>
          <p:cNvSpPr>
            <a:spLocks noGrp="1"/>
          </p:cNvSpPr>
          <p:nvPr/>
        </p:nvSpPr>
        <p:spPr>
          <a:xfrm>
            <a:off x="4279556" y="6302602"/>
            <a:ext cx="28398" cy="28398"/>
          </a:xfrm>
          <a:prstGeom prst="ellipse">
            <a:avLst/>
          </a:prstGeom>
          <a:solidFill>
            <a:srgbClr val="7F8C97">
              <a:alpha val="48000"/>
            </a:srgbClr>
          </a:solidFill>
          <a:ln w="0">
            <a:noFill/>
            <a:prstDash val="solid"/>
          </a:ln>
        </p:spPr>
      </p:sp>
      <p:sp>
        <p:nvSpPr>
          <p:cNvPr id="3105" name="03_assume_matched_8402">
            <a:extLst>
              <a:ext uri="{FF2B5EF4-FFF2-40B4-BE49-F238E27FC236}">
                <a16:creationId xmlns:a16="http://schemas.microsoft.com/office/drawing/2014/main" id="{BCF631BA-19AB-40AA-A913-AFFF662921D3}"/>
              </a:ext>
            </a:extLst>
          </p:cNvPr>
          <p:cNvSpPr>
            <a:spLocks noGrp="1"/>
          </p:cNvSpPr>
          <p:nvPr/>
        </p:nvSpPr>
        <p:spPr>
          <a:xfrm>
            <a:off x="4264302" y="6595037"/>
            <a:ext cx="28398" cy="28398"/>
          </a:xfrm>
          <a:prstGeom prst="ellipse">
            <a:avLst/>
          </a:prstGeom>
          <a:solidFill>
            <a:srgbClr val="7F8C97">
              <a:alpha val="48000"/>
            </a:srgbClr>
          </a:solidFill>
          <a:ln w="0">
            <a:noFill/>
            <a:prstDash val="solid"/>
          </a:ln>
        </p:spPr>
      </p:sp>
      <p:sp>
        <p:nvSpPr>
          <p:cNvPr id="3106" name="03_assume_matched_8403">
            <a:extLst>
              <a:ext uri="{FF2B5EF4-FFF2-40B4-BE49-F238E27FC236}">
                <a16:creationId xmlns:a16="http://schemas.microsoft.com/office/drawing/2014/main" id="{07E9ACEE-B1B7-493A-B199-0992F5228797}"/>
              </a:ext>
            </a:extLst>
          </p:cNvPr>
          <p:cNvSpPr>
            <a:spLocks noGrp="1"/>
          </p:cNvSpPr>
          <p:nvPr/>
        </p:nvSpPr>
        <p:spPr>
          <a:xfrm>
            <a:off x="4250055" y="6595037"/>
            <a:ext cx="28398" cy="28398"/>
          </a:xfrm>
          <a:prstGeom prst="ellipse">
            <a:avLst/>
          </a:prstGeom>
          <a:solidFill>
            <a:srgbClr val="7F8C97">
              <a:alpha val="48000"/>
            </a:srgbClr>
          </a:solidFill>
          <a:ln w="0">
            <a:noFill/>
            <a:prstDash val="solid"/>
          </a:ln>
        </p:spPr>
      </p:sp>
      <p:sp>
        <p:nvSpPr>
          <p:cNvPr id="3107" name="03_assume_matched_8404">
            <a:extLst>
              <a:ext uri="{FF2B5EF4-FFF2-40B4-BE49-F238E27FC236}">
                <a16:creationId xmlns:a16="http://schemas.microsoft.com/office/drawing/2014/main" id="{0DF2E88C-C3B6-4997-BD13-ACBDE488E2B7}"/>
              </a:ext>
            </a:extLst>
          </p:cNvPr>
          <p:cNvSpPr>
            <a:spLocks noGrp="1"/>
          </p:cNvSpPr>
          <p:nvPr/>
        </p:nvSpPr>
        <p:spPr>
          <a:xfrm>
            <a:off x="4266460" y="6595037"/>
            <a:ext cx="28398" cy="28398"/>
          </a:xfrm>
          <a:prstGeom prst="ellipse">
            <a:avLst/>
          </a:prstGeom>
          <a:solidFill>
            <a:srgbClr val="7F8C97">
              <a:alpha val="48000"/>
            </a:srgbClr>
          </a:solidFill>
          <a:ln w="0">
            <a:noFill/>
            <a:prstDash val="solid"/>
          </a:ln>
        </p:spPr>
      </p:sp>
      <p:sp>
        <p:nvSpPr>
          <p:cNvPr id="3108" name="03_assume_matched_8405">
            <a:extLst>
              <a:ext uri="{FF2B5EF4-FFF2-40B4-BE49-F238E27FC236}">
                <a16:creationId xmlns:a16="http://schemas.microsoft.com/office/drawing/2014/main" id="{226CC9AD-8BB5-4EC4-9ECD-3DEEA20B49CC}"/>
              </a:ext>
            </a:extLst>
          </p:cNvPr>
          <p:cNvSpPr>
            <a:spLocks noGrp="1"/>
          </p:cNvSpPr>
          <p:nvPr/>
        </p:nvSpPr>
        <p:spPr>
          <a:xfrm>
            <a:off x="4351654" y="6302602"/>
            <a:ext cx="28398" cy="28398"/>
          </a:xfrm>
          <a:prstGeom prst="ellipse">
            <a:avLst/>
          </a:prstGeom>
          <a:solidFill>
            <a:srgbClr val="7F8C97">
              <a:alpha val="48000"/>
            </a:srgbClr>
          </a:solidFill>
          <a:ln w="0">
            <a:noFill/>
            <a:prstDash val="solid"/>
          </a:ln>
        </p:spPr>
      </p:sp>
      <p:sp>
        <p:nvSpPr>
          <p:cNvPr id="3109" name="03_assume_matched_8406">
            <a:extLst>
              <a:ext uri="{FF2B5EF4-FFF2-40B4-BE49-F238E27FC236}">
                <a16:creationId xmlns:a16="http://schemas.microsoft.com/office/drawing/2014/main" id="{124E7671-0512-4192-8418-BD58EDCAEF05}"/>
              </a:ext>
            </a:extLst>
          </p:cNvPr>
          <p:cNvSpPr>
            <a:spLocks noGrp="1"/>
          </p:cNvSpPr>
          <p:nvPr/>
        </p:nvSpPr>
        <p:spPr>
          <a:xfrm>
            <a:off x="4306611" y="6400080"/>
            <a:ext cx="28398" cy="28398"/>
          </a:xfrm>
          <a:prstGeom prst="ellipse">
            <a:avLst/>
          </a:prstGeom>
          <a:solidFill>
            <a:srgbClr val="7F8C97">
              <a:alpha val="48000"/>
            </a:srgbClr>
          </a:solidFill>
          <a:ln w="0">
            <a:noFill/>
            <a:prstDash val="solid"/>
          </a:ln>
        </p:spPr>
      </p:sp>
      <p:sp>
        <p:nvSpPr>
          <p:cNvPr id="3110" name="03_assume_matched_8407">
            <a:extLst>
              <a:ext uri="{FF2B5EF4-FFF2-40B4-BE49-F238E27FC236}">
                <a16:creationId xmlns:a16="http://schemas.microsoft.com/office/drawing/2014/main" id="{6516AC57-D908-4F18-A3CE-73E3E053E6CF}"/>
              </a:ext>
            </a:extLst>
          </p:cNvPr>
          <p:cNvSpPr>
            <a:spLocks noGrp="1"/>
          </p:cNvSpPr>
          <p:nvPr/>
        </p:nvSpPr>
        <p:spPr>
          <a:xfrm>
            <a:off x="4316397" y="6595037"/>
            <a:ext cx="28398" cy="28398"/>
          </a:xfrm>
          <a:prstGeom prst="ellipse">
            <a:avLst/>
          </a:prstGeom>
          <a:solidFill>
            <a:srgbClr val="7F8C97">
              <a:alpha val="48000"/>
            </a:srgbClr>
          </a:solidFill>
          <a:ln w="0">
            <a:noFill/>
            <a:prstDash val="solid"/>
          </a:ln>
        </p:spPr>
      </p:sp>
      <p:sp>
        <p:nvSpPr>
          <p:cNvPr id="3111" name="03_assume_matched_8408">
            <a:extLst>
              <a:ext uri="{FF2B5EF4-FFF2-40B4-BE49-F238E27FC236}">
                <a16:creationId xmlns:a16="http://schemas.microsoft.com/office/drawing/2014/main" id="{70B5693C-4BEC-4052-8968-E8B0CBA2FA34}"/>
              </a:ext>
            </a:extLst>
          </p:cNvPr>
          <p:cNvSpPr>
            <a:spLocks noGrp="1"/>
          </p:cNvSpPr>
          <p:nvPr/>
        </p:nvSpPr>
        <p:spPr>
          <a:xfrm>
            <a:off x="4253221" y="6530051"/>
            <a:ext cx="28398" cy="28398"/>
          </a:xfrm>
          <a:prstGeom prst="ellipse">
            <a:avLst/>
          </a:prstGeom>
          <a:solidFill>
            <a:srgbClr val="7F8C97">
              <a:alpha val="48000"/>
            </a:srgbClr>
          </a:solidFill>
          <a:ln w="0">
            <a:noFill/>
            <a:prstDash val="solid"/>
          </a:ln>
        </p:spPr>
      </p:sp>
      <p:sp>
        <p:nvSpPr>
          <p:cNvPr id="3112" name="03_assume_matched_8409">
            <a:extLst>
              <a:ext uri="{FF2B5EF4-FFF2-40B4-BE49-F238E27FC236}">
                <a16:creationId xmlns:a16="http://schemas.microsoft.com/office/drawing/2014/main" id="{1136A758-5611-4345-8FF4-E4BB56DB1D88}"/>
              </a:ext>
            </a:extLst>
          </p:cNvPr>
          <p:cNvSpPr>
            <a:spLocks noGrp="1"/>
          </p:cNvSpPr>
          <p:nvPr/>
        </p:nvSpPr>
        <p:spPr>
          <a:xfrm>
            <a:off x="4343595" y="6400080"/>
            <a:ext cx="28398" cy="28398"/>
          </a:xfrm>
          <a:prstGeom prst="ellipse">
            <a:avLst/>
          </a:prstGeom>
          <a:solidFill>
            <a:srgbClr val="7F8C97">
              <a:alpha val="48000"/>
            </a:srgbClr>
          </a:solidFill>
          <a:ln w="0">
            <a:noFill/>
            <a:prstDash val="solid"/>
          </a:ln>
        </p:spPr>
      </p:sp>
      <p:sp>
        <p:nvSpPr>
          <p:cNvPr id="3113" name="03_assume_matched_8410">
            <a:extLst>
              <a:ext uri="{FF2B5EF4-FFF2-40B4-BE49-F238E27FC236}">
                <a16:creationId xmlns:a16="http://schemas.microsoft.com/office/drawing/2014/main" id="{DA0466B9-D334-4799-A923-15C721DD7AB7}"/>
              </a:ext>
            </a:extLst>
          </p:cNvPr>
          <p:cNvSpPr>
            <a:spLocks noGrp="1"/>
          </p:cNvSpPr>
          <p:nvPr/>
        </p:nvSpPr>
        <p:spPr>
          <a:xfrm>
            <a:off x="4316684" y="6329187"/>
            <a:ext cx="28398" cy="28398"/>
          </a:xfrm>
          <a:prstGeom prst="ellipse">
            <a:avLst/>
          </a:prstGeom>
          <a:solidFill>
            <a:srgbClr val="7F8C97">
              <a:alpha val="48000"/>
            </a:srgbClr>
          </a:solidFill>
          <a:ln w="0">
            <a:noFill/>
            <a:prstDash val="solid"/>
          </a:ln>
        </p:spPr>
      </p:sp>
      <p:sp>
        <p:nvSpPr>
          <p:cNvPr id="3114" name="03_assume_matched_8411">
            <a:extLst>
              <a:ext uri="{FF2B5EF4-FFF2-40B4-BE49-F238E27FC236}">
                <a16:creationId xmlns:a16="http://schemas.microsoft.com/office/drawing/2014/main" id="{AEB8790D-B9E3-4F39-8E93-65D4367E37DA}"/>
              </a:ext>
            </a:extLst>
          </p:cNvPr>
          <p:cNvSpPr>
            <a:spLocks noGrp="1"/>
          </p:cNvSpPr>
          <p:nvPr/>
        </p:nvSpPr>
        <p:spPr>
          <a:xfrm>
            <a:off x="4234512" y="6595037"/>
            <a:ext cx="28398" cy="28398"/>
          </a:xfrm>
          <a:prstGeom prst="ellipse">
            <a:avLst/>
          </a:prstGeom>
          <a:solidFill>
            <a:srgbClr val="7F8C97">
              <a:alpha val="48000"/>
            </a:srgbClr>
          </a:solidFill>
          <a:ln w="0">
            <a:noFill/>
            <a:prstDash val="solid"/>
          </a:ln>
        </p:spPr>
      </p:sp>
      <p:sp>
        <p:nvSpPr>
          <p:cNvPr id="3115" name="03_assume_matched_8412">
            <a:extLst>
              <a:ext uri="{FF2B5EF4-FFF2-40B4-BE49-F238E27FC236}">
                <a16:creationId xmlns:a16="http://schemas.microsoft.com/office/drawing/2014/main" id="{3F661AB7-56A9-4213-ACCF-A5FD516F39BA}"/>
              </a:ext>
            </a:extLst>
          </p:cNvPr>
          <p:cNvSpPr>
            <a:spLocks noGrp="1"/>
          </p:cNvSpPr>
          <p:nvPr/>
        </p:nvSpPr>
        <p:spPr>
          <a:xfrm>
            <a:off x="4241852" y="6361089"/>
            <a:ext cx="28398" cy="28398"/>
          </a:xfrm>
          <a:prstGeom prst="ellipse">
            <a:avLst/>
          </a:prstGeom>
          <a:solidFill>
            <a:srgbClr val="7F8C97">
              <a:alpha val="48000"/>
            </a:srgbClr>
          </a:solidFill>
          <a:ln w="0">
            <a:noFill/>
            <a:prstDash val="solid"/>
          </a:ln>
        </p:spPr>
      </p:sp>
      <p:sp>
        <p:nvSpPr>
          <p:cNvPr id="3116" name="03_assume_matched_8413">
            <a:extLst>
              <a:ext uri="{FF2B5EF4-FFF2-40B4-BE49-F238E27FC236}">
                <a16:creationId xmlns:a16="http://schemas.microsoft.com/office/drawing/2014/main" id="{EF82B2BF-AACF-454A-933B-6369632DC675}"/>
              </a:ext>
            </a:extLst>
          </p:cNvPr>
          <p:cNvSpPr>
            <a:spLocks noGrp="1"/>
          </p:cNvSpPr>
          <p:nvPr/>
        </p:nvSpPr>
        <p:spPr>
          <a:xfrm>
            <a:off x="4253077" y="6497559"/>
            <a:ext cx="28398" cy="28398"/>
          </a:xfrm>
          <a:prstGeom prst="ellipse">
            <a:avLst/>
          </a:prstGeom>
          <a:solidFill>
            <a:srgbClr val="7F8C97">
              <a:alpha val="48000"/>
            </a:srgbClr>
          </a:solidFill>
          <a:ln w="0">
            <a:noFill/>
            <a:prstDash val="solid"/>
          </a:ln>
        </p:spPr>
      </p:sp>
      <p:sp>
        <p:nvSpPr>
          <p:cNvPr id="3117" name="03_assume_matched_8414">
            <a:extLst>
              <a:ext uri="{FF2B5EF4-FFF2-40B4-BE49-F238E27FC236}">
                <a16:creationId xmlns:a16="http://schemas.microsoft.com/office/drawing/2014/main" id="{DC52F66C-06D0-4B1A-87E6-F7ABA79E4EED}"/>
              </a:ext>
            </a:extLst>
          </p:cNvPr>
          <p:cNvSpPr>
            <a:spLocks noGrp="1"/>
          </p:cNvSpPr>
          <p:nvPr/>
        </p:nvSpPr>
        <p:spPr>
          <a:xfrm>
            <a:off x="4342444" y="6302602"/>
            <a:ext cx="28398" cy="28398"/>
          </a:xfrm>
          <a:prstGeom prst="ellipse">
            <a:avLst/>
          </a:prstGeom>
          <a:solidFill>
            <a:srgbClr val="7F8C97">
              <a:alpha val="48000"/>
            </a:srgbClr>
          </a:solidFill>
          <a:ln w="0">
            <a:noFill/>
            <a:prstDash val="solid"/>
          </a:ln>
        </p:spPr>
      </p:sp>
      <p:sp>
        <p:nvSpPr>
          <p:cNvPr id="3118" name="03_assume_matched_8415">
            <a:extLst>
              <a:ext uri="{FF2B5EF4-FFF2-40B4-BE49-F238E27FC236}">
                <a16:creationId xmlns:a16="http://schemas.microsoft.com/office/drawing/2014/main" id="{C892A4EE-DF3E-4409-8209-56722FC49974}"/>
              </a:ext>
            </a:extLst>
          </p:cNvPr>
          <p:cNvSpPr>
            <a:spLocks noGrp="1"/>
          </p:cNvSpPr>
          <p:nvPr/>
        </p:nvSpPr>
        <p:spPr>
          <a:xfrm>
            <a:off x="4255379" y="6302602"/>
            <a:ext cx="28398" cy="28398"/>
          </a:xfrm>
          <a:prstGeom prst="ellipse">
            <a:avLst/>
          </a:prstGeom>
          <a:solidFill>
            <a:srgbClr val="7F8C97">
              <a:alpha val="48000"/>
            </a:srgbClr>
          </a:solidFill>
          <a:ln w="0">
            <a:noFill/>
            <a:prstDash val="solid"/>
          </a:ln>
        </p:spPr>
      </p:sp>
      <p:sp>
        <p:nvSpPr>
          <p:cNvPr id="3119" name="03_assume_matched_8416">
            <a:extLst>
              <a:ext uri="{FF2B5EF4-FFF2-40B4-BE49-F238E27FC236}">
                <a16:creationId xmlns:a16="http://schemas.microsoft.com/office/drawing/2014/main" id="{8B1E3971-4110-4BEC-B56C-6F844667D3DA}"/>
              </a:ext>
            </a:extLst>
          </p:cNvPr>
          <p:cNvSpPr>
            <a:spLocks noGrp="1"/>
          </p:cNvSpPr>
          <p:nvPr/>
        </p:nvSpPr>
        <p:spPr>
          <a:xfrm>
            <a:off x="4334385" y="6400080"/>
            <a:ext cx="28398" cy="28398"/>
          </a:xfrm>
          <a:prstGeom prst="ellipse">
            <a:avLst/>
          </a:prstGeom>
          <a:solidFill>
            <a:srgbClr val="7F8C97">
              <a:alpha val="48000"/>
            </a:srgbClr>
          </a:solidFill>
          <a:ln w="0">
            <a:noFill/>
            <a:prstDash val="solid"/>
          </a:ln>
        </p:spPr>
      </p:sp>
      <p:sp>
        <p:nvSpPr>
          <p:cNvPr id="3120" name="03_assume_matched_8417">
            <a:extLst>
              <a:ext uri="{FF2B5EF4-FFF2-40B4-BE49-F238E27FC236}">
                <a16:creationId xmlns:a16="http://schemas.microsoft.com/office/drawing/2014/main" id="{1084C781-B9CB-4EEE-91C8-BADDFC5ED0A1}"/>
              </a:ext>
            </a:extLst>
          </p:cNvPr>
          <p:cNvSpPr>
            <a:spLocks noGrp="1"/>
          </p:cNvSpPr>
          <p:nvPr/>
        </p:nvSpPr>
        <p:spPr>
          <a:xfrm>
            <a:off x="4335537" y="6302602"/>
            <a:ext cx="28398" cy="28398"/>
          </a:xfrm>
          <a:prstGeom prst="ellipse">
            <a:avLst/>
          </a:prstGeom>
          <a:solidFill>
            <a:srgbClr val="7F8C97">
              <a:alpha val="48000"/>
            </a:srgbClr>
          </a:solidFill>
          <a:ln w="0">
            <a:noFill/>
            <a:prstDash val="solid"/>
          </a:ln>
        </p:spPr>
      </p:sp>
      <p:sp>
        <p:nvSpPr>
          <p:cNvPr id="3121" name="03_assume_matched_8418">
            <a:extLst>
              <a:ext uri="{FF2B5EF4-FFF2-40B4-BE49-F238E27FC236}">
                <a16:creationId xmlns:a16="http://schemas.microsoft.com/office/drawing/2014/main" id="{899E7D83-82CE-4DB2-A785-6269721FEBA6}"/>
              </a:ext>
            </a:extLst>
          </p:cNvPr>
          <p:cNvSpPr>
            <a:spLocks noGrp="1"/>
          </p:cNvSpPr>
          <p:nvPr/>
        </p:nvSpPr>
        <p:spPr>
          <a:xfrm>
            <a:off x="4339278" y="6595037"/>
            <a:ext cx="28398" cy="28398"/>
          </a:xfrm>
          <a:prstGeom prst="ellipse">
            <a:avLst/>
          </a:prstGeom>
          <a:solidFill>
            <a:srgbClr val="7F8C97">
              <a:alpha val="48000"/>
            </a:srgbClr>
          </a:solidFill>
          <a:ln w="0">
            <a:noFill/>
            <a:prstDash val="solid"/>
          </a:ln>
        </p:spPr>
      </p:sp>
      <p:sp>
        <p:nvSpPr>
          <p:cNvPr id="3122" name="03_assume_matched_8419">
            <a:extLst>
              <a:ext uri="{FF2B5EF4-FFF2-40B4-BE49-F238E27FC236}">
                <a16:creationId xmlns:a16="http://schemas.microsoft.com/office/drawing/2014/main" id="{196A8679-7DA8-40D9-A076-18D995ABBCED}"/>
              </a:ext>
            </a:extLst>
          </p:cNvPr>
          <p:cNvSpPr>
            <a:spLocks noGrp="1"/>
          </p:cNvSpPr>
          <p:nvPr/>
        </p:nvSpPr>
        <p:spPr>
          <a:xfrm>
            <a:off x="4256530" y="6595037"/>
            <a:ext cx="28398" cy="28398"/>
          </a:xfrm>
          <a:prstGeom prst="ellipse">
            <a:avLst/>
          </a:prstGeom>
          <a:solidFill>
            <a:srgbClr val="7F8C97">
              <a:alpha val="48000"/>
            </a:srgbClr>
          </a:solidFill>
          <a:ln w="0">
            <a:noFill/>
            <a:prstDash val="solid"/>
          </a:ln>
        </p:spPr>
      </p:sp>
      <p:sp>
        <p:nvSpPr>
          <p:cNvPr id="3123" name="03_assume_matched_8420">
            <a:extLst>
              <a:ext uri="{FF2B5EF4-FFF2-40B4-BE49-F238E27FC236}">
                <a16:creationId xmlns:a16="http://schemas.microsoft.com/office/drawing/2014/main" id="{0969D6A3-52E0-4D90-A581-26F288A5FBA5}"/>
              </a:ext>
            </a:extLst>
          </p:cNvPr>
          <p:cNvSpPr>
            <a:spLocks noGrp="1"/>
          </p:cNvSpPr>
          <p:nvPr/>
        </p:nvSpPr>
        <p:spPr>
          <a:xfrm>
            <a:off x="4234800" y="6302602"/>
            <a:ext cx="28398" cy="28398"/>
          </a:xfrm>
          <a:prstGeom prst="ellipse">
            <a:avLst/>
          </a:prstGeom>
          <a:solidFill>
            <a:srgbClr val="7F8C97">
              <a:alpha val="48000"/>
            </a:srgbClr>
          </a:solidFill>
          <a:ln w="0">
            <a:noFill/>
            <a:prstDash val="solid"/>
          </a:ln>
        </p:spPr>
      </p:sp>
      <p:sp>
        <p:nvSpPr>
          <p:cNvPr id="3124" name="03_assume_matched_8421">
            <a:extLst>
              <a:ext uri="{FF2B5EF4-FFF2-40B4-BE49-F238E27FC236}">
                <a16:creationId xmlns:a16="http://schemas.microsoft.com/office/drawing/2014/main" id="{27B697DA-5449-4B4A-B4D9-7E90D02E163B}"/>
              </a:ext>
            </a:extLst>
          </p:cNvPr>
          <p:cNvSpPr>
            <a:spLocks noGrp="1"/>
          </p:cNvSpPr>
          <p:nvPr/>
        </p:nvSpPr>
        <p:spPr>
          <a:xfrm>
            <a:off x="4318555" y="6595037"/>
            <a:ext cx="28398" cy="28398"/>
          </a:xfrm>
          <a:prstGeom prst="ellipse">
            <a:avLst/>
          </a:prstGeom>
          <a:solidFill>
            <a:srgbClr val="7F8C97">
              <a:alpha val="48000"/>
            </a:srgbClr>
          </a:solidFill>
          <a:ln w="0">
            <a:noFill/>
            <a:prstDash val="solid"/>
          </a:ln>
        </p:spPr>
      </p:sp>
      <p:sp>
        <p:nvSpPr>
          <p:cNvPr id="3125" name="03_assume_matched_8422">
            <a:extLst>
              <a:ext uri="{FF2B5EF4-FFF2-40B4-BE49-F238E27FC236}">
                <a16:creationId xmlns:a16="http://schemas.microsoft.com/office/drawing/2014/main" id="{E3B1FE95-747A-42DD-9641-5574BC0D4E62}"/>
              </a:ext>
            </a:extLst>
          </p:cNvPr>
          <p:cNvSpPr>
            <a:spLocks noGrp="1"/>
          </p:cNvSpPr>
          <p:nvPr/>
        </p:nvSpPr>
        <p:spPr>
          <a:xfrm>
            <a:off x="4228037" y="6595037"/>
            <a:ext cx="28398" cy="28398"/>
          </a:xfrm>
          <a:prstGeom prst="ellipse">
            <a:avLst/>
          </a:prstGeom>
          <a:solidFill>
            <a:srgbClr val="7F8C97">
              <a:alpha val="48000"/>
            </a:srgbClr>
          </a:solidFill>
          <a:ln w="0">
            <a:noFill/>
            <a:prstDash val="solid"/>
          </a:ln>
        </p:spPr>
      </p:sp>
      <p:sp>
        <p:nvSpPr>
          <p:cNvPr id="3126" name="03_assume_matched_8423">
            <a:extLst>
              <a:ext uri="{FF2B5EF4-FFF2-40B4-BE49-F238E27FC236}">
                <a16:creationId xmlns:a16="http://schemas.microsoft.com/office/drawing/2014/main" id="{F633112D-D3E0-45C6-9DA8-E4E1C821116F}"/>
              </a:ext>
            </a:extLst>
          </p:cNvPr>
          <p:cNvSpPr>
            <a:spLocks noGrp="1"/>
          </p:cNvSpPr>
          <p:nvPr/>
        </p:nvSpPr>
        <p:spPr>
          <a:xfrm>
            <a:off x="4322153" y="6361089"/>
            <a:ext cx="28398" cy="28398"/>
          </a:xfrm>
          <a:prstGeom prst="ellipse">
            <a:avLst/>
          </a:prstGeom>
          <a:solidFill>
            <a:srgbClr val="7F8C97">
              <a:alpha val="48000"/>
            </a:srgbClr>
          </a:solidFill>
          <a:ln w="0">
            <a:noFill/>
            <a:prstDash val="solid"/>
          </a:ln>
        </p:spPr>
      </p:sp>
      <p:sp>
        <p:nvSpPr>
          <p:cNvPr id="3127" name="03_assume_matched_8424">
            <a:extLst>
              <a:ext uri="{FF2B5EF4-FFF2-40B4-BE49-F238E27FC236}">
                <a16:creationId xmlns:a16="http://schemas.microsoft.com/office/drawing/2014/main" id="{4611CF5C-419B-4F43-B315-DCC61CD3BA94}"/>
              </a:ext>
            </a:extLst>
          </p:cNvPr>
          <p:cNvSpPr>
            <a:spLocks noGrp="1"/>
          </p:cNvSpPr>
          <p:nvPr/>
        </p:nvSpPr>
        <p:spPr>
          <a:xfrm>
            <a:off x="4229332" y="6595037"/>
            <a:ext cx="28398" cy="28398"/>
          </a:xfrm>
          <a:prstGeom prst="ellipse">
            <a:avLst/>
          </a:prstGeom>
          <a:solidFill>
            <a:srgbClr val="7F8C97">
              <a:alpha val="48000"/>
            </a:srgbClr>
          </a:solidFill>
          <a:ln w="0">
            <a:noFill/>
            <a:prstDash val="solid"/>
          </a:ln>
        </p:spPr>
      </p:sp>
      <p:sp>
        <p:nvSpPr>
          <p:cNvPr id="3128" name="03_assume_matched_8425">
            <a:extLst>
              <a:ext uri="{FF2B5EF4-FFF2-40B4-BE49-F238E27FC236}">
                <a16:creationId xmlns:a16="http://schemas.microsoft.com/office/drawing/2014/main" id="{AE05464D-56AA-4E16-AA2F-38A9C22DCA68}"/>
              </a:ext>
            </a:extLst>
          </p:cNvPr>
          <p:cNvSpPr>
            <a:spLocks noGrp="1"/>
          </p:cNvSpPr>
          <p:nvPr/>
        </p:nvSpPr>
        <p:spPr>
          <a:xfrm>
            <a:off x="4349783" y="6595037"/>
            <a:ext cx="28398" cy="28398"/>
          </a:xfrm>
          <a:prstGeom prst="ellipse">
            <a:avLst/>
          </a:prstGeom>
          <a:solidFill>
            <a:srgbClr val="7F8C97">
              <a:alpha val="48000"/>
            </a:srgbClr>
          </a:solidFill>
          <a:ln w="0">
            <a:noFill/>
            <a:prstDash val="solid"/>
          </a:ln>
        </p:spPr>
      </p:sp>
      <p:sp>
        <p:nvSpPr>
          <p:cNvPr id="3129" name="03_assume_matched_8426">
            <a:extLst>
              <a:ext uri="{FF2B5EF4-FFF2-40B4-BE49-F238E27FC236}">
                <a16:creationId xmlns:a16="http://schemas.microsoft.com/office/drawing/2014/main" id="{A83CFAA4-3E5D-4B52-A2B7-67050D174C11}"/>
              </a:ext>
            </a:extLst>
          </p:cNvPr>
          <p:cNvSpPr>
            <a:spLocks noGrp="1"/>
          </p:cNvSpPr>
          <p:nvPr/>
        </p:nvSpPr>
        <p:spPr>
          <a:xfrm>
            <a:off x="4327765" y="6595037"/>
            <a:ext cx="28398" cy="28398"/>
          </a:xfrm>
          <a:prstGeom prst="ellipse">
            <a:avLst/>
          </a:prstGeom>
          <a:solidFill>
            <a:srgbClr val="7F8C97">
              <a:alpha val="48000"/>
            </a:srgbClr>
          </a:solidFill>
          <a:ln w="0">
            <a:noFill/>
            <a:prstDash val="solid"/>
          </a:ln>
        </p:spPr>
      </p:sp>
      <p:sp>
        <p:nvSpPr>
          <p:cNvPr id="3130" name="03_assume_matched_8427">
            <a:extLst>
              <a:ext uri="{FF2B5EF4-FFF2-40B4-BE49-F238E27FC236}">
                <a16:creationId xmlns:a16="http://schemas.microsoft.com/office/drawing/2014/main" id="{658C12D2-A3EB-42BB-9C14-00392FE3497C}"/>
              </a:ext>
            </a:extLst>
          </p:cNvPr>
          <p:cNvSpPr>
            <a:spLocks noGrp="1"/>
          </p:cNvSpPr>
          <p:nvPr/>
        </p:nvSpPr>
        <p:spPr>
          <a:xfrm>
            <a:off x="4275670" y="6595037"/>
            <a:ext cx="28398" cy="28398"/>
          </a:xfrm>
          <a:prstGeom prst="ellipse">
            <a:avLst/>
          </a:prstGeom>
          <a:solidFill>
            <a:srgbClr val="7F8C97">
              <a:alpha val="48000"/>
            </a:srgbClr>
          </a:solidFill>
          <a:ln w="0">
            <a:noFill/>
            <a:prstDash val="solid"/>
          </a:ln>
        </p:spPr>
      </p:sp>
      <p:sp>
        <p:nvSpPr>
          <p:cNvPr id="3131" name="03_assume_matched_8428">
            <a:extLst>
              <a:ext uri="{FF2B5EF4-FFF2-40B4-BE49-F238E27FC236}">
                <a16:creationId xmlns:a16="http://schemas.microsoft.com/office/drawing/2014/main" id="{2F5CFC0B-89F3-41C0-A5F9-AAFC3401DF55}"/>
              </a:ext>
            </a:extLst>
          </p:cNvPr>
          <p:cNvSpPr>
            <a:spLocks noGrp="1"/>
          </p:cNvSpPr>
          <p:nvPr/>
        </p:nvSpPr>
        <p:spPr>
          <a:xfrm>
            <a:off x="4251350" y="6595037"/>
            <a:ext cx="28398" cy="28398"/>
          </a:xfrm>
          <a:prstGeom prst="ellipse">
            <a:avLst/>
          </a:prstGeom>
          <a:solidFill>
            <a:srgbClr val="7F8C97">
              <a:alpha val="48000"/>
            </a:srgbClr>
          </a:solidFill>
          <a:ln w="0">
            <a:noFill/>
            <a:prstDash val="solid"/>
          </a:ln>
        </p:spPr>
      </p:sp>
      <p:sp>
        <p:nvSpPr>
          <p:cNvPr id="3132" name="03_assume_matched_8429">
            <a:extLst>
              <a:ext uri="{FF2B5EF4-FFF2-40B4-BE49-F238E27FC236}">
                <a16:creationId xmlns:a16="http://schemas.microsoft.com/office/drawing/2014/main" id="{A1F3BEBD-3711-4F23-9700-1C2F2DCC2E7E}"/>
              </a:ext>
            </a:extLst>
          </p:cNvPr>
          <p:cNvSpPr>
            <a:spLocks noGrp="1"/>
          </p:cNvSpPr>
          <p:nvPr/>
        </p:nvSpPr>
        <p:spPr>
          <a:xfrm>
            <a:off x="4353813" y="6595037"/>
            <a:ext cx="28398" cy="28398"/>
          </a:xfrm>
          <a:prstGeom prst="ellipse">
            <a:avLst/>
          </a:prstGeom>
          <a:solidFill>
            <a:srgbClr val="7F8C97">
              <a:alpha val="48000"/>
            </a:srgbClr>
          </a:solidFill>
          <a:ln w="0">
            <a:noFill/>
            <a:prstDash val="solid"/>
          </a:ln>
        </p:spPr>
      </p:sp>
      <p:sp>
        <p:nvSpPr>
          <p:cNvPr id="3133" name="03_assume_matched_8430">
            <a:extLst>
              <a:ext uri="{FF2B5EF4-FFF2-40B4-BE49-F238E27FC236}">
                <a16:creationId xmlns:a16="http://schemas.microsoft.com/office/drawing/2014/main" id="{F4B3E4A9-FC7A-4884-9E8F-F7FA10A6FDAB}"/>
              </a:ext>
            </a:extLst>
          </p:cNvPr>
          <p:cNvSpPr>
            <a:spLocks noGrp="1"/>
          </p:cNvSpPr>
          <p:nvPr/>
        </p:nvSpPr>
        <p:spPr>
          <a:xfrm>
            <a:off x="4301574" y="6595037"/>
            <a:ext cx="28398" cy="28398"/>
          </a:xfrm>
          <a:prstGeom prst="ellipse">
            <a:avLst/>
          </a:prstGeom>
          <a:solidFill>
            <a:srgbClr val="7F8C97">
              <a:alpha val="48000"/>
            </a:srgbClr>
          </a:solidFill>
          <a:ln w="0">
            <a:noFill/>
            <a:prstDash val="solid"/>
          </a:ln>
        </p:spPr>
      </p:sp>
      <p:sp>
        <p:nvSpPr>
          <p:cNvPr id="3134" name="03_assume_matched_8431">
            <a:extLst>
              <a:ext uri="{FF2B5EF4-FFF2-40B4-BE49-F238E27FC236}">
                <a16:creationId xmlns:a16="http://schemas.microsoft.com/office/drawing/2014/main" id="{A44F4BA7-F6A6-4E70-B0BE-8BBCD3A2A015}"/>
              </a:ext>
            </a:extLst>
          </p:cNvPr>
          <p:cNvSpPr>
            <a:spLocks noGrp="1"/>
          </p:cNvSpPr>
          <p:nvPr/>
        </p:nvSpPr>
        <p:spPr>
          <a:xfrm>
            <a:off x="4334385" y="6595037"/>
            <a:ext cx="28398" cy="28398"/>
          </a:xfrm>
          <a:prstGeom prst="ellipse">
            <a:avLst/>
          </a:prstGeom>
          <a:solidFill>
            <a:srgbClr val="7F8C97">
              <a:alpha val="48000"/>
            </a:srgbClr>
          </a:solidFill>
          <a:ln w="0">
            <a:noFill/>
            <a:prstDash val="solid"/>
          </a:ln>
        </p:spPr>
      </p:sp>
      <p:sp>
        <p:nvSpPr>
          <p:cNvPr id="3135" name="03_assume_matched_8432">
            <a:extLst>
              <a:ext uri="{FF2B5EF4-FFF2-40B4-BE49-F238E27FC236}">
                <a16:creationId xmlns:a16="http://schemas.microsoft.com/office/drawing/2014/main" id="{89036B11-B296-4E6D-9B2F-1D4D1E17F0BD}"/>
              </a:ext>
            </a:extLst>
          </p:cNvPr>
          <p:cNvSpPr>
            <a:spLocks noGrp="1"/>
          </p:cNvSpPr>
          <p:nvPr/>
        </p:nvSpPr>
        <p:spPr>
          <a:xfrm>
            <a:off x="4233505" y="6478063"/>
            <a:ext cx="28398" cy="28398"/>
          </a:xfrm>
          <a:prstGeom prst="ellipse">
            <a:avLst/>
          </a:prstGeom>
          <a:solidFill>
            <a:srgbClr val="7F8C97">
              <a:alpha val="48000"/>
            </a:srgbClr>
          </a:solidFill>
          <a:ln w="0">
            <a:noFill/>
            <a:prstDash val="solid"/>
          </a:ln>
        </p:spPr>
      </p:sp>
      <p:sp>
        <p:nvSpPr>
          <p:cNvPr id="3136" name="03_assume_matched_8433">
            <a:extLst>
              <a:ext uri="{FF2B5EF4-FFF2-40B4-BE49-F238E27FC236}">
                <a16:creationId xmlns:a16="http://schemas.microsoft.com/office/drawing/2014/main" id="{D03CF539-BFA3-4DA0-82E7-29ADE6663093}"/>
              </a:ext>
            </a:extLst>
          </p:cNvPr>
          <p:cNvSpPr>
            <a:spLocks noGrp="1"/>
          </p:cNvSpPr>
          <p:nvPr/>
        </p:nvSpPr>
        <p:spPr>
          <a:xfrm>
            <a:off x="4325463" y="6595037"/>
            <a:ext cx="28398" cy="28398"/>
          </a:xfrm>
          <a:prstGeom prst="ellipse">
            <a:avLst/>
          </a:prstGeom>
          <a:solidFill>
            <a:srgbClr val="7F8C97">
              <a:alpha val="48000"/>
            </a:srgbClr>
          </a:solidFill>
          <a:ln w="0">
            <a:noFill/>
            <a:prstDash val="solid"/>
          </a:ln>
        </p:spPr>
      </p:sp>
      <p:sp>
        <p:nvSpPr>
          <p:cNvPr id="3137" name="03_assume_matched_8434">
            <a:extLst>
              <a:ext uri="{FF2B5EF4-FFF2-40B4-BE49-F238E27FC236}">
                <a16:creationId xmlns:a16="http://schemas.microsoft.com/office/drawing/2014/main" id="{C79AA060-9B29-4704-B163-B79640CCDE2F}"/>
              </a:ext>
            </a:extLst>
          </p:cNvPr>
          <p:cNvSpPr>
            <a:spLocks noGrp="1"/>
          </p:cNvSpPr>
          <p:nvPr/>
        </p:nvSpPr>
        <p:spPr>
          <a:xfrm>
            <a:off x="4304596" y="6302602"/>
            <a:ext cx="28398" cy="28398"/>
          </a:xfrm>
          <a:prstGeom prst="ellipse">
            <a:avLst/>
          </a:prstGeom>
          <a:solidFill>
            <a:srgbClr val="7F8C97">
              <a:alpha val="48000"/>
            </a:srgbClr>
          </a:solidFill>
          <a:ln w="0">
            <a:noFill/>
            <a:prstDash val="solid"/>
          </a:ln>
        </p:spPr>
      </p:sp>
      <p:sp>
        <p:nvSpPr>
          <p:cNvPr id="3138" name="03_assume_matched_8435">
            <a:extLst>
              <a:ext uri="{FF2B5EF4-FFF2-40B4-BE49-F238E27FC236}">
                <a16:creationId xmlns:a16="http://schemas.microsoft.com/office/drawing/2014/main" id="{2899CAAE-98C8-4871-A830-7F486B755B79}"/>
              </a:ext>
            </a:extLst>
          </p:cNvPr>
          <p:cNvSpPr>
            <a:spLocks noGrp="1"/>
          </p:cNvSpPr>
          <p:nvPr/>
        </p:nvSpPr>
        <p:spPr>
          <a:xfrm>
            <a:off x="4213214" y="6302602"/>
            <a:ext cx="28398" cy="28398"/>
          </a:xfrm>
          <a:prstGeom prst="ellipse">
            <a:avLst/>
          </a:prstGeom>
          <a:solidFill>
            <a:srgbClr val="7F8C97">
              <a:alpha val="48000"/>
            </a:srgbClr>
          </a:solidFill>
          <a:ln w="0">
            <a:noFill/>
            <a:prstDash val="solid"/>
          </a:ln>
        </p:spPr>
      </p:sp>
      <p:sp>
        <p:nvSpPr>
          <p:cNvPr id="3139" name="03_assume_matched_8436">
            <a:extLst>
              <a:ext uri="{FF2B5EF4-FFF2-40B4-BE49-F238E27FC236}">
                <a16:creationId xmlns:a16="http://schemas.microsoft.com/office/drawing/2014/main" id="{DAF6A4B9-7968-4FFC-A204-49585B04B5E5}"/>
              </a:ext>
            </a:extLst>
          </p:cNvPr>
          <p:cNvSpPr>
            <a:spLocks noGrp="1"/>
          </p:cNvSpPr>
          <p:nvPr/>
        </p:nvSpPr>
        <p:spPr>
          <a:xfrm>
            <a:off x="4272504" y="6595037"/>
            <a:ext cx="28398" cy="28398"/>
          </a:xfrm>
          <a:prstGeom prst="ellipse">
            <a:avLst/>
          </a:prstGeom>
          <a:solidFill>
            <a:srgbClr val="7F8C97">
              <a:alpha val="48000"/>
            </a:srgbClr>
          </a:solidFill>
          <a:ln w="0">
            <a:noFill/>
            <a:prstDash val="solid"/>
          </a:ln>
        </p:spPr>
      </p:sp>
      <p:sp>
        <p:nvSpPr>
          <p:cNvPr id="3140" name="03_assume_matched_8437">
            <a:extLst>
              <a:ext uri="{FF2B5EF4-FFF2-40B4-BE49-F238E27FC236}">
                <a16:creationId xmlns:a16="http://schemas.microsoft.com/office/drawing/2014/main" id="{8CCC6EF7-3A58-41C9-9100-17F30169C535}"/>
              </a:ext>
            </a:extLst>
          </p:cNvPr>
          <p:cNvSpPr>
            <a:spLocks noGrp="1"/>
          </p:cNvSpPr>
          <p:nvPr/>
        </p:nvSpPr>
        <p:spPr>
          <a:xfrm>
            <a:off x="4254660" y="6595037"/>
            <a:ext cx="28398" cy="28398"/>
          </a:xfrm>
          <a:prstGeom prst="ellipse">
            <a:avLst/>
          </a:prstGeom>
          <a:solidFill>
            <a:srgbClr val="7F8C97">
              <a:alpha val="48000"/>
            </a:srgbClr>
          </a:solidFill>
          <a:ln w="0">
            <a:noFill/>
            <a:prstDash val="solid"/>
          </a:ln>
        </p:spPr>
      </p:sp>
      <p:sp>
        <p:nvSpPr>
          <p:cNvPr id="3141" name="03_assume_matched_8438">
            <a:extLst>
              <a:ext uri="{FF2B5EF4-FFF2-40B4-BE49-F238E27FC236}">
                <a16:creationId xmlns:a16="http://schemas.microsoft.com/office/drawing/2014/main" id="{E7EC83F5-ACF4-4E86-963D-599F16E8A1D7}"/>
              </a:ext>
            </a:extLst>
          </p:cNvPr>
          <p:cNvSpPr>
            <a:spLocks noGrp="1"/>
          </p:cNvSpPr>
          <p:nvPr/>
        </p:nvSpPr>
        <p:spPr>
          <a:xfrm>
            <a:off x="4286895" y="6302602"/>
            <a:ext cx="28398" cy="28398"/>
          </a:xfrm>
          <a:prstGeom prst="ellipse">
            <a:avLst/>
          </a:prstGeom>
          <a:solidFill>
            <a:srgbClr val="7F8C97">
              <a:alpha val="48000"/>
            </a:srgbClr>
          </a:solidFill>
          <a:ln w="0">
            <a:noFill/>
            <a:prstDash val="solid"/>
          </a:ln>
        </p:spPr>
      </p:sp>
      <p:sp>
        <p:nvSpPr>
          <p:cNvPr id="3142" name="03_assume_matched_8439">
            <a:extLst>
              <a:ext uri="{FF2B5EF4-FFF2-40B4-BE49-F238E27FC236}">
                <a16:creationId xmlns:a16="http://schemas.microsoft.com/office/drawing/2014/main" id="{2DE4A68D-B642-4740-AB8C-55DF2B18678E}"/>
              </a:ext>
            </a:extLst>
          </p:cNvPr>
          <p:cNvSpPr>
            <a:spLocks noGrp="1"/>
          </p:cNvSpPr>
          <p:nvPr/>
        </p:nvSpPr>
        <p:spPr>
          <a:xfrm>
            <a:off x="4268763" y="6546298"/>
            <a:ext cx="28398" cy="28398"/>
          </a:xfrm>
          <a:prstGeom prst="ellipse">
            <a:avLst/>
          </a:prstGeom>
          <a:solidFill>
            <a:srgbClr val="7F8C97">
              <a:alpha val="48000"/>
            </a:srgbClr>
          </a:solidFill>
          <a:ln w="0">
            <a:noFill/>
            <a:prstDash val="solid"/>
          </a:ln>
        </p:spPr>
      </p:sp>
      <p:sp>
        <p:nvSpPr>
          <p:cNvPr id="3143" name="03_assume_matched_8440">
            <a:extLst>
              <a:ext uri="{FF2B5EF4-FFF2-40B4-BE49-F238E27FC236}">
                <a16:creationId xmlns:a16="http://schemas.microsoft.com/office/drawing/2014/main" id="{839F082F-22B9-4369-91C8-FD5FF2F886A2}"/>
              </a:ext>
            </a:extLst>
          </p:cNvPr>
          <p:cNvSpPr>
            <a:spLocks noGrp="1"/>
          </p:cNvSpPr>
          <p:nvPr/>
        </p:nvSpPr>
        <p:spPr>
          <a:xfrm>
            <a:off x="4330931" y="6448819"/>
            <a:ext cx="28398" cy="28398"/>
          </a:xfrm>
          <a:prstGeom prst="ellipse">
            <a:avLst/>
          </a:prstGeom>
          <a:solidFill>
            <a:srgbClr val="7F8C97">
              <a:alpha val="48000"/>
            </a:srgbClr>
          </a:solidFill>
          <a:ln w="0">
            <a:noFill/>
            <a:prstDash val="solid"/>
          </a:ln>
        </p:spPr>
      </p:sp>
      <p:sp>
        <p:nvSpPr>
          <p:cNvPr id="3144" name="03_assume_matched_8441">
            <a:extLst>
              <a:ext uri="{FF2B5EF4-FFF2-40B4-BE49-F238E27FC236}">
                <a16:creationId xmlns:a16="http://schemas.microsoft.com/office/drawing/2014/main" id="{FC3E67A1-4F90-456F-950E-1B3A25BD2647}"/>
              </a:ext>
            </a:extLst>
          </p:cNvPr>
          <p:cNvSpPr>
            <a:spLocks noGrp="1"/>
          </p:cNvSpPr>
          <p:nvPr/>
        </p:nvSpPr>
        <p:spPr>
          <a:xfrm>
            <a:off x="4229044" y="6302602"/>
            <a:ext cx="28398" cy="28398"/>
          </a:xfrm>
          <a:prstGeom prst="ellipse">
            <a:avLst/>
          </a:prstGeom>
          <a:solidFill>
            <a:srgbClr val="7F8C97">
              <a:alpha val="48000"/>
            </a:srgbClr>
          </a:solidFill>
          <a:ln w="0">
            <a:noFill/>
            <a:prstDash val="solid"/>
          </a:ln>
        </p:spPr>
      </p:sp>
      <p:sp>
        <p:nvSpPr>
          <p:cNvPr id="3145" name="03_assume_matched_8442">
            <a:extLst>
              <a:ext uri="{FF2B5EF4-FFF2-40B4-BE49-F238E27FC236}">
                <a16:creationId xmlns:a16="http://schemas.microsoft.com/office/drawing/2014/main" id="{859B5CE2-AF55-4C24-80F6-5996504DA174}"/>
              </a:ext>
            </a:extLst>
          </p:cNvPr>
          <p:cNvSpPr>
            <a:spLocks noGrp="1"/>
          </p:cNvSpPr>
          <p:nvPr/>
        </p:nvSpPr>
        <p:spPr>
          <a:xfrm>
            <a:off x="4235664" y="6595037"/>
            <a:ext cx="28398" cy="28398"/>
          </a:xfrm>
          <a:prstGeom prst="ellipse">
            <a:avLst/>
          </a:prstGeom>
          <a:solidFill>
            <a:srgbClr val="7F8C97">
              <a:alpha val="48000"/>
            </a:srgbClr>
          </a:solidFill>
          <a:ln w="0">
            <a:noFill/>
            <a:prstDash val="solid"/>
          </a:ln>
        </p:spPr>
      </p:sp>
      <p:sp>
        <p:nvSpPr>
          <p:cNvPr id="3146" name="03_assume_matched_8443">
            <a:extLst>
              <a:ext uri="{FF2B5EF4-FFF2-40B4-BE49-F238E27FC236}">
                <a16:creationId xmlns:a16="http://schemas.microsoft.com/office/drawing/2014/main" id="{35DC947B-9608-4D5A-966B-91D1D6D80AE9}"/>
              </a:ext>
            </a:extLst>
          </p:cNvPr>
          <p:cNvSpPr>
            <a:spLocks noGrp="1"/>
          </p:cNvSpPr>
          <p:nvPr/>
        </p:nvSpPr>
        <p:spPr>
          <a:xfrm>
            <a:off x="4295530" y="6302602"/>
            <a:ext cx="28398" cy="28398"/>
          </a:xfrm>
          <a:prstGeom prst="ellipse">
            <a:avLst/>
          </a:prstGeom>
          <a:solidFill>
            <a:srgbClr val="7F8C97">
              <a:alpha val="48000"/>
            </a:srgbClr>
          </a:solidFill>
          <a:ln w="0">
            <a:noFill/>
            <a:prstDash val="solid"/>
          </a:ln>
        </p:spPr>
      </p:sp>
      <p:sp>
        <p:nvSpPr>
          <p:cNvPr id="3147" name="03_assume_matched_8444">
            <a:extLst>
              <a:ext uri="{FF2B5EF4-FFF2-40B4-BE49-F238E27FC236}">
                <a16:creationId xmlns:a16="http://schemas.microsoft.com/office/drawing/2014/main" id="{A7C91D57-E190-45C8-888C-12B540D5EC79}"/>
              </a:ext>
            </a:extLst>
          </p:cNvPr>
          <p:cNvSpPr>
            <a:spLocks noGrp="1"/>
          </p:cNvSpPr>
          <p:nvPr/>
        </p:nvSpPr>
        <p:spPr>
          <a:xfrm>
            <a:off x="4294235" y="6302602"/>
            <a:ext cx="28398" cy="28398"/>
          </a:xfrm>
          <a:prstGeom prst="ellipse">
            <a:avLst/>
          </a:prstGeom>
          <a:solidFill>
            <a:srgbClr val="7F8C97">
              <a:alpha val="48000"/>
            </a:srgbClr>
          </a:solidFill>
          <a:ln w="0">
            <a:noFill/>
            <a:prstDash val="solid"/>
          </a:ln>
        </p:spPr>
      </p:sp>
      <p:sp>
        <p:nvSpPr>
          <p:cNvPr id="3148" name="03_assume_matched_8445">
            <a:extLst>
              <a:ext uri="{FF2B5EF4-FFF2-40B4-BE49-F238E27FC236}">
                <a16:creationId xmlns:a16="http://schemas.microsoft.com/office/drawing/2014/main" id="{042C58CE-C99B-4B93-8DD8-5880F56E5962}"/>
              </a:ext>
            </a:extLst>
          </p:cNvPr>
          <p:cNvSpPr>
            <a:spLocks noGrp="1"/>
          </p:cNvSpPr>
          <p:nvPr/>
        </p:nvSpPr>
        <p:spPr>
          <a:xfrm>
            <a:off x="4341005" y="6595037"/>
            <a:ext cx="28398" cy="28398"/>
          </a:xfrm>
          <a:prstGeom prst="ellipse">
            <a:avLst/>
          </a:prstGeom>
          <a:solidFill>
            <a:srgbClr val="7F8C97">
              <a:alpha val="48000"/>
            </a:srgbClr>
          </a:solidFill>
          <a:ln w="0">
            <a:noFill/>
            <a:prstDash val="solid"/>
          </a:ln>
        </p:spPr>
      </p:sp>
      <p:sp>
        <p:nvSpPr>
          <p:cNvPr id="3149" name="03_assume_matched_8446">
            <a:extLst>
              <a:ext uri="{FF2B5EF4-FFF2-40B4-BE49-F238E27FC236}">
                <a16:creationId xmlns:a16="http://schemas.microsoft.com/office/drawing/2014/main" id="{C0AE45CD-1472-488E-BA5C-20F5CBD2FA7D}"/>
              </a:ext>
            </a:extLst>
          </p:cNvPr>
          <p:cNvSpPr>
            <a:spLocks noGrp="1"/>
          </p:cNvSpPr>
          <p:nvPr/>
        </p:nvSpPr>
        <p:spPr>
          <a:xfrm>
            <a:off x="4319275" y="6448819"/>
            <a:ext cx="28398" cy="28398"/>
          </a:xfrm>
          <a:prstGeom prst="ellipse">
            <a:avLst/>
          </a:prstGeom>
          <a:solidFill>
            <a:srgbClr val="7F8C97">
              <a:alpha val="48000"/>
            </a:srgbClr>
          </a:solidFill>
          <a:ln w="0">
            <a:noFill/>
            <a:prstDash val="solid"/>
          </a:ln>
        </p:spPr>
      </p:sp>
      <p:sp>
        <p:nvSpPr>
          <p:cNvPr id="3150" name="03_assume_matched_8447">
            <a:extLst>
              <a:ext uri="{FF2B5EF4-FFF2-40B4-BE49-F238E27FC236}">
                <a16:creationId xmlns:a16="http://schemas.microsoft.com/office/drawing/2014/main" id="{7B5750CD-F5D4-4D00-A39E-DEFEDA6ACED8}"/>
              </a:ext>
            </a:extLst>
          </p:cNvPr>
          <p:cNvSpPr>
            <a:spLocks noGrp="1"/>
          </p:cNvSpPr>
          <p:nvPr/>
        </p:nvSpPr>
        <p:spPr>
          <a:xfrm>
            <a:off x="4251350" y="6595037"/>
            <a:ext cx="28398" cy="28398"/>
          </a:xfrm>
          <a:prstGeom prst="ellipse">
            <a:avLst/>
          </a:prstGeom>
          <a:solidFill>
            <a:srgbClr val="7F8C97">
              <a:alpha val="48000"/>
            </a:srgbClr>
          </a:solidFill>
          <a:ln w="0">
            <a:noFill/>
            <a:prstDash val="solid"/>
          </a:ln>
        </p:spPr>
      </p:sp>
      <p:sp>
        <p:nvSpPr>
          <p:cNvPr id="3151" name="03_assume_matched_8448">
            <a:extLst>
              <a:ext uri="{FF2B5EF4-FFF2-40B4-BE49-F238E27FC236}">
                <a16:creationId xmlns:a16="http://schemas.microsoft.com/office/drawing/2014/main" id="{1C1C57B1-9017-4C2B-8273-101F6947203E}"/>
              </a:ext>
            </a:extLst>
          </p:cNvPr>
          <p:cNvSpPr>
            <a:spLocks noGrp="1"/>
          </p:cNvSpPr>
          <p:nvPr/>
        </p:nvSpPr>
        <p:spPr>
          <a:xfrm>
            <a:off x="4322153" y="6595037"/>
            <a:ext cx="28398" cy="28398"/>
          </a:xfrm>
          <a:prstGeom prst="ellipse">
            <a:avLst/>
          </a:prstGeom>
          <a:solidFill>
            <a:srgbClr val="7F8C97">
              <a:alpha val="48000"/>
            </a:srgbClr>
          </a:solidFill>
          <a:ln w="0">
            <a:noFill/>
            <a:prstDash val="solid"/>
          </a:ln>
        </p:spPr>
      </p:sp>
      <p:sp>
        <p:nvSpPr>
          <p:cNvPr id="3152" name="03_assume_matched_8449">
            <a:extLst>
              <a:ext uri="{FF2B5EF4-FFF2-40B4-BE49-F238E27FC236}">
                <a16:creationId xmlns:a16="http://schemas.microsoft.com/office/drawing/2014/main" id="{9F3B28C8-A1B5-48A1-921B-839756298950}"/>
              </a:ext>
            </a:extLst>
          </p:cNvPr>
          <p:cNvSpPr>
            <a:spLocks noGrp="1"/>
          </p:cNvSpPr>
          <p:nvPr/>
        </p:nvSpPr>
        <p:spPr>
          <a:xfrm>
            <a:off x="4310496" y="6595037"/>
            <a:ext cx="28398" cy="28398"/>
          </a:xfrm>
          <a:prstGeom prst="ellipse">
            <a:avLst/>
          </a:prstGeom>
          <a:solidFill>
            <a:srgbClr val="7F8C97">
              <a:alpha val="48000"/>
            </a:srgbClr>
          </a:solidFill>
          <a:ln w="0">
            <a:noFill/>
            <a:prstDash val="solid"/>
          </a:ln>
        </p:spPr>
      </p:sp>
      <p:sp>
        <p:nvSpPr>
          <p:cNvPr id="3153" name="03_assume_matched_8450">
            <a:extLst>
              <a:ext uri="{FF2B5EF4-FFF2-40B4-BE49-F238E27FC236}">
                <a16:creationId xmlns:a16="http://schemas.microsoft.com/office/drawing/2014/main" id="{FA03345D-1928-45F0-A34F-F31715EBCA81}"/>
              </a:ext>
            </a:extLst>
          </p:cNvPr>
          <p:cNvSpPr>
            <a:spLocks noGrp="1"/>
          </p:cNvSpPr>
          <p:nvPr/>
        </p:nvSpPr>
        <p:spPr>
          <a:xfrm>
            <a:off x="4316684" y="6595037"/>
            <a:ext cx="28398" cy="28398"/>
          </a:xfrm>
          <a:prstGeom prst="ellipse">
            <a:avLst/>
          </a:prstGeom>
          <a:solidFill>
            <a:srgbClr val="7F8C97">
              <a:alpha val="48000"/>
            </a:srgbClr>
          </a:solidFill>
          <a:ln w="0">
            <a:noFill/>
            <a:prstDash val="solid"/>
          </a:ln>
        </p:spPr>
      </p:sp>
      <p:sp>
        <p:nvSpPr>
          <p:cNvPr id="3154" name="03_assume_matched_8451">
            <a:extLst>
              <a:ext uri="{FF2B5EF4-FFF2-40B4-BE49-F238E27FC236}">
                <a16:creationId xmlns:a16="http://schemas.microsoft.com/office/drawing/2014/main" id="{AB960795-00F4-4305-9B4B-2771429D1E9C}"/>
              </a:ext>
            </a:extLst>
          </p:cNvPr>
          <p:cNvSpPr>
            <a:spLocks noGrp="1"/>
          </p:cNvSpPr>
          <p:nvPr/>
        </p:nvSpPr>
        <p:spPr>
          <a:xfrm>
            <a:off x="4330068" y="6595037"/>
            <a:ext cx="28398" cy="28398"/>
          </a:xfrm>
          <a:prstGeom prst="ellipse">
            <a:avLst/>
          </a:prstGeom>
          <a:solidFill>
            <a:srgbClr val="7F8C97">
              <a:alpha val="48000"/>
            </a:srgbClr>
          </a:solidFill>
          <a:ln w="0">
            <a:noFill/>
            <a:prstDash val="solid"/>
          </a:ln>
        </p:spPr>
      </p:sp>
      <p:sp>
        <p:nvSpPr>
          <p:cNvPr id="3155" name="03_assume_matched_8452">
            <a:extLst>
              <a:ext uri="{FF2B5EF4-FFF2-40B4-BE49-F238E27FC236}">
                <a16:creationId xmlns:a16="http://schemas.microsoft.com/office/drawing/2014/main" id="{B4A40761-CB3E-492C-9D13-6E22EDFCCAA7}"/>
              </a:ext>
            </a:extLst>
          </p:cNvPr>
          <p:cNvSpPr>
            <a:spLocks noGrp="1"/>
          </p:cNvSpPr>
          <p:nvPr/>
        </p:nvSpPr>
        <p:spPr>
          <a:xfrm>
            <a:off x="4238686" y="6302602"/>
            <a:ext cx="28398" cy="28398"/>
          </a:xfrm>
          <a:prstGeom prst="ellipse">
            <a:avLst/>
          </a:prstGeom>
          <a:solidFill>
            <a:srgbClr val="7F8C97">
              <a:alpha val="48000"/>
            </a:srgbClr>
          </a:solidFill>
          <a:ln w="0">
            <a:noFill/>
            <a:prstDash val="solid"/>
          </a:ln>
        </p:spPr>
      </p:sp>
      <p:sp>
        <p:nvSpPr>
          <p:cNvPr id="3156" name="03_assume_matched_8453">
            <a:extLst>
              <a:ext uri="{FF2B5EF4-FFF2-40B4-BE49-F238E27FC236}">
                <a16:creationId xmlns:a16="http://schemas.microsoft.com/office/drawing/2014/main" id="{B0509DD5-5F17-45CF-967A-6695B181B1F7}"/>
              </a:ext>
            </a:extLst>
          </p:cNvPr>
          <p:cNvSpPr>
            <a:spLocks noGrp="1"/>
          </p:cNvSpPr>
          <p:nvPr/>
        </p:nvSpPr>
        <p:spPr>
          <a:xfrm>
            <a:off x="4227893" y="6302602"/>
            <a:ext cx="28398" cy="28398"/>
          </a:xfrm>
          <a:prstGeom prst="ellipse">
            <a:avLst/>
          </a:prstGeom>
          <a:solidFill>
            <a:srgbClr val="7F8C97">
              <a:alpha val="48000"/>
            </a:srgbClr>
          </a:solidFill>
          <a:ln w="0">
            <a:noFill/>
            <a:prstDash val="solid"/>
          </a:ln>
        </p:spPr>
      </p:sp>
      <p:sp>
        <p:nvSpPr>
          <p:cNvPr id="3157" name="03_assume_matched_8454">
            <a:extLst>
              <a:ext uri="{FF2B5EF4-FFF2-40B4-BE49-F238E27FC236}">
                <a16:creationId xmlns:a16="http://schemas.microsoft.com/office/drawing/2014/main" id="{3EF824C3-2ED0-4A02-8001-CC6E34F24415}"/>
              </a:ext>
            </a:extLst>
          </p:cNvPr>
          <p:cNvSpPr>
            <a:spLocks noGrp="1"/>
          </p:cNvSpPr>
          <p:nvPr/>
        </p:nvSpPr>
        <p:spPr>
          <a:xfrm>
            <a:off x="4310784" y="6302602"/>
            <a:ext cx="28398" cy="28398"/>
          </a:xfrm>
          <a:prstGeom prst="ellipse">
            <a:avLst/>
          </a:prstGeom>
          <a:solidFill>
            <a:srgbClr val="7F8C97">
              <a:alpha val="48000"/>
            </a:srgbClr>
          </a:solidFill>
          <a:ln w="0">
            <a:noFill/>
            <a:prstDash val="solid"/>
          </a:ln>
        </p:spPr>
      </p:sp>
      <p:sp>
        <p:nvSpPr>
          <p:cNvPr id="3158" name="03_assume_matched_8455">
            <a:extLst>
              <a:ext uri="{FF2B5EF4-FFF2-40B4-BE49-F238E27FC236}">
                <a16:creationId xmlns:a16="http://schemas.microsoft.com/office/drawing/2014/main" id="{82662500-93FA-4CE9-BA0D-73F1CBBE0420}"/>
              </a:ext>
            </a:extLst>
          </p:cNvPr>
          <p:cNvSpPr>
            <a:spLocks noGrp="1"/>
          </p:cNvSpPr>
          <p:nvPr/>
        </p:nvSpPr>
        <p:spPr>
          <a:xfrm>
            <a:off x="4347913" y="6344379"/>
            <a:ext cx="28398" cy="28398"/>
          </a:xfrm>
          <a:prstGeom prst="ellipse">
            <a:avLst/>
          </a:prstGeom>
          <a:solidFill>
            <a:srgbClr val="7F8C97">
              <a:alpha val="48000"/>
            </a:srgbClr>
          </a:solidFill>
          <a:ln w="0">
            <a:noFill/>
            <a:prstDash val="solid"/>
          </a:ln>
        </p:spPr>
      </p:sp>
      <p:sp>
        <p:nvSpPr>
          <p:cNvPr id="3159" name="03_assume_matched_8456">
            <a:extLst>
              <a:ext uri="{FF2B5EF4-FFF2-40B4-BE49-F238E27FC236}">
                <a16:creationId xmlns:a16="http://schemas.microsoft.com/office/drawing/2014/main" id="{170B73F2-A403-4D4A-8090-158D8B4A2901}"/>
              </a:ext>
            </a:extLst>
          </p:cNvPr>
          <p:cNvSpPr>
            <a:spLocks noGrp="1"/>
          </p:cNvSpPr>
          <p:nvPr/>
        </p:nvSpPr>
        <p:spPr>
          <a:xfrm>
            <a:off x="4354101" y="6302602"/>
            <a:ext cx="28398" cy="28398"/>
          </a:xfrm>
          <a:prstGeom prst="ellipse">
            <a:avLst/>
          </a:prstGeom>
          <a:solidFill>
            <a:srgbClr val="7F8C97">
              <a:alpha val="48000"/>
            </a:srgbClr>
          </a:solidFill>
          <a:ln w="0">
            <a:noFill/>
            <a:prstDash val="solid"/>
          </a:ln>
        </p:spPr>
      </p:sp>
      <p:sp>
        <p:nvSpPr>
          <p:cNvPr id="3160" name="03_assume_matched_8457">
            <a:extLst>
              <a:ext uri="{FF2B5EF4-FFF2-40B4-BE49-F238E27FC236}">
                <a16:creationId xmlns:a16="http://schemas.microsoft.com/office/drawing/2014/main" id="{3006C095-795A-40C9-BCE4-38F76FFE91FB}"/>
              </a:ext>
            </a:extLst>
          </p:cNvPr>
          <p:cNvSpPr>
            <a:spLocks noGrp="1"/>
          </p:cNvSpPr>
          <p:nvPr/>
        </p:nvSpPr>
        <p:spPr>
          <a:xfrm>
            <a:off x="4265165" y="6595037"/>
            <a:ext cx="28398" cy="28398"/>
          </a:xfrm>
          <a:prstGeom prst="ellipse">
            <a:avLst/>
          </a:prstGeom>
          <a:solidFill>
            <a:srgbClr val="7F8C97">
              <a:alpha val="48000"/>
            </a:srgbClr>
          </a:solidFill>
          <a:ln w="0">
            <a:noFill/>
            <a:prstDash val="solid"/>
          </a:ln>
        </p:spPr>
      </p:sp>
      <p:sp>
        <p:nvSpPr>
          <p:cNvPr id="3161" name="03_assume_matched_8458">
            <a:extLst>
              <a:ext uri="{FF2B5EF4-FFF2-40B4-BE49-F238E27FC236}">
                <a16:creationId xmlns:a16="http://schemas.microsoft.com/office/drawing/2014/main" id="{75C30FCA-9937-4FB4-859C-4C21368176FF}"/>
              </a:ext>
            </a:extLst>
          </p:cNvPr>
          <p:cNvSpPr>
            <a:spLocks noGrp="1"/>
          </p:cNvSpPr>
          <p:nvPr/>
        </p:nvSpPr>
        <p:spPr>
          <a:xfrm>
            <a:off x="4317980" y="6595037"/>
            <a:ext cx="28398" cy="28398"/>
          </a:xfrm>
          <a:prstGeom prst="ellipse">
            <a:avLst/>
          </a:prstGeom>
          <a:solidFill>
            <a:srgbClr val="7F8C97">
              <a:alpha val="48000"/>
            </a:srgbClr>
          </a:solidFill>
          <a:ln w="0">
            <a:noFill/>
            <a:prstDash val="solid"/>
          </a:ln>
        </p:spPr>
      </p:sp>
      <p:sp>
        <p:nvSpPr>
          <p:cNvPr id="3162" name="03_assume_matched_8459">
            <a:extLst>
              <a:ext uri="{FF2B5EF4-FFF2-40B4-BE49-F238E27FC236}">
                <a16:creationId xmlns:a16="http://schemas.microsoft.com/office/drawing/2014/main" id="{79D872E7-1889-4475-AC20-445C3AA62483}"/>
              </a:ext>
            </a:extLst>
          </p:cNvPr>
          <p:cNvSpPr>
            <a:spLocks noGrp="1"/>
          </p:cNvSpPr>
          <p:nvPr/>
        </p:nvSpPr>
        <p:spPr>
          <a:xfrm>
            <a:off x="4328917" y="6595037"/>
            <a:ext cx="28398" cy="28398"/>
          </a:xfrm>
          <a:prstGeom prst="ellipse">
            <a:avLst/>
          </a:prstGeom>
          <a:solidFill>
            <a:srgbClr val="7F8C97">
              <a:alpha val="48000"/>
            </a:srgbClr>
          </a:solidFill>
          <a:ln w="0">
            <a:noFill/>
            <a:prstDash val="solid"/>
          </a:ln>
        </p:spPr>
      </p:sp>
      <p:sp>
        <p:nvSpPr>
          <p:cNvPr id="3163" name="03_assume_matched_8460">
            <a:extLst>
              <a:ext uri="{FF2B5EF4-FFF2-40B4-BE49-F238E27FC236}">
                <a16:creationId xmlns:a16="http://schemas.microsoft.com/office/drawing/2014/main" id="{884EE934-49D1-4DD9-8FF4-9E1151A901D4}"/>
              </a:ext>
            </a:extLst>
          </p:cNvPr>
          <p:cNvSpPr>
            <a:spLocks noGrp="1"/>
          </p:cNvSpPr>
          <p:nvPr/>
        </p:nvSpPr>
        <p:spPr>
          <a:xfrm>
            <a:off x="4346330" y="6595037"/>
            <a:ext cx="28398" cy="28398"/>
          </a:xfrm>
          <a:prstGeom prst="ellipse">
            <a:avLst/>
          </a:prstGeom>
          <a:solidFill>
            <a:srgbClr val="7F8C97">
              <a:alpha val="48000"/>
            </a:srgbClr>
          </a:solidFill>
          <a:ln w="0">
            <a:noFill/>
            <a:prstDash val="solid"/>
          </a:ln>
        </p:spPr>
      </p:sp>
      <p:sp>
        <p:nvSpPr>
          <p:cNvPr id="3164" name="03_assume_matched_8461">
            <a:extLst>
              <a:ext uri="{FF2B5EF4-FFF2-40B4-BE49-F238E27FC236}">
                <a16:creationId xmlns:a16="http://schemas.microsoft.com/office/drawing/2014/main" id="{EBA99035-82FF-4DD4-9A5D-E430A5E7350B}"/>
              </a:ext>
            </a:extLst>
          </p:cNvPr>
          <p:cNvSpPr>
            <a:spLocks noGrp="1"/>
          </p:cNvSpPr>
          <p:nvPr/>
        </p:nvSpPr>
        <p:spPr>
          <a:xfrm>
            <a:off x="4331075" y="6595037"/>
            <a:ext cx="28398" cy="28398"/>
          </a:xfrm>
          <a:prstGeom prst="ellipse">
            <a:avLst/>
          </a:prstGeom>
          <a:solidFill>
            <a:srgbClr val="7F8C97">
              <a:alpha val="48000"/>
            </a:srgbClr>
          </a:solidFill>
          <a:ln w="0">
            <a:noFill/>
            <a:prstDash val="solid"/>
          </a:ln>
        </p:spPr>
      </p:sp>
      <p:sp>
        <p:nvSpPr>
          <p:cNvPr id="3165" name="03_assume_matched_8462">
            <a:extLst>
              <a:ext uri="{FF2B5EF4-FFF2-40B4-BE49-F238E27FC236}">
                <a16:creationId xmlns:a16="http://schemas.microsoft.com/office/drawing/2014/main" id="{A28D2195-A80F-4892-9BF9-84D8527F2266}"/>
              </a:ext>
            </a:extLst>
          </p:cNvPr>
          <p:cNvSpPr>
            <a:spLocks noGrp="1"/>
          </p:cNvSpPr>
          <p:nvPr/>
        </p:nvSpPr>
        <p:spPr>
          <a:xfrm>
            <a:off x="4309345" y="6595037"/>
            <a:ext cx="28398" cy="28398"/>
          </a:xfrm>
          <a:prstGeom prst="ellipse">
            <a:avLst/>
          </a:prstGeom>
          <a:solidFill>
            <a:srgbClr val="7F8C97">
              <a:alpha val="48000"/>
            </a:srgbClr>
          </a:solidFill>
          <a:ln w="0">
            <a:noFill/>
            <a:prstDash val="solid"/>
          </a:ln>
        </p:spPr>
      </p:sp>
      <p:sp>
        <p:nvSpPr>
          <p:cNvPr id="3166" name="03_assume_matched_8463">
            <a:extLst>
              <a:ext uri="{FF2B5EF4-FFF2-40B4-BE49-F238E27FC236}">
                <a16:creationId xmlns:a16="http://schemas.microsoft.com/office/drawing/2014/main" id="{9EC0FECD-365A-4D3A-80E4-6F9D8642C8A5}"/>
              </a:ext>
            </a:extLst>
          </p:cNvPr>
          <p:cNvSpPr>
            <a:spLocks noGrp="1"/>
          </p:cNvSpPr>
          <p:nvPr/>
        </p:nvSpPr>
        <p:spPr>
          <a:xfrm>
            <a:off x="4221129" y="6302602"/>
            <a:ext cx="28398" cy="28398"/>
          </a:xfrm>
          <a:prstGeom prst="ellipse">
            <a:avLst/>
          </a:prstGeom>
          <a:solidFill>
            <a:srgbClr val="7F8C97">
              <a:alpha val="48000"/>
            </a:srgbClr>
          </a:solidFill>
          <a:ln w="0">
            <a:noFill/>
            <a:prstDash val="solid"/>
          </a:ln>
        </p:spPr>
      </p:sp>
      <p:sp>
        <p:nvSpPr>
          <p:cNvPr id="3167" name="03_assume_matched_8464">
            <a:extLst>
              <a:ext uri="{FF2B5EF4-FFF2-40B4-BE49-F238E27FC236}">
                <a16:creationId xmlns:a16="http://schemas.microsoft.com/office/drawing/2014/main" id="{6BDC1C07-C742-4A66-B856-4A63F974FBC4}"/>
              </a:ext>
            </a:extLst>
          </p:cNvPr>
          <p:cNvSpPr>
            <a:spLocks noGrp="1"/>
          </p:cNvSpPr>
          <p:nvPr/>
        </p:nvSpPr>
        <p:spPr>
          <a:xfrm>
            <a:off x="4235088" y="6595037"/>
            <a:ext cx="28398" cy="28398"/>
          </a:xfrm>
          <a:prstGeom prst="ellipse">
            <a:avLst/>
          </a:prstGeom>
          <a:solidFill>
            <a:srgbClr val="7F8C97">
              <a:alpha val="48000"/>
            </a:srgbClr>
          </a:solidFill>
          <a:ln w="0">
            <a:noFill/>
            <a:prstDash val="solid"/>
          </a:ln>
        </p:spPr>
      </p:sp>
      <p:sp>
        <p:nvSpPr>
          <p:cNvPr id="3168" name="03_assume_matched_8465">
            <a:extLst>
              <a:ext uri="{FF2B5EF4-FFF2-40B4-BE49-F238E27FC236}">
                <a16:creationId xmlns:a16="http://schemas.microsoft.com/office/drawing/2014/main" id="{9B67BCAA-6B08-4289-B672-010D979C6503}"/>
              </a:ext>
            </a:extLst>
          </p:cNvPr>
          <p:cNvSpPr>
            <a:spLocks noGrp="1"/>
          </p:cNvSpPr>
          <p:nvPr/>
        </p:nvSpPr>
        <p:spPr>
          <a:xfrm>
            <a:off x="4296249" y="6302602"/>
            <a:ext cx="28398" cy="28398"/>
          </a:xfrm>
          <a:prstGeom prst="ellipse">
            <a:avLst/>
          </a:prstGeom>
          <a:solidFill>
            <a:srgbClr val="7F8C97">
              <a:alpha val="48000"/>
            </a:srgbClr>
          </a:solidFill>
          <a:ln w="0">
            <a:noFill/>
            <a:prstDash val="solid"/>
          </a:ln>
        </p:spPr>
      </p:sp>
      <p:sp>
        <p:nvSpPr>
          <p:cNvPr id="3169" name="03_assume_matched_8466">
            <a:extLst>
              <a:ext uri="{FF2B5EF4-FFF2-40B4-BE49-F238E27FC236}">
                <a16:creationId xmlns:a16="http://schemas.microsoft.com/office/drawing/2014/main" id="{363B0236-2155-441E-86CD-67913FE6969C}"/>
              </a:ext>
            </a:extLst>
          </p:cNvPr>
          <p:cNvSpPr>
            <a:spLocks noGrp="1"/>
          </p:cNvSpPr>
          <p:nvPr/>
        </p:nvSpPr>
        <p:spPr>
          <a:xfrm>
            <a:off x="4241132" y="6595037"/>
            <a:ext cx="28398" cy="28398"/>
          </a:xfrm>
          <a:prstGeom prst="ellipse">
            <a:avLst/>
          </a:prstGeom>
          <a:solidFill>
            <a:srgbClr val="7F8C97">
              <a:alpha val="48000"/>
            </a:srgbClr>
          </a:solidFill>
          <a:ln w="0">
            <a:noFill/>
            <a:prstDash val="solid"/>
          </a:ln>
        </p:spPr>
      </p:sp>
      <p:sp>
        <p:nvSpPr>
          <p:cNvPr id="3170" name="03_assume_matched_8467">
            <a:extLst>
              <a:ext uri="{FF2B5EF4-FFF2-40B4-BE49-F238E27FC236}">
                <a16:creationId xmlns:a16="http://schemas.microsoft.com/office/drawing/2014/main" id="{4916855A-798D-4EAD-A464-E2C79F4E51FA}"/>
              </a:ext>
            </a:extLst>
          </p:cNvPr>
          <p:cNvSpPr>
            <a:spLocks noGrp="1"/>
          </p:cNvSpPr>
          <p:nvPr/>
        </p:nvSpPr>
        <p:spPr>
          <a:xfrm>
            <a:off x="4267180" y="6595037"/>
            <a:ext cx="28398" cy="28398"/>
          </a:xfrm>
          <a:prstGeom prst="ellipse">
            <a:avLst/>
          </a:prstGeom>
          <a:solidFill>
            <a:srgbClr val="7F8C97">
              <a:alpha val="48000"/>
            </a:srgbClr>
          </a:solidFill>
          <a:ln w="0">
            <a:noFill/>
            <a:prstDash val="solid"/>
          </a:ln>
        </p:spPr>
      </p:sp>
      <p:sp>
        <p:nvSpPr>
          <p:cNvPr id="3171" name="03_assume_matched_8468">
            <a:extLst>
              <a:ext uri="{FF2B5EF4-FFF2-40B4-BE49-F238E27FC236}">
                <a16:creationId xmlns:a16="http://schemas.microsoft.com/office/drawing/2014/main" id="{9B4AB1BA-CD74-42B2-9AAF-AF7BEA2FD083}"/>
              </a:ext>
            </a:extLst>
          </p:cNvPr>
          <p:cNvSpPr>
            <a:spLocks noGrp="1"/>
          </p:cNvSpPr>
          <p:nvPr/>
        </p:nvSpPr>
        <p:spPr>
          <a:xfrm>
            <a:off x="4216236" y="6595037"/>
            <a:ext cx="28398" cy="28398"/>
          </a:xfrm>
          <a:prstGeom prst="ellipse">
            <a:avLst/>
          </a:prstGeom>
          <a:solidFill>
            <a:srgbClr val="7F8C97">
              <a:alpha val="48000"/>
            </a:srgbClr>
          </a:solidFill>
          <a:ln w="0">
            <a:noFill/>
            <a:prstDash val="solid"/>
          </a:ln>
        </p:spPr>
      </p:sp>
      <p:sp>
        <p:nvSpPr>
          <p:cNvPr id="3172" name="03_assume_matched_8469">
            <a:extLst>
              <a:ext uri="{FF2B5EF4-FFF2-40B4-BE49-F238E27FC236}">
                <a16:creationId xmlns:a16="http://schemas.microsoft.com/office/drawing/2014/main" id="{462029B7-D39E-44CF-B8E3-8EF7D130D312}"/>
              </a:ext>
            </a:extLst>
          </p:cNvPr>
          <p:cNvSpPr>
            <a:spLocks noGrp="1"/>
          </p:cNvSpPr>
          <p:nvPr/>
        </p:nvSpPr>
        <p:spPr>
          <a:xfrm>
            <a:off x="4711722" y="6010168"/>
            <a:ext cx="28398" cy="28398"/>
          </a:xfrm>
          <a:prstGeom prst="ellipse">
            <a:avLst/>
          </a:prstGeom>
          <a:solidFill>
            <a:srgbClr val="7F8C97">
              <a:alpha val="48000"/>
            </a:srgbClr>
          </a:solidFill>
          <a:ln w="0">
            <a:noFill/>
            <a:prstDash val="solid"/>
          </a:ln>
        </p:spPr>
      </p:sp>
      <p:sp>
        <p:nvSpPr>
          <p:cNvPr id="3173" name="03_assume_matched_8470">
            <a:extLst>
              <a:ext uri="{FF2B5EF4-FFF2-40B4-BE49-F238E27FC236}">
                <a16:creationId xmlns:a16="http://schemas.microsoft.com/office/drawing/2014/main" id="{9332EA3F-021C-43C5-A2C9-73216FE81BEB}"/>
              </a:ext>
            </a:extLst>
          </p:cNvPr>
          <p:cNvSpPr>
            <a:spLocks noGrp="1"/>
          </p:cNvSpPr>
          <p:nvPr/>
        </p:nvSpPr>
        <p:spPr>
          <a:xfrm>
            <a:off x="4700209" y="6010168"/>
            <a:ext cx="28398" cy="28398"/>
          </a:xfrm>
          <a:prstGeom prst="ellipse">
            <a:avLst/>
          </a:prstGeom>
          <a:solidFill>
            <a:srgbClr val="7F8C97">
              <a:alpha val="48000"/>
            </a:srgbClr>
          </a:solidFill>
          <a:ln w="0">
            <a:noFill/>
            <a:prstDash val="solid"/>
          </a:ln>
        </p:spPr>
      </p:sp>
      <p:sp>
        <p:nvSpPr>
          <p:cNvPr id="3174" name="03_assume_matched_8471">
            <a:extLst>
              <a:ext uri="{FF2B5EF4-FFF2-40B4-BE49-F238E27FC236}">
                <a16:creationId xmlns:a16="http://schemas.microsoft.com/office/drawing/2014/main" id="{D5A162FE-1727-46D8-A6DC-CCB842E3B242}"/>
              </a:ext>
            </a:extLst>
          </p:cNvPr>
          <p:cNvSpPr>
            <a:spLocks noGrp="1"/>
          </p:cNvSpPr>
          <p:nvPr/>
        </p:nvSpPr>
        <p:spPr>
          <a:xfrm>
            <a:off x="4643078" y="6010168"/>
            <a:ext cx="28398" cy="28398"/>
          </a:xfrm>
          <a:prstGeom prst="ellipse">
            <a:avLst/>
          </a:prstGeom>
          <a:solidFill>
            <a:srgbClr val="7F8C97">
              <a:alpha val="48000"/>
            </a:srgbClr>
          </a:solidFill>
          <a:ln w="0">
            <a:noFill/>
            <a:prstDash val="solid"/>
          </a:ln>
        </p:spPr>
      </p:sp>
      <p:sp>
        <p:nvSpPr>
          <p:cNvPr id="3175" name="03_assume_matched_8472">
            <a:extLst>
              <a:ext uri="{FF2B5EF4-FFF2-40B4-BE49-F238E27FC236}">
                <a16:creationId xmlns:a16="http://schemas.microsoft.com/office/drawing/2014/main" id="{E153E892-777B-4C92-B975-A4808B8B6132}"/>
              </a:ext>
            </a:extLst>
          </p:cNvPr>
          <p:cNvSpPr>
            <a:spLocks noGrp="1"/>
          </p:cNvSpPr>
          <p:nvPr/>
        </p:nvSpPr>
        <p:spPr>
          <a:xfrm>
            <a:off x="4721940" y="6010168"/>
            <a:ext cx="28398" cy="28398"/>
          </a:xfrm>
          <a:prstGeom prst="ellipse">
            <a:avLst/>
          </a:prstGeom>
          <a:solidFill>
            <a:srgbClr val="7F8C97">
              <a:alpha val="48000"/>
            </a:srgbClr>
          </a:solidFill>
          <a:ln w="0">
            <a:noFill/>
            <a:prstDash val="solid"/>
          </a:ln>
        </p:spPr>
      </p:sp>
      <p:sp>
        <p:nvSpPr>
          <p:cNvPr id="3176" name="03_assume_matched_8473">
            <a:extLst>
              <a:ext uri="{FF2B5EF4-FFF2-40B4-BE49-F238E27FC236}">
                <a16:creationId xmlns:a16="http://schemas.microsoft.com/office/drawing/2014/main" id="{49419C02-0395-40BA-B894-35A2E0C62303}"/>
              </a:ext>
            </a:extLst>
          </p:cNvPr>
          <p:cNvSpPr>
            <a:spLocks noGrp="1"/>
          </p:cNvSpPr>
          <p:nvPr/>
        </p:nvSpPr>
        <p:spPr>
          <a:xfrm>
            <a:off x="4689704" y="6010168"/>
            <a:ext cx="28398" cy="28398"/>
          </a:xfrm>
          <a:prstGeom prst="ellipse">
            <a:avLst/>
          </a:prstGeom>
          <a:solidFill>
            <a:srgbClr val="7F8C97">
              <a:alpha val="48000"/>
            </a:srgbClr>
          </a:solidFill>
          <a:ln w="0">
            <a:noFill/>
            <a:prstDash val="solid"/>
          </a:ln>
        </p:spPr>
      </p:sp>
      <p:sp>
        <p:nvSpPr>
          <p:cNvPr id="3177" name="03_assume_matched_8474">
            <a:extLst>
              <a:ext uri="{FF2B5EF4-FFF2-40B4-BE49-F238E27FC236}">
                <a16:creationId xmlns:a16="http://schemas.microsoft.com/office/drawing/2014/main" id="{F8B0E09F-3BE6-4D35-91DE-0DA7E420215C}"/>
              </a:ext>
            </a:extLst>
          </p:cNvPr>
          <p:cNvSpPr>
            <a:spLocks noGrp="1"/>
          </p:cNvSpPr>
          <p:nvPr/>
        </p:nvSpPr>
        <p:spPr>
          <a:xfrm>
            <a:off x="4594436" y="6010168"/>
            <a:ext cx="28398" cy="28398"/>
          </a:xfrm>
          <a:prstGeom prst="ellipse">
            <a:avLst/>
          </a:prstGeom>
          <a:solidFill>
            <a:srgbClr val="7F8C97">
              <a:alpha val="48000"/>
            </a:srgbClr>
          </a:solidFill>
          <a:ln w="0">
            <a:noFill/>
            <a:prstDash val="solid"/>
          </a:ln>
        </p:spPr>
      </p:sp>
      <p:sp>
        <p:nvSpPr>
          <p:cNvPr id="3178" name="03_assume_matched_8475">
            <a:extLst>
              <a:ext uri="{FF2B5EF4-FFF2-40B4-BE49-F238E27FC236}">
                <a16:creationId xmlns:a16="http://schemas.microsoft.com/office/drawing/2014/main" id="{721F387E-9F88-4901-9C97-CF3A3B7F8FB0}"/>
              </a:ext>
            </a:extLst>
          </p:cNvPr>
          <p:cNvSpPr>
            <a:spLocks noGrp="1"/>
          </p:cNvSpPr>
          <p:nvPr/>
        </p:nvSpPr>
        <p:spPr>
          <a:xfrm>
            <a:off x="4625089" y="6302602"/>
            <a:ext cx="28398" cy="28398"/>
          </a:xfrm>
          <a:prstGeom prst="ellipse">
            <a:avLst/>
          </a:prstGeom>
          <a:solidFill>
            <a:srgbClr val="7F8C97">
              <a:alpha val="48000"/>
            </a:srgbClr>
          </a:solidFill>
          <a:ln w="0">
            <a:noFill/>
            <a:prstDash val="solid"/>
          </a:ln>
        </p:spPr>
      </p:sp>
      <p:sp>
        <p:nvSpPr>
          <p:cNvPr id="3179" name="03_assume_matched_8476">
            <a:extLst>
              <a:ext uri="{FF2B5EF4-FFF2-40B4-BE49-F238E27FC236}">
                <a16:creationId xmlns:a16="http://schemas.microsoft.com/office/drawing/2014/main" id="{797033DD-8473-4EAF-98B9-A3EA2BDD98C7}"/>
              </a:ext>
            </a:extLst>
          </p:cNvPr>
          <p:cNvSpPr>
            <a:spLocks noGrp="1"/>
          </p:cNvSpPr>
          <p:nvPr/>
        </p:nvSpPr>
        <p:spPr>
          <a:xfrm>
            <a:off x="4594148" y="6448819"/>
            <a:ext cx="28398" cy="28398"/>
          </a:xfrm>
          <a:prstGeom prst="ellipse">
            <a:avLst/>
          </a:prstGeom>
          <a:solidFill>
            <a:srgbClr val="7F8C97">
              <a:alpha val="48000"/>
            </a:srgbClr>
          </a:solidFill>
          <a:ln w="0">
            <a:noFill/>
            <a:prstDash val="solid"/>
          </a:ln>
        </p:spPr>
      </p:sp>
      <p:sp>
        <p:nvSpPr>
          <p:cNvPr id="3180" name="03_assume_matched_8477">
            <a:extLst>
              <a:ext uri="{FF2B5EF4-FFF2-40B4-BE49-F238E27FC236}">
                <a16:creationId xmlns:a16="http://schemas.microsoft.com/office/drawing/2014/main" id="{10674EF1-6FB7-4C2E-AE97-A5ABE3C61446}"/>
              </a:ext>
            </a:extLst>
          </p:cNvPr>
          <p:cNvSpPr>
            <a:spLocks noGrp="1"/>
          </p:cNvSpPr>
          <p:nvPr/>
        </p:nvSpPr>
        <p:spPr>
          <a:xfrm>
            <a:off x="4675457" y="6010168"/>
            <a:ext cx="28398" cy="28398"/>
          </a:xfrm>
          <a:prstGeom prst="ellipse">
            <a:avLst/>
          </a:prstGeom>
          <a:solidFill>
            <a:srgbClr val="7F8C97">
              <a:alpha val="48000"/>
            </a:srgbClr>
          </a:solidFill>
          <a:ln w="0">
            <a:noFill/>
            <a:prstDash val="solid"/>
          </a:ln>
        </p:spPr>
      </p:sp>
      <p:sp>
        <p:nvSpPr>
          <p:cNvPr id="3181" name="03_assume_matched_8478">
            <a:extLst>
              <a:ext uri="{FF2B5EF4-FFF2-40B4-BE49-F238E27FC236}">
                <a16:creationId xmlns:a16="http://schemas.microsoft.com/office/drawing/2014/main" id="{EA6A48C2-E169-47AF-9F5E-D0FE7DFFEB11}"/>
              </a:ext>
            </a:extLst>
          </p:cNvPr>
          <p:cNvSpPr>
            <a:spLocks noGrp="1"/>
          </p:cNvSpPr>
          <p:nvPr/>
        </p:nvSpPr>
        <p:spPr>
          <a:xfrm>
            <a:off x="4656749" y="6010168"/>
            <a:ext cx="28398" cy="28398"/>
          </a:xfrm>
          <a:prstGeom prst="ellipse">
            <a:avLst/>
          </a:prstGeom>
          <a:solidFill>
            <a:srgbClr val="7F8C97">
              <a:alpha val="48000"/>
            </a:srgbClr>
          </a:solidFill>
          <a:ln w="0">
            <a:noFill/>
            <a:prstDash val="solid"/>
          </a:ln>
        </p:spPr>
      </p:sp>
      <p:sp>
        <p:nvSpPr>
          <p:cNvPr id="3182" name="03_assume_matched_8479">
            <a:extLst>
              <a:ext uri="{FF2B5EF4-FFF2-40B4-BE49-F238E27FC236}">
                <a16:creationId xmlns:a16="http://schemas.microsoft.com/office/drawing/2014/main" id="{0F51DB5E-E3E9-41C6-B49B-17BF36919DCB}"/>
              </a:ext>
            </a:extLst>
          </p:cNvPr>
          <p:cNvSpPr>
            <a:spLocks noGrp="1"/>
          </p:cNvSpPr>
          <p:nvPr/>
        </p:nvSpPr>
        <p:spPr>
          <a:xfrm>
            <a:off x="4641495" y="6010168"/>
            <a:ext cx="28398" cy="28398"/>
          </a:xfrm>
          <a:prstGeom prst="ellipse">
            <a:avLst/>
          </a:prstGeom>
          <a:solidFill>
            <a:srgbClr val="7F8C97">
              <a:alpha val="48000"/>
            </a:srgbClr>
          </a:solidFill>
          <a:ln w="0">
            <a:noFill/>
            <a:prstDash val="solid"/>
          </a:ln>
        </p:spPr>
      </p:sp>
      <p:sp>
        <p:nvSpPr>
          <p:cNvPr id="3183" name="03_assume_matched_8480">
            <a:extLst>
              <a:ext uri="{FF2B5EF4-FFF2-40B4-BE49-F238E27FC236}">
                <a16:creationId xmlns:a16="http://schemas.microsoft.com/office/drawing/2014/main" id="{91C51960-2220-4D99-8DFF-4BF2DEA52613}"/>
              </a:ext>
            </a:extLst>
          </p:cNvPr>
          <p:cNvSpPr>
            <a:spLocks noGrp="1"/>
          </p:cNvSpPr>
          <p:nvPr/>
        </p:nvSpPr>
        <p:spPr>
          <a:xfrm>
            <a:off x="4627248" y="6595037"/>
            <a:ext cx="28398" cy="28398"/>
          </a:xfrm>
          <a:prstGeom prst="ellipse">
            <a:avLst/>
          </a:prstGeom>
          <a:solidFill>
            <a:srgbClr val="7F8C97">
              <a:alpha val="48000"/>
            </a:srgbClr>
          </a:solidFill>
          <a:ln w="0">
            <a:noFill/>
            <a:prstDash val="solid"/>
          </a:ln>
        </p:spPr>
      </p:sp>
      <p:sp>
        <p:nvSpPr>
          <p:cNvPr id="3184" name="03_assume_matched_8481">
            <a:extLst>
              <a:ext uri="{FF2B5EF4-FFF2-40B4-BE49-F238E27FC236}">
                <a16:creationId xmlns:a16="http://schemas.microsoft.com/office/drawing/2014/main" id="{605CD5BA-C40E-4E33-BD22-163F2F0E64F0}"/>
              </a:ext>
            </a:extLst>
          </p:cNvPr>
          <p:cNvSpPr>
            <a:spLocks noGrp="1"/>
          </p:cNvSpPr>
          <p:nvPr/>
        </p:nvSpPr>
        <p:spPr>
          <a:xfrm>
            <a:off x="4643653" y="6010168"/>
            <a:ext cx="28398" cy="28398"/>
          </a:xfrm>
          <a:prstGeom prst="ellipse">
            <a:avLst/>
          </a:prstGeom>
          <a:solidFill>
            <a:srgbClr val="7F8C97">
              <a:alpha val="48000"/>
            </a:srgbClr>
          </a:solidFill>
          <a:ln w="0">
            <a:noFill/>
            <a:prstDash val="solid"/>
          </a:ln>
        </p:spPr>
      </p:sp>
      <p:sp>
        <p:nvSpPr>
          <p:cNvPr id="3185" name="03_assume_matched_8482">
            <a:extLst>
              <a:ext uri="{FF2B5EF4-FFF2-40B4-BE49-F238E27FC236}">
                <a16:creationId xmlns:a16="http://schemas.microsoft.com/office/drawing/2014/main" id="{7F6DAB59-9B2F-4F10-A158-ED14E2E28DD4}"/>
              </a:ext>
            </a:extLst>
          </p:cNvPr>
          <p:cNvSpPr>
            <a:spLocks noGrp="1"/>
          </p:cNvSpPr>
          <p:nvPr/>
        </p:nvSpPr>
        <p:spPr>
          <a:xfrm>
            <a:off x="4728847" y="6302602"/>
            <a:ext cx="28398" cy="28398"/>
          </a:xfrm>
          <a:prstGeom prst="ellipse">
            <a:avLst/>
          </a:prstGeom>
          <a:solidFill>
            <a:srgbClr val="7F8C97">
              <a:alpha val="48000"/>
            </a:srgbClr>
          </a:solidFill>
          <a:ln w="0">
            <a:noFill/>
            <a:prstDash val="solid"/>
          </a:ln>
        </p:spPr>
      </p:sp>
      <p:sp>
        <p:nvSpPr>
          <p:cNvPr id="3186" name="03_assume_matched_8483">
            <a:extLst>
              <a:ext uri="{FF2B5EF4-FFF2-40B4-BE49-F238E27FC236}">
                <a16:creationId xmlns:a16="http://schemas.microsoft.com/office/drawing/2014/main" id="{54B6D36A-6624-4110-A752-41354640BC80}"/>
              </a:ext>
            </a:extLst>
          </p:cNvPr>
          <p:cNvSpPr>
            <a:spLocks noGrp="1"/>
          </p:cNvSpPr>
          <p:nvPr/>
        </p:nvSpPr>
        <p:spPr>
          <a:xfrm>
            <a:off x="4683804" y="6010168"/>
            <a:ext cx="28398" cy="28398"/>
          </a:xfrm>
          <a:prstGeom prst="ellipse">
            <a:avLst/>
          </a:prstGeom>
          <a:solidFill>
            <a:srgbClr val="7F8C97">
              <a:alpha val="48000"/>
            </a:srgbClr>
          </a:solidFill>
          <a:ln w="0">
            <a:noFill/>
            <a:prstDash val="solid"/>
          </a:ln>
        </p:spPr>
      </p:sp>
      <p:sp>
        <p:nvSpPr>
          <p:cNvPr id="3187" name="03_assume_matched_8484">
            <a:extLst>
              <a:ext uri="{FF2B5EF4-FFF2-40B4-BE49-F238E27FC236}">
                <a16:creationId xmlns:a16="http://schemas.microsoft.com/office/drawing/2014/main" id="{AB08491C-54E8-4D5C-A15D-24F9F723F95A}"/>
              </a:ext>
            </a:extLst>
          </p:cNvPr>
          <p:cNvSpPr>
            <a:spLocks noGrp="1"/>
          </p:cNvSpPr>
          <p:nvPr/>
        </p:nvSpPr>
        <p:spPr>
          <a:xfrm>
            <a:off x="4693590" y="6595037"/>
            <a:ext cx="28398" cy="28398"/>
          </a:xfrm>
          <a:prstGeom prst="ellipse">
            <a:avLst/>
          </a:prstGeom>
          <a:solidFill>
            <a:srgbClr val="7F8C97">
              <a:alpha val="48000"/>
            </a:srgbClr>
          </a:solidFill>
          <a:ln w="0">
            <a:noFill/>
            <a:prstDash val="solid"/>
          </a:ln>
        </p:spPr>
      </p:sp>
      <p:sp>
        <p:nvSpPr>
          <p:cNvPr id="3188" name="03_assume_matched_8485">
            <a:extLst>
              <a:ext uri="{FF2B5EF4-FFF2-40B4-BE49-F238E27FC236}">
                <a16:creationId xmlns:a16="http://schemas.microsoft.com/office/drawing/2014/main" id="{F5F5922E-0CDF-41C2-B166-E81D69A534A9}"/>
              </a:ext>
            </a:extLst>
          </p:cNvPr>
          <p:cNvSpPr>
            <a:spLocks noGrp="1"/>
          </p:cNvSpPr>
          <p:nvPr/>
        </p:nvSpPr>
        <p:spPr>
          <a:xfrm>
            <a:off x="4630414" y="6530051"/>
            <a:ext cx="28398" cy="28398"/>
          </a:xfrm>
          <a:prstGeom prst="ellipse">
            <a:avLst/>
          </a:prstGeom>
          <a:solidFill>
            <a:srgbClr val="7F8C97">
              <a:alpha val="48000"/>
            </a:srgbClr>
          </a:solidFill>
          <a:ln w="0">
            <a:noFill/>
            <a:prstDash val="solid"/>
          </a:ln>
        </p:spPr>
      </p:sp>
      <p:sp>
        <p:nvSpPr>
          <p:cNvPr id="3189" name="03_assume_matched_8486">
            <a:extLst>
              <a:ext uri="{FF2B5EF4-FFF2-40B4-BE49-F238E27FC236}">
                <a16:creationId xmlns:a16="http://schemas.microsoft.com/office/drawing/2014/main" id="{4DAEBA93-283B-4275-93C8-99EA2B3E7769}"/>
              </a:ext>
            </a:extLst>
          </p:cNvPr>
          <p:cNvSpPr>
            <a:spLocks noGrp="1"/>
          </p:cNvSpPr>
          <p:nvPr/>
        </p:nvSpPr>
        <p:spPr>
          <a:xfrm>
            <a:off x="4720788" y="6400080"/>
            <a:ext cx="28398" cy="28398"/>
          </a:xfrm>
          <a:prstGeom prst="ellipse">
            <a:avLst/>
          </a:prstGeom>
          <a:solidFill>
            <a:srgbClr val="7F8C97">
              <a:alpha val="48000"/>
            </a:srgbClr>
          </a:solidFill>
          <a:ln w="0">
            <a:noFill/>
            <a:prstDash val="solid"/>
          </a:ln>
        </p:spPr>
      </p:sp>
      <p:sp>
        <p:nvSpPr>
          <p:cNvPr id="3190" name="03_assume_matched_8487">
            <a:extLst>
              <a:ext uri="{FF2B5EF4-FFF2-40B4-BE49-F238E27FC236}">
                <a16:creationId xmlns:a16="http://schemas.microsoft.com/office/drawing/2014/main" id="{3F252806-5BA5-47F9-963B-B74C2A881329}"/>
              </a:ext>
            </a:extLst>
          </p:cNvPr>
          <p:cNvSpPr>
            <a:spLocks noGrp="1"/>
          </p:cNvSpPr>
          <p:nvPr/>
        </p:nvSpPr>
        <p:spPr>
          <a:xfrm>
            <a:off x="4693877" y="6010168"/>
            <a:ext cx="28398" cy="28398"/>
          </a:xfrm>
          <a:prstGeom prst="ellipse">
            <a:avLst/>
          </a:prstGeom>
          <a:solidFill>
            <a:srgbClr val="7F8C97">
              <a:alpha val="48000"/>
            </a:srgbClr>
          </a:solidFill>
          <a:ln w="0">
            <a:noFill/>
            <a:prstDash val="solid"/>
          </a:ln>
        </p:spPr>
      </p:sp>
      <p:sp>
        <p:nvSpPr>
          <p:cNvPr id="3191" name="03_assume_matched_8488">
            <a:extLst>
              <a:ext uri="{FF2B5EF4-FFF2-40B4-BE49-F238E27FC236}">
                <a16:creationId xmlns:a16="http://schemas.microsoft.com/office/drawing/2014/main" id="{8511D12E-1692-4D2F-89E8-982FD19306FE}"/>
              </a:ext>
            </a:extLst>
          </p:cNvPr>
          <p:cNvSpPr>
            <a:spLocks noGrp="1"/>
          </p:cNvSpPr>
          <p:nvPr/>
        </p:nvSpPr>
        <p:spPr>
          <a:xfrm>
            <a:off x="4611705" y="6595037"/>
            <a:ext cx="28398" cy="28398"/>
          </a:xfrm>
          <a:prstGeom prst="ellipse">
            <a:avLst/>
          </a:prstGeom>
          <a:solidFill>
            <a:srgbClr val="7F8C97">
              <a:alpha val="48000"/>
            </a:srgbClr>
          </a:solidFill>
          <a:ln w="0">
            <a:noFill/>
            <a:prstDash val="solid"/>
          </a:ln>
        </p:spPr>
      </p:sp>
      <p:sp>
        <p:nvSpPr>
          <p:cNvPr id="3192" name="03_assume_matched_8489">
            <a:extLst>
              <a:ext uri="{FF2B5EF4-FFF2-40B4-BE49-F238E27FC236}">
                <a16:creationId xmlns:a16="http://schemas.microsoft.com/office/drawing/2014/main" id="{6345DAB9-786B-4101-8A80-DD5F895B8F75}"/>
              </a:ext>
            </a:extLst>
          </p:cNvPr>
          <p:cNvSpPr>
            <a:spLocks noGrp="1"/>
          </p:cNvSpPr>
          <p:nvPr/>
        </p:nvSpPr>
        <p:spPr>
          <a:xfrm>
            <a:off x="4619045" y="6010168"/>
            <a:ext cx="28398" cy="28398"/>
          </a:xfrm>
          <a:prstGeom prst="ellipse">
            <a:avLst/>
          </a:prstGeom>
          <a:solidFill>
            <a:srgbClr val="7F8C97">
              <a:alpha val="48000"/>
            </a:srgbClr>
          </a:solidFill>
          <a:ln w="0">
            <a:noFill/>
            <a:prstDash val="solid"/>
          </a:ln>
        </p:spPr>
      </p:sp>
      <p:sp>
        <p:nvSpPr>
          <p:cNvPr id="3193" name="03_assume_matched_8490">
            <a:extLst>
              <a:ext uri="{FF2B5EF4-FFF2-40B4-BE49-F238E27FC236}">
                <a16:creationId xmlns:a16="http://schemas.microsoft.com/office/drawing/2014/main" id="{FE832C67-79AB-46DA-9D68-980F0408147A}"/>
              </a:ext>
            </a:extLst>
          </p:cNvPr>
          <p:cNvSpPr>
            <a:spLocks noGrp="1"/>
          </p:cNvSpPr>
          <p:nvPr/>
        </p:nvSpPr>
        <p:spPr>
          <a:xfrm>
            <a:off x="4630270" y="6400080"/>
            <a:ext cx="28398" cy="28398"/>
          </a:xfrm>
          <a:prstGeom prst="ellipse">
            <a:avLst/>
          </a:prstGeom>
          <a:solidFill>
            <a:srgbClr val="7F8C97">
              <a:alpha val="48000"/>
            </a:srgbClr>
          </a:solidFill>
          <a:ln w="0">
            <a:noFill/>
            <a:prstDash val="solid"/>
          </a:ln>
        </p:spPr>
      </p:sp>
      <p:sp>
        <p:nvSpPr>
          <p:cNvPr id="3194" name="03_assume_matched_8491">
            <a:extLst>
              <a:ext uri="{FF2B5EF4-FFF2-40B4-BE49-F238E27FC236}">
                <a16:creationId xmlns:a16="http://schemas.microsoft.com/office/drawing/2014/main" id="{9B32F875-7719-447C-8CEA-0C49CB0214FA}"/>
              </a:ext>
            </a:extLst>
          </p:cNvPr>
          <p:cNvSpPr>
            <a:spLocks noGrp="1"/>
          </p:cNvSpPr>
          <p:nvPr/>
        </p:nvSpPr>
        <p:spPr>
          <a:xfrm>
            <a:off x="4719637" y="6010168"/>
            <a:ext cx="28398" cy="28398"/>
          </a:xfrm>
          <a:prstGeom prst="ellipse">
            <a:avLst/>
          </a:prstGeom>
          <a:solidFill>
            <a:srgbClr val="7F8C97">
              <a:alpha val="48000"/>
            </a:srgbClr>
          </a:solidFill>
          <a:ln w="0">
            <a:noFill/>
            <a:prstDash val="solid"/>
          </a:ln>
        </p:spPr>
      </p:sp>
      <p:sp>
        <p:nvSpPr>
          <p:cNvPr id="3195" name="03_assume_matched_8492">
            <a:extLst>
              <a:ext uri="{FF2B5EF4-FFF2-40B4-BE49-F238E27FC236}">
                <a16:creationId xmlns:a16="http://schemas.microsoft.com/office/drawing/2014/main" id="{05A8E2E7-7B6A-4284-864D-D4BD6AC272C7}"/>
              </a:ext>
            </a:extLst>
          </p:cNvPr>
          <p:cNvSpPr>
            <a:spLocks noGrp="1"/>
          </p:cNvSpPr>
          <p:nvPr/>
        </p:nvSpPr>
        <p:spPr>
          <a:xfrm>
            <a:off x="4632572" y="6010168"/>
            <a:ext cx="28398" cy="28398"/>
          </a:xfrm>
          <a:prstGeom prst="ellipse">
            <a:avLst/>
          </a:prstGeom>
          <a:solidFill>
            <a:srgbClr val="7F8C97">
              <a:alpha val="48000"/>
            </a:srgbClr>
          </a:solidFill>
          <a:ln w="0">
            <a:noFill/>
            <a:prstDash val="solid"/>
          </a:ln>
        </p:spPr>
      </p:sp>
      <p:sp>
        <p:nvSpPr>
          <p:cNvPr id="3196" name="03_assume_matched_8493">
            <a:extLst>
              <a:ext uri="{FF2B5EF4-FFF2-40B4-BE49-F238E27FC236}">
                <a16:creationId xmlns:a16="http://schemas.microsoft.com/office/drawing/2014/main" id="{8C7D1761-5DA4-491D-AB78-084D47DA982A}"/>
              </a:ext>
            </a:extLst>
          </p:cNvPr>
          <p:cNvSpPr>
            <a:spLocks noGrp="1"/>
          </p:cNvSpPr>
          <p:nvPr/>
        </p:nvSpPr>
        <p:spPr>
          <a:xfrm>
            <a:off x="4711578" y="6400080"/>
            <a:ext cx="28398" cy="28398"/>
          </a:xfrm>
          <a:prstGeom prst="ellipse">
            <a:avLst/>
          </a:prstGeom>
          <a:solidFill>
            <a:srgbClr val="7F8C97">
              <a:alpha val="48000"/>
            </a:srgbClr>
          </a:solidFill>
          <a:ln w="0">
            <a:noFill/>
            <a:prstDash val="solid"/>
          </a:ln>
        </p:spPr>
      </p:sp>
      <p:sp>
        <p:nvSpPr>
          <p:cNvPr id="3197" name="03_assume_matched_8494">
            <a:extLst>
              <a:ext uri="{FF2B5EF4-FFF2-40B4-BE49-F238E27FC236}">
                <a16:creationId xmlns:a16="http://schemas.microsoft.com/office/drawing/2014/main" id="{DEF98E10-A4C0-4561-99CA-296CF72D2582}"/>
              </a:ext>
            </a:extLst>
          </p:cNvPr>
          <p:cNvSpPr>
            <a:spLocks noGrp="1"/>
          </p:cNvSpPr>
          <p:nvPr/>
        </p:nvSpPr>
        <p:spPr>
          <a:xfrm>
            <a:off x="4712729" y="6010168"/>
            <a:ext cx="28398" cy="28398"/>
          </a:xfrm>
          <a:prstGeom prst="ellipse">
            <a:avLst/>
          </a:prstGeom>
          <a:solidFill>
            <a:srgbClr val="7F8C97">
              <a:alpha val="48000"/>
            </a:srgbClr>
          </a:solidFill>
          <a:ln w="0">
            <a:noFill/>
            <a:prstDash val="solid"/>
          </a:ln>
        </p:spPr>
      </p:sp>
      <p:sp>
        <p:nvSpPr>
          <p:cNvPr id="3198" name="03_assume_matched_8495">
            <a:extLst>
              <a:ext uri="{FF2B5EF4-FFF2-40B4-BE49-F238E27FC236}">
                <a16:creationId xmlns:a16="http://schemas.microsoft.com/office/drawing/2014/main" id="{BD87536B-B51D-47D4-93DF-FB8EBB84E6AF}"/>
              </a:ext>
            </a:extLst>
          </p:cNvPr>
          <p:cNvSpPr>
            <a:spLocks noGrp="1"/>
          </p:cNvSpPr>
          <p:nvPr/>
        </p:nvSpPr>
        <p:spPr>
          <a:xfrm>
            <a:off x="4716471" y="6595037"/>
            <a:ext cx="28398" cy="28398"/>
          </a:xfrm>
          <a:prstGeom prst="ellipse">
            <a:avLst/>
          </a:prstGeom>
          <a:solidFill>
            <a:srgbClr val="7F8C97">
              <a:alpha val="48000"/>
            </a:srgbClr>
          </a:solidFill>
          <a:ln w="0">
            <a:noFill/>
            <a:prstDash val="solid"/>
          </a:ln>
        </p:spPr>
      </p:sp>
      <p:sp>
        <p:nvSpPr>
          <p:cNvPr id="3199" name="03_assume_matched_8496">
            <a:extLst>
              <a:ext uri="{FF2B5EF4-FFF2-40B4-BE49-F238E27FC236}">
                <a16:creationId xmlns:a16="http://schemas.microsoft.com/office/drawing/2014/main" id="{7A6BE2D8-9066-42A8-AB99-B61227410B70}"/>
              </a:ext>
            </a:extLst>
          </p:cNvPr>
          <p:cNvSpPr>
            <a:spLocks noGrp="1"/>
          </p:cNvSpPr>
          <p:nvPr/>
        </p:nvSpPr>
        <p:spPr>
          <a:xfrm>
            <a:off x="4633723" y="6595037"/>
            <a:ext cx="28398" cy="28398"/>
          </a:xfrm>
          <a:prstGeom prst="ellipse">
            <a:avLst/>
          </a:prstGeom>
          <a:solidFill>
            <a:srgbClr val="7F8C97">
              <a:alpha val="48000"/>
            </a:srgbClr>
          </a:solidFill>
          <a:ln w="0">
            <a:noFill/>
            <a:prstDash val="solid"/>
          </a:ln>
        </p:spPr>
      </p:sp>
      <p:sp>
        <p:nvSpPr>
          <p:cNvPr id="3200" name="03_assume_matched_8497">
            <a:extLst>
              <a:ext uri="{FF2B5EF4-FFF2-40B4-BE49-F238E27FC236}">
                <a16:creationId xmlns:a16="http://schemas.microsoft.com/office/drawing/2014/main" id="{64C8F845-CF35-4297-A208-A1A644121F37}"/>
              </a:ext>
            </a:extLst>
          </p:cNvPr>
          <p:cNvSpPr>
            <a:spLocks noGrp="1"/>
          </p:cNvSpPr>
          <p:nvPr/>
        </p:nvSpPr>
        <p:spPr>
          <a:xfrm>
            <a:off x="4611993" y="6010168"/>
            <a:ext cx="28398" cy="28398"/>
          </a:xfrm>
          <a:prstGeom prst="ellipse">
            <a:avLst/>
          </a:prstGeom>
          <a:solidFill>
            <a:srgbClr val="7F8C97">
              <a:alpha val="48000"/>
            </a:srgbClr>
          </a:solidFill>
          <a:ln w="0">
            <a:noFill/>
            <a:prstDash val="solid"/>
          </a:ln>
        </p:spPr>
      </p:sp>
      <p:sp>
        <p:nvSpPr>
          <p:cNvPr id="3201" name="03_assume_matched_8498">
            <a:extLst>
              <a:ext uri="{FF2B5EF4-FFF2-40B4-BE49-F238E27FC236}">
                <a16:creationId xmlns:a16="http://schemas.microsoft.com/office/drawing/2014/main" id="{396DA1EF-EA50-461F-8541-9BEF7EDDC88B}"/>
              </a:ext>
            </a:extLst>
          </p:cNvPr>
          <p:cNvSpPr>
            <a:spLocks noGrp="1"/>
          </p:cNvSpPr>
          <p:nvPr/>
        </p:nvSpPr>
        <p:spPr>
          <a:xfrm>
            <a:off x="4695748" y="6010168"/>
            <a:ext cx="28398" cy="28398"/>
          </a:xfrm>
          <a:prstGeom prst="ellipse">
            <a:avLst/>
          </a:prstGeom>
          <a:solidFill>
            <a:srgbClr val="7F8C97">
              <a:alpha val="48000"/>
            </a:srgbClr>
          </a:solidFill>
          <a:ln w="0">
            <a:noFill/>
            <a:prstDash val="solid"/>
          </a:ln>
        </p:spPr>
      </p:sp>
      <p:sp>
        <p:nvSpPr>
          <p:cNvPr id="3202" name="03_assume_matched_8499">
            <a:extLst>
              <a:ext uri="{FF2B5EF4-FFF2-40B4-BE49-F238E27FC236}">
                <a16:creationId xmlns:a16="http://schemas.microsoft.com/office/drawing/2014/main" id="{DAA5C26C-7976-4781-915C-BB6269FC5F1B}"/>
              </a:ext>
            </a:extLst>
          </p:cNvPr>
          <p:cNvSpPr>
            <a:spLocks noGrp="1"/>
          </p:cNvSpPr>
          <p:nvPr/>
        </p:nvSpPr>
        <p:spPr>
          <a:xfrm>
            <a:off x="4605229" y="6010168"/>
            <a:ext cx="28398" cy="28398"/>
          </a:xfrm>
          <a:prstGeom prst="ellipse">
            <a:avLst/>
          </a:prstGeom>
          <a:solidFill>
            <a:srgbClr val="7F8C97">
              <a:alpha val="48000"/>
            </a:srgbClr>
          </a:solidFill>
          <a:ln w="0">
            <a:noFill/>
            <a:prstDash val="solid"/>
          </a:ln>
        </p:spPr>
      </p:sp>
      <p:sp>
        <p:nvSpPr>
          <p:cNvPr id="3203" name="03_assume_matched_8500">
            <a:extLst>
              <a:ext uri="{FF2B5EF4-FFF2-40B4-BE49-F238E27FC236}">
                <a16:creationId xmlns:a16="http://schemas.microsoft.com/office/drawing/2014/main" id="{70F3EC02-4194-43C5-90CB-70F49B5EAA5C}"/>
              </a:ext>
            </a:extLst>
          </p:cNvPr>
          <p:cNvSpPr>
            <a:spLocks noGrp="1"/>
          </p:cNvSpPr>
          <p:nvPr/>
        </p:nvSpPr>
        <p:spPr>
          <a:xfrm>
            <a:off x="4699346" y="6010168"/>
            <a:ext cx="28398" cy="28398"/>
          </a:xfrm>
          <a:prstGeom prst="ellipse">
            <a:avLst/>
          </a:prstGeom>
          <a:solidFill>
            <a:srgbClr val="7F8C97">
              <a:alpha val="48000"/>
            </a:srgbClr>
          </a:solidFill>
          <a:ln w="0">
            <a:noFill/>
            <a:prstDash val="solid"/>
          </a:ln>
        </p:spPr>
      </p:sp>
      <p:sp>
        <p:nvSpPr>
          <p:cNvPr id="3204" name="03_assume_matched_8501">
            <a:extLst>
              <a:ext uri="{FF2B5EF4-FFF2-40B4-BE49-F238E27FC236}">
                <a16:creationId xmlns:a16="http://schemas.microsoft.com/office/drawing/2014/main" id="{2933E4F3-2991-440E-866D-E8F2FFBB65B7}"/>
              </a:ext>
            </a:extLst>
          </p:cNvPr>
          <p:cNvSpPr>
            <a:spLocks noGrp="1"/>
          </p:cNvSpPr>
          <p:nvPr/>
        </p:nvSpPr>
        <p:spPr>
          <a:xfrm>
            <a:off x="4606525" y="6595037"/>
            <a:ext cx="28398" cy="28398"/>
          </a:xfrm>
          <a:prstGeom prst="ellipse">
            <a:avLst/>
          </a:prstGeom>
          <a:solidFill>
            <a:srgbClr val="7F8C97">
              <a:alpha val="48000"/>
            </a:srgbClr>
          </a:solidFill>
          <a:ln w="0">
            <a:noFill/>
            <a:prstDash val="solid"/>
          </a:ln>
        </p:spPr>
      </p:sp>
      <p:sp>
        <p:nvSpPr>
          <p:cNvPr id="3205" name="03_assume_matched_8502">
            <a:extLst>
              <a:ext uri="{FF2B5EF4-FFF2-40B4-BE49-F238E27FC236}">
                <a16:creationId xmlns:a16="http://schemas.microsoft.com/office/drawing/2014/main" id="{2AF79103-F631-4164-B97C-A43C5144E5DF}"/>
              </a:ext>
            </a:extLst>
          </p:cNvPr>
          <p:cNvSpPr>
            <a:spLocks noGrp="1"/>
          </p:cNvSpPr>
          <p:nvPr/>
        </p:nvSpPr>
        <p:spPr>
          <a:xfrm>
            <a:off x="4726976" y="6010168"/>
            <a:ext cx="28398" cy="28398"/>
          </a:xfrm>
          <a:prstGeom prst="ellipse">
            <a:avLst/>
          </a:prstGeom>
          <a:solidFill>
            <a:srgbClr val="7F8C97">
              <a:alpha val="48000"/>
            </a:srgbClr>
          </a:solidFill>
          <a:ln w="0">
            <a:noFill/>
            <a:prstDash val="solid"/>
          </a:ln>
        </p:spPr>
      </p:sp>
      <p:sp>
        <p:nvSpPr>
          <p:cNvPr id="3206" name="03_assume_matched_8503">
            <a:extLst>
              <a:ext uri="{FF2B5EF4-FFF2-40B4-BE49-F238E27FC236}">
                <a16:creationId xmlns:a16="http://schemas.microsoft.com/office/drawing/2014/main" id="{85331C55-A653-49DA-BD2E-3AD5A7B1DCED}"/>
              </a:ext>
            </a:extLst>
          </p:cNvPr>
          <p:cNvSpPr>
            <a:spLocks noGrp="1"/>
          </p:cNvSpPr>
          <p:nvPr/>
        </p:nvSpPr>
        <p:spPr>
          <a:xfrm>
            <a:off x="4704958" y="6010168"/>
            <a:ext cx="28398" cy="28398"/>
          </a:xfrm>
          <a:prstGeom prst="ellipse">
            <a:avLst/>
          </a:prstGeom>
          <a:solidFill>
            <a:srgbClr val="7F8C97">
              <a:alpha val="48000"/>
            </a:srgbClr>
          </a:solidFill>
          <a:ln w="0">
            <a:noFill/>
            <a:prstDash val="solid"/>
          </a:ln>
        </p:spPr>
      </p:sp>
      <p:sp>
        <p:nvSpPr>
          <p:cNvPr id="3207" name="03_assume_matched_8504">
            <a:extLst>
              <a:ext uri="{FF2B5EF4-FFF2-40B4-BE49-F238E27FC236}">
                <a16:creationId xmlns:a16="http://schemas.microsoft.com/office/drawing/2014/main" id="{884DBDF6-E1E8-4F78-B2E5-D4342FC4D537}"/>
              </a:ext>
            </a:extLst>
          </p:cNvPr>
          <p:cNvSpPr>
            <a:spLocks noGrp="1"/>
          </p:cNvSpPr>
          <p:nvPr/>
        </p:nvSpPr>
        <p:spPr>
          <a:xfrm>
            <a:off x="4652863" y="6010168"/>
            <a:ext cx="28398" cy="28398"/>
          </a:xfrm>
          <a:prstGeom prst="ellipse">
            <a:avLst/>
          </a:prstGeom>
          <a:solidFill>
            <a:srgbClr val="7F8C97">
              <a:alpha val="48000"/>
            </a:srgbClr>
          </a:solidFill>
          <a:ln w="0">
            <a:noFill/>
            <a:prstDash val="solid"/>
          </a:ln>
        </p:spPr>
      </p:sp>
      <p:sp>
        <p:nvSpPr>
          <p:cNvPr id="3208" name="03_assume_matched_8505">
            <a:extLst>
              <a:ext uri="{FF2B5EF4-FFF2-40B4-BE49-F238E27FC236}">
                <a16:creationId xmlns:a16="http://schemas.microsoft.com/office/drawing/2014/main" id="{DFD8DBB8-1AFB-4C13-A620-C9ED99942F7D}"/>
              </a:ext>
            </a:extLst>
          </p:cNvPr>
          <p:cNvSpPr>
            <a:spLocks noGrp="1"/>
          </p:cNvSpPr>
          <p:nvPr/>
        </p:nvSpPr>
        <p:spPr>
          <a:xfrm>
            <a:off x="4628543" y="6595037"/>
            <a:ext cx="28398" cy="28398"/>
          </a:xfrm>
          <a:prstGeom prst="ellipse">
            <a:avLst/>
          </a:prstGeom>
          <a:solidFill>
            <a:srgbClr val="7F8C97">
              <a:alpha val="48000"/>
            </a:srgbClr>
          </a:solidFill>
          <a:ln w="0">
            <a:noFill/>
            <a:prstDash val="solid"/>
          </a:ln>
        </p:spPr>
      </p:sp>
      <p:sp>
        <p:nvSpPr>
          <p:cNvPr id="3209" name="03_assume_matched_8506">
            <a:extLst>
              <a:ext uri="{FF2B5EF4-FFF2-40B4-BE49-F238E27FC236}">
                <a16:creationId xmlns:a16="http://schemas.microsoft.com/office/drawing/2014/main" id="{B622FF18-B535-4AB3-A4DA-6103D68DA4F4}"/>
              </a:ext>
            </a:extLst>
          </p:cNvPr>
          <p:cNvSpPr>
            <a:spLocks noGrp="1"/>
          </p:cNvSpPr>
          <p:nvPr/>
        </p:nvSpPr>
        <p:spPr>
          <a:xfrm>
            <a:off x="4731006" y="6595037"/>
            <a:ext cx="28398" cy="28398"/>
          </a:xfrm>
          <a:prstGeom prst="ellipse">
            <a:avLst/>
          </a:prstGeom>
          <a:solidFill>
            <a:srgbClr val="7F8C97">
              <a:alpha val="48000"/>
            </a:srgbClr>
          </a:solidFill>
          <a:ln w="0">
            <a:noFill/>
            <a:prstDash val="solid"/>
          </a:ln>
        </p:spPr>
      </p:sp>
      <p:sp>
        <p:nvSpPr>
          <p:cNvPr id="3210" name="03_assume_matched_8507">
            <a:extLst>
              <a:ext uri="{FF2B5EF4-FFF2-40B4-BE49-F238E27FC236}">
                <a16:creationId xmlns:a16="http://schemas.microsoft.com/office/drawing/2014/main" id="{0888CE55-69A4-44CA-B11D-37A5D9F30DA0}"/>
              </a:ext>
            </a:extLst>
          </p:cNvPr>
          <p:cNvSpPr>
            <a:spLocks noGrp="1"/>
          </p:cNvSpPr>
          <p:nvPr/>
        </p:nvSpPr>
        <p:spPr>
          <a:xfrm>
            <a:off x="4678767" y="6595037"/>
            <a:ext cx="28398" cy="28398"/>
          </a:xfrm>
          <a:prstGeom prst="ellipse">
            <a:avLst/>
          </a:prstGeom>
          <a:solidFill>
            <a:srgbClr val="7F8C97">
              <a:alpha val="48000"/>
            </a:srgbClr>
          </a:solidFill>
          <a:ln w="0">
            <a:noFill/>
            <a:prstDash val="solid"/>
          </a:ln>
        </p:spPr>
      </p:sp>
      <p:sp>
        <p:nvSpPr>
          <p:cNvPr id="3211" name="03_assume_matched_8508">
            <a:extLst>
              <a:ext uri="{FF2B5EF4-FFF2-40B4-BE49-F238E27FC236}">
                <a16:creationId xmlns:a16="http://schemas.microsoft.com/office/drawing/2014/main" id="{D6BCF2C5-D296-4CA0-872B-AA59D6BF97EC}"/>
              </a:ext>
            </a:extLst>
          </p:cNvPr>
          <p:cNvSpPr>
            <a:spLocks noGrp="1"/>
          </p:cNvSpPr>
          <p:nvPr/>
        </p:nvSpPr>
        <p:spPr>
          <a:xfrm>
            <a:off x="4711578" y="6595037"/>
            <a:ext cx="28398" cy="28398"/>
          </a:xfrm>
          <a:prstGeom prst="ellipse">
            <a:avLst/>
          </a:prstGeom>
          <a:solidFill>
            <a:srgbClr val="7F8C97">
              <a:alpha val="48000"/>
            </a:srgbClr>
          </a:solidFill>
          <a:ln w="0">
            <a:noFill/>
            <a:prstDash val="solid"/>
          </a:ln>
        </p:spPr>
      </p:sp>
      <p:sp>
        <p:nvSpPr>
          <p:cNvPr id="3212" name="03_assume_matched_8509">
            <a:extLst>
              <a:ext uri="{FF2B5EF4-FFF2-40B4-BE49-F238E27FC236}">
                <a16:creationId xmlns:a16="http://schemas.microsoft.com/office/drawing/2014/main" id="{53C1C856-9BC7-447D-8AF5-4846609B930B}"/>
              </a:ext>
            </a:extLst>
          </p:cNvPr>
          <p:cNvSpPr>
            <a:spLocks noGrp="1"/>
          </p:cNvSpPr>
          <p:nvPr/>
        </p:nvSpPr>
        <p:spPr>
          <a:xfrm>
            <a:off x="4610698" y="6478063"/>
            <a:ext cx="28398" cy="28398"/>
          </a:xfrm>
          <a:prstGeom prst="ellipse">
            <a:avLst/>
          </a:prstGeom>
          <a:solidFill>
            <a:srgbClr val="7F8C97">
              <a:alpha val="48000"/>
            </a:srgbClr>
          </a:solidFill>
          <a:ln w="0">
            <a:noFill/>
            <a:prstDash val="solid"/>
          </a:ln>
        </p:spPr>
      </p:sp>
      <p:sp>
        <p:nvSpPr>
          <p:cNvPr id="3213" name="03_assume_matched_8510">
            <a:extLst>
              <a:ext uri="{FF2B5EF4-FFF2-40B4-BE49-F238E27FC236}">
                <a16:creationId xmlns:a16="http://schemas.microsoft.com/office/drawing/2014/main" id="{1A9265D9-6881-4D9D-A0DD-5A2B6477722E}"/>
              </a:ext>
            </a:extLst>
          </p:cNvPr>
          <p:cNvSpPr>
            <a:spLocks noGrp="1"/>
          </p:cNvSpPr>
          <p:nvPr/>
        </p:nvSpPr>
        <p:spPr>
          <a:xfrm>
            <a:off x="4702656" y="6595037"/>
            <a:ext cx="28398" cy="28398"/>
          </a:xfrm>
          <a:prstGeom prst="ellipse">
            <a:avLst/>
          </a:prstGeom>
          <a:solidFill>
            <a:srgbClr val="7F8C97">
              <a:alpha val="48000"/>
            </a:srgbClr>
          </a:solidFill>
          <a:ln w="0">
            <a:noFill/>
            <a:prstDash val="solid"/>
          </a:ln>
        </p:spPr>
      </p:sp>
      <p:sp>
        <p:nvSpPr>
          <p:cNvPr id="3214" name="03_assume_matched_8511">
            <a:extLst>
              <a:ext uri="{FF2B5EF4-FFF2-40B4-BE49-F238E27FC236}">
                <a16:creationId xmlns:a16="http://schemas.microsoft.com/office/drawing/2014/main" id="{181BFCE1-AA74-4375-939F-E10B923E5E6D}"/>
              </a:ext>
            </a:extLst>
          </p:cNvPr>
          <p:cNvSpPr>
            <a:spLocks noGrp="1"/>
          </p:cNvSpPr>
          <p:nvPr/>
        </p:nvSpPr>
        <p:spPr>
          <a:xfrm>
            <a:off x="4681789" y="6010168"/>
            <a:ext cx="28398" cy="28398"/>
          </a:xfrm>
          <a:prstGeom prst="ellipse">
            <a:avLst/>
          </a:prstGeom>
          <a:solidFill>
            <a:srgbClr val="7F8C97">
              <a:alpha val="48000"/>
            </a:srgbClr>
          </a:solidFill>
          <a:ln w="0">
            <a:noFill/>
            <a:prstDash val="solid"/>
          </a:ln>
        </p:spPr>
      </p:sp>
      <p:sp>
        <p:nvSpPr>
          <p:cNvPr id="3215" name="03_assume_matched_8512">
            <a:extLst>
              <a:ext uri="{FF2B5EF4-FFF2-40B4-BE49-F238E27FC236}">
                <a16:creationId xmlns:a16="http://schemas.microsoft.com/office/drawing/2014/main" id="{9CFB3DA8-3AE7-47DA-946E-0C87268C502B}"/>
              </a:ext>
            </a:extLst>
          </p:cNvPr>
          <p:cNvSpPr>
            <a:spLocks noGrp="1"/>
          </p:cNvSpPr>
          <p:nvPr/>
        </p:nvSpPr>
        <p:spPr>
          <a:xfrm>
            <a:off x="4590407" y="6010168"/>
            <a:ext cx="28398" cy="28398"/>
          </a:xfrm>
          <a:prstGeom prst="ellipse">
            <a:avLst/>
          </a:prstGeom>
          <a:solidFill>
            <a:srgbClr val="7F8C97">
              <a:alpha val="48000"/>
            </a:srgbClr>
          </a:solidFill>
          <a:ln w="0">
            <a:noFill/>
            <a:prstDash val="solid"/>
          </a:ln>
        </p:spPr>
      </p:sp>
      <p:sp>
        <p:nvSpPr>
          <p:cNvPr id="3216" name="03_assume_matched_8513">
            <a:extLst>
              <a:ext uri="{FF2B5EF4-FFF2-40B4-BE49-F238E27FC236}">
                <a16:creationId xmlns:a16="http://schemas.microsoft.com/office/drawing/2014/main" id="{9B94B39F-EA28-42A9-9DFC-84B3EB13137E}"/>
              </a:ext>
            </a:extLst>
          </p:cNvPr>
          <p:cNvSpPr>
            <a:spLocks noGrp="1"/>
          </p:cNvSpPr>
          <p:nvPr/>
        </p:nvSpPr>
        <p:spPr>
          <a:xfrm>
            <a:off x="4649697" y="6595037"/>
            <a:ext cx="28398" cy="28398"/>
          </a:xfrm>
          <a:prstGeom prst="ellipse">
            <a:avLst/>
          </a:prstGeom>
          <a:solidFill>
            <a:srgbClr val="7F8C97">
              <a:alpha val="48000"/>
            </a:srgbClr>
          </a:solidFill>
          <a:ln w="0">
            <a:noFill/>
            <a:prstDash val="solid"/>
          </a:ln>
        </p:spPr>
      </p:sp>
      <p:sp>
        <p:nvSpPr>
          <p:cNvPr id="3217" name="03_assume_matched_8514">
            <a:extLst>
              <a:ext uri="{FF2B5EF4-FFF2-40B4-BE49-F238E27FC236}">
                <a16:creationId xmlns:a16="http://schemas.microsoft.com/office/drawing/2014/main" id="{37BEBC78-B3EF-4EF4-86DB-0368ED24B4A2}"/>
              </a:ext>
            </a:extLst>
          </p:cNvPr>
          <p:cNvSpPr>
            <a:spLocks noGrp="1"/>
          </p:cNvSpPr>
          <p:nvPr/>
        </p:nvSpPr>
        <p:spPr>
          <a:xfrm>
            <a:off x="4631853" y="6595037"/>
            <a:ext cx="28398" cy="28398"/>
          </a:xfrm>
          <a:prstGeom prst="ellipse">
            <a:avLst/>
          </a:prstGeom>
          <a:solidFill>
            <a:srgbClr val="7F8C97">
              <a:alpha val="48000"/>
            </a:srgbClr>
          </a:solidFill>
          <a:ln w="0">
            <a:noFill/>
            <a:prstDash val="solid"/>
          </a:ln>
        </p:spPr>
      </p:sp>
      <p:sp>
        <p:nvSpPr>
          <p:cNvPr id="3218" name="03_assume_matched_8515">
            <a:extLst>
              <a:ext uri="{FF2B5EF4-FFF2-40B4-BE49-F238E27FC236}">
                <a16:creationId xmlns:a16="http://schemas.microsoft.com/office/drawing/2014/main" id="{B1D3086D-A8D5-4EAF-A8A3-C7FEB47E90AD}"/>
              </a:ext>
            </a:extLst>
          </p:cNvPr>
          <p:cNvSpPr>
            <a:spLocks noGrp="1"/>
          </p:cNvSpPr>
          <p:nvPr/>
        </p:nvSpPr>
        <p:spPr>
          <a:xfrm>
            <a:off x="4664088" y="6010168"/>
            <a:ext cx="28398" cy="28398"/>
          </a:xfrm>
          <a:prstGeom prst="ellipse">
            <a:avLst/>
          </a:prstGeom>
          <a:solidFill>
            <a:srgbClr val="7F8C97">
              <a:alpha val="48000"/>
            </a:srgbClr>
          </a:solidFill>
          <a:ln w="0">
            <a:noFill/>
            <a:prstDash val="solid"/>
          </a:ln>
        </p:spPr>
      </p:sp>
      <p:sp>
        <p:nvSpPr>
          <p:cNvPr id="3219" name="03_assume_matched_8516">
            <a:extLst>
              <a:ext uri="{FF2B5EF4-FFF2-40B4-BE49-F238E27FC236}">
                <a16:creationId xmlns:a16="http://schemas.microsoft.com/office/drawing/2014/main" id="{4EE56134-DEA6-472A-91DE-D09BA8613537}"/>
              </a:ext>
            </a:extLst>
          </p:cNvPr>
          <p:cNvSpPr>
            <a:spLocks noGrp="1"/>
          </p:cNvSpPr>
          <p:nvPr/>
        </p:nvSpPr>
        <p:spPr>
          <a:xfrm>
            <a:off x="4645956" y="6546298"/>
            <a:ext cx="28398" cy="28398"/>
          </a:xfrm>
          <a:prstGeom prst="ellipse">
            <a:avLst/>
          </a:prstGeom>
          <a:solidFill>
            <a:srgbClr val="7F8C97">
              <a:alpha val="48000"/>
            </a:srgbClr>
          </a:solidFill>
          <a:ln w="0">
            <a:noFill/>
            <a:prstDash val="solid"/>
          </a:ln>
        </p:spPr>
      </p:sp>
      <p:sp>
        <p:nvSpPr>
          <p:cNvPr id="3220" name="03_assume_matched_8517">
            <a:extLst>
              <a:ext uri="{FF2B5EF4-FFF2-40B4-BE49-F238E27FC236}">
                <a16:creationId xmlns:a16="http://schemas.microsoft.com/office/drawing/2014/main" id="{DB5F1574-25E5-4C2F-AF17-100A4EDC6C14}"/>
              </a:ext>
            </a:extLst>
          </p:cNvPr>
          <p:cNvSpPr>
            <a:spLocks noGrp="1"/>
          </p:cNvSpPr>
          <p:nvPr/>
        </p:nvSpPr>
        <p:spPr>
          <a:xfrm>
            <a:off x="4708124" y="6448819"/>
            <a:ext cx="28398" cy="28398"/>
          </a:xfrm>
          <a:prstGeom prst="ellipse">
            <a:avLst/>
          </a:prstGeom>
          <a:solidFill>
            <a:srgbClr val="7F8C97">
              <a:alpha val="48000"/>
            </a:srgbClr>
          </a:solidFill>
          <a:ln w="0">
            <a:noFill/>
            <a:prstDash val="solid"/>
          </a:ln>
        </p:spPr>
      </p:sp>
      <p:sp>
        <p:nvSpPr>
          <p:cNvPr id="3221" name="03_assume_matched_8518">
            <a:extLst>
              <a:ext uri="{FF2B5EF4-FFF2-40B4-BE49-F238E27FC236}">
                <a16:creationId xmlns:a16="http://schemas.microsoft.com/office/drawing/2014/main" id="{86A1FD61-6476-4D12-9EA5-2DF4017BD0A2}"/>
              </a:ext>
            </a:extLst>
          </p:cNvPr>
          <p:cNvSpPr>
            <a:spLocks noGrp="1"/>
          </p:cNvSpPr>
          <p:nvPr/>
        </p:nvSpPr>
        <p:spPr>
          <a:xfrm>
            <a:off x="4606237" y="6010168"/>
            <a:ext cx="28398" cy="28398"/>
          </a:xfrm>
          <a:prstGeom prst="ellipse">
            <a:avLst/>
          </a:prstGeom>
          <a:solidFill>
            <a:srgbClr val="7F8C97">
              <a:alpha val="48000"/>
            </a:srgbClr>
          </a:solidFill>
          <a:ln w="0">
            <a:noFill/>
            <a:prstDash val="solid"/>
          </a:ln>
        </p:spPr>
      </p:sp>
      <p:sp>
        <p:nvSpPr>
          <p:cNvPr id="3222" name="03_assume_matched_8519">
            <a:extLst>
              <a:ext uri="{FF2B5EF4-FFF2-40B4-BE49-F238E27FC236}">
                <a16:creationId xmlns:a16="http://schemas.microsoft.com/office/drawing/2014/main" id="{58BC6A7E-5D91-4C05-951F-00FEB9B22286}"/>
              </a:ext>
            </a:extLst>
          </p:cNvPr>
          <p:cNvSpPr>
            <a:spLocks noGrp="1"/>
          </p:cNvSpPr>
          <p:nvPr/>
        </p:nvSpPr>
        <p:spPr>
          <a:xfrm>
            <a:off x="4612857" y="6010168"/>
            <a:ext cx="28398" cy="28398"/>
          </a:xfrm>
          <a:prstGeom prst="ellipse">
            <a:avLst/>
          </a:prstGeom>
          <a:solidFill>
            <a:srgbClr val="7F8C97">
              <a:alpha val="48000"/>
            </a:srgbClr>
          </a:solidFill>
          <a:ln w="0">
            <a:noFill/>
            <a:prstDash val="solid"/>
          </a:ln>
        </p:spPr>
      </p:sp>
      <p:sp>
        <p:nvSpPr>
          <p:cNvPr id="3223" name="03_assume_matched_8520">
            <a:extLst>
              <a:ext uri="{FF2B5EF4-FFF2-40B4-BE49-F238E27FC236}">
                <a16:creationId xmlns:a16="http://schemas.microsoft.com/office/drawing/2014/main" id="{503D5898-32F7-4559-BA1C-75949B85FDDD}"/>
              </a:ext>
            </a:extLst>
          </p:cNvPr>
          <p:cNvSpPr>
            <a:spLocks noGrp="1"/>
          </p:cNvSpPr>
          <p:nvPr/>
        </p:nvSpPr>
        <p:spPr>
          <a:xfrm>
            <a:off x="4672723" y="6010168"/>
            <a:ext cx="28398" cy="28398"/>
          </a:xfrm>
          <a:prstGeom prst="ellipse">
            <a:avLst/>
          </a:prstGeom>
          <a:solidFill>
            <a:srgbClr val="7F8C97">
              <a:alpha val="48000"/>
            </a:srgbClr>
          </a:solidFill>
          <a:ln w="0">
            <a:noFill/>
            <a:prstDash val="solid"/>
          </a:ln>
        </p:spPr>
      </p:sp>
      <p:sp>
        <p:nvSpPr>
          <p:cNvPr id="3224" name="03_assume_matched_8521">
            <a:extLst>
              <a:ext uri="{FF2B5EF4-FFF2-40B4-BE49-F238E27FC236}">
                <a16:creationId xmlns:a16="http://schemas.microsoft.com/office/drawing/2014/main" id="{D6B6BF18-C0AA-4A19-9426-BFBE971DAB6D}"/>
              </a:ext>
            </a:extLst>
          </p:cNvPr>
          <p:cNvSpPr>
            <a:spLocks noGrp="1"/>
          </p:cNvSpPr>
          <p:nvPr/>
        </p:nvSpPr>
        <p:spPr>
          <a:xfrm>
            <a:off x="4671428" y="6010168"/>
            <a:ext cx="28398" cy="28398"/>
          </a:xfrm>
          <a:prstGeom prst="ellipse">
            <a:avLst/>
          </a:prstGeom>
          <a:solidFill>
            <a:srgbClr val="7F8C97">
              <a:alpha val="48000"/>
            </a:srgbClr>
          </a:solidFill>
          <a:ln w="0">
            <a:noFill/>
            <a:prstDash val="solid"/>
          </a:ln>
        </p:spPr>
      </p:sp>
      <p:sp>
        <p:nvSpPr>
          <p:cNvPr id="3225" name="03_assume_matched_8522">
            <a:extLst>
              <a:ext uri="{FF2B5EF4-FFF2-40B4-BE49-F238E27FC236}">
                <a16:creationId xmlns:a16="http://schemas.microsoft.com/office/drawing/2014/main" id="{81E671CF-AEBC-469D-A7A0-E44C94E0344C}"/>
              </a:ext>
            </a:extLst>
          </p:cNvPr>
          <p:cNvSpPr>
            <a:spLocks noGrp="1"/>
          </p:cNvSpPr>
          <p:nvPr/>
        </p:nvSpPr>
        <p:spPr>
          <a:xfrm>
            <a:off x="4718198" y="6010168"/>
            <a:ext cx="28398" cy="28398"/>
          </a:xfrm>
          <a:prstGeom prst="ellipse">
            <a:avLst/>
          </a:prstGeom>
          <a:solidFill>
            <a:srgbClr val="7F8C97">
              <a:alpha val="48000"/>
            </a:srgbClr>
          </a:solidFill>
          <a:ln w="0">
            <a:noFill/>
            <a:prstDash val="solid"/>
          </a:ln>
        </p:spPr>
      </p:sp>
      <p:sp>
        <p:nvSpPr>
          <p:cNvPr id="3226" name="03_assume_matched_8523">
            <a:extLst>
              <a:ext uri="{FF2B5EF4-FFF2-40B4-BE49-F238E27FC236}">
                <a16:creationId xmlns:a16="http://schemas.microsoft.com/office/drawing/2014/main" id="{45C96664-F031-4F19-8674-062B514A0995}"/>
              </a:ext>
            </a:extLst>
          </p:cNvPr>
          <p:cNvSpPr>
            <a:spLocks noGrp="1"/>
          </p:cNvSpPr>
          <p:nvPr/>
        </p:nvSpPr>
        <p:spPr>
          <a:xfrm>
            <a:off x="4696468" y="6156385"/>
            <a:ext cx="28398" cy="28398"/>
          </a:xfrm>
          <a:prstGeom prst="ellipse">
            <a:avLst/>
          </a:prstGeom>
          <a:solidFill>
            <a:srgbClr val="7F8C97">
              <a:alpha val="48000"/>
            </a:srgbClr>
          </a:solidFill>
          <a:ln w="0">
            <a:noFill/>
            <a:prstDash val="solid"/>
          </a:ln>
        </p:spPr>
      </p:sp>
      <p:sp>
        <p:nvSpPr>
          <p:cNvPr id="3227" name="03_assume_matched_8524">
            <a:extLst>
              <a:ext uri="{FF2B5EF4-FFF2-40B4-BE49-F238E27FC236}">
                <a16:creationId xmlns:a16="http://schemas.microsoft.com/office/drawing/2014/main" id="{5AEA742A-FB15-4C68-8E06-7A277EA16DC4}"/>
              </a:ext>
            </a:extLst>
          </p:cNvPr>
          <p:cNvSpPr>
            <a:spLocks noGrp="1"/>
          </p:cNvSpPr>
          <p:nvPr/>
        </p:nvSpPr>
        <p:spPr>
          <a:xfrm>
            <a:off x="4628543" y="6595037"/>
            <a:ext cx="28398" cy="28398"/>
          </a:xfrm>
          <a:prstGeom prst="ellipse">
            <a:avLst/>
          </a:prstGeom>
          <a:solidFill>
            <a:srgbClr val="7F8C97">
              <a:alpha val="48000"/>
            </a:srgbClr>
          </a:solidFill>
          <a:ln w="0">
            <a:noFill/>
            <a:prstDash val="solid"/>
          </a:ln>
        </p:spPr>
      </p:sp>
      <p:sp>
        <p:nvSpPr>
          <p:cNvPr id="3228" name="03_assume_matched_8525">
            <a:extLst>
              <a:ext uri="{FF2B5EF4-FFF2-40B4-BE49-F238E27FC236}">
                <a16:creationId xmlns:a16="http://schemas.microsoft.com/office/drawing/2014/main" id="{61D0AE85-F115-46D5-A87D-4706C63D8C67}"/>
              </a:ext>
            </a:extLst>
          </p:cNvPr>
          <p:cNvSpPr>
            <a:spLocks noGrp="1"/>
          </p:cNvSpPr>
          <p:nvPr/>
        </p:nvSpPr>
        <p:spPr>
          <a:xfrm>
            <a:off x="4699346" y="6595037"/>
            <a:ext cx="28398" cy="28398"/>
          </a:xfrm>
          <a:prstGeom prst="ellipse">
            <a:avLst/>
          </a:prstGeom>
          <a:solidFill>
            <a:srgbClr val="7F8C97">
              <a:alpha val="48000"/>
            </a:srgbClr>
          </a:solidFill>
          <a:ln w="0">
            <a:noFill/>
            <a:prstDash val="solid"/>
          </a:ln>
        </p:spPr>
      </p:sp>
      <p:sp>
        <p:nvSpPr>
          <p:cNvPr id="3229" name="03_assume_matched_8526">
            <a:extLst>
              <a:ext uri="{FF2B5EF4-FFF2-40B4-BE49-F238E27FC236}">
                <a16:creationId xmlns:a16="http://schemas.microsoft.com/office/drawing/2014/main" id="{F1A4FC16-4706-4C68-AEFF-DEEDE6F698BB}"/>
              </a:ext>
            </a:extLst>
          </p:cNvPr>
          <p:cNvSpPr>
            <a:spLocks noGrp="1"/>
          </p:cNvSpPr>
          <p:nvPr/>
        </p:nvSpPr>
        <p:spPr>
          <a:xfrm>
            <a:off x="4687689" y="6205124"/>
            <a:ext cx="28398" cy="28398"/>
          </a:xfrm>
          <a:prstGeom prst="ellipse">
            <a:avLst/>
          </a:prstGeom>
          <a:solidFill>
            <a:srgbClr val="7F8C97">
              <a:alpha val="48000"/>
            </a:srgbClr>
          </a:solidFill>
          <a:ln w="0">
            <a:noFill/>
            <a:prstDash val="solid"/>
          </a:ln>
        </p:spPr>
      </p:sp>
      <p:sp>
        <p:nvSpPr>
          <p:cNvPr id="3230" name="03_assume_matched_8527">
            <a:extLst>
              <a:ext uri="{FF2B5EF4-FFF2-40B4-BE49-F238E27FC236}">
                <a16:creationId xmlns:a16="http://schemas.microsoft.com/office/drawing/2014/main" id="{B01ACAA9-FFE3-4DFD-8665-DCA1D6D39299}"/>
              </a:ext>
            </a:extLst>
          </p:cNvPr>
          <p:cNvSpPr>
            <a:spLocks noGrp="1"/>
          </p:cNvSpPr>
          <p:nvPr/>
        </p:nvSpPr>
        <p:spPr>
          <a:xfrm>
            <a:off x="4693877" y="6010168"/>
            <a:ext cx="28398" cy="28398"/>
          </a:xfrm>
          <a:prstGeom prst="ellipse">
            <a:avLst/>
          </a:prstGeom>
          <a:solidFill>
            <a:srgbClr val="7F8C97">
              <a:alpha val="48000"/>
            </a:srgbClr>
          </a:solidFill>
          <a:ln w="0">
            <a:noFill/>
            <a:prstDash val="solid"/>
          </a:ln>
        </p:spPr>
      </p:sp>
      <p:sp>
        <p:nvSpPr>
          <p:cNvPr id="3231" name="03_assume_matched_8528">
            <a:extLst>
              <a:ext uri="{FF2B5EF4-FFF2-40B4-BE49-F238E27FC236}">
                <a16:creationId xmlns:a16="http://schemas.microsoft.com/office/drawing/2014/main" id="{65EA3BB3-BF2D-4D82-8E04-FEF39950749E}"/>
              </a:ext>
            </a:extLst>
          </p:cNvPr>
          <p:cNvSpPr>
            <a:spLocks noGrp="1"/>
          </p:cNvSpPr>
          <p:nvPr/>
        </p:nvSpPr>
        <p:spPr>
          <a:xfrm>
            <a:off x="4707261" y="6595037"/>
            <a:ext cx="28398" cy="28398"/>
          </a:xfrm>
          <a:prstGeom prst="ellipse">
            <a:avLst/>
          </a:prstGeom>
          <a:solidFill>
            <a:srgbClr val="7F8C97">
              <a:alpha val="48000"/>
            </a:srgbClr>
          </a:solidFill>
          <a:ln w="0">
            <a:noFill/>
            <a:prstDash val="solid"/>
          </a:ln>
        </p:spPr>
      </p:sp>
      <p:sp>
        <p:nvSpPr>
          <p:cNvPr id="3232" name="03_assume_matched_8529">
            <a:extLst>
              <a:ext uri="{FF2B5EF4-FFF2-40B4-BE49-F238E27FC236}">
                <a16:creationId xmlns:a16="http://schemas.microsoft.com/office/drawing/2014/main" id="{6DB5F85E-ED29-4BD1-A2DB-DC9C71503E45}"/>
              </a:ext>
            </a:extLst>
          </p:cNvPr>
          <p:cNvSpPr>
            <a:spLocks noGrp="1"/>
          </p:cNvSpPr>
          <p:nvPr/>
        </p:nvSpPr>
        <p:spPr>
          <a:xfrm>
            <a:off x="4615879" y="6010168"/>
            <a:ext cx="28398" cy="28398"/>
          </a:xfrm>
          <a:prstGeom prst="ellipse">
            <a:avLst/>
          </a:prstGeom>
          <a:solidFill>
            <a:srgbClr val="7F8C97">
              <a:alpha val="48000"/>
            </a:srgbClr>
          </a:solidFill>
          <a:ln w="0">
            <a:noFill/>
            <a:prstDash val="solid"/>
          </a:ln>
        </p:spPr>
      </p:sp>
      <p:sp>
        <p:nvSpPr>
          <p:cNvPr id="3233" name="03_assume_matched_8530">
            <a:extLst>
              <a:ext uri="{FF2B5EF4-FFF2-40B4-BE49-F238E27FC236}">
                <a16:creationId xmlns:a16="http://schemas.microsoft.com/office/drawing/2014/main" id="{7A26926B-008C-4AC3-B889-AB6F5F4B065B}"/>
              </a:ext>
            </a:extLst>
          </p:cNvPr>
          <p:cNvSpPr>
            <a:spLocks noGrp="1"/>
          </p:cNvSpPr>
          <p:nvPr/>
        </p:nvSpPr>
        <p:spPr>
          <a:xfrm>
            <a:off x="4605086" y="6010168"/>
            <a:ext cx="28398" cy="28398"/>
          </a:xfrm>
          <a:prstGeom prst="ellipse">
            <a:avLst/>
          </a:prstGeom>
          <a:solidFill>
            <a:srgbClr val="7F8C97">
              <a:alpha val="48000"/>
            </a:srgbClr>
          </a:solidFill>
          <a:ln w="0">
            <a:noFill/>
            <a:prstDash val="solid"/>
          </a:ln>
        </p:spPr>
      </p:sp>
      <p:sp>
        <p:nvSpPr>
          <p:cNvPr id="3234" name="03_assume_matched_8531">
            <a:extLst>
              <a:ext uri="{FF2B5EF4-FFF2-40B4-BE49-F238E27FC236}">
                <a16:creationId xmlns:a16="http://schemas.microsoft.com/office/drawing/2014/main" id="{C086E06D-96CD-4DEB-8670-F6EEA76F5FF3}"/>
              </a:ext>
            </a:extLst>
          </p:cNvPr>
          <p:cNvSpPr>
            <a:spLocks noGrp="1"/>
          </p:cNvSpPr>
          <p:nvPr/>
        </p:nvSpPr>
        <p:spPr>
          <a:xfrm>
            <a:off x="4687977" y="6156385"/>
            <a:ext cx="28398" cy="28398"/>
          </a:xfrm>
          <a:prstGeom prst="ellipse">
            <a:avLst/>
          </a:prstGeom>
          <a:solidFill>
            <a:srgbClr val="7F8C97">
              <a:alpha val="48000"/>
            </a:srgbClr>
          </a:solidFill>
          <a:ln w="0">
            <a:noFill/>
            <a:prstDash val="solid"/>
          </a:ln>
        </p:spPr>
      </p:sp>
      <p:sp>
        <p:nvSpPr>
          <p:cNvPr id="3235" name="03_assume_matched_8532">
            <a:extLst>
              <a:ext uri="{FF2B5EF4-FFF2-40B4-BE49-F238E27FC236}">
                <a16:creationId xmlns:a16="http://schemas.microsoft.com/office/drawing/2014/main" id="{118A78B4-C0C7-469B-B826-757E10F81873}"/>
              </a:ext>
            </a:extLst>
          </p:cNvPr>
          <p:cNvSpPr>
            <a:spLocks noGrp="1"/>
          </p:cNvSpPr>
          <p:nvPr/>
        </p:nvSpPr>
        <p:spPr>
          <a:xfrm>
            <a:off x="4725106" y="6135497"/>
            <a:ext cx="28398" cy="28398"/>
          </a:xfrm>
          <a:prstGeom prst="ellipse">
            <a:avLst/>
          </a:prstGeom>
          <a:solidFill>
            <a:srgbClr val="7F8C97">
              <a:alpha val="48000"/>
            </a:srgbClr>
          </a:solidFill>
          <a:ln w="0">
            <a:noFill/>
            <a:prstDash val="solid"/>
          </a:ln>
        </p:spPr>
      </p:sp>
      <p:sp>
        <p:nvSpPr>
          <p:cNvPr id="3236" name="03_assume_matched_8533">
            <a:extLst>
              <a:ext uri="{FF2B5EF4-FFF2-40B4-BE49-F238E27FC236}">
                <a16:creationId xmlns:a16="http://schemas.microsoft.com/office/drawing/2014/main" id="{B40F1AFD-2EDE-4C3F-B1D4-3BA08FB724D1}"/>
              </a:ext>
            </a:extLst>
          </p:cNvPr>
          <p:cNvSpPr>
            <a:spLocks noGrp="1"/>
          </p:cNvSpPr>
          <p:nvPr/>
        </p:nvSpPr>
        <p:spPr>
          <a:xfrm>
            <a:off x="4731294" y="6010168"/>
            <a:ext cx="28398" cy="28398"/>
          </a:xfrm>
          <a:prstGeom prst="ellipse">
            <a:avLst/>
          </a:prstGeom>
          <a:solidFill>
            <a:srgbClr val="7F8C97">
              <a:alpha val="48000"/>
            </a:srgbClr>
          </a:solidFill>
          <a:ln w="0">
            <a:noFill/>
            <a:prstDash val="solid"/>
          </a:ln>
        </p:spPr>
      </p:sp>
      <p:sp>
        <p:nvSpPr>
          <p:cNvPr id="3237" name="03_assume_matched_8534">
            <a:extLst>
              <a:ext uri="{FF2B5EF4-FFF2-40B4-BE49-F238E27FC236}">
                <a16:creationId xmlns:a16="http://schemas.microsoft.com/office/drawing/2014/main" id="{F95EB376-7700-49C5-8C2A-FF9159AF3417}"/>
              </a:ext>
            </a:extLst>
          </p:cNvPr>
          <p:cNvSpPr>
            <a:spLocks noGrp="1"/>
          </p:cNvSpPr>
          <p:nvPr/>
        </p:nvSpPr>
        <p:spPr>
          <a:xfrm>
            <a:off x="4642358" y="6302602"/>
            <a:ext cx="28398" cy="28398"/>
          </a:xfrm>
          <a:prstGeom prst="ellipse">
            <a:avLst/>
          </a:prstGeom>
          <a:solidFill>
            <a:srgbClr val="7F8C97">
              <a:alpha val="48000"/>
            </a:srgbClr>
          </a:solidFill>
          <a:ln w="0">
            <a:noFill/>
            <a:prstDash val="solid"/>
          </a:ln>
        </p:spPr>
      </p:sp>
      <p:sp>
        <p:nvSpPr>
          <p:cNvPr id="3238" name="03_assume_matched_8535">
            <a:extLst>
              <a:ext uri="{FF2B5EF4-FFF2-40B4-BE49-F238E27FC236}">
                <a16:creationId xmlns:a16="http://schemas.microsoft.com/office/drawing/2014/main" id="{4B894D75-71FB-4460-8027-83E005E6AA50}"/>
              </a:ext>
            </a:extLst>
          </p:cNvPr>
          <p:cNvSpPr>
            <a:spLocks noGrp="1"/>
          </p:cNvSpPr>
          <p:nvPr/>
        </p:nvSpPr>
        <p:spPr>
          <a:xfrm>
            <a:off x="4695173" y="6400080"/>
            <a:ext cx="28398" cy="28398"/>
          </a:xfrm>
          <a:prstGeom prst="ellipse">
            <a:avLst/>
          </a:prstGeom>
          <a:solidFill>
            <a:srgbClr val="7F8C97">
              <a:alpha val="48000"/>
            </a:srgbClr>
          </a:solidFill>
          <a:ln w="0">
            <a:noFill/>
            <a:prstDash val="solid"/>
          </a:ln>
        </p:spPr>
      </p:sp>
      <p:sp>
        <p:nvSpPr>
          <p:cNvPr id="3239" name="03_assume_matched_8536">
            <a:extLst>
              <a:ext uri="{FF2B5EF4-FFF2-40B4-BE49-F238E27FC236}">
                <a16:creationId xmlns:a16="http://schemas.microsoft.com/office/drawing/2014/main" id="{41577D20-D9DD-4E4E-AF3B-9FF83690EFCF}"/>
              </a:ext>
            </a:extLst>
          </p:cNvPr>
          <p:cNvSpPr>
            <a:spLocks noGrp="1"/>
          </p:cNvSpPr>
          <p:nvPr/>
        </p:nvSpPr>
        <p:spPr>
          <a:xfrm>
            <a:off x="4706110" y="6010168"/>
            <a:ext cx="28398" cy="28398"/>
          </a:xfrm>
          <a:prstGeom prst="ellipse">
            <a:avLst/>
          </a:prstGeom>
          <a:solidFill>
            <a:srgbClr val="7F8C97">
              <a:alpha val="48000"/>
            </a:srgbClr>
          </a:solidFill>
          <a:ln w="0">
            <a:noFill/>
            <a:prstDash val="solid"/>
          </a:ln>
        </p:spPr>
      </p:sp>
      <p:sp>
        <p:nvSpPr>
          <p:cNvPr id="3240" name="03_assume_matched_8537">
            <a:extLst>
              <a:ext uri="{FF2B5EF4-FFF2-40B4-BE49-F238E27FC236}">
                <a16:creationId xmlns:a16="http://schemas.microsoft.com/office/drawing/2014/main" id="{B4701470-B743-491E-9C8B-ED66A2840924}"/>
              </a:ext>
            </a:extLst>
          </p:cNvPr>
          <p:cNvSpPr>
            <a:spLocks noGrp="1"/>
          </p:cNvSpPr>
          <p:nvPr/>
        </p:nvSpPr>
        <p:spPr>
          <a:xfrm>
            <a:off x="4723523" y="6010168"/>
            <a:ext cx="28398" cy="28398"/>
          </a:xfrm>
          <a:prstGeom prst="ellipse">
            <a:avLst/>
          </a:prstGeom>
          <a:solidFill>
            <a:srgbClr val="7F8C97">
              <a:alpha val="48000"/>
            </a:srgbClr>
          </a:solidFill>
          <a:ln w="0">
            <a:noFill/>
            <a:prstDash val="solid"/>
          </a:ln>
        </p:spPr>
      </p:sp>
      <p:sp>
        <p:nvSpPr>
          <p:cNvPr id="3241" name="03_assume_matched_8538">
            <a:extLst>
              <a:ext uri="{FF2B5EF4-FFF2-40B4-BE49-F238E27FC236}">
                <a16:creationId xmlns:a16="http://schemas.microsoft.com/office/drawing/2014/main" id="{98D1F3AF-863F-4780-A6C4-BBDB614FCD2F}"/>
              </a:ext>
            </a:extLst>
          </p:cNvPr>
          <p:cNvSpPr>
            <a:spLocks noGrp="1"/>
          </p:cNvSpPr>
          <p:nvPr/>
        </p:nvSpPr>
        <p:spPr>
          <a:xfrm>
            <a:off x="4708268" y="6010168"/>
            <a:ext cx="28398" cy="28398"/>
          </a:xfrm>
          <a:prstGeom prst="ellipse">
            <a:avLst/>
          </a:prstGeom>
          <a:solidFill>
            <a:srgbClr val="7F8C97">
              <a:alpha val="48000"/>
            </a:srgbClr>
          </a:solidFill>
          <a:ln w="0">
            <a:noFill/>
            <a:prstDash val="solid"/>
          </a:ln>
        </p:spPr>
      </p:sp>
      <p:sp>
        <p:nvSpPr>
          <p:cNvPr id="3242" name="03_assume_matched_8539">
            <a:extLst>
              <a:ext uri="{FF2B5EF4-FFF2-40B4-BE49-F238E27FC236}">
                <a16:creationId xmlns:a16="http://schemas.microsoft.com/office/drawing/2014/main" id="{5F70EC80-6A0B-4FE1-AD31-2577B78DE91A}"/>
              </a:ext>
            </a:extLst>
          </p:cNvPr>
          <p:cNvSpPr>
            <a:spLocks noGrp="1"/>
          </p:cNvSpPr>
          <p:nvPr/>
        </p:nvSpPr>
        <p:spPr>
          <a:xfrm>
            <a:off x="4686538" y="6010168"/>
            <a:ext cx="28398" cy="28398"/>
          </a:xfrm>
          <a:prstGeom prst="ellipse">
            <a:avLst/>
          </a:prstGeom>
          <a:solidFill>
            <a:srgbClr val="7F8C97">
              <a:alpha val="48000"/>
            </a:srgbClr>
          </a:solidFill>
          <a:ln w="0">
            <a:noFill/>
            <a:prstDash val="solid"/>
          </a:ln>
        </p:spPr>
      </p:sp>
      <p:sp>
        <p:nvSpPr>
          <p:cNvPr id="3243" name="03_assume_matched_8540">
            <a:extLst>
              <a:ext uri="{FF2B5EF4-FFF2-40B4-BE49-F238E27FC236}">
                <a16:creationId xmlns:a16="http://schemas.microsoft.com/office/drawing/2014/main" id="{4EE46D4E-4395-41A3-AEEE-24EFE269646B}"/>
              </a:ext>
            </a:extLst>
          </p:cNvPr>
          <p:cNvSpPr>
            <a:spLocks noGrp="1"/>
          </p:cNvSpPr>
          <p:nvPr/>
        </p:nvSpPr>
        <p:spPr>
          <a:xfrm>
            <a:off x="4598322" y="6010168"/>
            <a:ext cx="28398" cy="28398"/>
          </a:xfrm>
          <a:prstGeom prst="ellipse">
            <a:avLst/>
          </a:prstGeom>
          <a:solidFill>
            <a:srgbClr val="7F8C97">
              <a:alpha val="48000"/>
            </a:srgbClr>
          </a:solidFill>
          <a:ln w="0">
            <a:noFill/>
            <a:prstDash val="solid"/>
          </a:ln>
        </p:spPr>
      </p:sp>
      <p:sp>
        <p:nvSpPr>
          <p:cNvPr id="3244" name="03_assume_matched_8541">
            <a:extLst>
              <a:ext uri="{FF2B5EF4-FFF2-40B4-BE49-F238E27FC236}">
                <a16:creationId xmlns:a16="http://schemas.microsoft.com/office/drawing/2014/main" id="{036437E0-2C59-4C04-9ABA-9A1D618A80D0}"/>
              </a:ext>
            </a:extLst>
          </p:cNvPr>
          <p:cNvSpPr>
            <a:spLocks noGrp="1"/>
          </p:cNvSpPr>
          <p:nvPr/>
        </p:nvSpPr>
        <p:spPr>
          <a:xfrm>
            <a:off x="4612281" y="6595037"/>
            <a:ext cx="28398" cy="28398"/>
          </a:xfrm>
          <a:prstGeom prst="ellipse">
            <a:avLst/>
          </a:prstGeom>
          <a:solidFill>
            <a:srgbClr val="7F8C97">
              <a:alpha val="48000"/>
            </a:srgbClr>
          </a:solidFill>
          <a:ln w="0">
            <a:noFill/>
            <a:prstDash val="solid"/>
          </a:ln>
        </p:spPr>
      </p:sp>
      <p:sp>
        <p:nvSpPr>
          <p:cNvPr id="3245" name="03_assume_matched_8542">
            <a:extLst>
              <a:ext uri="{FF2B5EF4-FFF2-40B4-BE49-F238E27FC236}">
                <a16:creationId xmlns:a16="http://schemas.microsoft.com/office/drawing/2014/main" id="{E0A520C0-8720-4614-885B-22CF1103E56F}"/>
              </a:ext>
            </a:extLst>
          </p:cNvPr>
          <p:cNvSpPr>
            <a:spLocks noGrp="1"/>
          </p:cNvSpPr>
          <p:nvPr/>
        </p:nvSpPr>
        <p:spPr>
          <a:xfrm>
            <a:off x="4673442" y="6010168"/>
            <a:ext cx="28398" cy="28398"/>
          </a:xfrm>
          <a:prstGeom prst="ellipse">
            <a:avLst/>
          </a:prstGeom>
          <a:solidFill>
            <a:srgbClr val="7F8C97">
              <a:alpha val="48000"/>
            </a:srgbClr>
          </a:solidFill>
          <a:ln w="0">
            <a:noFill/>
            <a:prstDash val="solid"/>
          </a:ln>
        </p:spPr>
      </p:sp>
      <p:sp>
        <p:nvSpPr>
          <p:cNvPr id="3246" name="03_assume_matched_8543">
            <a:extLst>
              <a:ext uri="{FF2B5EF4-FFF2-40B4-BE49-F238E27FC236}">
                <a16:creationId xmlns:a16="http://schemas.microsoft.com/office/drawing/2014/main" id="{41A19244-7073-4EC8-A967-6D1EEB9B0619}"/>
              </a:ext>
            </a:extLst>
          </p:cNvPr>
          <p:cNvSpPr>
            <a:spLocks noGrp="1"/>
          </p:cNvSpPr>
          <p:nvPr/>
        </p:nvSpPr>
        <p:spPr>
          <a:xfrm>
            <a:off x="4618325" y="6595037"/>
            <a:ext cx="28398" cy="28398"/>
          </a:xfrm>
          <a:prstGeom prst="ellipse">
            <a:avLst/>
          </a:prstGeom>
          <a:solidFill>
            <a:srgbClr val="7F8C97">
              <a:alpha val="48000"/>
            </a:srgbClr>
          </a:solidFill>
          <a:ln w="0">
            <a:noFill/>
            <a:prstDash val="solid"/>
          </a:ln>
        </p:spPr>
      </p:sp>
      <p:sp>
        <p:nvSpPr>
          <p:cNvPr id="3247" name="03_assume_matched_8544">
            <a:extLst>
              <a:ext uri="{FF2B5EF4-FFF2-40B4-BE49-F238E27FC236}">
                <a16:creationId xmlns:a16="http://schemas.microsoft.com/office/drawing/2014/main" id="{FA2702E0-5DA9-4FFA-94C1-67302CF98C65}"/>
              </a:ext>
            </a:extLst>
          </p:cNvPr>
          <p:cNvSpPr>
            <a:spLocks noGrp="1"/>
          </p:cNvSpPr>
          <p:nvPr/>
        </p:nvSpPr>
        <p:spPr>
          <a:xfrm>
            <a:off x="4644373" y="6010168"/>
            <a:ext cx="28398" cy="28398"/>
          </a:xfrm>
          <a:prstGeom prst="ellipse">
            <a:avLst/>
          </a:prstGeom>
          <a:solidFill>
            <a:srgbClr val="7F8C97">
              <a:alpha val="48000"/>
            </a:srgbClr>
          </a:solidFill>
          <a:ln w="0">
            <a:noFill/>
            <a:prstDash val="solid"/>
          </a:ln>
        </p:spPr>
      </p:sp>
      <p:sp>
        <p:nvSpPr>
          <p:cNvPr id="3248" name="03_assume_matched_8545">
            <a:extLst>
              <a:ext uri="{FF2B5EF4-FFF2-40B4-BE49-F238E27FC236}">
                <a16:creationId xmlns:a16="http://schemas.microsoft.com/office/drawing/2014/main" id="{0B920D63-835C-4AB7-A3B6-433E9BD38880}"/>
              </a:ext>
            </a:extLst>
          </p:cNvPr>
          <p:cNvSpPr>
            <a:spLocks noGrp="1"/>
          </p:cNvSpPr>
          <p:nvPr/>
        </p:nvSpPr>
        <p:spPr>
          <a:xfrm>
            <a:off x="4593429" y="6595037"/>
            <a:ext cx="28398" cy="28398"/>
          </a:xfrm>
          <a:prstGeom prst="ellipse">
            <a:avLst/>
          </a:prstGeom>
          <a:solidFill>
            <a:srgbClr val="7F8C97">
              <a:alpha val="48000"/>
            </a:srgbClr>
          </a:solidFill>
          <a:ln w="0">
            <a:noFill/>
            <a:prstDash val="solid"/>
          </a:ln>
        </p:spPr>
      </p:sp>
      <p:sp>
        <p:nvSpPr>
          <p:cNvPr id="3249" name="03_assume_matched_8546">
            <a:extLst>
              <a:ext uri="{FF2B5EF4-FFF2-40B4-BE49-F238E27FC236}">
                <a16:creationId xmlns:a16="http://schemas.microsoft.com/office/drawing/2014/main" id="{1D71B7DD-AA26-438E-8AF6-B63A80D3B230}"/>
              </a:ext>
            </a:extLst>
          </p:cNvPr>
          <p:cNvSpPr>
            <a:spLocks noGrp="1"/>
          </p:cNvSpPr>
          <p:nvPr/>
        </p:nvSpPr>
        <p:spPr>
          <a:xfrm>
            <a:off x="5466108" y="6010168"/>
            <a:ext cx="28398" cy="28398"/>
          </a:xfrm>
          <a:prstGeom prst="ellipse">
            <a:avLst/>
          </a:prstGeom>
          <a:solidFill>
            <a:srgbClr val="7F8C97">
              <a:alpha val="48000"/>
            </a:srgbClr>
          </a:solidFill>
          <a:ln w="0">
            <a:noFill/>
            <a:prstDash val="solid"/>
          </a:ln>
        </p:spPr>
      </p:sp>
      <p:sp>
        <p:nvSpPr>
          <p:cNvPr id="3250" name="03_assume_matched_8547">
            <a:extLst>
              <a:ext uri="{FF2B5EF4-FFF2-40B4-BE49-F238E27FC236}">
                <a16:creationId xmlns:a16="http://schemas.microsoft.com/office/drawing/2014/main" id="{9FCFC9F3-0369-41CC-B79C-87D71B2F33A8}"/>
              </a:ext>
            </a:extLst>
          </p:cNvPr>
          <p:cNvSpPr>
            <a:spLocks noGrp="1"/>
          </p:cNvSpPr>
          <p:nvPr/>
        </p:nvSpPr>
        <p:spPr>
          <a:xfrm>
            <a:off x="5454595" y="6010168"/>
            <a:ext cx="28398" cy="28398"/>
          </a:xfrm>
          <a:prstGeom prst="ellipse">
            <a:avLst/>
          </a:prstGeom>
          <a:solidFill>
            <a:srgbClr val="7F8C97">
              <a:alpha val="48000"/>
            </a:srgbClr>
          </a:solidFill>
          <a:ln w="0">
            <a:noFill/>
            <a:prstDash val="solid"/>
          </a:ln>
        </p:spPr>
      </p:sp>
      <p:sp>
        <p:nvSpPr>
          <p:cNvPr id="3251" name="03_assume_matched_8548">
            <a:extLst>
              <a:ext uri="{FF2B5EF4-FFF2-40B4-BE49-F238E27FC236}">
                <a16:creationId xmlns:a16="http://schemas.microsoft.com/office/drawing/2014/main" id="{B89B7350-B9A7-4AB2-906D-09E99A7A580C}"/>
              </a:ext>
            </a:extLst>
          </p:cNvPr>
          <p:cNvSpPr>
            <a:spLocks noGrp="1"/>
          </p:cNvSpPr>
          <p:nvPr/>
        </p:nvSpPr>
        <p:spPr>
          <a:xfrm>
            <a:off x="5397464" y="6010168"/>
            <a:ext cx="28398" cy="28398"/>
          </a:xfrm>
          <a:prstGeom prst="ellipse">
            <a:avLst/>
          </a:prstGeom>
          <a:solidFill>
            <a:srgbClr val="7F8C97">
              <a:alpha val="48000"/>
            </a:srgbClr>
          </a:solidFill>
          <a:ln w="0">
            <a:noFill/>
            <a:prstDash val="solid"/>
          </a:ln>
        </p:spPr>
      </p:sp>
      <p:sp>
        <p:nvSpPr>
          <p:cNvPr id="3252" name="03_assume_matched_8549">
            <a:extLst>
              <a:ext uri="{FF2B5EF4-FFF2-40B4-BE49-F238E27FC236}">
                <a16:creationId xmlns:a16="http://schemas.microsoft.com/office/drawing/2014/main" id="{3F3F7788-BFA8-4D2D-BE59-08243CDD26A5}"/>
              </a:ext>
            </a:extLst>
          </p:cNvPr>
          <p:cNvSpPr>
            <a:spLocks noGrp="1"/>
          </p:cNvSpPr>
          <p:nvPr/>
        </p:nvSpPr>
        <p:spPr>
          <a:xfrm>
            <a:off x="5476326" y="6010168"/>
            <a:ext cx="28398" cy="28398"/>
          </a:xfrm>
          <a:prstGeom prst="ellipse">
            <a:avLst/>
          </a:prstGeom>
          <a:solidFill>
            <a:srgbClr val="7F8C97">
              <a:alpha val="48000"/>
            </a:srgbClr>
          </a:solidFill>
          <a:ln w="0">
            <a:noFill/>
            <a:prstDash val="solid"/>
          </a:ln>
        </p:spPr>
      </p:sp>
      <p:sp>
        <p:nvSpPr>
          <p:cNvPr id="3253" name="03_assume_matched_8550">
            <a:extLst>
              <a:ext uri="{FF2B5EF4-FFF2-40B4-BE49-F238E27FC236}">
                <a16:creationId xmlns:a16="http://schemas.microsoft.com/office/drawing/2014/main" id="{0C4CF390-7440-4BA4-8A2B-49BACEF6E380}"/>
              </a:ext>
            </a:extLst>
          </p:cNvPr>
          <p:cNvSpPr>
            <a:spLocks noGrp="1"/>
          </p:cNvSpPr>
          <p:nvPr/>
        </p:nvSpPr>
        <p:spPr>
          <a:xfrm>
            <a:off x="5444090" y="6010168"/>
            <a:ext cx="28398" cy="28398"/>
          </a:xfrm>
          <a:prstGeom prst="ellipse">
            <a:avLst/>
          </a:prstGeom>
          <a:solidFill>
            <a:srgbClr val="7F8C97">
              <a:alpha val="48000"/>
            </a:srgbClr>
          </a:solidFill>
          <a:ln w="0">
            <a:noFill/>
            <a:prstDash val="solid"/>
          </a:ln>
        </p:spPr>
      </p:sp>
      <p:sp>
        <p:nvSpPr>
          <p:cNvPr id="3254" name="03_assume_matched_8551">
            <a:extLst>
              <a:ext uri="{FF2B5EF4-FFF2-40B4-BE49-F238E27FC236}">
                <a16:creationId xmlns:a16="http://schemas.microsoft.com/office/drawing/2014/main" id="{CAE82425-2ADA-44EC-B86F-040077796107}"/>
              </a:ext>
            </a:extLst>
          </p:cNvPr>
          <p:cNvSpPr>
            <a:spLocks noGrp="1"/>
          </p:cNvSpPr>
          <p:nvPr/>
        </p:nvSpPr>
        <p:spPr>
          <a:xfrm>
            <a:off x="5348822" y="6010168"/>
            <a:ext cx="28398" cy="28398"/>
          </a:xfrm>
          <a:prstGeom prst="ellipse">
            <a:avLst/>
          </a:prstGeom>
          <a:solidFill>
            <a:srgbClr val="7F8C97">
              <a:alpha val="48000"/>
            </a:srgbClr>
          </a:solidFill>
          <a:ln w="0">
            <a:noFill/>
            <a:prstDash val="solid"/>
          </a:ln>
        </p:spPr>
      </p:sp>
      <p:sp>
        <p:nvSpPr>
          <p:cNvPr id="3255" name="03_assume_matched_8552">
            <a:extLst>
              <a:ext uri="{FF2B5EF4-FFF2-40B4-BE49-F238E27FC236}">
                <a16:creationId xmlns:a16="http://schemas.microsoft.com/office/drawing/2014/main" id="{EFB5684D-64FA-48D1-BACD-E865BD1CDFF1}"/>
              </a:ext>
            </a:extLst>
          </p:cNvPr>
          <p:cNvSpPr>
            <a:spLocks noGrp="1"/>
          </p:cNvSpPr>
          <p:nvPr/>
        </p:nvSpPr>
        <p:spPr>
          <a:xfrm>
            <a:off x="5379475" y="6010168"/>
            <a:ext cx="28398" cy="28398"/>
          </a:xfrm>
          <a:prstGeom prst="ellipse">
            <a:avLst/>
          </a:prstGeom>
          <a:solidFill>
            <a:srgbClr val="7F8C97">
              <a:alpha val="48000"/>
            </a:srgbClr>
          </a:solidFill>
          <a:ln w="0">
            <a:noFill/>
            <a:prstDash val="solid"/>
          </a:ln>
        </p:spPr>
      </p:sp>
      <p:sp>
        <p:nvSpPr>
          <p:cNvPr id="3256" name="03_assume_matched_8553">
            <a:extLst>
              <a:ext uri="{FF2B5EF4-FFF2-40B4-BE49-F238E27FC236}">
                <a16:creationId xmlns:a16="http://schemas.microsoft.com/office/drawing/2014/main" id="{66820309-05E1-467B-B0EC-FAF63B02B607}"/>
              </a:ext>
            </a:extLst>
          </p:cNvPr>
          <p:cNvSpPr>
            <a:spLocks noGrp="1"/>
          </p:cNvSpPr>
          <p:nvPr/>
        </p:nvSpPr>
        <p:spPr>
          <a:xfrm>
            <a:off x="5348534" y="6448819"/>
            <a:ext cx="28398" cy="28398"/>
          </a:xfrm>
          <a:prstGeom prst="ellipse">
            <a:avLst/>
          </a:prstGeom>
          <a:solidFill>
            <a:srgbClr val="7F8C97">
              <a:alpha val="48000"/>
            </a:srgbClr>
          </a:solidFill>
          <a:ln w="0">
            <a:noFill/>
            <a:prstDash val="solid"/>
          </a:ln>
        </p:spPr>
      </p:sp>
      <p:sp>
        <p:nvSpPr>
          <p:cNvPr id="3257" name="03_assume_matched_8554">
            <a:extLst>
              <a:ext uri="{FF2B5EF4-FFF2-40B4-BE49-F238E27FC236}">
                <a16:creationId xmlns:a16="http://schemas.microsoft.com/office/drawing/2014/main" id="{F64D30EE-BFB2-45A3-8E5D-633F367F1376}"/>
              </a:ext>
            </a:extLst>
          </p:cNvPr>
          <p:cNvSpPr>
            <a:spLocks noGrp="1"/>
          </p:cNvSpPr>
          <p:nvPr/>
        </p:nvSpPr>
        <p:spPr>
          <a:xfrm>
            <a:off x="5429843" y="6010168"/>
            <a:ext cx="28398" cy="28398"/>
          </a:xfrm>
          <a:prstGeom prst="ellipse">
            <a:avLst/>
          </a:prstGeom>
          <a:solidFill>
            <a:srgbClr val="7F8C97">
              <a:alpha val="48000"/>
            </a:srgbClr>
          </a:solidFill>
          <a:ln w="0">
            <a:noFill/>
            <a:prstDash val="solid"/>
          </a:ln>
        </p:spPr>
      </p:sp>
      <p:sp>
        <p:nvSpPr>
          <p:cNvPr id="3258" name="03_assume_matched_8555">
            <a:extLst>
              <a:ext uri="{FF2B5EF4-FFF2-40B4-BE49-F238E27FC236}">
                <a16:creationId xmlns:a16="http://schemas.microsoft.com/office/drawing/2014/main" id="{907F6941-0DFD-47FD-BDD3-54DBA23F1519}"/>
              </a:ext>
            </a:extLst>
          </p:cNvPr>
          <p:cNvSpPr>
            <a:spLocks noGrp="1"/>
          </p:cNvSpPr>
          <p:nvPr/>
        </p:nvSpPr>
        <p:spPr>
          <a:xfrm>
            <a:off x="5411135" y="6010168"/>
            <a:ext cx="28398" cy="28398"/>
          </a:xfrm>
          <a:prstGeom prst="ellipse">
            <a:avLst/>
          </a:prstGeom>
          <a:solidFill>
            <a:srgbClr val="7F8C97">
              <a:alpha val="48000"/>
            </a:srgbClr>
          </a:solidFill>
          <a:ln w="0">
            <a:noFill/>
            <a:prstDash val="solid"/>
          </a:ln>
        </p:spPr>
      </p:sp>
      <p:sp>
        <p:nvSpPr>
          <p:cNvPr id="3259" name="03_assume_matched_8556">
            <a:extLst>
              <a:ext uri="{FF2B5EF4-FFF2-40B4-BE49-F238E27FC236}">
                <a16:creationId xmlns:a16="http://schemas.microsoft.com/office/drawing/2014/main" id="{CFBA47A3-F34B-4964-A0DA-0B97A22B3B50}"/>
              </a:ext>
            </a:extLst>
          </p:cNvPr>
          <p:cNvSpPr>
            <a:spLocks noGrp="1"/>
          </p:cNvSpPr>
          <p:nvPr/>
        </p:nvSpPr>
        <p:spPr>
          <a:xfrm>
            <a:off x="5395881" y="6010168"/>
            <a:ext cx="28398" cy="28398"/>
          </a:xfrm>
          <a:prstGeom prst="ellipse">
            <a:avLst/>
          </a:prstGeom>
          <a:solidFill>
            <a:srgbClr val="7F8C97">
              <a:alpha val="48000"/>
            </a:srgbClr>
          </a:solidFill>
          <a:ln w="0">
            <a:noFill/>
            <a:prstDash val="solid"/>
          </a:ln>
        </p:spPr>
      </p:sp>
      <p:sp>
        <p:nvSpPr>
          <p:cNvPr id="3260" name="03_assume_matched_8557">
            <a:extLst>
              <a:ext uri="{FF2B5EF4-FFF2-40B4-BE49-F238E27FC236}">
                <a16:creationId xmlns:a16="http://schemas.microsoft.com/office/drawing/2014/main" id="{DC7567E7-CF71-4487-87C5-50BB62C8DA07}"/>
              </a:ext>
            </a:extLst>
          </p:cNvPr>
          <p:cNvSpPr>
            <a:spLocks noGrp="1"/>
          </p:cNvSpPr>
          <p:nvPr/>
        </p:nvSpPr>
        <p:spPr>
          <a:xfrm>
            <a:off x="5381634" y="6595037"/>
            <a:ext cx="28398" cy="28398"/>
          </a:xfrm>
          <a:prstGeom prst="ellipse">
            <a:avLst/>
          </a:prstGeom>
          <a:solidFill>
            <a:srgbClr val="7F8C97">
              <a:alpha val="48000"/>
            </a:srgbClr>
          </a:solidFill>
          <a:ln w="0">
            <a:noFill/>
            <a:prstDash val="solid"/>
          </a:ln>
        </p:spPr>
      </p:sp>
      <p:sp>
        <p:nvSpPr>
          <p:cNvPr id="3261" name="03_assume_matched_8558">
            <a:extLst>
              <a:ext uri="{FF2B5EF4-FFF2-40B4-BE49-F238E27FC236}">
                <a16:creationId xmlns:a16="http://schemas.microsoft.com/office/drawing/2014/main" id="{D2FD5B6C-5BD4-476F-AAF6-ADDFB6A63BFF}"/>
              </a:ext>
            </a:extLst>
          </p:cNvPr>
          <p:cNvSpPr>
            <a:spLocks noGrp="1"/>
          </p:cNvSpPr>
          <p:nvPr/>
        </p:nvSpPr>
        <p:spPr>
          <a:xfrm>
            <a:off x="5398039" y="6010168"/>
            <a:ext cx="28398" cy="28398"/>
          </a:xfrm>
          <a:prstGeom prst="ellipse">
            <a:avLst/>
          </a:prstGeom>
          <a:solidFill>
            <a:srgbClr val="7F8C97">
              <a:alpha val="48000"/>
            </a:srgbClr>
          </a:solidFill>
          <a:ln w="0">
            <a:noFill/>
            <a:prstDash val="solid"/>
          </a:ln>
        </p:spPr>
      </p:sp>
      <p:sp>
        <p:nvSpPr>
          <p:cNvPr id="3262" name="03_assume_matched_8559">
            <a:extLst>
              <a:ext uri="{FF2B5EF4-FFF2-40B4-BE49-F238E27FC236}">
                <a16:creationId xmlns:a16="http://schemas.microsoft.com/office/drawing/2014/main" id="{079AB579-F420-43D2-A2DE-E53812224E3C}"/>
              </a:ext>
            </a:extLst>
          </p:cNvPr>
          <p:cNvSpPr>
            <a:spLocks noGrp="1"/>
          </p:cNvSpPr>
          <p:nvPr/>
        </p:nvSpPr>
        <p:spPr>
          <a:xfrm>
            <a:off x="5483233" y="6302602"/>
            <a:ext cx="28398" cy="28398"/>
          </a:xfrm>
          <a:prstGeom prst="ellipse">
            <a:avLst/>
          </a:prstGeom>
          <a:solidFill>
            <a:srgbClr val="7F8C97">
              <a:alpha val="48000"/>
            </a:srgbClr>
          </a:solidFill>
          <a:ln w="0">
            <a:noFill/>
            <a:prstDash val="solid"/>
          </a:ln>
        </p:spPr>
      </p:sp>
      <p:sp>
        <p:nvSpPr>
          <p:cNvPr id="3263" name="03_assume_matched_8560">
            <a:extLst>
              <a:ext uri="{FF2B5EF4-FFF2-40B4-BE49-F238E27FC236}">
                <a16:creationId xmlns:a16="http://schemas.microsoft.com/office/drawing/2014/main" id="{AE492E58-3044-4210-897F-5B4B388D0270}"/>
              </a:ext>
            </a:extLst>
          </p:cNvPr>
          <p:cNvSpPr>
            <a:spLocks noGrp="1"/>
          </p:cNvSpPr>
          <p:nvPr/>
        </p:nvSpPr>
        <p:spPr>
          <a:xfrm>
            <a:off x="5438190" y="6010168"/>
            <a:ext cx="28398" cy="28398"/>
          </a:xfrm>
          <a:prstGeom prst="ellipse">
            <a:avLst/>
          </a:prstGeom>
          <a:solidFill>
            <a:srgbClr val="7F8C97">
              <a:alpha val="48000"/>
            </a:srgbClr>
          </a:solidFill>
          <a:ln w="0">
            <a:noFill/>
            <a:prstDash val="solid"/>
          </a:ln>
        </p:spPr>
      </p:sp>
      <p:sp>
        <p:nvSpPr>
          <p:cNvPr id="3264" name="03_assume_matched_8561">
            <a:extLst>
              <a:ext uri="{FF2B5EF4-FFF2-40B4-BE49-F238E27FC236}">
                <a16:creationId xmlns:a16="http://schemas.microsoft.com/office/drawing/2014/main" id="{AEA52434-5727-4080-B046-548B08719AC8}"/>
              </a:ext>
            </a:extLst>
          </p:cNvPr>
          <p:cNvSpPr>
            <a:spLocks noGrp="1"/>
          </p:cNvSpPr>
          <p:nvPr/>
        </p:nvSpPr>
        <p:spPr>
          <a:xfrm>
            <a:off x="5447976" y="6595037"/>
            <a:ext cx="28398" cy="28398"/>
          </a:xfrm>
          <a:prstGeom prst="ellipse">
            <a:avLst/>
          </a:prstGeom>
          <a:solidFill>
            <a:srgbClr val="7F8C97">
              <a:alpha val="48000"/>
            </a:srgbClr>
          </a:solidFill>
          <a:ln w="0">
            <a:noFill/>
            <a:prstDash val="solid"/>
          </a:ln>
        </p:spPr>
      </p:sp>
      <p:sp>
        <p:nvSpPr>
          <p:cNvPr id="3265" name="03_assume_matched_8562">
            <a:extLst>
              <a:ext uri="{FF2B5EF4-FFF2-40B4-BE49-F238E27FC236}">
                <a16:creationId xmlns:a16="http://schemas.microsoft.com/office/drawing/2014/main" id="{8F36D5EE-0B4D-43B0-9C4E-2F8AD8374BFD}"/>
              </a:ext>
            </a:extLst>
          </p:cNvPr>
          <p:cNvSpPr>
            <a:spLocks noGrp="1"/>
          </p:cNvSpPr>
          <p:nvPr/>
        </p:nvSpPr>
        <p:spPr>
          <a:xfrm>
            <a:off x="5384800" y="6530051"/>
            <a:ext cx="28398" cy="28398"/>
          </a:xfrm>
          <a:prstGeom prst="ellipse">
            <a:avLst/>
          </a:prstGeom>
          <a:solidFill>
            <a:srgbClr val="7F8C97">
              <a:alpha val="48000"/>
            </a:srgbClr>
          </a:solidFill>
          <a:ln w="0">
            <a:noFill/>
            <a:prstDash val="solid"/>
          </a:ln>
        </p:spPr>
      </p:sp>
      <p:sp>
        <p:nvSpPr>
          <p:cNvPr id="3266" name="03_assume_matched_8563">
            <a:extLst>
              <a:ext uri="{FF2B5EF4-FFF2-40B4-BE49-F238E27FC236}">
                <a16:creationId xmlns:a16="http://schemas.microsoft.com/office/drawing/2014/main" id="{00DDFD96-67FD-461F-906B-3255E53AEB98}"/>
              </a:ext>
            </a:extLst>
          </p:cNvPr>
          <p:cNvSpPr>
            <a:spLocks noGrp="1"/>
          </p:cNvSpPr>
          <p:nvPr/>
        </p:nvSpPr>
        <p:spPr>
          <a:xfrm>
            <a:off x="5475174" y="6400080"/>
            <a:ext cx="28398" cy="28398"/>
          </a:xfrm>
          <a:prstGeom prst="ellipse">
            <a:avLst/>
          </a:prstGeom>
          <a:solidFill>
            <a:srgbClr val="7F8C97">
              <a:alpha val="48000"/>
            </a:srgbClr>
          </a:solidFill>
          <a:ln w="0">
            <a:noFill/>
            <a:prstDash val="solid"/>
          </a:ln>
        </p:spPr>
      </p:sp>
      <p:sp>
        <p:nvSpPr>
          <p:cNvPr id="3267" name="03_assume_matched_8564">
            <a:extLst>
              <a:ext uri="{FF2B5EF4-FFF2-40B4-BE49-F238E27FC236}">
                <a16:creationId xmlns:a16="http://schemas.microsoft.com/office/drawing/2014/main" id="{85ED3B87-6750-4202-AD9B-7AB2F65B53C6}"/>
              </a:ext>
            </a:extLst>
          </p:cNvPr>
          <p:cNvSpPr>
            <a:spLocks noGrp="1"/>
          </p:cNvSpPr>
          <p:nvPr/>
        </p:nvSpPr>
        <p:spPr>
          <a:xfrm>
            <a:off x="5448263" y="6010168"/>
            <a:ext cx="28398" cy="28398"/>
          </a:xfrm>
          <a:prstGeom prst="ellipse">
            <a:avLst/>
          </a:prstGeom>
          <a:solidFill>
            <a:srgbClr val="7F8C97">
              <a:alpha val="48000"/>
            </a:srgbClr>
          </a:solidFill>
          <a:ln w="0">
            <a:noFill/>
            <a:prstDash val="solid"/>
          </a:ln>
        </p:spPr>
      </p:sp>
      <p:sp>
        <p:nvSpPr>
          <p:cNvPr id="3268" name="03_assume_matched_8565">
            <a:extLst>
              <a:ext uri="{FF2B5EF4-FFF2-40B4-BE49-F238E27FC236}">
                <a16:creationId xmlns:a16="http://schemas.microsoft.com/office/drawing/2014/main" id="{F6F275DA-879A-4E82-B9DB-6B4703A405CD}"/>
              </a:ext>
            </a:extLst>
          </p:cNvPr>
          <p:cNvSpPr>
            <a:spLocks noGrp="1"/>
          </p:cNvSpPr>
          <p:nvPr/>
        </p:nvSpPr>
        <p:spPr>
          <a:xfrm>
            <a:off x="5366091" y="6595037"/>
            <a:ext cx="28398" cy="28398"/>
          </a:xfrm>
          <a:prstGeom prst="ellipse">
            <a:avLst/>
          </a:prstGeom>
          <a:solidFill>
            <a:srgbClr val="7F8C97">
              <a:alpha val="48000"/>
            </a:srgbClr>
          </a:solidFill>
          <a:ln w="0">
            <a:noFill/>
            <a:prstDash val="solid"/>
          </a:ln>
        </p:spPr>
      </p:sp>
      <p:sp>
        <p:nvSpPr>
          <p:cNvPr id="3269" name="03_assume_matched_8566">
            <a:extLst>
              <a:ext uri="{FF2B5EF4-FFF2-40B4-BE49-F238E27FC236}">
                <a16:creationId xmlns:a16="http://schemas.microsoft.com/office/drawing/2014/main" id="{F6AE3324-42CA-4150-B9DC-185497AEFBA2}"/>
              </a:ext>
            </a:extLst>
          </p:cNvPr>
          <p:cNvSpPr>
            <a:spLocks noGrp="1"/>
          </p:cNvSpPr>
          <p:nvPr/>
        </p:nvSpPr>
        <p:spPr>
          <a:xfrm>
            <a:off x="5373431" y="6010168"/>
            <a:ext cx="28398" cy="28398"/>
          </a:xfrm>
          <a:prstGeom prst="ellipse">
            <a:avLst/>
          </a:prstGeom>
          <a:solidFill>
            <a:srgbClr val="7F8C97">
              <a:alpha val="48000"/>
            </a:srgbClr>
          </a:solidFill>
          <a:ln w="0">
            <a:noFill/>
            <a:prstDash val="solid"/>
          </a:ln>
        </p:spPr>
      </p:sp>
      <p:sp>
        <p:nvSpPr>
          <p:cNvPr id="3270" name="03_assume_matched_8567">
            <a:extLst>
              <a:ext uri="{FF2B5EF4-FFF2-40B4-BE49-F238E27FC236}">
                <a16:creationId xmlns:a16="http://schemas.microsoft.com/office/drawing/2014/main" id="{8118DE15-CD19-4B04-B5A6-A4EA8E012F0A}"/>
              </a:ext>
            </a:extLst>
          </p:cNvPr>
          <p:cNvSpPr>
            <a:spLocks noGrp="1"/>
          </p:cNvSpPr>
          <p:nvPr/>
        </p:nvSpPr>
        <p:spPr>
          <a:xfrm>
            <a:off x="5384656" y="6400080"/>
            <a:ext cx="28398" cy="28398"/>
          </a:xfrm>
          <a:prstGeom prst="ellipse">
            <a:avLst/>
          </a:prstGeom>
          <a:solidFill>
            <a:srgbClr val="7F8C97">
              <a:alpha val="48000"/>
            </a:srgbClr>
          </a:solidFill>
          <a:ln w="0">
            <a:noFill/>
            <a:prstDash val="solid"/>
          </a:ln>
        </p:spPr>
      </p:sp>
      <p:sp>
        <p:nvSpPr>
          <p:cNvPr id="3271" name="03_assume_matched_8568">
            <a:extLst>
              <a:ext uri="{FF2B5EF4-FFF2-40B4-BE49-F238E27FC236}">
                <a16:creationId xmlns:a16="http://schemas.microsoft.com/office/drawing/2014/main" id="{D922CB88-135B-409D-9011-52761E8E3B48}"/>
              </a:ext>
            </a:extLst>
          </p:cNvPr>
          <p:cNvSpPr>
            <a:spLocks noGrp="1"/>
          </p:cNvSpPr>
          <p:nvPr/>
        </p:nvSpPr>
        <p:spPr>
          <a:xfrm>
            <a:off x="5474023" y="6010168"/>
            <a:ext cx="28398" cy="28398"/>
          </a:xfrm>
          <a:prstGeom prst="ellipse">
            <a:avLst/>
          </a:prstGeom>
          <a:solidFill>
            <a:srgbClr val="7F8C97">
              <a:alpha val="48000"/>
            </a:srgbClr>
          </a:solidFill>
          <a:ln w="0">
            <a:noFill/>
            <a:prstDash val="solid"/>
          </a:ln>
        </p:spPr>
      </p:sp>
      <p:sp>
        <p:nvSpPr>
          <p:cNvPr id="3272" name="03_assume_matched_8569">
            <a:extLst>
              <a:ext uri="{FF2B5EF4-FFF2-40B4-BE49-F238E27FC236}">
                <a16:creationId xmlns:a16="http://schemas.microsoft.com/office/drawing/2014/main" id="{7BE93680-C2C9-4AEE-BCCE-34065BDD92B8}"/>
              </a:ext>
            </a:extLst>
          </p:cNvPr>
          <p:cNvSpPr>
            <a:spLocks noGrp="1"/>
          </p:cNvSpPr>
          <p:nvPr/>
        </p:nvSpPr>
        <p:spPr>
          <a:xfrm>
            <a:off x="5386958" y="6010168"/>
            <a:ext cx="28398" cy="28398"/>
          </a:xfrm>
          <a:prstGeom prst="ellipse">
            <a:avLst/>
          </a:prstGeom>
          <a:solidFill>
            <a:srgbClr val="7F8C97">
              <a:alpha val="48000"/>
            </a:srgbClr>
          </a:solidFill>
          <a:ln w="0">
            <a:noFill/>
            <a:prstDash val="solid"/>
          </a:ln>
        </p:spPr>
      </p:sp>
      <p:sp>
        <p:nvSpPr>
          <p:cNvPr id="3273" name="03_assume_matched_8570">
            <a:extLst>
              <a:ext uri="{FF2B5EF4-FFF2-40B4-BE49-F238E27FC236}">
                <a16:creationId xmlns:a16="http://schemas.microsoft.com/office/drawing/2014/main" id="{E4454E83-BD18-446F-AFD2-6D700E2076DC}"/>
              </a:ext>
            </a:extLst>
          </p:cNvPr>
          <p:cNvSpPr>
            <a:spLocks noGrp="1"/>
          </p:cNvSpPr>
          <p:nvPr/>
        </p:nvSpPr>
        <p:spPr>
          <a:xfrm>
            <a:off x="5465964" y="6400080"/>
            <a:ext cx="28398" cy="28398"/>
          </a:xfrm>
          <a:prstGeom prst="ellipse">
            <a:avLst/>
          </a:prstGeom>
          <a:solidFill>
            <a:srgbClr val="7F8C97">
              <a:alpha val="48000"/>
            </a:srgbClr>
          </a:solidFill>
          <a:ln w="0">
            <a:noFill/>
            <a:prstDash val="solid"/>
          </a:ln>
        </p:spPr>
      </p:sp>
      <p:sp>
        <p:nvSpPr>
          <p:cNvPr id="3274" name="03_assume_matched_8571">
            <a:extLst>
              <a:ext uri="{FF2B5EF4-FFF2-40B4-BE49-F238E27FC236}">
                <a16:creationId xmlns:a16="http://schemas.microsoft.com/office/drawing/2014/main" id="{63141C01-00F0-4D39-AF31-C8E13E6F89BC}"/>
              </a:ext>
            </a:extLst>
          </p:cNvPr>
          <p:cNvSpPr>
            <a:spLocks noGrp="1"/>
          </p:cNvSpPr>
          <p:nvPr/>
        </p:nvSpPr>
        <p:spPr>
          <a:xfrm>
            <a:off x="5467115" y="6010168"/>
            <a:ext cx="28398" cy="28398"/>
          </a:xfrm>
          <a:prstGeom prst="ellipse">
            <a:avLst/>
          </a:prstGeom>
          <a:solidFill>
            <a:srgbClr val="7F8C97">
              <a:alpha val="48000"/>
            </a:srgbClr>
          </a:solidFill>
          <a:ln w="0">
            <a:noFill/>
            <a:prstDash val="solid"/>
          </a:ln>
        </p:spPr>
      </p:sp>
      <p:sp>
        <p:nvSpPr>
          <p:cNvPr id="3275" name="03_assume_matched_8572">
            <a:extLst>
              <a:ext uri="{FF2B5EF4-FFF2-40B4-BE49-F238E27FC236}">
                <a16:creationId xmlns:a16="http://schemas.microsoft.com/office/drawing/2014/main" id="{40ECD01A-F59D-4E06-980C-F35FF5DB2664}"/>
              </a:ext>
            </a:extLst>
          </p:cNvPr>
          <p:cNvSpPr>
            <a:spLocks noGrp="1"/>
          </p:cNvSpPr>
          <p:nvPr/>
        </p:nvSpPr>
        <p:spPr>
          <a:xfrm>
            <a:off x="5470857" y="6595037"/>
            <a:ext cx="28398" cy="28398"/>
          </a:xfrm>
          <a:prstGeom prst="ellipse">
            <a:avLst/>
          </a:prstGeom>
          <a:solidFill>
            <a:srgbClr val="7F8C97">
              <a:alpha val="48000"/>
            </a:srgbClr>
          </a:solidFill>
          <a:ln w="0">
            <a:noFill/>
            <a:prstDash val="solid"/>
          </a:ln>
        </p:spPr>
      </p:sp>
      <p:sp>
        <p:nvSpPr>
          <p:cNvPr id="3276" name="03_assume_matched_8573">
            <a:extLst>
              <a:ext uri="{FF2B5EF4-FFF2-40B4-BE49-F238E27FC236}">
                <a16:creationId xmlns:a16="http://schemas.microsoft.com/office/drawing/2014/main" id="{717D1C32-5D9B-4294-B37D-AE26CB9632DF}"/>
              </a:ext>
            </a:extLst>
          </p:cNvPr>
          <p:cNvSpPr>
            <a:spLocks noGrp="1"/>
          </p:cNvSpPr>
          <p:nvPr/>
        </p:nvSpPr>
        <p:spPr>
          <a:xfrm>
            <a:off x="5388109" y="6595037"/>
            <a:ext cx="28398" cy="28398"/>
          </a:xfrm>
          <a:prstGeom prst="ellipse">
            <a:avLst/>
          </a:prstGeom>
          <a:solidFill>
            <a:srgbClr val="7F8C97">
              <a:alpha val="48000"/>
            </a:srgbClr>
          </a:solidFill>
          <a:ln w="0">
            <a:noFill/>
            <a:prstDash val="solid"/>
          </a:ln>
        </p:spPr>
      </p:sp>
      <p:sp>
        <p:nvSpPr>
          <p:cNvPr id="3277" name="03_assume_matched_8574">
            <a:extLst>
              <a:ext uri="{FF2B5EF4-FFF2-40B4-BE49-F238E27FC236}">
                <a16:creationId xmlns:a16="http://schemas.microsoft.com/office/drawing/2014/main" id="{C90AA5C9-3A7E-4B3F-89BC-7E587A04A16F}"/>
              </a:ext>
            </a:extLst>
          </p:cNvPr>
          <p:cNvSpPr>
            <a:spLocks noGrp="1"/>
          </p:cNvSpPr>
          <p:nvPr/>
        </p:nvSpPr>
        <p:spPr>
          <a:xfrm>
            <a:off x="5366379" y="6010168"/>
            <a:ext cx="28398" cy="28398"/>
          </a:xfrm>
          <a:prstGeom prst="ellipse">
            <a:avLst/>
          </a:prstGeom>
          <a:solidFill>
            <a:srgbClr val="7F8C97">
              <a:alpha val="48000"/>
            </a:srgbClr>
          </a:solidFill>
          <a:ln w="0">
            <a:noFill/>
            <a:prstDash val="solid"/>
          </a:ln>
        </p:spPr>
      </p:sp>
      <p:sp>
        <p:nvSpPr>
          <p:cNvPr id="3278" name="03_assume_matched_8575">
            <a:extLst>
              <a:ext uri="{FF2B5EF4-FFF2-40B4-BE49-F238E27FC236}">
                <a16:creationId xmlns:a16="http://schemas.microsoft.com/office/drawing/2014/main" id="{6AFB1DD0-B5EA-459C-9838-766072EBB517}"/>
              </a:ext>
            </a:extLst>
          </p:cNvPr>
          <p:cNvSpPr>
            <a:spLocks noGrp="1"/>
          </p:cNvSpPr>
          <p:nvPr/>
        </p:nvSpPr>
        <p:spPr>
          <a:xfrm>
            <a:off x="5450134" y="6010168"/>
            <a:ext cx="28398" cy="28398"/>
          </a:xfrm>
          <a:prstGeom prst="ellipse">
            <a:avLst/>
          </a:prstGeom>
          <a:solidFill>
            <a:srgbClr val="7F8C97">
              <a:alpha val="48000"/>
            </a:srgbClr>
          </a:solidFill>
          <a:ln w="0">
            <a:noFill/>
            <a:prstDash val="solid"/>
          </a:ln>
        </p:spPr>
      </p:sp>
      <p:sp>
        <p:nvSpPr>
          <p:cNvPr id="3279" name="03_assume_matched_8576">
            <a:extLst>
              <a:ext uri="{FF2B5EF4-FFF2-40B4-BE49-F238E27FC236}">
                <a16:creationId xmlns:a16="http://schemas.microsoft.com/office/drawing/2014/main" id="{1B86599F-111D-43A1-B6F6-96E5C7F9ECF0}"/>
              </a:ext>
            </a:extLst>
          </p:cNvPr>
          <p:cNvSpPr>
            <a:spLocks noGrp="1"/>
          </p:cNvSpPr>
          <p:nvPr/>
        </p:nvSpPr>
        <p:spPr>
          <a:xfrm>
            <a:off x="5359615" y="6010168"/>
            <a:ext cx="28398" cy="28398"/>
          </a:xfrm>
          <a:prstGeom prst="ellipse">
            <a:avLst/>
          </a:prstGeom>
          <a:solidFill>
            <a:srgbClr val="7F8C97">
              <a:alpha val="48000"/>
            </a:srgbClr>
          </a:solidFill>
          <a:ln w="0">
            <a:noFill/>
            <a:prstDash val="solid"/>
          </a:ln>
        </p:spPr>
      </p:sp>
      <p:sp>
        <p:nvSpPr>
          <p:cNvPr id="3280" name="03_assume_matched_8577">
            <a:extLst>
              <a:ext uri="{FF2B5EF4-FFF2-40B4-BE49-F238E27FC236}">
                <a16:creationId xmlns:a16="http://schemas.microsoft.com/office/drawing/2014/main" id="{0146FA84-6055-44D5-95C2-F30C614BC7E7}"/>
              </a:ext>
            </a:extLst>
          </p:cNvPr>
          <p:cNvSpPr>
            <a:spLocks noGrp="1"/>
          </p:cNvSpPr>
          <p:nvPr/>
        </p:nvSpPr>
        <p:spPr>
          <a:xfrm>
            <a:off x="5453732" y="6010168"/>
            <a:ext cx="28398" cy="28398"/>
          </a:xfrm>
          <a:prstGeom prst="ellipse">
            <a:avLst/>
          </a:prstGeom>
          <a:solidFill>
            <a:srgbClr val="7F8C97">
              <a:alpha val="48000"/>
            </a:srgbClr>
          </a:solidFill>
          <a:ln w="0">
            <a:noFill/>
            <a:prstDash val="solid"/>
          </a:ln>
        </p:spPr>
      </p:sp>
      <p:sp>
        <p:nvSpPr>
          <p:cNvPr id="3281" name="03_assume_matched_8578">
            <a:extLst>
              <a:ext uri="{FF2B5EF4-FFF2-40B4-BE49-F238E27FC236}">
                <a16:creationId xmlns:a16="http://schemas.microsoft.com/office/drawing/2014/main" id="{7DB1E792-2F49-481A-A657-3EAAC6324A8B}"/>
              </a:ext>
            </a:extLst>
          </p:cNvPr>
          <p:cNvSpPr>
            <a:spLocks noGrp="1"/>
          </p:cNvSpPr>
          <p:nvPr/>
        </p:nvSpPr>
        <p:spPr>
          <a:xfrm>
            <a:off x="5360911" y="6595037"/>
            <a:ext cx="28398" cy="28398"/>
          </a:xfrm>
          <a:prstGeom prst="ellipse">
            <a:avLst/>
          </a:prstGeom>
          <a:solidFill>
            <a:srgbClr val="7F8C97">
              <a:alpha val="48000"/>
            </a:srgbClr>
          </a:solidFill>
          <a:ln w="0">
            <a:noFill/>
            <a:prstDash val="solid"/>
          </a:ln>
        </p:spPr>
      </p:sp>
      <p:sp>
        <p:nvSpPr>
          <p:cNvPr id="3282" name="03_assume_matched_8579">
            <a:extLst>
              <a:ext uri="{FF2B5EF4-FFF2-40B4-BE49-F238E27FC236}">
                <a16:creationId xmlns:a16="http://schemas.microsoft.com/office/drawing/2014/main" id="{1B9B9F78-FDF0-484D-B8EB-B54A97B8E583}"/>
              </a:ext>
            </a:extLst>
          </p:cNvPr>
          <p:cNvSpPr>
            <a:spLocks noGrp="1"/>
          </p:cNvSpPr>
          <p:nvPr/>
        </p:nvSpPr>
        <p:spPr>
          <a:xfrm>
            <a:off x="5481362" y="6010168"/>
            <a:ext cx="28398" cy="28398"/>
          </a:xfrm>
          <a:prstGeom prst="ellipse">
            <a:avLst/>
          </a:prstGeom>
          <a:solidFill>
            <a:srgbClr val="7F8C97">
              <a:alpha val="48000"/>
            </a:srgbClr>
          </a:solidFill>
          <a:ln w="0">
            <a:noFill/>
            <a:prstDash val="solid"/>
          </a:ln>
        </p:spPr>
      </p:sp>
      <p:sp>
        <p:nvSpPr>
          <p:cNvPr id="3283" name="03_assume_matched_8580">
            <a:extLst>
              <a:ext uri="{FF2B5EF4-FFF2-40B4-BE49-F238E27FC236}">
                <a16:creationId xmlns:a16="http://schemas.microsoft.com/office/drawing/2014/main" id="{FDD371A0-6C34-40E7-BC9C-F05564170E28}"/>
              </a:ext>
            </a:extLst>
          </p:cNvPr>
          <p:cNvSpPr>
            <a:spLocks noGrp="1"/>
          </p:cNvSpPr>
          <p:nvPr/>
        </p:nvSpPr>
        <p:spPr>
          <a:xfrm>
            <a:off x="5459344" y="6010168"/>
            <a:ext cx="28398" cy="28398"/>
          </a:xfrm>
          <a:prstGeom prst="ellipse">
            <a:avLst/>
          </a:prstGeom>
          <a:solidFill>
            <a:srgbClr val="7F8C97">
              <a:alpha val="48000"/>
            </a:srgbClr>
          </a:solidFill>
          <a:ln w="0">
            <a:noFill/>
            <a:prstDash val="solid"/>
          </a:ln>
        </p:spPr>
      </p:sp>
      <p:sp>
        <p:nvSpPr>
          <p:cNvPr id="3284" name="03_assume_matched_8581">
            <a:extLst>
              <a:ext uri="{FF2B5EF4-FFF2-40B4-BE49-F238E27FC236}">
                <a16:creationId xmlns:a16="http://schemas.microsoft.com/office/drawing/2014/main" id="{B0B93A0C-1C6E-4C68-BB25-3D487B41F6DA}"/>
              </a:ext>
            </a:extLst>
          </p:cNvPr>
          <p:cNvSpPr>
            <a:spLocks noGrp="1"/>
          </p:cNvSpPr>
          <p:nvPr/>
        </p:nvSpPr>
        <p:spPr>
          <a:xfrm>
            <a:off x="5407249" y="6010168"/>
            <a:ext cx="28398" cy="28398"/>
          </a:xfrm>
          <a:prstGeom prst="ellipse">
            <a:avLst/>
          </a:prstGeom>
          <a:solidFill>
            <a:srgbClr val="7F8C97">
              <a:alpha val="48000"/>
            </a:srgbClr>
          </a:solidFill>
          <a:ln w="0">
            <a:noFill/>
            <a:prstDash val="solid"/>
          </a:ln>
        </p:spPr>
      </p:sp>
      <p:sp>
        <p:nvSpPr>
          <p:cNvPr id="3285" name="03_assume_matched_8582">
            <a:extLst>
              <a:ext uri="{FF2B5EF4-FFF2-40B4-BE49-F238E27FC236}">
                <a16:creationId xmlns:a16="http://schemas.microsoft.com/office/drawing/2014/main" id="{E165D61B-FE8F-4B87-89EB-CA729388C16E}"/>
              </a:ext>
            </a:extLst>
          </p:cNvPr>
          <p:cNvSpPr>
            <a:spLocks noGrp="1"/>
          </p:cNvSpPr>
          <p:nvPr/>
        </p:nvSpPr>
        <p:spPr>
          <a:xfrm>
            <a:off x="5382929" y="6595037"/>
            <a:ext cx="28398" cy="28398"/>
          </a:xfrm>
          <a:prstGeom prst="ellipse">
            <a:avLst/>
          </a:prstGeom>
          <a:solidFill>
            <a:srgbClr val="7F8C97">
              <a:alpha val="48000"/>
            </a:srgbClr>
          </a:solidFill>
          <a:ln w="0">
            <a:noFill/>
            <a:prstDash val="solid"/>
          </a:ln>
        </p:spPr>
      </p:sp>
      <p:sp>
        <p:nvSpPr>
          <p:cNvPr id="3286" name="03_assume_matched_8583">
            <a:extLst>
              <a:ext uri="{FF2B5EF4-FFF2-40B4-BE49-F238E27FC236}">
                <a16:creationId xmlns:a16="http://schemas.microsoft.com/office/drawing/2014/main" id="{F409899E-7B46-40B8-A877-E1F850522461}"/>
              </a:ext>
            </a:extLst>
          </p:cNvPr>
          <p:cNvSpPr>
            <a:spLocks noGrp="1"/>
          </p:cNvSpPr>
          <p:nvPr/>
        </p:nvSpPr>
        <p:spPr>
          <a:xfrm>
            <a:off x="5485392" y="6595037"/>
            <a:ext cx="28398" cy="28398"/>
          </a:xfrm>
          <a:prstGeom prst="ellipse">
            <a:avLst/>
          </a:prstGeom>
          <a:solidFill>
            <a:srgbClr val="7F8C97">
              <a:alpha val="48000"/>
            </a:srgbClr>
          </a:solidFill>
          <a:ln w="0">
            <a:noFill/>
            <a:prstDash val="solid"/>
          </a:ln>
        </p:spPr>
      </p:sp>
      <p:sp>
        <p:nvSpPr>
          <p:cNvPr id="3287" name="03_assume_matched_8584">
            <a:extLst>
              <a:ext uri="{FF2B5EF4-FFF2-40B4-BE49-F238E27FC236}">
                <a16:creationId xmlns:a16="http://schemas.microsoft.com/office/drawing/2014/main" id="{CCA85EBE-DAFF-49DD-9667-A01407AC2CF6}"/>
              </a:ext>
            </a:extLst>
          </p:cNvPr>
          <p:cNvSpPr>
            <a:spLocks noGrp="1"/>
          </p:cNvSpPr>
          <p:nvPr/>
        </p:nvSpPr>
        <p:spPr>
          <a:xfrm>
            <a:off x="5433153" y="6595037"/>
            <a:ext cx="28398" cy="28398"/>
          </a:xfrm>
          <a:prstGeom prst="ellipse">
            <a:avLst/>
          </a:prstGeom>
          <a:solidFill>
            <a:srgbClr val="7F8C97">
              <a:alpha val="48000"/>
            </a:srgbClr>
          </a:solidFill>
          <a:ln w="0">
            <a:noFill/>
            <a:prstDash val="solid"/>
          </a:ln>
        </p:spPr>
      </p:sp>
      <p:sp>
        <p:nvSpPr>
          <p:cNvPr id="3288" name="03_assume_matched_8585">
            <a:extLst>
              <a:ext uri="{FF2B5EF4-FFF2-40B4-BE49-F238E27FC236}">
                <a16:creationId xmlns:a16="http://schemas.microsoft.com/office/drawing/2014/main" id="{E30E201F-E64C-47B5-A658-766F5ED40F0B}"/>
              </a:ext>
            </a:extLst>
          </p:cNvPr>
          <p:cNvSpPr>
            <a:spLocks noGrp="1"/>
          </p:cNvSpPr>
          <p:nvPr/>
        </p:nvSpPr>
        <p:spPr>
          <a:xfrm>
            <a:off x="5465964" y="6595037"/>
            <a:ext cx="28398" cy="28398"/>
          </a:xfrm>
          <a:prstGeom prst="ellipse">
            <a:avLst/>
          </a:prstGeom>
          <a:solidFill>
            <a:srgbClr val="7F8C97">
              <a:alpha val="48000"/>
            </a:srgbClr>
          </a:solidFill>
          <a:ln w="0">
            <a:noFill/>
            <a:prstDash val="solid"/>
          </a:ln>
        </p:spPr>
      </p:sp>
      <p:sp>
        <p:nvSpPr>
          <p:cNvPr id="3289" name="03_assume_matched_8586">
            <a:extLst>
              <a:ext uri="{FF2B5EF4-FFF2-40B4-BE49-F238E27FC236}">
                <a16:creationId xmlns:a16="http://schemas.microsoft.com/office/drawing/2014/main" id="{F4D96362-8B4E-47EA-80B9-2D69A0F6989A}"/>
              </a:ext>
            </a:extLst>
          </p:cNvPr>
          <p:cNvSpPr>
            <a:spLocks noGrp="1"/>
          </p:cNvSpPr>
          <p:nvPr/>
        </p:nvSpPr>
        <p:spPr>
          <a:xfrm>
            <a:off x="5365084" y="6478063"/>
            <a:ext cx="28398" cy="28398"/>
          </a:xfrm>
          <a:prstGeom prst="ellipse">
            <a:avLst/>
          </a:prstGeom>
          <a:solidFill>
            <a:srgbClr val="7F8C97">
              <a:alpha val="48000"/>
            </a:srgbClr>
          </a:solidFill>
          <a:ln w="0">
            <a:noFill/>
            <a:prstDash val="solid"/>
          </a:ln>
        </p:spPr>
      </p:sp>
      <p:sp>
        <p:nvSpPr>
          <p:cNvPr id="3290" name="03_assume_matched_8587">
            <a:extLst>
              <a:ext uri="{FF2B5EF4-FFF2-40B4-BE49-F238E27FC236}">
                <a16:creationId xmlns:a16="http://schemas.microsoft.com/office/drawing/2014/main" id="{90DA758D-5A4A-4C7F-A8A9-E53A58DB1A9E}"/>
              </a:ext>
            </a:extLst>
          </p:cNvPr>
          <p:cNvSpPr>
            <a:spLocks noGrp="1"/>
          </p:cNvSpPr>
          <p:nvPr/>
        </p:nvSpPr>
        <p:spPr>
          <a:xfrm>
            <a:off x="5457042" y="6595037"/>
            <a:ext cx="28398" cy="28398"/>
          </a:xfrm>
          <a:prstGeom prst="ellipse">
            <a:avLst/>
          </a:prstGeom>
          <a:solidFill>
            <a:srgbClr val="7F8C97">
              <a:alpha val="48000"/>
            </a:srgbClr>
          </a:solidFill>
          <a:ln w="0">
            <a:noFill/>
            <a:prstDash val="solid"/>
          </a:ln>
        </p:spPr>
      </p:sp>
      <p:sp>
        <p:nvSpPr>
          <p:cNvPr id="3291" name="03_assume_matched_8588">
            <a:extLst>
              <a:ext uri="{FF2B5EF4-FFF2-40B4-BE49-F238E27FC236}">
                <a16:creationId xmlns:a16="http://schemas.microsoft.com/office/drawing/2014/main" id="{1430C67C-1269-4B35-A543-27BA15C1549A}"/>
              </a:ext>
            </a:extLst>
          </p:cNvPr>
          <p:cNvSpPr>
            <a:spLocks noGrp="1"/>
          </p:cNvSpPr>
          <p:nvPr/>
        </p:nvSpPr>
        <p:spPr>
          <a:xfrm>
            <a:off x="5436175" y="6010168"/>
            <a:ext cx="28398" cy="28398"/>
          </a:xfrm>
          <a:prstGeom prst="ellipse">
            <a:avLst/>
          </a:prstGeom>
          <a:solidFill>
            <a:srgbClr val="7F8C97">
              <a:alpha val="48000"/>
            </a:srgbClr>
          </a:solidFill>
          <a:ln w="0">
            <a:noFill/>
            <a:prstDash val="solid"/>
          </a:ln>
        </p:spPr>
      </p:sp>
      <p:sp>
        <p:nvSpPr>
          <p:cNvPr id="3292" name="03_assume_matched_8589">
            <a:extLst>
              <a:ext uri="{FF2B5EF4-FFF2-40B4-BE49-F238E27FC236}">
                <a16:creationId xmlns:a16="http://schemas.microsoft.com/office/drawing/2014/main" id="{C385B240-42CC-4496-BCF6-409960B04223}"/>
              </a:ext>
            </a:extLst>
          </p:cNvPr>
          <p:cNvSpPr>
            <a:spLocks noGrp="1"/>
          </p:cNvSpPr>
          <p:nvPr/>
        </p:nvSpPr>
        <p:spPr>
          <a:xfrm>
            <a:off x="5344793" y="6010168"/>
            <a:ext cx="28398" cy="28398"/>
          </a:xfrm>
          <a:prstGeom prst="ellipse">
            <a:avLst/>
          </a:prstGeom>
          <a:solidFill>
            <a:srgbClr val="7F8C97">
              <a:alpha val="48000"/>
            </a:srgbClr>
          </a:solidFill>
          <a:ln w="0">
            <a:noFill/>
            <a:prstDash val="solid"/>
          </a:ln>
        </p:spPr>
      </p:sp>
      <p:sp>
        <p:nvSpPr>
          <p:cNvPr id="3293" name="03_assume_matched_8590">
            <a:extLst>
              <a:ext uri="{FF2B5EF4-FFF2-40B4-BE49-F238E27FC236}">
                <a16:creationId xmlns:a16="http://schemas.microsoft.com/office/drawing/2014/main" id="{6D24369E-FD34-4898-9298-5DB99D46974C}"/>
              </a:ext>
            </a:extLst>
          </p:cNvPr>
          <p:cNvSpPr>
            <a:spLocks noGrp="1"/>
          </p:cNvSpPr>
          <p:nvPr/>
        </p:nvSpPr>
        <p:spPr>
          <a:xfrm>
            <a:off x="5404083" y="6595037"/>
            <a:ext cx="28398" cy="28398"/>
          </a:xfrm>
          <a:prstGeom prst="ellipse">
            <a:avLst/>
          </a:prstGeom>
          <a:solidFill>
            <a:srgbClr val="7F8C97">
              <a:alpha val="48000"/>
            </a:srgbClr>
          </a:solidFill>
          <a:ln w="0">
            <a:noFill/>
            <a:prstDash val="solid"/>
          </a:ln>
        </p:spPr>
      </p:sp>
      <p:sp>
        <p:nvSpPr>
          <p:cNvPr id="3294" name="03_assume_matched_8591">
            <a:extLst>
              <a:ext uri="{FF2B5EF4-FFF2-40B4-BE49-F238E27FC236}">
                <a16:creationId xmlns:a16="http://schemas.microsoft.com/office/drawing/2014/main" id="{FABD80A1-00C7-496F-AB2D-68CD28278CF3}"/>
              </a:ext>
            </a:extLst>
          </p:cNvPr>
          <p:cNvSpPr>
            <a:spLocks noGrp="1"/>
          </p:cNvSpPr>
          <p:nvPr/>
        </p:nvSpPr>
        <p:spPr>
          <a:xfrm>
            <a:off x="5386239" y="6595037"/>
            <a:ext cx="28398" cy="28398"/>
          </a:xfrm>
          <a:prstGeom prst="ellipse">
            <a:avLst/>
          </a:prstGeom>
          <a:solidFill>
            <a:srgbClr val="7F8C97">
              <a:alpha val="48000"/>
            </a:srgbClr>
          </a:solidFill>
          <a:ln w="0">
            <a:noFill/>
            <a:prstDash val="solid"/>
          </a:ln>
        </p:spPr>
      </p:sp>
      <p:sp>
        <p:nvSpPr>
          <p:cNvPr id="3295" name="03_assume_matched_8592">
            <a:extLst>
              <a:ext uri="{FF2B5EF4-FFF2-40B4-BE49-F238E27FC236}">
                <a16:creationId xmlns:a16="http://schemas.microsoft.com/office/drawing/2014/main" id="{F41839B3-C418-4EAA-90CC-FF62F3E8102A}"/>
              </a:ext>
            </a:extLst>
          </p:cNvPr>
          <p:cNvSpPr>
            <a:spLocks noGrp="1"/>
          </p:cNvSpPr>
          <p:nvPr/>
        </p:nvSpPr>
        <p:spPr>
          <a:xfrm>
            <a:off x="5418474" y="6010168"/>
            <a:ext cx="28398" cy="28398"/>
          </a:xfrm>
          <a:prstGeom prst="ellipse">
            <a:avLst/>
          </a:prstGeom>
          <a:solidFill>
            <a:srgbClr val="7F8C97">
              <a:alpha val="48000"/>
            </a:srgbClr>
          </a:solidFill>
          <a:ln w="0">
            <a:noFill/>
            <a:prstDash val="solid"/>
          </a:ln>
        </p:spPr>
      </p:sp>
      <p:sp>
        <p:nvSpPr>
          <p:cNvPr id="3296" name="03_assume_matched_8593">
            <a:extLst>
              <a:ext uri="{FF2B5EF4-FFF2-40B4-BE49-F238E27FC236}">
                <a16:creationId xmlns:a16="http://schemas.microsoft.com/office/drawing/2014/main" id="{056C2576-D4D0-4F0C-8851-BD460FD5C6E2}"/>
              </a:ext>
            </a:extLst>
          </p:cNvPr>
          <p:cNvSpPr>
            <a:spLocks noGrp="1"/>
          </p:cNvSpPr>
          <p:nvPr/>
        </p:nvSpPr>
        <p:spPr>
          <a:xfrm>
            <a:off x="5400342" y="6546298"/>
            <a:ext cx="28398" cy="28398"/>
          </a:xfrm>
          <a:prstGeom prst="ellipse">
            <a:avLst/>
          </a:prstGeom>
          <a:solidFill>
            <a:srgbClr val="7F8C97">
              <a:alpha val="48000"/>
            </a:srgbClr>
          </a:solidFill>
          <a:ln w="0">
            <a:noFill/>
            <a:prstDash val="solid"/>
          </a:ln>
        </p:spPr>
      </p:sp>
      <p:sp>
        <p:nvSpPr>
          <p:cNvPr id="3297" name="03_assume_matched_8594">
            <a:extLst>
              <a:ext uri="{FF2B5EF4-FFF2-40B4-BE49-F238E27FC236}">
                <a16:creationId xmlns:a16="http://schemas.microsoft.com/office/drawing/2014/main" id="{895B22F7-6730-4CBC-B44B-8DEB2A5FBC83}"/>
              </a:ext>
            </a:extLst>
          </p:cNvPr>
          <p:cNvSpPr>
            <a:spLocks noGrp="1"/>
          </p:cNvSpPr>
          <p:nvPr/>
        </p:nvSpPr>
        <p:spPr>
          <a:xfrm>
            <a:off x="5462510" y="6448819"/>
            <a:ext cx="28398" cy="28398"/>
          </a:xfrm>
          <a:prstGeom prst="ellipse">
            <a:avLst/>
          </a:prstGeom>
          <a:solidFill>
            <a:srgbClr val="7F8C97">
              <a:alpha val="48000"/>
            </a:srgbClr>
          </a:solidFill>
          <a:ln w="0">
            <a:noFill/>
            <a:prstDash val="solid"/>
          </a:ln>
        </p:spPr>
      </p:sp>
      <p:sp>
        <p:nvSpPr>
          <p:cNvPr id="3298" name="03_assume_matched_8595">
            <a:extLst>
              <a:ext uri="{FF2B5EF4-FFF2-40B4-BE49-F238E27FC236}">
                <a16:creationId xmlns:a16="http://schemas.microsoft.com/office/drawing/2014/main" id="{04649FA1-F7C0-4C43-AD6B-6D5D6A614764}"/>
              </a:ext>
            </a:extLst>
          </p:cNvPr>
          <p:cNvSpPr>
            <a:spLocks noGrp="1"/>
          </p:cNvSpPr>
          <p:nvPr/>
        </p:nvSpPr>
        <p:spPr>
          <a:xfrm>
            <a:off x="5360623" y="6010168"/>
            <a:ext cx="28398" cy="28398"/>
          </a:xfrm>
          <a:prstGeom prst="ellipse">
            <a:avLst/>
          </a:prstGeom>
          <a:solidFill>
            <a:srgbClr val="7F8C97">
              <a:alpha val="48000"/>
            </a:srgbClr>
          </a:solidFill>
          <a:ln w="0">
            <a:noFill/>
            <a:prstDash val="solid"/>
          </a:ln>
        </p:spPr>
      </p:sp>
      <p:sp>
        <p:nvSpPr>
          <p:cNvPr id="3299" name="03_assume_matched_8596">
            <a:extLst>
              <a:ext uri="{FF2B5EF4-FFF2-40B4-BE49-F238E27FC236}">
                <a16:creationId xmlns:a16="http://schemas.microsoft.com/office/drawing/2014/main" id="{B362A94E-F878-406A-A7FC-0658B575C5FC}"/>
              </a:ext>
            </a:extLst>
          </p:cNvPr>
          <p:cNvSpPr>
            <a:spLocks noGrp="1"/>
          </p:cNvSpPr>
          <p:nvPr/>
        </p:nvSpPr>
        <p:spPr>
          <a:xfrm>
            <a:off x="5367243" y="6010168"/>
            <a:ext cx="28398" cy="28398"/>
          </a:xfrm>
          <a:prstGeom prst="ellipse">
            <a:avLst/>
          </a:prstGeom>
          <a:solidFill>
            <a:srgbClr val="7F8C97">
              <a:alpha val="48000"/>
            </a:srgbClr>
          </a:solidFill>
          <a:ln w="0">
            <a:noFill/>
            <a:prstDash val="solid"/>
          </a:ln>
        </p:spPr>
      </p:sp>
      <p:sp>
        <p:nvSpPr>
          <p:cNvPr id="3300" name="03_assume_matched_8597">
            <a:extLst>
              <a:ext uri="{FF2B5EF4-FFF2-40B4-BE49-F238E27FC236}">
                <a16:creationId xmlns:a16="http://schemas.microsoft.com/office/drawing/2014/main" id="{F6D4644E-5F08-449E-AD8A-5BEE02525E16}"/>
              </a:ext>
            </a:extLst>
          </p:cNvPr>
          <p:cNvSpPr>
            <a:spLocks noGrp="1"/>
          </p:cNvSpPr>
          <p:nvPr/>
        </p:nvSpPr>
        <p:spPr>
          <a:xfrm>
            <a:off x="5427109" y="6010168"/>
            <a:ext cx="28398" cy="28398"/>
          </a:xfrm>
          <a:prstGeom prst="ellipse">
            <a:avLst/>
          </a:prstGeom>
          <a:solidFill>
            <a:srgbClr val="7F8C97">
              <a:alpha val="48000"/>
            </a:srgbClr>
          </a:solidFill>
          <a:ln w="0">
            <a:noFill/>
            <a:prstDash val="solid"/>
          </a:ln>
        </p:spPr>
      </p:sp>
      <p:sp>
        <p:nvSpPr>
          <p:cNvPr id="3301" name="03_assume_matched_8598">
            <a:extLst>
              <a:ext uri="{FF2B5EF4-FFF2-40B4-BE49-F238E27FC236}">
                <a16:creationId xmlns:a16="http://schemas.microsoft.com/office/drawing/2014/main" id="{58F23170-44A6-44D5-ACAB-6C197B607214}"/>
              </a:ext>
            </a:extLst>
          </p:cNvPr>
          <p:cNvSpPr>
            <a:spLocks noGrp="1"/>
          </p:cNvSpPr>
          <p:nvPr/>
        </p:nvSpPr>
        <p:spPr>
          <a:xfrm>
            <a:off x="5425814" y="6010168"/>
            <a:ext cx="28398" cy="28398"/>
          </a:xfrm>
          <a:prstGeom prst="ellipse">
            <a:avLst/>
          </a:prstGeom>
          <a:solidFill>
            <a:srgbClr val="7F8C97">
              <a:alpha val="48000"/>
            </a:srgbClr>
          </a:solidFill>
          <a:ln w="0">
            <a:noFill/>
            <a:prstDash val="solid"/>
          </a:ln>
        </p:spPr>
      </p:sp>
      <p:sp>
        <p:nvSpPr>
          <p:cNvPr id="3302" name="03_assume_matched_8599">
            <a:extLst>
              <a:ext uri="{FF2B5EF4-FFF2-40B4-BE49-F238E27FC236}">
                <a16:creationId xmlns:a16="http://schemas.microsoft.com/office/drawing/2014/main" id="{1D10FDF9-6E62-44DF-BFF6-ED3FC5ACA8CD}"/>
              </a:ext>
            </a:extLst>
          </p:cNvPr>
          <p:cNvSpPr>
            <a:spLocks noGrp="1"/>
          </p:cNvSpPr>
          <p:nvPr/>
        </p:nvSpPr>
        <p:spPr>
          <a:xfrm>
            <a:off x="5472584" y="6010168"/>
            <a:ext cx="28398" cy="28398"/>
          </a:xfrm>
          <a:prstGeom prst="ellipse">
            <a:avLst/>
          </a:prstGeom>
          <a:solidFill>
            <a:srgbClr val="7F8C97">
              <a:alpha val="48000"/>
            </a:srgbClr>
          </a:solidFill>
          <a:ln w="0">
            <a:noFill/>
            <a:prstDash val="solid"/>
          </a:ln>
        </p:spPr>
      </p:sp>
      <p:sp>
        <p:nvSpPr>
          <p:cNvPr id="3303" name="03_assume_matched_8600">
            <a:extLst>
              <a:ext uri="{FF2B5EF4-FFF2-40B4-BE49-F238E27FC236}">
                <a16:creationId xmlns:a16="http://schemas.microsoft.com/office/drawing/2014/main" id="{91B97AEE-A17C-4774-96E7-6140990A92C6}"/>
              </a:ext>
            </a:extLst>
          </p:cNvPr>
          <p:cNvSpPr>
            <a:spLocks noGrp="1"/>
          </p:cNvSpPr>
          <p:nvPr/>
        </p:nvSpPr>
        <p:spPr>
          <a:xfrm>
            <a:off x="5450854" y="6010168"/>
            <a:ext cx="28398" cy="28398"/>
          </a:xfrm>
          <a:prstGeom prst="ellipse">
            <a:avLst/>
          </a:prstGeom>
          <a:solidFill>
            <a:srgbClr val="7F8C97">
              <a:alpha val="48000"/>
            </a:srgbClr>
          </a:solidFill>
          <a:ln w="0">
            <a:noFill/>
            <a:prstDash val="solid"/>
          </a:ln>
        </p:spPr>
      </p:sp>
      <p:sp>
        <p:nvSpPr>
          <p:cNvPr id="3304" name="03_assume_matched_8601">
            <a:extLst>
              <a:ext uri="{FF2B5EF4-FFF2-40B4-BE49-F238E27FC236}">
                <a16:creationId xmlns:a16="http://schemas.microsoft.com/office/drawing/2014/main" id="{A2151715-2133-4B41-B8F8-5D2A322BEBCC}"/>
              </a:ext>
            </a:extLst>
          </p:cNvPr>
          <p:cNvSpPr>
            <a:spLocks noGrp="1"/>
          </p:cNvSpPr>
          <p:nvPr/>
        </p:nvSpPr>
        <p:spPr>
          <a:xfrm>
            <a:off x="5382929" y="6595037"/>
            <a:ext cx="28398" cy="28398"/>
          </a:xfrm>
          <a:prstGeom prst="ellipse">
            <a:avLst/>
          </a:prstGeom>
          <a:solidFill>
            <a:srgbClr val="7F8C97">
              <a:alpha val="48000"/>
            </a:srgbClr>
          </a:solidFill>
          <a:ln w="0">
            <a:noFill/>
            <a:prstDash val="solid"/>
          </a:ln>
        </p:spPr>
      </p:sp>
      <p:sp>
        <p:nvSpPr>
          <p:cNvPr id="3305" name="03_assume_matched_8602">
            <a:extLst>
              <a:ext uri="{FF2B5EF4-FFF2-40B4-BE49-F238E27FC236}">
                <a16:creationId xmlns:a16="http://schemas.microsoft.com/office/drawing/2014/main" id="{3FC0D28E-CEA3-401D-A909-4D68A86F88F0}"/>
              </a:ext>
            </a:extLst>
          </p:cNvPr>
          <p:cNvSpPr>
            <a:spLocks noGrp="1"/>
          </p:cNvSpPr>
          <p:nvPr/>
        </p:nvSpPr>
        <p:spPr>
          <a:xfrm>
            <a:off x="5453732" y="6595037"/>
            <a:ext cx="28398" cy="28398"/>
          </a:xfrm>
          <a:prstGeom prst="ellipse">
            <a:avLst/>
          </a:prstGeom>
          <a:solidFill>
            <a:srgbClr val="7F8C97">
              <a:alpha val="48000"/>
            </a:srgbClr>
          </a:solidFill>
          <a:ln w="0">
            <a:noFill/>
            <a:prstDash val="solid"/>
          </a:ln>
        </p:spPr>
      </p:sp>
      <p:sp>
        <p:nvSpPr>
          <p:cNvPr id="3306" name="03_assume_matched_8603">
            <a:extLst>
              <a:ext uri="{FF2B5EF4-FFF2-40B4-BE49-F238E27FC236}">
                <a16:creationId xmlns:a16="http://schemas.microsoft.com/office/drawing/2014/main" id="{CE6253F9-BA9C-4CAA-B70E-6D63F3EAF86E}"/>
              </a:ext>
            </a:extLst>
          </p:cNvPr>
          <p:cNvSpPr>
            <a:spLocks noGrp="1"/>
          </p:cNvSpPr>
          <p:nvPr/>
        </p:nvSpPr>
        <p:spPr>
          <a:xfrm>
            <a:off x="5442075" y="6205124"/>
            <a:ext cx="28398" cy="28398"/>
          </a:xfrm>
          <a:prstGeom prst="ellipse">
            <a:avLst/>
          </a:prstGeom>
          <a:solidFill>
            <a:srgbClr val="7F8C97">
              <a:alpha val="48000"/>
            </a:srgbClr>
          </a:solidFill>
          <a:ln w="0">
            <a:noFill/>
            <a:prstDash val="solid"/>
          </a:ln>
        </p:spPr>
      </p:sp>
      <p:sp>
        <p:nvSpPr>
          <p:cNvPr id="3307" name="03_assume_matched_8604">
            <a:extLst>
              <a:ext uri="{FF2B5EF4-FFF2-40B4-BE49-F238E27FC236}">
                <a16:creationId xmlns:a16="http://schemas.microsoft.com/office/drawing/2014/main" id="{BA459E99-D35C-4962-9729-651657F155E4}"/>
              </a:ext>
            </a:extLst>
          </p:cNvPr>
          <p:cNvSpPr>
            <a:spLocks noGrp="1"/>
          </p:cNvSpPr>
          <p:nvPr/>
        </p:nvSpPr>
        <p:spPr>
          <a:xfrm>
            <a:off x="5448263" y="6010168"/>
            <a:ext cx="28398" cy="28398"/>
          </a:xfrm>
          <a:prstGeom prst="ellipse">
            <a:avLst/>
          </a:prstGeom>
          <a:solidFill>
            <a:srgbClr val="7F8C97">
              <a:alpha val="48000"/>
            </a:srgbClr>
          </a:solidFill>
          <a:ln w="0">
            <a:noFill/>
            <a:prstDash val="solid"/>
          </a:ln>
        </p:spPr>
      </p:sp>
      <p:sp>
        <p:nvSpPr>
          <p:cNvPr id="3308" name="03_assume_matched_8605">
            <a:extLst>
              <a:ext uri="{FF2B5EF4-FFF2-40B4-BE49-F238E27FC236}">
                <a16:creationId xmlns:a16="http://schemas.microsoft.com/office/drawing/2014/main" id="{D0F3F360-F641-43A9-8512-9EF60404588C}"/>
              </a:ext>
            </a:extLst>
          </p:cNvPr>
          <p:cNvSpPr>
            <a:spLocks noGrp="1"/>
          </p:cNvSpPr>
          <p:nvPr/>
        </p:nvSpPr>
        <p:spPr>
          <a:xfrm>
            <a:off x="5461647" y="6595037"/>
            <a:ext cx="28398" cy="28398"/>
          </a:xfrm>
          <a:prstGeom prst="ellipse">
            <a:avLst/>
          </a:prstGeom>
          <a:solidFill>
            <a:srgbClr val="7F8C97">
              <a:alpha val="48000"/>
            </a:srgbClr>
          </a:solidFill>
          <a:ln w="0">
            <a:noFill/>
            <a:prstDash val="solid"/>
          </a:ln>
        </p:spPr>
      </p:sp>
      <p:sp>
        <p:nvSpPr>
          <p:cNvPr id="3309" name="03_assume_matched_8606">
            <a:extLst>
              <a:ext uri="{FF2B5EF4-FFF2-40B4-BE49-F238E27FC236}">
                <a16:creationId xmlns:a16="http://schemas.microsoft.com/office/drawing/2014/main" id="{77253E0C-7627-4A13-816E-2320CE5BD293}"/>
              </a:ext>
            </a:extLst>
          </p:cNvPr>
          <p:cNvSpPr>
            <a:spLocks noGrp="1"/>
          </p:cNvSpPr>
          <p:nvPr/>
        </p:nvSpPr>
        <p:spPr>
          <a:xfrm>
            <a:off x="5370265" y="6010168"/>
            <a:ext cx="28398" cy="28398"/>
          </a:xfrm>
          <a:prstGeom prst="ellipse">
            <a:avLst/>
          </a:prstGeom>
          <a:solidFill>
            <a:srgbClr val="7F8C97">
              <a:alpha val="48000"/>
            </a:srgbClr>
          </a:solidFill>
          <a:ln w="0">
            <a:noFill/>
            <a:prstDash val="solid"/>
          </a:ln>
        </p:spPr>
      </p:sp>
      <p:sp>
        <p:nvSpPr>
          <p:cNvPr id="3310" name="03_assume_matched_8607">
            <a:extLst>
              <a:ext uri="{FF2B5EF4-FFF2-40B4-BE49-F238E27FC236}">
                <a16:creationId xmlns:a16="http://schemas.microsoft.com/office/drawing/2014/main" id="{1E068BA8-1601-430A-A35C-70351B4C9CB7}"/>
              </a:ext>
            </a:extLst>
          </p:cNvPr>
          <p:cNvSpPr>
            <a:spLocks noGrp="1"/>
          </p:cNvSpPr>
          <p:nvPr/>
        </p:nvSpPr>
        <p:spPr>
          <a:xfrm>
            <a:off x="5359472" y="6010168"/>
            <a:ext cx="28398" cy="28398"/>
          </a:xfrm>
          <a:prstGeom prst="ellipse">
            <a:avLst/>
          </a:prstGeom>
          <a:solidFill>
            <a:srgbClr val="7F8C97">
              <a:alpha val="48000"/>
            </a:srgbClr>
          </a:solidFill>
          <a:ln w="0">
            <a:noFill/>
            <a:prstDash val="solid"/>
          </a:ln>
        </p:spPr>
      </p:sp>
      <p:sp>
        <p:nvSpPr>
          <p:cNvPr id="3311" name="03_assume_matched_8608">
            <a:extLst>
              <a:ext uri="{FF2B5EF4-FFF2-40B4-BE49-F238E27FC236}">
                <a16:creationId xmlns:a16="http://schemas.microsoft.com/office/drawing/2014/main" id="{B1991B37-A351-4FAB-87E2-B182B11B98C1}"/>
              </a:ext>
            </a:extLst>
          </p:cNvPr>
          <p:cNvSpPr>
            <a:spLocks noGrp="1"/>
          </p:cNvSpPr>
          <p:nvPr/>
        </p:nvSpPr>
        <p:spPr>
          <a:xfrm>
            <a:off x="5442363" y="6156385"/>
            <a:ext cx="28398" cy="28398"/>
          </a:xfrm>
          <a:prstGeom prst="ellipse">
            <a:avLst/>
          </a:prstGeom>
          <a:solidFill>
            <a:srgbClr val="7F8C97">
              <a:alpha val="48000"/>
            </a:srgbClr>
          </a:solidFill>
          <a:ln w="0">
            <a:noFill/>
            <a:prstDash val="solid"/>
          </a:ln>
        </p:spPr>
      </p:sp>
      <p:sp>
        <p:nvSpPr>
          <p:cNvPr id="3312" name="03_assume_matched_8609">
            <a:extLst>
              <a:ext uri="{FF2B5EF4-FFF2-40B4-BE49-F238E27FC236}">
                <a16:creationId xmlns:a16="http://schemas.microsoft.com/office/drawing/2014/main" id="{59D8866C-82F5-4378-A0E4-D9E3D6C0E0CD}"/>
              </a:ext>
            </a:extLst>
          </p:cNvPr>
          <p:cNvSpPr>
            <a:spLocks noGrp="1"/>
          </p:cNvSpPr>
          <p:nvPr/>
        </p:nvSpPr>
        <p:spPr>
          <a:xfrm>
            <a:off x="5479492" y="6135497"/>
            <a:ext cx="28398" cy="28398"/>
          </a:xfrm>
          <a:prstGeom prst="ellipse">
            <a:avLst/>
          </a:prstGeom>
          <a:solidFill>
            <a:srgbClr val="7F8C97">
              <a:alpha val="48000"/>
            </a:srgbClr>
          </a:solidFill>
          <a:ln w="0">
            <a:noFill/>
            <a:prstDash val="solid"/>
          </a:ln>
        </p:spPr>
      </p:sp>
      <p:sp>
        <p:nvSpPr>
          <p:cNvPr id="3313" name="03_assume_matched_8610">
            <a:extLst>
              <a:ext uri="{FF2B5EF4-FFF2-40B4-BE49-F238E27FC236}">
                <a16:creationId xmlns:a16="http://schemas.microsoft.com/office/drawing/2014/main" id="{0B0CE0C0-DB2B-4289-86E7-459A09E42A27}"/>
              </a:ext>
            </a:extLst>
          </p:cNvPr>
          <p:cNvSpPr>
            <a:spLocks noGrp="1"/>
          </p:cNvSpPr>
          <p:nvPr/>
        </p:nvSpPr>
        <p:spPr>
          <a:xfrm>
            <a:off x="5485680" y="6010168"/>
            <a:ext cx="28398" cy="28398"/>
          </a:xfrm>
          <a:prstGeom prst="ellipse">
            <a:avLst/>
          </a:prstGeom>
          <a:solidFill>
            <a:srgbClr val="7F8C97">
              <a:alpha val="48000"/>
            </a:srgbClr>
          </a:solidFill>
          <a:ln w="0">
            <a:noFill/>
            <a:prstDash val="solid"/>
          </a:ln>
        </p:spPr>
      </p:sp>
      <p:sp>
        <p:nvSpPr>
          <p:cNvPr id="3314" name="03_assume_matched_8611">
            <a:extLst>
              <a:ext uri="{FF2B5EF4-FFF2-40B4-BE49-F238E27FC236}">
                <a16:creationId xmlns:a16="http://schemas.microsoft.com/office/drawing/2014/main" id="{7F029A01-98A3-41D4-959F-49D156706ADC}"/>
              </a:ext>
            </a:extLst>
          </p:cNvPr>
          <p:cNvSpPr>
            <a:spLocks noGrp="1"/>
          </p:cNvSpPr>
          <p:nvPr/>
        </p:nvSpPr>
        <p:spPr>
          <a:xfrm>
            <a:off x="5396744" y="6302602"/>
            <a:ext cx="28398" cy="28398"/>
          </a:xfrm>
          <a:prstGeom prst="ellipse">
            <a:avLst/>
          </a:prstGeom>
          <a:solidFill>
            <a:srgbClr val="7F8C97">
              <a:alpha val="48000"/>
            </a:srgbClr>
          </a:solidFill>
          <a:ln w="0">
            <a:noFill/>
            <a:prstDash val="solid"/>
          </a:ln>
        </p:spPr>
      </p:sp>
      <p:sp>
        <p:nvSpPr>
          <p:cNvPr id="3315" name="03_assume_matched_8612">
            <a:extLst>
              <a:ext uri="{FF2B5EF4-FFF2-40B4-BE49-F238E27FC236}">
                <a16:creationId xmlns:a16="http://schemas.microsoft.com/office/drawing/2014/main" id="{68EDA0F2-C7BE-4AE2-BB5F-36BE91E26ABC}"/>
              </a:ext>
            </a:extLst>
          </p:cNvPr>
          <p:cNvSpPr>
            <a:spLocks noGrp="1"/>
          </p:cNvSpPr>
          <p:nvPr/>
        </p:nvSpPr>
        <p:spPr>
          <a:xfrm>
            <a:off x="5449559" y="6400080"/>
            <a:ext cx="28398" cy="28398"/>
          </a:xfrm>
          <a:prstGeom prst="ellipse">
            <a:avLst/>
          </a:prstGeom>
          <a:solidFill>
            <a:srgbClr val="7F8C97">
              <a:alpha val="48000"/>
            </a:srgbClr>
          </a:solidFill>
          <a:ln w="0">
            <a:noFill/>
            <a:prstDash val="solid"/>
          </a:ln>
        </p:spPr>
      </p:sp>
      <p:sp>
        <p:nvSpPr>
          <p:cNvPr id="3316" name="03_assume_matched_8613">
            <a:extLst>
              <a:ext uri="{FF2B5EF4-FFF2-40B4-BE49-F238E27FC236}">
                <a16:creationId xmlns:a16="http://schemas.microsoft.com/office/drawing/2014/main" id="{9AA40E2A-62DB-43E2-B5E8-48732D90E7AE}"/>
              </a:ext>
            </a:extLst>
          </p:cNvPr>
          <p:cNvSpPr>
            <a:spLocks noGrp="1"/>
          </p:cNvSpPr>
          <p:nvPr/>
        </p:nvSpPr>
        <p:spPr>
          <a:xfrm>
            <a:off x="5460496" y="6010168"/>
            <a:ext cx="28398" cy="28398"/>
          </a:xfrm>
          <a:prstGeom prst="ellipse">
            <a:avLst/>
          </a:prstGeom>
          <a:solidFill>
            <a:srgbClr val="7F8C97">
              <a:alpha val="48000"/>
            </a:srgbClr>
          </a:solidFill>
          <a:ln w="0">
            <a:noFill/>
            <a:prstDash val="solid"/>
          </a:ln>
        </p:spPr>
      </p:sp>
      <p:sp>
        <p:nvSpPr>
          <p:cNvPr id="3317" name="03_assume_matched_8614">
            <a:extLst>
              <a:ext uri="{FF2B5EF4-FFF2-40B4-BE49-F238E27FC236}">
                <a16:creationId xmlns:a16="http://schemas.microsoft.com/office/drawing/2014/main" id="{354BA405-3325-47D7-AD31-D1DCFA770C0F}"/>
              </a:ext>
            </a:extLst>
          </p:cNvPr>
          <p:cNvSpPr>
            <a:spLocks noGrp="1"/>
          </p:cNvSpPr>
          <p:nvPr/>
        </p:nvSpPr>
        <p:spPr>
          <a:xfrm>
            <a:off x="5477909" y="6010168"/>
            <a:ext cx="28398" cy="28398"/>
          </a:xfrm>
          <a:prstGeom prst="ellipse">
            <a:avLst/>
          </a:prstGeom>
          <a:solidFill>
            <a:srgbClr val="7F8C97">
              <a:alpha val="48000"/>
            </a:srgbClr>
          </a:solidFill>
          <a:ln w="0">
            <a:noFill/>
            <a:prstDash val="solid"/>
          </a:ln>
        </p:spPr>
      </p:sp>
      <p:sp>
        <p:nvSpPr>
          <p:cNvPr id="3318" name="03_assume_matched_8615">
            <a:extLst>
              <a:ext uri="{FF2B5EF4-FFF2-40B4-BE49-F238E27FC236}">
                <a16:creationId xmlns:a16="http://schemas.microsoft.com/office/drawing/2014/main" id="{F39C6E06-8A8D-4159-A0DA-621C5A1F9648}"/>
              </a:ext>
            </a:extLst>
          </p:cNvPr>
          <p:cNvSpPr>
            <a:spLocks noGrp="1"/>
          </p:cNvSpPr>
          <p:nvPr/>
        </p:nvSpPr>
        <p:spPr>
          <a:xfrm>
            <a:off x="5462654" y="6010168"/>
            <a:ext cx="28398" cy="28398"/>
          </a:xfrm>
          <a:prstGeom prst="ellipse">
            <a:avLst/>
          </a:prstGeom>
          <a:solidFill>
            <a:srgbClr val="7F8C97">
              <a:alpha val="48000"/>
            </a:srgbClr>
          </a:solidFill>
          <a:ln w="0">
            <a:noFill/>
            <a:prstDash val="solid"/>
          </a:ln>
        </p:spPr>
      </p:sp>
      <p:sp>
        <p:nvSpPr>
          <p:cNvPr id="3319" name="03_assume_matched_8616">
            <a:extLst>
              <a:ext uri="{FF2B5EF4-FFF2-40B4-BE49-F238E27FC236}">
                <a16:creationId xmlns:a16="http://schemas.microsoft.com/office/drawing/2014/main" id="{E4100D5E-E01F-4F20-9314-3CCD22B9E5B3}"/>
              </a:ext>
            </a:extLst>
          </p:cNvPr>
          <p:cNvSpPr>
            <a:spLocks noGrp="1"/>
          </p:cNvSpPr>
          <p:nvPr/>
        </p:nvSpPr>
        <p:spPr>
          <a:xfrm>
            <a:off x="5440924" y="6010168"/>
            <a:ext cx="28398" cy="28398"/>
          </a:xfrm>
          <a:prstGeom prst="ellipse">
            <a:avLst/>
          </a:prstGeom>
          <a:solidFill>
            <a:srgbClr val="7F8C97">
              <a:alpha val="48000"/>
            </a:srgbClr>
          </a:solidFill>
          <a:ln w="0">
            <a:noFill/>
            <a:prstDash val="solid"/>
          </a:ln>
        </p:spPr>
      </p:sp>
      <p:sp>
        <p:nvSpPr>
          <p:cNvPr id="3320" name="03_assume_matched_8617">
            <a:extLst>
              <a:ext uri="{FF2B5EF4-FFF2-40B4-BE49-F238E27FC236}">
                <a16:creationId xmlns:a16="http://schemas.microsoft.com/office/drawing/2014/main" id="{F6C04C11-7A00-4B7E-83F8-87B51C010891}"/>
              </a:ext>
            </a:extLst>
          </p:cNvPr>
          <p:cNvSpPr>
            <a:spLocks noGrp="1"/>
          </p:cNvSpPr>
          <p:nvPr/>
        </p:nvSpPr>
        <p:spPr>
          <a:xfrm>
            <a:off x="5352708" y="6010168"/>
            <a:ext cx="28398" cy="28398"/>
          </a:xfrm>
          <a:prstGeom prst="ellipse">
            <a:avLst/>
          </a:prstGeom>
          <a:solidFill>
            <a:srgbClr val="7F8C97">
              <a:alpha val="48000"/>
            </a:srgbClr>
          </a:solidFill>
          <a:ln w="0">
            <a:noFill/>
            <a:prstDash val="solid"/>
          </a:ln>
        </p:spPr>
      </p:sp>
      <p:sp>
        <p:nvSpPr>
          <p:cNvPr id="3321" name="03_assume_matched_8618">
            <a:extLst>
              <a:ext uri="{FF2B5EF4-FFF2-40B4-BE49-F238E27FC236}">
                <a16:creationId xmlns:a16="http://schemas.microsoft.com/office/drawing/2014/main" id="{FBCACA50-94EF-4FE7-B936-389158486846}"/>
              </a:ext>
            </a:extLst>
          </p:cNvPr>
          <p:cNvSpPr>
            <a:spLocks noGrp="1"/>
          </p:cNvSpPr>
          <p:nvPr/>
        </p:nvSpPr>
        <p:spPr>
          <a:xfrm>
            <a:off x="5366667" y="6595037"/>
            <a:ext cx="28398" cy="28398"/>
          </a:xfrm>
          <a:prstGeom prst="ellipse">
            <a:avLst/>
          </a:prstGeom>
          <a:solidFill>
            <a:srgbClr val="7F8C97">
              <a:alpha val="48000"/>
            </a:srgbClr>
          </a:solidFill>
          <a:ln w="0">
            <a:noFill/>
            <a:prstDash val="solid"/>
          </a:ln>
        </p:spPr>
      </p:sp>
      <p:sp>
        <p:nvSpPr>
          <p:cNvPr id="3322" name="03_assume_matched_8619">
            <a:extLst>
              <a:ext uri="{FF2B5EF4-FFF2-40B4-BE49-F238E27FC236}">
                <a16:creationId xmlns:a16="http://schemas.microsoft.com/office/drawing/2014/main" id="{0DFFE088-64E5-4362-85C9-926ACB0E59B5}"/>
              </a:ext>
            </a:extLst>
          </p:cNvPr>
          <p:cNvSpPr>
            <a:spLocks noGrp="1"/>
          </p:cNvSpPr>
          <p:nvPr/>
        </p:nvSpPr>
        <p:spPr>
          <a:xfrm>
            <a:off x="5427828" y="6010168"/>
            <a:ext cx="28398" cy="28398"/>
          </a:xfrm>
          <a:prstGeom prst="ellipse">
            <a:avLst/>
          </a:prstGeom>
          <a:solidFill>
            <a:srgbClr val="7F8C97">
              <a:alpha val="48000"/>
            </a:srgbClr>
          </a:solidFill>
          <a:ln w="0">
            <a:noFill/>
            <a:prstDash val="solid"/>
          </a:ln>
        </p:spPr>
      </p:sp>
      <p:sp>
        <p:nvSpPr>
          <p:cNvPr id="3323" name="03_assume_matched_8620">
            <a:extLst>
              <a:ext uri="{FF2B5EF4-FFF2-40B4-BE49-F238E27FC236}">
                <a16:creationId xmlns:a16="http://schemas.microsoft.com/office/drawing/2014/main" id="{1E72B510-0B37-4DEF-AC39-DE2CAA9C8849}"/>
              </a:ext>
            </a:extLst>
          </p:cNvPr>
          <p:cNvSpPr>
            <a:spLocks noGrp="1"/>
          </p:cNvSpPr>
          <p:nvPr/>
        </p:nvSpPr>
        <p:spPr>
          <a:xfrm>
            <a:off x="5372711" y="6595037"/>
            <a:ext cx="28398" cy="28398"/>
          </a:xfrm>
          <a:prstGeom prst="ellipse">
            <a:avLst/>
          </a:prstGeom>
          <a:solidFill>
            <a:srgbClr val="7F8C97">
              <a:alpha val="48000"/>
            </a:srgbClr>
          </a:solidFill>
          <a:ln w="0">
            <a:noFill/>
            <a:prstDash val="solid"/>
          </a:ln>
        </p:spPr>
      </p:sp>
      <p:sp>
        <p:nvSpPr>
          <p:cNvPr id="3324" name="03_assume_matched_8621">
            <a:extLst>
              <a:ext uri="{FF2B5EF4-FFF2-40B4-BE49-F238E27FC236}">
                <a16:creationId xmlns:a16="http://schemas.microsoft.com/office/drawing/2014/main" id="{281308E9-7196-4BB8-B395-5E5C5836A776}"/>
              </a:ext>
            </a:extLst>
          </p:cNvPr>
          <p:cNvSpPr>
            <a:spLocks noGrp="1"/>
          </p:cNvSpPr>
          <p:nvPr/>
        </p:nvSpPr>
        <p:spPr>
          <a:xfrm>
            <a:off x="5398759" y="6010168"/>
            <a:ext cx="28398" cy="28398"/>
          </a:xfrm>
          <a:prstGeom prst="ellipse">
            <a:avLst/>
          </a:prstGeom>
          <a:solidFill>
            <a:srgbClr val="7F8C97">
              <a:alpha val="48000"/>
            </a:srgbClr>
          </a:solidFill>
          <a:ln w="0">
            <a:noFill/>
            <a:prstDash val="solid"/>
          </a:ln>
        </p:spPr>
      </p:sp>
      <p:sp>
        <p:nvSpPr>
          <p:cNvPr id="3325" name="03_assume_matched_8622">
            <a:extLst>
              <a:ext uri="{FF2B5EF4-FFF2-40B4-BE49-F238E27FC236}">
                <a16:creationId xmlns:a16="http://schemas.microsoft.com/office/drawing/2014/main" id="{3DC4B8AE-AB25-4093-87C8-52926A80975D}"/>
              </a:ext>
            </a:extLst>
          </p:cNvPr>
          <p:cNvSpPr>
            <a:spLocks noGrp="1"/>
          </p:cNvSpPr>
          <p:nvPr/>
        </p:nvSpPr>
        <p:spPr>
          <a:xfrm>
            <a:off x="5347815" y="6595037"/>
            <a:ext cx="28398" cy="28398"/>
          </a:xfrm>
          <a:prstGeom prst="ellipse">
            <a:avLst/>
          </a:prstGeom>
          <a:solidFill>
            <a:srgbClr val="7F8C97">
              <a:alpha val="48000"/>
            </a:srgbClr>
          </a:solidFill>
          <a:ln w="0">
            <a:noFill/>
            <a:prstDash val="solid"/>
          </a:ln>
        </p:spPr>
      </p:sp>
      <p:sp>
        <p:nvSpPr>
          <p:cNvPr id="3326" name="03_assume_matched_8623">
            <a:extLst>
              <a:ext uri="{FF2B5EF4-FFF2-40B4-BE49-F238E27FC236}">
                <a16:creationId xmlns:a16="http://schemas.microsoft.com/office/drawing/2014/main" id="{5B1DA759-9D12-48CF-925F-6C842DC788B9}"/>
              </a:ext>
            </a:extLst>
          </p:cNvPr>
          <p:cNvSpPr>
            <a:spLocks noGrp="1"/>
          </p:cNvSpPr>
          <p:nvPr/>
        </p:nvSpPr>
        <p:spPr>
          <a:xfrm>
            <a:off x="6220494" y="6010168"/>
            <a:ext cx="28398" cy="28398"/>
          </a:xfrm>
          <a:prstGeom prst="ellipse">
            <a:avLst/>
          </a:prstGeom>
          <a:solidFill>
            <a:srgbClr val="7F8C97">
              <a:alpha val="48000"/>
            </a:srgbClr>
          </a:solidFill>
          <a:ln w="0">
            <a:noFill/>
            <a:prstDash val="solid"/>
          </a:ln>
        </p:spPr>
      </p:sp>
      <p:sp>
        <p:nvSpPr>
          <p:cNvPr id="3327" name="03_assume_matched_8624">
            <a:extLst>
              <a:ext uri="{FF2B5EF4-FFF2-40B4-BE49-F238E27FC236}">
                <a16:creationId xmlns:a16="http://schemas.microsoft.com/office/drawing/2014/main" id="{1CC38210-1870-4FF7-8DFE-C022B45DB0AD}"/>
              </a:ext>
            </a:extLst>
          </p:cNvPr>
          <p:cNvSpPr>
            <a:spLocks noGrp="1"/>
          </p:cNvSpPr>
          <p:nvPr/>
        </p:nvSpPr>
        <p:spPr>
          <a:xfrm>
            <a:off x="6208981" y="6010168"/>
            <a:ext cx="28398" cy="28398"/>
          </a:xfrm>
          <a:prstGeom prst="ellipse">
            <a:avLst/>
          </a:prstGeom>
          <a:solidFill>
            <a:srgbClr val="7F8C97">
              <a:alpha val="48000"/>
            </a:srgbClr>
          </a:solidFill>
          <a:ln w="0">
            <a:noFill/>
            <a:prstDash val="solid"/>
          </a:ln>
        </p:spPr>
      </p:sp>
      <p:sp>
        <p:nvSpPr>
          <p:cNvPr id="3328" name="03_assume_matched_8625">
            <a:extLst>
              <a:ext uri="{FF2B5EF4-FFF2-40B4-BE49-F238E27FC236}">
                <a16:creationId xmlns:a16="http://schemas.microsoft.com/office/drawing/2014/main" id="{2C8A0971-A2B0-4589-905B-EB3787D648B2}"/>
              </a:ext>
            </a:extLst>
          </p:cNvPr>
          <p:cNvSpPr>
            <a:spLocks noGrp="1"/>
          </p:cNvSpPr>
          <p:nvPr/>
        </p:nvSpPr>
        <p:spPr>
          <a:xfrm>
            <a:off x="6151849" y="6010168"/>
            <a:ext cx="28398" cy="28398"/>
          </a:xfrm>
          <a:prstGeom prst="ellipse">
            <a:avLst/>
          </a:prstGeom>
          <a:solidFill>
            <a:srgbClr val="7F8C97">
              <a:alpha val="48000"/>
            </a:srgbClr>
          </a:solidFill>
          <a:ln w="0">
            <a:noFill/>
            <a:prstDash val="solid"/>
          </a:ln>
        </p:spPr>
      </p:sp>
      <p:sp>
        <p:nvSpPr>
          <p:cNvPr id="3329" name="03_assume_matched_8626">
            <a:extLst>
              <a:ext uri="{FF2B5EF4-FFF2-40B4-BE49-F238E27FC236}">
                <a16:creationId xmlns:a16="http://schemas.microsoft.com/office/drawing/2014/main" id="{18AFDAF0-B6D6-4BAA-A163-A7B11D3AED44}"/>
              </a:ext>
            </a:extLst>
          </p:cNvPr>
          <p:cNvSpPr>
            <a:spLocks noGrp="1"/>
          </p:cNvSpPr>
          <p:nvPr/>
        </p:nvSpPr>
        <p:spPr>
          <a:xfrm>
            <a:off x="6230712" y="6010168"/>
            <a:ext cx="28398" cy="28398"/>
          </a:xfrm>
          <a:prstGeom prst="ellipse">
            <a:avLst/>
          </a:prstGeom>
          <a:solidFill>
            <a:srgbClr val="7F8C97">
              <a:alpha val="48000"/>
            </a:srgbClr>
          </a:solidFill>
          <a:ln w="0">
            <a:noFill/>
            <a:prstDash val="solid"/>
          </a:ln>
        </p:spPr>
      </p:sp>
      <p:sp>
        <p:nvSpPr>
          <p:cNvPr id="3330" name="03_assume_matched_8627">
            <a:extLst>
              <a:ext uri="{FF2B5EF4-FFF2-40B4-BE49-F238E27FC236}">
                <a16:creationId xmlns:a16="http://schemas.microsoft.com/office/drawing/2014/main" id="{E4F490F3-735D-4A4C-801C-1DB0A286D942}"/>
              </a:ext>
            </a:extLst>
          </p:cNvPr>
          <p:cNvSpPr>
            <a:spLocks noGrp="1"/>
          </p:cNvSpPr>
          <p:nvPr/>
        </p:nvSpPr>
        <p:spPr>
          <a:xfrm>
            <a:off x="6198476" y="6010168"/>
            <a:ext cx="28398" cy="28398"/>
          </a:xfrm>
          <a:prstGeom prst="ellipse">
            <a:avLst/>
          </a:prstGeom>
          <a:solidFill>
            <a:srgbClr val="7F8C97">
              <a:alpha val="48000"/>
            </a:srgbClr>
          </a:solidFill>
          <a:ln w="0">
            <a:noFill/>
            <a:prstDash val="solid"/>
          </a:ln>
        </p:spPr>
      </p:sp>
      <p:sp>
        <p:nvSpPr>
          <p:cNvPr id="3331" name="03_assume_matched_8628">
            <a:extLst>
              <a:ext uri="{FF2B5EF4-FFF2-40B4-BE49-F238E27FC236}">
                <a16:creationId xmlns:a16="http://schemas.microsoft.com/office/drawing/2014/main" id="{B11E5593-6D7C-447C-B0BC-5CBA66388F03}"/>
              </a:ext>
            </a:extLst>
          </p:cNvPr>
          <p:cNvSpPr>
            <a:spLocks noGrp="1"/>
          </p:cNvSpPr>
          <p:nvPr/>
        </p:nvSpPr>
        <p:spPr>
          <a:xfrm>
            <a:off x="6103208" y="6010168"/>
            <a:ext cx="28398" cy="28398"/>
          </a:xfrm>
          <a:prstGeom prst="ellipse">
            <a:avLst/>
          </a:prstGeom>
          <a:solidFill>
            <a:srgbClr val="7F8C97">
              <a:alpha val="48000"/>
            </a:srgbClr>
          </a:solidFill>
          <a:ln w="0">
            <a:noFill/>
            <a:prstDash val="solid"/>
          </a:ln>
        </p:spPr>
      </p:sp>
      <p:sp>
        <p:nvSpPr>
          <p:cNvPr id="3332" name="03_assume_matched_8629">
            <a:extLst>
              <a:ext uri="{FF2B5EF4-FFF2-40B4-BE49-F238E27FC236}">
                <a16:creationId xmlns:a16="http://schemas.microsoft.com/office/drawing/2014/main" id="{A8659A60-BDCD-45BD-9A2C-9A01A31FAF81}"/>
              </a:ext>
            </a:extLst>
          </p:cNvPr>
          <p:cNvSpPr>
            <a:spLocks noGrp="1"/>
          </p:cNvSpPr>
          <p:nvPr/>
        </p:nvSpPr>
        <p:spPr>
          <a:xfrm>
            <a:off x="6133861" y="6010168"/>
            <a:ext cx="28398" cy="28398"/>
          </a:xfrm>
          <a:prstGeom prst="ellipse">
            <a:avLst/>
          </a:prstGeom>
          <a:solidFill>
            <a:srgbClr val="7F8C97">
              <a:alpha val="48000"/>
            </a:srgbClr>
          </a:solidFill>
          <a:ln w="0">
            <a:noFill/>
            <a:prstDash val="solid"/>
          </a:ln>
        </p:spPr>
      </p:sp>
      <p:sp>
        <p:nvSpPr>
          <p:cNvPr id="3333" name="03_assume_matched_8630">
            <a:extLst>
              <a:ext uri="{FF2B5EF4-FFF2-40B4-BE49-F238E27FC236}">
                <a16:creationId xmlns:a16="http://schemas.microsoft.com/office/drawing/2014/main" id="{51ED921A-B30D-4392-A03F-087D5AA066AF}"/>
              </a:ext>
            </a:extLst>
          </p:cNvPr>
          <p:cNvSpPr>
            <a:spLocks noGrp="1"/>
          </p:cNvSpPr>
          <p:nvPr/>
        </p:nvSpPr>
        <p:spPr>
          <a:xfrm>
            <a:off x="6102920" y="6448819"/>
            <a:ext cx="28398" cy="28398"/>
          </a:xfrm>
          <a:prstGeom prst="ellipse">
            <a:avLst/>
          </a:prstGeom>
          <a:solidFill>
            <a:srgbClr val="7F8C97">
              <a:alpha val="48000"/>
            </a:srgbClr>
          </a:solidFill>
          <a:ln w="0">
            <a:noFill/>
            <a:prstDash val="solid"/>
          </a:ln>
        </p:spPr>
      </p:sp>
      <p:sp>
        <p:nvSpPr>
          <p:cNvPr id="3334" name="03_assume_matched_8631">
            <a:extLst>
              <a:ext uri="{FF2B5EF4-FFF2-40B4-BE49-F238E27FC236}">
                <a16:creationId xmlns:a16="http://schemas.microsoft.com/office/drawing/2014/main" id="{5207803B-5396-43BD-96EB-E54DA0C0E06A}"/>
              </a:ext>
            </a:extLst>
          </p:cNvPr>
          <p:cNvSpPr>
            <a:spLocks noGrp="1"/>
          </p:cNvSpPr>
          <p:nvPr/>
        </p:nvSpPr>
        <p:spPr>
          <a:xfrm>
            <a:off x="6184229" y="6010168"/>
            <a:ext cx="28398" cy="28398"/>
          </a:xfrm>
          <a:prstGeom prst="ellipse">
            <a:avLst/>
          </a:prstGeom>
          <a:solidFill>
            <a:srgbClr val="7F8C97">
              <a:alpha val="48000"/>
            </a:srgbClr>
          </a:solidFill>
          <a:ln w="0">
            <a:noFill/>
            <a:prstDash val="solid"/>
          </a:ln>
        </p:spPr>
      </p:sp>
      <p:sp>
        <p:nvSpPr>
          <p:cNvPr id="3335" name="03_assume_matched_8632">
            <a:extLst>
              <a:ext uri="{FF2B5EF4-FFF2-40B4-BE49-F238E27FC236}">
                <a16:creationId xmlns:a16="http://schemas.microsoft.com/office/drawing/2014/main" id="{20C29092-B273-4555-B208-3F627EBFB989}"/>
              </a:ext>
            </a:extLst>
          </p:cNvPr>
          <p:cNvSpPr>
            <a:spLocks noGrp="1"/>
          </p:cNvSpPr>
          <p:nvPr/>
        </p:nvSpPr>
        <p:spPr>
          <a:xfrm>
            <a:off x="6165521" y="6010168"/>
            <a:ext cx="28398" cy="28398"/>
          </a:xfrm>
          <a:prstGeom prst="ellipse">
            <a:avLst/>
          </a:prstGeom>
          <a:solidFill>
            <a:srgbClr val="7F8C97">
              <a:alpha val="48000"/>
            </a:srgbClr>
          </a:solidFill>
          <a:ln w="0">
            <a:noFill/>
            <a:prstDash val="solid"/>
          </a:ln>
        </p:spPr>
      </p:sp>
      <p:sp>
        <p:nvSpPr>
          <p:cNvPr id="3336" name="03_assume_matched_8633">
            <a:extLst>
              <a:ext uri="{FF2B5EF4-FFF2-40B4-BE49-F238E27FC236}">
                <a16:creationId xmlns:a16="http://schemas.microsoft.com/office/drawing/2014/main" id="{FFC8300B-E545-40AC-A82D-8EA12571ABE0}"/>
              </a:ext>
            </a:extLst>
          </p:cNvPr>
          <p:cNvSpPr>
            <a:spLocks noGrp="1"/>
          </p:cNvSpPr>
          <p:nvPr/>
        </p:nvSpPr>
        <p:spPr>
          <a:xfrm>
            <a:off x="6150266" y="6010168"/>
            <a:ext cx="28398" cy="28398"/>
          </a:xfrm>
          <a:prstGeom prst="ellipse">
            <a:avLst/>
          </a:prstGeom>
          <a:solidFill>
            <a:srgbClr val="7F8C97">
              <a:alpha val="48000"/>
            </a:srgbClr>
          </a:solidFill>
          <a:ln w="0">
            <a:noFill/>
            <a:prstDash val="solid"/>
          </a:ln>
        </p:spPr>
      </p:sp>
      <p:sp>
        <p:nvSpPr>
          <p:cNvPr id="3337" name="03_assume_matched_8634">
            <a:extLst>
              <a:ext uri="{FF2B5EF4-FFF2-40B4-BE49-F238E27FC236}">
                <a16:creationId xmlns:a16="http://schemas.microsoft.com/office/drawing/2014/main" id="{77BCC034-F2A0-4F01-8312-39CB9886A131}"/>
              </a:ext>
            </a:extLst>
          </p:cNvPr>
          <p:cNvSpPr>
            <a:spLocks noGrp="1"/>
          </p:cNvSpPr>
          <p:nvPr/>
        </p:nvSpPr>
        <p:spPr>
          <a:xfrm>
            <a:off x="6136019" y="6595037"/>
            <a:ext cx="28398" cy="28398"/>
          </a:xfrm>
          <a:prstGeom prst="ellipse">
            <a:avLst/>
          </a:prstGeom>
          <a:solidFill>
            <a:srgbClr val="7F8C97">
              <a:alpha val="48000"/>
            </a:srgbClr>
          </a:solidFill>
          <a:ln w="0">
            <a:noFill/>
            <a:prstDash val="solid"/>
          </a:ln>
        </p:spPr>
      </p:sp>
      <p:sp>
        <p:nvSpPr>
          <p:cNvPr id="3338" name="03_assume_matched_8635">
            <a:extLst>
              <a:ext uri="{FF2B5EF4-FFF2-40B4-BE49-F238E27FC236}">
                <a16:creationId xmlns:a16="http://schemas.microsoft.com/office/drawing/2014/main" id="{1FA0DE9E-943D-4E31-8C60-335ED5CAD996}"/>
              </a:ext>
            </a:extLst>
          </p:cNvPr>
          <p:cNvSpPr>
            <a:spLocks noGrp="1"/>
          </p:cNvSpPr>
          <p:nvPr/>
        </p:nvSpPr>
        <p:spPr>
          <a:xfrm>
            <a:off x="6152425" y="6010168"/>
            <a:ext cx="28398" cy="28398"/>
          </a:xfrm>
          <a:prstGeom prst="ellipse">
            <a:avLst/>
          </a:prstGeom>
          <a:solidFill>
            <a:srgbClr val="7F8C97">
              <a:alpha val="48000"/>
            </a:srgbClr>
          </a:solidFill>
          <a:ln w="0">
            <a:noFill/>
            <a:prstDash val="solid"/>
          </a:ln>
        </p:spPr>
      </p:sp>
      <p:sp>
        <p:nvSpPr>
          <p:cNvPr id="3339" name="03_assume_matched_8636">
            <a:extLst>
              <a:ext uri="{FF2B5EF4-FFF2-40B4-BE49-F238E27FC236}">
                <a16:creationId xmlns:a16="http://schemas.microsoft.com/office/drawing/2014/main" id="{7596522F-C60F-4523-BD8A-CD4E0424475C}"/>
              </a:ext>
            </a:extLst>
          </p:cNvPr>
          <p:cNvSpPr>
            <a:spLocks noGrp="1"/>
          </p:cNvSpPr>
          <p:nvPr/>
        </p:nvSpPr>
        <p:spPr>
          <a:xfrm>
            <a:off x="6237619" y="6302602"/>
            <a:ext cx="28398" cy="28398"/>
          </a:xfrm>
          <a:prstGeom prst="ellipse">
            <a:avLst/>
          </a:prstGeom>
          <a:solidFill>
            <a:srgbClr val="7F8C97">
              <a:alpha val="48000"/>
            </a:srgbClr>
          </a:solidFill>
          <a:ln w="0">
            <a:noFill/>
            <a:prstDash val="solid"/>
          </a:ln>
        </p:spPr>
      </p:sp>
      <p:sp>
        <p:nvSpPr>
          <p:cNvPr id="3340" name="03_assume_matched_8637">
            <a:extLst>
              <a:ext uri="{FF2B5EF4-FFF2-40B4-BE49-F238E27FC236}">
                <a16:creationId xmlns:a16="http://schemas.microsoft.com/office/drawing/2014/main" id="{C95362A6-118F-400B-9884-A6B65D3366D1}"/>
              </a:ext>
            </a:extLst>
          </p:cNvPr>
          <p:cNvSpPr>
            <a:spLocks noGrp="1"/>
          </p:cNvSpPr>
          <p:nvPr/>
        </p:nvSpPr>
        <p:spPr>
          <a:xfrm>
            <a:off x="6192576" y="6010168"/>
            <a:ext cx="28398" cy="28398"/>
          </a:xfrm>
          <a:prstGeom prst="ellipse">
            <a:avLst/>
          </a:prstGeom>
          <a:solidFill>
            <a:srgbClr val="7F8C97">
              <a:alpha val="48000"/>
            </a:srgbClr>
          </a:solidFill>
          <a:ln w="0">
            <a:noFill/>
            <a:prstDash val="solid"/>
          </a:ln>
        </p:spPr>
      </p:sp>
      <p:sp>
        <p:nvSpPr>
          <p:cNvPr id="3341" name="03_assume_matched_8638">
            <a:extLst>
              <a:ext uri="{FF2B5EF4-FFF2-40B4-BE49-F238E27FC236}">
                <a16:creationId xmlns:a16="http://schemas.microsoft.com/office/drawing/2014/main" id="{780C43F6-9B67-4D70-956D-2136B7DEBF8C}"/>
              </a:ext>
            </a:extLst>
          </p:cNvPr>
          <p:cNvSpPr>
            <a:spLocks noGrp="1"/>
          </p:cNvSpPr>
          <p:nvPr/>
        </p:nvSpPr>
        <p:spPr>
          <a:xfrm>
            <a:off x="6202362" y="6595037"/>
            <a:ext cx="28398" cy="28398"/>
          </a:xfrm>
          <a:prstGeom prst="ellipse">
            <a:avLst/>
          </a:prstGeom>
          <a:solidFill>
            <a:srgbClr val="7F8C97">
              <a:alpha val="48000"/>
            </a:srgbClr>
          </a:solidFill>
          <a:ln w="0">
            <a:noFill/>
            <a:prstDash val="solid"/>
          </a:ln>
        </p:spPr>
      </p:sp>
      <p:sp>
        <p:nvSpPr>
          <p:cNvPr id="3342" name="03_assume_matched_8639">
            <a:extLst>
              <a:ext uri="{FF2B5EF4-FFF2-40B4-BE49-F238E27FC236}">
                <a16:creationId xmlns:a16="http://schemas.microsoft.com/office/drawing/2014/main" id="{C74A461B-4C89-45A2-9177-58E7E66FFAD6}"/>
              </a:ext>
            </a:extLst>
          </p:cNvPr>
          <p:cNvSpPr>
            <a:spLocks noGrp="1"/>
          </p:cNvSpPr>
          <p:nvPr/>
        </p:nvSpPr>
        <p:spPr>
          <a:xfrm>
            <a:off x="6139185" y="6530051"/>
            <a:ext cx="28398" cy="28398"/>
          </a:xfrm>
          <a:prstGeom prst="ellipse">
            <a:avLst/>
          </a:prstGeom>
          <a:solidFill>
            <a:srgbClr val="7F8C97">
              <a:alpha val="48000"/>
            </a:srgbClr>
          </a:solidFill>
          <a:ln w="0">
            <a:noFill/>
            <a:prstDash val="solid"/>
          </a:ln>
        </p:spPr>
      </p:sp>
      <p:sp>
        <p:nvSpPr>
          <p:cNvPr id="3343" name="03_assume_matched_8640">
            <a:extLst>
              <a:ext uri="{FF2B5EF4-FFF2-40B4-BE49-F238E27FC236}">
                <a16:creationId xmlns:a16="http://schemas.microsoft.com/office/drawing/2014/main" id="{B4C68885-081B-4D55-BB60-D3A865413C5B}"/>
              </a:ext>
            </a:extLst>
          </p:cNvPr>
          <p:cNvSpPr>
            <a:spLocks noGrp="1"/>
          </p:cNvSpPr>
          <p:nvPr/>
        </p:nvSpPr>
        <p:spPr>
          <a:xfrm>
            <a:off x="6229560" y="6400080"/>
            <a:ext cx="28398" cy="28398"/>
          </a:xfrm>
          <a:prstGeom prst="ellipse">
            <a:avLst/>
          </a:prstGeom>
          <a:solidFill>
            <a:srgbClr val="7F8C97">
              <a:alpha val="48000"/>
            </a:srgbClr>
          </a:solidFill>
          <a:ln w="0">
            <a:noFill/>
            <a:prstDash val="solid"/>
          </a:ln>
        </p:spPr>
      </p:sp>
      <p:sp>
        <p:nvSpPr>
          <p:cNvPr id="3344" name="03_assume_matched_8641">
            <a:extLst>
              <a:ext uri="{FF2B5EF4-FFF2-40B4-BE49-F238E27FC236}">
                <a16:creationId xmlns:a16="http://schemas.microsoft.com/office/drawing/2014/main" id="{8E0233A3-3CF0-4D71-990A-7A63E0616D37}"/>
              </a:ext>
            </a:extLst>
          </p:cNvPr>
          <p:cNvSpPr>
            <a:spLocks noGrp="1"/>
          </p:cNvSpPr>
          <p:nvPr/>
        </p:nvSpPr>
        <p:spPr>
          <a:xfrm>
            <a:off x="6202649" y="6010168"/>
            <a:ext cx="28398" cy="28398"/>
          </a:xfrm>
          <a:prstGeom prst="ellipse">
            <a:avLst/>
          </a:prstGeom>
          <a:solidFill>
            <a:srgbClr val="7F8C97">
              <a:alpha val="48000"/>
            </a:srgbClr>
          </a:solidFill>
          <a:ln w="0">
            <a:noFill/>
            <a:prstDash val="solid"/>
          </a:ln>
        </p:spPr>
      </p:sp>
      <p:sp>
        <p:nvSpPr>
          <p:cNvPr id="3345" name="03_assume_matched_8642">
            <a:extLst>
              <a:ext uri="{FF2B5EF4-FFF2-40B4-BE49-F238E27FC236}">
                <a16:creationId xmlns:a16="http://schemas.microsoft.com/office/drawing/2014/main" id="{B2963949-9ACF-4F73-8663-F5DA9C934629}"/>
              </a:ext>
            </a:extLst>
          </p:cNvPr>
          <p:cNvSpPr>
            <a:spLocks noGrp="1"/>
          </p:cNvSpPr>
          <p:nvPr/>
        </p:nvSpPr>
        <p:spPr>
          <a:xfrm>
            <a:off x="6120477" y="6595037"/>
            <a:ext cx="28398" cy="28398"/>
          </a:xfrm>
          <a:prstGeom prst="ellipse">
            <a:avLst/>
          </a:prstGeom>
          <a:solidFill>
            <a:srgbClr val="7F8C97">
              <a:alpha val="48000"/>
            </a:srgbClr>
          </a:solidFill>
          <a:ln w="0">
            <a:noFill/>
            <a:prstDash val="solid"/>
          </a:ln>
        </p:spPr>
      </p:sp>
      <p:sp>
        <p:nvSpPr>
          <p:cNvPr id="3346" name="03_assume_matched_8643">
            <a:extLst>
              <a:ext uri="{FF2B5EF4-FFF2-40B4-BE49-F238E27FC236}">
                <a16:creationId xmlns:a16="http://schemas.microsoft.com/office/drawing/2014/main" id="{9781A00F-2717-41BD-BD8B-C2A550330213}"/>
              </a:ext>
            </a:extLst>
          </p:cNvPr>
          <p:cNvSpPr>
            <a:spLocks noGrp="1"/>
          </p:cNvSpPr>
          <p:nvPr/>
        </p:nvSpPr>
        <p:spPr>
          <a:xfrm>
            <a:off x="6127817" y="6010168"/>
            <a:ext cx="28398" cy="28398"/>
          </a:xfrm>
          <a:prstGeom prst="ellipse">
            <a:avLst/>
          </a:prstGeom>
          <a:solidFill>
            <a:srgbClr val="7F8C97">
              <a:alpha val="48000"/>
            </a:srgbClr>
          </a:solidFill>
          <a:ln w="0">
            <a:noFill/>
            <a:prstDash val="solid"/>
          </a:ln>
        </p:spPr>
      </p:sp>
      <p:sp>
        <p:nvSpPr>
          <p:cNvPr id="3347" name="03_assume_matched_8644">
            <a:extLst>
              <a:ext uri="{FF2B5EF4-FFF2-40B4-BE49-F238E27FC236}">
                <a16:creationId xmlns:a16="http://schemas.microsoft.com/office/drawing/2014/main" id="{C5883F02-005D-428E-BFEC-D41711BE3E97}"/>
              </a:ext>
            </a:extLst>
          </p:cNvPr>
          <p:cNvSpPr>
            <a:spLocks noGrp="1"/>
          </p:cNvSpPr>
          <p:nvPr/>
        </p:nvSpPr>
        <p:spPr>
          <a:xfrm>
            <a:off x="6139042" y="6400080"/>
            <a:ext cx="28398" cy="28398"/>
          </a:xfrm>
          <a:prstGeom prst="ellipse">
            <a:avLst/>
          </a:prstGeom>
          <a:solidFill>
            <a:srgbClr val="7F8C97">
              <a:alpha val="48000"/>
            </a:srgbClr>
          </a:solidFill>
          <a:ln w="0">
            <a:noFill/>
            <a:prstDash val="solid"/>
          </a:ln>
        </p:spPr>
      </p:sp>
      <p:sp>
        <p:nvSpPr>
          <p:cNvPr id="3348" name="03_assume_matched_8645">
            <a:extLst>
              <a:ext uri="{FF2B5EF4-FFF2-40B4-BE49-F238E27FC236}">
                <a16:creationId xmlns:a16="http://schemas.microsoft.com/office/drawing/2014/main" id="{AE5B9D32-D8DD-4E51-8095-0EAF5062C2AE}"/>
              </a:ext>
            </a:extLst>
          </p:cNvPr>
          <p:cNvSpPr>
            <a:spLocks noGrp="1"/>
          </p:cNvSpPr>
          <p:nvPr/>
        </p:nvSpPr>
        <p:spPr>
          <a:xfrm>
            <a:off x="6228409" y="6010168"/>
            <a:ext cx="28398" cy="28398"/>
          </a:xfrm>
          <a:prstGeom prst="ellipse">
            <a:avLst/>
          </a:prstGeom>
          <a:solidFill>
            <a:srgbClr val="7F8C97">
              <a:alpha val="48000"/>
            </a:srgbClr>
          </a:solidFill>
          <a:ln w="0">
            <a:noFill/>
            <a:prstDash val="solid"/>
          </a:ln>
        </p:spPr>
      </p:sp>
      <p:sp>
        <p:nvSpPr>
          <p:cNvPr id="3349" name="03_assume_matched_8646">
            <a:extLst>
              <a:ext uri="{FF2B5EF4-FFF2-40B4-BE49-F238E27FC236}">
                <a16:creationId xmlns:a16="http://schemas.microsoft.com/office/drawing/2014/main" id="{3D48B08D-A0E0-447C-B4EB-E9359CF12FFD}"/>
              </a:ext>
            </a:extLst>
          </p:cNvPr>
          <p:cNvSpPr>
            <a:spLocks noGrp="1"/>
          </p:cNvSpPr>
          <p:nvPr/>
        </p:nvSpPr>
        <p:spPr>
          <a:xfrm>
            <a:off x="6141344" y="6010168"/>
            <a:ext cx="28398" cy="28398"/>
          </a:xfrm>
          <a:prstGeom prst="ellipse">
            <a:avLst/>
          </a:prstGeom>
          <a:solidFill>
            <a:srgbClr val="7F8C97">
              <a:alpha val="48000"/>
            </a:srgbClr>
          </a:solidFill>
          <a:ln w="0">
            <a:noFill/>
            <a:prstDash val="solid"/>
          </a:ln>
        </p:spPr>
      </p:sp>
      <p:sp>
        <p:nvSpPr>
          <p:cNvPr id="3350" name="03_assume_matched_8647">
            <a:extLst>
              <a:ext uri="{FF2B5EF4-FFF2-40B4-BE49-F238E27FC236}">
                <a16:creationId xmlns:a16="http://schemas.microsoft.com/office/drawing/2014/main" id="{F3C791C0-466F-4D91-A2E3-B2E793D5701B}"/>
              </a:ext>
            </a:extLst>
          </p:cNvPr>
          <p:cNvSpPr>
            <a:spLocks noGrp="1"/>
          </p:cNvSpPr>
          <p:nvPr/>
        </p:nvSpPr>
        <p:spPr>
          <a:xfrm>
            <a:off x="6220350" y="6400080"/>
            <a:ext cx="28398" cy="28398"/>
          </a:xfrm>
          <a:prstGeom prst="ellipse">
            <a:avLst/>
          </a:prstGeom>
          <a:solidFill>
            <a:srgbClr val="7F8C97">
              <a:alpha val="48000"/>
            </a:srgbClr>
          </a:solidFill>
          <a:ln w="0">
            <a:noFill/>
            <a:prstDash val="solid"/>
          </a:ln>
        </p:spPr>
      </p:sp>
      <p:sp>
        <p:nvSpPr>
          <p:cNvPr id="3351" name="03_assume_matched_8648">
            <a:extLst>
              <a:ext uri="{FF2B5EF4-FFF2-40B4-BE49-F238E27FC236}">
                <a16:creationId xmlns:a16="http://schemas.microsoft.com/office/drawing/2014/main" id="{7C73C3A5-56D5-4923-8B33-28CC73DD4149}"/>
              </a:ext>
            </a:extLst>
          </p:cNvPr>
          <p:cNvSpPr>
            <a:spLocks noGrp="1"/>
          </p:cNvSpPr>
          <p:nvPr/>
        </p:nvSpPr>
        <p:spPr>
          <a:xfrm>
            <a:off x="6221501" y="6010168"/>
            <a:ext cx="28398" cy="28398"/>
          </a:xfrm>
          <a:prstGeom prst="ellipse">
            <a:avLst/>
          </a:prstGeom>
          <a:solidFill>
            <a:srgbClr val="7F8C97">
              <a:alpha val="48000"/>
            </a:srgbClr>
          </a:solidFill>
          <a:ln w="0">
            <a:noFill/>
            <a:prstDash val="solid"/>
          </a:ln>
        </p:spPr>
      </p:sp>
      <p:sp>
        <p:nvSpPr>
          <p:cNvPr id="3352" name="03_assume_matched_8649">
            <a:extLst>
              <a:ext uri="{FF2B5EF4-FFF2-40B4-BE49-F238E27FC236}">
                <a16:creationId xmlns:a16="http://schemas.microsoft.com/office/drawing/2014/main" id="{A94D541C-395F-4375-B1F7-160559B21BCB}"/>
              </a:ext>
            </a:extLst>
          </p:cNvPr>
          <p:cNvSpPr>
            <a:spLocks noGrp="1"/>
          </p:cNvSpPr>
          <p:nvPr/>
        </p:nvSpPr>
        <p:spPr>
          <a:xfrm>
            <a:off x="6225243" y="6595037"/>
            <a:ext cx="28398" cy="28398"/>
          </a:xfrm>
          <a:prstGeom prst="ellipse">
            <a:avLst/>
          </a:prstGeom>
          <a:solidFill>
            <a:srgbClr val="7F8C97">
              <a:alpha val="48000"/>
            </a:srgbClr>
          </a:solidFill>
          <a:ln w="0">
            <a:noFill/>
            <a:prstDash val="solid"/>
          </a:ln>
        </p:spPr>
      </p:sp>
      <p:sp>
        <p:nvSpPr>
          <p:cNvPr id="3353" name="03_assume_matched_8650">
            <a:extLst>
              <a:ext uri="{FF2B5EF4-FFF2-40B4-BE49-F238E27FC236}">
                <a16:creationId xmlns:a16="http://schemas.microsoft.com/office/drawing/2014/main" id="{4E9AFCF7-CE3B-49D9-9D8D-74E2D2B7E424}"/>
              </a:ext>
            </a:extLst>
          </p:cNvPr>
          <p:cNvSpPr>
            <a:spLocks noGrp="1"/>
          </p:cNvSpPr>
          <p:nvPr/>
        </p:nvSpPr>
        <p:spPr>
          <a:xfrm>
            <a:off x="6142495" y="6595037"/>
            <a:ext cx="28398" cy="28398"/>
          </a:xfrm>
          <a:prstGeom prst="ellipse">
            <a:avLst/>
          </a:prstGeom>
          <a:solidFill>
            <a:srgbClr val="7F8C97">
              <a:alpha val="48000"/>
            </a:srgbClr>
          </a:solidFill>
          <a:ln w="0">
            <a:noFill/>
            <a:prstDash val="solid"/>
          </a:ln>
        </p:spPr>
      </p:sp>
      <p:sp>
        <p:nvSpPr>
          <p:cNvPr id="3354" name="03_assume_matched_8651">
            <a:extLst>
              <a:ext uri="{FF2B5EF4-FFF2-40B4-BE49-F238E27FC236}">
                <a16:creationId xmlns:a16="http://schemas.microsoft.com/office/drawing/2014/main" id="{B98C7E49-46F2-4C67-BEA2-42FAC36E11A1}"/>
              </a:ext>
            </a:extLst>
          </p:cNvPr>
          <p:cNvSpPr>
            <a:spLocks noGrp="1"/>
          </p:cNvSpPr>
          <p:nvPr/>
        </p:nvSpPr>
        <p:spPr>
          <a:xfrm>
            <a:off x="6120765" y="6010168"/>
            <a:ext cx="28398" cy="28398"/>
          </a:xfrm>
          <a:prstGeom prst="ellipse">
            <a:avLst/>
          </a:prstGeom>
          <a:solidFill>
            <a:srgbClr val="7F8C97">
              <a:alpha val="48000"/>
            </a:srgbClr>
          </a:solidFill>
          <a:ln w="0">
            <a:noFill/>
            <a:prstDash val="solid"/>
          </a:ln>
        </p:spPr>
      </p:sp>
      <p:sp>
        <p:nvSpPr>
          <p:cNvPr id="3355" name="03_assume_matched_8652">
            <a:extLst>
              <a:ext uri="{FF2B5EF4-FFF2-40B4-BE49-F238E27FC236}">
                <a16:creationId xmlns:a16="http://schemas.microsoft.com/office/drawing/2014/main" id="{98751048-CAB6-4875-A2F6-29662762ECF5}"/>
              </a:ext>
            </a:extLst>
          </p:cNvPr>
          <p:cNvSpPr>
            <a:spLocks noGrp="1"/>
          </p:cNvSpPr>
          <p:nvPr/>
        </p:nvSpPr>
        <p:spPr>
          <a:xfrm>
            <a:off x="6204520" y="6010168"/>
            <a:ext cx="28398" cy="28398"/>
          </a:xfrm>
          <a:prstGeom prst="ellipse">
            <a:avLst/>
          </a:prstGeom>
          <a:solidFill>
            <a:srgbClr val="7F8C97">
              <a:alpha val="48000"/>
            </a:srgbClr>
          </a:solidFill>
          <a:ln w="0">
            <a:noFill/>
            <a:prstDash val="solid"/>
          </a:ln>
        </p:spPr>
      </p:sp>
      <p:sp>
        <p:nvSpPr>
          <p:cNvPr id="3356" name="03_assume_matched_8653">
            <a:extLst>
              <a:ext uri="{FF2B5EF4-FFF2-40B4-BE49-F238E27FC236}">
                <a16:creationId xmlns:a16="http://schemas.microsoft.com/office/drawing/2014/main" id="{DD7D92E4-9644-43B0-8601-89AB4C76F0EF}"/>
              </a:ext>
            </a:extLst>
          </p:cNvPr>
          <p:cNvSpPr>
            <a:spLocks noGrp="1"/>
          </p:cNvSpPr>
          <p:nvPr/>
        </p:nvSpPr>
        <p:spPr>
          <a:xfrm>
            <a:off x="6114001" y="6010168"/>
            <a:ext cx="28398" cy="28398"/>
          </a:xfrm>
          <a:prstGeom prst="ellipse">
            <a:avLst/>
          </a:prstGeom>
          <a:solidFill>
            <a:srgbClr val="7F8C97">
              <a:alpha val="48000"/>
            </a:srgbClr>
          </a:solidFill>
          <a:ln w="0">
            <a:noFill/>
            <a:prstDash val="solid"/>
          </a:ln>
        </p:spPr>
      </p:sp>
      <p:sp>
        <p:nvSpPr>
          <p:cNvPr id="3357" name="03_assume_matched_8654">
            <a:extLst>
              <a:ext uri="{FF2B5EF4-FFF2-40B4-BE49-F238E27FC236}">
                <a16:creationId xmlns:a16="http://schemas.microsoft.com/office/drawing/2014/main" id="{8B6B6E9E-FA28-4262-8243-C50FBB357D6A}"/>
              </a:ext>
            </a:extLst>
          </p:cNvPr>
          <p:cNvSpPr>
            <a:spLocks noGrp="1"/>
          </p:cNvSpPr>
          <p:nvPr/>
        </p:nvSpPr>
        <p:spPr>
          <a:xfrm>
            <a:off x="6208118" y="6010168"/>
            <a:ext cx="28398" cy="28398"/>
          </a:xfrm>
          <a:prstGeom prst="ellipse">
            <a:avLst/>
          </a:prstGeom>
          <a:solidFill>
            <a:srgbClr val="7F8C97">
              <a:alpha val="48000"/>
            </a:srgbClr>
          </a:solidFill>
          <a:ln w="0">
            <a:noFill/>
            <a:prstDash val="solid"/>
          </a:ln>
        </p:spPr>
      </p:sp>
      <p:sp>
        <p:nvSpPr>
          <p:cNvPr id="3358" name="03_assume_matched_8655">
            <a:extLst>
              <a:ext uri="{FF2B5EF4-FFF2-40B4-BE49-F238E27FC236}">
                <a16:creationId xmlns:a16="http://schemas.microsoft.com/office/drawing/2014/main" id="{C2E47624-D62B-4A58-95FF-F53481F0964D}"/>
              </a:ext>
            </a:extLst>
          </p:cNvPr>
          <p:cNvSpPr>
            <a:spLocks noGrp="1"/>
          </p:cNvSpPr>
          <p:nvPr/>
        </p:nvSpPr>
        <p:spPr>
          <a:xfrm>
            <a:off x="6115297" y="6595037"/>
            <a:ext cx="28398" cy="28398"/>
          </a:xfrm>
          <a:prstGeom prst="ellipse">
            <a:avLst/>
          </a:prstGeom>
          <a:solidFill>
            <a:srgbClr val="7F8C97">
              <a:alpha val="48000"/>
            </a:srgbClr>
          </a:solidFill>
          <a:ln w="0">
            <a:noFill/>
            <a:prstDash val="solid"/>
          </a:ln>
        </p:spPr>
      </p:sp>
      <p:sp>
        <p:nvSpPr>
          <p:cNvPr id="3359" name="03_assume_matched_8656">
            <a:extLst>
              <a:ext uri="{FF2B5EF4-FFF2-40B4-BE49-F238E27FC236}">
                <a16:creationId xmlns:a16="http://schemas.microsoft.com/office/drawing/2014/main" id="{0076A4BE-5640-4940-B295-9824DE4CF793}"/>
              </a:ext>
            </a:extLst>
          </p:cNvPr>
          <p:cNvSpPr>
            <a:spLocks noGrp="1"/>
          </p:cNvSpPr>
          <p:nvPr/>
        </p:nvSpPr>
        <p:spPr>
          <a:xfrm>
            <a:off x="6235748" y="6010168"/>
            <a:ext cx="28398" cy="28398"/>
          </a:xfrm>
          <a:prstGeom prst="ellipse">
            <a:avLst/>
          </a:prstGeom>
          <a:solidFill>
            <a:srgbClr val="7F8C97">
              <a:alpha val="48000"/>
            </a:srgbClr>
          </a:solidFill>
          <a:ln w="0">
            <a:noFill/>
            <a:prstDash val="solid"/>
          </a:ln>
        </p:spPr>
      </p:sp>
      <p:sp>
        <p:nvSpPr>
          <p:cNvPr id="3360" name="03_assume_matched_8657">
            <a:extLst>
              <a:ext uri="{FF2B5EF4-FFF2-40B4-BE49-F238E27FC236}">
                <a16:creationId xmlns:a16="http://schemas.microsoft.com/office/drawing/2014/main" id="{643643BE-D900-46DD-B588-A443C0A050A3}"/>
              </a:ext>
            </a:extLst>
          </p:cNvPr>
          <p:cNvSpPr>
            <a:spLocks noGrp="1"/>
          </p:cNvSpPr>
          <p:nvPr/>
        </p:nvSpPr>
        <p:spPr>
          <a:xfrm>
            <a:off x="6213730" y="6010168"/>
            <a:ext cx="28398" cy="28398"/>
          </a:xfrm>
          <a:prstGeom prst="ellipse">
            <a:avLst/>
          </a:prstGeom>
          <a:solidFill>
            <a:srgbClr val="7F8C97">
              <a:alpha val="48000"/>
            </a:srgbClr>
          </a:solidFill>
          <a:ln w="0">
            <a:noFill/>
            <a:prstDash val="solid"/>
          </a:ln>
        </p:spPr>
      </p:sp>
      <p:sp>
        <p:nvSpPr>
          <p:cNvPr id="3361" name="03_assume_matched_8658">
            <a:extLst>
              <a:ext uri="{FF2B5EF4-FFF2-40B4-BE49-F238E27FC236}">
                <a16:creationId xmlns:a16="http://schemas.microsoft.com/office/drawing/2014/main" id="{F74D8CF2-5D2B-4DBD-89FD-ACBDB9238F00}"/>
              </a:ext>
            </a:extLst>
          </p:cNvPr>
          <p:cNvSpPr>
            <a:spLocks noGrp="1"/>
          </p:cNvSpPr>
          <p:nvPr/>
        </p:nvSpPr>
        <p:spPr>
          <a:xfrm>
            <a:off x="6161635" y="6010168"/>
            <a:ext cx="28398" cy="28398"/>
          </a:xfrm>
          <a:prstGeom prst="ellipse">
            <a:avLst/>
          </a:prstGeom>
          <a:solidFill>
            <a:srgbClr val="7F8C97">
              <a:alpha val="48000"/>
            </a:srgbClr>
          </a:solidFill>
          <a:ln w="0">
            <a:noFill/>
            <a:prstDash val="solid"/>
          </a:ln>
        </p:spPr>
      </p:sp>
      <p:sp>
        <p:nvSpPr>
          <p:cNvPr id="3362" name="03_assume_matched_8659">
            <a:extLst>
              <a:ext uri="{FF2B5EF4-FFF2-40B4-BE49-F238E27FC236}">
                <a16:creationId xmlns:a16="http://schemas.microsoft.com/office/drawing/2014/main" id="{79CB8855-4466-4198-893E-3946A2047594}"/>
              </a:ext>
            </a:extLst>
          </p:cNvPr>
          <p:cNvSpPr>
            <a:spLocks noGrp="1"/>
          </p:cNvSpPr>
          <p:nvPr/>
        </p:nvSpPr>
        <p:spPr>
          <a:xfrm>
            <a:off x="6137315" y="6595037"/>
            <a:ext cx="28398" cy="28398"/>
          </a:xfrm>
          <a:prstGeom prst="ellipse">
            <a:avLst/>
          </a:prstGeom>
          <a:solidFill>
            <a:srgbClr val="7F8C97">
              <a:alpha val="48000"/>
            </a:srgbClr>
          </a:solidFill>
          <a:ln w="0">
            <a:noFill/>
            <a:prstDash val="solid"/>
          </a:ln>
        </p:spPr>
      </p:sp>
      <p:sp>
        <p:nvSpPr>
          <p:cNvPr id="3363" name="03_assume_matched_8660">
            <a:extLst>
              <a:ext uri="{FF2B5EF4-FFF2-40B4-BE49-F238E27FC236}">
                <a16:creationId xmlns:a16="http://schemas.microsoft.com/office/drawing/2014/main" id="{EB791C7E-5FDF-40A7-B800-4346EA7D0230}"/>
              </a:ext>
            </a:extLst>
          </p:cNvPr>
          <p:cNvSpPr>
            <a:spLocks noGrp="1"/>
          </p:cNvSpPr>
          <p:nvPr/>
        </p:nvSpPr>
        <p:spPr>
          <a:xfrm>
            <a:off x="6239778" y="6595037"/>
            <a:ext cx="28398" cy="28398"/>
          </a:xfrm>
          <a:prstGeom prst="ellipse">
            <a:avLst/>
          </a:prstGeom>
          <a:solidFill>
            <a:srgbClr val="7F8C97">
              <a:alpha val="48000"/>
            </a:srgbClr>
          </a:solidFill>
          <a:ln w="0">
            <a:noFill/>
            <a:prstDash val="solid"/>
          </a:ln>
        </p:spPr>
      </p:sp>
      <p:sp>
        <p:nvSpPr>
          <p:cNvPr id="3364" name="03_assume_matched_8661">
            <a:extLst>
              <a:ext uri="{FF2B5EF4-FFF2-40B4-BE49-F238E27FC236}">
                <a16:creationId xmlns:a16="http://schemas.microsoft.com/office/drawing/2014/main" id="{8DEDDD7F-7CE3-40FC-A11C-2A81B5291785}"/>
              </a:ext>
            </a:extLst>
          </p:cNvPr>
          <p:cNvSpPr>
            <a:spLocks noGrp="1"/>
          </p:cNvSpPr>
          <p:nvPr/>
        </p:nvSpPr>
        <p:spPr>
          <a:xfrm>
            <a:off x="6187539" y="6595037"/>
            <a:ext cx="28398" cy="28398"/>
          </a:xfrm>
          <a:prstGeom prst="ellipse">
            <a:avLst/>
          </a:prstGeom>
          <a:solidFill>
            <a:srgbClr val="7F8C97">
              <a:alpha val="48000"/>
            </a:srgbClr>
          </a:solidFill>
          <a:ln w="0">
            <a:noFill/>
            <a:prstDash val="solid"/>
          </a:ln>
        </p:spPr>
      </p:sp>
      <p:sp>
        <p:nvSpPr>
          <p:cNvPr id="3365" name="03_assume_matched_8662">
            <a:extLst>
              <a:ext uri="{FF2B5EF4-FFF2-40B4-BE49-F238E27FC236}">
                <a16:creationId xmlns:a16="http://schemas.microsoft.com/office/drawing/2014/main" id="{84609C22-58E2-46E8-BA0B-E9A4401F1A88}"/>
              </a:ext>
            </a:extLst>
          </p:cNvPr>
          <p:cNvSpPr>
            <a:spLocks noGrp="1"/>
          </p:cNvSpPr>
          <p:nvPr/>
        </p:nvSpPr>
        <p:spPr>
          <a:xfrm>
            <a:off x="6220350" y="6595037"/>
            <a:ext cx="28398" cy="28398"/>
          </a:xfrm>
          <a:prstGeom prst="ellipse">
            <a:avLst/>
          </a:prstGeom>
          <a:solidFill>
            <a:srgbClr val="7F8C97">
              <a:alpha val="48000"/>
            </a:srgbClr>
          </a:solidFill>
          <a:ln w="0">
            <a:noFill/>
            <a:prstDash val="solid"/>
          </a:ln>
        </p:spPr>
      </p:sp>
      <p:sp>
        <p:nvSpPr>
          <p:cNvPr id="3366" name="03_assume_matched_8663">
            <a:extLst>
              <a:ext uri="{FF2B5EF4-FFF2-40B4-BE49-F238E27FC236}">
                <a16:creationId xmlns:a16="http://schemas.microsoft.com/office/drawing/2014/main" id="{0F11D29E-A496-4DD6-B275-EFFBED335736}"/>
              </a:ext>
            </a:extLst>
          </p:cNvPr>
          <p:cNvSpPr>
            <a:spLocks noGrp="1"/>
          </p:cNvSpPr>
          <p:nvPr/>
        </p:nvSpPr>
        <p:spPr>
          <a:xfrm>
            <a:off x="6119470" y="6478063"/>
            <a:ext cx="28398" cy="28398"/>
          </a:xfrm>
          <a:prstGeom prst="ellipse">
            <a:avLst/>
          </a:prstGeom>
          <a:solidFill>
            <a:srgbClr val="7F8C97">
              <a:alpha val="48000"/>
            </a:srgbClr>
          </a:solidFill>
          <a:ln w="0">
            <a:noFill/>
            <a:prstDash val="solid"/>
          </a:ln>
        </p:spPr>
      </p:sp>
      <p:sp>
        <p:nvSpPr>
          <p:cNvPr id="3367" name="03_assume_matched_8664">
            <a:extLst>
              <a:ext uri="{FF2B5EF4-FFF2-40B4-BE49-F238E27FC236}">
                <a16:creationId xmlns:a16="http://schemas.microsoft.com/office/drawing/2014/main" id="{3951F856-D7E0-45BE-B5F1-8514B2974336}"/>
              </a:ext>
            </a:extLst>
          </p:cNvPr>
          <p:cNvSpPr>
            <a:spLocks noGrp="1"/>
          </p:cNvSpPr>
          <p:nvPr/>
        </p:nvSpPr>
        <p:spPr>
          <a:xfrm>
            <a:off x="6211428" y="6595037"/>
            <a:ext cx="28398" cy="28398"/>
          </a:xfrm>
          <a:prstGeom prst="ellipse">
            <a:avLst/>
          </a:prstGeom>
          <a:solidFill>
            <a:srgbClr val="7F8C97">
              <a:alpha val="48000"/>
            </a:srgbClr>
          </a:solidFill>
          <a:ln w="0">
            <a:noFill/>
            <a:prstDash val="solid"/>
          </a:ln>
        </p:spPr>
      </p:sp>
      <p:sp>
        <p:nvSpPr>
          <p:cNvPr id="3368" name="03_assume_matched_8665">
            <a:extLst>
              <a:ext uri="{FF2B5EF4-FFF2-40B4-BE49-F238E27FC236}">
                <a16:creationId xmlns:a16="http://schemas.microsoft.com/office/drawing/2014/main" id="{36BED211-8DC8-4D4C-AFD1-38B569C153DD}"/>
              </a:ext>
            </a:extLst>
          </p:cNvPr>
          <p:cNvSpPr>
            <a:spLocks noGrp="1"/>
          </p:cNvSpPr>
          <p:nvPr/>
        </p:nvSpPr>
        <p:spPr>
          <a:xfrm>
            <a:off x="6190561" y="6010168"/>
            <a:ext cx="28398" cy="28398"/>
          </a:xfrm>
          <a:prstGeom prst="ellipse">
            <a:avLst/>
          </a:prstGeom>
          <a:solidFill>
            <a:srgbClr val="7F8C97">
              <a:alpha val="48000"/>
            </a:srgbClr>
          </a:solidFill>
          <a:ln w="0">
            <a:noFill/>
            <a:prstDash val="solid"/>
          </a:ln>
        </p:spPr>
      </p:sp>
      <p:sp>
        <p:nvSpPr>
          <p:cNvPr id="3369" name="03_assume_matched_8666">
            <a:extLst>
              <a:ext uri="{FF2B5EF4-FFF2-40B4-BE49-F238E27FC236}">
                <a16:creationId xmlns:a16="http://schemas.microsoft.com/office/drawing/2014/main" id="{F30B37E0-C02C-43A1-930E-1271FD94F555}"/>
              </a:ext>
            </a:extLst>
          </p:cNvPr>
          <p:cNvSpPr>
            <a:spLocks noGrp="1"/>
          </p:cNvSpPr>
          <p:nvPr/>
        </p:nvSpPr>
        <p:spPr>
          <a:xfrm>
            <a:off x="6099179" y="6010168"/>
            <a:ext cx="28398" cy="28398"/>
          </a:xfrm>
          <a:prstGeom prst="ellipse">
            <a:avLst/>
          </a:prstGeom>
          <a:solidFill>
            <a:srgbClr val="7F8C97">
              <a:alpha val="48000"/>
            </a:srgbClr>
          </a:solidFill>
          <a:ln w="0">
            <a:noFill/>
            <a:prstDash val="solid"/>
          </a:ln>
        </p:spPr>
      </p:sp>
      <p:sp>
        <p:nvSpPr>
          <p:cNvPr id="3370" name="03_assume_matched_8667">
            <a:extLst>
              <a:ext uri="{FF2B5EF4-FFF2-40B4-BE49-F238E27FC236}">
                <a16:creationId xmlns:a16="http://schemas.microsoft.com/office/drawing/2014/main" id="{B9E4F05D-5D06-411B-AF92-C9E141590F68}"/>
              </a:ext>
            </a:extLst>
          </p:cNvPr>
          <p:cNvSpPr>
            <a:spLocks noGrp="1"/>
          </p:cNvSpPr>
          <p:nvPr/>
        </p:nvSpPr>
        <p:spPr>
          <a:xfrm>
            <a:off x="6158469" y="6595037"/>
            <a:ext cx="28398" cy="28398"/>
          </a:xfrm>
          <a:prstGeom prst="ellipse">
            <a:avLst/>
          </a:prstGeom>
          <a:solidFill>
            <a:srgbClr val="7F8C97">
              <a:alpha val="48000"/>
            </a:srgbClr>
          </a:solidFill>
          <a:ln w="0">
            <a:noFill/>
            <a:prstDash val="solid"/>
          </a:ln>
        </p:spPr>
      </p:sp>
      <p:sp>
        <p:nvSpPr>
          <p:cNvPr id="3371" name="03_assume_matched_8668">
            <a:extLst>
              <a:ext uri="{FF2B5EF4-FFF2-40B4-BE49-F238E27FC236}">
                <a16:creationId xmlns:a16="http://schemas.microsoft.com/office/drawing/2014/main" id="{1748D114-1A4E-4C43-90A5-C56609FE2250}"/>
              </a:ext>
            </a:extLst>
          </p:cNvPr>
          <p:cNvSpPr>
            <a:spLocks noGrp="1"/>
          </p:cNvSpPr>
          <p:nvPr/>
        </p:nvSpPr>
        <p:spPr>
          <a:xfrm>
            <a:off x="6140625" y="6595037"/>
            <a:ext cx="28398" cy="28398"/>
          </a:xfrm>
          <a:prstGeom prst="ellipse">
            <a:avLst/>
          </a:prstGeom>
          <a:solidFill>
            <a:srgbClr val="7F8C97">
              <a:alpha val="48000"/>
            </a:srgbClr>
          </a:solidFill>
          <a:ln w="0">
            <a:noFill/>
            <a:prstDash val="solid"/>
          </a:ln>
        </p:spPr>
      </p:sp>
      <p:sp>
        <p:nvSpPr>
          <p:cNvPr id="3372" name="03_assume_matched_8669">
            <a:extLst>
              <a:ext uri="{FF2B5EF4-FFF2-40B4-BE49-F238E27FC236}">
                <a16:creationId xmlns:a16="http://schemas.microsoft.com/office/drawing/2014/main" id="{4AF6FAA2-9784-4EE3-8B2D-E2754C16BF0D}"/>
              </a:ext>
            </a:extLst>
          </p:cNvPr>
          <p:cNvSpPr>
            <a:spLocks noGrp="1"/>
          </p:cNvSpPr>
          <p:nvPr/>
        </p:nvSpPr>
        <p:spPr>
          <a:xfrm>
            <a:off x="6172860" y="6010168"/>
            <a:ext cx="28398" cy="28398"/>
          </a:xfrm>
          <a:prstGeom prst="ellipse">
            <a:avLst/>
          </a:prstGeom>
          <a:solidFill>
            <a:srgbClr val="7F8C97">
              <a:alpha val="48000"/>
            </a:srgbClr>
          </a:solidFill>
          <a:ln w="0">
            <a:noFill/>
            <a:prstDash val="solid"/>
          </a:ln>
        </p:spPr>
      </p:sp>
      <p:sp>
        <p:nvSpPr>
          <p:cNvPr id="3373" name="03_assume_matched_8670">
            <a:extLst>
              <a:ext uri="{FF2B5EF4-FFF2-40B4-BE49-F238E27FC236}">
                <a16:creationId xmlns:a16="http://schemas.microsoft.com/office/drawing/2014/main" id="{0A57A199-95E3-4F7F-8FBE-5D9BD3ED9D22}"/>
              </a:ext>
            </a:extLst>
          </p:cNvPr>
          <p:cNvSpPr>
            <a:spLocks noGrp="1"/>
          </p:cNvSpPr>
          <p:nvPr/>
        </p:nvSpPr>
        <p:spPr>
          <a:xfrm>
            <a:off x="6154728" y="6546298"/>
            <a:ext cx="28398" cy="28398"/>
          </a:xfrm>
          <a:prstGeom prst="ellipse">
            <a:avLst/>
          </a:prstGeom>
          <a:solidFill>
            <a:srgbClr val="7F8C97">
              <a:alpha val="48000"/>
            </a:srgbClr>
          </a:solidFill>
          <a:ln w="0">
            <a:noFill/>
            <a:prstDash val="solid"/>
          </a:ln>
        </p:spPr>
      </p:sp>
      <p:sp>
        <p:nvSpPr>
          <p:cNvPr id="3374" name="03_assume_matched_8671">
            <a:extLst>
              <a:ext uri="{FF2B5EF4-FFF2-40B4-BE49-F238E27FC236}">
                <a16:creationId xmlns:a16="http://schemas.microsoft.com/office/drawing/2014/main" id="{279B979E-449B-420A-898F-8301B0862620}"/>
              </a:ext>
            </a:extLst>
          </p:cNvPr>
          <p:cNvSpPr>
            <a:spLocks noGrp="1"/>
          </p:cNvSpPr>
          <p:nvPr/>
        </p:nvSpPr>
        <p:spPr>
          <a:xfrm>
            <a:off x="6216896" y="6448819"/>
            <a:ext cx="28398" cy="28398"/>
          </a:xfrm>
          <a:prstGeom prst="ellipse">
            <a:avLst/>
          </a:prstGeom>
          <a:solidFill>
            <a:srgbClr val="7F8C97">
              <a:alpha val="48000"/>
            </a:srgbClr>
          </a:solidFill>
          <a:ln w="0">
            <a:noFill/>
            <a:prstDash val="solid"/>
          </a:ln>
        </p:spPr>
      </p:sp>
      <p:sp>
        <p:nvSpPr>
          <p:cNvPr id="3375" name="03_assume_matched_8672">
            <a:extLst>
              <a:ext uri="{FF2B5EF4-FFF2-40B4-BE49-F238E27FC236}">
                <a16:creationId xmlns:a16="http://schemas.microsoft.com/office/drawing/2014/main" id="{18E8F762-484F-40EB-9D1B-004BE77374F3}"/>
              </a:ext>
            </a:extLst>
          </p:cNvPr>
          <p:cNvSpPr>
            <a:spLocks noGrp="1"/>
          </p:cNvSpPr>
          <p:nvPr/>
        </p:nvSpPr>
        <p:spPr>
          <a:xfrm>
            <a:off x="6115009" y="6010168"/>
            <a:ext cx="28398" cy="28398"/>
          </a:xfrm>
          <a:prstGeom prst="ellipse">
            <a:avLst/>
          </a:prstGeom>
          <a:solidFill>
            <a:srgbClr val="7F8C97">
              <a:alpha val="48000"/>
            </a:srgbClr>
          </a:solidFill>
          <a:ln w="0">
            <a:noFill/>
            <a:prstDash val="solid"/>
          </a:ln>
        </p:spPr>
      </p:sp>
      <p:sp>
        <p:nvSpPr>
          <p:cNvPr id="3376" name="03_assume_matched_8673">
            <a:extLst>
              <a:ext uri="{FF2B5EF4-FFF2-40B4-BE49-F238E27FC236}">
                <a16:creationId xmlns:a16="http://schemas.microsoft.com/office/drawing/2014/main" id="{9DAAA8DF-F65D-45BF-9EBA-08BD163DEA80}"/>
              </a:ext>
            </a:extLst>
          </p:cNvPr>
          <p:cNvSpPr>
            <a:spLocks noGrp="1"/>
          </p:cNvSpPr>
          <p:nvPr/>
        </p:nvSpPr>
        <p:spPr>
          <a:xfrm>
            <a:off x="6121629" y="6010168"/>
            <a:ext cx="28398" cy="28398"/>
          </a:xfrm>
          <a:prstGeom prst="ellipse">
            <a:avLst/>
          </a:prstGeom>
          <a:solidFill>
            <a:srgbClr val="7F8C97">
              <a:alpha val="48000"/>
            </a:srgbClr>
          </a:solidFill>
          <a:ln w="0">
            <a:noFill/>
            <a:prstDash val="solid"/>
          </a:ln>
        </p:spPr>
      </p:sp>
      <p:sp>
        <p:nvSpPr>
          <p:cNvPr id="3377" name="03_assume_matched_8674">
            <a:extLst>
              <a:ext uri="{FF2B5EF4-FFF2-40B4-BE49-F238E27FC236}">
                <a16:creationId xmlns:a16="http://schemas.microsoft.com/office/drawing/2014/main" id="{B7803996-5803-4686-89A0-D4EB6A8DDE37}"/>
              </a:ext>
            </a:extLst>
          </p:cNvPr>
          <p:cNvSpPr>
            <a:spLocks noGrp="1"/>
          </p:cNvSpPr>
          <p:nvPr/>
        </p:nvSpPr>
        <p:spPr>
          <a:xfrm>
            <a:off x="6181495" y="6010168"/>
            <a:ext cx="28398" cy="28398"/>
          </a:xfrm>
          <a:prstGeom prst="ellipse">
            <a:avLst/>
          </a:prstGeom>
          <a:solidFill>
            <a:srgbClr val="7F8C97">
              <a:alpha val="48000"/>
            </a:srgbClr>
          </a:solidFill>
          <a:ln w="0">
            <a:noFill/>
            <a:prstDash val="solid"/>
          </a:ln>
        </p:spPr>
      </p:sp>
      <p:sp>
        <p:nvSpPr>
          <p:cNvPr id="3378" name="03_assume_matched_8675">
            <a:extLst>
              <a:ext uri="{FF2B5EF4-FFF2-40B4-BE49-F238E27FC236}">
                <a16:creationId xmlns:a16="http://schemas.microsoft.com/office/drawing/2014/main" id="{201E470B-B883-4313-909C-158A2D7071FC}"/>
              </a:ext>
            </a:extLst>
          </p:cNvPr>
          <p:cNvSpPr>
            <a:spLocks noGrp="1"/>
          </p:cNvSpPr>
          <p:nvPr/>
        </p:nvSpPr>
        <p:spPr>
          <a:xfrm>
            <a:off x="6180200" y="6010168"/>
            <a:ext cx="28398" cy="28398"/>
          </a:xfrm>
          <a:prstGeom prst="ellipse">
            <a:avLst/>
          </a:prstGeom>
          <a:solidFill>
            <a:srgbClr val="7F8C97">
              <a:alpha val="48000"/>
            </a:srgbClr>
          </a:solidFill>
          <a:ln w="0">
            <a:noFill/>
            <a:prstDash val="solid"/>
          </a:ln>
        </p:spPr>
      </p:sp>
      <p:sp>
        <p:nvSpPr>
          <p:cNvPr id="3379" name="03_assume_matched_8676">
            <a:extLst>
              <a:ext uri="{FF2B5EF4-FFF2-40B4-BE49-F238E27FC236}">
                <a16:creationId xmlns:a16="http://schemas.microsoft.com/office/drawing/2014/main" id="{C0D64F49-ECDE-4FCE-A84C-A1A664F92803}"/>
              </a:ext>
            </a:extLst>
          </p:cNvPr>
          <p:cNvSpPr>
            <a:spLocks noGrp="1"/>
          </p:cNvSpPr>
          <p:nvPr/>
        </p:nvSpPr>
        <p:spPr>
          <a:xfrm>
            <a:off x="6226970" y="6010168"/>
            <a:ext cx="28398" cy="28398"/>
          </a:xfrm>
          <a:prstGeom prst="ellipse">
            <a:avLst/>
          </a:prstGeom>
          <a:solidFill>
            <a:srgbClr val="7F8C97">
              <a:alpha val="48000"/>
            </a:srgbClr>
          </a:solidFill>
          <a:ln w="0">
            <a:noFill/>
            <a:prstDash val="solid"/>
          </a:ln>
        </p:spPr>
      </p:sp>
      <p:sp>
        <p:nvSpPr>
          <p:cNvPr id="3380" name="03_assume_matched_8677">
            <a:extLst>
              <a:ext uri="{FF2B5EF4-FFF2-40B4-BE49-F238E27FC236}">
                <a16:creationId xmlns:a16="http://schemas.microsoft.com/office/drawing/2014/main" id="{F0F99BDC-770B-4682-B845-7F1F68C83EEE}"/>
              </a:ext>
            </a:extLst>
          </p:cNvPr>
          <p:cNvSpPr>
            <a:spLocks noGrp="1"/>
          </p:cNvSpPr>
          <p:nvPr/>
        </p:nvSpPr>
        <p:spPr>
          <a:xfrm>
            <a:off x="6205240" y="6010168"/>
            <a:ext cx="28398" cy="28398"/>
          </a:xfrm>
          <a:prstGeom prst="ellipse">
            <a:avLst/>
          </a:prstGeom>
          <a:solidFill>
            <a:srgbClr val="7F8C97">
              <a:alpha val="48000"/>
            </a:srgbClr>
          </a:solidFill>
          <a:ln w="0">
            <a:noFill/>
            <a:prstDash val="solid"/>
          </a:ln>
        </p:spPr>
      </p:sp>
      <p:sp>
        <p:nvSpPr>
          <p:cNvPr id="3381" name="03_assume_matched_8678">
            <a:extLst>
              <a:ext uri="{FF2B5EF4-FFF2-40B4-BE49-F238E27FC236}">
                <a16:creationId xmlns:a16="http://schemas.microsoft.com/office/drawing/2014/main" id="{1699909F-768F-4186-8205-06981C85C278}"/>
              </a:ext>
            </a:extLst>
          </p:cNvPr>
          <p:cNvSpPr>
            <a:spLocks noGrp="1"/>
          </p:cNvSpPr>
          <p:nvPr/>
        </p:nvSpPr>
        <p:spPr>
          <a:xfrm>
            <a:off x="6137315" y="6595037"/>
            <a:ext cx="28398" cy="28398"/>
          </a:xfrm>
          <a:prstGeom prst="ellipse">
            <a:avLst/>
          </a:prstGeom>
          <a:solidFill>
            <a:srgbClr val="7F8C97">
              <a:alpha val="48000"/>
            </a:srgbClr>
          </a:solidFill>
          <a:ln w="0">
            <a:noFill/>
            <a:prstDash val="solid"/>
          </a:ln>
        </p:spPr>
      </p:sp>
      <p:sp>
        <p:nvSpPr>
          <p:cNvPr id="3382" name="03_assume_matched_8679">
            <a:extLst>
              <a:ext uri="{FF2B5EF4-FFF2-40B4-BE49-F238E27FC236}">
                <a16:creationId xmlns:a16="http://schemas.microsoft.com/office/drawing/2014/main" id="{EE09BB46-3474-46C0-8A2E-BA15A315DEEE}"/>
              </a:ext>
            </a:extLst>
          </p:cNvPr>
          <p:cNvSpPr>
            <a:spLocks noGrp="1"/>
          </p:cNvSpPr>
          <p:nvPr/>
        </p:nvSpPr>
        <p:spPr>
          <a:xfrm>
            <a:off x="6208118" y="6595037"/>
            <a:ext cx="28398" cy="28398"/>
          </a:xfrm>
          <a:prstGeom prst="ellipse">
            <a:avLst/>
          </a:prstGeom>
          <a:solidFill>
            <a:srgbClr val="7F8C97">
              <a:alpha val="48000"/>
            </a:srgbClr>
          </a:solidFill>
          <a:ln w="0">
            <a:noFill/>
            <a:prstDash val="solid"/>
          </a:ln>
        </p:spPr>
      </p:sp>
      <p:sp>
        <p:nvSpPr>
          <p:cNvPr id="3383" name="03_assume_matched_8680">
            <a:extLst>
              <a:ext uri="{FF2B5EF4-FFF2-40B4-BE49-F238E27FC236}">
                <a16:creationId xmlns:a16="http://schemas.microsoft.com/office/drawing/2014/main" id="{FCF0BED5-BC80-4ED4-B5A8-10532AD9BBCB}"/>
              </a:ext>
            </a:extLst>
          </p:cNvPr>
          <p:cNvSpPr>
            <a:spLocks noGrp="1"/>
          </p:cNvSpPr>
          <p:nvPr/>
        </p:nvSpPr>
        <p:spPr>
          <a:xfrm>
            <a:off x="6196461" y="6205124"/>
            <a:ext cx="28398" cy="28398"/>
          </a:xfrm>
          <a:prstGeom prst="ellipse">
            <a:avLst/>
          </a:prstGeom>
          <a:solidFill>
            <a:srgbClr val="7F8C97">
              <a:alpha val="48000"/>
            </a:srgbClr>
          </a:solidFill>
          <a:ln w="0">
            <a:noFill/>
            <a:prstDash val="solid"/>
          </a:ln>
        </p:spPr>
      </p:sp>
      <p:sp>
        <p:nvSpPr>
          <p:cNvPr id="3384" name="03_assume_matched_8681">
            <a:extLst>
              <a:ext uri="{FF2B5EF4-FFF2-40B4-BE49-F238E27FC236}">
                <a16:creationId xmlns:a16="http://schemas.microsoft.com/office/drawing/2014/main" id="{91BF99B6-7125-4DB1-B126-37DD85A801E4}"/>
              </a:ext>
            </a:extLst>
          </p:cNvPr>
          <p:cNvSpPr>
            <a:spLocks noGrp="1"/>
          </p:cNvSpPr>
          <p:nvPr/>
        </p:nvSpPr>
        <p:spPr>
          <a:xfrm>
            <a:off x="6202649" y="6010168"/>
            <a:ext cx="28398" cy="28398"/>
          </a:xfrm>
          <a:prstGeom prst="ellipse">
            <a:avLst/>
          </a:prstGeom>
          <a:solidFill>
            <a:srgbClr val="7F8C97">
              <a:alpha val="48000"/>
            </a:srgbClr>
          </a:solidFill>
          <a:ln w="0">
            <a:noFill/>
            <a:prstDash val="solid"/>
          </a:ln>
        </p:spPr>
      </p:sp>
      <p:sp>
        <p:nvSpPr>
          <p:cNvPr id="3385" name="03_assume_matched_8682">
            <a:extLst>
              <a:ext uri="{FF2B5EF4-FFF2-40B4-BE49-F238E27FC236}">
                <a16:creationId xmlns:a16="http://schemas.microsoft.com/office/drawing/2014/main" id="{BB92B7FC-B388-4494-88A4-29C9420E1096}"/>
              </a:ext>
            </a:extLst>
          </p:cNvPr>
          <p:cNvSpPr>
            <a:spLocks noGrp="1"/>
          </p:cNvSpPr>
          <p:nvPr/>
        </p:nvSpPr>
        <p:spPr>
          <a:xfrm>
            <a:off x="6216033" y="6595037"/>
            <a:ext cx="28398" cy="28398"/>
          </a:xfrm>
          <a:prstGeom prst="ellipse">
            <a:avLst/>
          </a:prstGeom>
          <a:solidFill>
            <a:srgbClr val="7F8C97">
              <a:alpha val="48000"/>
            </a:srgbClr>
          </a:solidFill>
          <a:ln w="0">
            <a:noFill/>
            <a:prstDash val="solid"/>
          </a:ln>
        </p:spPr>
      </p:sp>
      <p:sp>
        <p:nvSpPr>
          <p:cNvPr id="3386" name="03_assume_matched_8683">
            <a:extLst>
              <a:ext uri="{FF2B5EF4-FFF2-40B4-BE49-F238E27FC236}">
                <a16:creationId xmlns:a16="http://schemas.microsoft.com/office/drawing/2014/main" id="{BBA0F755-1B87-471A-9CFF-2D0A088F099B}"/>
              </a:ext>
            </a:extLst>
          </p:cNvPr>
          <p:cNvSpPr>
            <a:spLocks noGrp="1"/>
          </p:cNvSpPr>
          <p:nvPr/>
        </p:nvSpPr>
        <p:spPr>
          <a:xfrm>
            <a:off x="6124651" y="6010168"/>
            <a:ext cx="28398" cy="28398"/>
          </a:xfrm>
          <a:prstGeom prst="ellipse">
            <a:avLst/>
          </a:prstGeom>
          <a:solidFill>
            <a:srgbClr val="7F8C97">
              <a:alpha val="48000"/>
            </a:srgbClr>
          </a:solidFill>
          <a:ln w="0">
            <a:noFill/>
            <a:prstDash val="solid"/>
          </a:ln>
        </p:spPr>
      </p:sp>
      <p:sp>
        <p:nvSpPr>
          <p:cNvPr id="3387" name="03_assume_matched_8684">
            <a:extLst>
              <a:ext uri="{FF2B5EF4-FFF2-40B4-BE49-F238E27FC236}">
                <a16:creationId xmlns:a16="http://schemas.microsoft.com/office/drawing/2014/main" id="{773DF50F-DB1B-4C30-871E-44E441CB4C8C}"/>
              </a:ext>
            </a:extLst>
          </p:cNvPr>
          <p:cNvSpPr>
            <a:spLocks noGrp="1"/>
          </p:cNvSpPr>
          <p:nvPr/>
        </p:nvSpPr>
        <p:spPr>
          <a:xfrm>
            <a:off x="6113858" y="6010168"/>
            <a:ext cx="28398" cy="28398"/>
          </a:xfrm>
          <a:prstGeom prst="ellipse">
            <a:avLst/>
          </a:prstGeom>
          <a:solidFill>
            <a:srgbClr val="7F8C97">
              <a:alpha val="48000"/>
            </a:srgbClr>
          </a:solidFill>
          <a:ln w="0">
            <a:noFill/>
            <a:prstDash val="solid"/>
          </a:ln>
        </p:spPr>
      </p:sp>
      <p:sp>
        <p:nvSpPr>
          <p:cNvPr id="3388" name="03_assume_matched_8685">
            <a:extLst>
              <a:ext uri="{FF2B5EF4-FFF2-40B4-BE49-F238E27FC236}">
                <a16:creationId xmlns:a16="http://schemas.microsoft.com/office/drawing/2014/main" id="{5A7B25D2-1FAE-4822-A367-7DEE8836288E}"/>
              </a:ext>
            </a:extLst>
          </p:cNvPr>
          <p:cNvSpPr>
            <a:spLocks noGrp="1"/>
          </p:cNvSpPr>
          <p:nvPr/>
        </p:nvSpPr>
        <p:spPr>
          <a:xfrm>
            <a:off x="6196749" y="6156385"/>
            <a:ext cx="28398" cy="28398"/>
          </a:xfrm>
          <a:prstGeom prst="ellipse">
            <a:avLst/>
          </a:prstGeom>
          <a:solidFill>
            <a:srgbClr val="7F8C97">
              <a:alpha val="48000"/>
            </a:srgbClr>
          </a:solidFill>
          <a:ln w="0">
            <a:noFill/>
            <a:prstDash val="solid"/>
          </a:ln>
        </p:spPr>
      </p:sp>
      <p:sp>
        <p:nvSpPr>
          <p:cNvPr id="3389" name="03_assume_matched_8686">
            <a:extLst>
              <a:ext uri="{FF2B5EF4-FFF2-40B4-BE49-F238E27FC236}">
                <a16:creationId xmlns:a16="http://schemas.microsoft.com/office/drawing/2014/main" id="{84262D78-4B9C-40E5-A6C4-EDB8FFC7E933}"/>
              </a:ext>
            </a:extLst>
          </p:cNvPr>
          <p:cNvSpPr>
            <a:spLocks noGrp="1"/>
          </p:cNvSpPr>
          <p:nvPr/>
        </p:nvSpPr>
        <p:spPr>
          <a:xfrm>
            <a:off x="6233878" y="6135497"/>
            <a:ext cx="28398" cy="28398"/>
          </a:xfrm>
          <a:prstGeom prst="ellipse">
            <a:avLst/>
          </a:prstGeom>
          <a:solidFill>
            <a:srgbClr val="7F8C97">
              <a:alpha val="48000"/>
            </a:srgbClr>
          </a:solidFill>
          <a:ln w="0">
            <a:noFill/>
            <a:prstDash val="solid"/>
          </a:ln>
        </p:spPr>
      </p:sp>
      <p:sp>
        <p:nvSpPr>
          <p:cNvPr id="3390" name="03_assume_matched_8687">
            <a:extLst>
              <a:ext uri="{FF2B5EF4-FFF2-40B4-BE49-F238E27FC236}">
                <a16:creationId xmlns:a16="http://schemas.microsoft.com/office/drawing/2014/main" id="{C75D5CEE-FD5D-43DA-B0A2-3F4F5303F719}"/>
              </a:ext>
            </a:extLst>
          </p:cNvPr>
          <p:cNvSpPr>
            <a:spLocks noGrp="1"/>
          </p:cNvSpPr>
          <p:nvPr/>
        </p:nvSpPr>
        <p:spPr>
          <a:xfrm>
            <a:off x="6240066" y="6010168"/>
            <a:ext cx="28398" cy="28398"/>
          </a:xfrm>
          <a:prstGeom prst="ellipse">
            <a:avLst/>
          </a:prstGeom>
          <a:solidFill>
            <a:srgbClr val="7F8C97">
              <a:alpha val="48000"/>
            </a:srgbClr>
          </a:solidFill>
          <a:ln w="0">
            <a:noFill/>
            <a:prstDash val="solid"/>
          </a:ln>
        </p:spPr>
      </p:sp>
      <p:sp>
        <p:nvSpPr>
          <p:cNvPr id="3391" name="03_assume_matched_8688">
            <a:extLst>
              <a:ext uri="{FF2B5EF4-FFF2-40B4-BE49-F238E27FC236}">
                <a16:creationId xmlns:a16="http://schemas.microsoft.com/office/drawing/2014/main" id="{14F1D487-1CFB-4B85-BA88-982299BEDBD5}"/>
              </a:ext>
            </a:extLst>
          </p:cNvPr>
          <p:cNvSpPr>
            <a:spLocks noGrp="1"/>
          </p:cNvSpPr>
          <p:nvPr/>
        </p:nvSpPr>
        <p:spPr>
          <a:xfrm>
            <a:off x="6151130" y="6302602"/>
            <a:ext cx="28398" cy="28398"/>
          </a:xfrm>
          <a:prstGeom prst="ellipse">
            <a:avLst/>
          </a:prstGeom>
          <a:solidFill>
            <a:srgbClr val="7F8C97">
              <a:alpha val="48000"/>
            </a:srgbClr>
          </a:solidFill>
          <a:ln w="0">
            <a:noFill/>
            <a:prstDash val="solid"/>
          </a:ln>
        </p:spPr>
      </p:sp>
      <p:sp>
        <p:nvSpPr>
          <p:cNvPr id="3392" name="03_assume_matched_8689">
            <a:extLst>
              <a:ext uri="{FF2B5EF4-FFF2-40B4-BE49-F238E27FC236}">
                <a16:creationId xmlns:a16="http://schemas.microsoft.com/office/drawing/2014/main" id="{CA30B31A-30B7-445F-A097-8AE5A0D21003}"/>
              </a:ext>
            </a:extLst>
          </p:cNvPr>
          <p:cNvSpPr>
            <a:spLocks noGrp="1"/>
          </p:cNvSpPr>
          <p:nvPr/>
        </p:nvSpPr>
        <p:spPr>
          <a:xfrm>
            <a:off x="6203945" y="6400080"/>
            <a:ext cx="28398" cy="28398"/>
          </a:xfrm>
          <a:prstGeom prst="ellipse">
            <a:avLst/>
          </a:prstGeom>
          <a:solidFill>
            <a:srgbClr val="7F8C97">
              <a:alpha val="48000"/>
            </a:srgbClr>
          </a:solidFill>
          <a:ln w="0">
            <a:noFill/>
            <a:prstDash val="solid"/>
          </a:ln>
        </p:spPr>
      </p:sp>
      <p:sp>
        <p:nvSpPr>
          <p:cNvPr id="3393" name="03_assume_matched_8690">
            <a:extLst>
              <a:ext uri="{FF2B5EF4-FFF2-40B4-BE49-F238E27FC236}">
                <a16:creationId xmlns:a16="http://schemas.microsoft.com/office/drawing/2014/main" id="{E052F14E-4C0F-4E70-9A9D-A327ACD64941}"/>
              </a:ext>
            </a:extLst>
          </p:cNvPr>
          <p:cNvSpPr>
            <a:spLocks noGrp="1"/>
          </p:cNvSpPr>
          <p:nvPr/>
        </p:nvSpPr>
        <p:spPr>
          <a:xfrm>
            <a:off x="6214882" y="6010168"/>
            <a:ext cx="28398" cy="28398"/>
          </a:xfrm>
          <a:prstGeom prst="ellipse">
            <a:avLst/>
          </a:prstGeom>
          <a:solidFill>
            <a:srgbClr val="7F8C97">
              <a:alpha val="48000"/>
            </a:srgbClr>
          </a:solidFill>
          <a:ln w="0">
            <a:noFill/>
            <a:prstDash val="solid"/>
          </a:ln>
        </p:spPr>
      </p:sp>
      <p:sp>
        <p:nvSpPr>
          <p:cNvPr id="3394" name="03_assume_matched_8691">
            <a:extLst>
              <a:ext uri="{FF2B5EF4-FFF2-40B4-BE49-F238E27FC236}">
                <a16:creationId xmlns:a16="http://schemas.microsoft.com/office/drawing/2014/main" id="{A0660485-4D45-4FAF-959C-A19AE62F6A4E}"/>
              </a:ext>
            </a:extLst>
          </p:cNvPr>
          <p:cNvSpPr>
            <a:spLocks noGrp="1"/>
          </p:cNvSpPr>
          <p:nvPr/>
        </p:nvSpPr>
        <p:spPr>
          <a:xfrm>
            <a:off x="6232295" y="6010168"/>
            <a:ext cx="28398" cy="28398"/>
          </a:xfrm>
          <a:prstGeom prst="ellipse">
            <a:avLst/>
          </a:prstGeom>
          <a:solidFill>
            <a:srgbClr val="7F8C97">
              <a:alpha val="48000"/>
            </a:srgbClr>
          </a:solidFill>
          <a:ln w="0">
            <a:noFill/>
            <a:prstDash val="solid"/>
          </a:ln>
        </p:spPr>
      </p:sp>
      <p:sp>
        <p:nvSpPr>
          <p:cNvPr id="3395" name="03_assume_matched_8692">
            <a:extLst>
              <a:ext uri="{FF2B5EF4-FFF2-40B4-BE49-F238E27FC236}">
                <a16:creationId xmlns:a16="http://schemas.microsoft.com/office/drawing/2014/main" id="{9B2707DA-C0E0-46F5-B3E5-BB81AD96D699}"/>
              </a:ext>
            </a:extLst>
          </p:cNvPr>
          <p:cNvSpPr>
            <a:spLocks noGrp="1"/>
          </p:cNvSpPr>
          <p:nvPr/>
        </p:nvSpPr>
        <p:spPr>
          <a:xfrm>
            <a:off x="6217040" y="6010168"/>
            <a:ext cx="28398" cy="28398"/>
          </a:xfrm>
          <a:prstGeom prst="ellipse">
            <a:avLst/>
          </a:prstGeom>
          <a:solidFill>
            <a:srgbClr val="7F8C97">
              <a:alpha val="48000"/>
            </a:srgbClr>
          </a:solidFill>
          <a:ln w="0">
            <a:noFill/>
            <a:prstDash val="solid"/>
          </a:ln>
        </p:spPr>
      </p:sp>
      <p:sp>
        <p:nvSpPr>
          <p:cNvPr id="3396" name="03_assume_matched_8693">
            <a:extLst>
              <a:ext uri="{FF2B5EF4-FFF2-40B4-BE49-F238E27FC236}">
                <a16:creationId xmlns:a16="http://schemas.microsoft.com/office/drawing/2014/main" id="{18E4812D-2D60-4D3A-BCDB-A0B7C1E4A9E2}"/>
              </a:ext>
            </a:extLst>
          </p:cNvPr>
          <p:cNvSpPr>
            <a:spLocks noGrp="1"/>
          </p:cNvSpPr>
          <p:nvPr/>
        </p:nvSpPr>
        <p:spPr>
          <a:xfrm>
            <a:off x="6195310" y="6010168"/>
            <a:ext cx="28398" cy="28398"/>
          </a:xfrm>
          <a:prstGeom prst="ellipse">
            <a:avLst/>
          </a:prstGeom>
          <a:solidFill>
            <a:srgbClr val="7F8C97">
              <a:alpha val="48000"/>
            </a:srgbClr>
          </a:solidFill>
          <a:ln w="0">
            <a:noFill/>
            <a:prstDash val="solid"/>
          </a:ln>
        </p:spPr>
      </p:sp>
      <p:sp>
        <p:nvSpPr>
          <p:cNvPr id="3397" name="03_assume_matched_8694">
            <a:extLst>
              <a:ext uri="{FF2B5EF4-FFF2-40B4-BE49-F238E27FC236}">
                <a16:creationId xmlns:a16="http://schemas.microsoft.com/office/drawing/2014/main" id="{B7492F76-E50B-4496-BCAA-4126FE4AA130}"/>
              </a:ext>
            </a:extLst>
          </p:cNvPr>
          <p:cNvSpPr>
            <a:spLocks noGrp="1"/>
          </p:cNvSpPr>
          <p:nvPr/>
        </p:nvSpPr>
        <p:spPr>
          <a:xfrm>
            <a:off x="6107094" y="6010168"/>
            <a:ext cx="28398" cy="28398"/>
          </a:xfrm>
          <a:prstGeom prst="ellipse">
            <a:avLst/>
          </a:prstGeom>
          <a:solidFill>
            <a:srgbClr val="7F8C97">
              <a:alpha val="48000"/>
            </a:srgbClr>
          </a:solidFill>
          <a:ln w="0">
            <a:noFill/>
            <a:prstDash val="solid"/>
          </a:ln>
        </p:spPr>
      </p:sp>
      <p:sp>
        <p:nvSpPr>
          <p:cNvPr id="3398" name="03_assume_matched_8695">
            <a:extLst>
              <a:ext uri="{FF2B5EF4-FFF2-40B4-BE49-F238E27FC236}">
                <a16:creationId xmlns:a16="http://schemas.microsoft.com/office/drawing/2014/main" id="{1753934C-361F-42CE-BD9B-25455D473D3F}"/>
              </a:ext>
            </a:extLst>
          </p:cNvPr>
          <p:cNvSpPr>
            <a:spLocks noGrp="1"/>
          </p:cNvSpPr>
          <p:nvPr/>
        </p:nvSpPr>
        <p:spPr>
          <a:xfrm>
            <a:off x="6121053" y="6595037"/>
            <a:ext cx="28398" cy="28398"/>
          </a:xfrm>
          <a:prstGeom prst="ellipse">
            <a:avLst/>
          </a:prstGeom>
          <a:solidFill>
            <a:srgbClr val="7F8C97">
              <a:alpha val="48000"/>
            </a:srgbClr>
          </a:solidFill>
          <a:ln w="0">
            <a:noFill/>
            <a:prstDash val="solid"/>
          </a:ln>
        </p:spPr>
      </p:sp>
      <p:sp>
        <p:nvSpPr>
          <p:cNvPr id="3399" name="03_assume_matched_8696">
            <a:extLst>
              <a:ext uri="{FF2B5EF4-FFF2-40B4-BE49-F238E27FC236}">
                <a16:creationId xmlns:a16="http://schemas.microsoft.com/office/drawing/2014/main" id="{328DBBD4-DDCA-4A43-897F-EED49C409B66}"/>
              </a:ext>
            </a:extLst>
          </p:cNvPr>
          <p:cNvSpPr>
            <a:spLocks noGrp="1"/>
          </p:cNvSpPr>
          <p:nvPr/>
        </p:nvSpPr>
        <p:spPr>
          <a:xfrm>
            <a:off x="6182214" y="6010168"/>
            <a:ext cx="28398" cy="28398"/>
          </a:xfrm>
          <a:prstGeom prst="ellipse">
            <a:avLst/>
          </a:prstGeom>
          <a:solidFill>
            <a:srgbClr val="7F8C97">
              <a:alpha val="48000"/>
            </a:srgbClr>
          </a:solidFill>
          <a:ln w="0">
            <a:noFill/>
            <a:prstDash val="solid"/>
          </a:ln>
        </p:spPr>
      </p:sp>
      <p:sp>
        <p:nvSpPr>
          <p:cNvPr id="3400" name="03_assume_matched_8697">
            <a:extLst>
              <a:ext uri="{FF2B5EF4-FFF2-40B4-BE49-F238E27FC236}">
                <a16:creationId xmlns:a16="http://schemas.microsoft.com/office/drawing/2014/main" id="{240923CF-2C36-41DD-ADF4-576BA9E659EC}"/>
              </a:ext>
            </a:extLst>
          </p:cNvPr>
          <p:cNvSpPr>
            <a:spLocks noGrp="1"/>
          </p:cNvSpPr>
          <p:nvPr/>
        </p:nvSpPr>
        <p:spPr>
          <a:xfrm>
            <a:off x="6127097" y="6595037"/>
            <a:ext cx="28398" cy="28398"/>
          </a:xfrm>
          <a:prstGeom prst="ellipse">
            <a:avLst/>
          </a:prstGeom>
          <a:solidFill>
            <a:srgbClr val="7F8C97">
              <a:alpha val="48000"/>
            </a:srgbClr>
          </a:solidFill>
          <a:ln w="0">
            <a:noFill/>
            <a:prstDash val="solid"/>
          </a:ln>
        </p:spPr>
      </p:sp>
      <p:sp>
        <p:nvSpPr>
          <p:cNvPr id="3401" name="03_assume_matched_8698">
            <a:extLst>
              <a:ext uri="{FF2B5EF4-FFF2-40B4-BE49-F238E27FC236}">
                <a16:creationId xmlns:a16="http://schemas.microsoft.com/office/drawing/2014/main" id="{F936671B-A8B5-41EF-B9A1-F7E7DD615D86}"/>
              </a:ext>
            </a:extLst>
          </p:cNvPr>
          <p:cNvSpPr>
            <a:spLocks noGrp="1"/>
          </p:cNvSpPr>
          <p:nvPr/>
        </p:nvSpPr>
        <p:spPr>
          <a:xfrm>
            <a:off x="6153145" y="6010168"/>
            <a:ext cx="28398" cy="28398"/>
          </a:xfrm>
          <a:prstGeom prst="ellipse">
            <a:avLst/>
          </a:prstGeom>
          <a:solidFill>
            <a:srgbClr val="7F8C97">
              <a:alpha val="48000"/>
            </a:srgbClr>
          </a:solidFill>
          <a:ln w="0">
            <a:noFill/>
            <a:prstDash val="solid"/>
          </a:ln>
        </p:spPr>
      </p:sp>
      <p:sp>
        <p:nvSpPr>
          <p:cNvPr id="3402" name="03_assume_matched_8699">
            <a:extLst>
              <a:ext uri="{FF2B5EF4-FFF2-40B4-BE49-F238E27FC236}">
                <a16:creationId xmlns:a16="http://schemas.microsoft.com/office/drawing/2014/main" id="{607791EB-077E-4B39-8129-747C5EF1A33F}"/>
              </a:ext>
            </a:extLst>
          </p:cNvPr>
          <p:cNvSpPr>
            <a:spLocks noGrp="1"/>
          </p:cNvSpPr>
          <p:nvPr/>
        </p:nvSpPr>
        <p:spPr>
          <a:xfrm>
            <a:off x="6102201" y="6595037"/>
            <a:ext cx="28398" cy="28398"/>
          </a:xfrm>
          <a:prstGeom prst="ellipse">
            <a:avLst/>
          </a:prstGeom>
          <a:solidFill>
            <a:srgbClr val="7F8C97">
              <a:alpha val="48000"/>
            </a:srgbClr>
          </a:solidFill>
          <a:ln w="0">
            <a:noFill/>
            <a:prstDash val="solid"/>
          </a:ln>
        </p:spPr>
      </p:sp>
      <p:sp>
        <p:nvSpPr>
          <p:cNvPr id="3403" name="03_assume_matched_8700">
            <a:extLst>
              <a:ext uri="{FF2B5EF4-FFF2-40B4-BE49-F238E27FC236}">
                <a16:creationId xmlns:a16="http://schemas.microsoft.com/office/drawing/2014/main" id="{D2FD0C4B-34FA-4B6E-889F-AF5EE5E80339}"/>
              </a:ext>
            </a:extLst>
          </p:cNvPr>
          <p:cNvSpPr>
            <a:spLocks noGrp="1"/>
          </p:cNvSpPr>
          <p:nvPr/>
        </p:nvSpPr>
        <p:spPr>
          <a:xfrm>
            <a:off x="3896953" y="5995123"/>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404" name="03_assume_matched_8701">
            <a:extLst>
              <a:ext uri="{FF2B5EF4-FFF2-40B4-BE49-F238E27FC236}">
                <a16:creationId xmlns:a16="http://schemas.microsoft.com/office/drawing/2014/main" id="{6EC3F945-FB15-45EA-A8B7-A743911D5959}"/>
              </a:ext>
            </a:extLst>
          </p:cNvPr>
          <p:cNvSpPr>
            <a:spLocks noGrp="1"/>
          </p:cNvSpPr>
          <p:nvPr/>
        </p:nvSpPr>
        <p:spPr>
          <a:xfrm>
            <a:off x="3896953" y="6638480"/>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405" name="text_8702">
            <a:extLst>
              <a:ext uri="{FF2B5EF4-FFF2-40B4-BE49-F238E27FC236}">
                <a16:creationId xmlns:a16="http://schemas.microsoft.com/office/drawing/2014/main" id="{81E5FE5D-0639-497A-8377-AA4378959BCB}"/>
              </a:ext>
            </a:extLst>
          </p:cNvPr>
          <p:cNvSpPr>
            <a:spLocks noGrp="1"/>
          </p:cNvSpPr>
          <p:nvPr/>
        </p:nvSpPr>
        <p:spPr>
          <a:xfrm>
            <a:off x="3554763" y="5696187"/>
            <a:ext cx="48006"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j</a:t>
            </a:r>
          </a:p>
        </p:txBody>
      </p:sp>
      <p:sp>
        <p:nvSpPr>
          <p:cNvPr id="3406" name="text_8703">
            <a:extLst>
              <a:ext uri="{FF2B5EF4-FFF2-40B4-BE49-F238E27FC236}">
                <a16:creationId xmlns:a16="http://schemas.microsoft.com/office/drawing/2014/main" id="{0B2506AB-0C83-4AB6-B063-BC8BB199829F}"/>
              </a:ext>
            </a:extLst>
          </p:cNvPr>
          <p:cNvSpPr>
            <a:spLocks noGrp="1"/>
          </p:cNvSpPr>
          <p:nvPr/>
        </p:nvSpPr>
        <p:spPr>
          <a:xfrm>
            <a:off x="3896953" y="5795543"/>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Top-1, RMSD &lt;3 Å</a:t>
            </a:r>
          </a:p>
        </p:txBody>
      </p:sp>
      <p:sp>
        <p:nvSpPr>
          <p:cNvPr id="3407" name="03_assume_matched_8704">
            <a:extLst>
              <a:ext uri="{FF2B5EF4-FFF2-40B4-BE49-F238E27FC236}">
                <a16:creationId xmlns:a16="http://schemas.microsoft.com/office/drawing/2014/main" id="{C3DC6C29-3C7F-492D-B3C0-E058CD6BB192}"/>
              </a:ext>
            </a:extLst>
          </p:cNvPr>
          <p:cNvSpPr>
            <a:spLocks noGrp="1"/>
          </p:cNvSpPr>
          <p:nvPr/>
        </p:nvSpPr>
        <p:spPr>
          <a:xfrm>
            <a:off x="3919584" y="6233780"/>
            <a:ext cx="2263158" cy="375457"/>
          </a:xfrm>
          <a:custGeom>
            <a:avLst/>
            <a:gdLst/>
            <a:ahLst/>
            <a:cxnLst/>
            <a:rect l="0" t="0" r="0" b="0"/>
            <a:pathLst>
              <a:path w="2263158" h="375457">
                <a:moveTo>
                  <a:pt x="0" y="375457"/>
                </a:moveTo>
                <a:lnTo>
                  <a:pt x="53885" y="374231"/>
                </a:lnTo>
                <a:lnTo>
                  <a:pt x="53885" y="373689"/>
                </a:lnTo>
                <a:lnTo>
                  <a:pt x="68581" y="372545"/>
                </a:lnTo>
                <a:lnTo>
                  <a:pt x="68581" y="371164"/>
                </a:lnTo>
                <a:lnTo>
                  <a:pt x="83821" y="370307"/>
                </a:lnTo>
                <a:lnTo>
                  <a:pt x="83821" y="369041"/>
                </a:lnTo>
                <a:lnTo>
                  <a:pt x="107769" y="368432"/>
                </a:lnTo>
                <a:lnTo>
                  <a:pt x="107769" y="366804"/>
                </a:lnTo>
                <a:lnTo>
                  <a:pt x="125731" y="366707"/>
                </a:lnTo>
                <a:lnTo>
                  <a:pt x="125731" y="359330"/>
                </a:lnTo>
                <a:lnTo>
                  <a:pt x="137161" y="359233"/>
                </a:lnTo>
                <a:lnTo>
                  <a:pt x="137161" y="357852"/>
                </a:lnTo>
                <a:lnTo>
                  <a:pt x="150877" y="357755"/>
                </a:lnTo>
                <a:lnTo>
                  <a:pt x="150877" y="353957"/>
                </a:lnTo>
                <a:lnTo>
                  <a:pt x="167641" y="352903"/>
                </a:lnTo>
                <a:lnTo>
                  <a:pt x="167641" y="352059"/>
                </a:lnTo>
                <a:lnTo>
                  <a:pt x="188596" y="351864"/>
                </a:lnTo>
                <a:lnTo>
                  <a:pt x="188596" y="336356"/>
                </a:lnTo>
                <a:lnTo>
                  <a:pt x="205742" y="336162"/>
                </a:lnTo>
                <a:lnTo>
                  <a:pt x="205742" y="334781"/>
                </a:lnTo>
                <a:lnTo>
                  <a:pt x="215539" y="334683"/>
                </a:lnTo>
                <a:lnTo>
                  <a:pt x="215539" y="333056"/>
                </a:lnTo>
                <a:lnTo>
                  <a:pt x="251462" y="332004"/>
                </a:lnTo>
                <a:lnTo>
                  <a:pt x="251462" y="320513"/>
                </a:lnTo>
                <a:lnTo>
                  <a:pt x="274322" y="319776"/>
                </a:lnTo>
                <a:lnTo>
                  <a:pt x="274322" y="318395"/>
                </a:lnTo>
                <a:lnTo>
                  <a:pt x="301754" y="318102"/>
                </a:lnTo>
                <a:lnTo>
                  <a:pt x="301754" y="312785"/>
                </a:lnTo>
                <a:lnTo>
                  <a:pt x="323308" y="311958"/>
                </a:lnTo>
                <a:lnTo>
                  <a:pt x="323308" y="310873"/>
                </a:lnTo>
                <a:lnTo>
                  <a:pt x="342903" y="309834"/>
                </a:lnTo>
                <a:lnTo>
                  <a:pt x="342903" y="308453"/>
                </a:lnTo>
                <a:lnTo>
                  <a:pt x="377193" y="308161"/>
                </a:lnTo>
                <a:lnTo>
                  <a:pt x="377193" y="258655"/>
                </a:lnTo>
                <a:lnTo>
                  <a:pt x="411483" y="258363"/>
                </a:lnTo>
                <a:lnTo>
                  <a:pt x="411483" y="256982"/>
                </a:lnTo>
                <a:lnTo>
                  <a:pt x="431078" y="256787"/>
                </a:lnTo>
                <a:lnTo>
                  <a:pt x="431078" y="255159"/>
                </a:lnTo>
                <a:lnTo>
                  <a:pt x="452632" y="254332"/>
                </a:lnTo>
                <a:lnTo>
                  <a:pt x="452632" y="250534"/>
                </a:lnTo>
                <a:lnTo>
                  <a:pt x="480064" y="250242"/>
                </a:lnTo>
                <a:lnTo>
                  <a:pt x="480064" y="248861"/>
                </a:lnTo>
                <a:lnTo>
                  <a:pt x="502924" y="248666"/>
                </a:lnTo>
                <a:lnTo>
                  <a:pt x="502924" y="236542"/>
                </a:lnTo>
                <a:lnTo>
                  <a:pt x="538847" y="235490"/>
                </a:lnTo>
                <a:lnTo>
                  <a:pt x="538847" y="233863"/>
                </a:lnTo>
                <a:lnTo>
                  <a:pt x="548644" y="233765"/>
                </a:lnTo>
                <a:lnTo>
                  <a:pt x="548644" y="232384"/>
                </a:lnTo>
                <a:lnTo>
                  <a:pt x="565789" y="232189"/>
                </a:lnTo>
                <a:lnTo>
                  <a:pt x="565789" y="220796"/>
                </a:lnTo>
                <a:lnTo>
                  <a:pt x="603509" y="219864"/>
                </a:lnTo>
                <a:lnTo>
                  <a:pt x="603509" y="216066"/>
                </a:lnTo>
                <a:lnTo>
                  <a:pt x="617225" y="215969"/>
                </a:lnTo>
                <a:lnTo>
                  <a:pt x="617225" y="214588"/>
                </a:lnTo>
                <a:lnTo>
                  <a:pt x="628655" y="214490"/>
                </a:lnTo>
                <a:lnTo>
                  <a:pt x="628655" y="208063"/>
                </a:lnTo>
                <a:lnTo>
                  <a:pt x="646617" y="207966"/>
                </a:lnTo>
                <a:lnTo>
                  <a:pt x="647998" y="206241"/>
                </a:lnTo>
                <a:lnTo>
                  <a:pt x="685805" y="205189"/>
                </a:lnTo>
                <a:lnTo>
                  <a:pt x="686685" y="203711"/>
                </a:lnTo>
                <a:lnTo>
                  <a:pt x="754386" y="203126"/>
                </a:lnTo>
                <a:lnTo>
                  <a:pt x="754386" y="5697"/>
                </a:lnTo>
                <a:lnTo>
                  <a:pt x="1131579" y="5697"/>
                </a:lnTo>
                <a:lnTo>
                  <a:pt x="1131579" y="0"/>
                </a:lnTo>
                <a:lnTo>
                  <a:pt x="2263158" y="0"/>
                </a:lnTo>
                <a:lnTo>
                  <a:pt x="2263158" y="0"/>
                </a:lnTo>
              </a:path>
            </a:pathLst>
          </a:custGeom>
          <a:noFill/>
          <a:ln w="22860">
            <a:solidFill>
              <a:srgbClr val="00878B"/>
            </a:solidFill>
            <a:prstDash val="solid"/>
          </a:ln>
        </p:spPr>
      </p:sp>
      <p:sp>
        <p:nvSpPr>
          <p:cNvPr id="3408" name="03_assume_matched_8705">
            <a:extLst>
              <a:ext uri="{FF2B5EF4-FFF2-40B4-BE49-F238E27FC236}">
                <a16:creationId xmlns:a16="http://schemas.microsoft.com/office/drawing/2014/main" id="{50133F33-0ACD-4E95-B7F4-DBE04F2ED153}"/>
              </a:ext>
            </a:extLst>
          </p:cNvPr>
          <p:cNvSpPr>
            <a:spLocks noGrp="1"/>
          </p:cNvSpPr>
          <p:nvPr/>
        </p:nvSpPr>
        <p:spPr>
          <a:xfrm>
            <a:off x="3919584" y="6024368"/>
            <a:ext cx="2263158" cy="584869"/>
          </a:xfrm>
          <a:custGeom>
            <a:avLst/>
            <a:gdLst/>
            <a:ahLst/>
            <a:cxnLst/>
            <a:rect l="0" t="0" r="0" b="0"/>
            <a:pathLst>
              <a:path w="2263158" h="584869">
                <a:moveTo>
                  <a:pt x="0" y="584869"/>
                </a:moveTo>
                <a:lnTo>
                  <a:pt x="754386" y="584869"/>
                </a:lnTo>
                <a:lnTo>
                  <a:pt x="754386" y="0"/>
                </a:lnTo>
                <a:lnTo>
                  <a:pt x="2263158" y="0"/>
                </a:lnTo>
                <a:lnTo>
                  <a:pt x="2263158" y="0"/>
                </a:lnTo>
              </a:path>
            </a:pathLst>
          </a:custGeom>
          <a:noFill/>
          <a:ln w="13335">
            <a:solidFill>
              <a:srgbClr val="3A64C8"/>
            </a:solidFill>
            <a:prstDash val="solid"/>
          </a:ln>
        </p:spPr>
      </p:sp>
      <p:sp>
        <p:nvSpPr>
          <p:cNvPr id="3409" name="03_assume_matched_8706">
            <a:extLst>
              <a:ext uri="{FF2B5EF4-FFF2-40B4-BE49-F238E27FC236}">
                <a16:creationId xmlns:a16="http://schemas.microsoft.com/office/drawing/2014/main" id="{11CDADCC-EFAE-4B05-97D3-1728C62C52B4}"/>
              </a:ext>
            </a:extLst>
          </p:cNvPr>
          <p:cNvSpPr>
            <a:spLocks noGrp="1"/>
          </p:cNvSpPr>
          <p:nvPr/>
        </p:nvSpPr>
        <p:spPr>
          <a:xfrm>
            <a:off x="4275187" y="6470844"/>
            <a:ext cx="43180" cy="43180"/>
          </a:xfrm>
          <a:prstGeom prst="ellipse">
            <a:avLst/>
          </a:prstGeom>
          <a:solidFill>
            <a:srgbClr val="00878B"/>
          </a:solidFill>
          <a:ln w="4445">
            <a:solidFill>
              <a:srgbClr val="FFFFFF"/>
            </a:solidFill>
            <a:prstDash val="solid"/>
          </a:ln>
        </p:spPr>
      </p:sp>
      <p:sp>
        <p:nvSpPr>
          <p:cNvPr id="3410" name="03_assume_matched_8707">
            <a:extLst>
              <a:ext uri="{FF2B5EF4-FFF2-40B4-BE49-F238E27FC236}">
                <a16:creationId xmlns:a16="http://schemas.microsoft.com/office/drawing/2014/main" id="{7D33913C-0775-4884-9F45-27B7BB266C9F}"/>
              </a:ext>
            </a:extLst>
          </p:cNvPr>
          <p:cNvSpPr>
            <a:spLocks noGrp="1"/>
          </p:cNvSpPr>
          <p:nvPr/>
        </p:nvSpPr>
        <p:spPr>
          <a:xfrm>
            <a:off x="4652380" y="6217886"/>
            <a:ext cx="43180" cy="43180"/>
          </a:xfrm>
          <a:prstGeom prst="ellipse">
            <a:avLst/>
          </a:prstGeom>
          <a:solidFill>
            <a:srgbClr val="00878B"/>
          </a:solidFill>
          <a:ln w="4445">
            <a:solidFill>
              <a:srgbClr val="FFFFFF"/>
            </a:solidFill>
            <a:prstDash val="solid"/>
          </a:ln>
        </p:spPr>
      </p:sp>
      <p:sp>
        <p:nvSpPr>
          <p:cNvPr id="3411" name="03_assume_matched_8708">
            <a:extLst>
              <a:ext uri="{FF2B5EF4-FFF2-40B4-BE49-F238E27FC236}">
                <a16:creationId xmlns:a16="http://schemas.microsoft.com/office/drawing/2014/main" id="{8409AB20-E21D-4E64-B2E5-07A01E7A66B8}"/>
              </a:ext>
            </a:extLst>
          </p:cNvPr>
          <p:cNvSpPr>
            <a:spLocks noGrp="1"/>
          </p:cNvSpPr>
          <p:nvPr/>
        </p:nvSpPr>
        <p:spPr>
          <a:xfrm>
            <a:off x="5406766" y="6212189"/>
            <a:ext cx="43180" cy="43180"/>
          </a:xfrm>
          <a:prstGeom prst="ellipse">
            <a:avLst/>
          </a:prstGeom>
          <a:solidFill>
            <a:srgbClr val="00878B"/>
          </a:solidFill>
          <a:ln w="4445">
            <a:solidFill>
              <a:srgbClr val="FFFFFF"/>
            </a:solidFill>
            <a:prstDash val="solid"/>
          </a:ln>
        </p:spPr>
      </p:sp>
      <p:sp>
        <p:nvSpPr>
          <p:cNvPr id="3412" name="03_assume_matched_8709">
            <a:extLst>
              <a:ext uri="{FF2B5EF4-FFF2-40B4-BE49-F238E27FC236}">
                <a16:creationId xmlns:a16="http://schemas.microsoft.com/office/drawing/2014/main" id="{05067239-8BBF-470F-ADCA-46C1AC2DC09A}"/>
              </a:ext>
            </a:extLst>
          </p:cNvPr>
          <p:cNvSpPr>
            <a:spLocks noGrp="1"/>
          </p:cNvSpPr>
          <p:nvPr/>
        </p:nvSpPr>
        <p:spPr>
          <a:xfrm>
            <a:off x="6161152" y="6212189"/>
            <a:ext cx="43180" cy="43180"/>
          </a:xfrm>
          <a:prstGeom prst="ellipse">
            <a:avLst/>
          </a:prstGeom>
          <a:solidFill>
            <a:srgbClr val="00878B"/>
          </a:solidFill>
          <a:ln w="4445">
            <a:solidFill>
              <a:srgbClr val="FFFFFF"/>
            </a:solidFill>
            <a:prstDash val="solid"/>
          </a:ln>
        </p:spPr>
      </p:sp>
      <p:sp>
        <p:nvSpPr>
          <p:cNvPr id="3413" name="03_assume_matched_8710">
            <a:extLst>
              <a:ext uri="{FF2B5EF4-FFF2-40B4-BE49-F238E27FC236}">
                <a16:creationId xmlns:a16="http://schemas.microsoft.com/office/drawing/2014/main" id="{658A05C7-CC00-4886-AF69-5AE2425AB841}"/>
              </a:ext>
            </a:extLst>
          </p:cNvPr>
          <p:cNvSpPr>
            <a:spLocks noGrp="1"/>
          </p:cNvSpPr>
          <p:nvPr/>
        </p:nvSpPr>
        <p:spPr>
          <a:xfrm>
            <a:off x="4260856" y="657331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4" name="03_assume_matched_8711">
            <a:extLst>
              <a:ext uri="{FF2B5EF4-FFF2-40B4-BE49-F238E27FC236}">
                <a16:creationId xmlns:a16="http://schemas.microsoft.com/office/drawing/2014/main" id="{4186F75E-82BD-4D93-A945-61F4ACF7C996}"/>
              </a:ext>
            </a:extLst>
          </p:cNvPr>
          <p:cNvSpPr>
            <a:spLocks noGrp="1"/>
          </p:cNvSpPr>
          <p:nvPr/>
        </p:nvSpPr>
        <p:spPr>
          <a:xfrm>
            <a:off x="4638049" y="598844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5" name="03_assume_matched_8712">
            <a:extLst>
              <a:ext uri="{FF2B5EF4-FFF2-40B4-BE49-F238E27FC236}">
                <a16:creationId xmlns:a16="http://schemas.microsoft.com/office/drawing/2014/main" id="{7C59475F-267D-4C3F-BDCA-E58749DAD4C0}"/>
              </a:ext>
            </a:extLst>
          </p:cNvPr>
          <p:cNvSpPr>
            <a:spLocks noGrp="1"/>
          </p:cNvSpPr>
          <p:nvPr/>
        </p:nvSpPr>
        <p:spPr>
          <a:xfrm>
            <a:off x="5392435" y="598844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6" name="03_assume_matched_8713">
            <a:extLst>
              <a:ext uri="{FF2B5EF4-FFF2-40B4-BE49-F238E27FC236}">
                <a16:creationId xmlns:a16="http://schemas.microsoft.com/office/drawing/2014/main" id="{F50BC864-E4D1-4B40-88C3-65F2B827947F}"/>
              </a:ext>
            </a:extLst>
          </p:cNvPr>
          <p:cNvSpPr>
            <a:spLocks noGrp="1"/>
          </p:cNvSpPr>
          <p:nvPr/>
        </p:nvSpPr>
        <p:spPr>
          <a:xfrm>
            <a:off x="6146821" y="598844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7" name="03_assume_matched_8714">
            <a:extLst>
              <a:ext uri="{FF2B5EF4-FFF2-40B4-BE49-F238E27FC236}">
                <a16:creationId xmlns:a16="http://schemas.microsoft.com/office/drawing/2014/main" id="{6301BEB7-8BA2-496D-9D47-077EED6832C6}"/>
              </a:ext>
            </a:extLst>
          </p:cNvPr>
          <p:cNvSpPr>
            <a:spLocks noGrp="1"/>
          </p:cNvSpPr>
          <p:nvPr/>
        </p:nvSpPr>
        <p:spPr>
          <a:xfrm>
            <a:off x="768364" y="7153164"/>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418" name="03_assume_matched_8715">
            <a:extLst>
              <a:ext uri="{FF2B5EF4-FFF2-40B4-BE49-F238E27FC236}">
                <a16:creationId xmlns:a16="http://schemas.microsoft.com/office/drawing/2014/main" id="{7F56A5A4-7C5B-4F87-9BA3-8838BB3877C7}"/>
              </a:ext>
            </a:extLst>
          </p:cNvPr>
          <p:cNvSpPr>
            <a:spLocks noGrp="1"/>
          </p:cNvSpPr>
          <p:nvPr/>
        </p:nvSpPr>
        <p:spPr>
          <a:xfrm>
            <a:off x="1070117" y="7182408"/>
            <a:ext cx="196140" cy="584869"/>
          </a:xfrm>
          <a:custGeom>
            <a:avLst/>
            <a:gdLst/>
            <a:ahLst/>
            <a:cxnLst/>
            <a:rect l="0" t="0" r="0" b="0"/>
            <a:pathLst>
              <a:path w="196140" h="584869">
                <a:moveTo>
                  <a:pt x="196140" y="584869"/>
                </a:moveTo>
                <a:lnTo>
                  <a:pt x="0" y="584869"/>
                </a:lnTo>
                <a:lnTo>
                  <a:pt x="1078" y="579995"/>
                </a:lnTo>
                <a:lnTo>
                  <a:pt x="4239" y="575121"/>
                </a:lnTo>
                <a:lnTo>
                  <a:pt x="9269" y="570247"/>
                </a:lnTo>
                <a:lnTo>
                  <a:pt x="15840" y="565373"/>
                </a:lnTo>
                <a:lnTo>
                  <a:pt x="23543" y="560500"/>
                </a:lnTo>
                <a:lnTo>
                  <a:pt x="31931" y="555626"/>
                </a:lnTo>
                <a:lnTo>
                  <a:pt x="40562" y="550752"/>
                </a:lnTo>
                <a:lnTo>
                  <a:pt x="49034" y="545878"/>
                </a:lnTo>
                <a:lnTo>
                  <a:pt x="57015" y="541004"/>
                </a:lnTo>
                <a:lnTo>
                  <a:pt x="64259" y="536130"/>
                </a:lnTo>
                <a:lnTo>
                  <a:pt x="70611" y="531256"/>
                </a:lnTo>
                <a:lnTo>
                  <a:pt x="76000" y="526382"/>
                </a:lnTo>
                <a:lnTo>
                  <a:pt x="80429" y="521508"/>
                </a:lnTo>
                <a:lnTo>
                  <a:pt x="83955" y="516634"/>
                </a:lnTo>
                <a:lnTo>
                  <a:pt x="86671" y="511760"/>
                </a:lnTo>
                <a:lnTo>
                  <a:pt x="88690" y="506887"/>
                </a:lnTo>
                <a:lnTo>
                  <a:pt x="90129" y="502013"/>
                </a:lnTo>
                <a:lnTo>
                  <a:pt x="91101" y="497139"/>
                </a:lnTo>
                <a:lnTo>
                  <a:pt x="91707" y="492265"/>
                </a:lnTo>
                <a:lnTo>
                  <a:pt x="92032" y="487391"/>
                </a:lnTo>
                <a:lnTo>
                  <a:pt x="92148" y="482517"/>
                </a:lnTo>
                <a:lnTo>
                  <a:pt x="92112" y="477643"/>
                </a:lnTo>
                <a:lnTo>
                  <a:pt x="91970" y="472769"/>
                </a:lnTo>
                <a:lnTo>
                  <a:pt x="91758" y="467895"/>
                </a:lnTo>
                <a:lnTo>
                  <a:pt x="91505" y="463021"/>
                </a:lnTo>
                <a:lnTo>
                  <a:pt x="91236" y="458147"/>
                </a:lnTo>
                <a:lnTo>
                  <a:pt x="90970" y="453274"/>
                </a:lnTo>
                <a:lnTo>
                  <a:pt x="90721" y="448400"/>
                </a:lnTo>
                <a:lnTo>
                  <a:pt x="90502" y="443526"/>
                </a:lnTo>
                <a:lnTo>
                  <a:pt x="90319" y="438652"/>
                </a:lnTo>
                <a:lnTo>
                  <a:pt x="90177" y="433778"/>
                </a:lnTo>
                <a:lnTo>
                  <a:pt x="90077" y="428904"/>
                </a:lnTo>
                <a:lnTo>
                  <a:pt x="90015" y="424030"/>
                </a:lnTo>
                <a:lnTo>
                  <a:pt x="89987" y="419156"/>
                </a:lnTo>
                <a:lnTo>
                  <a:pt x="89983" y="414282"/>
                </a:lnTo>
                <a:lnTo>
                  <a:pt x="89994" y="409408"/>
                </a:lnTo>
                <a:lnTo>
                  <a:pt x="90009" y="404534"/>
                </a:lnTo>
                <a:lnTo>
                  <a:pt x="90014" y="399661"/>
                </a:lnTo>
                <a:lnTo>
                  <a:pt x="89994" y="394787"/>
                </a:lnTo>
                <a:lnTo>
                  <a:pt x="89930" y="389913"/>
                </a:lnTo>
                <a:lnTo>
                  <a:pt x="89801" y="385039"/>
                </a:lnTo>
                <a:lnTo>
                  <a:pt x="89582" y="380165"/>
                </a:lnTo>
                <a:lnTo>
                  <a:pt x="89242" y="375291"/>
                </a:lnTo>
                <a:lnTo>
                  <a:pt x="88751" y="370417"/>
                </a:lnTo>
                <a:lnTo>
                  <a:pt x="88072" y="365543"/>
                </a:lnTo>
                <a:lnTo>
                  <a:pt x="87173" y="360669"/>
                </a:lnTo>
                <a:lnTo>
                  <a:pt x="86023" y="355795"/>
                </a:lnTo>
                <a:lnTo>
                  <a:pt x="84599" y="350921"/>
                </a:lnTo>
                <a:lnTo>
                  <a:pt x="82894" y="346048"/>
                </a:lnTo>
                <a:lnTo>
                  <a:pt x="80916" y="341174"/>
                </a:lnTo>
                <a:lnTo>
                  <a:pt x="78697" y="336300"/>
                </a:lnTo>
                <a:lnTo>
                  <a:pt x="76295" y="331426"/>
                </a:lnTo>
                <a:lnTo>
                  <a:pt x="73795" y="326552"/>
                </a:lnTo>
                <a:lnTo>
                  <a:pt x="71304" y="321678"/>
                </a:lnTo>
                <a:lnTo>
                  <a:pt x="68950" y="316804"/>
                </a:lnTo>
                <a:lnTo>
                  <a:pt x="66870" y="311930"/>
                </a:lnTo>
                <a:lnTo>
                  <a:pt x="65198" y="307056"/>
                </a:lnTo>
                <a:lnTo>
                  <a:pt x="64055" y="302182"/>
                </a:lnTo>
                <a:lnTo>
                  <a:pt x="63533" y="297308"/>
                </a:lnTo>
                <a:lnTo>
                  <a:pt x="63688" y="292435"/>
                </a:lnTo>
                <a:lnTo>
                  <a:pt x="64530" y="287561"/>
                </a:lnTo>
                <a:lnTo>
                  <a:pt x="66025" y="282687"/>
                </a:lnTo>
                <a:lnTo>
                  <a:pt x="68096" y="277813"/>
                </a:lnTo>
                <a:lnTo>
                  <a:pt x="70629" y="272939"/>
                </a:lnTo>
                <a:lnTo>
                  <a:pt x="73488" y="268065"/>
                </a:lnTo>
                <a:lnTo>
                  <a:pt x="76527" y="263191"/>
                </a:lnTo>
                <a:lnTo>
                  <a:pt x="79604" y="258317"/>
                </a:lnTo>
                <a:lnTo>
                  <a:pt x="82589" y="253443"/>
                </a:lnTo>
                <a:lnTo>
                  <a:pt x="85379" y="248569"/>
                </a:lnTo>
                <a:lnTo>
                  <a:pt x="87897" y="243695"/>
                </a:lnTo>
                <a:lnTo>
                  <a:pt x="90097" y="238822"/>
                </a:lnTo>
                <a:lnTo>
                  <a:pt x="91961" y="233948"/>
                </a:lnTo>
                <a:lnTo>
                  <a:pt x="93494" y="229074"/>
                </a:lnTo>
                <a:lnTo>
                  <a:pt x="94719" y="224200"/>
                </a:lnTo>
                <a:lnTo>
                  <a:pt x="95672" y="219326"/>
                </a:lnTo>
                <a:lnTo>
                  <a:pt x="96392" y="214452"/>
                </a:lnTo>
                <a:lnTo>
                  <a:pt x="96922" y="209578"/>
                </a:lnTo>
                <a:lnTo>
                  <a:pt x="97303" y="204704"/>
                </a:lnTo>
                <a:lnTo>
                  <a:pt x="97569" y="199830"/>
                </a:lnTo>
                <a:lnTo>
                  <a:pt x="97750" y="194956"/>
                </a:lnTo>
                <a:lnTo>
                  <a:pt x="97870" y="190082"/>
                </a:lnTo>
                <a:lnTo>
                  <a:pt x="97948" y="185209"/>
                </a:lnTo>
                <a:lnTo>
                  <a:pt x="97997" y="180335"/>
                </a:lnTo>
                <a:lnTo>
                  <a:pt x="98028" y="175461"/>
                </a:lnTo>
                <a:lnTo>
                  <a:pt x="98046" y="170587"/>
                </a:lnTo>
                <a:lnTo>
                  <a:pt x="98057" y="165713"/>
                </a:lnTo>
                <a:lnTo>
                  <a:pt x="98063" y="160839"/>
                </a:lnTo>
                <a:lnTo>
                  <a:pt x="98066" y="155965"/>
                </a:lnTo>
                <a:lnTo>
                  <a:pt x="98068"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4" y="155965"/>
                </a:lnTo>
                <a:lnTo>
                  <a:pt x="98077" y="160839"/>
                </a:lnTo>
                <a:lnTo>
                  <a:pt x="98084" y="165713"/>
                </a:lnTo>
                <a:lnTo>
                  <a:pt x="98094" y="170587"/>
                </a:lnTo>
                <a:lnTo>
                  <a:pt x="98113" y="175461"/>
                </a:lnTo>
                <a:lnTo>
                  <a:pt x="98143" y="180335"/>
                </a:lnTo>
                <a:lnTo>
                  <a:pt x="98192" y="185209"/>
                </a:lnTo>
                <a:lnTo>
                  <a:pt x="98270" y="190082"/>
                </a:lnTo>
                <a:lnTo>
                  <a:pt x="98390" y="194956"/>
                </a:lnTo>
                <a:lnTo>
                  <a:pt x="98572" y="199830"/>
                </a:lnTo>
                <a:lnTo>
                  <a:pt x="98838" y="204704"/>
                </a:lnTo>
                <a:lnTo>
                  <a:pt x="99218" y="209578"/>
                </a:lnTo>
                <a:lnTo>
                  <a:pt x="99748" y="214452"/>
                </a:lnTo>
                <a:lnTo>
                  <a:pt x="100469" y="219326"/>
                </a:lnTo>
                <a:lnTo>
                  <a:pt x="101421" y="224200"/>
                </a:lnTo>
                <a:lnTo>
                  <a:pt x="102646" y="229074"/>
                </a:lnTo>
                <a:lnTo>
                  <a:pt x="104179" y="233948"/>
                </a:lnTo>
                <a:lnTo>
                  <a:pt x="106043" y="238822"/>
                </a:lnTo>
                <a:lnTo>
                  <a:pt x="108243" y="243695"/>
                </a:lnTo>
                <a:lnTo>
                  <a:pt x="110762" y="248569"/>
                </a:lnTo>
                <a:lnTo>
                  <a:pt x="113551" y="253443"/>
                </a:lnTo>
                <a:lnTo>
                  <a:pt x="116537" y="258317"/>
                </a:lnTo>
                <a:lnTo>
                  <a:pt x="119613" y="263191"/>
                </a:lnTo>
                <a:lnTo>
                  <a:pt x="122653" y="268065"/>
                </a:lnTo>
                <a:lnTo>
                  <a:pt x="125512" y="272939"/>
                </a:lnTo>
                <a:lnTo>
                  <a:pt x="128045" y="277813"/>
                </a:lnTo>
                <a:lnTo>
                  <a:pt x="130115" y="282687"/>
                </a:lnTo>
                <a:lnTo>
                  <a:pt x="131610" y="287561"/>
                </a:lnTo>
                <a:lnTo>
                  <a:pt x="132453" y="292435"/>
                </a:lnTo>
                <a:lnTo>
                  <a:pt x="132607" y="297308"/>
                </a:lnTo>
                <a:lnTo>
                  <a:pt x="132085" y="302182"/>
                </a:lnTo>
                <a:lnTo>
                  <a:pt x="130942" y="307056"/>
                </a:lnTo>
                <a:lnTo>
                  <a:pt x="129270" y="311930"/>
                </a:lnTo>
                <a:lnTo>
                  <a:pt x="127190" y="316804"/>
                </a:lnTo>
                <a:lnTo>
                  <a:pt x="124836" y="321678"/>
                </a:lnTo>
                <a:lnTo>
                  <a:pt x="122346" y="326552"/>
                </a:lnTo>
                <a:lnTo>
                  <a:pt x="119845" y="331426"/>
                </a:lnTo>
                <a:lnTo>
                  <a:pt x="117443" y="336300"/>
                </a:lnTo>
                <a:lnTo>
                  <a:pt x="115225" y="341174"/>
                </a:lnTo>
                <a:lnTo>
                  <a:pt x="113246" y="346048"/>
                </a:lnTo>
                <a:lnTo>
                  <a:pt x="111541" y="350921"/>
                </a:lnTo>
                <a:lnTo>
                  <a:pt x="110118" y="355795"/>
                </a:lnTo>
                <a:lnTo>
                  <a:pt x="108967" y="360669"/>
                </a:lnTo>
                <a:lnTo>
                  <a:pt x="108068" y="365543"/>
                </a:lnTo>
                <a:lnTo>
                  <a:pt x="107390" y="370417"/>
                </a:lnTo>
                <a:lnTo>
                  <a:pt x="106898" y="375291"/>
                </a:lnTo>
                <a:lnTo>
                  <a:pt x="106559" y="380165"/>
                </a:lnTo>
                <a:lnTo>
                  <a:pt x="106339" y="385039"/>
                </a:lnTo>
                <a:lnTo>
                  <a:pt x="106210" y="389913"/>
                </a:lnTo>
                <a:lnTo>
                  <a:pt x="106146" y="394787"/>
                </a:lnTo>
                <a:lnTo>
                  <a:pt x="106126" y="399661"/>
                </a:lnTo>
                <a:lnTo>
                  <a:pt x="106131" y="404534"/>
                </a:lnTo>
                <a:lnTo>
                  <a:pt x="106146" y="409408"/>
                </a:lnTo>
                <a:lnTo>
                  <a:pt x="106158" y="414282"/>
                </a:lnTo>
                <a:lnTo>
                  <a:pt x="106154" y="419156"/>
                </a:lnTo>
                <a:lnTo>
                  <a:pt x="106125" y="424030"/>
                </a:lnTo>
                <a:lnTo>
                  <a:pt x="106063" y="428904"/>
                </a:lnTo>
                <a:lnTo>
                  <a:pt x="105963" y="433778"/>
                </a:lnTo>
                <a:lnTo>
                  <a:pt x="105821" y="438652"/>
                </a:lnTo>
                <a:lnTo>
                  <a:pt x="105639" y="443526"/>
                </a:lnTo>
                <a:lnTo>
                  <a:pt x="105419" y="448400"/>
                </a:lnTo>
                <a:lnTo>
                  <a:pt x="105171" y="453274"/>
                </a:lnTo>
                <a:lnTo>
                  <a:pt x="104904" y="458147"/>
                </a:lnTo>
                <a:lnTo>
                  <a:pt x="104635" y="463021"/>
                </a:lnTo>
                <a:lnTo>
                  <a:pt x="104383" y="467895"/>
                </a:lnTo>
                <a:lnTo>
                  <a:pt x="104171" y="472769"/>
                </a:lnTo>
                <a:lnTo>
                  <a:pt x="104029" y="477643"/>
                </a:lnTo>
                <a:lnTo>
                  <a:pt x="103993" y="482517"/>
                </a:lnTo>
                <a:lnTo>
                  <a:pt x="104109" y="487391"/>
                </a:lnTo>
                <a:lnTo>
                  <a:pt x="104434" y="492265"/>
                </a:lnTo>
                <a:lnTo>
                  <a:pt x="105039" y="497139"/>
                </a:lnTo>
                <a:lnTo>
                  <a:pt x="106011" y="502013"/>
                </a:lnTo>
                <a:lnTo>
                  <a:pt x="107450" y="506887"/>
                </a:lnTo>
                <a:lnTo>
                  <a:pt x="109469" y="511760"/>
                </a:lnTo>
                <a:lnTo>
                  <a:pt x="112185" y="516634"/>
                </a:lnTo>
                <a:lnTo>
                  <a:pt x="115711" y="521508"/>
                </a:lnTo>
                <a:lnTo>
                  <a:pt x="120140" y="526382"/>
                </a:lnTo>
                <a:lnTo>
                  <a:pt x="125530" y="531256"/>
                </a:lnTo>
                <a:lnTo>
                  <a:pt x="131882" y="536130"/>
                </a:lnTo>
                <a:lnTo>
                  <a:pt x="139126" y="541004"/>
                </a:lnTo>
                <a:lnTo>
                  <a:pt x="147107" y="545878"/>
                </a:lnTo>
                <a:lnTo>
                  <a:pt x="155578" y="550752"/>
                </a:lnTo>
                <a:lnTo>
                  <a:pt x="164209" y="555626"/>
                </a:lnTo>
                <a:lnTo>
                  <a:pt x="172597" y="560500"/>
                </a:lnTo>
                <a:lnTo>
                  <a:pt x="180300" y="565373"/>
                </a:lnTo>
                <a:lnTo>
                  <a:pt x="186871" y="570247"/>
                </a:lnTo>
                <a:lnTo>
                  <a:pt x="191901" y="575121"/>
                </a:lnTo>
                <a:lnTo>
                  <a:pt x="195062"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3419" name="03_assume_matched_8716">
            <a:extLst>
              <a:ext uri="{FF2B5EF4-FFF2-40B4-BE49-F238E27FC236}">
                <a16:creationId xmlns:a16="http://schemas.microsoft.com/office/drawing/2014/main" id="{B671038D-FB08-4B6C-878F-2AFA56C2AA66}"/>
              </a:ext>
            </a:extLst>
          </p:cNvPr>
          <p:cNvSpPr>
            <a:spLocks noGrp="1"/>
          </p:cNvSpPr>
          <p:nvPr/>
        </p:nvSpPr>
        <p:spPr>
          <a:xfrm>
            <a:off x="1447310" y="7182408"/>
            <a:ext cx="196140" cy="584869"/>
          </a:xfrm>
          <a:custGeom>
            <a:avLst/>
            <a:gdLst/>
            <a:ahLst/>
            <a:cxnLst/>
            <a:rect l="0" t="0" r="0" b="0"/>
            <a:pathLst>
              <a:path w="196140" h="584869">
                <a:moveTo>
                  <a:pt x="133134" y="584869"/>
                </a:moveTo>
                <a:lnTo>
                  <a:pt x="63006" y="584869"/>
                </a:lnTo>
                <a:lnTo>
                  <a:pt x="63376" y="579995"/>
                </a:lnTo>
                <a:lnTo>
                  <a:pt x="64459" y="575121"/>
                </a:lnTo>
                <a:lnTo>
                  <a:pt x="66184" y="570247"/>
                </a:lnTo>
                <a:lnTo>
                  <a:pt x="68438" y="565373"/>
                </a:lnTo>
                <a:lnTo>
                  <a:pt x="71084" y="560500"/>
                </a:lnTo>
                <a:lnTo>
                  <a:pt x="73970" y="555626"/>
                </a:lnTo>
                <a:lnTo>
                  <a:pt x="76947" y="550752"/>
                </a:lnTo>
                <a:lnTo>
                  <a:pt x="79881" y="545878"/>
                </a:lnTo>
                <a:lnTo>
                  <a:pt x="82661" y="541004"/>
                </a:lnTo>
                <a:lnTo>
                  <a:pt x="85207" y="536130"/>
                </a:lnTo>
                <a:lnTo>
                  <a:pt x="87467" y="531256"/>
                </a:lnTo>
                <a:lnTo>
                  <a:pt x="89419" y="526382"/>
                </a:lnTo>
                <a:lnTo>
                  <a:pt x="91060" y="521508"/>
                </a:lnTo>
                <a:lnTo>
                  <a:pt x="92410" y="516634"/>
                </a:lnTo>
                <a:lnTo>
                  <a:pt x="93494" y="511760"/>
                </a:lnTo>
                <a:lnTo>
                  <a:pt x="94344" y="506887"/>
                </a:lnTo>
                <a:lnTo>
                  <a:pt x="94994" y="502013"/>
                </a:lnTo>
                <a:lnTo>
                  <a:pt x="95472" y="497139"/>
                </a:lnTo>
                <a:lnTo>
                  <a:pt x="95806" y="492265"/>
                </a:lnTo>
                <a:lnTo>
                  <a:pt x="96016" y="487391"/>
                </a:lnTo>
                <a:lnTo>
                  <a:pt x="96120" y="482517"/>
                </a:lnTo>
                <a:lnTo>
                  <a:pt x="96132" y="477643"/>
                </a:lnTo>
                <a:lnTo>
                  <a:pt x="96066" y="472769"/>
                </a:lnTo>
                <a:lnTo>
                  <a:pt x="95931" y="467895"/>
                </a:lnTo>
                <a:lnTo>
                  <a:pt x="95737" y="463021"/>
                </a:lnTo>
                <a:lnTo>
                  <a:pt x="95494" y="458147"/>
                </a:lnTo>
                <a:lnTo>
                  <a:pt x="95210" y="453274"/>
                </a:lnTo>
                <a:lnTo>
                  <a:pt x="94892" y="448400"/>
                </a:lnTo>
                <a:lnTo>
                  <a:pt x="94550" y="443526"/>
                </a:lnTo>
                <a:lnTo>
                  <a:pt x="94189" y="438652"/>
                </a:lnTo>
                <a:lnTo>
                  <a:pt x="93819" y="433778"/>
                </a:lnTo>
                <a:lnTo>
                  <a:pt x="93448" y="428904"/>
                </a:lnTo>
                <a:lnTo>
                  <a:pt x="93086" y="424030"/>
                </a:lnTo>
                <a:lnTo>
                  <a:pt x="92746" y="419156"/>
                </a:lnTo>
                <a:lnTo>
                  <a:pt x="92441" y="414282"/>
                </a:lnTo>
                <a:lnTo>
                  <a:pt x="92186" y="409408"/>
                </a:lnTo>
                <a:lnTo>
                  <a:pt x="91994" y="404534"/>
                </a:lnTo>
                <a:lnTo>
                  <a:pt x="91880" y="399661"/>
                </a:lnTo>
                <a:lnTo>
                  <a:pt x="91852" y="394787"/>
                </a:lnTo>
                <a:lnTo>
                  <a:pt x="91914" y="389913"/>
                </a:lnTo>
                <a:lnTo>
                  <a:pt x="92067" y="385039"/>
                </a:lnTo>
                <a:lnTo>
                  <a:pt x="92301" y="380165"/>
                </a:lnTo>
                <a:lnTo>
                  <a:pt x="92606" y="375291"/>
                </a:lnTo>
                <a:lnTo>
                  <a:pt x="92961" y="370417"/>
                </a:lnTo>
                <a:lnTo>
                  <a:pt x="93348" y="365543"/>
                </a:lnTo>
                <a:lnTo>
                  <a:pt x="93744" y="360669"/>
                </a:lnTo>
                <a:lnTo>
                  <a:pt x="94130" y="355795"/>
                </a:lnTo>
                <a:lnTo>
                  <a:pt x="94489" y="350921"/>
                </a:lnTo>
                <a:lnTo>
                  <a:pt x="94808" y="346048"/>
                </a:lnTo>
                <a:lnTo>
                  <a:pt x="95081" y="341174"/>
                </a:lnTo>
                <a:lnTo>
                  <a:pt x="95306" y="336300"/>
                </a:lnTo>
                <a:lnTo>
                  <a:pt x="95486" y="331426"/>
                </a:lnTo>
                <a:lnTo>
                  <a:pt x="95627" y="326552"/>
                </a:lnTo>
                <a:lnTo>
                  <a:pt x="95740" y="321678"/>
                </a:lnTo>
                <a:lnTo>
                  <a:pt x="95833" y="316804"/>
                </a:lnTo>
                <a:lnTo>
                  <a:pt x="95918" y="311930"/>
                </a:lnTo>
                <a:lnTo>
                  <a:pt x="96002" y="307056"/>
                </a:lnTo>
                <a:lnTo>
                  <a:pt x="96092" y="302182"/>
                </a:lnTo>
                <a:lnTo>
                  <a:pt x="96194" y="297308"/>
                </a:lnTo>
                <a:lnTo>
                  <a:pt x="96310" y="292435"/>
                </a:lnTo>
                <a:lnTo>
                  <a:pt x="96439" y="287561"/>
                </a:lnTo>
                <a:lnTo>
                  <a:pt x="96581" y="282687"/>
                </a:lnTo>
                <a:lnTo>
                  <a:pt x="96731" y="277813"/>
                </a:lnTo>
                <a:lnTo>
                  <a:pt x="96886" y="272939"/>
                </a:lnTo>
                <a:lnTo>
                  <a:pt x="97040" y="268065"/>
                </a:lnTo>
                <a:lnTo>
                  <a:pt x="97189" y="263191"/>
                </a:lnTo>
                <a:lnTo>
                  <a:pt x="97329" y="258317"/>
                </a:lnTo>
                <a:lnTo>
                  <a:pt x="97455" y="253443"/>
                </a:lnTo>
                <a:lnTo>
                  <a:pt x="97565" y="248569"/>
                </a:lnTo>
                <a:lnTo>
                  <a:pt x="97655" y="243695"/>
                </a:lnTo>
                <a:lnTo>
                  <a:pt x="97723" y="238822"/>
                </a:lnTo>
                <a:lnTo>
                  <a:pt x="97767" y="233948"/>
                </a:lnTo>
                <a:lnTo>
                  <a:pt x="97786" y="229074"/>
                </a:lnTo>
                <a:lnTo>
                  <a:pt x="97776" y="224200"/>
                </a:lnTo>
                <a:lnTo>
                  <a:pt x="97736" y="219326"/>
                </a:lnTo>
                <a:lnTo>
                  <a:pt x="97663" y="214452"/>
                </a:lnTo>
                <a:lnTo>
                  <a:pt x="97553" y="209578"/>
                </a:lnTo>
                <a:lnTo>
                  <a:pt x="97405" y="204704"/>
                </a:lnTo>
                <a:lnTo>
                  <a:pt x="97217" y="199830"/>
                </a:lnTo>
                <a:lnTo>
                  <a:pt x="96988" y="194956"/>
                </a:lnTo>
                <a:lnTo>
                  <a:pt x="96721" y="190082"/>
                </a:lnTo>
                <a:lnTo>
                  <a:pt x="96420" y="185209"/>
                </a:lnTo>
                <a:lnTo>
                  <a:pt x="96092" y="180335"/>
                </a:lnTo>
                <a:lnTo>
                  <a:pt x="95749" y="175461"/>
                </a:lnTo>
                <a:lnTo>
                  <a:pt x="95403" y="170587"/>
                </a:lnTo>
                <a:lnTo>
                  <a:pt x="95070" y="165713"/>
                </a:lnTo>
                <a:lnTo>
                  <a:pt x="94765" y="160839"/>
                </a:lnTo>
                <a:lnTo>
                  <a:pt x="94504" y="155965"/>
                </a:lnTo>
                <a:lnTo>
                  <a:pt x="94300" y="151091"/>
                </a:lnTo>
                <a:lnTo>
                  <a:pt x="94164" y="146217"/>
                </a:lnTo>
                <a:lnTo>
                  <a:pt x="94102" y="141343"/>
                </a:lnTo>
                <a:lnTo>
                  <a:pt x="94117" y="136469"/>
                </a:lnTo>
                <a:lnTo>
                  <a:pt x="94202" y="131596"/>
                </a:lnTo>
                <a:lnTo>
                  <a:pt x="94349" y="126722"/>
                </a:lnTo>
                <a:lnTo>
                  <a:pt x="94541" y="121848"/>
                </a:lnTo>
                <a:lnTo>
                  <a:pt x="94757" y="116974"/>
                </a:lnTo>
                <a:lnTo>
                  <a:pt x="94968" y="112100"/>
                </a:lnTo>
                <a:lnTo>
                  <a:pt x="95139" y="107226"/>
                </a:lnTo>
                <a:lnTo>
                  <a:pt x="95226" y="102352"/>
                </a:lnTo>
                <a:lnTo>
                  <a:pt x="95174" y="97478"/>
                </a:lnTo>
                <a:lnTo>
                  <a:pt x="94917" y="92604"/>
                </a:lnTo>
                <a:lnTo>
                  <a:pt x="94374" y="87730"/>
                </a:lnTo>
                <a:lnTo>
                  <a:pt x="93448" y="82856"/>
                </a:lnTo>
                <a:lnTo>
                  <a:pt x="92029" y="77983"/>
                </a:lnTo>
                <a:lnTo>
                  <a:pt x="89997" y="73109"/>
                </a:lnTo>
                <a:lnTo>
                  <a:pt x="87224" y="68235"/>
                </a:lnTo>
                <a:lnTo>
                  <a:pt x="83594" y="63361"/>
                </a:lnTo>
                <a:lnTo>
                  <a:pt x="79009" y="58487"/>
                </a:lnTo>
                <a:lnTo>
                  <a:pt x="73413" y="53613"/>
                </a:lnTo>
                <a:lnTo>
                  <a:pt x="66807" y="48739"/>
                </a:lnTo>
                <a:lnTo>
                  <a:pt x="59267" y="43865"/>
                </a:lnTo>
                <a:lnTo>
                  <a:pt x="50960" y="38991"/>
                </a:lnTo>
                <a:lnTo>
                  <a:pt x="42144" y="34117"/>
                </a:lnTo>
                <a:lnTo>
                  <a:pt x="33167" y="29243"/>
                </a:lnTo>
                <a:lnTo>
                  <a:pt x="24447" y="24370"/>
                </a:lnTo>
                <a:lnTo>
                  <a:pt x="16444" y="19496"/>
                </a:lnTo>
                <a:lnTo>
                  <a:pt x="9620" y="14622"/>
                </a:lnTo>
                <a:lnTo>
                  <a:pt x="4399" y="9748"/>
                </a:lnTo>
                <a:lnTo>
                  <a:pt x="1119" y="4874"/>
                </a:lnTo>
                <a:lnTo>
                  <a:pt x="0" y="0"/>
                </a:lnTo>
                <a:lnTo>
                  <a:pt x="196140" y="0"/>
                </a:lnTo>
                <a:lnTo>
                  <a:pt x="196140" y="0"/>
                </a:lnTo>
                <a:lnTo>
                  <a:pt x="195022" y="4874"/>
                </a:lnTo>
                <a:lnTo>
                  <a:pt x="191741" y="9748"/>
                </a:lnTo>
                <a:lnTo>
                  <a:pt x="186520" y="14622"/>
                </a:lnTo>
                <a:lnTo>
                  <a:pt x="179696" y="19496"/>
                </a:lnTo>
                <a:lnTo>
                  <a:pt x="171693" y="24370"/>
                </a:lnTo>
                <a:lnTo>
                  <a:pt x="162973" y="29243"/>
                </a:lnTo>
                <a:lnTo>
                  <a:pt x="153996" y="34117"/>
                </a:lnTo>
                <a:lnTo>
                  <a:pt x="145181" y="38991"/>
                </a:lnTo>
                <a:lnTo>
                  <a:pt x="136873" y="43865"/>
                </a:lnTo>
                <a:lnTo>
                  <a:pt x="129334" y="48739"/>
                </a:lnTo>
                <a:lnTo>
                  <a:pt x="122727" y="53613"/>
                </a:lnTo>
                <a:lnTo>
                  <a:pt x="117131" y="58487"/>
                </a:lnTo>
                <a:lnTo>
                  <a:pt x="112547" y="63361"/>
                </a:lnTo>
                <a:lnTo>
                  <a:pt x="108916" y="68235"/>
                </a:lnTo>
                <a:lnTo>
                  <a:pt x="106144" y="73109"/>
                </a:lnTo>
                <a:lnTo>
                  <a:pt x="104111" y="77983"/>
                </a:lnTo>
                <a:lnTo>
                  <a:pt x="102692" y="82856"/>
                </a:lnTo>
                <a:lnTo>
                  <a:pt x="101767" y="87730"/>
                </a:lnTo>
                <a:lnTo>
                  <a:pt x="101223" y="92604"/>
                </a:lnTo>
                <a:lnTo>
                  <a:pt x="100966" y="97478"/>
                </a:lnTo>
                <a:lnTo>
                  <a:pt x="100915" y="102352"/>
                </a:lnTo>
                <a:lnTo>
                  <a:pt x="101001" y="107226"/>
                </a:lnTo>
                <a:lnTo>
                  <a:pt x="101172" y="112100"/>
                </a:lnTo>
                <a:lnTo>
                  <a:pt x="101383" y="116974"/>
                </a:lnTo>
                <a:lnTo>
                  <a:pt x="101599" y="121848"/>
                </a:lnTo>
                <a:lnTo>
                  <a:pt x="101791" y="126722"/>
                </a:lnTo>
                <a:lnTo>
                  <a:pt x="101938" y="131596"/>
                </a:lnTo>
                <a:lnTo>
                  <a:pt x="102024" y="136469"/>
                </a:lnTo>
                <a:lnTo>
                  <a:pt x="102038" y="141343"/>
                </a:lnTo>
                <a:lnTo>
                  <a:pt x="101976" y="146217"/>
                </a:lnTo>
                <a:lnTo>
                  <a:pt x="101841" y="151091"/>
                </a:lnTo>
                <a:lnTo>
                  <a:pt x="101637" y="155965"/>
                </a:lnTo>
                <a:lnTo>
                  <a:pt x="101375" y="160839"/>
                </a:lnTo>
                <a:lnTo>
                  <a:pt x="101070" y="165713"/>
                </a:lnTo>
                <a:lnTo>
                  <a:pt x="100737" y="170587"/>
                </a:lnTo>
                <a:lnTo>
                  <a:pt x="100391" y="175461"/>
                </a:lnTo>
                <a:lnTo>
                  <a:pt x="100048" y="180335"/>
                </a:lnTo>
                <a:lnTo>
                  <a:pt x="99721" y="185209"/>
                </a:lnTo>
                <a:lnTo>
                  <a:pt x="99420" y="190082"/>
                </a:lnTo>
                <a:lnTo>
                  <a:pt x="99152" y="194956"/>
                </a:lnTo>
                <a:lnTo>
                  <a:pt x="98924" y="199830"/>
                </a:lnTo>
                <a:lnTo>
                  <a:pt x="98735" y="204704"/>
                </a:lnTo>
                <a:lnTo>
                  <a:pt x="98587" y="209578"/>
                </a:lnTo>
                <a:lnTo>
                  <a:pt x="98477" y="214452"/>
                </a:lnTo>
                <a:lnTo>
                  <a:pt x="98404" y="219326"/>
                </a:lnTo>
                <a:lnTo>
                  <a:pt x="98364" y="224200"/>
                </a:lnTo>
                <a:lnTo>
                  <a:pt x="98354" y="229074"/>
                </a:lnTo>
                <a:lnTo>
                  <a:pt x="98373" y="233948"/>
                </a:lnTo>
                <a:lnTo>
                  <a:pt x="98417" y="238822"/>
                </a:lnTo>
                <a:lnTo>
                  <a:pt x="98485" y="243695"/>
                </a:lnTo>
                <a:lnTo>
                  <a:pt x="98575" y="248569"/>
                </a:lnTo>
                <a:lnTo>
                  <a:pt x="98685" y="253443"/>
                </a:lnTo>
                <a:lnTo>
                  <a:pt x="98811" y="258317"/>
                </a:lnTo>
                <a:lnTo>
                  <a:pt x="98951" y="263191"/>
                </a:lnTo>
                <a:lnTo>
                  <a:pt x="99100" y="268065"/>
                </a:lnTo>
                <a:lnTo>
                  <a:pt x="99255" y="272939"/>
                </a:lnTo>
                <a:lnTo>
                  <a:pt x="99409" y="277813"/>
                </a:lnTo>
                <a:lnTo>
                  <a:pt x="99559" y="282687"/>
                </a:lnTo>
                <a:lnTo>
                  <a:pt x="99701" y="287561"/>
                </a:lnTo>
                <a:lnTo>
                  <a:pt x="99830" y="292435"/>
                </a:lnTo>
                <a:lnTo>
                  <a:pt x="99946" y="297308"/>
                </a:lnTo>
                <a:lnTo>
                  <a:pt x="100048" y="302182"/>
                </a:lnTo>
                <a:lnTo>
                  <a:pt x="100139" y="307056"/>
                </a:lnTo>
                <a:lnTo>
                  <a:pt x="100223" y="311930"/>
                </a:lnTo>
                <a:lnTo>
                  <a:pt x="100307" y="316804"/>
                </a:lnTo>
                <a:lnTo>
                  <a:pt x="100401" y="321678"/>
                </a:lnTo>
                <a:lnTo>
                  <a:pt x="100513" y="326552"/>
                </a:lnTo>
                <a:lnTo>
                  <a:pt x="100655" y="331426"/>
                </a:lnTo>
                <a:lnTo>
                  <a:pt x="100835" y="336300"/>
                </a:lnTo>
                <a:lnTo>
                  <a:pt x="101060" y="341174"/>
                </a:lnTo>
                <a:lnTo>
                  <a:pt x="101332" y="346048"/>
                </a:lnTo>
                <a:lnTo>
                  <a:pt x="101652" y="350921"/>
                </a:lnTo>
                <a:lnTo>
                  <a:pt x="102010" y="355795"/>
                </a:lnTo>
                <a:lnTo>
                  <a:pt x="102396" y="360669"/>
                </a:lnTo>
                <a:lnTo>
                  <a:pt x="102792" y="365543"/>
                </a:lnTo>
                <a:lnTo>
                  <a:pt x="103179" y="370417"/>
                </a:lnTo>
                <a:lnTo>
                  <a:pt x="103535" y="375291"/>
                </a:lnTo>
                <a:lnTo>
                  <a:pt x="103839" y="380165"/>
                </a:lnTo>
                <a:lnTo>
                  <a:pt x="104074" y="385039"/>
                </a:lnTo>
                <a:lnTo>
                  <a:pt x="104226" y="389913"/>
                </a:lnTo>
                <a:lnTo>
                  <a:pt x="104289" y="394787"/>
                </a:lnTo>
                <a:lnTo>
                  <a:pt x="104260" y="399661"/>
                </a:lnTo>
                <a:lnTo>
                  <a:pt x="104146" y="404534"/>
                </a:lnTo>
                <a:lnTo>
                  <a:pt x="103955" y="409408"/>
                </a:lnTo>
                <a:lnTo>
                  <a:pt x="103699" y="414282"/>
                </a:lnTo>
                <a:lnTo>
                  <a:pt x="103395" y="419156"/>
                </a:lnTo>
                <a:lnTo>
                  <a:pt x="103054" y="424030"/>
                </a:lnTo>
                <a:lnTo>
                  <a:pt x="102693" y="428904"/>
                </a:lnTo>
                <a:lnTo>
                  <a:pt x="102322" y="433778"/>
                </a:lnTo>
                <a:lnTo>
                  <a:pt x="101951" y="438652"/>
                </a:lnTo>
                <a:lnTo>
                  <a:pt x="101591" y="443526"/>
                </a:lnTo>
                <a:lnTo>
                  <a:pt x="101248" y="448400"/>
                </a:lnTo>
                <a:lnTo>
                  <a:pt x="100931" y="453274"/>
                </a:lnTo>
                <a:lnTo>
                  <a:pt x="100646" y="458147"/>
                </a:lnTo>
                <a:lnTo>
                  <a:pt x="100403" y="463021"/>
                </a:lnTo>
                <a:lnTo>
                  <a:pt x="100210" y="467895"/>
                </a:lnTo>
                <a:lnTo>
                  <a:pt x="100075" y="472769"/>
                </a:lnTo>
                <a:lnTo>
                  <a:pt x="100008" y="477643"/>
                </a:lnTo>
                <a:lnTo>
                  <a:pt x="100021" y="482517"/>
                </a:lnTo>
                <a:lnTo>
                  <a:pt x="100125" y="487391"/>
                </a:lnTo>
                <a:lnTo>
                  <a:pt x="100335" y="492265"/>
                </a:lnTo>
                <a:lnTo>
                  <a:pt x="100668" y="497139"/>
                </a:lnTo>
                <a:lnTo>
                  <a:pt x="101147" y="502013"/>
                </a:lnTo>
                <a:lnTo>
                  <a:pt x="101796" y="506887"/>
                </a:lnTo>
                <a:lnTo>
                  <a:pt x="102647" y="511760"/>
                </a:lnTo>
                <a:lnTo>
                  <a:pt x="103731" y="516634"/>
                </a:lnTo>
                <a:lnTo>
                  <a:pt x="105080" y="521508"/>
                </a:lnTo>
                <a:lnTo>
                  <a:pt x="106722" y="526382"/>
                </a:lnTo>
                <a:lnTo>
                  <a:pt x="108673" y="531256"/>
                </a:lnTo>
                <a:lnTo>
                  <a:pt x="110933" y="536130"/>
                </a:lnTo>
                <a:lnTo>
                  <a:pt x="113479" y="541004"/>
                </a:lnTo>
                <a:lnTo>
                  <a:pt x="116259" y="545878"/>
                </a:lnTo>
                <a:lnTo>
                  <a:pt x="119194" y="550752"/>
                </a:lnTo>
                <a:lnTo>
                  <a:pt x="122171" y="555626"/>
                </a:lnTo>
                <a:lnTo>
                  <a:pt x="125056" y="560500"/>
                </a:lnTo>
                <a:lnTo>
                  <a:pt x="127702" y="565373"/>
                </a:lnTo>
                <a:lnTo>
                  <a:pt x="129956" y="570247"/>
                </a:lnTo>
                <a:lnTo>
                  <a:pt x="131681" y="575121"/>
                </a:lnTo>
                <a:lnTo>
                  <a:pt x="132765" y="579995"/>
                </a:lnTo>
                <a:lnTo>
                  <a:pt x="133134" y="584869"/>
                </a:lnTo>
                <a:lnTo>
                  <a:pt x="133134" y="584869"/>
                </a:lnTo>
                <a:close/>
              </a:path>
            </a:pathLst>
          </a:custGeom>
          <a:solidFill>
            <a:srgbClr val="00878B">
              <a:alpha val="12000"/>
            </a:srgbClr>
          </a:solidFill>
          <a:ln w="6985">
            <a:solidFill>
              <a:srgbClr val="00878B">
                <a:alpha val="12000"/>
              </a:srgbClr>
            </a:solidFill>
            <a:prstDash val="solid"/>
          </a:ln>
        </p:spPr>
      </p:sp>
      <p:sp>
        <p:nvSpPr>
          <p:cNvPr id="3420" name="03_assume_matched_8717">
            <a:extLst>
              <a:ext uri="{FF2B5EF4-FFF2-40B4-BE49-F238E27FC236}">
                <a16:creationId xmlns:a16="http://schemas.microsoft.com/office/drawing/2014/main" id="{D4789D67-D810-4E1B-A48E-168E76D5A9CD}"/>
              </a:ext>
            </a:extLst>
          </p:cNvPr>
          <p:cNvSpPr>
            <a:spLocks noGrp="1"/>
          </p:cNvSpPr>
          <p:nvPr/>
        </p:nvSpPr>
        <p:spPr>
          <a:xfrm>
            <a:off x="2201696" y="7182408"/>
            <a:ext cx="196140" cy="584869"/>
          </a:xfrm>
          <a:custGeom>
            <a:avLst/>
            <a:gdLst/>
            <a:ahLst/>
            <a:cxnLst/>
            <a:rect l="0" t="0" r="0" b="0"/>
            <a:pathLst>
              <a:path w="196140" h="584869">
                <a:moveTo>
                  <a:pt x="131673" y="584869"/>
                </a:moveTo>
                <a:lnTo>
                  <a:pt x="64467" y="584869"/>
                </a:lnTo>
                <a:lnTo>
                  <a:pt x="64821" y="579995"/>
                </a:lnTo>
                <a:lnTo>
                  <a:pt x="65860" y="575121"/>
                </a:lnTo>
                <a:lnTo>
                  <a:pt x="67512" y="570247"/>
                </a:lnTo>
                <a:lnTo>
                  <a:pt x="69673" y="565373"/>
                </a:lnTo>
                <a:lnTo>
                  <a:pt x="72208" y="560500"/>
                </a:lnTo>
                <a:lnTo>
                  <a:pt x="74974" y="555626"/>
                </a:lnTo>
                <a:lnTo>
                  <a:pt x="77827" y="550752"/>
                </a:lnTo>
                <a:lnTo>
                  <a:pt x="80639" y="545878"/>
                </a:lnTo>
                <a:lnTo>
                  <a:pt x="83303" y="541004"/>
                </a:lnTo>
                <a:lnTo>
                  <a:pt x="85743" y="536130"/>
                </a:lnTo>
                <a:lnTo>
                  <a:pt x="87909" y="531256"/>
                </a:lnTo>
                <a:lnTo>
                  <a:pt x="89779" y="526382"/>
                </a:lnTo>
                <a:lnTo>
                  <a:pt x="91352" y="521508"/>
                </a:lnTo>
                <a:lnTo>
                  <a:pt x="92646" y="516634"/>
                </a:lnTo>
                <a:lnTo>
                  <a:pt x="93684" y="511760"/>
                </a:lnTo>
                <a:lnTo>
                  <a:pt x="94499" y="506887"/>
                </a:lnTo>
                <a:lnTo>
                  <a:pt x="95122" y="502013"/>
                </a:lnTo>
                <a:lnTo>
                  <a:pt x="95580" y="497139"/>
                </a:lnTo>
                <a:lnTo>
                  <a:pt x="95900" y="492265"/>
                </a:lnTo>
                <a:lnTo>
                  <a:pt x="96101" y="487391"/>
                </a:lnTo>
                <a:lnTo>
                  <a:pt x="96201" y="482517"/>
                </a:lnTo>
                <a:lnTo>
                  <a:pt x="96213" y="477643"/>
                </a:lnTo>
                <a:lnTo>
                  <a:pt x="96149" y="472769"/>
                </a:lnTo>
                <a:lnTo>
                  <a:pt x="96020" y="467895"/>
                </a:lnTo>
                <a:lnTo>
                  <a:pt x="95834" y="463021"/>
                </a:lnTo>
                <a:lnTo>
                  <a:pt x="95601" y="458147"/>
                </a:lnTo>
                <a:lnTo>
                  <a:pt x="95329" y="453274"/>
                </a:lnTo>
                <a:lnTo>
                  <a:pt x="95025" y="448400"/>
                </a:lnTo>
                <a:lnTo>
                  <a:pt x="94696" y="443526"/>
                </a:lnTo>
                <a:lnTo>
                  <a:pt x="94351" y="438652"/>
                </a:lnTo>
                <a:lnTo>
                  <a:pt x="93996" y="433778"/>
                </a:lnTo>
                <a:lnTo>
                  <a:pt x="93640" y="428904"/>
                </a:lnTo>
                <a:lnTo>
                  <a:pt x="93294" y="424030"/>
                </a:lnTo>
                <a:lnTo>
                  <a:pt x="92968" y="419156"/>
                </a:lnTo>
                <a:lnTo>
                  <a:pt x="92676" y="414282"/>
                </a:lnTo>
                <a:lnTo>
                  <a:pt x="92432" y="409408"/>
                </a:lnTo>
                <a:lnTo>
                  <a:pt x="92250" y="404534"/>
                </a:lnTo>
                <a:lnTo>
                  <a:pt x="92142" y="399661"/>
                </a:lnTo>
                <a:lnTo>
                  <a:pt x="92117" y="394787"/>
                </a:lnTo>
                <a:lnTo>
                  <a:pt x="92181" y="389913"/>
                </a:lnTo>
                <a:lnTo>
                  <a:pt x="92333" y="385039"/>
                </a:lnTo>
                <a:lnTo>
                  <a:pt x="92567" y="380165"/>
                </a:lnTo>
                <a:lnTo>
                  <a:pt x="92870" y="375291"/>
                </a:lnTo>
                <a:lnTo>
                  <a:pt x="93228" y="370417"/>
                </a:lnTo>
                <a:lnTo>
                  <a:pt x="93622" y="365543"/>
                </a:lnTo>
                <a:lnTo>
                  <a:pt x="94032" y="360669"/>
                </a:lnTo>
                <a:lnTo>
                  <a:pt x="94441" y="355795"/>
                </a:lnTo>
                <a:lnTo>
                  <a:pt x="94834" y="350921"/>
                </a:lnTo>
                <a:lnTo>
                  <a:pt x="95199" y="346048"/>
                </a:lnTo>
                <a:lnTo>
                  <a:pt x="95529" y="341174"/>
                </a:lnTo>
                <a:lnTo>
                  <a:pt x="95824" y="336300"/>
                </a:lnTo>
                <a:lnTo>
                  <a:pt x="96083" y="331426"/>
                </a:lnTo>
                <a:lnTo>
                  <a:pt x="96311" y="326552"/>
                </a:lnTo>
                <a:lnTo>
                  <a:pt x="96513" y="321678"/>
                </a:lnTo>
                <a:lnTo>
                  <a:pt x="96693" y="316804"/>
                </a:lnTo>
                <a:lnTo>
                  <a:pt x="96857" y="311930"/>
                </a:lnTo>
                <a:lnTo>
                  <a:pt x="97009" y="307056"/>
                </a:lnTo>
                <a:lnTo>
                  <a:pt x="97150" y="302182"/>
                </a:lnTo>
                <a:lnTo>
                  <a:pt x="97282" y="297308"/>
                </a:lnTo>
                <a:lnTo>
                  <a:pt x="97405" y="292435"/>
                </a:lnTo>
                <a:lnTo>
                  <a:pt x="97517" y="287561"/>
                </a:lnTo>
                <a:lnTo>
                  <a:pt x="97619" y="282687"/>
                </a:lnTo>
                <a:lnTo>
                  <a:pt x="97708" y="277813"/>
                </a:lnTo>
                <a:lnTo>
                  <a:pt x="97786" y="272939"/>
                </a:lnTo>
                <a:lnTo>
                  <a:pt x="97851" y="268065"/>
                </a:lnTo>
                <a:lnTo>
                  <a:pt x="97903" y="263191"/>
                </a:lnTo>
                <a:lnTo>
                  <a:pt x="97944" y="258317"/>
                </a:lnTo>
                <a:lnTo>
                  <a:pt x="97975" y="253443"/>
                </a:lnTo>
                <a:lnTo>
                  <a:pt x="97996" y="248569"/>
                </a:lnTo>
                <a:lnTo>
                  <a:pt x="98007" y="243695"/>
                </a:lnTo>
                <a:lnTo>
                  <a:pt x="98008" y="238822"/>
                </a:lnTo>
                <a:lnTo>
                  <a:pt x="98000" y="233948"/>
                </a:lnTo>
                <a:lnTo>
                  <a:pt x="97982" y="229074"/>
                </a:lnTo>
                <a:lnTo>
                  <a:pt x="97950" y="224200"/>
                </a:lnTo>
                <a:lnTo>
                  <a:pt x="97905" y="219326"/>
                </a:lnTo>
                <a:lnTo>
                  <a:pt x="97842" y="214452"/>
                </a:lnTo>
                <a:lnTo>
                  <a:pt x="97759" y="209578"/>
                </a:lnTo>
                <a:lnTo>
                  <a:pt x="97653" y="204704"/>
                </a:lnTo>
                <a:lnTo>
                  <a:pt x="97523" y="199830"/>
                </a:lnTo>
                <a:lnTo>
                  <a:pt x="97367" y="194956"/>
                </a:lnTo>
                <a:lnTo>
                  <a:pt x="97187" y="190082"/>
                </a:lnTo>
                <a:lnTo>
                  <a:pt x="96982" y="185209"/>
                </a:lnTo>
                <a:lnTo>
                  <a:pt x="96759" y="180335"/>
                </a:lnTo>
                <a:lnTo>
                  <a:pt x="96523" y="175461"/>
                </a:lnTo>
                <a:lnTo>
                  <a:pt x="96282" y="170587"/>
                </a:lnTo>
                <a:lnTo>
                  <a:pt x="96046" y="165713"/>
                </a:lnTo>
                <a:lnTo>
                  <a:pt x="95824" y="160839"/>
                </a:lnTo>
                <a:lnTo>
                  <a:pt x="95628" y="155965"/>
                </a:lnTo>
                <a:lnTo>
                  <a:pt x="95467" y="151091"/>
                </a:lnTo>
                <a:lnTo>
                  <a:pt x="95348" y="146217"/>
                </a:lnTo>
                <a:lnTo>
                  <a:pt x="95277" y="141343"/>
                </a:lnTo>
                <a:lnTo>
                  <a:pt x="95257" y="136469"/>
                </a:lnTo>
                <a:lnTo>
                  <a:pt x="95284" y="131596"/>
                </a:lnTo>
                <a:lnTo>
                  <a:pt x="95352" y="126722"/>
                </a:lnTo>
                <a:lnTo>
                  <a:pt x="95452" y="121848"/>
                </a:lnTo>
                <a:lnTo>
                  <a:pt x="95565" y="116974"/>
                </a:lnTo>
                <a:lnTo>
                  <a:pt x="95670" y="112100"/>
                </a:lnTo>
                <a:lnTo>
                  <a:pt x="95735" y="107226"/>
                </a:lnTo>
                <a:lnTo>
                  <a:pt x="95722" y="102352"/>
                </a:lnTo>
                <a:lnTo>
                  <a:pt x="95577" y="97478"/>
                </a:lnTo>
                <a:lnTo>
                  <a:pt x="95238" y="92604"/>
                </a:lnTo>
                <a:lnTo>
                  <a:pt x="94624" y="87730"/>
                </a:lnTo>
                <a:lnTo>
                  <a:pt x="93639" y="82856"/>
                </a:lnTo>
                <a:lnTo>
                  <a:pt x="92172" y="77983"/>
                </a:lnTo>
                <a:lnTo>
                  <a:pt x="90101" y="73109"/>
                </a:lnTo>
                <a:lnTo>
                  <a:pt x="87299" y="68235"/>
                </a:lnTo>
                <a:lnTo>
                  <a:pt x="83647" y="63361"/>
                </a:lnTo>
                <a:lnTo>
                  <a:pt x="79046" y="58487"/>
                </a:lnTo>
                <a:lnTo>
                  <a:pt x="73438" y="53613"/>
                </a:lnTo>
                <a:lnTo>
                  <a:pt x="66823" y="48739"/>
                </a:lnTo>
                <a:lnTo>
                  <a:pt x="59278" y="43865"/>
                </a:lnTo>
                <a:lnTo>
                  <a:pt x="50966" y="38991"/>
                </a:lnTo>
                <a:lnTo>
                  <a:pt x="42148" y="34117"/>
                </a:lnTo>
                <a:lnTo>
                  <a:pt x="33170" y="29243"/>
                </a:lnTo>
                <a:lnTo>
                  <a:pt x="24449" y="24370"/>
                </a:lnTo>
                <a:lnTo>
                  <a:pt x="16445" y="19496"/>
                </a:lnTo>
                <a:lnTo>
                  <a:pt x="9621" y="14622"/>
                </a:lnTo>
                <a:lnTo>
                  <a:pt x="4399" y="9748"/>
                </a:lnTo>
                <a:lnTo>
                  <a:pt x="1119" y="4874"/>
                </a:lnTo>
                <a:lnTo>
                  <a:pt x="0" y="0"/>
                </a:lnTo>
                <a:lnTo>
                  <a:pt x="196140" y="0"/>
                </a:lnTo>
                <a:lnTo>
                  <a:pt x="196140" y="0"/>
                </a:lnTo>
                <a:lnTo>
                  <a:pt x="195022" y="4874"/>
                </a:lnTo>
                <a:lnTo>
                  <a:pt x="191741" y="9748"/>
                </a:lnTo>
                <a:lnTo>
                  <a:pt x="186519" y="14622"/>
                </a:lnTo>
                <a:lnTo>
                  <a:pt x="179695" y="19496"/>
                </a:lnTo>
                <a:lnTo>
                  <a:pt x="171692" y="24370"/>
                </a:lnTo>
                <a:lnTo>
                  <a:pt x="162971" y="29243"/>
                </a:lnTo>
                <a:lnTo>
                  <a:pt x="153992" y="34117"/>
                </a:lnTo>
                <a:lnTo>
                  <a:pt x="145174" y="38991"/>
                </a:lnTo>
                <a:lnTo>
                  <a:pt x="136863" y="43865"/>
                </a:lnTo>
                <a:lnTo>
                  <a:pt x="129317" y="48739"/>
                </a:lnTo>
                <a:lnTo>
                  <a:pt x="122703" y="53613"/>
                </a:lnTo>
                <a:lnTo>
                  <a:pt x="117095" y="58487"/>
                </a:lnTo>
                <a:lnTo>
                  <a:pt x="112494" y="63361"/>
                </a:lnTo>
                <a:lnTo>
                  <a:pt x="108841" y="68235"/>
                </a:lnTo>
                <a:lnTo>
                  <a:pt x="106039" y="73109"/>
                </a:lnTo>
                <a:lnTo>
                  <a:pt x="103968" y="77983"/>
                </a:lnTo>
                <a:lnTo>
                  <a:pt x="102501" y="82856"/>
                </a:lnTo>
                <a:lnTo>
                  <a:pt x="101516" y="87730"/>
                </a:lnTo>
                <a:lnTo>
                  <a:pt x="100902" y="92604"/>
                </a:lnTo>
                <a:lnTo>
                  <a:pt x="100563" y="97478"/>
                </a:lnTo>
                <a:lnTo>
                  <a:pt x="100419" y="102352"/>
                </a:lnTo>
                <a:lnTo>
                  <a:pt x="100405" y="107226"/>
                </a:lnTo>
                <a:lnTo>
                  <a:pt x="100470" y="112100"/>
                </a:lnTo>
                <a:lnTo>
                  <a:pt x="100575" y="116974"/>
                </a:lnTo>
                <a:lnTo>
                  <a:pt x="100689" y="121848"/>
                </a:lnTo>
                <a:lnTo>
                  <a:pt x="100788" y="126722"/>
                </a:lnTo>
                <a:lnTo>
                  <a:pt x="100857" y="131596"/>
                </a:lnTo>
                <a:lnTo>
                  <a:pt x="100884" y="136469"/>
                </a:lnTo>
                <a:lnTo>
                  <a:pt x="100863" y="141343"/>
                </a:lnTo>
                <a:lnTo>
                  <a:pt x="100792" y="146217"/>
                </a:lnTo>
                <a:lnTo>
                  <a:pt x="100674" y="151091"/>
                </a:lnTo>
                <a:lnTo>
                  <a:pt x="100512" y="155965"/>
                </a:lnTo>
                <a:lnTo>
                  <a:pt x="100316" y="160839"/>
                </a:lnTo>
                <a:lnTo>
                  <a:pt x="100095" y="165713"/>
                </a:lnTo>
                <a:lnTo>
                  <a:pt x="99858" y="170587"/>
                </a:lnTo>
                <a:lnTo>
                  <a:pt x="99617" y="175461"/>
                </a:lnTo>
                <a:lnTo>
                  <a:pt x="99381" y="180335"/>
                </a:lnTo>
                <a:lnTo>
                  <a:pt x="99158" y="185209"/>
                </a:lnTo>
                <a:lnTo>
                  <a:pt x="98954" y="190082"/>
                </a:lnTo>
                <a:lnTo>
                  <a:pt x="98773" y="194956"/>
                </a:lnTo>
                <a:lnTo>
                  <a:pt x="98617" y="199830"/>
                </a:lnTo>
                <a:lnTo>
                  <a:pt x="98487" y="204704"/>
                </a:lnTo>
                <a:lnTo>
                  <a:pt x="98382" y="209578"/>
                </a:lnTo>
                <a:lnTo>
                  <a:pt x="98299" y="214452"/>
                </a:lnTo>
                <a:lnTo>
                  <a:pt x="98236" y="219326"/>
                </a:lnTo>
                <a:lnTo>
                  <a:pt x="98190" y="224200"/>
                </a:lnTo>
                <a:lnTo>
                  <a:pt x="98159" y="229074"/>
                </a:lnTo>
                <a:lnTo>
                  <a:pt x="98140" y="233948"/>
                </a:lnTo>
                <a:lnTo>
                  <a:pt x="98132" y="238822"/>
                </a:lnTo>
                <a:lnTo>
                  <a:pt x="98134" y="243695"/>
                </a:lnTo>
                <a:lnTo>
                  <a:pt x="98145" y="248569"/>
                </a:lnTo>
                <a:lnTo>
                  <a:pt x="98165" y="253443"/>
                </a:lnTo>
                <a:lnTo>
                  <a:pt x="98196" y="258317"/>
                </a:lnTo>
                <a:lnTo>
                  <a:pt x="98237" y="263191"/>
                </a:lnTo>
                <a:lnTo>
                  <a:pt x="98290" y="268065"/>
                </a:lnTo>
                <a:lnTo>
                  <a:pt x="98355" y="272939"/>
                </a:lnTo>
                <a:lnTo>
                  <a:pt x="98432" y="277813"/>
                </a:lnTo>
                <a:lnTo>
                  <a:pt x="98522" y="282687"/>
                </a:lnTo>
                <a:lnTo>
                  <a:pt x="98623" y="287561"/>
                </a:lnTo>
                <a:lnTo>
                  <a:pt x="98735" y="292435"/>
                </a:lnTo>
                <a:lnTo>
                  <a:pt x="98858" y="297308"/>
                </a:lnTo>
                <a:lnTo>
                  <a:pt x="98990" y="302182"/>
                </a:lnTo>
                <a:lnTo>
                  <a:pt x="99131" y="307056"/>
                </a:lnTo>
                <a:lnTo>
                  <a:pt x="99283" y="311930"/>
                </a:lnTo>
                <a:lnTo>
                  <a:pt x="99447" y="316804"/>
                </a:lnTo>
                <a:lnTo>
                  <a:pt x="99628" y="321678"/>
                </a:lnTo>
                <a:lnTo>
                  <a:pt x="99829" y="326552"/>
                </a:lnTo>
                <a:lnTo>
                  <a:pt x="100057" y="331426"/>
                </a:lnTo>
                <a:lnTo>
                  <a:pt x="100316" y="336300"/>
                </a:lnTo>
                <a:lnTo>
                  <a:pt x="100611" y="341174"/>
                </a:lnTo>
                <a:lnTo>
                  <a:pt x="100942" y="346048"/>
                </a:lnTo>
                <a:lnTo>
                  <a:pt x="101307" y="350921"/>
                </a:lnTo>
                <a:lnTo>
                  <a:pt x="101699" y="355795"/>
                </a:lnTo>
                <a:lnTo>
                  <a:pt x="102108" y="360669"/>
                </a:lnTo>
                <a:lnTo>
                  <a:pt x="102518" y="365543"/>
                </a:lnTo>
                <a:lnTo>
                  <a:pt x="102912" y="370417"/>
                </a:lnTo>
                <a:lnTo>
                  <a:pt x="103270" y="375291"/>
                </a:lnTo>
                <a:lnTo>
                  <a:pt x="103574" y="380165"/>
                </a:lnTo>
                <a:lnTo>
                  <a:pt x="103807" y="385039"/>
                </a:lnTo>
                <a:lnTo>
                  <a:pt x="103959" y="389913"/>
                </a:lnTo>
                <a:lnTo>
                  <a:pt x="104023" y="394787"/>
                </a:lnTo>
                <a:lnTo>
                  <a:pt x="103998" y="399661"/>
                </a:lnTo>
                <a:lnTo>
                  <a:pt x="103890" y="404534"/>
                </a:lnTo>
                <a:lnTo>
                  <a:pt x="103708" y="409408"/>
                </a:lnTo>
                <a:lnTo>
                  <a:pt x="103464" y="414282"/>
                </a:lnTo>
                <a:lnTo>
                  <a:pt x="103172" y="419156"/>
                </a:lnTo>
                <a:lnTo>
                  <a:pt x="102847" y="424030"/>
                </a:lnTo>
                <a:lnTo>
                  <a:pt x="102500" y="428904"/>
                </a:lnTo>
                <a:lnTo>
                  <a:pt x="102144" y="433778"/>
                </a:lnTo>
                <a:lnTo>
                  <a:pt x="101790" y="438652"/>
                </a:lnTo>
                <a:lnTo>
                  <a:pt x="101444" y="443526"/>
                </a:lnTo>
                <a:lnTo>
                  <a:pt x="101116" y="448400"/>
                </a:lnTo>
                <a:lnTo>
                  <a:pt x="100812" y="453274"/>
                </a:lnTo>
                <a:lnTo>
                  <a:pt x="100539" y="458147"/>
                </a:lnTo>
                <a:lnTo>
                  <a:pt x="100306" y="463021"/>
                </a:lnTo>
                <a:lnTo>
                  <a:pt x="100121" y="467895"/>
                </a:lnTo>
                <a:lnTo>
                  <a:pt x="99991" y="472769"/>
                </a:lnTo>
                <a:lnTo>
                  <a:pt x="99927" y="477643"/>
                </a:lnTo>
                <a:lnTo>
                  <a:pt x="99940" y="482517"/>
                </a:lnTo>
                <a:lnTo>
                  <a:pt x="100039" y="487391"/>
                </a:lnTo>
                <a:lnTo>
                  <a:pt x="100240" y="492265"/>
                </a:lnTo>
                <a:lnTo>
                  <a:pt x="100560" y="497139"/>
                </a:lnTo>
                <a:lnTo>
                  <a:pt x="101018" y="502013"/>
                </a:lnTo>
                <a:lnTo>
                  <a:pt x="101641" y="506887"/>
                </a:lnTo>
                <a:lnTo>
                  <a:pt x="102456" y="511760"/>
                </a:lnTo>
                <a:lnTo>
                  <a:pt x="103495" y="516634"/>
                </a:lnTo>
                <a:lnTo>
                  <a:pt x="104788" y="521508"/>
                </a:lnTo>
                <a:lnTo>
                  <a:pt x="106361" y="526382"/>
                </a:lnTo>
                <a:lnTo>
                  <a:pt x="108231" y="531256"/>
                </a:lnTo>
                <a:lnTo>
                  <a:pt x="110397" y="536130"/>
                </a:lnTo>
                <a:lnTo>
                  <a:pt x="112837" y="541004"/>
                </a:lnTo>
                <a:lnTo>
                  <a:pt x="115502" y="545878"/>
                </a:lnTo>
                <a:lnTo>
                  <a:pt x="118313" y="550752"/>
                </a:lnTo>
                <a:lnTo>
                  <a:pt x="121166" y="555626"/>
                </a:lnTo>
                <a:lnTo>
                  <a:pt x="123932" y="560500"/>
                </a:lnTo>
                <a:lnTo>
                  <a:pt x="126467" y="565373"/>
                </a:lnTo>
                <a:lnTo>
                  <a:pt x="128628" y="570247"/>
                </a:lnTo>
                <a:lnTo>
                  <a:pt x="130281" y="575121"/>
                </a:lnTo>
                <a:lnTo>
                  <a:pt x="131319" y="579995"/>
                </a:lnTo>
                <a:lnTo>
                  <a:pt x="131673" y="584869"/>
                </a:lnTo>
                <a:lnTo>
                  <a:pt x="131673" y="584869"/>
                </a:lnTo>
                <a:close/>
              </a:path>
            </a:pathLst>
          </a:custGeom>
          <a:solidFill>
            <a:srgbClr val="00878B">
              <a:alpha val="12000"/>
            </a:srgbClr>
          </a:solidFill>
          <a:ln w="6985">
            <a:solidFill>
              <a:srgbClr val="00878B">
                <a:alpha val="12000"/>
              </a:srgbClr>
            </a:solidFill>
            <a:prstDash val="solid"/>
          </a:ln>
        </p:spPr>
      </p:sp>
      <p:sp>
        <p:nvSpPr>
          <p:cNvPr id="3421" name="03_assume_matched_8718">
            <a:extLst>
              <a:ext uri="{FF2B5EF4-FFF2-40B4-BE49-F238E27FC236}">
                <a16:creationId xmlns:a16="http://schemas.microsoft.com/office/drawing/2014/main" id="{4E8004DC-1B6D-4E33-9614-660E5CD8E103}"/>
              </a:ext>
            </a:extLst>
          </p:cNvPr>
          <p:cNvSpPr>
            <a:spLocks noGrp="1"/>
          </p:cNvSpPr>
          <p:nvPr/>
        </p:nvSpPr>
        <p:spPr>
          <a:xfrm>
            <a:off x="2956082" y="7182408"/>
            <a:ext cx="196140" cy="584869"/>
          </a:xfrm>
          <a:custGeom>
            <a:avLst/>
            <a:gdLst/>
            <a:ahLst/>
            <a:cxnLst/>
            <a:rect l="0" t="0" r="0" b="0"/>
            <a:pathLst>
              <a:path w="196140" h="584869">
                <a:moveTo>
                  <a:pt x="131673" y="584869"/>
                </a:moveTo>
                <a:lnTo>
                  <a:pt x="64467" y="584869"/>
                </a:lnTo>
                <a:lnTo>
                  <a:pt x="64821" y="579995"/>
                </a:lnTo>
                <a:lnTo>
                  <a:pt x="65860" y="575121"/>
                </a:lnTo>
                <a:lnTo>
                  <a:pt x="67512" y="570247"/>
                </a:lnTo>
                <a:lnTo>
                  <a:pt x="69673" y="565373"/>
                </a:lnTo>
                <a:lnTo>
                  <a:pt x="72208" y="560500"/>
                </a:lnTo>
                <a:lnTo>
                  <a:pt x="74974" y="555626"/>
                </a:lnTo>
                <a:lnTo>
                  <a:pt x="77827" y="550752"/>
                </a:lnTo>
                <a:lnTo>
                  <a:pt x="80639" y="545878"/>
                </a:lnTo>
                <a:lnTo>
                  <a:pt x="83303" y="541004"/>
                </a:lnTo>
                <a:lnTo>
                  <a:pt x="85743" y="536130"/>
                </a:lnTo>
                <a:lnTo>
                  <a:pt x="87909" y="531256"/>
                </a:lnTo>
                <a:lnTo>
                  <a:pt x="89779" y="526382"/>
                </a:lnTo>
                <a:lnTo>
                  <a:pt x="91352" y="521508"/>
                </a:lnTo>
                <a:lnTo>
                  <a:pt x="92646" y="516634"/>
                </a:lnTo>
                <a:lnTo>
                  <a:pt x="93684" y="511760"/>
                </a:lnTo>
                <a:lnTo>
                  <a:pt x="94499" y="506887"/>
                </a:lnTo>
                <a:lnTo>
                  <a:pt x="95122" y="502013"/>
                </a:lnTo>
                <a:lnTo>
                  <a:pt x="95580" y="497139"/>
                </a:lnTo>
                <a:lnTo>
                  <a:pt x="95900" y="492265"/>
                </a:lnTo>
                <a:lnTo>
                  <a:pt x="96101" y="487391"/>
                </a:lnTo>
                <a:lnTo>
                  <a:pt x="96201" y="482517"/>
                </a:lnTo>
                <a:lnTo>
                  <a:pt x="96213" y="477643"/>
                </a:lnTo>
                <a:lnTo>
                  <a:pt x="96149" y="472769"/>
                </a:lnTo>
                <a:lnTo>
                  <a:pt x="96020" y="467895"/>
                </a:lnTo>
                <a:lnTo>
                  <a:pt x="95834" y="463021"/>
                </a:lnTo>
                <a:lnTo>
                  <a:pt x="95601" y="458147"/>
                </a:lnTo>
                <a:lnTo>
                  <a:pt x="95329" y="453274"/>
                </a:lnTo>
                <a:lnTo>
                  <a:pt x="95025" y="448400"/>
                </a:lnTo>
                <a:lnTo>
                  <a:pt x="94696" y="443526"/>
                </a:lnTo>
                <a:lnTo>
                  <a:pt x="94351" y="438652"/>
                </a:lnTo>
                <a:lnTo>
                  <a:pt x="93996" y="433778"/>
                </a:lnTo>
                <a:lnTo>
                  <a:pt x="93640" y="428904"/>
                </a:lnTo>
                <a:lnTo>
                  <a:pt x="93294" y="424030"/>
                </a:lnTo>
                <a:lnTo>
                  <a:pt x="92968" y="419156"/>
                </a:lnTo>
                <a:lnTo>
                  <a:pt x="92676" y="414282"/>
                </a:lnTo>
                <a:lnTo>
                  <a:pt x="92432" y="409408"/>
                </a:lnTo>
                <a:lnTo>
                  <a:pt x="92250" y="404534"/>
                </a:lnTo>
                <a:lnTo>
                  <a:pt x="92142" y="399661"/>
                </a:lnTo>
                <a:lnTo>
                  <a:pt x="92117" y="394787"/>
                </a:lnTo>
                <a:lnTo>
                  <a:pt x="92181" y="389913"/>
                </a:lnTo>
                <a:lnTo>
                  <a:pt x="92333" y="385039"/>
                </a:lnTo>
                <a:lnTo>
                  <a:pt x="92567" y="380165"/>
                </a:lnTo>
                <a:lnTo>
                  <a:pt x="92870" y="375291"/>
                </a:lnTo>
                <a:lnTo>
                  <a:pt x="93228" y="370417"/>
                </a:lnTo>
                <a:lnTo>
                  <a:pt x="93622" y="365543"/>
                </a:lnTo>
                <a:lnTo>
                  <a:pt x="94032" y="360669"/>
                </a:lnTo>
                <a:lnTo>
                  <a:pt x="94441" y="355795"/>
                </a:lnTo>
                <a:lnTo>
                  <a:pt x="94834" y="350921"/>
                </a:lnTo>
                <a:lnTo>
                  <a:pt x="95199" y="346048"/>
                </a:lnTo>
                <a:lnTo>
                  <a:pt x="95529" y="341174"/>
                </a:lnTo>
                <a:lnTo>
                  <a:pt x="95824" y="336300"/>
                </a:lnTo>
                <a:lnTo>
                  <a:pt x="96083" y="331426"/>
                </a:lnTo>
                <a:lnTo>
                  <a:pt x="96311" y="326552"/>
                </a:lnTo>
                <a:lnTo>
                  <a:pt x="96513" y="321678"/>
                </a:lnTo>
                <a:lnTo>
                  <a:pt x="96693" y="316804"/>
                </a:lnTo>
                <a:lnTo>
                  <a:pt x="96857" y="311930"/>
                </a:lnTo>
                <a:lnTo>
                  <a:pt x="97009" y="307056"/>
                </a:lnTo>
                <a:lnTo>
                  <a:pt x="97150" y="302182"/>
                </a:lnTo>
                <a:lnTo>
                  <a:pt x="97282" y="297308"/>
                </a:lnTo>
                <a:lnTo>
                  <a:pt x="97405" y="292435"/>
                </a:lnTo>
                <a:lnTo>
                  <a:pt x="97517" y="287561"/>
                </a:lnTo>
                <a:lnTo>
                  <a:pt x="97619" y="282687"/>
                </a:lnTo>
                <a:lnTo>
                  <a:pt x="97708" y="277813"/>
                </a:lnTo>
                <a:lnTo>
                  <a:pt x="97786" y="272939"/>
                </a:lnTo>
                <a:lnTo>
                  <a:pt x="97851" y="268065"/>
                </a:lnTo>
                <a:lnTo>
                  <a:pt x="97903" y="263191"/>
                </a:lnTo>
                <a:lnTo>
                  <a:pt x="97944" y="258317"/>
                </a:lnTo>
                <a:lnTo>
                  <a:pt x="97975" y="253443"/>
                </a:lnTo>
                <a:lnTo>
                  <a:pt x="97996" y="248569"/>
                </a:lnTo>
                <a:lnTo>
                  <a:pt x="98007" y="243695"/>
                </a:lnTo>
                <a:lnTo>
                  <a:pt x="98009" y="238822"/>
                </a:lnTo>
                <a:lnTo>
                  <a:pt x="98000" y="233948"/>
                </a:lnTo>
                <a:lnTo>
                  <a:pt x="97982" y="229074"/>
                </a:lnTo>
                <a:lnTo>
                  <a:pt x="97950" y="224200"/>
                </a:lnTo>
                <a:lnTo>
                  <a:pt x="97905" y="219326"/>
                </a:lnTo>
                <a:lnTo>
                  <a:pt x="97842" y="214452"/>
                </a:lnTo>
                <a:lnTo>
                  <a:pt x="97759" y="209578"/>
                </a:lnTo>
                <a:lnTo>
                  <a:pt x="97653" y="204704"/>
                </a:lnTo>
                <a:lnTo>
                  <a:pt x="97523" y="199830"/>
                </a:lnTo>
                <a:lnTo>
                  <a:pt x="97367" y="194956"/>
                </a:lnTo>
                <a:lnTo>
                  <a:pt x="97187" y="190082"/>
                </a:lnTo>
                <a:lnTo>
                  <a:pt x="96982" y="185209"/>
                </a:lnTo>
                <a:lnTo>
                  <a:pt x="96759" y="180335"/>
                </a:lnTo>
                <a:lnTo>
                  <a:pt x="96523" y="175461"/>
                </a:lnTo>
                <a:lnTo>
                  <a:pt x="96282" y="170587"/>
                </a:lnTo>
                <a:lnTo>
                  <a:pt x="96046" y="165713"/>
                </a:lnTo>
                <a:lnTo>
                  <a:pt x="95824" y="160839"/>
                </a:lnTo>
                <a:lnTo>
                  <a:pt x="95628" y="155965"/>
                </a:lnTo>
                <a:lnTo>
                  <a:pt x="95467" y="151091"/>
                </a:lnTo>
                <a:lnTo>
                  <a:pt x="95348" y="146217"/>
                </a:lnTo>
                <a:lnTo>
                  <a:pt x="95277" y="141343"/>
                </a:lnTo>
                <a:lnTo>
                  <a:pt x="95257" y="136469"/>
                </a:lnTo>
                <a:lnTo>
                  <a:pt x="95284" y="131596"/>
                </a:lnTo>
                <a:lnTo>
                  <a:pt x="95352" y="126722"/>
                </a:lnTo>
                <a:lnTo>
                  <a:pt x="95452" y="121848"/>
                </a:lnTo>
                <a:lnTo>
                  <a:pt x="95565" y="116974"/>
                </a:lnTo>
                <a:lnTo>
                  <a:pt x="95670" y="112100"/>
                </a:lnTo>
                <a:lnTo>
                  <a:pt x="95735" y="107226"/>
                </a:lnTo>
                <a:lnTo>
                  <a:pt x="95722" y="102352"/>
                </a:lnTo>
                <a:lnTo>
                  <a:pt x="95577" y="97478"/>
                </a:lnTo>
                <a:lnTo>
                  <a:pt x="95238" y="92604"/>
                </a:lnTo>
                <a:lnTo>
                  <a:pt x="94624" y="87730"/>
                </a:lnTo>
                <a:lnTo>
                  <a:pt x="93639" y="82856"/>
                </a:lnTo>
                <a:lnTo>
                  <a:pt x="92172" y="77983"/>
                </a:lnTo>
                <a:lnTo>
                  <a:pt x="90101" y="73109"/>
                </a:lnTo>
                <a:lnTo>
                  <a:pt x="87299" y="68235"/>
                </a:lnTo>
                <a:lnTo>
                  <a:pt x="83647" y="63361"/>
                </a:lnTo>
                <a:lnTo>
                  <a:pt x="79046" y="58487"/>
                </a:lnTo>
                <a:lnTo>
                  <a:pt x="73438" y="53613"/>
                </a:lnTo>
                <a:lnTo>
                  <a:pt x="66823" y="48739"/>
                </a:lnTo>
                <a:lnTo>
                  <a:pt x="59278" y="43865"/>
                </a:lnTo>
                <a:lnTo>
                  <a:pt x="50966" y="38991"/>
                </a:lnTo>
                <a:lnTo>
                  <a:pt x="42148" y="34117"/>
                </a:lnTo>
                <a:lnTo>
                  <a:pt x="33170" y="29243"/>
                </a:lnTo>
                <a:lnTo>
                  <a:pt x="24449" y="24370"/>
                </a:lnTo>
                <a:lnTo>
                  <a:pt x="16445" y="19496"/>
                </a:lnTo>
                <a:lnTo>
                  <a:pt x="9621" y="14622"/>
                </a:lnTo>
                <a:lnTo>
                  <a:pt x="4399" y="9748"/>
                </a:lnTo>
                <a:lnTo>
                  <a:pt x="1119" y="4874"/>
                </a:lnTo>
                <a:lnTo>
                  <a:pt x="0" y="0"/>
                </a:lnTo>
                <a:lnTo>
                  <a:pt x="196140" y="0"/>
                </a:lnTo>
                <a:lnTo>
                  <a:pt x="196140" y="0"/>
                </a:lnTo>
                <a:lnTo>
                  <a:pt x="195022" y="4874"/>
                </a:lnTo>
                <a:lnTo>
                  <a:pt x="191741" y="9748"/>
                </a:lnTo>
                <a:lnTo>
                  <a:pt x="186519" y="14622"/>
                </a:lnTo>
                <a:lnTo>
                  <a:pt x="179695" y="19496"/>
                </a:lnTo>
                <a:lnTo>
                  <a:pt x="171692" y="24370"/>
                </a:lnTo>
                <a:lnTo>
                  <a:pt x="162971" y="29243"/>
                </a:lnTo>
                <a:lnTo>
                  <a:pt x="153992" y="34117"/>
                </a:lnTo>
                <a:lnTo>
                  <a:pt x="145174" y="38991"/>
                </a:lnTo>
                <a:lnTo>
                  <a:pt x="136863" y="43865"/>
                </a:lnTo>
                <a:lnTo>
                  <a:pt x="129317" y="48739"/>
                </a:lnTo>
                <a:lnTo>
                  <a:pt x="122703" y="53613"/>
                </a:lnTo>
                <a:lnTo>
                  <a:pt x="117095" y="58487"/>
                </a:lnTo>
                <a:lnTo>
                  <a:pt x="112494" y="63361"/>
                </a:lnTo>
                <a:lnTo>
                  <a:pt x="108841" y="68235"/>
                </a:lnTo>
                <a:lnTo>
                  <a:pt x="106039" y="73109"/>
                </a:lnTo>
                <a:lnTo>
                  <a:pt x="103968" y="77983"/>
                </a:lnTo>
                <a:lnTo>
                  <a:pt x="102501" y="82856"/>
                </a:lnTo>
                <a:lnTo>
                  <a:pt x="101516" y="87730"/>
                </a:lnTo>
                <a:lnTo>
                  <a:pt x="100902" y="92604"/>
                </a:lnTo>
                <a:lnTo>
                  <a:pt x="100563" y="97478"/>
                </a:lnTo>
                <a:lnTo>
                  <a:pt x="100419" y="102352"/>
                </a:lnTo>
                <a:lnTo>
                  <a:pt x="100405" y="107226"/>
                </a:lnTo>
                <a:lnTo>
                  <a:pt x="100470" y="112100"/>
                </a:lnTo>
                <a:lnTo>
                  <a:pt x="100575" y="116974"/>
                </a:lnTo>
                <a:lnTo>
                  <a:pt x="100689" y="121848"/>
                </a:lnTo>
                <a:lnTo>
                  <a:pt x="100788" y="126722"/>
                </a:lnTo>
                <a:lnTo>
                  <a:pt x="100857" y="131596"/>
                </a:lnTo>
                <a:lnTo>
                  <a:pt x="100884" y="136469"/>
                </a:lnTo>
                <a:lnTo>
                  <a:pt x="100863" y="141343"/>
                </a:lnTo>
                <a:lnTo>
                  <a:pt x="100792" y="146217"/>
                </a:lnTo>
                <a:lnTo>
                  <a:pt x="100674" y="151091"/>
                </a:lnTo>
                <a:lnTo>
                  <a:pt x="100512" y="155965"/>
                </a:lnTo>
                <a:lnTo>
                  <a:pt x="100316" y="160839"/>
                </a:lnTo>
                <a:lnTo>
                  <a:pt x="100095" y="165713"/>
                </a:lnTo>
                <a:lnTo>
                  <a:pt x="99858" y="170587"/>
                </a:lnTo>
                <a:lnTo>
                  <a:pt x="99617" y="175461"/>
                </a:lnTo>
                <a:lnTo>
                  <a:pt x="99381" y="180335"/>
                </a:lnTo>
                <a:lnTo>
                  <a:pt x="99158" y="185209"/>
                </a:lnTo>
                <a:lnTo>
                  <a:pt x="98954" y="190082"/>
                </a:lnTo>
                <a:lnTo>
                  <a:pt x="98773" y="194956"/>
                </a:lnTo>
                <a:lnTo>
                  <a:pt x="98617" y="199830"/>
                </a:lnTo>
                <a:lnTo>
                  <a:pt x="98487" y="204704"/>
                </a:lnTo>
                <a:lnTo>
                  <a:pt x="98382" y="209578"/>
                </a:lnTo>
                <a:lnTo>
                  <a:pt x="98299" y="214452"/>
                </a:lnTo>
                <a:lnTo>
                  <a:pt x="98236" y="219326"/>
                </a:lnTo>
                <a:lnTo>
                  <a:pt x="98190" y="224200"/>
                </a:lnTo>
                <a:lnTo>
                  <a:pt x="98159" y="229074"/>
                </a:lnTo>
                <a:lnTo>
                  <a:pt x="98140" y="233948"/>
                </a:lnTo>
                <a:lnTo>
                  <a:pt x="98132" y="238822"/>
                </a:lnTo>
                <a:lnTo>
                  <a:pt x="98134" y="243695"/>
                </a:lnTo>
                <a:lnTo>
                  <a:pt x="98145" y="248569"/>
                </a:lnTo>
                <a:lnTo>
                  <a:pt x="98165" y="253443"/>
                </a:lnTo>
                <a:lnTo>
                  <a:pt x="98196" y="258317"/>
                </a:lnTo>
                <a:lnTo>
                  <a:pt x="98237" y="263191"/>
                </a:lnTo>
                <a:lnTo>
                  <a:pt x="98290" y="268065"/>
                </a:lnTo>
                <a:lnTo>
                  <a:pt x="98355" y="272939"/>
                </a:lnTo>
                <a:lnTo>
                  <a:pt x="98432" y="277813"/>
                </a:lnTo>
                <a:lnTo>
                  <a:pt x="98522" y="282687"/>
                </a:lnTo>
                <a:lnTo>
                  <a:pt x="98623" y="287561"/>
                </a:lnTo>
                <a:lnTo>
                  <a:pt x="98735" y="292435"/>
                </a:lnTo>
                <a:lnTo>
                  <a:pt x="98858" y="297308"/>
                </a:lnTo>
                <a:lnTo>
                  <a:pt x="98990" y="302182"/>
                </a:lnTo>
                <a:lnTo>
                  <a:pt x="99131" y="307056"/>
                </a:lnTo>
                <a:lnTo>
                  <a:pt x="99283" y="311930"/>
                </a:lnTo>
                <a:lnTo>
                  <a:pt x="99447" y="316804"/>
                </a:lnTo>
                <a:lnTo>
                  <a:pt x="99628" y="321678"/>
                </a:lnTo>
                <a:lnTo>
                  <a:pt x="99829" y="326552"/>
                </a:lnTo>
                <a:lnTo>
                  <a:pt x="100057" y="331426"/>
                </a:lnTo>
                <a:lnTo>
                  <a:pt x="100316" y="336300"/>
                </a:lnTo>
                <a:lnTo>
                  <a:pt x="100611" y="341174"/>
                </a:lnTo>
                <a:lnTo>
                  <a:pt x="100942" y="346048"/>
                </a:lnTo>
                <a:lnTo>
                  <a:pt x="101307" y="350921"/>
                </a:lnTo>
                <a:lnTo>
                  <a:pt x="101699" y="355795"/>
                </a:lnTo>
                <a:lnTo>
                  <a:pt x="102108" y="360669"/>
                </a:lnTo>
                <a:lnTo>
                  <a:pt x="102518" y="365543"/>
                </a:lnTo>
                <a:lnTo>
                  <a:pt x="102912" y="370417"/>
                </a:lnTo>
                <a:lnTo>
                  <a:pt x="103270" y="375291"/>
                </a:lnTo>
                <a:lnTo>
                  <a:pt x="103574" y="380165"/>
                </a:lnTo>
                <a:lnTo>
                  <a:pt x="103807" y="385039"/>
                </a:lnTo>
                <a:lnTo>
                  <a:pt x="103959" y="389913"/>
                </a:lnTo>
                <a:lnTo>
                  <a:pt x="104023" y="394787"/>
                </a:lnTo>
                <a:lnTo>
                  <a:pt x="103998" y="399661"/>
                </a:lnTo>
                <a:lnTo>
                  <a:pt x="103890" y="404534"/>
                </a:lnTo>
                <a:lnTo>
                  <a:pt x="103708" y="409408"/>
                </a:lnTo>
                <a:lnTo>
                  <a:pt x="103464" y="414282"/>
                </a:lnTo>
                <a:lnTo>
                  <a:pt x="103172" y="419156"/>
                </a:lnTo>
                <a:lnTo>
                  <a:pt x="102847" y="424030"/>
                </a:lnTo>
                <a:lnTo>
                  <a:pt x="102500" y="428904"/>
                </a:lnTo>
                <a:lnTo>
                  <a:pt x="102144" y="433778"/>
                </a:lnTo>
                <a:lnTo>
                  <a:pt x="101790" y="438652"/>
                </a:lnTo>
                <a:lnTo>
                  <a:pt x="101444" y="443526"/>
                </a:lnTo>
                <a:lnTo>
                  <a:pt x="101116" y="448400"/>
                </a:lnTo>
                <a:lnTo>
                  <a:pt x="100812" y="453274"/>
                </a:lnTo>
                <a:lnTo>
                  <a:pt x="100539" y="458147"/>
                </a:lnTo>
                <a:lnTo>
                  <a:pt x="100306" y="463021"/>
                </a:lnTo>
                <a:lnTo>
                  <a:pt x="100121" y="467895"/>
                </a:lnTo>
                <a:lnTo>
                  <a:pt x="99991" y="472769"/>
                </a:lnTo>
                <a:lnTo>
                  <a:pt x="99927" y="477643"/>
                </a:lnTo>
                <a:lnTo>
                  <a:pt x="99940" y="482517"/>
                </a:lnTo>
                <a:lnTo>
                  <a:pt x="100039" y="487391"/>
                </a:lnTo>
                <a:lnTo>
                  <a:pt x="100240" y="492265"/>
                </a:lnTo>
                <a:lnTo>
                  <a:pt x="100560" y="497139"/>
                </a:lnTo>
                <a:lnTo>
                  <a:pt x="101018" y="502013"/>
                </a:lnTo>
                <a:lnTo>
                  <a:pt x="101641" y="506887"/>
                </a:lnTo>
                <a:lnTo>
                  <a:pt x="102456" y="511760"/>
                </a:lnTo>
                <a:lnTo>
                  <a:pt x="103495" y="516634"/>
                </a:lnTo>
                <a:lnTo>
                  <a:pt x="104788" y="521508"/>
                </a:lnTo>
                <a:lnTo>
                  <a:pt x="106361" y="526382"/>
                </a:lnTo>
                <a:lnTo>
                  <a:pt x="108231" y="531256"/>
                </a:lnTo>
                <a:lnTo>
                  <a:pt x="110397" y="536130"/>
                </a:lnTo>
                <a:lnTo>
                  <a:pt x="112837" y="541004"/>
                </a:lnTo>
                <a:lnTo>
                  <a:pt x="115502" y="545878"/>
                </a:lnTo>
                <a:lnTo>
                  <a:pt x="118313" y="550752"/>
                </a:lnTo>
                <a:lnTo>
                  <a:pt x="121167" y="555626"/>
                </a:lnTo>
                <a:lnTo>
                  <a:pt x="123932" y="560500"/>
                </a:lnTo>
                <a:lnTo>
                  <a:pt x="126467" y="565373"/>
                </a:lnTo>
                <a:lnTo>
                  <a:pt x="128628" y="570247"/>
                </a:lnTo>
                <a:lnTo>
                  <a:pt x="130281" y="575121"/>
                </a:lnTo>
                <a:lnTo>
                  <a:pt x="131319" y="579995"/>
                </a:lnTo>
                <a:lnTo>
                  <a:pt x="131673" y="584869"/>
                </a:lnTo>
                <a:lnTo>
                  <a:pt x="131673" y="584869"/>
                </a:lnTo>
                <a:close/>
              </a:path>
            </a:pathLst>
          </a:custGeom>
          <a:solidFill>
            <a:srgbClr val="00878B">
              <a:alpha val="12000"/>
            </a:srgbClr>
          </a:solidFill>
          <a:ln w="6985">
            <a:solidFill>
              <a:srgbClr val="00878B">
                <a:alpha val="12000"/>
              </a:srgbClr>
            </a:solidFill>
            <a:prstDash val="solid"/>
          </a:ln>
        </p:spPr>
      </p:sp>
      <p:sp>
        <p:nvSpPr>
          <p:cNvPr id="3422" name="03_assume_matched_8719">
            <a:extLst>
              <a:ext uri="{FF2B5EF4-FFF2-40B4-BE49-F238E27FC236}">
                <a16:creationId xmlns:a16="http://schemas.microsoft.com/office/drawing/2014/main" id="{505C10A3-3B50-4335-8D29-E005DD6236D2}"/>
              </a:ext>
            </a:extLst>
          </p:cNvPr>
          <p:cNvSpPr>
            <a:spLocks noGrp="1"/>
          </p:cNvSpPr>
          <p:nvPr/>
        </p:nvSpPr>
        <p:spPr>
          <a:xfrm>
            <a:off x="790996"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3" name="text_8720">
            <a:extLst>
              <a:ext uri="{FF2B5EF4-FFF2-40B4-BE49-F238E27FC236}">
                <a16:creationId xmlns:a16="http://schemas.microsoft.com/office/drawing/2014/main" id="{96E3FB88-D5D7-4EF1-8984-A9F8858C5FC4}"/>
              </a:ext>
            </a:extLst>
          </p:cNvPr>
          <p:cNvSpPr>
            <a:spLocks noGrp="1"/>
          </p:cNvSpPr>
          <p:nvPr/>
        </p:nvSpPr>
        <p:spPr>
          <a:xfrm>
            <a:off x="765222" y="786583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3424" name="03_assume_matched_8721">
            <a:extLst>
              <a:ext uri="{FF2B5EF4-FFF2-40B4-BE49-F238E27FC236}">
                <a16:creationId xmlns:a16="http://schemas.microsoft.com/office/drawing/2014/main" id="{57110216-9134-47EC-9C9F-E6227D6C4B61}"/>
              </a:ext>
            </a:extLst>
          </p:cNvPr>
          <p:cNvSpPr>
            <a:spLocks noGrp="1"/>
          </p:cNvSpPr>
          <p:nvPr/>
        </p:nvSpPr>
        <p:spPr>
          <a:xfrm>
            <a:off x="1168189"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5" name="text_8722">
            <a:extLst>
              <a:ext uri="{FF2B5EF4-FFF2-40B4-BE49-F238E27FC236}">
                <a16:creationId xmlns:a16="http://schemas.microsoft.com/office/drawing/2014/main" id="{00A17A4D-089A-48A1-A10B-CB47CA8E0469}"/>
              </a:ext>
            </a:extLst>
          </p:cNvPr>
          <p:cNvSpPr>
            <a:spLocks noGrp="1"/>
          </p:cNvSpPr>
          <p:nvPr/>
        </p:nvSpPr>
        <p:spPr>
          <a:xfrm>
            <a:off x="1116641" y="786583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3426" name="03_assume_matched_8723">
            <a:extLst>
              <a:ext uri="{FF2B5EF4-FFF2-40B4-BE49-F238E27FC236}">
                <a16:creationId xmlns:a16="http://schemas.microsoft.com/office/drawing/2014/main" id="{62C5B017-AFEC-44BA-AB73-FDAC744334E0}"/>
              </a:ext>
            </a:extLst>
          </p:cNvPr>
          <p:cNvSpPr>
            <a:spLocks noGrp="1"/>
          </p:cNvSpPr>
          <p:nvPr/>
        </p:nvSpPr>
        <p:spPr>
          <a:xfrm>
            <a:off x="1545382"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7" name="text_8724">
            <a:extLst>
              <a:ext uri="{FF2B5EF4-FFF2-40B4-BE49-F238E27FC236}">
                <a16:creationId xmlns:a16="http://schemas.microsoft.com/office/drawing/2014/main" id="{CE9B08FC-9AD3-4BAA-B708-57DACBBBDD61}"/>
              </a:ext>
            </a:extLst>
          </p:cNvPr>
          <p:cNvSpPr>
            <a:spLocks noGrp="1"/>
          </p:cNvSpPr>
          <p:nvPr/>
        </p:nvSpPr>
        <p:spPr>
          <a:xfrm>
            <a:off x="1468060"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3428" name="03_assume_matched_8725">
            <a:extLst>
              <a:ext uri="{FF2B5EF4-FFF2-40B4-BE49-F238E27FC236}">
                <a16:creationId xmlns:a16="http://schemas.microsoft.com/office/drawing/2014/main" id="{476DAA22-B2CD-40BF-86D0-A04BCC5736AE}"/>
              </a:ext>
            </a:extLst>
          </p:cNvPr>
          <p:cNvSpPr>
            <a:spLocks noGrp="1"/>
          </p:cNvSpPr>
          <p:nvPr/>
        </p:nvSpPr>
        <p:spPr>
          <a:xfrm>
            <a:off x="2299768"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9" name="text_8726">
            <a:extLst>
              <a:ext uri="{FF2B5EF4-FFF2-40B4-BE49-F238E27FC236}">
                <a16:creationId xmlns:a16="http://schemas.microsoft.com/office/drawing/2014/main" id="{4BD23CFF-132D-4FAD-836D-D3B9DCDD29D1}"/>
              </a:ext>
            </a:extLst>
          </p:cNvPr>
          <p:cNvSpPr>
            <a:spLocks noGrp="1"/>
          </p:cNvSpPr>
          <p:nvPr/>
        </p:nvSpPr>
        <p:spPr>
          <a:xfrm>
            <a:off x="2222446"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200</a:t>
            </a:r>
          </a:p>
        </p:txBody>
      </p:sp>
      <p:sp>
        <p:nvSpPr>
          <p:cNvPr id="3430" name="03_assume_matched_8727">
            <a:extLst>
              <a:ext uri="{FF2B5EF4-FFF2-40B4-BE49-F238E27FC236}">
                <a16:creationId xmlns:a16="http://schemas.microsoft.com/office/drawing/2014/main" id="{8711263A-A14E-4F3F-B9BC-044A708C7D42}"/>
              </a:ext>
            </a:extLst>
          </p:cNvPr>
          <p:cNvSpPr>
            <a:spLocks noGrp="1"/>
          </p:cNvSpPr>
          <p:nvPr/>
        </p:nvSpPr>
        <p:spPr>
          <a:xfrm>
            <a:off x="3054153"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31" name="text_8728">
            <a:extLst>
              <a:ext uri="{FF2B5EF4-FFF2-40B4-BE49-F238E27FC236}">
                <a16:creationId xmlns:a16="http://schemas.microsoft.com/office/drawing/2014/main" id="{156CAAB2-BB32-4CE9-A772-D417E45951BC}"/>
              </a:ext>
            </a:extLst>
          </p:cNvPr>
          <p:cNvSpPr>
            <a:spLocks noGrp="1"/>
          </p:cNvSpPr>
          <p:nvPr/>
        </p:nvSpPr>
        <p:spPr>
          <a:xfrm>
            <a:off x="2976832"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300</a:t>
            </a:r>
          </a:p>
        </p:txBody>
      </p:sp>
      <p:sp>
        <p:nvSpPr>
          <p:cNvPr id="3432" name="text_8729">
            <a:extLst>
              <a:ext uri="{FF2B5EF4-FFF2-40B4-BE49-F238E27FC236}">
                <a16:creationId xmlns:a16="http://schemas.microsoft.com/office/drawing/2014/main" id="{410D2835-4F43-46F4-93C9-F43FBAA66D82}"/>
              </a:ext>
            </a:extLst>
          </p:cNvPr>
          <p:cNvSpPr>
            <a:spLocks noGrp="1"/>
          </p:cNvSpPr>
          <p:nvPr/>
        </p:nvSpPr>
        <p:spPr>
          <a:xfrm>
            <a:off x="1360853" y="8002004"/>
            <a:ext cx="1271930"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stStyle>
          <a:p>
            <a:pPr algn="l">
              <a:defRPr sz="800" b="0">
                <a:solidFill>
                  <a:srgbClr val="273744"/>
                </a:solidFill>
                <a:latin typeface="Arial"/>
                <a:ea typeface="Arial"/>
                <a:cs typeface="Arial"/>
              </a:defRPr>
            </a:pPr>
            <a:r>
              <a:rPr sz="800">
                <a:solidFill>
                  <a:srgbClr val="273744"/>
                </a:solidFill>
                <a:latin typeface="Arial"/>
                <a:ea typeface="Arial"/>
                <a:cs typeface="Arial"/>
              </a:rPr>
              <a:t>Relative attempt budget (%)</a:t>
            </a:r>
          </a:p>
        </p:txBody>
      </p:sp>
      <p:sp>
        <p:nvSpPr>
          <p:cNvPr id="3433" name="03_assume_matched_8730">
            <a:extLst>
              <a:ext uri="{FF2B5EF4-FFF2-40B4-BE49-F238E27FC236}">
                <a16:creationId xmlns:a16="http://schemas.microsoft.com/office/drawing/2014/main" id="{66E3F15D-7501-45EA-AF10-FCC00B8BB212}"/>
              </a:ext>
            </a:extLst>
          </p:cNvPr>
          <p:cNvSpPr>
            <a:spLocks noGrp="1"/>
          </p:cNvSpPr>
          <p:nvPr/>
        </p:nvSpPr>
        <p:spPr>
          <a:xfrm>
            <a:off x="768364" y="776727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434" name="03_assume_matched_8731">
            <a:extLst>
              <a:ext uri="{FF2B5EF4-FFF2-40B4-BE49-F238E27FC236}">
                <a16:creationId xmlns:a16="http://schemas.microsoft.com/office/drawing/2014/main" id="{20147DB6-2222-4529-8B7F-BFC4EA9E0549}"/>
              </a:ext>
            </a:extLst>
          </p:cNvPr>
          <p:cNvSpPr>
            <a:spLocks noGrp="1"/>
          </p:cNvSpPr>
          <p:nvPr/>
        </p:nvSpPr>
        <p:spPr>
          <a:xfrm>
            <a:off x="730263" y="776727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435" name="text_8732">
            <a:extLst>
              <a:ext uri="{FF2B5EF4-FFF2-40B4-BE49-F238E27FC236}">
                <a16:creationId xmlns:a16="http://schemas.microsoft.com/office/drawing/2014/main" id="{91C11C4D-42D0-43DE-AD55-8B0D6FFAC0C7}"/>
              </a:ext>
            </a:extLst>
          </p:cNvPr>
          <p:cNvSpPr>
            <a:spLocks noGrp="1"/>
          </p:cNvSpPr>
          <p:nvPr/>
        </p:nvSpPr>
        <p:spPr>
          <a:xfrm>
            <a:off x="640617" y="7727216"/>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3436" name="03_assume_matched_8733">
            <a:extLst>
              <a:ext uri="{FF2B5EF4-FFF2-40B4-BE49-F238E27FC236}">
                <a16:creationId xmlns:a16="http://schemas.microsoft.com/office/drawing/2014/main" id="{F14A05A9-C887-4C70-A357-3DB595BD6FA8}"/>
              </a:ext>
            </a:extLst>
          </p:cNvPr>
          <p:cNvSpPr>
            <a:spLocks noGrp="1"/>
          </p:cNvSpPr>
          <p:nvPr/>
        </p:nvSpPr>
        <p:spPr>
          <a:xfrm>
            <a:off x="768364" y="747484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437" name="03_assume_matched_8734">
            <a:extLst>
              <a:ext uri="{FF2B5EF4-FFF2-40B4-BE49-F238E27FC236}">
                <a16:creationId xmlns:a16="http://schemas.microsoft.com/office/drawing/2014/main" id="{F65DB443-011B-4C3A-8F96-DCE8D090C56A}"/>
              </a:ext>
            </a:extLst>
          </p:cNvPr>
          <p:cNvSpPr>
            <a:spLocks noGrp="1"/>
          </p:cNvSpPr>
          <p:nvPr/>
        </p:nvSpPr>
        <p:spPr>
          <a:xfrm>
            <a:off x="730263" y="747484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438" name="text_8735">
            <a:extLst>
              <a:ext uri="{FF2B5EF4-FFF2-40B4-BE49-F238E27FC236}">
                <a16:creationId xmlns:a16="http://schemas.microsoft.com/office/drawing/2014/main" id="{EFB86877-7DE7-47DC-8B8C-FFF336B6A923}"/>
              </a:ext>
            </a:extLst>
          </p:cNvPr>
          <p:cNvSpPr>
            <a:spLocks noGrp="1"/>
          </p:cNvSpPr>
          <p:nvPr/>
        </p:nvSpPr>
        <p:spPr>
          <a:xfrm>
            <a:off x="589069" y="7434781"/>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3439" name="03_assume_matched_8736">
            <a:extLst>
              <a:ext uri="{FF2B5EF4-FFF2-40B4-BE49-F238E27FC236}">
                <a16:creationId xmlns:a16="http://schemas.microsoft.com/office/drawing/2014/main" id="{D6D3803D-48DE-473B-9AFA-BA85B76F9572}"/>
              </a:ext>
            </a:extLst>
          </p:cNvPr>
          <p:cNvSpPr>
            <a:spLocks noGrp="1"/>
          </p:cNvSpPr>
          <p:nvPr/>
        </p:nvSpPr>
        <p:spPr>
          <a:xfrm>
            <a:off x="768364" y="718240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440" name="03_assume_matched_8737">
            <a:extLst>
              <a:ext uri="{FF2B5EF4-FFF2-40B4-BE49-F238E27FC236}">
                <a16:creationId xmlns:a16="http://schemas.microsoft.com/office/drawing/2014/main" id="{5264A003-307E-473C-B25F-BE2459B45F8D}"/>
              </a:ext>
            </a:extLst>
          </p:cNvPr>
          <p:cNvSpPr>
            <a:spLocks noGrp="1"/>
          </p:cNvSpPr>
          <p:nvPr/>
        </p:nvSpPr>
        <p:spPr>
          <a:xfrm>
            <a:off x="730263" y="718240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441" name="text_8738">
            <a:extLst>
              <a:ext uri="{FF2B5EF4-FFF2-40B4-BE49-F238E27FC236}">
                <a16:creationId xmlns:a16="http://schemas.microsoft.com/office/drawing/2014/main" id="{85809E0D-1BCA-4F15-96E9-924219070566}"/>
              </a:ext>
            </a:extLst>
          </p:cNvPr>
          <p:cNvSpPr>
            <a:spLocks noGrp="1"/>
          </p:cNvSpPr>
          <p:nvPr/>
        </p:nvSpPr>
        <p:spPr>
          <a:xfrm>
            <a:off x="537523" y="714234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3442" name="text_8739">
            <a:extLst>
              <a:ext uri="{FF2B5EF4-FFF2-40B4-BE49-F238E27FC236}">
                <a16:creationId xmlns:a16="http://schemas.microsoft.com/office/drawing/2014/main" id="{4B0C082D-6E98-497A-91BB-67ACD6EE08DA}"/>
              </a:ext>
            </a:extLst>
          </p:cNvPr>
          <p:cNvSpPr>
            <a:spLocks noGrp="1"/>
          </p:cNvSpPr>
          <p:nvPr/>
        </p:nvSpPr>
        <p:spPr>
          <a:xfrm rot="-5400000">
            <a:off x="122797" y="7415312"/>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a:solidFill>
                  <a:srgbClr val="273744"/>
                </a:solidFill>
                <a:latin typeface="Arial"/>
                <a:ea typeface="Arial"/>
                <a:cs typeface="Arial"/>
              </a:rPr>
              <a:t>Completion (%)</a:t>
            </a:r>
          </a:p>
        </p:txBody>
      </p:sp>
      <p:sp>
        <p:nvSpPr>
          <p:cNvPr id="3443" name="03_assume_matched_8740">
            <a:extLst>
              <a:ext uri="{FF2B5EF4-FFF2-40B4-BE49-F238E27FC236}">
                <a16:creationId xmlns:a16="http://schemas.microsoft.com/office/drawing/2014/main" id="{BE1EC82E-6464-4710-BA49-37581601484E}"/>
              </a:ext>
            </a:extLst>
          </p:cNvPr>
          <p:cNvSpPr>
            <a:spLocks noGrp="1"/>
          </p:cNvSpPr>
          <p:nvPr/>
        </p:nvSpPr>
        <p:spPr>
          <a:xfrm>
            <a:off x="1205940" y="7460643"/>
            <a:ext cx="28398" cy="28398"/>
          </a:xfrm>
          <a:prstGeom prst="ellipse">
            <a:avLst/>
          </a:prstGeom>
          <a:solidFill>
            <a:srgbClr val="7F8C97">
              <a:alpha val="48000"/>
            </a:srgbClr>
          </a:solidFill>
          <a:ln w="0">
            <a:noFill/>
            <a:prstDash val="solid"/>
          </a:ln>
        </p:spPr>
      </p:sp>
      <p:sp>
        <p:nvSpPr>
          <p:cNvPr id="3444" name="03_assume_matched_8741">
            <a:extLst>
              <a:ext uri="{FF2B5EF4-FFF2-40B4-BE49-F238E27FC236}">
                <a16:creationId xmlns:a16="http://schemas.microsoft.com/office/drawing/2014/main" id="{461585B0-8FB6-40F3-ABA8-A9639E6DA0D2}"/>
              </a:ext>
            </a:extLst>
          </p:cNvPr>
          <p:cNvSpPr>
            <a:spLocks noGrp="1"/>
          </p:cNvSpPr>
          <p:nvPr/>
        </p:nvSpPr>
        <p:spPr>
          <a:xfrm>
            <a:off x="1194427" y="7753078"/>
            <a:ext cx="28398" cy="28398"/>
          </a:xfrm>
          <a:prstGeom prst="ellipse">
            <a:avLst/>
          </a:prstGeom>
          <a:solidFill>
            <a:srgbClr val="7F8C97">
              <a:alpha val="48000"/>
            </a:srgbClr>
          </a:solidFill>
          <a:ln w="0">
            <a:noFill/>
            <a:prstDash val="solid"/>
          </a:ln>
        </p:spPr>
      </p:sp>
      <p:sp>
        <p:nvSpPr>
          <p:cNvPr id="3445" name="03_assume_matched_8742">
            <a:extLst>
              <a:ext uri="{FF2B5EF4-FFF2-40B4-BE49-F238E27FC236}">
                <a16:creationId xmlns:a16="http://schemas.microsoft.com/office/drawing/2014/main" id="{F0CA14A7-CCBD-4D73-A364-4C0DCA2C7D79}"/>
              </a:ext>
            </a:extLst>
          </p:cNvPr>
          <p:cNvSpPr>
            <a:spLocks noGrp="1"/>
          </p:cNvSpPr>
          <p:nvPr/>
        </p:nvSpPr>
        <p:spPr>
          <a:xfrm>
            <a:off x="1137295" y="7753078"/>
            <a:ext cx="28398" cy="28398"/>
          </a:xfrm>
          <a:prstGeom prst="ellipse">
            <a:avLst/>
          </a:prstGeom>
          <a:solidFill>
            <a:srgbClr val="7F8C97">
              <a:alpha val="48000"/>
            </a:srgbClr>
          </a:solidFill>
          <a:ln w="0">
            <a:noFill/>
            <a:prstDash val="solid"/>
          </a:ln>
        </p:spPr>
      </p:sp>
      <p:sp>
        <p:nvSpPr>
          <p:cNvPr id="3446" name="03_assume_matched_8743">
            <a:extLst>
              <a:ext uri="{FF2B5EF4-FFF2-40B4-BE49-F238E27FC236}">
                <a16:creationId xmlns:a16="http://schemas.microsoft.com/office/drawing/2014/main" id="{B33E912D-D42A-45F3-A0DD-294E77A1A9B3}"/>
              </a:ext>
            </a:extLst>
          </p:cNvPr>
          <p:cNvSpPr>
            <a:spLocks noGrp="1"/>
          </p:cNvSpPr>
          <p:nvPr/>
        </p:nvSpPr>
        <p:spPr>
          <a:xfrm>
            <a:off x="1216157" y="7460643"/>
            <a:ext cx="28398" cy="28398"/>
          </a:xfrm>
          <a:prstGeom prst="ellipse">
            <a:avLst/>
          </a:prstGeom>
          <a:solidFill>
            <a:srgbClr val="7F8C97">
              <a:alpha val="48000"/>
            </a:srgbClr>
          </a:solidFill>
          <a:ln w="0">
            <a:noFill/>
            <a:prstDash val="solid"/>
          </a:ln>
        </p:spPr>
      </p:sp>
      <p:sp>
        <p:nvSpPr>
          <p:cNvPr id="3447" name="03_assume_matched_8744">
            <a:extLst>
              <a:ext uri="{FF2B5EF4-FFF2-40B4-BE49-F238E27FC236}">
                <a16:creationId xmlns:a16="http://schemas.microsoft.com/office/drawing/2014/main" id="{256AFC75-D135-404B-8987-17DE48915749}"/>
              </a:ext>
            </a:extLst>
          </p:cNvPr>
          <p:cNvSpPr>
            <a:spLocks noGrp="1"/>
          </p:cNvSpPr>
          <p:nvPr/>
        </p:nvSpPr>
        <p:spPr>
          <a:xfrm>
            <a:off x="1183922" y="7502419"/>
            <a:ext cx="28398" cy="28398"/>
          </a:xfrm>
          <a:prstGeom prst="ellipse">
            <a:avLst/>
          </a:prstGeom>
          <a:solidFill>
            <a:srgbClr val="7F8C97">
              <a:alpha val="48000"/>
            </a:srgbClr>
          </a:solidFill>
          <a:ln w="0">
            <a:noFill/>
            <a:prstDash val="solid"/>
          </a:ln>
        </p:spPr>
      </p:sp>
      <p:sp>
        <p:nvSpPr>
          <p:cNvPr id="3448" name="03_assume_matched_8745">
            <a:extLst>
              <a:ext uri="{FF2B5EF4-FFF2-40B4-BE49-F238E27FC236}">
                <a16:creationId xmlns:a16="http://schemas.microsoft.com/office/drawing/2014/main" id="{2FBF1F50-1340-4FD9-9CD4-B0F5DD6C91D4}"/>
              </a:ext>
            </a:extLst>
          </p:cNvPr>
          <p:cNvSpPr>
            <a:spLocks noGrp="1"/>
          </p:cNvSpPr>
          <p:nvPr/>
        </p:nvSpPr>
        <p:spPr>
          <a:xfrm>
            <a:off x="1088654" y="7487228"/>
            <a:ext cx="28398" cy="28398"/>
          </a:xfrm>
          <a:prstGeom prst="ellipse">
            <a:avLst/>
          </a:prstGeom>
          <a:solidFill>
            <a:srgbClr val="7F8C97">
              <a:alpha val="48000"/>
            </a:srgbClr>
          </a:solidFill>
          <a:ln w="0">
            <a:noFill/>
            <a:prstDash val="solid"/>
          </a:ln>
        </p:spPr>
      </p:sp>
      <p:sp>
        <p:nvSpPr>
          <p:cNvPr id="3449" name="03_assume_matched_8746">
            <a:extLst>
              <a:ext uri="{FF2B5EF4-FFF2-40B4-BE49-F238E27FC236}">
                <a16:creationId xmlns:a16="http://schemas.microsoft.com/office/drawing/2014/main" id="{35E8A051-5CD4-457E-9872-F5C2806F389B}"/>
              </a:ext>
            </a:extLst>
          </p:cNvPr>
          <p:cNvSpPr>
            <a:spLocks noGrp="1"/>
          </p:cNvSpPr>
          <p:nvPr/>
        </p:nvSpPr>
        <p:spPr>
          <a:xfrm>
            <a:off x="1119306" y="7753078"/>
            <a:ext cx="28398" cy="28398"/>
          </a:xfrm>
          <a:prstGeom prst="ellipse">
            <a:avLst/>
          </a:prstGeom>
          <a:solidFill>
            <a:srgbClr val="7F8C97">
              <a:alpha val="48000"/>
            </a:srgbClr>
          </a:solidFill>
          <a:ln w="0">
            <a:noFill/>
            <a:prstDash val="solid"/>
          </a:ln>
        </p:spPr>
      </p:sp>
      <p:sp>
        <p:nvSpPr>
          <p:cNvPr id="3450" name="03_assume_matched_8747">
            <a:extLst>
              <a:ext uri="{FF2B5EF4-FFF2-40B4-BE49-F238E27FC236}">
                <a16:creationId xmlns:a16="http://schemas.microsoft.com/office/drawing/2014/main" id="{B5746318-B2AA-45B5-AC8C-635FA9863C7A}"/>
              </a:ext>
            </a:extLst>
          </p:cNvPr>
          <p:cNvSpPr>
            <a:spLocks noGrp="1"/>
          </p:cNvSpPr>
          <p:nvPr/>
        </p:nvSpPr>
        <p:spPr>
          <a:xfrm>
            <a:off x="1088366" y="7606860"/>
            <a:ext cx="28398" cy="28398"/>
          </a:xfrm>
          <a:prstGeom prst="ellipse">
            <a:avLst/>
          </a:prstGeom>
          <a:solidFill>
            <a:srgbClr val="7F8C97">
              <a:alpha val="48000"/>
            </a:srgbClr>
          </a:solidFill>
          <a:ln w="0">
            <a:noFill/>
            <a:prstDash val="solid"/>
          </a:ln>
        </p:spPr>
      </p:sp>
      <p:sp>
        <p:nvSpPr>
          <p:cNvPr id="3451" name="03_assume_matched_8748">
            <a:extLst>
              <a:ext uri="{FF2B5EF4-FFF2-40B4-BE49-F238E27FC236}">
                <a16:creationId xmlns:a16="http://schemas.microsoft.com/office/drawing/2014/main" id="{265EB6A7-8371-4C5B-A2A8-987359A41E2E}"/>
              </a:ext>
            </a:extLst>
          </p:cNvPr>
          <p:cNvSpPr>
            <a:spLocks noGrp="1"/>
          </p:cNvSpPr>
          <p:nvPr/>
        </p:nvSpPr>
        <p:spPr>
          <a:xfrm>
            <a:off x="1169675" y="7460643"/>
            <a:ext cx="28398" cy="28398"/>
          </a:xfrm>
          <a:prstGeom prst="ellipse">
            <a:avLst/>
          </a:prstGeom>
          <a:solidFill>
            <a:srgbClr val="7F8C97">
              <a:alpha val="48000"/>
            </a:srgbClr>
          </a:solidFill>
          <a:ln w="0">
            <a:noFill/>
            <a:prstDash val="solid"/>
          </a:ln>
        </p:spPr>
      </p:sp>
      <p:sp>
        <p:nvSpPr>
          <p:cNvPr id="3452" name="03_assume_matched_8749">
            <a:extLst>
              <a:ext uri="{FF2B5EF4-FFF2-40B4-BE49-F238E27FC236}">
                <a16:creationId xmlns:a16="http://schemas.microsoft.com/office/drawing/2014/main" id="{10F31665-FBFB-44FC-98F0-93FD0D14E5B5}"/>
              </a:ext>
            </a:extLst>
          </p:cNvPr>
          <p:cNvSpPr>
            <a:spLocks noGrp="1"/>
          </p:cNvSpPr>
          <p:nvPr/>
        </p:nvSpPr>
        <p:spPr>
          <a:xfrm>
            <a:off x="1150966" y="7460643"/>
            <a:ext cx="28398" cy="28398"/>
          </a:xfrm>
          <a:prstGeom prst="ellipse">
            <a:avLst/>
          </a:prstGeom>
          <a:solidFill>
            <a:srgbClr val="7F8C97">
              <a:alpha val="48000"/>
            </a:srgbClr>
          </a:solidFill>
          <a:ln w="0">
            <a:noFill/>
            <a:prstDash val="solid"/>
          </a:ln>
        </p:spPr>
      </p:sp>
      <p:sp>
        <p:nvSpPr>
          <p:cNvPr id="3453" name="03_assume_matched_8750">
            <a:extLst>
              <a:ext uri="{FF2B5EF4-FFF2-40B4-BE49-F238E27FC236}">
                <a16:creationId xmlns:a16="http://schemas.microsoft.com/office/drawing/2014/main" id="{BA8CE137-D402-4463-BDBC-21188D41871C}"/>
              </a:ext>
            </a:extLst>
          </p:cNvPr>
          <p:cNvSpPr>
            <a:spLocks noGrp="1"/>
          </p:cNvSpPr>
          <p:nvPr/>
        </p:nvSpPr>
        <p:spPr>
          <a:xfrm>
            <a:off x="1135712" y="7753078"/>
            <a:ext cx="28398" cy="28398"/>
          </a:xfrm>
          <a:prstGeom prst="ellipse">
            <a:avLst/>
          </a:prstGeom>
          <a:solidFill>
            <a:srgbClr val="7F8C97">
              <a:alpha val="48000"/>
            </a:srgbClr>
          </a:solidFill>
          <a:ln w="0">
            <a:noFill/>
            <a:prstDash val="solid"/>
          </a:ln>
        </p:spPr>
      </p:sp>
      <p:sp>
        <p:nvSpPr>
          <p:cNvPr id="3454" name="03_assume_matched_8751">
            <a:extLst>
              <a:ext uri="{FF2B5EF4-FFF2-40B4-BE49-F238E27FC236}">
                <a16:creationId xmlns:a16="http://schemas.microsoft.com/office/drawing/2014/main" id="{A0526FC8-C085-4AAD-8868-853528AF4092}"/>
              </a:ext>
            </a:extLst>
          </p:cNvPr>
          <p:cNvSpPr>
            <a:spLocks noGrp="1"/>
          </p:cNvSpPr>
          <p:nvPr/>
        </p:nvSpPr>
        <p:spPr>
          <a:xfrm>
            <a:off x="1121465" y="7753078"/>
            <a:ext cx="28398" cy="28398"/>
          </a:xfrm>
          <a:prstGeom prst="ellipse">
            <a:avLst/>
          </a:prstGeom>
          <a:solidFill>
            <a:srgbClr val="7F8C97">
              <a:alpha val="48000"/>
            </a:srgbClr>
          </a:solidFill>
          <a:ln w="0">
            <a:noFill/>
            <a:prstDash val="solid"/>
          </a:ln>
        </p:spPr>
      </p:sp>
      <p:sp>
        <p:nvSpPr>
          <p:cNvPr id="3455" name="03_assume_matched_8752">
            <a:extLst>
              <a:ext uri="{FF2B5EF4-FFF2-40B4-BE49-F238E27FC236}">
                <a16:creationId xmlns:a16="http://schemas.microsoft.com/office/drawing/2014/main" id="{E2A6A63D-3691-42B9-B717-E54A4F8B1077}"/>
              </a:ext>
            </a:extLst>
          </p:cNvPr>
          <p:cNvSpPr>
            <a:spLocks noGrp="1"/>
          </p:cNvSpPr>
          <p:nvPr/>
        </p:nvSpPr>
        <p:spPr>
          <a:xfrm>
            <a:off x="1137871" y="7753078"/>
            <a:ext cx="28398" cy="28398"/>
          </a:xfrm>
          <a:prstGeom prst="ellipse">
            <a:avLst/>
          </a:prstGeom>
          <a:solidFill>
            <a:srgbClr val="7F8C97">
              <a:alpha val="48000"/>
            </a:srgbClr>
          </a:solidFill>
          <a:ln w="0">
            <a:noFill/>
            <a:prstDash val="solid"/>
          </a:ln>
        </p:spPr>
      </p:sp>
      <p:sp>
        <p:nvSpPr>
          <p:cNvPr id="3456" name="03_assume_matched_8753">
            <a:extLst>
              <a:ext uri="{FF2B5EF4-FFF2-40B4-BE49-F238E27FC236}">
                <a16:creationId xmlns:a16="http://schemas.microsoft.com/office/drawing/2014/main" id="{F7F75653-66C0-41EA-BAEA-C663FACEFC7C}"/>
              </a:ext>
            </a:extLst>
          </p:cNvPr>
          <p:cNvSpPr>
            <a:spLocks noGrp="1"/>
          </p:cNvSpPr>
          <p:nvPr/>
        </p:nvSpPr>
        <p:spPr>
          <a:xfrm>
            <a:off x="1223065" y="7460643"/>
            <a:ext cx="28398" cy="28398"/>
          </a:xfrm>
          <a:prstGeom prst="ellipse">
            <a:avLst/>
          </a:prstGeom>
          <a:solidFill>
            <a:srgbClr val="7F8C97">
              <a:alpha val="48000"/>
            </a:srgbClr>
          </a:solidFill>
          <a:ln w="0">
            <a:noFill/>
            <a:prstDash val="solid"/>
          </a:ln>
        </p:spPr>
      </p:sp>
      <p:sp>
        <p:nvSpPr>
          <p:cNvPr id="3457" name="03_assume_matched_8754">
            <a:extLst>
              <a:ext uri="{FF2B5EF4-FFF2-40B4-BE49-F238E27FC236}">
                <a16:creationId xmlns:a16="http://schemas.microsoft.com/office/drawing/2014/main" id="{B3F3DE6F-C651-4D37-90BF-BECB5789A486}"/>
              </a:ext>
            </a:extLst>
          </p:cNvPr>
          <p:cNvSpPr>
            <a:spLocks noGrp="1"/>
          </p:cNvSpPr>
          <p:nvPr/>
        </p:nvSpPr>
        <p:spPr>
          <a:xfrm>
            <a:off x="1178021" y="7558121"/>
            <a:ext cx="28398" cy="28398"/>
          </a:xfrm>
          <a:prstGeom prst="ellipse">
            <a:avLst/>
          </a:prstGeom>
          <a:solidFill>
            <a:srgbClr val="7F8C97">
              <a:alpha val="48000"/>
            </a:srgbClr>
          </a:solidFill>
          <a:ln w="0">
            <a:noFill/>
            <a:prstDash val="solid"/>
          </a:ln>
        </p:spPr>
      </p:sp>
      <p:sp>
        <p:nvSpPr>
          <p:cNvPr id="3458" name="03_assume_matched_8755">
            <a:extLst>
              <a:ext uri="{FF2B5EF4-FFF2-40B4-BE49-F238E27FC236}">
                <a16:creationId xmlns:a16="http://schemas.microsoft.com/office/drawing/2014/main" id="{D186B1E3-7943-49E2-96E4-2C54D9D2274B}"/>
              </a:ext>
            </a:extLst>
          </p:cNvPr>
          <p:cNvSpPr>
            <a:spLocks noGrp="1"/>
          </p:cNvSpPr>
          <p:nvPr/>
        </p:nvSpPr>
        <p:spPr>
          <a:xfrm>
            <a:off x="1187807" y="7688092"/>
            <a:ext cx="28398" cy="28398"/>
          </a:xfrm>
          <a:prstGeom prst="ellipse">
            <a:avLst/>
          </a:prstGeom>
          <a:solidFill>
            <a:srgbClr val="7F8C97">
              <a:alpha val="48000"/>
            </a:srgbClr>
          </a:solidFill>
          <a:ln w="0">
            <a:noFill/>
            <a:prstDash val="solid"/>
          </a:ln>
        </p:spPr>
      </p:sp>
      <p:sp>
        <p:nvSpPr>
          <p:cNvPr id="3459" name="03_assume_matched_8756">
            <a:extLst>
              <a:ext uri="{FF2B5EF4-FFF2-40B4-BE49-F238E27FC236}">
                <a16:creationId xmlns:a16="http://schemas.microsoft.com/office/drawing/2014/main" id="{1FA9E1F8-76EE-4073-8268-CDCFC91178FF}"/>
              </a:ext>
            </a:extLst>
          </p:cNvPr>
          <p:cNvSpPr>
            <a:spLocks noGrp="1"/>
          </p:cNvSpPr>
          <p:nvPr/>
        </p:nvSpPr>
        <p:spPr>
          <a:xfrm>
            <a:off x="1124631" y="7590614"/>
            <a:ext cx="28398" cy="28398"/>
          </a:xfrm>
          <a:prstGeom prst="ellipse">
            <a:avLst/>
          </a:prstGeom>
          <a:solidFill>
            <a:srgbClr val="7F8C97">
              <a:alpha val="48000"/>
            </a:srgbClr>
          </a:solidFill>
          <a:ln w="0">
            <a:noFill/>
            <a:prstDash val="solid"/>
          </a:ln>
        </p:spPr>
      </p:sp>
      <p:sp>
        <p:nvSpPr>
          <p:cNvPr id="3460" name="03_assume_matched_8757">
            <a:extLst>
              <a:ext uri="{FF2B5EF4-FFF2-40B4-BE49-F238E27FC236}">
                <a16:creationId xmlns:a16="http://schemas.microsoft.com/office/drawing/2014/main" id="{9A3DE9AC-A5CD-48AC-B44F-F939EFFDE812}"/>
              </a:ext>
            </a:extLst>
          </p:cNvPr>
          <p:cNvSpPr>
            <a:spLocks noGrp="1"/>
          </p:cNvSpPr>
          <p:nvPr/>
        </p:nvSpPr>
        <p:spPr>
          <a:xfrm>
            <a:off x="1215006" y="7558121"/>
            <a:ext cx="28398" cy="28398"/>
          </a:xfrm>
          <a:prstGeom prst="ellipse">
            <a:avLst/>
          </a:prstGeom>
          <a:solidFill>
            <a:srgbClr val="7F8C97">
              <a:alpha val="48000"/>
            </a:srgbClr>
          </a:solidFill>
          <a:ln w="0">
            <a:noFill/>
            <a:prstDash val="solid"/>
          </a:ln>
        </p:spPr>
      </p:sp>
      <p:sp>
        <p:nvSpPr>
          <p:cNvPr id="3461" name="03_assume_matched_8758">
            <a:extLst>
              <a:ext uri="{FF2B5EF4-FFF2-40B4-BE49-F238E27FC236}">
                <a16:creationId xmlns:a16="http://schemas.microsoft.com/office/drawing/2014/main" id="{CAD569B8-12B9-4822-BBD1-F18A97C8596A}"/>
              </a:ext>
            </a:extLst>
          </p:cNvPr>
          <p:cNvSpPr>
            <a:spLocks noGrp="1"/>
          </p:cNvSpPr>
          <p:nvPr/>
        </p:nvSpPr>
        <p:spPr>
          <a:xfrm>
            <a:off x="1188095" y="7487228"/>
            <a:ext cx="28398" cy="28398"/>
          </a:xfrm>
          <a:prstGeom prst="ellipse">
            <a:avLst/>
          </a:prstGeom>
          <a:solidFill>
            <a:srgbClr val="7F8C97">
              <a:alpha val="48000"/>
            </a:srgbClr>
          </a:solidFill>
          <a:ln w="0">
            <a:noFill/>
            <a:prstDash val="solid"/>
          </a:ln>
        </p:spPr>
      </p:sp>
      <p:sp>
        <p:nvSpPr>
          <p:cNvPr id="3462" name="03_assume_matched_8759">
            <a:extLst>
              <a:ext uri="{FF2B5EF4-FFF2-40B4-BE49-F238E27FC236}">
                <a16:creationId xmlns:a16="http://schemas.microsoft.com/office/drawing/2014/main" id="{144B3108-5437-4CB1-8A7C-589E5F7D9A8C}"/>
              </a:ext>
            </a:extLst>
          </p:cNvPr>
          <p:cNvSpPr>
            <a:spLocks noGrp="1"/>
          </p:cNvSpPr>
          <p:nvPr/>
        </p:nvSpPr>
        <p:spPr>
          <a:xfrm>
            <a:off x="1105923" y="7753078"/>
            <a:ext cx="28398" cy="28398"/>
          </a:xfrm>
          <a:prstGeom prst="ellipse">
            <a:avLst/>
          </a:prstGeom>
          <a:solidFill>
            <a:srgbClr val="7F8C97">
              <a:alpha val="48000"/>
            </a:srgbClr>
          </a:solidFill>
          <a:ln w="0">
            <a:noFill/>
            <a:prstDash val="solid"/>
          </a:ln>
        </p:spPr>
      </p:sp>
      <p:sp>
        <p:nvSpPr>
          <p:cNvPr id="3463" name="03_assume_matched_8760">
            <a:extLst>
              <a:ext uri="{FF2B5EF4-FFF2-40B4-BE49-F238E27FC236}">
                <a16:creationId xmlns:a16="http://schemas.microsoft.com/office/drawing/2014/main" id="{18FDB287-B02F-472B-B9AE-DD1DED362AA9}"/>
              </a:ext>
            </a:extLst>
          </p:cNvPr>
          <p:cNvSpPr>
            <a:spLocks noGrp="1"/>
          </p:cNvSpPr>
          <p:nvPr/>
        </p:nvSpPr>
        <p:spPr>
          <a:xfrm>
            <a:off x="1113262" y="7519130"/>
            <a:ext cx="28398" cy="28398"/>
          </a:xfrm>
          <a:prstGeom prst="ellipse">
            <a:avLst/>
          </a:prstGeom>
          <a:solidFill>
            <a:srgbClr val="7F8C97">
              <a:alpha val="48000"/>
            </a:srgbClr>
          </a:solidFill>
          <a:ln w="0">
            <a:noFill/>
            <a:prstDash val="solid"/>
          </a:ln>
        </p:spPr>
      </p:sp>
      <p:sp>
        <p:nvSpPr>
          <p:cNvPr id="3464" name="03_assume_matched_8761">
            <a:extLst>
              <a:ext uri="{FF2B5EF4-FFF2-40B4-BE49-F238E27FC236}">
                <a16:creationId xmlns:a16="http://schemas.microsoft.com/office/drawing/2014/main" id="{30DAF1EB-6AF7-4966-8CAD-78CC095458EE}"/>
              </a:ext>
            </a:extLst>
          </p:cNvPr>
          <p:cNvSpPr>
            <a:spLocks noGrp="1"/>
          </p:cNvSpPr>
          <p:nvPr/>
        </p:nvSpPr>
        <p:spPr>
          <a:xfrm>
            <a:off x="1124487" y="7655599"/>
            <a:ext cx="28398" cy="28398"/>
          </a:xfrm>
          <a:prstGeom prst="ellipse">
            <a:avLst/>
          </a:prstGeom>
          <a:solidFill>
            <a:srgbClr val="7F8C97">
              <a:alpha val="48000"/>
            </a:srgbClr>
          </a:solidFill>
          <a:ln w="0">
            <a:noFill/>
            <a:prstDash val="solid"/>
          </a:ln>
        </p:spPr>
      </p:sp>
      <p:sp>
        <p:nvSpPr>
          <p:cNvPr id="3465" name="03_assume_matched_8762">
            <a:extLst>
              <a:ext uri="{FF2B5EF4-FFF2-40B4-BE49-F238E27FC236}">
                <a16:creationId xmlns:a16="http://schemas.microsoft.com/office/drawing/2014/main" id="{C45E60C6-DE12-4159-AEEA-A30A776C391E}"/>
              </a:ext>
            </a:extLst>
          </p:cNvPr>
          <p:cNvSpPr>
            <a:spLocks noGrp="1"/>
          </p:cNvSpPr>
          <p:nvPr/>
        </p:nvSpPr>
        <p:spPr>
          <a:xfrm>
            <a:off x="1213855" y="7460643"/>
            <a:ext cx="28398" cy="28398"/>
          </a:xfrm>
          <a:prstGeom prst="ellipse">
            <a:avLst/>
          </a:prstGeom>
          <a:solidFill>
            <a:srgbClr val="7F8C97">
              <a:alpha val="48000"/>
            </a:srgbClr>
          </a:solidFill>
          <a:ln w="0">
            <a:noFill/>
            <a:prstDash val="solid"/>
          </a:ln>
        </p:spPr>
      </p:sp>
      <p:sp>
        <p:nvSpPr>
          <p:cNvPr id="3466" name="03_assume_matched_8763">
            <a:extLst>
              <a:ext uri="{FF2B5EF4-FFF2-40B4-BE49-F238E27FC236}">
                <a16:creationId xmlns:a16="http://schemas.microsoft.com/office/drawing/2014/main" id="{1D2D5ACF-0D51-4A7D-BB51-C8DCFF9C963F}"/>
              </a:ext>
            </a:extLst>
          </p:cNvPr>
          <p:cNvSpPr>
            <a:spLocks noGrp="1"/>
          </p:cNvSpPr>
          <p:nvPr/>
        </p:nvSpPr>
        <p:spPr>
          <a:xfrm>
            <a:off x="1126790" y="7460643"/>
            <a:ext cx="28398" cy="28398"/>
          </a:xfrm>
          <a:prstGeom prst="ellipse">
            <a:avLst/>
          </a:prstGeom>
          <a:solidFill>
            <a:srgbClr val="7F8C97">
              <a:alpha val="48000"/>
            </a:srgbClr>
          </a:solidFill>
          <a:ln w="0">
            <a:noFill/>
            <a:prstDash val="solid"/>
          </a:ln>
        </p:spPr>
      </p:sp>
      <p:sp>
        <p:nvSpPr>
          <p:cNvPr id="3467" name="03_assume_matched_8764">
            <a:extLst>
              <a:ext uri="{FF2B5EF4-FFF2-40B4-BE49-F238E27FC236}">
                <a16:creationId xmlns:a16="http://schemas.microsoft.com/office/drawing/2014/main" id="{4C86A3D1-57BE-4149-A49B-9B78E5AF280F}"/>
              </a:ext>
            </a:extLst>
          </p:cNvPr>
          <p:cNvSpPr>
            <a:spLocks noGrp="1"/>
          </p:cNvSpPr>
          <p:nvPr/>
        </p:nvSpPr>
        <p:spPr>
          <a:xfrm>
            <a:off x="1205796" y="7558121"/>
            <a:ext cx="28398" cy="28398"/>
          </a:xfrm>
          <a:prstGeom prst="ellipse">
            <a:avLst/>
          </a:prstGeom>
          <a:solidFill>
            <a:srgbClr val="7F8C97">
              <a:alpha val="48000"/>
            </a:srgbClr>
          </a:solidFill>
          <a:ln w="0">
            <a:noFill/>
            <a:prstDash val="solid"/>
          </a:ln>
        </p:spPr>
      </p:sp>
      <p:sp>
        <p:nvSpPr>
          <p:cNvPr id="3468" name="03_assume_matched_8765">
            <a:extLst>
              <a:ext uri="{FF2B5EF4-FFF2-40B4-BE49-F238E27FC236}">
                <a16:creationId xmlns:a16="http://schemas.microsoft.com/office/drawing/2014/main" id="{1BAA3626-ABA8-4B43-8977-199422FEC19B}"/>
              </a:ext>
            </a:extLst>
          </p:cNvPr>
          <p:cNvSpPr>
            <a:spLocks noGrp="1"/>
          </p:cNvSpPr>
          <p:nvPr/>
        </p:nvSpPr>
        <p:spPr>
          <a:xfrm>
            <a:off x="1206947" y="7460643"/>
            <a:ext cx="28398" cy="28398"/>
          </a:xfrm>
          <a:prstGeom prst="ellipse">
            <a:avLst/>
          </a:prstGeom>
          <a:solidFill>
            <a:srgbClr val="7F8C97">
              <a:alpha val="48000"/>
            </a:srgbClr>
          </a:solidFill>
          <a:ln w="0">
            <a:noFill/>
            <a:prstDash val="solid"/>
          </a:ln>
        </p:spPr>
      </p:sp>
      <p:sp>
        <p:nvSpPr>
          <p:cNvPr id="3469" name="03_assume_matched_8766">
            <a:extLst>
              <a:ext uri="{FF2B5EF4-FFF2-40B4-BE49-F238E27FC236}">
                <a16:creationId xmlns:a16="http://schemas.microsoft.com/office/drawing/2014/main" id="{C08DFE36-715B-4719-A5F6-39C2E31C5B75}"/>
              </a:ext>
            </a:extLst>
          </p:cNvPr>
          <p:cNvSpPr>
            <a:spLocks noGrp="1"/>
          </p:cNvSpPr>
          <p:nvPr/>
        </p:nvSpPr>
        <p:spPr>
          <a:xfrm>
            <a:off x="1210689" y="7753078"/>
            <a:ext cx="28398" cy="28398"/>
          </a:xfrm>
          <a:prstGeom prst="ellipse">
            <a:avLst/>
          </a:prstGeom>
          <a:solidFill>
            <a:srgbClr val="7F8C97">
              <a:alpha val="48000"/>
            </a:srgbClr>
          </a:solidFill>
          <a:ln w="0">
            <a:noFill/>
            <a:prstDash val="solid"/>
          </a:ln>
        </p:spPr>
      </p:sp>
      <p:sp>
        <p:nvSpPr>
          <p:cNvPr id="3470" name="03_assume_matched_8767">
            <a:extLst>
              <a:ext uri="{FF2B5EF4-FFF2-40B4-BE49-F238E27FC236}">
                <a16:creationId xmlns:a16="http://schemas.microsoft.com/office/drawing/2014/main" id="{50DDD2F2-365F-4B17-BD03-ACFB2D99AD34}"/>
              </a:ext>
            </a:extLst>
          </p:cNvPr>
          <p:cNvSpPr>
            <a:spLocks noGrp="1"/>
          </p:cNvSpPr>
          <p:nvPr/>
        </p:nvSpPr>
        <p:spPr>
          <a:xfrm>
            <a:off x="1127941" y="7753078"/>
            <a:ext cx="28398" cy="28398"/>
          </a:xfrm>
          <a:prstGeom prst="ellipse">
            <a:avLst/>
          </a:prstGeom>
          <a:solidFill>
            <a:srgbClr val="7F8C97">
              <a:alpha val="48000"/>
            </a:srgbClr>
          </a:solidFill>
          <a:ln w="0">
            <a:noFill/>
            <a:prstDash val="solid"/>
          </a:ln>
        </p:spPr>
      </p:sp>
      <p:sp>
        <p:nvSpPr>
          <p:cNvPr id="3471" name="03_assume_matched_8768">
            <a:extLst>
              <a:ext uri="{FF2B5EF4-FFF2-40B4-BE49-F238E27FC236}">
                <a16:creationId xmlns:a16="http://schemas.microsoft.com/office/drawing/2014/main" id="{80ECEC7A-DB22-4B92-A94A-1968B83F965C}"/>
              </a:ext>
            </a:extLst>
          </p:cNvPr>
          <p:cNvSpPr>
            <a:spLocks noGrp="1"/>
          </p:cNvSpPr>
          <p:nvPr/>
        </p:nvSpPr>
        <p:spPr>
          <a:xfrm>
            <a:off x="1106211" y="7460643"/>
            <a:ext cx="28398" cy="28398"/>
          </a:xfrm>
          <a:prstGeom prst="ellipse">
            <a:avLst/>
          </a:prstGeom>
          <a:solidFill>
            <a:srgbClr val="7F8C97">
              <a:alpha val="48000"/>
            </a:srgbClr>
          </a:solidFill>
          <a:ln w="0">
            <a:noFill/>
            <a:prstDash val="solid"/>
          </a:ln>
        </p:spPr>
      </p:sp>
      <p:sp>
        <p:nvSpPr>
          <p:cNvPr id="3472" name="03_assume_matched_8769">
            <a:extLst>
              <a:ext uri="{FF2B5EF4-FFF2-40B4-BE49-F238E27FC236}">
                <a16:creationId xmlns:a16="http://schemas.microsoft.com/office/drawing/2014/main" id="{AB531E1B-A2C4-4722-8211-2421C6AC7D97}"/>
              </a:ext>
            </a:extLst>
          </p:cNvPr>
          <p:cNvSpPr>
            <a:spLocks noGrp="1"/>
          </p:cNvSpPr>
          <p:nvPr/>
        </p:nvSpPr>
        <p:spPr>
          <a:xfrm>
            <a:off x="1189966" y="7753078"/>
            <a:ext cx="28398" cy="28398"/>
          </a:xfrm>
          <a:prstGeom prst="ellipse">
            <a:avLst/>
          </a:prstGeom>
          <a:solidFill>
            <a:srgbClr val="7F8C97">
              <a:alpha val="48000"/>
            </a:srgbClr>
          </a:solidFill>
          <a:ln w="0">
            <a:noFill/>
            <a:prstDash val="solid"/>
          </a:ln>
        </p:spPr>
      </p:sp>
      <p:sp>
        <p:nvSpPr>
          <p:cNvPr id="3473" name="03_assume_matched_8770">
            <a:extLst>
              <a:ext uri="{FF2B5EF4-FFF2-40B4-BE49-F238E27FC236}">
                <a16:creationId xmlns:a16="http://schemas.microsoft.com/office/drawing/2014/main" id="{328CFD3A-D3D1-4D3F-AE41-D3ECD0FA0191}"/>
              </a:ext>
            </a:extLst>
          </p:cNvPr>
          <p:cNvSpPr>
            <a:spLocks noGrp="1"/>
          </p:cNvSpPr>
          <p:nvPr/>
        </p:nvSpPr>
        <p:spPr>
          <a:xfrm>
            <a:off x="1099447" y="7753078"/>
            <a:ext cx="28398" cy="28398"/>
          </a:xfrm>
          <a:prstGeom prst="ellipse">
            <a:avLst/>
          </a:prstGeom>
          <a:solidFill>
            <a:srgbClr val="7F8C97">
              <a:alpha val="48000"/>
            </a:srgbClr>
          </a:solidFill>
          <a:ln w="0">
            <a:noFill/>
            <a:prstDash val="solid"/>
          </a:ln>
        </p:spPr>
      </p:sp>
      <p:sp>
        <p:nvSpPr>
          <p:cNvPr id="3474" name="03_assume_matched_8771">
            <a:extLst>
              <a:ext uri="{FF2B5EF4-FFF2-40B4-BE49-F238E27FC236}">
                <a16:creationId xmlns:a16="http://schemas.microsoft.com/office/drawing/2014/main" id="{12CD0BBF-E7CE-40F7-91C4-DA42B2D1BD28}"/>
              </a:ext>
            </a:extLst>
          </p:cNvPr>
          <p:cNvSpPr>
            <a:spLocks noGrp="1"/>
          </p:cNvSpPr>
          <p:nvPr/>
        </p:nvSpPr>
        <p:spPr>
          <a:xfrm>
            <a:off x="1193563" y="7519130"/>
            <a:ext cx="28398" cy="28398"/>
          </a:xfrm>
          <a:prstGeom prst="ellipse">
            <a:avLst/>
          </a:prstGeom>
          <a:solidFill>
            <a:srgbClr val="7F8C97">
              <a:alpha val="48000"/>
            </a:srgbClr>
          </a:solidFill>
          <a:ln w="0">
            <a:noFill/>
            <a:prstDash val="solid"/>
          </a:ln>
        </p:spPr>
      </p:sp>
      <p:sp>
        <p:nvSpPr>
          <p:cNvPr id="3475" name="03_assume_matched_8772">
            <a:extLst>
              <a:ext uri="{FF2B5EF4-FFF2-40B4-BE49-F238E27FC236}">
                <a16:creationId xmlns:a16="http://schemas.microsoft.com/office/drawing/2014/main" id="{3D7EC33A-0DF0-4270-96E9-A48640CD3EEC}"/>
              </a:ext>
            </a:extLst>
          </p:cNvPr>
          <p:cNvSpPr>
            <a:spLocks noGrp="1"/>
          </p:cNvSpPr>
          <p:nvPr/>
        </p:nvSpPr>
        <p:spPr>
          <a:xfrm>
            <a:off x="1100742" y="7753078"/>
            <a:ext cx="28398" cy="28398"/>
          </a:xfrm>
          <a:prstGeom prst="ellipse">
            <a:avLst/>
          </a:prstGeom>
          <a:solidFill>
            <a:srgbClr val="7F8C97">
              <a:alpha val="48000"/>
            </a:srgbClr>
          </a:solidFill>
          <a:ln w="0">
            <a:noFill/>
            <a:prstDash val="solid"/>
          </a:ln>
        </p:spPr>
      </p:sp>
      <p:sp>
        <p:nvSpPr>
          <p:cNvPr id="3476" name="03_assume_matched_8773">
            <a:extLst>
              <a:ext uri="{FF2B5EF4-FFF2-40B4-BE49-F238E27FC236}">
                <a16:creationId xmlns:a16="http://schemas.microsoft.com/office/drawing/2014/main" id="{ACCF94E5-9A59-4064-9A75-E7BE40444848}"/>
              </a:ext>
            </a:extLst>
          </p:cNvPr>
          <p:cNvSpPr>
            <a:spLocks noGrp="1"/>
          </p:cNvSpPr>
          <p:nvPr/>
        </p:nvSpPr>
        <p:spPr>
          <a:xfrm>
            <a:off x="1221194" y="7753078"/>
            <a:ext cx="28398" cy="28398"/>
          </a:xfrm>
          <a:prstGeom prst="ellipse">
            <a:avLst/>
          </a:prstGeom>
          <a:solidFill>
            <a:srgbClr val="7F8C97">
              <a:alpha val="48000"/>
            </a:srgbClr>
          </a:solidFill>
          <a:ln w="0">
            <a:noFill/>
            <a:prstDash val="solid"/>
          </a:ln>
        </p:spPr>
      </p:sp>
      <p:sp>
        <p:nvSpPr>
          <p:cNvPr id="3477" name="03_assume_matched_8774">
            <a:extLst>
              <a:ext uri="{FF2B5EF4-FFF2-40B4-BE49-F238E27FC236}">
                <a16:creationId xmlns:a16="http://schemas.microsoft.com/office/drawing/2014/main" id="{B675FE73-C7AC-4A99-9813-CD283503F025}"/>
              </a:ext>
            </a:extLst>
          </p:cNvPr>
          <p:cNvSpPr>
            <a:spLocks noGrp="1"/>
          </p:cNvSpPr>
          <p:nvPr/>
        </p:nvSpPr>
        <p:spPr>
          <a:xfrm>
            <a:off x="1199176" y="7753078"/>
            <a:ext cx="28398" cy="28398"/>
          </a:xfrm>
          <a:prstGeom prst="ellipse">
            <a:avLst/>
          </a:prstGeom>
          <a:solidFill>
            <a:srgbClr val="7F8C97">
              <a:alpha val="48000"/>
            </a:srgbClr>
          </a:solidFill>
          <a:ln w="0">
            <a:noFill/>
            <a:prstDash val="solid"/>
          </a:ln>
        </p:spPr>
      </p:sp>
      <p:sp>
        <p:nvSpPr>
          <p:cNvPr id="3478" name="03_assume_matched_8775">
            <a:extLst>
              <a:ext uri="{FF2B5EF4-FFF2-40B4-BE49-F238E27FC236}">
                <a16:creationId xmlns:a16="http://schemas.microsoft.com/office/drawing/2014/main" id="{2B3FBE41-CD11-4A51-83A4-4EF4E366DCFA}"/>
              </a:ext>
            </a:extLst>
          </p:cNvPr>
          <p:cNvSpPr>
            <a:spLocks noGrp="1"/>
          </p:cNvSpPr>
          <p:nvPr/>
        </p:nvSpPr>
        <p:spPr>
          <a:xfrm>
            <a:off x="1147081" y="7753078"/>
            <a:ext cx="28398" cy="28398"/>
          </a:xfrm>
          <a:prstGeom prst="ellipse">
            <a:avLst/>
          </a:prstGeom>
          <a:solidFill>
            <a:srgbClr val="7F8C97">
              <a:alpha val="48000"/>
            </a:srgbClr>
          </a:solidFill>
          <a:ln w="0">
            <a:noFill/>
            <a:prstDash val="solid"/>
          </a:ln>
        </p:spPr>
      </p:sp>
      <p:sp>
        <p:nvSpPr>
          <p:cNvPr id="3479" name="03_assume_matched_8776">
            <a:extLst>
              <a:ext uri="{FF2B5EF4-FFF2-40B4-BE49-F238E27FC236}">
                <a16:creationId xmlns:a16="http://schemas.microsoft.com/office/drawing/2014/main" id="{39AA6D2E-7031-4F96-B9D7-516C797ED7E8}"/>
              </a:ext>
            </a:extLst>
          </p:cNvPr>
          <p:cNvSpPr>
            <a:spLocks noGrp="1"/>
          </p:cNvSpPr>
          <p:nvPr/>
        </p:nvSpPr>
        <p:spPr>
          <a:xfrm>
            <a:off x="1122760" y="7753078"/>
            <a:ext cx="28398" cy="28398"/>
          </a:xfrm>
          <a:prstGeom prst="ellipse">
            <a:avLst/>
          </a:prstGeom>
          <a:solidFill>
            <a:srgbClr val="7F8C97">
              <a:alpha val="48000"/>
            </a:srgbClr>
          </a:solidFill>
          <a:ln w="0">
            <a:noFill/>
            <a:prstDash val="solid"/>
          </a:ln>
        </p:spPr>
      </p:sp>
      <p:sp>
        <p:nvSpPr>
          <p:cNvPr id="3480" name="03_assume_matched_8777">
            <a:extLst>
              <a:ext uri="{FF2B5EF4-FFF2-40B4-BE49-F238E27FC236}">
                <a16:creationId xmlns:a16="http://schemas.microsoft.com/office/drawing/2014/main" id="{45FCA387-4D3D-4EEC-B4E4-4C3614AA2B09}"/>
              </a:ext>
            </a:extLst>
          </p:cNvPr>
          <p:cNvSpPr>
            <a:spLocks noGrp="1"/>
          </p:cNvSpPr>
          <p:nvPr/>
        </p:nvSpPr>
        <p:spPr>
          <a:xfrm>
            <a:off x="1225223" y="7753078"/>
            <a:ext cx="28398" cy="28398"/>
          </a:xfrm>
          <a:prstGeom prst="ellipse">
            <a:avLst/>
          </a:prstGeom>
          <a:solidFill>
            <a:srgbClr val="7F8C97">
              <a:alpha val="48000"/>
            </a:srgbClr>
          </a:solidFill>
          <a:ln w="0">
            <a:noFill/>
            <a:prstDash val="solid"/>
          </a:ln>
        </p:spPr>
      </p:sp>
      <p:sp>
        <p:nvSpPr>
          <p:cNvPr id="3481" name="03_assume_matched_8778">
            <a:extLst>
              <a:ext uri="{FF2B5EF4-FFF2-40B4-BE49-F238E27FC236}">
                <a16:creationId xmlns:a16="http://schemas.microsoft.com/office/drawing/2014/main" id="{98F648AE-CE92-4C74-81A1-EBC6074DE9CC}"/>
              </a:ext>
            </a:extLst>
          </p:cNvPr>
          <p:cNvSpPr>
            <a:spLocks noGrp="1"/>
          </p:cNvSpPr>
          <p:nvPr/>
        </p:nvSpPr>
        <p:spPr>
          <a:xfrm>
            <a:off x="1172985" y="7753078"/>
            <a:ext cx="28398" cy="28398"/>
          </a:xfrm>
          <a:prstGeom prst="ellipse">
            <a:avLst/>
          </a:prstGeom>
          <a:solidFill>
            <a:srgbClr val="7F8C97">
              <a:alpha val="48000"/>
            </a:srgbClr>
          </a:solidFill>
          <a:ln w="0">
            <a:noFill/>
            <a:prstDash val="solid"/>
          </a:ln>
        </p:spPr>
      </p:sp>
      <p:sp>
        <p:nvSpPr>
          <p:cNvPr id="3482" name="03_assume_matched_8779">
            <a:extLst>
              <a:ext uri="{FF2B5EF4-FFF2-40B4-BE49-F238E27FC236}">
                <a16:creationId xmlns:a16="http://schemas.microsoft.com/office/drawing/2014/main" id="{75C33D5D-5854-4530-8E73-41F1B028650B}"/>
              </a:ext>
            </a:extLst>
          </p:cNvPr>
          <p:cNvSpPr>
            <a:spLocks noGrp="1"/>
          </p:cNvSpPr>
          <p:nvPr/>
        </p:nvSpPr>
        <p:spPr>
          <a:xfrm>
            <a:off x="1205796" y="7753078"/>
            <a:ext cx="28398" cy="28398"/>
          </a:xfrm>
          <a:prstGeom prst="ellipse">
            <a:avLst/>
          </a:prstGeom>
          <a:solidFill>
            <a:srgbClr val="7F8C97">
              <a:alpha val="48000"/>
            </a:srgbClr>
          </a:solidFill>
          <a:ln w="0">
            <a:noFill/>
            <a:prstDash val="solid"/>
          </a:ln>
        </p:spPr>
      </p:sp>
      <p:sp>
        <p:nvSpPr>
          <p:cNvPr id="3483" name="03_assume_matched_8780">
            <a:extLst>
              <a:ext uri="{FF2B5EF4-FFF2-40B4-BE49-F238E27FC236}">
                <a16:creationId xmlns:a16="http://schemas.microsoft.com/office/drawing/2014/main" id="{57A0983C-2FAF-4A38-9ADD-509667E1E962}"/>
              </a:ext>
            </a:extLst>
          </p:cNvPr>
          <p:cNvSpPr>
            <a:spLocks noGrp="1"/>
          </p:cNvSpPr>
          <p:nvPr/>
        </p:nvSpPr>
        <p:spPr>
          <a:xfrm>
            <a:off x="1104916" y="7636104"/>
            <a:ext cx="28398" cy="28398"/>
          </a:xfrm>
          <a:prstGeom prst="ellipse">
            <a:avLst/>
          </a:prstGeom>
          <a:solidFill>
            <a:srgbClr val="7F8C97">
              <a:alpha val="48000"/>
            </a:srgbClr>
          </a:solidFill>
          <a:ln w="0">
            <a:noFill/>
            <a:prstDash val="solid"/>
          </a:ln>
        </p:spPr>
      </p:sp>
      <p:sp>
        <p:nvSpPr>
          <p:cNvPr id="3484" name="03_assume_matched_8781">
            <a:extLst>
              <a:ext uri="{FF2B5EF4-FFF2-40B4-BE49-F238E27FC236}">
                <a16:creationId xmlns:a16="http://schemas.microsoft.com/office/drawing/2014/main" id="{EC6E0216-F1AB-4652-952A-08F35C2775B0}"/>
              </a:ext>
            </a:extLst>
          </p:cNvPr>
          <p:cNvSpPr>
            <a:spLocks noGrp="1"/>
          </p:cNvSpPr>
          <p:nvPr/>
        </p:nvSpPr>
        <p:spPr>
          <a:xfrm>
            <a:off x="1196873" y="7753078"/>
            <a:ext cx="28398" cy="28398"/>
          </a:xfrm>
          <a:prstGeom prst="ellipse">
            <a:avLst/>
          </a:prstGeom>
          <a:solidFill>
            <a:srgbClr val="7F8C97">
              <a:alpha val="48000"/>
            </a:srgbClr>
          </a:solidFill>
          <a:ln w="0">
            <a:noFill/>
            <a:prstDash val="solid"/>
          </a:ln>
        </p:spPr>
      </p:sp>
      <p:sp>
        <p:nvSpPr>
          <p:cNvPr id="3485" name="03_assume_matched_8782">
            <a:extLst>
              <a:ext uri="{FF2B5EF4-FFF2-40B4-BE49-F238E27FC236}">
                <a16:creationId xmlns:a16="http://schemas.microsoft.com/office/drawing/2014/main" id="{8A9FC61E-63A0-4120-A2FB-6B66C9CC5FB0}"/>
              </a:ext>
            </a:extLst>
          </p:cNvPr>
          <p:cNvSpPr>
            <a:spLocks noGrp="1"/>
          </p:cNvSpPr>
          <p:nvPr/>
        </p:nvSpPr>
        <p:spPr>
          <a:xfrm>
            <a:off x="1176007" y="7460643"/>
            <a:ext cx="28398" cy="28398"/>
          </a:xfrm>
          <a:prstGeom prst="ellipse">
            <a:avLst/>
          </a:prstGeom>
          <a:solidFill>
            <a:srgbClr val="7F8C97">
              <a:alpha val="48000"/>
            </a:srgbClr>
          </a:solidFill>
          <a:ln w="0">
            <a:noFill/>
            <a:prstDash val="solid"/>
          </a:ln>
        </p:spPr>
      </p:sp>
      <p:sp>
        <p:nvSpPr>
          <p:cNvPr id="3486" name="03_assume_matched_8783">
            <a:extLst>
              <a:ext uri="{FF2B5EF4-FFF2-40B4-BE49-F238E27FC236}">
                <a16:creationId xmlns:a16="http://schemas.microsoft.com/office/drawing/2014/main" id="{F586AE0C-89B8-4A6E-AA7D-FAD21F391850}"/>
              </a:ext>
            </a:extLst>
          </p:cNvPr>
          <p:cNvSpPr>
            <a:spLocks noGrp="1"/>
          </p:cNvSpPr>
          <p:nvPr/>
        </p:nvSpPr>
        <p:spPr>
          <a:xfrm>
            <a:off x="1084624" y="7460643"/>
            <a:ext cx="28398" cy="28398"/>
          </a:xfrm>
          <a:prstGeom prst="ellipse">
            <a:avLst/>
          </a:prstGeom>
          <a:solidFill>
            <a:srgbClr val="7F8C97">
              <a:alpha val="48000"/>
            </a:srgbClr>
          </a:solidFill>
          <a:ln w="0">
            <a:noFill/>
            <a:prstDash val="solid"/>
          </a:ln>
        </p:spPr>
      </p:sp>
      <p:sp>
        <p:nvSpPr>
          <p:cNvPr id="3487" name="03_assume_matched_8784">
            <a:extLst>
              <a:ext uri="{FF2B5EF4-FFF2-40B4-BE49-F238E27FC236}">
                <a16:creationId xmlns:a16="http://schemas.microsoft.com/office/drawing/2014/main" id="{20E19610-718F-4C48-8043-09F05CAAFBC0}"/>
              </a:ext>
            </a:extLst>
          </p:cNvPr>
          <p:cNvSpPr>
            <a:spLocks noGrp="1"/>
          </p:cNvSpPr>
          <p:nvPr/>
        </p:nvSpPr>
        <p:spPr>
          <a:xfrm>
            <a:off x="1143915" y="7753078"/>
            <a:ext cx="28398" cy="28398"/>
          </a:xfrm>
          <a:prstGeom prst="ellipse">
            <a:avLst/>
          </a:prstGeom>
          <a:solidFill>
            <a:srgbClr val="7F8C97">
              <a:alpha val="48000"/>
            </a:srgbClr>
          </a:solidFill>
          <a:ln w="0">
            <a:noFill/>
            <a:prstDash val="solid"/>
          </a:ln>
        </p:spPr>
      </p:sp>
      <p:sp>
        <p:nvSpPr>
          <p:cNvPr id="3488" name="03_assume_matched_8785">
            <a:extLst>
              <a:ext uri="{FF2B5EF4-FFF2-40B4-BE49-F238E27FC236}">
                <a16:creationId xmlns:a16="http://schemas.microsoft.com/office/drawing/2014/main" id="{C384F58C-A8B8-4087-9571-D78D8F978CA1}"/>
              </a:ext>
            </a:extLst>
          </p:cNvPr>
          <p:cNvSpPr>
            <a:spLocks noGrp="1"/>
          </p:cNvSpPr>
          <p:nvPr/>
        </p:nvSpPr>
        <p:spPr>
          <a:xfrm>
            <a:off x="1126070" y="7753078"/>
            <a:ext cx="28398" cy="28398"/>
          </a:xfrm>
          <a:prstGeom prst="ellipse">
            <a:avLst/>
          </a:prstGeom>
          <a:solidFill>
            <a:srgbClr val="7F8C97">
              <a:alpha val="48000"/>
            </a:srgbClr>
          </a:solidFill>
          <a:ln w="0">
            <a:noFill/>
            <a:prstDash val="solid"/>
          </a:ln>
        </p:spPr>
      </p:sp>
      <p:sp>
        <p:nvSpPr>
          <p:cNvPr id="3489" name="03_assume_matched_8786">
            <a:extLst>
              <a:ext uri="{FF2B5EF4-FFF2-40B4-BE49-F238E27FC236}">
                <a16:creationId xmlns:a16="http://schemas.microsoft.com/office/drawing/2014/main" id="{ADCB6E8C-8150-423C-8827-6CD0512BC4C9}"/>
              </a:ext>
            </a:extLst>
          </p:cNvPr>
          <p:cNvSpPr>
            <a:spLocks noGrp="1"/>
          </p:cNvSpPr>
          <p:nvPr/>
        </p:nvSpPr>
        <p:spPr>
          <a:xfrm>
            <a:off x="1158306" y="7460643"/>
            <a:ext cx="28398" cy="28398"/>
          </a:xfrm>
          <a:prstGeom prst="ellipse">
            <a:avLst/>
          </a:prstGeom>
          <a:solidFill>
            <a:srgbClr val="7F8C97">
              <a:alpha val="48000"/>
            </a:srgbClr>
          </a:solidFill>
          <a:ln w="0">
            <a:noFill/>
            <a:prstDash val="solid"/>
          </a:ln>
        </p:spPr>
      </p:sp>
      <p:sp>
        <p:nvSpPr>
          <p:cNvPr id="3490" name="03_assume_matched_8787">
            <a:extLst>
              <a:ext uri="{FF2B5EF4-FFF2-40B4-BE49-F238E27FC236}">
                <a16:creationId xmlns:a16="http://schemas.microsoft.com/office/drawing/2014/main" id="{27DDE0E7-A104-4EE9-A843-3089831B0F60}"/>
              </a:ext>
            </a:extLst>
          </p:cNvPr>
          <p:cNvSpPr>
            <a:spLocks noGrp="1"/>
          </p:cNvSpPr>
          <p:nvPr/>
        </p:nvSpPr>
        <p:spPr>
          <a:xfrm>
            <a:off x="1140173" y="7704338"/>
            <a:ext cx="28398" cy="28398"/>
          </a:xfrm>
          <a:prstGeom prst="ellipse">
            <a:avLst/>
          </a:prstGeom>
          <a:solidFill>
            <a:srgbClr val="7F8C97">
              <a:alpha val="48000"/>
            </a:srgbClr>
          </a:solidFill>
          <a:ln w="0">
            <a:noFill/>
            <a:prstDash val="solid"/>
          </a:ln>
        </p:spPr>
      </p:sp>
      <p:sp>
        <p:nvSpPr>
          <p:cNvPr id="3491" name="03_assume_matched_8788">
            <a:extLst>
              <a:ext uri="{FF2B5EF4-FFF2-40B4-BE49-F238E27FC236}">
                <a16:creationId xmlns:a16="http://schemas.microsoft.com/office/drawing/2014/main" id="{0F5C0498-9781-4A60-80E2-5C3FA18D901B}"/>
              </a:ext>
            </a:extLst>
          </p:cNvPr>
          <p:cNvSpPr>
            <a:spLocks noGrp="1"/>
          </p:cNvSpPr>
          <p:nvPr/>
        </p:nvSpPr>
        <p:spPr>
          <a:xfrm>
            <a:off x="1202342" y="7606860"/>
            <a:ext cx="28398" cy="28398"/>
          </a:xfrm>
          <a:prstGeom prst="ellipse">
            <a:avLst/>
          </a:prstGeom>
          <a:solidFill>
            <a:srgbClr val="7F8C97">
              <a:alpha val="48000"/>
            </a:srgbClr>
          </a:solidFill>
          <a:ln w="0">
            <a:noFill/>
            <a:prstDash val="solid"/>
          </a:ln>
        </p:spPr>
      </p:sp>
      <p:sp>
        <p:nvSpPr>
          <p:cNvPr id="3492" name="03_assume_matched_8789">
            <a:extLst>
              <a:ext uri="{FF2B5EF4-FFF2-40B4-BE49-F238E27FC236}">
                <a16:creationId xmlns:a16="http://schemas.microsoft.com/office/drawing/2014/main" id="{E60711FC-0E02-4D98-81B5-D8765E748C31}"/>
              </a:ext>
            </a:extLst>
          </p:cNvPr>
          <p:cNvSpPr>
            <a:spLocks noGrp="1"/>
          </p:cNvSpPr>
          <p:nvPr/>
        </p:nvSpPr>
        <p:spPr>
          <a:xfrm>
            <a:off x="1100454" y="7460643"/>
            <a:ext cx="28398" cy="28398"/>
          </a:xfrm>
          <a:prstGeom prst="ellipse">
            <a:avLst/>
          </a:prstGeom>
          <a:solidFill>
            <a:srgbClr val="7F8C97">
              <a:alpha val="48000"/>
            </a:srgbClr>
          </a:solidFill>
          <a:ln w="0">
            <a:noFill/>
            <a:prstDash val="solid"/>
          </a:ln>
        </p:spPr>
      </p:sp>
      <p:sp>
        <p:nvSpPr>
          <p:cNvPr id="3493" name="03_assume_matched_8790">
            <a:extLst>
              <a:ext uri="{FF2B5EF4-FFF2-40B4-BE49-F238E27FC236}">
                <a16:creationId xmlns:a16="http://schemas.microsoft.com/office/drawing/2014/main" id="{BFB80819-55DB-44CF-A942-5A9CF37CDB9D}"/>
              </a:ext>
            </a:extLst>
          </p:cNvPr>
          <p:cNvSpPr>
            <a:spLocks noGrp="1"/>
          </p:cNvSpPr>
          <p:nvPr/>
        </p:nvSpPr>
        <p:spPr>
          <a:xfrm>
            <a:off x="1107074" y="7753078"/>
            <a:ext cx="28398" cy="28398"/>
          </a:xfrm>
          <a:prstGeom prst="ellipse">
            <a:avLst/>
          </a:prstGeom>
          <a:solidFill>
            <a:srgbClr val="7F8C97">
              <a:alpha val="48000"/>
            </a:srgbClr>
          </a:solidFill>
          <a:ln w="0">
            <a:noFill/>
            <a:prstDash val="solid"/>
          </a:ln>
        </p:spPr>
      </p:sp>
      <p:sp>
        <p:nvSpPr>
          <p:cNvPr id="3494" name="03_assume_matched_8791">
            <a:extLst>
              <a:ext uri="{FF2B5EF4-FFF2-40B4-BE49-F238E27FC236}">
                <a16:creationId xmlns:a16="http://schemas.microsoft.com/office/drawing/2014/main" id="{32D18F9C-1600-4A67-80CB-E15029DD79CD}"/>
              </a:ext>
            </a:extLst>
          </p:cNvPr>
          <p:cNvSpPr>
            <a:spLocks noGrp="1"/>
          </p:cNvSpPr>
          <p:nvPr/>
        </p:nvSpPr>
        <p:spPr>
          <a:xfrm>
            <a:off x="1166940" y="7460643"/>
            <a:ext cx="28398" cy="28398"/>
          </a:xfrm>
          <a:prstGeom prst="ellipse">
            <a:avLst/>
          </a:prstGeom>
          <a:solidFill>
            <a:srgbClr val="7F8C97">
              <a:alpha val="48000"/>
            </a:srgbClr>
          </a:solidFill>
          <a:ln w="0">
            <a:noFill/>
            <a:prstDash val="solid"/>
          </a:ln>
        </p:spPr>
      </p:sp>
      <p:sp>
        <p:nvSpPr>
          <p:cNvPr id="3495" name="03_assume_matched_8792">
            <a:extLst>
              <a:ext uri="{FF2B5EF4-FFF2-40B4-BE49-F238E27FC236}">
                <a16:creationId xmlns:a16="http://schemas.microsoft.com/office/drawing/2014/main" id="{4C904872-5748-46EE-B7A4-203225775DAA}"/>
              </a:ext>
            </a:extLst>
          </p:cNvPr>
          <p:cNvSpPr>
            <a:spLocks noGrp="1"/>
          </p:cNvSpPr>
          <p:nvPr/>
        </p:nvSpPr>
        <p:spPr>
          <a:xfrm>
            <a:off x="1165645" y="7460643"/>
            <a:ext cx="28398" cy="28398"/>
          </a:xfrm>
          <a:prstGeom prst="ellipse">
            <a:avLst/>
          </a:prstGeom>
          <a:solidFill>
            <a:srgbClr val="7F8C97">
              <a:alpha val="48000"/>
            </a:srgbClr>
          </a:solidFill>
          <a:ln w="0">
            <a:noFill/>
            <a:prstDash val="solid"/>
          </a:ln>
        </p:spPr>
      </p:sp>
      <p:sp>
        <p:nvSpPr>
          <p:cNvPr id="3496" name="03_assume_matched_8793">
            <a:extLst>
              <a:ext uri="{FF2B5EF4-FFF2-40B4-BE49-F238E27FC236}">
                <a16:creationId xmlns:a16="http://schemas.microsoft.com/office/drawing/2014/main" id="{A7453B25-9259-4C44-BB93-AB50CA7FC7D1}"/>
              </a:ext>
            </a:extLst>
          </p:cNvPr>
          <p:cNvSpPr>
            <a:spLocks noGrp="1"/>
          </p:cNvSpPr>
          <p:nvPr/>
        </p:nvSpPr>
        <p:spPr>
          <a:xfrm>
            <a:off x="1212416" y="7753078"/>
            <a:ext cx="28398" cy="28398"/>
          </a:xfrm>
          <a:prstGeom prst="ellipse">
            <a:avLst/>
          </a:prstGeom>
          <a:solidFill>
            <a:srgbClr val="7F8C97">
              <a:alpha val="48000"/>
            </a:srgbClr>
          </a:solidFill>
          <a:ln w="0">
            <a:noFill/>
            <a:prstDash val="solid"/>
          </a:ln>
        </p:spPr>
      </p:sp>
      <p:sp>
        <p:nvSpPr>
          <p:cNvPr id="3497" name="03_assume_matched_8794">
            <a:extLst>
              <a:ext uri="{FF2B5EF4-FFF2-40B4-BE49-F238E27FC236}">
                <a16:creationId xmlns:a16="http://schemas.microsoft.com/office/drawing/2014/main" id="{C253DDE1-7FE8-467B-BDC8-16BB87DE3083}"/>
              </a:ext>
            </a:extLst>
          </p:cNvPr>
          <p:cNvSpPr>
            <a:spLocks noGrp="1"/>
          </p:cNvSpPr>
          <p:nvPr/>
        </p:nvSpPr>
        <p:spPr>
          <a:xfrm>
            <a:off x="1190685" y="7606860"/>
            <a:ext cx="28398" cy="28398"/>
          </a:xfrm>
          <a:prstGeom prst="ellipse">
            <a:avLst/>
          </a:prstGeom>
          <a:solidFill>
            <a:srgbClr val="7F8C97">
              <a:alpha val="48000"/>
            </a:srgbClr>
          </a:solidFill>
          <a:ln w="0">
            <a:noFill/>
            <a:prstDash val="solid"/>
          </a:ln>
        </p:spPr>
      </p:sp>
      <p:sp>
        <p:nvSpPr>
          <p:cNvPr id="3498" name="03_assume_matched_8795">
            <a:extLst>
              <a:ext uri="{FF2B5EF4-FFF2-40B4-BE49-F238E27FC236}">
                <a16:creationId xmlns:a16="http://schemas.microsoft.com/office/drawing/2014/main" id="{5988422E-8A5B-4D7F-9523-045E02A6BB90}"/>
              </a:ext>
            </a:extLst>
          </p:cNvPr>
          <p:cNvSpPr>
            <a:spLocks noGrp="1"/>
          </p:cNvSpPr>
          <p:nvPr/>
        </p:nvSpPr>
        <p:spPr>
          <a:xfrm>
            <a:off x="1122760" y="7753078"/>
            <a:ext cx="28398" cy="28398"/>
          </a:xfrm>
          <a:prstGeom prst="ellipse">
            <a:avLst/>
          </a:prstGeom>
          <a:solidFill>
            <a:srgbClr val="7F8C97">
              <a:alpha val="48000"/>
            </a:srgbClr>
          </a:solidFill>
          <a:ln w="0">
            <a:noFill/>
            <a:prstDash val="solid"/>
          </a:ln>
        </p:spPr>
      </p:sp>
      <p:sp>
        <p:nvSpPr>
          <p:cNvPr id="3499" name="03_assume_matched_8796">
            <a:extLst>
              <a:ext uri="{FF2B5EF4-FFF2-40B4-BE49-F238E27FC236}">
                <a16:creationId xmlns:a16="http://schemas.microsoft.com/office/drawing/2014/main" id="{E7DAF160-8DF5-419C-9329-2BF15B812CF3}"/>
              </a:ext>
            </a:extLst>
          </p:cNvPr>
          <p:cNvSpPr>
            <a:spLocks noGrp="1"/>
          </p:cNvSpPr>
          <p:nvPr/>
        </p:nvSpPr>
        <p:spPr>
          <a:xfrm>
            <a:off x="1193563" y="7753078"/>
            <a:ext cx="28398" cy="28398"/>
          </a:xfrm>
          <a:prstGeom prst="ellipse">
            <a:avLst/>
          </a:prstGeom>
          <a:solidFill>
            <a:srgbClr val="7F8C97">
              <a:alpha val="48000"/>
            </a:srgbClr>
          </a:solidFill>
          <a:ln w="0">
            <a:noFill/>
            <a:prstDash val="solid"/>
          </a:ln>
        </p:spPr>
      </p:sp>
      <p:sp>
        <p:nvSpPr>
          <p:cNvPr id="3500" name="03_assume_matched_8797">
            <a:extLst>
              <a:ext uri="{FF2B5EF4-FFF2-40B4-BE49-F238E27FC236}">
                <a16:creationId xmlns:a16="http://schemas.microsoft.com/office/drawing/2014/main" id="{D827B961-C4DD-4972-91D5-E04941BFF863}"/>
              </a:ext>
            </a:extLst>
          </p:cNvPr>
          <p:cNvSpPr>
            <a:spLocks noGrp="1"/>
          </p:cNvSpPr>
          <p:nvPr/>
        </p:nvSpPr>
        <p:spPr>
          <a:xfrm>
            <a:off x="1181907" y="7753078"/>
            <a:ext cx="28398" cy="28398"/>
          </a:xfrm>
          <a:prstGeom prst="ellipse">
            <a:avLst/>
          </a:prstGeom>
          <a:solidFill>
            <a:srgbClr val="7F8C97">
              <a:alpha val="48000"/>
            </a:srgbClr>
          </a:solidFill>
          <a:ln w="0">
            <a:noFill/>
            <a:prstDash val="solid"/>
          </a:ln>
        </p:spPr>
      </p:sp>
      <p:sp>
        <p:nvSpPr>
          <p:cNvPr id="3501" name="03_assume_matched_8798">
            <a:extLst>
              <a:ext uri="{FF2B5EF4-FFF2-40B4-BE49-F238E27FC236}">
                <a16:creationId xmlns:a16="http://schemas.microsoft.com/office/drawing/2014/main" id="{238C2C18-F0E0-4F1E-98AC-F2F08E85FAAE}"/>
              </a:ext>
            </a:extLst>
          </p:cNvPr>
          <p:cNvSpPr>
            <a:spLocks noGrp="1"/>
          </p:cNvSpPr>
          <p:nvPr/>
        </p:nvSpPr>
        <p:spPr>
          <a:xfrm>
            <a:off x="1188095" y="7753078"/>
            <a:ext cx="28398" cy="28398"/>
          </a:xfrm>
          <a:prstGeom prst="ellipse">
            <a:avLst/>
          </a:prstGeom>
          <a:solidFill>
            <a:srgbClr val="7F8C97">
              <a:alpha val="48000"/>
            </a:srgbClr>
          </a:solidFill>
          <a:ln w="0">
            <a:noFill/>
            <a:prstDash val="solid"/>
          </a:ln>
        </p:spPr>
      </p:sp>
      <p:sp>
        <p:nvSpPr>
          <p:cNvPr id="3502" name="03_assume_matched_8799">
            <a:extLst>
              <a:ext uri="{FF2B5EF4-FFF2-40B4-BE49-F238E27FC236}">
                <a16:creationId xmlns:a16="http://schemas.microsoft.com/office/drawing/2014/main" id="{D01C766D-2913-41FA-8896-A6023A172B3F}"/>
              </a:ext>
            </a:extLst>
          </p:cNvPr>
          <p:cNvSpPr>
            <a:spLocks noGrp="1"/>
          </p:cNvSpPr>
          <p:nvPr/>
        </p:nvSpPr>
        <p:spPr>
          <a:xfrm>
            <a:off x="1201478" y="7753078"/>
            <a:ext cx="28398" cy="28398"/>
          </a:xfrm>
          <a:prstGeom prst="ellipse">
            <a:avLst/>
          </a:prstGeom>
          <a:solidFill>
            <a:srgbClr val="7F8C97">
              <a:alpha val="48000"/>
            </a:srgbClr>
          </a:solidFill>
          <a:ln w="0">
            <a:noFill/>
            <a:prstDash val="solid"/>
          </a:ln>
        </p:spPr>
      </p:sp>
      <p:sp>
        <p:nvSpPr>
          <p:cNvPr id="3503" name="03_assume_matched_8800">
            <a:extLst>
              <a:ext uri="{FF2B5EF4-FFF2-40B4-BE49-F238E27FC236}">
                <a16:creationId xmlns:a16="http://schemas.microsoft.com/office/drawing/2014/main" id="{2F472B18-94A5-4F33-947E-13E7FB2FFE5D}"/>
              </a:ext>
            </a:extLst>
          </p:cNvPr>
          <p:cNvSpPr>
            <a:spLocks noGrp="1"/>
          </p:cNvSpPr>
          <p:nvPr/>
        </p:nvSpPr>
        <p:spPr>
          <a:xfrm>
            <a:off x="1110096" y="7460643"/>
            <a:ext cx="28398" cy="28398"/>
          </a:xfrm>
          <a:prstGeom prst="ellipse">
            <a:avLst/>
          </a:prstGeom>
          <a:solidFill>
            <a:srgbClr val="7F8C97">
              <a:alpha val="48000"/>
            </a:srgbClr>
          </a:solidFill>
          <a:ln w="0">
            <a:noFill/>
            <a:prstDash val="solid"/>
          </a:ln>
        </p:spPr>
      </p:sp>
      <p:sp>
        <p:nvSpPr>
          <p:cNvPr id="3504" name="03_assume_matched_8801">
            <a:extLst>
              <a:ext uri="{FF2B5EF4-FFF2-40B4-BE49-F238E27FC236}">
                <a16:creationId xmlns:a16="http://schemas.microsoft.com/office/drawing/2014/main" id="{7F08A596-D281-4F48-8009-F6B0E093CC0A}"/>
              </a:ext>
            </a:extLst>
          </p:cNvPr>
          <p:cNvSpPr>
            <a:spLocks noGrp="1"/>
          </p:cNvSpPr>
          <p:nvPr/>
        </p:nvSpPr>
        <p:spPr>
          <a:xfrm>
            <a:off x="1099303" y="7460643"/>
            <a:ext cx="28398" cy="28398"/>
          </a:xfrm>
          <a:prstGeom prst="ellipse">
            <a:avLst/>
          </a:prstGeom>
          <a:solidFill>
            <a:srgbClr val="7F8C97">
              <a:alpha val="48000"/>
            </a:srgbClr>
          </a:solidFill>
          <a:ln w="0">
            <a:noFill/>
            <a:prstDash val="solid"/>
          </a:ln>
        </p:spPr>
      </p:sp>
      <p:sp>
        <p:nvSpPr>
          <p:cNvPr id="3505" name="03_assume_matched_8802">
            <a:extLst>
              <a:ext uri="{FF2B5EF4-FFF2-40B4-BE49-F238E27FC236}">
                <a16:creationId xmlns:a16="http://schemas.microsoft.com/office/drawing/2014/main" id="{CE193365-0E3E-4082-BCDD-C98A0CB8202B}"/>
              </a:ext>
            </a:extLst>
          </p:cNvPr>
          <p:cNvSpPr>
            <a:spLocks noGrp="1"/>
          </p:cNvSpPr>
          <p:nvPr/>
        </p:nvSpPr>
        <p:spPr>
          <a:xfrm>
            <a:off x="1182195" y="7460643"/>
            <a:ext cx="28398" cy="28398"/>
          </a:xfrm>
          <a:prstGeom prst="ellipse">
            <a:avLst/>
          </a:prstGeom>
          <a:solidFill>
            <a:srgbClr val="7F8C97">
              <a:alpha val="48000"/>
            </a:srgbClr>
          </a:solidFill>
          <a:ln w="0">
            <a:noFill/>
            <a:prstDash val="solid"/>
          </a:ln>
        </p:spPr>
      </p:sp>
      <p:sp>
        <p:nvSpPr>
          <p:cNvPr id="3506" name="03_assume_matched_8803">
            <a:extLst>
              <a:ext uri="{FF2B5EF4-FFF2-40B4-BE49-F238E27FC236}">
                <a16:creationId xmlns:a16="http://schemas.microsoft.com/office/drawing/2014/main" id="{99FEA3DF-A4EE-46E4-BC5C-F21F6468DCDB}"/>
              </a:ext>
            </a:extLst>
          </p:cNvPr>
          <p:cNvSpPr>
            <a:spLocks noGrp="1"/>
          </p:cNvSpPr>
          <p:nvPr/>
        </p:nvSpPr>
        <p:spPr>
          <a:xfrm>
            <a:off x="1219323" y="7460643"/>
            <a:ext cx="28398" cy="28398"/>
          </a:xfrm>
          <a:prstGeom prst="ellipse">
            <a:avLst/>
          </a:prstGeom>
          <a:solidFill>
            <a:srgbClr val="7F8C97">
              <a:alpha val="48000"/>
            </a:srgbClr>
          </a:solidFill>
          <a:ln w="0">
            <a:noFill/>
            <a:prstDash val="solid"/>
          </a:ln>
        </p:spPr>
      </p:sp>
      <p:sp>
        <p:nvSpPr>
          <p:cNvPr id="3507" name="03_assume_matched_8804">
            <a:extLst>
              <a:ext uri="{FF2B5EF4-FFF2-40B4-BE49-F238E27FC236}">
                <a16:creationId xmlns:a16="http://schemas.microsoft.com/office/drawing/2014/main" id="{ADC68596-59D3-44E5-8FB1-D2ABE2F08784}"/>
              </a:ext>
            </a:extLst>
          </p:cNvPr>
          <p:cNvSpPr>
            <a:spLocks noGrp="1"/>
          </p:cNvSpPr>
          <p:nvPr/>
        </p:nvSpPr>
        <p:spPr>
          <a:xfrm>
            <a:off x="1225511" y="7460643"/>
            <a:ext cx="28398" cy="28398"/>
          </a:xfrm>
          <a:prstGeom prst="ellipse">
            <a:avLst/>
          </a:prstGeom>
          <a:solidFill>
            <a:srgbClr val="7F8C97">
              <a:alpha val="48000"/>
            </a:srgbClr>
          </a:solidFill>
          <a:ln w="0">
            <a:noFill/>
            <a:prstDash val="solid"/>
          </a:ln>
        </p:spPr>
      </p:sp>
      <p:sp>
        <p:nvSpPr>
          <p:cNvPr id="3508" name="03_assume_matched_8805">
            <a:extLst>
              <a:ext uri="{FF2B5EF4-FFF2-40B4-BE49-F238E27FC236}">
                <a16:creationId xmlns:a16="http://schemas.microsoft.com/office/drawing/2014/main" id="{FB96DE9B-7134-4648-875A-A37D9247F2E6}"/>
              </a:ext>
            </a:extLst>
          </p:cNvPr>
          <p:cNvSpPr>
            <a:spLocks noGrp="1"/>
          </p:cNvSpPr>
          <p:nvPr/>
        </p:nvSpPr>
        <p:spPr>
          <a:xfrm>
            <a:off x="1136576" y="7460643"/>
            <a:ext cx="28398" cy="28398"/>
          </a:xfrm>
          <a:prstGeom prst="ellipse">
            <a:avLst/>
          </a:prstGeom>
          <a:solidFill>
            <a:srgbClr val="7F8C97">
              <a:alpha val="48000"/>
            </a:srgbClr>
          </a:solidFill>
          <a:ln w="0">
            <a:noFill/>
            <a:prstDash val="solid"/>
          </a:ln>
        </p:spPr>
      </p:sp>
      <p:sp>
        <p:nvSpPr>
          <p:cNvPr id="3509" name="03_assume_matched_8806">
            <a:extLst>
              <a:ext uri="{FF2B5EF4-FFF2-40B4-BE49-F238E27FC236}">
                <a16:creationId xmlns:a16="http://schemas.microsoft.com/office/drawing/2014/main" id="{7543EA35-E7D4-48CB-8486-53192551350A}"/>
              </a:ext>
            </a:extLst>
          </p:cNvPr>
          <p:cNvSpPr>
            <a:spLocks noGrp="1"/>
          </p:cNvSpPr>
          <p:nvPr/>
        </p:nvSpPr>
        <p:spPr>
          <a:xfrm>
            <a:off x="1189390" y="7753078"/>
            <a:ext cx="28398" cy="28398"/>
          </a:xfrm>
          <a:prstGeom prst="ellipse">
            <a:avLst/>
          </a:prstGeom>
          <a:solidFill>
            <a:srgbClr val="7F8C97">
              <a:alpha val="48000"/>
            </a:srgbClr>
          </a:solidFill>
          <a:ln w="0">
            <a:noFill/>
            <a:prstDash val="solid"/>
          </a:ln>
        </p:spPr>
      </p:sp>
      <p:sp>
        <p:nvSpPr>
          <p:cNvPr id="3510" name="03_assume_matched_8807">
            <a:extLst>
              <a:ext uri="{FF2B5EF4-FFF2-40B4-BE49-F238E27FC236}">
                <a16:creationId xmlns:a16="http://schemas.microsoft.com/office/drawing/2014/main" id="{5A3B1BBC-A035-42B7-B129-0FF02C9B14D4}"/>
              </a:ext>
            </a:extLst>
          </p:cNvPr>
          <p:cNvSpPr>
            <a:spLocks noGrp="1"/>
          </p:cNvSpPr>
          <p:nvPr/>
        </p:nvSpPr>
        <p:spPr>
          <a:xfrm>
            <a:off x="1200327" y="7753078"/>
            <a:ext cx="28398" cy="28398"/>
          </a:xfrm>
          <a:prstGeom prst="ellipse">
            <a:avLst/>
          </a:prstGeom>
          <a:solidFill>
            <a:srgbClr val="7F8C97">
              <a:alpha val="48000"/>
            </a:srgbClr>
          </a:solidFill>
          <a:ln w="0">
            <a:noFill/>
            <a:prstDash val="solid"/>
          </a:ln>
        </p:spPr>
      </p:sp>
      <p:sp>
        <p:nvSpPr>
          <p:cNvPr id="3511" name="03_assume_matched_8808">
            <a:extLst>
              <a:ext uri="{FF2B5EF4-FFF2-40B4-BE49-F238E27FC236}">
                <a16:creationId xmlns:a16="http://schemas.microsoft.com/office/drawing/2014/main" id="{E15B45AA-67AC-46C7-A412-52A023893462}"/>
              </a:ext>
            </a:extLst>
          </p:cNvPr>
          <p:cNvSpPr>
            <a:spLocks noGrp="1"/>
          </p:cNvSpPr>
          <p:nvPr/>
        </p:nvSpPr>
        <p:spPr>
          <a:xfrm>
            <a:off x="1217740" y="7753078"/>
            <a:ext cx="28398" cy="28398"/>
          </a:xfrm>
          <a:prstGeom prst="ellipse">
            <a:avLst/>
          </a:prstGeom>
          <a:solidFill>
            <a:srgbClr val="7F8C97">
              <a:alpha val="48000"/>
            </a:srgbClr>
          </a:solidFill>
          <a:ln w="0">
            <a:noFill/>
            <a:prstDash val="solid"/>
          </a:ln>
        </p:spPr>
      </p:sp>
      <p:sp>
        <p:nvSpPr>
          <p:cNvPr id="3512" name="03_assume_matched_8809">
            <a:extLst>
              <a:ext uri="{FF2B5EF4-FFF2-40B4-BE49-F238E27FC236}">
                <a16:creationId xmlns:a16="http://schemas.microsoft.com/office/drawing/2014/main" id="{14E5CC30-D5F5-48D0-910C-68D2391D70B4}"/>
              </a:ext>
            </a:extLst>
          </p:cNvPr>
          <p:cNvSpPr>
            <a:spLocks noGrp="1"/>
          </p:cNvSpPr>
          <p:nvPr/>
        </p:nvSpPr>
        <p:spPr>
          <a:xfrm>
            <a:off x="1202486" y="7753078"/>
            <a:ext cx="28398" cy="28398"/>
          </a:xfrm>
          <a:prstGeom prst="ellipse">
            <a:avLst/>
          </a:prstGeom>
          <a:solidFill>
            <a:srgbClr val="7F8C97">
              <a:alpha val="48000"/>
            </a:srgbClr>
          </a:solidFill>
          <a:ln w="0">
            <a:noFill/>
            <a:prstDash val="solid"/>
          </a:ln>
        </p:spPr>
      </p:sp>
      <p:sp>
        <p:nvSpPr>
          <p:cNvPr id="3513" name="03_assume_matched_8810">
            <a:extLst>
              <a:ext uri="{FF2B5EF4-FFF2-40B4-BE49-F238E27FC236}">
                <a16:creationId xmlns:a16="http://schemas.microsoft.com/office/drawing/2014/main" id="{6F4C0CD6-59D0-4ADD-8308-2AAF3938E974}"/>
              </a:ext>
            </a:extLst>
          </p:cNvPr>
          <p:cNvSpPr>
            <a:spLocks noGrp="1"/>
          </p:cNvSpPr>
          <p:nvPr/>
        </p:nvSpPr>
        <p:spPr>
          <a:xfrm>
            <a:off x="1180756" y="7753078"/>
            <a:ext cx="28398" cy="28398"/>
          </a:xfrm>
          <a:prstGeom prst="ellipse">
            <a:avLst/>
          </a:prstGeom>
          <a:solidFill>
            <a:srgbClr val="7F8C97">
              <a:alpha val="48000"/>
            </a:srgbClr>
          </a:solidFill>
          <a:ln w="0">
            <a:noFill/>
            <a:prstDash val="solid"/>
          </a:ln>
        </p:spPr>
      </p:sp>
      <p:sp>
        <p:nvSpPr>
          <p:cNvPr id="3514" name="03_assume_matched_8811">
            <a:extLst>
              <a:ext uri="{FF2B5EF4-FFF2-40B4-BE49-F238E27FC236}">
                <a16:creationId xmlns:a16="http://schemas.microsoft.com/office/drawing/2014/main" id="{32459577-FCEC-470B-A5EC-1AFCD4DC702D}"/>
              </a:ext>
            </a:extLst>
          </p:cNvPr>
          <p:cNvSpPr>
            <a:spLocks noGrp="1"/>
          </p:cNvSpPr>
          <p:nvPr/>
        </p:nvSpPr>
        <p:spPr>
          <a:xfrm>
            <a:off x="1092539" y="7460643"/>
            <a:ext cx="28398" cy="28398"/>
          </a:xfrm>
          <a:prstGeom prst="ellipse">
            <a:avLst/>
          </a:prstGeom>
          <a:solidFill>
            <a:srgbClr val="7F8C97">
              <a:alpha val="48000"/>
            </a:srgbClr>
          </a:solidFill>
          <a:ln w="0">
            <a:noFill/>
            <a:prstDash val="solid"/>
          </a:ln>
        </p:spPr>
      </p:sp>
      <p:sp>
        <p:nvSpPr>
          <p:cNvPr id="3515" name="03_assume_matched_8812">
            <a:extLst>
              <a:ext uri="{FF2B5EF4-FFF2-40B4-BE49-F238E27FC236}">
                <a16:creationId xmlns:a16="http://schemas.microsoft.com/office/drawing/2014/main" id="{6E77CD3E-653C-4E5E-A180-0823C677890F}"/>
              </a:ext>
            </a:extLst>
          </p:cNvPr>
          <p:cNvSpPr>
            <a:spLocks noGrp="1"/>
          </p:cNvSpPr>
          <p:nvPr/>
        </p:nvSpPr>
        <p:spPr>
          <a:xfrm>
            <a:off x="1106499" y="7460643"/>
            <a:ext cx="28398" cy="28398"/>
          </a:xfrm>
          <a:prstGeom prst="ellipse">
            <a:avLst/>
          </a:prstGeom>
          <a:solidFill>
            <a:srgbClr val="7F8C97">
              <a:alpha val="48000"/>
            </a:srgbClr>
          </a:solidFill>
          <a:ln w="0">
            <a:noFill/>
            <a:prstDash val="solid"/>
          </a:ln>
        </p:spPr>
      </p:sp>
      <p:sp>
        <p:nvSpPr>
          <p:cNvPr id="3516" name="03_assume_matched_8813">
            <a:extLst>
              <a:ext uri="{FF2B5EF4-FFF2-40B4-BE49-F238E27FC236}">
                <a16:creationId xmlns:a16="http://schemas.microsoft.com/office/drawing/2014/main" id="{818066C5-3856-4D8D-90E2-9C69821F8627}"/>
              </a:ext>
            </a:extLst>
          </p:cNvPr>
          <p:cNvSpPr>
            <a:spLocks noGrp="1"/>
          </p:cNvSpPr>
          <p:nvPr/>
        </p:nvSpPr>
        <p:spPr>
          <a:xfrm>
            <a:off x="1167660" y="7460643"/>
            <a:ext cx="28398" cy="28398"/>
          </a:xfrm>
          <a:prstGeom prst="ellipse">
            <a:avLst/>
          </a:prstGeom>
          <a:solidFill>
            <a:srgbClr val="7F8C97">
              <a:alpha val="48000"/>
            </a:srgbClr>
          </a:solidFill>
          <a:ln w="0">
            <a:noFill/>
            <a:prstDash val="solid"/>
          </a:ln>
        </p:spPr>
      </p:sp>
      <p:sp>
        <p:nvSpPr>
          <p:cNvPr id="3517" name="03_assume_matched_8814">
            <a:extLst>
              <a:ext uri="{FF2B5EF4-FFF2-40B4-BE49-F238E27FC236}">
                <a16:creationId xmlns:a16="http://schemas.microsoft.com/office/drawing/2014/main" id="{73EF7DC8-1B97-41F9-93C4-06DCF8BD3DF1}"/>
              </a:ext>
            </a:extLst>
          </p:cNvPr>
          <p:cNvSpPr>
            <a:spLocks noGrp="1"/>
          </p:cNvSpPr>
          <p:nvPr/>
        </p:nvSpPr>
        <p:spPr>
          <a:xfrm>
            <a:off x="1112543" y="7753078"/>
            <a:ext cx="28398" cy="28398"/>
          </a:xfrm>
          <a:prstGeom prst="ellipse">
            <a:avLst/>
          </a:prstGeom>
          <a:solidFill>
            <a:srgbClr val="7F8C97">
              <a:alpha val="48000"/>
            </a:srgbClr>
          </a:solidFill>
          <a:ln w="0">
            <a:noFill/>
            <a:prstDash val="solid"/>
          </a:ln>
        </p:spPr>
      </p:sp>
      <p:sp>
        <p:nvSpPr>
          <p:cNvPr id="3518" name="03_assume_matched_8815">
            <a:extLst>
              <a:ext uri="{FF2B5EF4-FFF2-40B4-BE49-F238E27FC236}">
                <a16:creationId xmlns:a16="http://schemas.microsoft.com/office/drawing/2014/main" id="{E7785341-417A-425F-A810-470FB8267F34}"/>
              </a:ext>
            </a:extLst>
          </p:cNvPr>
          <p:cNvSpPr>
            <a:spLocks noGrp="1"/>
          </p:cNvSpPr>
          <p:nvPr/>
        </p:nvSpPr>
        <p:spPr>
          <a:xfrm>
            <a:off x="1138590" y="7753078"/>
            <a:ext cx="28398" cy="28398"/>
          </a:xfrm>
          <a:prstGeom prst="ellipse">
            <a:avLst/>
          </a:prstGeom>
          <a:solidFill>
            <a:srgbClr val="7F8C97">
              <a:alpha val="48000"/>
            </a:srgbClr>
          </a:solidFill>
          <a:ln w="0">
            <a:noFill/>
            <a:prstDash val="solid"/>
          </a:ln>
        </p:spPr>
      </p:sp>
      <p:sp>
        <p:nvSpPr>
          <p:cNvPr id="3519" name="03_assume_matched_8816">
            <a:extLst>
              <a:ext uri="{FF2B5EF4-FFF2-40B4-BE49-F238E27FC236}">
                <a16:creationId xmlns:a16="http://schemas.microsoft.com/office/drawing/2014/main" id="{9EDB8721-6BBC-4455-B1B9-F424FF8F0911}"/>
              </a:ext>
            </a:extLst>
          </p:cNvPr>
          <p:cNvSpPr>
            <a:spLocks noGrp="1"/>
          </p:cNvSpPr>
          <p:nvPr/>
        </p:nvSpPr>
        <p:spPr>
          <a:xfrm>
            <a:off x="1087646" y="7753078"/>
            <a:ext cx="28398" cy="28398"/>
          </a:xfrm>
          <a:prstGeom prst="ellipse">
            <a:avLst/>
          </a:prstGeom>
          <a:solidFill>
            <a:srgbClr val="7F8C97">
              <a:alpha val="48000"/>
            </a:srgbClr>
          </a:solidFill>
          <a:ln w="0">
            <a:noFill/>
            <a:prstDash val="solid"/>
          </a:ln>
        </p:spPr>
      </p:sp>
      <p:sp>
        <p:nvSpPr>
          <p:cNvPr id="3520" name="03_assume_matched_8817">
            <a:extLst>
              <a:ext uri="{FF2B5EF4-FFF2-40B4-BE49-F238E27FC236}">
                <a16:creationId xmlns:a16="http://schemas.microsoft.com/office/drawing/2014/main" id="{B3E40222-40F0-4E73-96A4-9BC94E9BF5AD}"/>
              </a:ext>
            </a:extLst>
          </p:cNvPr>
          <p:cNvSpPr>
            <a:spLocks noGrp="1"/>
          </p:cNvSpPr>
          <p:nvPr/>
        </p:nvSpPr>
        <p:spPr>
          <a:xfrm>
            <a:off x="1583133" y="7168208"/>
            <a:ext cx="28398" cy="28398"/>
          </a:xfrm>
          <a:prstGeom prst="ellipse">
            <a:avLst/>
          </a:prstGeom>
          <a:solidFill>
            <a:srgbClr val="7F8C97">
              <a:alpha val="48000"/>
            </a:srgbClr>
          </a:solidFill>
          <a:ln w="0">
            <a:noFill/>
            <a:prstDash val="solid"/>
          </a:ln>
        </p:spPr>
      </p:sp>
      <p:sp>
        <p:nvSpPr>
          <p:cNvPr id="3521" name="03_assume_matched_8818">
            <a:extLst>
              <a:ext uri="{FF2B5EF4-FFF2-40B4-BE49-F238E27FC236}">
                <a16:creationId xmlns:a16="http://schemas.microsoft.com/office/drawing/2014/main" id="{7667BFD3-B954-4BD1-BD53-35DAADA38267}"/>
              </a:ext>
            </a:extLst>
          </p:cNvPr>
          <p:cNvSpPr>
            <a:spLocks noGrp="1"/>
          </p:cNvSpPr>
          <p:nvPr/>
        </p:nvSpPr>
        <p:spPr>
          <a:xfrm>
            <a:off x="1571620" y="7168208"/>
            <a:ext cx="28398" cy="28398"/>
          </a:xfrm>
          <a:prstGeom prst="ellipse">
            <a:avLst/>
          </a:prstGeom>
          <a:solidFill>
            <a:srgbClr val="7F8C97">
              <a:alpha val="48000"/>
            </a:srgbClr>
          </a:solidFill>
          <a:ln w="0">
            <a:noFill/>
            <a:prstDash val="solid"/>
          </a:ln>
        </p:spPr>
      </p:sp>
      <p:sp>
        <p:nvSpPr>
          <p:cNvPr id="3522" name="03_assume_matched_8819">
            <a:extLst>
              <a:ext uri="{FF2B5EF4-FFF2-40B4-BE49-F238E27FC236}">
                <a16:creationId xmlns:a16="http://schemas.microsoft.com/office/drawing/2014/main" id="{1E2D72A7-280F-42AE-A38B-4E0E78ECAF13}"/>
              </a:ext>
            </a:extLst>
          </p:cNvPr>
          <p:cNvSpPr>
            <a:spLocks noGrp="1"/>
          </p:cNvSpPr>
          <p:nvPr/>
        </p:nvSpPr>
        <p:spPr>
          <a:xfrm>
            <a:off x="1514488" y="7168208"/>
            <a:ext cx="28398" cy="28398"/>
          </a:xfrm>
          <a:prstGeom prst="ellipse">
            <a:avLst/>
          </a:prstGeom>
          <a:solidFill>
            <a:srgbClr val="7F8C97">
              <a:alpha val="48000"/>
            </a:srgbClr>
          </a:solidFill>
          <a:ln w="0">
            <a:noFill/>
            <a:prstDash val="solid"/>
          </a:ln>
        </p:spPr>
      </p:sp>
      <p:sp>
        <p:nvSpPr>
          <p:cNvPr id="3523" name="03_assume_matched_8820">
            <a:extLst>
              <a:ext uri="{FF2B5EF4-FFF2-40B4-BE49-F238E27FC236}">
                <a16:creationId xmlns:a16="http://schemas.microsoft.com/office/drawing/2014/main" id="{B0F9B720-F8EC-4764-97D0-0545EC9B9EF9}"/>
              </a:ext>
            </a:extLst>
          </p:cNvPr>
          <p:cNvSpPr>
            <a:spLocks noGrp="1"/>
          </p:cNvSpPr>
          <p:nvPr/>
        </p:nvSpPr>
        <p:spPr>
          <a:xfrm>
            <a:off x="1593350" y="7168208"/>
            <a:ext cx="28398" cy="28398"/>
          </a:xfrm>
          <a:prstGeom prst="ellipse">
            <a:avLst/>
          </a:prstGeom>
          <a:solidFill>
            <a:srgbClr val="7F8C97">
              <a:alpha val="48000"/>
            </a:srgbClr>
          </a:solidFill>
          <a:ln w="0">
            <a:noFill/>
            <a:prstDash val="solid"/>
          </a:ln>
        </p:spPr>
      </p:sp>
      <p:sp>
        <p:nvSpPr>
          <p:cNvPr id="3524" name="03_assume_matched_8821">
            <a:extLst>
              <a:ext uri="{FF2B5EF4-FFF2-40B4-BE49-F238E27FC236}">
                <a16:creationId xmlns:a16="http://schemas.microsoft.com/office/drawing/2014/main" id="{BC1D6C4B-0688-476F-B76E-375B06D30E94}"/>
              </a:ext>
            </a:extLst>
          </p:cNvPr>
          <p:cNvSpPr>
            <a:spLocks noGrp="1"/>
          </p:cNvSpPr>
          <p:nvPr/>
        </p:nvSpPr>
        <p:spPr>
          <a:xfrm>
            <a:off x="1561115" y="7168208"/>
            <a:ext cx="28398" cy="28398"/>
          </a:xfrm>
          <a:prstGeom prst="ellipse">
            <a:avLst/>
          </a:prstGeom>
          <a:solidFill>
            <a:srgbClr val="7F8C97">
              <a:alpha val="48000"/>
            </a:srgbClr>
          </a:solidFill>
          <a:ln w="0">
            <a:noFill/>
            <a:prstDash val="solid"/>
          </a:ln>
        </p:spPr>
      </p:sp>
      <p:sp>
        <p:nvSpPr>
          <p:cNvPr id="3525" name="03_assume_matched_8822">
            <a:extLst>
              <a:ext uri="{FF2B5EF4-FFF2-40B4-BE49-F238E27FC236}">
                <a16:creationId xmlns:a16="http://schemas.microsoft.com/office/drawing/2014/main" id="{AD7D7AC3-F2F3-4103-8471-448F99924639}"/>
              </a:ext>
            </a:extLst>
          </p:cNvPr>
          <p:cNvSpPr>
            <a:spLocks noGrp="1"/>
          </p:cNvSpPr>
          <p:nvPr/>
        </p:nvSpPr>
        <p:spPr>
          <a:xfrm>
            <a:off x="1465847" y="7168208"/>
            <a:ext cx="28398" cy="28398"/>
          </a:xfrm>
          <a:prstGeom prst="ellipse">
            <a:avLst/>
          </a:prstGeom>
          <a:solidFill>
            <a:srgbClr val="7F8C97">
              <a:alpha val="48000"/>
            </a:srgbClr>
          </a:solidFill>
          <a:ln w="0">
            <a:noFill/>
            <a:prstDash val="solid"/>
          </a:ln>
        </p:spPr>
      </p:sp>
      <p:sp>
        <p:nvSpPr>
          <p:cNvPr id="3526" name="03_assume_matched_8823">
            <a:extLst>
              <a:ext uri="{FF2B5EF4-FFF2-40B4-BE49-F238E27FC236}">
                <a16:creationId xmlns:a16="http://schemas.microsoft.com/office/drawing/2014/main" id="{A354FCF5-B1E9-4ECB-9D09-115F2B15A616}"/>
              </a:ext>
            </a:extLst>
          </p:cNvPr>
          <p:cNvSpPr>
            <a:spLocks noGrp="1"/>
          </p:cNvSpPr>
          <p:nvPr/>
        </p:nvSpPr>
        <p:spPr>
          <a:xfrm>
            <a:off x="1496499" y="7460643"/>
            <a:ext cx="28398" cy="28398"/>
          </a:xfrm>
          <a:prstGeom prst="ellipse">
            <a:avLst/>
          </a:prstGeom>
          <a:solidFill>
            <a:srgbClr val="7F8C97">
              <a:alpha val="48000"/>
            </a:srgbClr>
          </a:solidFill>
          <a:ln w="0">
            <a:noFill/>
            <a:prstDash val="solid"/>
          </a:ln>
        </p:spPr>
      </p:sp>
      <p:sp>
        <p:nvSpPr>
          <p:cNvPr id="3527" name="03_assume_matched_8824">
            <a:extLst>
              <a:ext uri="{FF2B5EF4-FFF2-40B4-BE49-F238E27FC236}">
                <a16:creationId xmlns:a16="http://schemas.microsoft.com/office/drawing/2014/main" id="{F05E8F7C-87BF-49F8-BD36-270A15598D5F}"/>
              </a:ext>
            </a:extLst>
          </p:cNvPr>
          <p:cNvSpPr>
            <a:spLocks noGrp="1"/>
          </p:cNvSpPr>
          <p:nvPr/>
        </p:nvSpPr>
        <p:spPr>
          <a:xfrm>
            <a:off x="1465559" y="7606860"/>
            <a:ext cx="28398" cy="28398"/>
          </a:xfrm>
          <a:prstGeom prst="ellipse">
            <a:avLst/>
          </a:prstGeom>
          <a:solidFill>
            <a:srgbClr val="7F8C97">
              <a:alpha val="48000"/>
            </a:srgbClr>
          </a:solidFill>
          <a:ln w="0">
            <a:noFill/>
            <a:prstDash val="solid"/>
          </a:ln>
        </p:spPr>
      </p:sp>
      <p:sp>
        <p:nvSpPr>
          <p:cNvPr id="3528" name="03_assume_matched_8825">
            <a:extLst>
              <a:ext uri="{FF2B5EF4-FFF2-40B4-BE49-F238E27FC236}">
                <a16:creationId xmlns:a16="http://schemas.microsoft.com/office/drawing/2014/main" id="{AADA1E24-B41C-4879-A2DE-3C6360BC563E}"/>
              </a:ext>
            </a:extLst>
          </p:cNvPr>
          <p:cNvSpPr>
            <a:spLocks noGrp="1"/>
          </p:cNvSpPr>
          <p:nvPr/>
        </p:nvSpPr>
        <p:spPr>
          <a:xfrm>
            <a:off x="1546868" y="7168208"/>
            <a:ext cx="28398" cy="28398"/>
          </a:xfrm>
          <a:prstGeom prst="ellipse">
            <a:avLst/>
          </a:prstGeom>
          <a:solidFill>
            <a:srgbClr val="7F8C97">
              <a:alpha val="48000"/>
            </a:srgbClr>
          </a:solidFill>
          <a:ln w="0">
            <a:noFill/>
            <a:prstDash val="solid"/>
          </a:ln>
        </p:spPr>
      </p:sp>
      <p:sp>
        <p:nvSpPr>
          <p:cNvPr id="3529" name="03_assume_matched_8826">
            <a:extLst>
              <a:ext uri="{FF2B5EF4-FFF2-40B4-BE49-F238E27FC236}">
                <a16:creationId xmlns:a16="http://schemas.microsoft.com/office/drawing/2014/main" id="{D87C899C-53EE-4654-A67C-17B9CA6C4E17}"/>
              </a:ext>
            </a:extLst>
          </p:cNvPr>
          <p:cNvSpPr>
            <a:spLocks noGrp="1"/>
          </p:cNvSpPr>
          <p:nvPr/>
        </p:nvSpPr>
        <p:spPr>
          <a:xfrm>
            <a:off x="1528159" y="7168208"/>
            <a:ext cx="28398" cy="28398"/>
          </a:xfrm>
          <a:prstGeom prst="ellipse">
            <a:avLst/>
          </a:prstGeom>
          <a:solidFill>
            <a:srgbClr val="7F8C97">
              <a:alpha val="48000"/>
            </a:srgbClr>
          </a:solidFill>
          <a:ln w="0">
            <a:noFill/>
            <a:prstDash val="solid"/>
          </a:ln>
        </p:spPr>
      </p:sp>
      <p:sp>
        <p:nvSpPr>
          <p:cNvPr id="3530" name="03_assume_matched_8827">
            <a:extLst>
              <a:ext uri="{FF2B5EF4-FFF2-40B4-BE49-F238E27FC236}">
                <a16:creationId xmlns:a16="http://schemas.microsoft.com/office/drawing/2014/main" id="{B9F9300B-DD73-4AE0-892C-9DFD727465B2}"/>
              </a:ext>
            </a:extLst>
          </p:cNvPr>
          <p:cNvSpPr>
            <a:spLocks noGrp="1"/>
          </p:cNvSpPr>
          <p:nvPr/>
        </p:nvSpPr>
        <p:spPr>
          <a:xfrm>
            <a:off x="1512905" y="7168208"/>
            <a:ext cx="28398" cy="28398"/>
          </a:xfrm>
          <a:prstGeom prst="ellipse">
            <a:avLst/>
          </a:prstGeom>
          <a:solidFill>
            <a:srgbClr val="7F8C97">
              <a:alpha val="48000"/>
            </a:srgbClr>
          </a:solidFill>
          <a:ln w="0">
            <a:noFill/>
            <a:prstDash val="solid"/>
          </a:ln>
        </p:spPr>
      </p:sp>
      <p:sp>
        <p:nvSpPr>
          <p:cNvPr id="3531" name="03_assume_matched_8828">
            <a:extLst>
              <a:ext uri="{FF2B5EF4-FFF2-40B4-BE49-F238E27FC236}">
                <a16:creationId xmlns:a16="http://schemas.microsoft.com/office/drawing/2014/main" id="{888F8880-BE59-451E-BF83-A4EEAF32E5C1}"/>
              </a:ext>
            </a:extLst>
          </p:cNvPr>
          <p:cNvSpPr>
            <a:spLocks noGrp="1"/>
          </p:cNvSpPr>
          <p:nvPr/>
        </p:nvSpPr>
        <p:spPr>
          <a:xfrm>
            <a:off x="1498658" y="7753078"/>
            <a:ext cx="28398" cy="28398"/>
          </a:xfrm>
          <a:prstGeom prst="ellipse">
            <a:avLst/>
          </a:prstGeom>
          <a:solidFill>
            <a:srgbClr val="7F8C97">
              <a:alpha val="48000"/>
            </a:srgbClr>
          </a:solidFill>
          <a:ln w="0">
            <a:noFill/>
            <a:prstDash val="solid"/>
          </a:ln>
        </p:spPr>
      </p:sp>
      <p:sp>
        <p:nvSpPr>
          <p:cNvPr id="3532" name="03_assume_matched_8829">
            <a:extLst>
              <a:ext uri="{FF2B5EF4-FFF2-40B4-BE49-F238E27FC236}">
                <a16:creationId xmlns:a16="http://schemas.microsoft.com/office/drawing/2014/main" id="{49726B68-4296-4719-BC8A-D3BDAB539414}"/>
              </a:ext>
            </a:extLst>
          </p:cNvPr>
          <p:cNvSpPr>
            <a:spLocks noGrp="1"/>
          </p:cNvSpPr>
          <p:nvPr/>
        </p:nvSpPr>
        <p:spPr>
          <a:xfrm>
            <a:off x="1515064" y="7168208"/>
            <a:ext cx="28398" cy="28398"/>
          </a:xfrm>
          <a:prstGeom prst="ellipse">
            <a:avLst/>
          </a:prstGeom>
          <a:solidFill>
            <a:srgbClr val="7F8C97">
              <a:alpha val="48000"/>
            </a:srgbClr>
          </a:solidFill>
          <a:ln w="0">
            <a:noFill/>
            <a:prstDash val="solid"/>
          </a:ln>
        </p:spPr>
      </p:sp>
      <p:sp>
        <p:nvSpPr>
          <p:cNvPr id="3533" name="03_assume_matched_8830">
            <a:extLst>
              <a:ext uri="{FF2B5EF4-FFF2-40B4-BE49-F238E27FC236}">
                <a16:creationId xmlns:a16="http://schemas.microsoft.com/office/drawing/2014/main" id="{7400FA03-D877-48B7-9D81-64AA2D219485}"/>
              </a:ext>
            </a:extLst>
          </p:cNvPr>
          <p:cNvSpPr>
            <a:spLocks noGrp="1"/>
          </p:cNvSpPr>
          <p:nvPr/>
        </p:nvSpPr>
        <p:spPr>
          <a:xfrm>
            <a:off x="1600258" y="7314426"/>
            <a:ext cx="28398" cy="28398"/>
          </a:xfrm>
          <a:prstGeom prst="ellipse">
            <a:avLst/>
          </a:prstGeom>
          <a:solidFill>
            <a:srgbClr val="7F8C97">
              <a:alpha val="48000"/>
            </a:srgbClr>
          </a:solidFill>
          <a:ln w="0">
            <a:noFill/>
            <a:prstDash val="solid"/>
          </a:ln>
        </p:spPr>
      </p:sp>
      <p:sp>
        <p:nvSpPr>
          <p:cNvPr id="3534" name="03_assume_matched_8831">
            <a:extLst>
              <a:ext uri="{FF2B5EF4-FFF2-40B4-BE49-F238E27FC236}">
                <a16:creationId xmlns:a16="http://schemas.microsoft.com/office/drawing/2014/main" id="{C01B4F46-D4EA-4E1A-BE37-5708DD2EE427}"/>
              </a:ext>
            </a:extLst>
          </p:cNvPr>
          <p:cNvSpPr>
            <a:spLocks noGrp="1"/>
          </p:cNvSpPr>
          <p:nvPr/>
        </p:nvSpPr>
        <p:spPr>
          <a:xfrm>
            <a:off x="1555214" y="7168208"/>
            <a:ext cx="28398" cy="28398"/>
          </a:xfrm>
          <a:prstGeom prst="ellipse">
            <a:avLst/>
          </a:prstGeom>
          <a:solidFill>
            <a:srgbClr val="7F8C97">
              <a:alpha val="48000"/>
            </a:srgbClr>
          </a:solidFill>
          <a:ln w="0">
            <a:noFill/>
            <a:prstDash val="solid"/>
          </a:ln>
        </p:spPr>
      </p:sp>
      <p:sp>
        <p:nvSpPr>
          <p:cNvPr id="3535" name="03_assume_matched_8832">
            <a:extLst>
              <a:ext uri="{FF2B5EF4-FFF2-40B4-BE49-F238E27FC236}">
                <a16:creationId xmlns:a16="http://schemas.microsoft.com/office/drawing/2014/main" id="{15FD4A23-4924-4B9C-BB0F-73744D66232F}"/>
              </a:ext>
            </a:extLst>
          </p:cNvPr>
          <p:cNvSpPr>
            <a:spLocks noGrp="1"/>
          </p:cNvSpPr>
          <p:nvPr/>
        </p:nvSpPr>
        <p:spPr>
          <a:xfrm>
            <a:off x="1565000" y="7688092"/>
            <a:ext cx="28398" cy="28398"/>
          </a:xfrm>
          <a:prstGeom prst="ellipse">
            <a:avLst/>
          </a:prstGeom>
          <a:solidFill>
            <a:srgbClr val="7F8C97">
              <a:alpha val="48000"/>
            </a:srgbClr>
          </a:solidFill>
          <a:ln w="0">
            <a:noFill/>
            <a:prstDash val="solid"/>
          </a:ln>
        </p:spPr>
      </p:sp>
      <p:sp>
        <p:nvSpPr>
          <p:cNvPr id="3536" name="03_assume_matched_8833">
            <a:extLst>
              <a:ext uri="{FF2B5EF4-FFF2-40B4-BE49-F238E27FC236}">
                <a16:creationId xmlns:a16="http://schemas.microsoft.com/office/drawing/2014/main" id="{7D6B52C1-9E26-49AA-BF6F-C188C8D91DFC}"/>
              </a:ext>
            </a:extLst>
          </p:cNvPr>
          <p:cNvSpPr>
            <a:spLocks noGrp="1"/>
          </p:cNvSpPr>
          <p:nvPr/>
        </p:nvSpPr>
        <p:spPr>
          <a:xfrm>
            <a:off x="1501824" y="7558121"/>
            <a:ext cx="28398" cy="28398"/>
          </a:xfrm>
          <a:prstGeom prst="ellipse">
            <a:avLst/>
          </a:prstGeom>
          <a:solidFill>
            <a:srgbClr val="7F8C97">
              <a:alpha val="48000"/>
            </a:srgbClr>
          </a:solidFill>
          <a:ln w="0">
            <a:noFill/>
            <a:prstDash val="solid"/>
          </a:ln>
        </p:spPr>
      </p:sp>
      <p:sp>
        <p:nvSpPr>
          <p:cNvPr id="3537" name="03_assume_matched_8834">
            <a:extLst>
              <a:ext uri="{FF2B5EF4-FFF2-40B4-BE49-F238E27FC236}">
                <a16:creationId xmlns:a16="http://schemas.microsoft.com/office/drawing/2014/main" id="{B0D35A95-8D99-4236-9EAA-830DF598215A}"/>
              </a:ext>
            </a:extLst>
          </p:cNvPr>
          <p:cNvSpPr>
            <a:spLocks noGrp="1"/>
          </p:cNvSpPr>
          <p:nvPr/>
        </p:nvSpPr>
        <p:spPr>
          <a:xfrm>
            <a:off x="1592199" y="7558121"/>
            <a:ext cx="28398" cy="28398"/>
          </a:xfrm>
          <a:prstGeom prst="ellipse">
            <a:avLst/>
          </a:prstGeom>
          <a:solidFill>
            <a:srgbClr val="7F8C97">
              <a:alpha val="48000"/>
            </a:srgbClr>
          </a:solidFill>
          <a:ln w="0">
            <a:noFill/>
            <a:prstDash val="solid"/>
          </a:ln>
        </p:spPr>
      </p:sp>
      <p:sp>
        <p:nvSpPr>
          <p:cNvPr id="3538" name="03_assume_matched_8835">
            <a:extLst>
              <a:ext uri="{FF2B5EF4-FFF2-40B4-BE49-F238E27FC236}">
                <a16:creationId xmlns:a16="http://schemas.microsoft.com/office/drawing/2014/main" id="{96EB6319-5468-40BB-9494-3CA66B18017A}"/>
              </a:ext>
            </a:extLst>
          </p:cNvPr>
          <p:cNvSpPr>
            <a:spLocks noGrp="1"/>
          </p:cNvSpPr>
          <p:nvPr/>
        </p:nvSpPr>
        <p:spPr>
          <a:xfrm>
            <a:off x="1565288" y="7168208"/>
            <a:ext cx="28398" cy="28398"/>
          </a:xfrm>
          <a:prstGeom prst="ellipse">
            <a:avLst/>
          </a:prstGeom>
          <a:solidFill>
            <a:srgbClr val="7F8C97">
              <a:alpha val="48000"/>
            </a:srgbClr>
          </a:solidFill>
          <a:ln w="0">
            <a:noFill/>
            <a:prstDash val="solid"/>
          </a:ln>
        </p:spPr>
      </p:sp>
      <p:sp>
        <p:nvSpPr>
          <p:cNvPr id="3539" name="03_assume_matched_8836">
            <a:extLst>
              <a:ext uri="{FF2B5EF4-FFF2-40B4-BE49-F238E27FC236}">
                <a16:creationId xmlns:a16="http://schemas.microsoft.com/office/drawing/2014/main" id="{C0C60287-CCA9-4AF1-B428-D6E946E37A8E}"/>
              </a:ext>
            </a:extLst>
          </p:cNvPr>
          <p:cNvSpPr>
            <a:spLocks noGrp="1"/>
          </p:cNvSpPr>
          <p:nvPr/>
        </p:nvSpPr>
        <p:spPr>
          <a:xfrm>
            <a:off x="1483116" y="7753078"/>
            <a:ext cx="28398" cy="28398"/>
          </a:xfrm>
          <a:prstGeom prst="ellipse">
            <a:avLst/>
          </a:prstGeom>
          <a:solidFill>
            <a:srgbClr val="7F8C97">
              <a:alpha val="48000"/>
            </a:srgbClr>
          </a:solidFill>
          <a:ln w="0">
            <a:noFill/>
            <a:prstDash val="solid"/>
          </a:ln>
        </p:spPr>
      </p:sp>
      <p:sp>
        <p:nvSpPr>
          <p:cNvPr id="3540" name="03_assume_matched_8837">
            <a:extLst>
              <a:ext uri="{FF2B5EF4-FFF2-40B4-BE49-F238E27FC236}">
                <a16:creationId xmlns:a16="http://schemas.microsoft.com/office/drawing/2014/main" id="{813B0501-0DE7-42DE-A2A3-58206C468FA0}"/>
              </a:ext>
            </a:extLst>
          </p:cNvPr>
          <p:cNvSpPr>
            <a:spLocks noGrp="1"/>
          </p:cNvSpPr>
          <p:nvPr/>
        </p:nvSpPr>
        <p:spPr>
          <a:xfrm>
            <a:off x="1490455" y="7168208"/>
            <a:ext cx="28398" cy="28398"/>
          </a:xfrm>
          <a:prstGeom prst="ellipse">
            <a:avLst/>
          </a:prstGeom>
          <a:solidFill>
            <a:srgbClr val="7F8C97">
              <a:alpha val="48000"/>
            </a:srgbClr>
          </a:solidFill>
          <a:ln w="0">
            <a:noFill/>
            <a:prstDash val="solid"/>
          </a:ln>
        </p:spPr>
      </p:sp>
      <p:sp>
        <p:nvSpPr>
          <p:cNvPr id="3541" name="03_assume_matched_8838">
            <a:extLst>
              <a:ext uri="{FF2B5EF4-FFF2-40B4-BE49-F238E27FC236}">
                <a16:creationId xmlns:a16="http://schemas.microsoft.com/office/drawing/2014/main" id="{57379F9C-D84F-432B-B81F-82BB2F20FE9C}"/>
              </a:ext>
            </a:extLst>
          </p:cNvPr>
          <p:cNvSpPr>
            <a:spLocks noGrp="1"/>
          </p:cNvSpPr>
          <p:nvPr/>
        </p:nvSpPr>
        <p:spPr>
          <a:xfrm>
            <a:off x="1501680" y="7558121"/>
            <a:ext cx="28398" cy="28398"/>
          </a:xfrm>
          <a:prstGeom prst="ellipse">
            <a:avLst/>
          </a:prstGeom>
          <a:solidFill>
            <a:srgbClr val="7F8C97">
              <a:alpha val="48000"/>
            </a:srgbClr>
          </a:solidFill>
          <a:ln w="0">
            <a:noFill/>
            <a:prstDash val="solid"/>
          </a:ln>
        </p:spPr>
      </p:sp>
      <p:sp>
        <p:nvSpPr>
          <p:cNvPr id="3542" name="03_assume_matched_8839">
            <a:extLst>
              <a:ext uri="{FF2B5EF4-FFF2-40B4-BE49-F238E27FC236}">
                <a16:creationId xmlns:a16="http://schemas.microsoft.com/office/drawing/2014/main" id="{9C129879-70EC-490B-A20D-8416C3853650}"/>
              </a:ext>
            </a:extLst>
          </p:cNvPr>
          <p:cNvSpPr>
            <a:spLocks noGrp="1"/>
          </p:cNvSpPr>
          <p:nvPr/>
        </p:nvSpPr>
        <p:spPr>
          <a:xfrm>
            <a:off x="1591048" y="7168208"/>
            <a:ext cx="28398" cy="28398"/>
          </a:xfrm>
          <a:prstGeom prst="ellipse">
            <a:avLst/>
          </a:prstGeom>
          <a:solidFill>
            <a:srgbClr val="7F8C97">
              <a:alpha val="48000"/>
            </a:srgbClr>
          </a:solidFill>
          <a:ln w="0">
            <a:noFill/>
            <a:prstDash val="solid"/>
          </a:ln>
        </p:spPr>
      </p:sp>
      <p:sp>
        <p:nvSpPr>
          <p:cNvPr id="3543" name="03_assume_matched_8840">
            <a:extLst>
              <a:ext uri="{FF2B5EF4-FFF2-40B4-BE49-F238E27FC236}">
                <a16:creationId xmlns:a16="http://schemas.microsoft.com/office/drawing/2014/main" id="{9484D3F2-829E-4BE6-BD7B-5ACDC280C6CE}"/>
              </a:ext>
            </a:extLst>
          </p:cNvPr>
          <p:cNvSpPr>
            <a:spLocks noGrp="1"/>
          </p:cNvSpPr>
          <p:nvPr/>
        </p:nvSpPr>
        <p:spPr>
          <a:xfrm>
            <a:off x="1503983" y="7168208"/>
            <a:ext cx="28398" cy="28398"/>
          </a:xfrm>
          <a:prstGeom prst="ellipse">
            <a:avLst/>
          </a:prstGeom>
          <a:solidFill>
            <a:srgbClr val="7F8C97">
              <a:alpha val="48000"/>
            </a:srgbClr>
          </a:solidFill>
          <a:ln w="0">
            <a:noFill/>
            <a:prstDash val="solid"/>
          </a:ln>
        </p:spPr>
      </p:sp>
      <p:sp>
        <p:nvSpPr>
          <p:cNvPr id="3544" name="03_assume_matched_8841">
            <a:extLst>
              <a:ext uri="{FF2B5EF4-FFF2-40B4-BE49-F238E27FC236}">
                <a16:creationId xmlns:a16="http://schemas.microsoft.com/office/drawing/2014/main" id="{2797D42D-E928-4C4B-8C56-BB9880554E89}"/>
              </a:ext>
            </a:extLst>
          </p:cNvPr>
          <p:cNvSpPr>
            <a:spLocks noGrp="1"/>
          </p:cNvSpPr>
          <p:nvPr/>
        </p:nvSpPr>
        <p:spPr>
          <a:xfrm>
            <a:off x="1582989" y="7493136"/>
            <a:ext cx="28398" cy="28398"/>
          </a:xfrm>
          <a:prstGeom prst="ellipse">
            <a:avLst/>
          </a:prstGeom>
          <a:solidFill>
            <a:srgbClr val="7F8C97">
              <a:alpha val="48000"/>
            </a:srgbClr>
          </a:solidFill>
          <a:ln w="0">
            <a:noFill/>
            <a:prstDash val="solid"/>
          </a:ln>
        </p:spPr>
      </p:sp>
      <p:sp>
        <p:nvSpPr>
          <p:cNvPr id="3545" name="03_assume_matched_8842">
            <a:extLst>
              <a:ext uri="{FF2B5EF4-FFF2-40B4-BE49-F238E27FC236}">
                <a16:creationId xmlns:a16="http://schemas.microsoft.com/office/drawing/2014/main" id="{021752D4-7009-4A94-953F-0FE394343C3C}"/>
              </a:ext>
            </a:extLst>
          </p:cNvPr>
          <p:cNvSpPr>
            <a:spLocks noGrp="1"/>
          </p:cNvSpPr>
          <p:nvPr/>
        </p:nvSpPr>
        <p:spPr>
          <a:xfrm>
            <a:off x="1584140" y="7168208"/>
            <a:ext cx="28398" cy="28398"/>
          </a:xfrm>
          <a:prstGeom prst="ellipse">
            <a:avLst/>
          </a:prstGeom>
          <a:solidFill>
            <a:srgbClr val="7F8C97">
              <a:alpha val="48000"/>
            </a:srgbClr>
          </a:solidFill>
          <a:ln w="0">
            <a:noFill/>
            <a:prstDash val="solid"/>
          </a:ln>
        </p:spPr>
      </p:sp>
      <p:sp>
        <p:nvSpPr>
          <p:cNvPr id="3546" name="03_assume_matched_8843">
            <a:extLst>
              <a:ext uri="{FF2B5EF4-FFF2-40B4-BE49-F238E27FC236}">
                <a16:creationId xmlns:a16="http://schemas.microsoft.com/office/drawing/2014/main" id="{06B6E7C3-33D9-4003-9531-66B62E72284C}"/>
              </a:ext>
            </a:extLst>
          </p:cNvPr>
          <p:cNvSpPr>
            <a:spLocks noGrp="1"/>
          </p:cNvSpPr>
          <p:nvPr/>
        </p:nvSpPr>
        <p:spPr>
          <a:xfrm>
            <a:off x="1587882" y="7753078"/>
            <a:ext cx="28398" cy="28398"/>
          </a:xfrm>
          <a:prstGeom prst="ellipse">
            <a:avLst/>
          </a:prstGeom>
          <a:solidFill>
            <a:srgbClr val="7F8C97">
              <a:alpha val="48000"/>
            </a:srgbClr>
          </a:solidFill>
          <a:ln w="0">
            <a:noFill/>
            <a:prstDash val="solid"/>
          </a:ln>
        </p:spPr>
      </p:sp>
      <p:sp>
        <p:nvSpPr>
          <p:cNvPr id="3547" name="03_assume_matched_8844">
            <a:extLst>
              <a:ext uri="{FF2B5EF4-FFF2-40B4-BE49-F238E27FC236}">
                <a16:creationId xmlns:a16="http://schemas.microsoft.com/office/drawing/2014/main" id="{AC1D538E-2A77-4152-9C47-4B4CDA6C3362}"/>
              </a:ext>
            </a:extLst>
          </p:cNvPr>
          <p:cNvSpPr>
            <a:spLocks noGrp="1"/>
          </p:cNvSpPr>
          <p:nvPr/>
        </p:nvSpPr>
        <p:spPr>
          <a:xfrm>
            <a:off x="1505134" y="7753078"/>
            <a:ext cx="28398" cy="28398"/>
          </a:xfrm>
          <a:prstGeom prst="ellipse">
            <a:avLst/>
          </a:prstGeom>
          <a:solidFill>
            <a:srgbClr val="7F8C97">
              <a:alpha val="48000"/>
            </a:srgbClr>
          </a:solidFill>
          <a:ln w="0">
            <a:noFill/>
            <a:prstDash val="solid"/>
          </a:ln>
        </p:spPr>
      </p:sp>
      <p:sp>
        <p:nvSpPr>
          <p:cNvPr id="3548" name="03_assume_matched_8845">
            <a:extLst>
              <a:ext uri="{FF2B5EF4-FFF2-40B4-BE49-F238E27FC236}">
                <a16:creationId xmlns:a16="http://schemas.microsoft.com/office/drawing/2014/main" id="{2926931B-D516-4152-9FB0-84B85AC6862B}"/>
              </a:ext>
            </a:extLst>
          </p:cNvPr>
          <p:cNvSpPr>
            <a:spLocks noGrp="1"/>
          </p:cNvSpPr>
          <p:nvPr/>
        </p:nvSpPr>
        <p:spPr>
          <a:xfrm>
            <a:off x="1483404" y="7168208"/>
            <a:ext cx="28398" cy="28398"/>
          </a:xfrm>
          <a:prstGeom prst="ellipse">
            <a:avLst/>
          </a:prstGeom>
          <a:solidFill>
            <a:srgbClr val="7F8C97">
              <a:alpha val="48000"/>
            </a:srgbClr>
          </a:solidFill>
          <a:ln w="0">
            <a:noFill/>
            <a:prstDash val="solid"/>
          </a:ln>
        </p:spPr>
      </p:sp>
      <p:sp>
        <p:nvSpPr>
          <p:cNvPr id="3549" name="03_assume_matched_8846">
            <a:extLst>
              <a:ext uri="{FF2B5EF4-FFF2-40B4-BE49-F238E27FC236}">
                <a16:creationId xmlns:a16="http://schemas.microsoft.com/office/drawing/2014/main" id="{665C8087-3E1E-457E-AEFB-19B86069E990}"/>
              </a:ext>
            </a:extLst>
          </p:cNvPr>
          <p:cNvSpPr>
            <a:spLocks noGrp="1"/>
          </p:cNvSpPr>
          <p:nvPr/>
        </p:nvSpPr>
        <p:spPr>
          <a:xfrm>
            <a:off x="1567159" y="7168208"/>
            <a:ext cx="28398" cy="28398"/>
          </a:xfrm>
          <a:prstGeom prst="ellipse">
            <a:avLst/>
          </a:prstGeom>
          <a:solidFill>
            <a:srgbClr val="7F8C97">
              <a:alpha val="48000"/>
            </a:srgbClr>
          </a:solidFill>
          <a:ln w="0">
            <a:noFill/>
            <a:prstDash val="solid"/>
          </a:ln>
        </p:spPr>
      </p:sp>
      <p:sp>
        <p:nvSpPr>
          <p:cNvPr id="3550" name="03_assume_matched_8847">
            <a:extLst>
              <a:ext uri="{FF2B5EF4-FFF2-40B4-BE49-F238E27FC236}">
                <a16:creationId xmlns:a16="http://schemas.microsoft.com/office/drawing/2014/main" id="{1CFE9AC0-ECC8-4D49-9833-8E426A1C28CE}"/>
              </a:ext>
            </a:extLst>
          </p:cNvPr>
          <p:cNvSpPr>
            <a:spLocks noGrp="1"/>
          </p:cNvSpPr>
          <p:nvPr/>
        </p:nvSpPr>
        <p:spPr>
          <a:xfrm>
            <a:off x="1476640" y="7168208"/>
            <a:ext cx="28398" cy="28398"/>
          </a:xfrm>
          <a:prstGeom prst="ellipse">
            <a:avLst/>
          </a:prstGeom>
          <a:solidFill>
            <a:srgbClr val="7F8C97">
              <a:alpha val="48000"/>
            </a:srgbClr>
          </a:solidFill>
          <a:ln w="0">
            <a:noFill/>
            <a:prstDash val="solid"/>
          </a:ln>
        </p:spPr>
      </p:sp>
      <p:sp>
        <p:nvSpPr>
          <p:cNvPr id="3551" name="03_assume_matched_8848">
            <a:extLst>
              <a:ext uri="{FF2B5EF4-FFF2-40B4-BE49-F238E27FC236}">
                <a16:creationId xmlns:a16="http://schemas.microsoft.com/office/drawing/2014/main" id="{DAAB5B4A-B584-4D86-9725-2E60F794EA71}"/>
              </a:ext>
            </a:extLst>
          </p:cNvPr>
          <p:cNvSpPr>
            <a:spLocks noGrp="1"/>
          </p:cNvSpPr>
          <p:nvPr/>
        </p:nvSpPr>
        <p:spPr>
          <a:xfrm>
            <a:off x="1570756" y="7168208"/>
            <a:ext cx="28398" cy="28398"/>
          </a:xfrm>
          <a:prstGeom prst="ellipse">
            <a:avLst/>
          </a:prstGeom>
          <a:solidFill>
            <a:srgbClr val="7F8C97">
              <a:alpha val="48000"/>
            </a:srgbClr>
          </a:solidFill>
          <a:ln w="0">
            <a:noFill/>
            <a:prstDash val="solid"/>
          </a:ln>
        </p:spPr>
      </p:sp>
      <p:sp>
        <p:nvSpPr>
          <p:cNvPr id="3552" name="03_assume_matched_8849">
            <a:extLst>
              <a:ext uri="{FF2B5EF4-FFF2-40B4-BE49-F238E27FC236}">
                <a16:creationId xmlns:a16="http://schemas.microsoft.com/office/drawing/2014/main" id="{B1863BC2-769E-4B4D-B5F8-7C22F5B51609}"/>
              </a:ext>
            </a:extLst>
          </p:cNvPr>
          <p:cNvSpPr>
            <a:spLocks noGrp="1"/>
          </p:cNvSpPr>
          <p:nvPr/>
        </p:nvSpPr>
        <p:spPr>
          <a:xfrm>
            <a:off x="1477935" y="7753078"/>
            <a:ext cx="28398" cy="28398"/>
          </a:xfrm>
          <a:prstGeom prst="ellipse">
            <a:avLst/>
          </a:prstGeom>
          <a:solidFill>
            <a:srgbClr val="7F8C97">
              <a:alpha val="48000"/>
            </a:srgbClr>
          </a:solidFill>
          <a:ln w="0">
            <a:noFill/>
            <a:prstDash val="solid"/>
          </a:ln>
        </p:spPr>
      </p:sp>
      <p:sp>
        <p:nvSpPr>
          <p:cNvPr id="3553" name="03_assume_matched_8850">
            <a:extLst>
              <a:ext uri="{FF2B5EF4-FFF2-40B4-BE49-F238E27FC236}">
                <a16:creationId xmlns:a16="http://schemas.microsoft.com/office/drawing/2014/main" id="{DE652510-B7C5-4BD1-97A6-7920545DB64F}"/>
              </a:ext>
            </a:extLst>
          </p:cNvPr>
          <p:cNvSpPr>
            <a:spLocks noGrp="1"/>
          </p:cNvSpPr>
          <p:nvPr/>
        </p:nvSpPr>
        <p:spPr>
          <a:xfrm>
            <a:off x="1598387" y="7168208"/>
            <a:ext cx="28398" cy="28398"/>
          </a:xfrm>
          <a:prstGeom prst="ellipse">
            <a:avLst/>
          </a:prstGeom>
          <a:solidFill>
            <a:srgbClr val="7F8C97">
              <a:alpha val="48000"/>
            </a:srgbClr>
          </a:solidFill>
          <a:ln w="0">
            <a:noFill/>
            <a:prstDash val="solid"/>
          </a:ln>
        </p:spPr>
      </p:sp>
      <p:sp>
        <p:nvSpPr>
          <p:cNvPr id="3554" name="03_assume_matched_8851">
            <a:extLst>
              <a:ext uri="{FF2B5EF4-FFF2-40B4-BE49-F238E27FC236}">
                <a16:creationId xmlns:a16="http://schemas.microsoft.com/office/drawing/2014/main" id="{DE8F5916-12F8-4553-B192-7905E3A93043}"/>
              </a:ext>
            </a:extLst>
          </p:cNvPr>
          <p:cNvSpPr>
            <a:spLocks noGrp="1"/>
          </p:cNvSpPr>
          <p:nvPr/>
        </p:nvSpPr>
        <p:spPr>
          <a:xfrm>
            <a:off x="1576369" y="7168208"/>
            <a:ext cx="28398" cy="28398"/>
          </a:xfrm>
          <a:prstGeom prst="ellipse">
            <a:avLst/>
          </a:prstGeom>
          <a:solidFill>
            <a:srgbClr val="7F8C97">
              <a:alpha val="48000"/>
            </a:srgbClr>
          </a:solidFill>
          <a:ln w="0">
            <a:noFill/>
            <a:prstDash val="solid"/>
          </a:ln>
        </p:spPr>
      </p:sp>
      <p:sp>
        <p:nvSpPr>
          <p:cNvPr id="3555" name="03_assume_matched_8852">
            <a:extLst>
              <a:ext uri="{FF2B5EF4-FFF2-40B4-BE49-F238E27FC236}">
                <a16:creationId xmlns:a16="http://schemas.microsoft.com/office/drawing/2014/main" id="{48B76ED2-DABC-441C-AD02-2871A7700ED5}"/>
              </a:ext>
            </a:extLst>
          </p:cNvPr>
          <p:cNvSpPr>
            <a:spLocks noGrp="1"/>
          </p:cNvSpPr>
          <p:nvPr/>
        </p:nvSpPr>
        <p:spPr>
          <a:xfrm>
            <a:off x="1524274" y="7168208"/>
            <a:ext cx="28398" cy="28398"/>
          </a:xfrm>
          <a:prstGeom prst="ellipse">
            <a:avLst/>
          </a:prstGeom>
          <a:solidFill>
            <a:srgbClr val="7F8C97">
              <a:alpha val="48000"/>
            </a:srgbClr>
          </a:solidFill>
          <a:ln w="0">
            <a:noFill/>
            <a:prstDash val="solid"/>
          </a:ln>
        </p:spPr>
      </p:sp>
      <p:sp>
        <p:nvSpPr>
          <p:cNvPr id="3556" name="03_assume_matched_8853">
            <a:extLst>
              <a:ext uri="{FF2B5EF4-FFF2-40B4-BE49-F238E27FC236}">
                <a16:creationId xmlns:a16="http://schemas.microsoft.com/office/drawing/2014/main" id="{D3A926B6-62F3-4018-BAD8-60985E40E1AF}"/>
              </a:ext>
            </a:extLst>
          </p:cNvPr>
          <p:cNvSpPr>
            <a:spLocks noGrp="1"/>
          </p:cNvSpPr>
          <p:nvPr/>
        </p:nvSpPr>
        <p:spPr>
          <a:xfrm>
            <a:off x="1499953" y="7168208"/>
            <a:ext cx="28398" cy="28398"/>
          </a:xfrm>
          <a:prstGeom prst="ellipse">
            <a:avLst/>
          </a:prstGeom>
          <a:solidFill>
            <a:srgbClr val="7F8C97">
              <a:alpha val="48000"/>
            </a:srgbClr>
          </a:solidFill>
          <a:ln w="0">
            <a:noFill/>
            <a:prstDash val="solid"/>
          </a:ln>
        </p:spPr>
      </p:sp>
      <p:sp>
        <p:nvSpPr>
          <p:cNvPr id="3557" name="03_assume_matched_8854">
            <a:extLst>
              <a:ext uri="{FF2B5EF4-FFF2-40B4-BE49-F238E27FC236}">
                <a16:creationId xmlns:a16="http://schemas.microsoft.com/office/drawing/2014/main" id="{A43F445F-C53B-4229-B94D-BC8D0E88BFCE}"/>
              </a:ext>
            </a:extLst>
          </p:cNvPr>
          <p:cNvSpPr>
            <a:spLocks noGrp="1"/>
          </p:cNvSpPr>
          <p:nvPr/>
        </p:nvSpPr>
        <p:spPr>
          <a:xfrm>
            <a:off x="1602416" y="7753078"/>
            <a:ext cx="28398" cy="28398"/>
          </a:xfrm>
          <a:prstGeom prst="ellipse">
            <a:avLst/>
          </a:prstGeom>
          <a:solidFill>
            <a:srgbClr val="7F8C97">
              <a:alpha val="48000"/>
            </a:srgbClr>
          </a:solidFill>
          <a:ln w="0">
            <a:noFill/>
            <a:prstDash val="solid"/>
          </a:ln>
        </p:spPr>
      </p:sp>
      <p:sp>
        <p:nvSpPr>
          <p:cNvPr id="3558" name="03_assume_matched_8855">
            <a:extLst>
              <a:ext uri="{FF2B5EF4-FFF2-40B4-BE49-F238E27FC236}">
                <a16:creationId xmlns:a16="http://schemas.microsoft.com/office/drawing/2014/main" id="{0CEC03B7-DEC2-4805-8D57-FD1E4343ACBF}"/>
              </a:ext>
            </a:extLst>
          </p:cNvPr>
          <p:cNvSpPr>
            <a:spLocks noGrp="1"/>
          </p:cNvSpPr>
          <p:nvPr/>
        </p:nvSpPr>
        <p:spPr>
          <a:xfrm>
            <a:off x="1550177" y="7753078"/>
            <a:ext cx="28398" cy="28398"/>
          </a:xfrm>
          <a:prstGeom prst="ellipse">
            <a:avLst/>
          </a:prstGeom>
          <a:solidFill>
            <a:srgbClr val="7F8C97">
              <a:alpha val="48000"/>
            </a:srgbClr>
          </a:solidFill>
          <a:ln w="0">
            <a:noFill/>
            <a:prstDash val="solid"/>
          </a:ln>
        </p:spPr>
      </p:sp>
      <p:sp>
        <p:nvSpPr>
          <p:cNvPr id="3559" name="03_assume_matched_8856">
            <a:extLst>
              <a:ext uri="{FF2B5EF4-FFF2-40B4-BE49-F238E27FC236}">
                <a16:creationId xmlns:a16="http://schemas.microsoft.com/office/drawing/2014/main" id="{43A5F9A5-FD69-4854-9715-D5093881F90A}"/>
              </a:ext>
            </a:extLst>
          </p:cNvPr>
          <p:cNvSpPr>
            <a:spLocks noGrp="1"/>
          </p:cNvSpPr>
          <p:nvPr/>
        </p:nvSpPr>
        <p:spPr>
          <a:xfrm>
            <a:off x="1582989" y="7753078"/>
            <a:ext cx="28398" cy="28398"/>
          </a:xfrm>
          <a:prstGeom prst="ellipse">
            <a:avLst/>
          </a:prstGeom>
          <a:solidFill>
            <a:srgbClr val="7F8C97">
              <a:alpha val="48000"/>
            </a:srgbClr>
          </a:solidFill>
          <a:ln w="0">
            <a:noFill/>
            <a:prstDash val="solid"/>
          </a:ln>
        </p:spPr>
      </p:sp>
      <p:sp>
        <p:nvSpPr>
          <p:cNvPr id="3560" name="03_assume_matched_8857">
            <a:extLst>
              <a:ext uri="{FF2B5EF4-FFF2-40B4-BE49-F238E27FC236}">
                <a16:creationId xmlns:a16="http://schemas.microsoft.com/office/drawing/2014/main" id="{9E1CBBF8-9373-4CC9-A927-4DCFB36B9643}"/>
              </a:ext>
            </a:extLst>
          </p:cNvPr>
          <p:cNvSpPr>
            <a:spLocks noGrp="1"/>
          </p:cNvSpPr>
          <p:nvPr/>
        </p:nvSpPr>
        <p:spPr>
          <a:xfrm>
            <a:off x="1482109" y="7285182"/>
            <a:ext cx="28398" cy="28398"/>
          </a:xfrm>
          <a:prstGeom prst="ellipse">
            <a:avLst/>
          </a:prstGeom>
          <a:solidFill>
            <a:srgbClr val="7F8C97">
              <a:alpha val="48000"/>
            </a:srgbClr>
          </a:solidFill>
          <a:ln w="0">
            <a:noFill/>
            <a:prstDash val="solid"/>
          </a:ln>
        </p:spPr>
      </p:sp>
      <p:sp>
        <p:nvSpPr>
          <p:cNvPr id="3561" name="03_assume_matched_8858">
            <a:extLst>
              <a:ext uri="{FF2B5EF4-FFF2-40B4-BE49-F238E27FC236}">
                <a16:creationId xmlns:a16="http://schemas.microsoft.com/office/drawing/2014/main" id="{7255C116-83BA-4AA8-A360-7B68481382D5}"/>
              </a:ext>
            </a:extLst>
          </p:cNvPr>
          <p:cNvSpPr>
            <a:spLocks noGrp="1"/>
          </p:cNvSpPr>
          <p:nvPr/>
        </p:nvSpPr>
        <p:spPr>
          <a:xfrm>
            <a:off x="1574066" y="7753078"/>
            <a:ext cx="28398" cy="28398"/>
          </a:xfrm>
          <a:prstGeom prst="ellipse">
            <a:avLst/>
          </a:prstGeom>
          <a:solidFill>
            <a:srgbClr val="7F8C97">
              <a:alpha val="48000"/>
            </a:srgbClr>
          </a:solidFill>
          <a:ln w="0">
            <a:noFill/>
            <a:prstDash val="solid"/>
          </a:ln>
        </p:spPr>
      </p:sp>
      <p:sp>
        <p:nvSpPr>
          <p:cNvPr id="3562" name="03_assume_matched_8859">
            <a:extLst>
              <a:ext uri="{FF2B5EF4-FFF2-40B4-BE49-F238E27FC236}">
                <a16:creationId xmlns:a16="http://schemas.microsoft.com/office/drawing/2014/main" id="{396D8EB1-B91C-454A-851A-AB621AB015D9}"/>
              </a:ext>
            </a:extLst>
          </p:cNvPr>
          <p:cNvSpPr>
            <a:spLocks noGrp="1"/>
          </p:cNvSpPr>
          <p:nvPr/>
        </p:nvSpPr>
        <p:spPr>
          <a:xfrm>
            <a:off x="1553200" y="7168208"/>
            <a:ext cx="28398" cy="28398"/>
          </a:xfrm>
          <a:prstGeom prst="ellipse">
            <a:avLst/>
          </a:prstGeom>
          <a:solidFill>
            <a:srgbClr val="7F8C97">
              <a:alpha val="48000"/>
            </a:srgbClr>
          </a:solidFill>
          <a:ln w="0">
            <a:noFill/>
            <a:prstDash val="solid"/>
          </a:ln>
        </p:spPr>
      </p:sp>
      <p:sp>
        <p:nvSpPr>
          <p:cNvPr id="3563" name="03_assume_matched_8860">
            <a:extLst>
              <a:ext uri="{FF2B5EF4-FFF2-40B4-BE49-F238E27FC236}">
                <a16:creationId xmlns:a16="http://schemas.microsoft.com/office/drawing/2014/main" id="{1AC73ED0-8081-4B2E-B3DB-05DFB164A8D0}"/>
              </a:ext>
            </a:extLst>
          </p:cNvPr>
          <p:cNvSpPr>
            <a:spLocks noGrp="1"/>
          </p:cNvSpPr>
          <p:nvPr/>
        </p:nvSpPr>
        <p:spPr>
          <a:xfrm>
            <a:off x="1461817" y="7168208"/>
            <a:ext cx="28398" cy="28398"/>
          </a:xfrm>
          <a:prstGeom prst="ellipse">
            <a:avLst/>
          </a:prstGeom>
          <a:solidFill>
            <a:srgbClr val="7F8C97">
              <a:alpha val="48000"/>
            </a:srgbClr>
          </a:solidFill>
          <a:ln w="0">
            <a:noFill/>
            <a:prstDash val="solid"/>
          </a:ln>
        </p:spPr>
      </p:sp>
      <p:sp>
        <p:nvSpPr>
          <p:cNvPr id="3564" name="03_assume_matched_8861">
            <a:extLst>
              <a:ext uri="{FF2B5EF4-FFF2-40B4-BE49-F238E27FC236}">
                <a16:creationId xmlns:a16="http://schemas.microsoft.com/office/drawing/2014/main" id="{67664DF5-D478-4D43-AC11-B3072CE74908}"/>
              </a:ext>
            </a:extLst>
          </p:cNvPr>
          <p:cNvSpPr>
            <a:spLocks noGrp="1"/>
          </p:cNvSpPr>
          <p:nvPr/>
        </p:nvSpPr>
        <p:spPr>
          <a:xfrm>
            <a:off x="1521108" y="7753078"/>
            <a:ext cx="28398" cy="28398"/>
          </a:xfrm>
          <a:prstGeom prst="ellipse">
            <a:avLst/>
          </a:prstGeom>
          <a:solidFill>
            <a:srgbClr val="7F8C97">
              <a:alpha val="48000"/>
            </a:srgbClr>
          </a:solidFill>
          <a:ln w="0">
            <a:noFill/>
            <a:prstDash val="solid"/>
          </a:ln>
        </p:spPr>
      </p:sp>
      <p:sp>
        <p:nvSpPr>
          <p:cNvPr id="3565" name="03_assume_matched_8862">
            <a:extLst>
              <a:ext uri="{FF2B5EF4-FFF2-40B4-BE49-F238E27FC236}">
                <a16:creationId xmlns:a16="http://schemas.microsoft.com/office/drawing/2014/main" id="{E0F49B50-A9B0-4074-A1EF-FE40DC15D41B}"/>
              </a:ext>
            </a:extLst>
          </p:cNvPr>
          <p:cNvSpPr>
            <a:spLocks noGrp="1"/>
          </p:cNvSpPr>
          <p:nvPr/>
        </p:nvSpPr>
        <p:spPr>
          <a:xfrm>
            <a:off x="1503263" y="7753078"/>
            <a:ext cx="28398" cy="28398"/>
          </a:xfrm>
          <a:prstGeom prst="ellipse">
            <a:avLst/>
          </a:prstGeom>
          <a:solidFill>
            <a:srgbClr val="7F8C97">
              <a:alpha val="48000"/>
            </a:srgbClr>
          </a:solidFill>
          <a:ln w="0">
            <a:noFill/>
            <a:prstDash val="solid"/>
          </a:ln>
        </p:spPr>
      </p:sp>
      <p:sp>
        <p:nvSpPr>
          <p:cNvPr id="3566" name="03_assume_matched_8863">
            <a:extLst>
              <a:ext uri="{FF2B5EF4-FFF2-40B4-BE49-F238E27FC236}">
                <a16:creationId xmlns:a16="http://schemas.microsoft.com/office/drawing/2014/main" id="{6F9FEC61-7FA2-4C70-98A6-614C4123F118}"/>
              </a:ext>
            </a:extLst>
          </p:cNvPr>
          <p:cNvSpPr>
            <a:spLocks noGrp="1"/>
          </p:cNvSpPr>
          <p:nvPr/>
        </p:nvSpPr>
        <p:spPr>
          <a:xfrm>
            <a:off x="1535499" y="7168208"/>
            <a:ext cx="28398" cy="28398"/>
          </a:xfrm>
          <a:prstGeom prst="ellipse">
            <a:avLst/>
          </a:prstGeom>
          <a:solidFill>
            <a:srgbClr val="7F8C97">
              <a:alpha val="48000"/>
            </a:srgbClr>
          </a:solidFill>
          <a:ln w="0">
            <a:noFill/>
            <a:prstDash val="solid"/>
          </a:ln>
        </p:spPr>
      </p:sp>
      <p:sp>
        <p:nvSpPr>
          <p:cNvPr id="3567" name="03_assume_matched_8864">
            <a:extLst>
              <a:ext uri="{FF2B5EF4-FFF2-40B4-BE49-F238E27FC236}">
                <a16:creationId xmlns:a16="http://schemas.microsoft.com/office/drawing/2014/main" id="{6C367EAA-6D6E-416F-B53D-99ECEAE07B54}"/>
              </a:ext>
            </a:extLst>
          </p:cNvPr>
          <p:cNvSpPr>
            <a:spLocks noGrp="1"/>
          </p:cNvSpPr>
          <p:nvPr/>
        </p:nvSpPr>
        <p:spPr>
          <a:xfrm>
            <a:off x="1517366" y="7704338"/>
            <a:ext cx="28398" cy="28398"/>
          </a:xfrm>
          <a:prstGeom prst="ellipse">
            <a:avLst/>
          </a:prstGeom>
          <a:solidFill>
            <a:srgbClr val="7F8C97">
              <a:alpha val="48000"/>
            </a:srgbClr>
          </a:solidFill>
          <a:ln w="0">
            <a:noFill/>
            <a:prstDash val="solid"/>
          </a:ln>
        </p:spPr>
      </p:sp>
      <p:sp>
        <p:nvSpPr>
          <p:cNvPr id="3568" name="03_assume_matched_8865">
            <a:extLst>
              <a:ext uri="{FF2B5EF4-FFF2-40B4-BE49-F238E27FC236}">
                <a16:creationId xmlns:a16="http://schemas.microsoft.com/office/drawing/2014/main" id="{FAE83C01-CF2A-401F-AF9B-AC55036C7C71}"/>
              </a:ext>
            </a:extLst>
          </p:cNvPr>
          <p:cNvSpPr>
            <a:spLocks noGrp="1"/>
          </p:cNvSpPr>
          <p:nvPr/>
        </p:nvSpPr>
        <p:spPr>
          <a:xfrm>
            <a:off x="1579535" y="7606860"/>
            <a:ext cx="28398" cy="28398"/>
          </a:xfrm>
          <a:prstGeom prst="ellipse">
            <a:avLst/>
          </a:prstGeom>
          <a:solidFill>
            <a:srgbClr val="7F8C97">
              <a:alpha val="48000"/>
            </a:srgbClr>
          </a:solidFill>
          <a:ln w="0">
            <a:noFill/>
            <a:prstDash val="solid"/>
          </a:ln>
        </p:spPr>
      </p:sp>
      <p:sp>
        <p:nvSpPr>
          <p:cNvPr id="3569" name="03_assume_matched_8866">
            <a:extLst>
              <a:ext uri="{FF2B5EF4-FFF2-40B4-BE49-F238E27FC236}">
                <a16:creationId xmlns:a16="http://schemas.microsoft.com/office/drawing/2014/main" id="{882CBDD0-2DF4-4D8F-BE75-6B616F885A3F}"/>
              </a:ext>
            </a:extLst>
          </p:cNvPr>
          <p:cNvSpPr>
            <a:spLocks noGrp="1"/>
          </p:cNvSpPr>
          <p:nvPr/>
        </p:nvSpPr>
        <p:spPr>
          <a:xfrm>
            <a:off x="1477647" y="7168208"/>
            <a:ext cx="28398" cy="28398"/>
          </a:xfrm>
          <a:prstGeom prst="ellipse">
            <a:avLst/>
          </a:prstGeom>
          <a:solidFill>
            <a:srgbClr val="7F8C97">
              <a:alpha val="48000"/>
            </a:srgbClr>
          </a:solidFill>
          <a:ln w="0">
            <a:noFill/>
            <a:prstDash val="solid"/>
          </a:ln>
        </p:spPr>
      </p:sp>
      <p:sp>
        <p:nvSpPr>
          <p:cNvPr id="3570" name="03_assume_matched_8867">
            <a:extLst>
              <a:ext uri="{FF2B5EF4-FFF2-40B4-BE49-F238E27FC236}">
                <a16:creationId xmlns:a16="http://schemas.microsoft.com/office/drawing/2014/main" id="{AB006A41-324C-42D1-BBA3-51CACE56CAFB}"/>
              </a:ext>
            </a:extLst>
          </p:cNvPr>
          <p:cNvSpPr>
            <a:spLocks noGrp="1"/>
          </p:cNvSpPr>
          <p:nvPr/>
        </p:nvSpPr>
        <p:spPr>
          <a:xfrm>
            <a:off x="1484267" y="7168208"/>
            <a:ext cx="28398" cy="28398"/>
          </a:xfrm>
          <a:prstGeom prst="ellipse">
            <a:avLst/>
          </a:prstGeom>
          <a:solidFill>
            <a:srgbClr val="7F8C97">
              <a:alpha val="48000"/>
            </a:srgbClr>
          </a:solidFill>
          <a:ln w="0">
            <a:noFill/>
            <a:prstDash val="solid"/>
          </a:ln>
        </p:spPr>
      </p:sp>
      <p:sp>
        <p:nvSpPr>
          <p:cNvPr id="3571" name="03_assume_matched_8868">
            <a:extLst>
              <a:ext uri="{FF2B5EF4-FFF2-40B4-BE49-F238E27FC236}">
                <a16:creationId xmlns:a16="http://schemas.microsoft.com/office/drawing/2014/main" id="{37F2331F-88B2-47D8-80F4-5240527AEBEB}"/>
              </a:ext>
            </a:extLst>
          </p:cNvPr>
          <p:cNvSpPr>
            <a:spLocks noGrp="1"/>
          </p:cNvSpPr>
          <p:nvPr/>
        </p:nvSpPr>
        <p:spPr>
          <a:xfrm>
            <a:off x="1544133" y="7168208"/>
            <a:ext cx="28398" cy="28398"/>
          </a:xfrm>
          <a:prstGeom prst="ellipse">
            <a:avLst/>
          </a:prstGeom>
          <a:solidFill>
            <a:srgbClr val="7F8C97">
              <a:alpha val="48000"/>
            </a:srgbClr>
          </a:solidFill>
          <a:ln w="0">
            <a:noFill/>
            <a:prstDash val="solid"/>
          </a:ln>
        </p:spPr>
      </p:sp>
      <p:sp>
        <p:nvSpPr>
          <p:cNvPr id="3572" name="03_assume_matched_8869">
            <a:extLst>
              <a:ext uri="{FF2B5EF4-FFF2-40B4-BE49-F238E27FC236}">
                <a16:creationId xmlns:a16="http://schemas.microsoft.com/office/drawing/2014/main" id="{43C3C5D2-393D-4517-A538-9D02A4836621}"/>
              </a:ext>
            </a:extLst>
          </p:cNvPr>
          <p:cNvSpPr>
            <a:spLocks noGrp="1"/>
          </p:cNvSpPr>
          <p:nvPr/>
        </p:nvSpPr>
        <p:spPr>
          <a:xfrm>
            <a:off x="1542838" y="7168208"/>
            <a:ext cx="28398" cy="28398"/>
          </a:xfrm>
          <a:prstGeom prst="ellipse">
            <a:avLst/>
          </a:prstGeom>
          <a:solidFill>
            <a:srgbClr val="7F8C97">
              <a:alpha val="48000"/>
            </a:srgbClr>
          </a:solidFill>
          <a:ln w="0">
            <a:noFill/>
            <a:prstDash val="solid"/>
          </a:ln>
        </p:spPr>
      </p:sp>
      <p:sp>
        <p:nvSpPr>
          <p:cNvPr id="3573" name="03_assume_matched_8870">
            <a:extLst>
              <a:ext uri="{FF2B5EF4-FFF2-40B4-BE49-F238E27FC236}">
                <a16:creationId xmlns:a16="http://schemas.microsoft.com/office/drawing/2014/main" id="{A1F8E8A6-F09B-4BCC-A3BF-57373DC97FDA}"/>
              </a:ext>
            </a:extLst>
          </p:cNvPr>
          <p:cNvSpPr>
            <a:spLocks noGrp="1"/>
          </p:cNvSpPr>
          <p:nvPr/>
        </p:nvSpPr>
        <p:spPr>
          <a:xfrm>
            <a:off x="1589609" y="7168208"/>
            <a:ext cx="28398" cy="28398"/>
          </a:xfrm>
          <a:prstGeom prst="ellipse">
            <a:avLst/>
          </a:prstGeom>
          <a:solidFill>
            <a:srgbClr val="7F8C97">
              <a:alpha val="48000"/>
            </a:srgbClr>
          </a:solidFill>
          <a:ln w="0">
            <a:noFill/>
            <a:prstDash val="solid"/>
          </a:ln>
        </p:spPr>
      </p:sp>
      <p:sp>
        <p:nvSpPr>
          <p:cNvPr id="3574" name="03_assume_matched_8871">
            <a:extLst>
              <a:ext uri="{FF2B5EF4-FFF2-40B4-BE49-F238E27FC236}">
                <a16:creationId xmlns:a16="http://schemas.microsoft.com/office/drawing/2014/main" id="{C5285ECA-44E5-4274-81EA-FB07284A801C}"/>
              </a:ext>
            </a:extLst>
          </p:cNvPr>
          <p:cNvSpPr>
            <a:spLocks noGrp="1"/>
          </p:cNvSpPr>
          <p:nvPr/>
        </p:nvSpPr>
        <p:spPr>
          <a:xfrm>
            <a:off x="1567878" y="7314426"/>
            <a:ext cx="28398" cy="28398"/>
          </a:xfrm>
          <a:prstGeom prst="ellipse">
            <a:avLst/>
          </a:prstGeom>
          <a:solidFill>
            <a:srgbClr val="7F8C97">
              <a:alpha val="48000"/>
            </a:srgbClr>
          </a:solidFill>
          <a:ln w="0">
            <a:noFill/>
            <a:prstDash val="solid"/>
          </a:ln>
        </p:spPr>
      </p:sp>
      <p:sp>
        <p:nvSpPr>
          <p:cNvPr id="3575" name="03_assume_matched_8872">
            <a:extLst>
              <a:ext uri="{FF2B5EF4-FFF2-40B4-BE49-F238E27FC236}">
                <a16:creationId xmlns:a16="http://schemas.microsoft.com/office/drawing/2014/main" id="{60716273-A134-43A7-8238-DD874FDE1B04}"/>
              </a:ext>
            </a:extLst>
          </p:cNvPr>
          <p:cNvSpPr>
            <a:spLocks noGrp="1"/>
          </p:cNvSpPr>
          <p:nvPr/>
        </p:nvSpPr>
        <p:spPr>
          <a:xfrm>
            <a:off x="1499953" y="7753078"/>
            <a:ext cx="28398" cy="28398"/>
          </a:xfrm>
          <a:prstGeom prst="ellipse">
            <a:avLst/>
          </a:prstGeom>
          <a:solidFill>
            <a:srgbClr val="7F8C97">
              <a:alpha val="48000"/>
            </a:srgbClr>
          </a:solidFill>
          <a:ln w="0">
            <a:noFill/>
            <a:prstDash val="solid"/>
          </a:ln>
        </p:spPr>
      </p:sp>
      <p:sp>
        <p:nvSpPr>
          <p:cNvPr id="3576" name="03_assume_matched_8873">
            <a:extLst>
              <a:ext uri="{FF2B5EF4-FFF2-40B4-BE49-F238E27FC236}">
                <a16:creationId xmlns:a16="http://schemas.microsoft.com/office/drawing/2014/main" id="{B2597358-1647-4FE1-A30F-B7408822F0EA}"/>
              </a:ext>
            </a:extLst>
          </p:cNvPr>
          <p:cNvSpPr>
            <a:spLocks noGrp="1"/>
          </p:cNvSpPr>
          <p:nvPr/>
        </p:nvSpPr>
        <p:spPr>
          <a:xfrm>
            <a:off x="1570756" y="7753078"/>
            <a:ext cx="28398" cy="28398"/>
          </a:xfrm>
          <a:prstGeom prst="ellipse">
            <a:avLst/>
          </a:prstGeom>
          <a:solidFill>
            <a:srgbClr val="7F8C97">
              <a:alpha val="48000"/>
            </a:srgbClr>
          </a:solidFill>
          <a:ln w="0">
            <a:noFill/>
            <a:prstDash val="solid"/>
          </a:ln>
        </p:spPr>
      </p:sp>
      <p:sp>
        <p:nvSpPr>
          <p:cNvPr id="3577" name="03_assume_matched_8874">
            <a:extLst>
              <a:ext uri="{FF2B5EF4-FFF2-40B4-BE49-F238E27FC236}">
                <a16:creationId xmlns:a16="http://schemas.microsoft.com/office/drawing/2014/main" id="{A4F7F728-84FD-41C9-B972-1C55CBD17D20}"/>
              </a:ext>
            </a:extLst>
          </p:cNvPr>
          <p:cNvSpPr>
            <a:spLocks noGrp="1"/>
          </p:cNvSpPr>
          <p:nvPr/>
        </p:nvSpPr>
        <p:spPr>
          <a:xfrm>
            <a:off x="1559100" y="7558121"/>
            <a:ext cx="28398" cy="28398"/>
          </a:xfrm>
          <a:prstGeom prst="ellipse">
            <a:avLst/>
          </a:prstGeom>
          <a:solidFill>
            <a:srgbClr val="7F8C97">
              <a:alpha val="48000"/>
            </a:srgbClr>
          </a:solidFill>
          <a:ln w="0">
            <a:noFill/>
            <a:prstDash val="solid"/>
          </a:ln>
        </p:spPr>
      </p:sp>
      <p:sp>
        <p:nvSpPr>
          <p:cNvPr id="3578" name="03_assume_matched_8875">
            <a:extLst>
              <a:ext uri="{FF2B5EF4-FFF2-40B4-BE49-F238E27FC236}">
                <a16:creationId xmlns:a16="http://schemas.microsoft.com/office/drawing/2014/main" id="{86175441-93AB-400B-B578-0A7ED6D8AD09}"/>
              </a:ext>
            </a:extLst>
          </p:cNvPr>
          <p:cNvSpPr>
            <a:spLocks noGrp="1"/>
          </p:cNvSpPr>
          <p:nvPr/>
        </p:nvSpPr>
        <p:spPr>
          <a:xfrm>
            <a:off x="1565288" y="7168208"/>
            <a:ext cx="28398" cy="28398"/>
          </a:xfrm>
          <a:prstGeom prst="ellipse">
            <a:avLst/>
          </a:prstGeom>
          <a:solidFill>
            <a:srgbClr val="7F8C97">
              <a:alpha val="48000"/>
            </a:srgbClr>
          </a:solidFill>
          <a:ln w="0">
            <a:noFill/>
            <a:prstDash val="solid"/>
          </a:ln>
        </p:spPr>
      </p:sp>
      <p:sp>
        <p:nvSpPr>
          <p:cNvPr id="3579" name="03_assume_matched_8876">
            <a:extLst>
              <a:ext uri="{FF2B5EF4-FFF2-40B4-BE49-F238E27FC236}">
                <a16:creationId xmlns:a16="http://schemas.microsoft.com/office/drawing/2014/main" id="{25BB99DB-41C7-404F-941B-A53DDEFAE1BA}"/>
              </a:ext>
            </a:extLst>
          </p:cNvPr>
          <p:cNvSpPr>
            <a:spLocks noGrp="1"/>
          </p:cNvSpPr>
          <p:nvPr/>
        </p:nvSpPr>
        <p:spPr>
          <a:xfrm>
            <a:off x="1578671" y="7753078"/>
            <a:ext cx="28398" cy="28398"/>
          </a:xfrm>
          <a:prstGeom prst="ellipse">
            <a:avLst/>
          </a:prstGeom>
          <a:solidFill>
            <a:srgbClr val="7F8C97">
              <a:alpha val="48000"/>
            </a:srgbClr>
          </a:solidFill>
          <a:ln w="0">
            <a:noFill/>
            <a:prstDash val="solid"/>
          </a:ln>
        </p:spPr>
      </p:sp>
      <p:sp>
        <p:nvSpPr>
          <p:cNvPr id="3580" name="03_assume_matched_8877">
            <a:extLst>
              <a:ext uri="{FF2B5EF4-FFF2-40B4-BE49-F238E27FC236}">
                <a16:creationId xmlns:a16="http://schemas.microsoft.com/office/drawing/2014/main" id="{6037997E-719A-4C67-B030-FB32355975E7}"/>
              </a:ext>
            </a:extLst>
          </p:cNvPr>
          <p:cNvSpPr>
            <a:spLocks noGrp="1"/>
          </p:cNvSpPr>
          <p:nvPr/>
        </p:nvSpPr>
        <p:spPr>
          <a:xfrm>
            <a:off x="1487289" y="7168208"/>
            <a:ext cx="28398" cy="28398"/>
          </a:xfrm>
          <a:prstGeom prst="ellipse">
            <a:avLst/>
          </a:prstGeom>
          <a:solidFill>
            <a:srgbClr val="7F8C97">
              <a:alpha val="48000"/>
            </a:srgbClr>
          </a:solidFill>
          <a:ln w="0">
            <a:noFill/>
            <a:prstDash val="solid"/>
          </a:ln>
        </p:spPr>
      </p:sp>
      <p:sp>
        <p:nvSpPr>
          <p:cNvPr id="3581" name="03_assume_matched_8878">
            <a:extLst>
              <a:ext uri="{FF2B5EF4-FFF2-40B4-BE49-F238E27FC236}">
                <a16:creationId xmlns:a16="http://schemas.microsoft.com/office/drawing/2014/main" id="{63F37A86-F018-422F-A097-4A0D302F2B91}"/>
              </a:ext>
            </a:extLst>
          </p:cNvPr>
          <p:cNvSpPr>
            <a:spLocks noGrp="1"/>
          </p:cNvSpPr>
          <p:nvPr/>
        </p:nvSpPr>
        <p:spPr>
          <a:xfrm>
            <a:off x="1476496" y="7168208"/>
            <a:ext cx="28398" cy="28398"/>
          </a:xfrm>
          <a:prstGeom prst="ellipse">
            <a:avLst/>
          </a:prstGeom>
          <a:solidFill>
            <a:srgbClr val="7F8C97">
              <a:alpha val="48000"/>
            </a:srgbClr>
          </a:solidFill>
          <a:ln w="0">
            <a:noFill/>
            <a:prstDash val="solid"/>
          </a:ln>
        </p:spPr>
      </p:sp>
      <p:sp>
        <p:nvSpPr>
          <p:cNvPr id="3582" name="03_assume_matched_8879">
            <a:extLst>
              <a:ext uri="{FF2B5EF4-FFF2-40B4-BE49-F238E27FC236}">
                <a16:creationId xmlns:a16="http://schemas.microsoft.com/office/drawing/2014/main" id="{0C312BA9-D90D-4D93-AA35-47199C4E4130}"/>
              </a:ext>
            </a:extLst>
          </p:cNvPr>
          <p:cNvSpPr>
            <a:spLocks noGrp="1"/>
          </p:cNvSpPr>
          <p:nvPr/>
        </p:nvSpPr>
        <p:spPr>
          <a:xfrm>
            <a:off x="1559388" y="7314426"/>
            <a:ext cx="28398" cy="28398"/>
          </a:xfrm>
          <a:prstGeom prst="ellipse">
            <a:avLst/>
          </a:prstGeom>
          <a:solidFill>
            <a:srgbClr val="7F8C97">
              <a:alpha val="48000"/>
            </a:srgbClr>
          </a:solidFill>
          <a:ln w="0">
            <a:noFill/>
            <a:prstDash val="solid"/>
          </a:ln>
        </p:spPr>
      </p:sp>
      <p:sp>
        <p:nvSpPr>
          <p:cNvPr id="3583" name="03_assume_matched_8880">
            <a:extLst>
              <a:ext uri="{FF2B5EF4-FFF2-40B4-BE49-F238E27FC236}">
                <a16:creationId xmlns:a16="http://schemas.microsoft.com/office/drawing/2014/main" id="{11026096-176B-45F1-9B39-8F44A058B837}"/>
              </a:ext>
            </a:extLst>
          </p:cNvPr>
          <p:cNvSpPr>
            <a:spLocks noGrp="1"/>
          </p:cNvSpPr>
          <p:nvPr/>
        </p:nvSpPr>
        <p:spPr>
          <a:xfrm>
            <a:off x="1596516" y="7168208"/>
            <a:ext cx="28398" cy="28398"/>
          </a:xfrm>
          <a:prstGeom prst="ellipse">
            <a:avLst/>
          </a:prstGeom>
          <a:solidFill>
            <a:srgbClr val="7F8C97">
              <a:alpha val="48000"/>
            </a:srgbClr>
          </a:solidFill>
          <a:ln w="0">
            <a:noFill/>
            <a:prstDash val="solid"/>
          </a:ln>
        </p:spPr>
      </p:sp>
      <p:sp>
        <p:nvSpPr>
          <p:cNvPr id="3584" name="03_assume_matched_8881">
            <a:extLst>
              <a:ext uri="{FF2B5EF4-FFF2-40B4-BE49-F238E27FC236}">
                <a16:creationId xmlns:a16="http://schemas.microsoft.com/office/drawing/2014/main" id="{5F4E2F82-2BD4-4038-A2F5-877514E60230}"/>
              </a:ext>
            </a:extLst>
          </p:cNvPr>
          <p:cNvSpPr>
            <a:spLocks noGrp="1"/>
          </p:cNvSpPr>
          <p:nvPr/>
        </p:nvSpPr>
        <p:spPr>
          <a:xfrm>
            <a:off x="1602704" y="7168208"/>
            <a:ext cx="28398" cy="28398"/>
          </a:xfrm>
          <a:prstGeom prst="ellipse">
            <a:avLst/>
          </a:prstGeom>
          <a:solidFill>
            <a:srgbClr val="7F8C97">
              <a:alpha val="48000"/>
            </a:srgbClr>
          </a:solidFill>
          <a:ln w="0">
            <a:noFill/>
            <a:prstDash val="solid"/>
          </a:ln>
        </p:spPr>
      </p:sp>
      <p:sp>
        <p:nvSpPr>
          <p:cNvPr id="3585" name="03_assume_matched_8882">
            <a:extLst>
              <a:ext uri="{FF2B5EF4-FFF2-40B4-BE49-F238E27FC236}">
                <a16:creationId xmlns:a16="http://schemas.microsoft.com/office/drawing/2014/main" id="{A83C26DC-71CA-4552-8D08-9DE26EE6F7EF}"/>
              </a:ext>
            </a:extLst>
          </p:cNvPr>
          <p:cNvSpPr>
            <a:spLocks noGrp="1"/>
          </p:cNvSpPr>
          <p:nvPr/>
        </p:nvSpPr>
        <p:spPr>
          <a:xfrm>
            <a:off x="1513769" y="7168208"/>
            <a:ext cx="28398" cy="28398"/>
          </a:xfrm>
          <a:prstGeom prst="ellipse">
            <a:avLst/>
          </a:prstGeom>
          <a:solidFill>
            <a:srgbClr val="7F8C97">
              <a:alpha val="48000"/>
            </a:srgbClr>
          </a:solidFill>
          <a:ln w="0">
            <a:noFill/>
            <a:prstDash val="solid"/>
          </a:ln>
        </p:spPr>
      </p:sp>
      <p:sp>
        <p:nvSpPr>
          <p:cNvPr id="3586" name="03_assume_matched_8883">
            <a:extLst>
              <a:ext uri="{FF2B5EF4-FFF2-40B4-BE49-F238E27FC236}">
                <a16:creationId xmlns:a16="http://schemas.microsoft.com/office/drawing/2014/main" id="{EA5A22CC-8C44-48F9-BD01-AC240176C627}"/>
              </a:ext>
            </a:extLst>
          </p:cNvPr>
          <p:cNvSpPr>
            <a:spLocks noGrp="1"/>
          </p:cNvSpPr>
          <p:nvPr/>
        </p:nvSpPr>
        <p:spPr>
          <a:xfrm>
            <a:off x="1566583" y="7558121"/>
            <a:ext cx="28398" cy="28398"/>
          </a:xfrm>
          <a:prstGeom prst="ellipse">
            <a:avLst/>
          </a:prstGeom>
          <a:solidFill>
            <a:srgbClr val="7F8C97">
              <a:alpha val="48000"/>
            </a:srgbClr>
          </a:solidFill>
          <a:ln w="0">
            <a:noFill/>
            <a:prstDash val="solid"/>
          </a:ln>
        </p:spPr>
      </p:sp>
      <p:sp>
        <p:nvSpPr>
          <p:cNvPr id="3587" name="03_assume_matched_8884">
            <a:extLst>
              <a:ext uri="{FF2B5EF4-FFF2-40B4-BE49-F238E27FC236}">
                <a16:creationId xmlns:a16="http://schemas.microsoft.com/office/drawing/2014/main" id="{4B3867DD-D386-4F43-9DD5-258FCC0A0233}"/>
              </a:ext>
            </a:extLst>
          </p:cNvPr>
          <p:cNvSpPr>
            <a:spLocks noGrp="1"/>
          </p:cNvSpPr>
          <p:nvPr/>
        </p:nvSpPr>
        <p:spPr>
          <a:xfrm>
            <a:off x="1577520" y="7168208"/>
            <a:ext cx="28398" cy="28398"/>
          </a:xfrm>
          <a:prstGeom prst="ellipse">
            <a:avLst/>
          </a:prstGeom>
          <a:solidFill>
            <a:srgbClr val="7F8C97">
              <a:alpha val="48000"/>
            </a:srgbClr>
          </a:solidFill>
          <a:ln w="0">
            <a:noFill/>
            <a:prstDash val="solid"/>
          </a:ln>
        </p:spPr>
      </p:sp>
      <p:sp>
        <p:nvSpPr>
          <p:cNvPr id="3588" name="03_assume_matched_8885">
            <a:extLst>
              <a:ext uri="{FF2B5EF4-FFF2-40B4-BE49-F238E27FC236}">
                <a16:creationId xmlns:a16="http://schemas.microsoft.com/office/drawing/2014/main" id="{940BC86C-3AF6-4EC2-A3D5-9882B9B6FD4F}"/>
              </a:ext>
            </a:extLst>
          </p:cNvPr>
          <p:cNvSpPr>
            <a:spLocks noGrp="1"/>
          </p:cNvSpPr>
          <p:nvPr/>
        </p:nvSpPr>
        <p:spPr>
          <a:xfrm>
            <a:off x="1594933" y="7168208"/>
            <a:ext cx="28398" cy="28398"/>
          </a:xfrm>
          <a:prstGeom prst="ellipse">
            <a:avLst/>
          </a:prstGeom>
          <a:solidFill>
            <a:srgbClr val="7F8C97">
              <a:alpha val="48000"/>
            </a:srgbClr>
          </a:solidFill>
          <a:ln w="0">
            <a:noFill/>
            <a:prstDash val="solid"/>
          </a:ln>
        </p:spPr>
      </p:sp>
      <p:sp>
        <p:nvSpPr>
          <p:cNvPr id="3589" name="03_assume_matched_8886">
            <a:extLst>
              <a:ext uri="{FF2B5EF4-FFF2-40B4-BE49-F238E27FC236}">
                <a16:creationId xmlns:a16="http://schemas.microsoft.com/office/drawing/2014/main" id="{ED8D4011-FBB8-41D6-ADD9-C95B84E93264}"/>
              </a:ext>
            </a:extLst>
          </p:cNvPr>
          <p:cNvSpPr>
            <a:spLocks noGrp="1"/>
          </p:cNvSpPr>
          <p:nvPr/>
        </p:nvSpPr>
        <p:spPr>
          <a:xfrm>
            <a:off x="1579679" y="7168208"/>
            <a:ext cx="28398" cy="28398"/>
          </a:xfrm>
          <a:prstGeom prst="ellipse">
            <a:avLst/>
          </a:prstGeom>
          <a:solidFill>
            <a:srgbClr val="7F8C97">
              <a:alpha val="48000"/>
            </a:srgbClr>
          </a:solidFill>
          <a:ln w="0">
            <a:noFill/>
            <a:prstDash val="solid"/>
          </a:ln>
        </p:spPr>
      </p:sp>
      <p:sp>
        <p:nvSpPr>
          <p:cNvPr id="3590" name="03_assume_matched_8887">
            <a:extLst>
              <a:ext uri="{FF2B5EF4-FFF2-40B4-BE49-F238E27FC236}">
                <a16:creationId xmlns:a16="http://schemas.microsoft.com/office/drawing/2014/main" id="{BA4E3BC8-67C0-4F2D-9B9C-E8DC0203CCAE}"/>
              </a:ext>
            </a:extLst>
          </p:cNvPr>
          <p:cNvSpPr>
            <a:spLocks noGrp="1"/>
          </p:cNvSpPr>
          <p:nvPr/>
        </p:nvSpPr>
        <p:spPr>
          <a:xfrm>
            <a:off x="1557949" y="7168208"/>
            <a:ext cx="28398" cy="28398"/>
          </a:xfrm>
          <a:prstGeom prst="ellipse">
            <a:avLst/>
          </a:prstGeom>
          <a:solidFill>
            <a:srgbClr val="7F8C97">
              <a:alpha val="48000"/>
            </a:srgbClr>
          </a:solidFill>
          <a:ln w="0">
            <a:noFill/>
            <a:prstDash val="solid"/>
          </a:ln>
        </p:spPr>
      </p:sp>
      <p:sp>
        <p:nvSpPr>
          <p:cNvPr id="3591" name="03_assume_matched_8888">
            <a:extLst>
              <a:ext uri="{FF2B5EF4-FFF2-40B4-BE49-F238E27FC236}">
                <a16:creationId xmlns:a16="http://schemas.microsoft.com/office/drawing/2014/main" id="{25682695-FA06-4C20-AC88-113BD0DF6137}"/>
              </a:ext>
            </a:extLst>
          </p:cNvPr>
          <p:cNvSpPr>
            <a:spLocks noGrp="1"/>
          </p:cNvSpPr>
          <p:nvPr/>
        </p:nvSpPr>
        <p:spPr>
          <a:xfrm>
            <a:off x="1469732" y="7168208"/>
            <a:ext cx="28398" cy="28398"/>
          </a:xfrm>
          <a:prstGeom prst="ellipse">
            <a:avLst/>
          </a:prstGeom>
          <a:solidFill>
            <a:srgbClr val="7F8C97">
              <a:alpha val="48000"/>
            </a:srgbClr>
          </a:solidFill>
          <a:ln w="0">
            <a:noFill/>
            <a:prstDash val="solid"/>
          </a:ln>
        </p:spPr>
      </p:sp>
      <p:sp>
        <p:nvSpPr>
          <p:cNvPr id="3592" name="03_assume_matched_8889">
            <a:extLst>
              <a:ext uri="{FF2B5EF4-FFF2-40B4-BE49-F238E27FC236}">
                <a16:creationId xmlns:a16="http://schemas.microsoft.com/office/drawing/2014/main" id="{E7EB8F93-A878-448E-B2A8-F3E10CF83CE9}"/>
              </a:ext>
            </a:extLst>
          </p:cNvPr>
          <p:cNvSpPr>
            <a:spLocks noGrp="1"/>
          </p:cNvSpPr>
          <p:nvPr/>
        </p:nvSpPr>
        <p:spPr>
          <a:xfrm>
            <a:off x="1483692" y="7168208"/>
            <a:ext cx="28398" cy="28398"/>
          </a:xfrm>
          <a:prstGeom prst="ellipse">
            <a:avLst/>
          </a:prstGeom>
          <a:solidFill>
            <a:srgbClr val="7F8C97">
              <a:alpha val="48000"/>
            </a:srgbClr>
          </a:solidFill>
          <a:ln w="0">
            <a:noFill/>
            <a:prstDash val="solid"/>
          </a:ln>
        </p:spPr>
      </p:sp>
      <p:sp>
        <p:nvSpPr>
          <p:cNvPr id="3593" name="03_assume_matched_8890">
            <a:extLst>
              <a:ext uri="{FF2B5EF4-FFF2-40B4-BE49-F238E27FC236}">
                <a16:creationId xmlns:a16="http://schemas.microsoft.com/office/drawing/2014/main" id="{BD7B8F6F-6A21-4B3E-B1A0-5F85A2F22484}"/>
              </a:ext>
            </a:extLst>
          </p:cNvPr>
          <p:cNvSpPr>
            <a:spLocks noGrp="1"/>
          </p:cNvSpPr>
          <p:nvPr/>
        </p:nvSpPr>
        <p:spPr>
          <a:xfrm>
            <a:off x="1544853" y="7168208"/>
            <a:ext cx="28398" cy="28398"/>
          </a:xfrm>
          <a:prstGeom prst="ellipse">
            <a:avLst/>
          </a:prstGeom>
          <a:solidFill>
            <a:srgbClr val="7F8C97">
              <a:alpha val="48000"/>
            </a:srgbClr>
          </a:solidFill>
          <a:ln w="0">
            <a:noFill/>
            <a:prstDash val="solid"/>
          </a:ln>
        </p:spPr>
      </p:sp>
      <p:sp>
        <p:nvSpPr>
          <p:cNvPr id="3594" name="03_assume_matched_8891">
            <a:extLst>
              <a:ext uri="{FF2B5EF4-FFF2-40B4-BE49-F238E27FC236}">
                <a16:creationId xmlns:a16="http://schemas.microsoft.com/office/drawing/2014/main" id="{75803136-6A13-4A69-8EF9-E5B24D79BB3A}"/>
              </a:ext>
            </a:extLst>
          </p:cNvPr>
          <p:cNvSpPr>
            <a:spLocks noGrp="1"/>
          </p:cNvSpPr>
          <p:nvPr/>
        </p:nvSpPr>
        <p:spPr>
          <a:xfrm>
            <a:off x="1489736" y="7753078"/>
            <a:ext cx="28398" cy="28398"/>
          </a:xfrm>
          <a:prstGeom prst="ellipse">
            <a:avLst/>
          </a:prstGeom>
          <a:solidFill>
            <a:srgbClr val="7F8C97">
              <a:alpha val="48000"/>
            </a:srgbClr>
          </a:solidFill>
          <a:ln w="0">
            <a:noFill/>
            <a:prstDash val="solid"/>
          </a:ln>
        </p:spPr>
      </p:sp>
      <p:sp>
        <p:nvSpPr>
          <p:cNvPr id="3595" name="03_assume_matched_8892">
            <a:extLst>
              <a:ext uri="{FF2B5EF4-FFF2-40B4-BE49-F238E27FC236}">
                <a16:creationId xmlns:a16="http://schemas.microsoft.com/office/drawing/2014/main" id="{927C731D-F976-4CEE-9CEF-62281A2C7917}"/>
              </a:ext>
            </a:extLst>
          </p:cNvPr>
          <p:cNvSpPr>
            <a:spLocks noGrp="1"/>
          </p:cNvSpPr>
          <p:nvPr/>
        </p:nvSpPr>
        <p:spPr>
          <a:xfrm>
            <a:off x="1515783" y="7168208"/>
            <a:ext cx="28398" cy="28398"/>
          </a:xfrm>
          <a:prstGeom prst="ellipse">
            <a:avLst/>
          </a:prstGeom>
          <a:solidFill>
            <a:srgbClr val="7F8C97">
              <a:alpha val="48000"/>
            </a:srgbClr>
          </a:solidFill>
          <a:ln w="0">
            <a:noFill/>
            <a:prstDash val="solid"/>
          </a:ln>
        </p:spPr>
      </p:sp>
      <p:sp>
        <p:nvSpPr>
          <p:cNvPr id="3596" name="03_assume_matched_8893">
            <a:extLst>
              <a:ext uri="{FF2B5EF4-FFF2-40B4-BE49-F238E27FC236}">
                <a16:creationId xmlns:a16="http://schemas.microsoft.com/office/drawing/2014/main" id="{DE45DE74-8E45-4D41-81CE-3D5417960398}"/>
              </a:ext>
            </a:extLst>
          </p:cNvPr>
          <p:cNvSpPr>
            <a:spLocks noGrp="1"/>
          </p:cNvSpPr>
          <p:nvPr/>
        </p:nvSpPr>
        <p:spPr>
          <a:xfrm>
            <a:off x="1464839" y="7753078"/>
            <a:ext cx="28398" cy="28398"/>
          </a:xfrm>
          <a:prstGeom prst="ellipse">
            <a:avLst/>
          </a:prstGeom>
          <a:solidFill>
            <a:srgbClr val="7F8C97">
              <a:alpha val="48000"/>
            </a:srgbClr>
          </a:solidFill>
          <a:ln w="0">
            <a:noFill/>
            <a:prstDash val="solid"/>
          </a:ln>
        </p:spPr>
      </p:sp>
      <p:sp>
        <p:nvSpPr>
          <p:cNvPr id="3597" name="03_assume_matched_8894">
            <a:extLst>
              <a:ext uri="{FF2B5EF4-FFF2-40B4-BE49-F238E27FC236}">
                <a16:creationId xmlns:a16="http://schemas.microsoft.com/office/drawing/2014/main" id="{06CAACD6-CB88-422D-9759-84484A1F778B}"/>
              </a:ext>
            </a:extLst>
          </p:cNvPr>
          <p:cNvSpPr>
            <a:spLocks noGrp="1"/>
          </p:cNvSpPr>
          <p:nvPr/>
        </p:nvSpPr>
        <p:spPr>
          <a:xfrm>
            <a:off x="2337519" y="7168208"/>
            <a:ext cx="28398" cy="28398"/>
          </a:xfrm>
          <a:prstGeom prst="ellipse">
            <a:avLst/>
          </a:prstGeom>
          <a:solidFill>
            <a:srgbClr val="7F8C97">
              <a:alpha val="48000"/>
            </a:srgbClr>
          </a:solidFill>
          <a:ln w="0">
            <a:noFill/>
            <a:prstDash val="solid"/>
          </a:ln>
        </p:spPr>
      </p:sp>
      <p:sp>
        <p:nvSpPr>
          <p:cNvPr id="3598" name="03_assume_matched_8895">
            <a:extLst>
              <a:ext uri="{FF2B5EF4-FFF2-40B4-BE49-F238E27FC236}">
                <a16:creationId xmlns:a16="http://schemas.microsoft.com/office/drawing/2014/main" id="{EBA7CFDE-D425-4648-90F2-44CA4BE2E61B}"/>
              </a:ext>
            </a:extLst>
          </p:cNvPr>
          <p:cNvSpPr>
            <a:spLocks noGrp="1"/>
          </p:cNvSpPr>
          <p:nvPr/>
        </p:nvSpPr>
        <p:spPr>
          <a:xfrm>
            <a:off x="2326006" y="7168208"/>
            <a:ext cx="28398" cy="28398"/>
          </a:xfrm>
          <a:prstGeom prst="ellipse">
            <a:avLst/>
          </a:prstGeom>
          <a:solidFill>
            <a:srgbClr val="7F8C97">
              <a:alpha val="48000"/>
            </a:srgbClr>
          </a:solidFill>
          <a:ln w="0">
            <a:noFill/>
            <a:prstDash val="solid"/>
          </a:ln>
        </p:spPr>
      </p:sp>
      <p:sp>
        <p:nvSpPr>
          <p:cNvPr id="3599" name="03_assume_matched_8896">
            <a:extLst>
              <a:ext uri="{FF2B5EF4-FFF2-40B4-BE49-F238E27FC236}">
                <a16:creationId xmlns:a16="http://schemas.microsoft.com/office/drawing/2014/main" id="{847C63F0-AF62-4EFE-9113-7D87A77280B6}"/>
              </a:ext>
            </a:extLst>
          </p:cNvPr>
          <p:cNvSpPr>
            <a:spLocks noGrp="1"/>
          </p:cNvSpPr>
          <p:nvPr/>
        </p:nvSpPr>
        <p:spPr>
          <a:xfrm>
            <a:off x="2268874" y="7168208"/>
            <a:ext cx="28398" cy="28398"/>
          </a:xfrm>
          <a:prstGeom prst="ellipse">
            <a:avLst/>
          </a:prstGeom>
          <a:solidFill>
            <a:srgbClr val="7F8C97">
              <a:alpha val="48000"/>
            </a:srgbClr>
          </a:solidFill>
          <a:ln w="0">
            <a:noFill/>
            <a:prstDash val="solid"/>
          </a:ln>
        </p:spPr>
      </p:sp>
      <p:sp>
        <p:nvSpPr>
          <p:cNvPr id="3600" name="03_assume_matched_8897">
            <a:extLst>
              <a:ext uri="{FF2B5EF4-FFF2-40B4-BE49-F238E27FC236}">
                <a16:creationId xmlns:a16="http://schemas.microsoft.com/office/drawing/2014/main" id="{6F158B97-A33B-4157-BEC8-54EF85BF27E2}"/>
              </a:ext>
            </a:extLst>
          </p:cNvPr>
          <p:cNvSpPr>
            <a:spLocks noGrp="1"/>
          </p:cNvSpPr>
          <p:nvPr/>
        </p:nvSpPr>
        <p:spPr>
          <a:xfrm>
            <a:off x="2347736" y="7168208"/>
            <a:ext cx="28398" cy="28398"/>
          </a:xfrm>
          <a:prstGeom prst="ellipse">
            <a:avLst/>
          </a:prstGeom>
          <a:solidFill>
            <a:srgbClr val="7F8C97">
              <a:alpha val="48000"/>
            </a:srgbClr>
          </a:solidFill>
          <a:ln w="0">
            <a:noFill/>
            <a:prstDash val="solid"/>
          </a:ln>
        </p:spPr>
      </p:sp>
      <p:sp>
        <p:nvSpPr>
          <p:cNvPr id="3601" name="03_assume_matched_8898">
            <a:extLst>
              <a:ext uri="{FF2B5EF4-FFF2-40B4-BE49-F238E27FC236}">
                <a16:creationId xmlns:a16="http://schemas.microsoft.com/office/drawing/2014/main" id="{B9FAA60F-FCB4-484A-BB2F-566DC23312AD}"/>
              </a:ext>
            </a:extLst>
          </p:cNvPr>
          <p:cNvSpPr>
            <a:spLocks noGrp="1"/>
          </p:cNvSpPr>
          <p:nvPr/>
        </p:nvSpPr>
        <p:spPr>
          <a:xfrm>
            <a:off x="2315501" y="7168208"/>
            <a:ext cx="28398" cy="28398"/>
          </a:xfrm>
          <a:prstGeom prst="ellipse">
            <a:avLst/>
          </a:prstGeom>
          <a:solidFill>
            <a:srgbClr val="7F8C97">
              <a:alpha val="48000"/>
            </a:srgbClr>
          </a:solidFill>
          <a:ln w="0">
            <a:noFill/>
            <a:prstDash val="solid"/>
          </a:ln>
        </p:spPr>
      </p:sp>
      <p:sp>
        <p:nvSpPr>
          <p:cNvPr id="3602" name="03_assume_matched_8899">
            <a:extLst>
              <a:ext uri="{FF2B5EF4-FFF2-40B4-BE49-F238E27FC236}">
                <a16:creationId xmlns:a16="http://schemas.microsoft.com/office/drawing/2014/main" id="{B14844BE-95C3-4EC0-9950-845842E4E309}"/>
              </a:ext>
            </a:extLst>
          </p:cNvPr>
          <p:cNvSpPr>
            <a:spLocks noGrp="1"/>
          </p:cNvSpPr>
          <p:nvPr/>
        </p:nvSpPr>
        <p:spPr>
          <a:xfrm>
            <a:off x="2220233" y="7168208"/>
            <a:ext cx="28398" cy="28398"/>
          </a:xfrm>
          <a:prstGeom prst="ellipse">
            <a:avLst/>
          </a:prstGeom>
          <a:solidFill>
            <a:srgbClr val="7F8C97">
              <a:alpha val="48000"/>
            </a:srgbClr>
          </a:solidFill>
          <a:ln w="0">
            <a:noFill/>
            <a:prstDash val="solid"/>
          </a:ln>
        </p:spPr>
      </p:sp>
      <p:sp>
        <p:nvSpPr>
          <p:cNvPr id="3603" name="03_assume_matched_8900">
            <a:extLst>
              <a:ext uri="{FF2B5EF4-FFF2-40B4-BE49-F238E27FC236}">
                <a16:creationId xmlns:a16="http://schemas.microsoft.com/office/drawing/2014/main" id="{9FE203A9-0B30-4726-B58C-810B2C2DDFFD}"/>
              </a:ext>
            </a:extLst>
          </p:cNvPr>
          <p:cNvSpPr>
            <a:spLocks noGrp="1"/>
          </p:cNvSpPr>
          <p:nvPr/>
        </p:nvSpPr>
        <p:spPr>
          <a:xfrm>
            <a:off x="2250885" y="7168208"/>
            <a:ext cx="28398" cy="28398"/>
          </a:xfrm>
          <a:prstGeom prst="ellipse">
            <a:avLst/>
          </a:prstGeom>
          <a:solidFill>
            <a:srgbClr val="7F8C97">
              <a:alpha val="48000"/>
            </a:srgbClr>
          </a:solidFill>
          <a:ln w="0">
            <a:noFill/>
            <a:prstDash val="solid"/>
          </a:ln>
        </p:spPr>
      </p:sp>
      <p:sp>
        <p:nvSpPr>
          <p:cNvPr id="3604" name="03_assume_matched_8901">
            <a:extLst>
              <a:ext uri="{FF2B5EF4-FFF2-40B4-BE49-F238E27FC236}">
                <a16:creationId xmlns:a16="http://schemas.microsoft.com/office/drawing/2014/main" id="{0A8B02D0-97D9-4F55-80A9-640BEE6EC49E}"/>
              </a:ext>
            </a:extLst>
          </p:cNvPr>
          <p:cNvSpPr>
            <a:spLocks noGrp="1"/>
          </p:cNvSpPr>
          <p:nvPr/>
        </p:nvSpPr>
        <p:spPr>
          <a:xfrm>
            <a:off x="2219945" y="7606860"/>
            <a:ext cx="28398" cy="28398"/>
          </a:xfrm>
          <a:prstGeom prst="ellipse">
            <a:avLst/>
          </a:prstGeom>
          <a:solidFill>
            <a:srgbClr val="7F8C97">
              <a:alpha val="48000"/>
            </a:srgbClr>
          </a:solidFill>
          <a:ln w="0">
            <a:noFill/>
            <a:prstDash val="solid"/>
          </a:ln>
        </p:spPr>
      </p:sp>
      <p:sp>
        <p:nvSpPr>
          <p:cNvPr id="3605" name="03_assume_matched_8902">
            <a:extLst>
              <a:ext uri="{FF2B5EF4-FFF2-40B4-BE49-F238E27FC236}">
                <a16:creationId xmlns:a16="http://schemas.microsoft.com/office/drawing/2014/main" id="{CACA686E-D626-420F-B68F-2833D3F8FCBE}"/>
              </a:ext>
            </a:extLst>
          </p:cNvPr>
          <p:cNvSpPr>
            <a:spLocks noGrp="1"/>
          </p:cNvSpPr>
          <p:nvPr/>
        </p:nvSpPr>
        <p:spPr>
          <a:xfrm>
            <a:off x="2301254" y="7168208"/>
            <a:ext cx="28398" cy="28398"/>
          </a:xfrm>
          <a:prstGeom prst="ellipse">
            <a:avLst/>
          </a:prstGeom>
          <a:solidFill>
            <a:srgbClr val="7F8C97">
              <a:alpha val="48000"/>
            </a:srgbClr>
          </a:solidFill>
          <a:ln w="0">
            <a:noFill/>
            <a:prstDash val="solid"/>
          </a:ln>
        </p:spPr>
      </p:sp>
      <p:sp>
        <p:nvSpPr>
          <p:cNvPr id="3606" name="03_assume_matched_8903">
            <a:extLst>
              <a:ext uri="{FF2B5EF4-FFF2-40B4-BE49-F238E27FC236}">
                <a16:creationId xmlns:a16="http://schemas.microsoft.com/office/drawing/2014/main" id="{E469B25A-A3B3-46D8-8DEC-9350E452045B}"/>
              </a:ext>
            </a:extLst>
          </p:cNvPr>
          <p:cNvSpPr>
            <a:spLocks noGrp="1"/>
          </p:cNvSpPr>
          <p:nvPr/>
        </p:nvSpPr>
        <p:spPr>
          <a:xfrm>
            <a:off x="2282545" y="7168208"/>
            <a:ext cx="28398" cy="28398"/>
          </a:xfrm>
          <a:prstGeom prst="ellipse">
            <a:avLst/>
          </a:prstGeom>
          <a:solidFill>
            <a:srgbClr val="7F8C97">
              <a:alpha val="48000"/>
            </a:srgbClr>
          </a:solidFill>
          <a:ln w="0">
            <a:noFill/>
            <a:prstDash val="solid"/>
          </a:ln>
        </p:spPr>
      </p:sp>
      <p:sp>
        <p:nvSpPr>
          <p:cNvPr id="3607" name="03_assume_matched_8904">
            <a:extLst>
              <a:ext uri="{FF2B5EF4-FFF2-40B4-BE49-F238E27FC236}">
                <a16:creationId xmlns:a16="http://schemas.microsoft.com/office/drawing/2014/main" id="{0F0220B2-E690-4571-9A8F-986480ABADEC}"/>
              </a:ext>
            </a:extLst>
          </p:cNvPr>
          <p:cNvSpPr>
            <a:spLocks noGrp="1"/>
          </p:cNvSpPr>
          <p:nvPr/>
        </p:nvSpPr>
        <p:spPr>
          <a:xfrm>
            <a:off x="2267291" y="7168208"/>
            <a:ext cx="28398" cy="28398"/>
          </a:xfrm>
          <a:prstGeom prst="ellipse">
            <a:avLst/>
          </a:prstGeom>
          <a:solidFill>
            <a:srgbClr val="7F8C97">
              <a:alpha val="48000"/>
            </a:srgbClr>
          </a:solidFill>
          <a:ln w="0">
            <a:noFill/>
            <a:prstDash val="solid"/>
          </a:ln>
        </p:spPr>
      </p:sp>
      <p:sp>
        <p:nvSpPr>
          <p:cNvPr id="3608" name="03_assume_matched_8905">
            <a:extLst>
              <a:ext uri="{FF2B5EF4-FFF2-40B4-BE49-F238E27FC236}">
                <a16:creationId xmlns:a16="http://schemas.microsoft.com/office/drawing/2014/main" id="{FAE787AA-4A7B-4AAE-95A9-BE01C993C3E4}"/>
              </a:ext>
            </a:extLst>
          </p:cNvPr>
          <p:cNvSpPr>
            <a:spLocks noGrp="1"/>
          </p:cNvSpPr>
          <p:nvPr/>
        </p:nvSpPr>
        <p:spPr>
          <a:xfrm>
            <a:off x="2253044" y="7753078"/>
            <a:ext cx="28398" cy="28398"/>
          </a:xfrm>
          <a:prstGeom prst="ellipse">
            <a:avLst/>
          </a:prstGeom>
          <a:solidFill>
            <a:srgbClr val="7F8C97">
              <a:alpha val="48000"/>
            </a:srgbClr>
          </a:solidFill>
          <a:ln w="0">
            <a:noFill/>
            <a:prstDash val="solid"/>
          </a:ln>
        </p:spPr>
      </p:sp>
      <p:sp>
        <p:nvSpPr>
          <p:cNvPr id="3609" name="03_assume_matched_8906">
            <a:extLst>
              <a:ext uri="{FF2B5EF4-FFF2-40B4-BE49-F238E27FC236}">
                <a16:creationId xmlns:a16="http://schemas.microsoft.com/office/drawing/2014/main" id="{504DCB19-52F3-45BC-A781-5CBE00C0C37B}"/>
              </a:ext>
            </a:extLst>
          </p:cNvPr>
          <p:cNvSpPr>
            <a:spLocks noGrp="1"/>
          </p:cNvSpPr>
          <p:nvPr/>
        </p:nvSpPr>
        <p:spPr>
          <a:xfrm>
            <a:off x="2269450" y="7168208"/>
            <a:ext cx="28398" cy="28398"/>
          </a:xfrm>
          <a:prstGeom prst="ellipse">
            <a:avLst/>
          </a:prstGeom>
          <a:solidFill>
            <a:srgbClr val="7F8C97">
              <a:alpha val="48000"/>
            </a:srgbClr>
          </a:solidFill>
          <a:ln w="0">
            <a:noFill/>
            <a:prstDash val="solid"/>
          </a:ln>
        </p:spPr>
      </p:sp>
      <p:sp>
        <p:nvSpPr>
          <p:cNvPr id="3610" name="03_assume_matched_8907">
            <a:extLst>
              <a:ext uri="{FF2B5EF4-FFF2-40B4-BE49-F238E27FC236}">
                <a16:creationId xmlns:a16="http://schemas.microsoft.com/office/drawing/2014/main" id="{218F545B-211A-4058-8CF0-011A0A126ABC}"/>
              </a:ext>
            </a:extLst>
          </p:cNvPr>
          <p:cNvSpPr>
            <a:spLocks noGrp="1"/>
          </p:cNvSpPr>
          <p:nvPr/>
        </p:nvSpPr>
        <p:spPr>
          <a:xfrm>
            <a:off x="2354644" y="7314426"/>
            <a:ext cx="28398" cy="28398"/>
          </a:xfrm>
          <a:prstGeom prst="ellipse">
            <a:avLst/>
          </a:prstGeom>
          <a:solidFill>
            <a:srgbClr val="7F8C97">
              <a:alpha val="48000"/>
            </a:srgbClr>
          </a:solidFill>
          <a:ln w="0">
            <a:noFill/>
            <a:prstDash val="solid"/>
          </a:ln>
        </p:spPr>
      </p:sp>
      <p:sp>
        <p:nvSpPr>
          <p:cNvPr id="3611" name="03_assume_matched_8908">
            <a:extLst>
              <a:ext uri="{FF2B5EF4-FFF2-40B4-BE49-F238E27FC236}">
                <a16:creationId xmlns:a16="http://schemas.microsoft.com/office/drawing/2014/main" id="{4EFF269A-FA9A-4C0F-BED2-08A6AECA5858}"/>
              </a:ext>
            </a:extLst>
          </p:cNvPr>
          <p:cNvSpPr>
            <a:spLocks noGrp="1"/>
          </p:cNvSpPr>
          <p:nvPr/>
        </p:nvSpPr>
        <p:spPr>
          <a:xfrm>
            <a:off x="2309600" y="7168208"/>
            <a:ext cx="28398" cy="28398"/>
          </a:xfrm>
          <a:prstGeom prst="ellipse">
            <a:avLst/>
          </a:prstGeom>
          <a:solidFill>
            <a:srgbClr val="7F8C97">
              <a:alpha val="48000"/>
            </a:srgbClr>
          </a:solidFill>
          <a:ln w="0">
            <a:noFill/>
            <a:prstDash val="solid"/>
          </a:ln>
        </p:spPr>
      </p:sp>
      <p:sp>
        <p:nvSpPr>
          <p:cNvPr id="3612" name="03_assume_matched_8909">
            <a:extLst>
              <a:ext uri="{FF2B5EF4-FFF2-40B4-BE49-F238E27FC236}">
                <a16:creationId xmlns:a16="http://schemas.microsoft.com/office/drawing/2014/main" id="{C856E242-1071-44B3-A653-FEB082896F69}"/>
              </a:ext>
            </a:extLst>
          </p:cNvPr>
          <p:cNvSpPr>
            <a:spLocks noGrp="1"/>
          </p:cNvSpPr>
          <p:nvPr/>
        </p:nvSpPr>
        <p:spPr>
          <a:xfrm>
            <a:off x="2319386" y="7688092"/>
            <a:ext cx="28398" cy="28398"/>
          </a:xfrm>
          <a:prstGeom prst="ellipse">
            <a:avLst/>
          </a:prstGeom>
          <a:solidFill>
            <a:srgbClr val="7F8C97">
              <a:alpha val="48000"/>
            </a:srgbClr>
          </a:solidFill>
          <a:ln w="0">
            <a:noFill/>
            <a:prstDash val="solid"/>
          </a:ln>
        </p:spPr>
      </p:sp>
      <p:sp>
        <p:nvSpPr>
          <p:cNvPr id="3613" name="03_assume_matched_8910">
            <a:extLst>
              <a:ext uri="{FF2B5EF4-FFF2-40B4-BE49-F238E27FC236}">
                <a16:creationId xmlns:a16="http://schemas.microsoft.com/office/drawing/2014/main" id="{BD777D3F-FBF5-4C76-A9FB-7272FF17146F}"/>
              </a:ext>
            </a:extLst>
          </p:cNvPr>
          <p:cNvSpPr>
            <a:spLocks noGrp="1"/>
          </p:cNvSpPr>
          <p:nvPr/>
        </p:nvSpPr>
        <p:spPr>
          <a:xfrm>
            <a:off x="2256210" y="7558121"/>
            <a:ext cx="28398" cy="28398"/>
          </a:xfrm>
          <a:prstGeom prst="ellipse">
            <a:avLst/>
          </a:prstGeom>
          <a:solidFill>
            <a:srgbClr val="7F8C97">
              <a:alpha val="48000"/>
            </a:srgbClr>
          </a:solidFill>
          <a:ln w="0">
            <a:noFill/>
            <a:prstDash val="solid"/>
          </a:ln>
        </p:spPr>
      </p:sp>
      <p:sp>
        <p:nvSpPr>
          <p:cNvPr id="3614" name="03_assume_matched_8911">
            <a:extLst>
              <a:ext uri="{FF2B5EF4-FFF2-40B4-BE49-F238E27FC236}">
                <a16:creationId xmlns:a16="http://schemas.microsoft.com/office/drawing/2014/main" id="{36DC9879-A4BD-4C9B-AE48-87E001640E63}"/>
              </a:ext>
            </a:extLst>
          </p:cNvPr>
          <p:cNvSpPr>
            <a:spLocks noGrp="1"/>
          </p:cNvSpPr>
          <p:nvPr/>
        </p:nvSpPr>
        <p:spPr>
          <a:xfrm>
            <a:off x="2346585" y="7558121"/>
            <a:ext cx="28398" cy="28398"/>
          </a:xfrm>
          <a:prstGeom prst="ellipse">
            <a:avLst/>
          </a:prstGeom>
          <a:solidFill>
            <a:srgbClr val="7F8C97">
              <a:alpha val="48000"/>
            </a:srgbClr>
          </a:solidFill>
          <a:ln w="0">
            <a:noFill/>
            <a:prstDash val="solid"/>
          </a:ln>
        </p:spPr>
      </p:sp>
      <p:sp>
        <p:nvSpPr>
          <p:cNvPr id="3615" name="03_assume_matched_8912">
            <a:extLst>
              <a:ext uri="{FF2B5EF4-FFF2-40B4-BE49-F238E27FC236}">
                <a16:creationId xmlns:a16="http://schemas.microsoft.com/office/drawing/2014/main" id="{7E3549FC-2014-42E0-B0CC-D0AC9C8A38ED}"/>
              </a:ext>
            </a:extLst>
          </p:cNvPr>
          <p:cNvSpPr>
            <a:spLocks noGrp="1"/>
          </p:cNvSpPr>
          <p:nvPr/>
        </p:nvSpPr>
        <p:spPr>
          <a:xfrm>
            <a:off x="2319674" y="7168208"/>
            <a:ext cx="28398" cy="28398"/>
          </a:xfrm>
          <a:prstGeom prst="ellipse">
            <a:avLst/>
          </a:prstGeom>
          <a:solidFill>
            <a:srgbClr val="7F8C97">
              <a:alpha val="48000"/>
            </a:srgbClr>
          </a:solidFill>
          <a:ln w="0">
            <a:noFill/>
            <a:prstDash val="solid"/>
          </a:ln>
        </p:spPr>
      </p:sp>
      <p:sp>
        <p:nvSpPr>
          <p:cNvPr id="3616" name="03_assume_matched_8913">
            <a:extLst>
              <a:ext uri="{FF2B5EF4-FFF2-40B4-BE49-F238E27FC236}">
                <a16:creationId xmlns:a16="http://schemas.microsoft.com/office/drawing/2014/main" id="{4FDC6954-0820-428F-958F-6916739B85C5}"/>
              </a:ext>
            </a:extLst>
          </p:cNvPr>
          <p:cNvSpPr>
            <a:spLocks noGrp="1"/>
          </p:cNvSpPr>
          <p:nvPr/>
        </p:nvSpPr>
        <p:spPr>
          <a:xfrm>
            <a:off x="2237502" y="7753078"/>
            <a:ext cx="28398" cy="28398"/>
          </a:xfrm>
          <a:prstGeom prst="ellipse">
            <a:avLst/>
          </a:prstGeom>
          <a:solidFill>
            <a:srgbClr val="7F8C97">
              <a:alpha val="48000"/>
            </a:srgbClr>
          </a:solidFill>
          <a:ln w="0">
            <a:noFill/>
            <a:prstDash val="solid"/>
          </a:ln>
        </p:spPr>
      </p:sp>
      <p:sp>
        <p:nvSpPr>
          <p:cNvPr id="3617" name="03_assume_matched_8914">
            <a:extLst>
              <a:ext uri="{FF2B5EF4-FFF2-40B4-BE49-F238E27FC236}">
                <a16:creationId xmlns:a16="http://schemas.microsoft.com/office/drawing/2014/main" id="{F46B84C7-9D61-43BA-BCC9-525548712E87}"/>
              </a:ext>
            </a:extLst>
          </p:cNvPr>
          <p:cNvSpPr>
            <a:spLocks noGrp="1"/>
          </p:cNvSpPr>
          <p:nvPr/>
        </p:nvSpPr>
        <p:spPr>
          <a:xfrm>
            <a:off x="2244841" y="7168208"/>
            <a:ext cx="28398" cy="28398"/>
          </a:xfrm>
          <a:prstGeom prst="ellipse">
            <a:avLst/>
          </a:prstGeom>
          <a:solidFill>
            <a:srgbClr val="7F8C97">
              <a:alpha val="48000"/>
            </a:srgbClr>
          </a:solidFill>
          <a:ln w="0">
            <a:noFill/>
            <a:prstDash val="solid"/>
          </a:ln>
        </p:spPr>
      </p:sp>
      <p:sp>
        <p:nvSpPr>
          <p:cNvPr id="3618" name="03_assume_matched_8915">
            <a:extLst>
              <a:ext uri="{FF2B5EF4-FFF2-40B4-BE49-F238E27FC236}">
                <a16:creationId xmlns:a16="http://schemas.microsoft.com/office/drawing/2014/main" id="{7FF0841D-D8C8-4F3B-BF05-1B3FA319D191}"/>
              </a:ext>
            </a:extLst>
          </p:cNvPr>
          <p:cNvSpPr>
            <a:spLocks noGrp="1"/>
          </p:cNvSpPr>
          <p:nvPr/>
        </p:nvSpPr>
        <p:spPr>
          <a:xfrm>
            <a:off x="2256066" y="7558121"/>
            <a:ext cx="28398" cy="28398"/>
          </a:xfrm>
          <a:prstGeom prst="ellipse">
            <a:avLst/>
          </a:prstGeom>
          <a:solidFill>
            <a:srgbClr val="7F8C97">
              <a:alpha val="48000"/>
            </a:srgbClr>
          </a:solidFill>
          <a:ln w="0">
            <a:noFill/>
            <a:prstDash val="solid"/>
          </a:ln>
        </p:spPr>
      </p:sp>
      <p:sp>
        <p:nvSpPr>
          <p:cNvPr id="3619" name="03_assume_matched_8916">
            <a:extLst>
              <a:ext uri="{FF2B5EF4-FFF2-40B4-BE49-F238E27FC236}">
                <a16:creationId xmlns:a16="http://schemas.microsoft.com/office/drawing/2014/main" id="{BEDB90A2-E1D3-4DD1-B5FE-939EA07DB382}"/>
              </a:ext>
            </a:extLst>
          </p:cNvPr>
          <p:cNvSpPr>
            <a:spLocks noGrp="1"/>
          </p:cNvSpPr>
          <p:nvPr/>
        </p:nvSpPr>
        <p:spPr>
          <a:xfrm>
            <a:off x="2345434" y="7168208"/>
            <a:ext cx="28398" cy="28398"/>
          </a:xfrm>
          <a:prstGeom prst="ellipse">
            <a:avLst/>
          </a:prstGeom>
          <a:solidFill>
            <a:srgbClr val="7F8C97">
              <a:alpha val="48000"/>
            </a:srgbClr>
          </a:solidFill>
          <a:ln w="0">
            <a:noFill/>
            <a:prstDash val="solid"/>
          </a:ln>
        </p:spPr>
      </p:sp>
      <p:sp>
        <p:nvSpPr>
          <p:cNvPr id="3620" name="03_assume_matched_8917">
            <a:extLst>
              <a:ext uri="{FF2B5EF4-FFF2-40B4-BE49-F238E27FC236}">
                <a16:creationId xmlns:a16="http://schemas.microsoft.com/office/drawing/2014/main" id="{C4583E4B-402D-45AA-8D32-D2171A11A489}"/>
              </a:ext>
            </a:extLst>
          </p:cNvPr>
          <p:cNvSpPr>
            <a:spLocks noGrp="1"/>
          </p:cNvSpPr>
          <p:nvPr/>
        </p:nvSpPr>
        <p:spPr>
          <a:xfrm>
            <a:off x="2258369" y="7168208"/>
            <a:ext cx="28398" cy="28398"/>
          </a:xfrm>
          <a:prstGeom prst="ellipse">
            <a:avLst/>
          </a:prstGeom>
          <a:solidFill>
            <a:srgbClr val="7F8C97">
              <a:alpha val="48000"/>
            </a:srgbClr>
          </a:solidFill>
          <a:ln w="0">
            <a:noFill/>
            <a:prstDash val="solid"/>
          </a:ln>
        </p:spPr>
      </p:sp>
      <p:sp>
        <p:nvSpPr>
          <p:cNvPr id="3621" name="03_assume_matched_8918">
            <a:extLst>
              <a:ext uri="{FF2B5EF4-FFF2-40B4-BE49-F238E27FC236}">
                <a16:creationId xmlns:a16="http://schemas.microsoft.com/office/drawing/2014/main" id="{2D720203-8CD9-4F76-B835-4BA077DC4962}"/>
              </a:ext>
            </a:extLst>
          </p:cNvPr>
          <p:cNvSpPr>
            <a:spLocks noGrp="1"/>
          </p:cNvSpPr>
          <p:nvPr/>
        </p:nvSpPr>
        <p:spPr>
          <a:xfrm>
            <a:off x="2337375" y="7493136"/>
            <a:ext cx="28398" cy="28398"/>
          </a:xfrm>
          <a:prstGeom prst="ellipse">
            <a:avLst/>
          </a:prstGeom>
          <a:solidFill>
            <a:srgbClr val="7F8C97">
              <a:alpha val="48000"/>
            </a:srgbClr>
          </a:solidFill>
          <a:ln w="0">
            <a:noFill/>
            <a:prstDash val="solid"/>
          </a:ln>
        </p:spPr>
      </p:sp>
      <p:sp>
        <p:nvSpPr>
          <p:cNvPr id="3622" name="03_assume_matched_8919">
            <a:extLst>
              <a:ext uri="{FF2B5EF4-FFF2-40B4-BE49-F238E27FC236}">
                <a16:creationId xmlns:a16="http://schemas.microsoft.com/office/drawing/2014/main" id="{B9FE2E25-BC93-4111-B430-CD7371D4520C}"/>
              </a:ext>
            </a:extLst>
          </p:cNvPr>
          <p:cNvSpPr>
            <a:spLocks noGrp="1"/>
          </p:cNvSpPr>
          <p:nvPr/>
        </p:nvSpPr>
        <p:spPr>
          <a:xfrm>
            <a:off x="2338526" y="7168208"/>
            <a:ext cx="28398" cy="28398"/>
          </a:xfrm>
          <a:prstGeom prst="ellipse">
            <a:avLst/>
          </a:prstGeom>
          <a:solidFill>
            <a:srgbClr val="7F8C97">
              <a:alpha val="48000"/>
            </a:srgbClr>
          </a:solidFill>
          <a:ln w="0">
            <a:noFill/>
            <a:prstDash val="solid"/>
          </a:ln>
        </p:spPr>
      </p:sp>
      <p:sp>
        <p:nvSpPr>
          <p:cNvPr id="3623" name="03_assume_matched_8920">
            <a:extLst>
              <a:ext uri="{FF2B5EF4-FFF2-40B4-BE49-F238E27FC236}">
                <a16:creationId xmlns:a16="http://schemas.microsoft.com/office/drawing/2014/main" id="{3B3EF29D-FE25-402C-86C4-F918EF37070E}"/>
              </a:ext>
            </a:extLst>
          </p:cNvPr>
          <p:cNvSpPr>
            <a:spLocks noGrp="1"/>
          </p:cNvSpPr>
          <p:nvPr/>
        </p:nvSpPr>
        <p:spPr>
          <a:xfrm>
            <a:off x="2342268" y="7753078"/>
            <a:ext cx="28398" cy="28398"/>
          </a:xfrm>
          <a:prstGeom prst="ellipse">
            <a:avLst/>
          </a:prstGeom>
          <a:solidFill>
            <a:srgbClr val="7F8C97">
              <a:alpha val="48000"/>
            </a:srgbClr>
          </a:solidFill>
          <a:ln w="0">
            <a:noFill/>
            <a:prstDash val="solid"/>
          </a:ln>
        </p:spPr>
      </p:sp>
      <p:sp>
        <p:nvSpPr>
          <p:cNvPr id="3624" name="03_assume_matched_8921">
            <a:extLst>
              <a:ext uri="{FF2B5EF4-FFF2-40B4-BE49-F238E27FC236}">
                <a16:creationId xmlns:a16="http://schemas.microsoft.com/office/drawing/2014/main" id="{F1CF0055-2529-41B0-9C28-0899E031102D}"/>
              </a:ext>
            </a:extLst>
          </p:cNvPr>
          <p:cNvSpPr>
            <a:spLocks noGrp="1"/>
          </p:cNvSpPr>
          <p:nvPr/>
        </p:nvSpPr>
        <p:spPr>
          <a:xfrm>
            <a:off x="2259520" y="7753078"/>
            <a:ext cx="28398" cy="28398"/>
          </a:xfrm>
          <a:prstGeom prst="ellipse">
            <a:avLst/>
          </a:prstGeom>
          <a:solidFill>
            <a:srgbClr val="7F8C97">
              <a:alpha val="48000"/>
            </a:srgbClr>
          </a:solidFill>
          <a:ln w="0">
            <a:noFill/>
            <a:prstDash val="solid"/>
          </a:ln>
        </p:spPr>
      </p:sp>
      <p:sp>
        <p:nvSpPr>
          <p:cNvPr id="3625" name="03_assume_matched_8922">
            <a:extLst>
              <a:ext uri="{FF2B5EF4-FFF2-40B4-BE49-F238E27FC236}">
                <a16:creationId xmlns:a16="http://schemas.microsoft.com/office/drawing/2014/main" id="{C87F497F-84F6-48F7-BDA5-C0480976E990}"/>
              </a:ext>
            </a:extLst>
          </p:cNvPr>
          <p:cNvSpPr>
            <a:spLocks noGrp="1"/>
          </p:cNvSpPr>
          <p:nvPr/>
        </p:nvSpPr>
        <p:spPr>
          <a:xfrm>
            <a:off x="2237790" y="7168208"/>
            <a:ext cx="28398" cy="28398"/>
          </a:xfrm>
          <a:prstGeom prst="ellipse">
            <a:avLst/>
          </a:prstGeom>
          <a:solidFill>
            <a:srgbClr val="7F8C97">
              <a:alpha val="48000"/>
            </a:srgbClr>
          </a:solidFill>
          <a:ln w="0">
            <a:noFill/>
            <a:prstDash val="solid"/>
          </a:ln>
        </p:spPr>
      </p:sp>
      <p:sp>
        <p:nvSpPr>
          <p:cNvPr id="3626" name="03_assume_matched_8923">
            <a:extLst>
              <a:ext uri="{FF2B5EF4-FFF2-40B4-BE49-F238E27FC236}">
                <a16:creationId xmlns:a16="http://schemas.microsoft.com/office/drawing/2014/main" id="{C1B73BD8-CA72-4817-960D-34B1B37DB624}"/>
              </a:ext>
            </a:extLst>
          </p:cNvPr>
          <p:cNvSpPr>
            <a:spLocks noGrp="1"/>
          </p:cNvSpPr>
          <p:nvPr/>
        </p:nvSpPr>
        <p:spPr>
          <a:xfrm>
            <a:off x="2321545" y="7168208"/>
            <a:ext cx="28398" cy="28398"/>
          </a:xfrm>
          <a:prstGeom prst="ellipse">
            <a:avLst/>
          </a:prstGeom>
          <a:solidFill>
            <a:srgbClr val="7F8C97">
              <a:alpha val="48000"/>
            </a:srgbClr>
          </a:solidFill>
          <a:ln w="0">
            <a:noFill/>
            <a:prstDash val="solid"/>
          </a:ln>
        </p:spPr>
      </p:sp>
      <p:sp>
        <p:nvSpPr>
          <p:cNvPr id="3627" name="03_assume_matched_8924">
            <a:extLst>
              <a:ext uri="{FF2B5EF4-FFF2-40B4-BE49-F238E27FC236}">
                <a16:creationId xmlns:a16="http://schemas.microsoft.com/office/drawing/2014/main" id="{BD744E1F-66CC-4182-A354-EC998B72120C}"/>
              </a:ext>
            </a:extLst>
          </p:cNvPr>
          <p:cNvSpPr>
            <a:spLocks noGrp="1"/>
          </p:cNvSpPr>
          <p:nvPr/>
        </p:nvSpPr>
        <p:spPr>
          <a:xfrm>
            <a:off x="2231026" y="7168208"/>
            <a:ext cx="28398" cy="28398"/>
          </a:xfrm>
          <a:prstGeom prst="ellipse">
            <a:avLst/>
          </a:prstGeom>
          <a:solidFill>
            <a:srgbClr val="7F8C97">
              <a:alpha val="48000"/>
            </a:srgbClr>
          </a:solidFill>
          <a:ln w="0">
            <a:noFill/>
            <a:prstDash val="solid"/>
          </a:ln>
        </p:spPr>
      </p:sp>
      <p:sp>
        <p:nvSpPr>
          <p:cNvPr id="3628" name="03_assume_matched_8925">
            <a:extLst>
              <a:ext uri="{FF2B5EF4-FFF2-40B4-BE49-F238E27FC236}">
                <a16:creationId xmlns:a16="http://schemas.microsoft.com/office/drawing/2014/main" id="{77D66436-B643-4B48-B74B-1201A5C50F22}"/>
              </a:ext>
            </a:extLst>
          </p:cNvPr>
          <p:cNvSpPr>
            <a:spLocks noGrp="1"/>
          </p:cNvSpPr>
          <p:nvPr/>
        </p:nvSpPr>
        <p:spPr>
          <a:xfrm>
            <a:off x="2325142" y="7168208"/>
            <a:ext cx="28398" cy="28398"/>
          </a:xfrm>
          <a:prstGeom prst="ellipse">
            <a:avLst/>
          </a:prstGeom>
          <a:solidFill>
            <a:srgbClr val="7F8C97">
              <a:alpha val="48000"/>
            </a:srgbClr>
          </a:solidFill>
          <a:ln w="0">
            <a:noFill/>
            <a:prstDash val="solid"/>
          </a:ln>
        </p:spPr>
      </p:sp>
      <p:sp>
        <p:nvSpPr>
          <p:cNvPr id="3629" name="03_assume_matched_8926">
            <a:extLst>
              <a:ext uri="{FF2B5EF4-FFF2-40B4-BE49-F238E27FC236}">
                <a16:creationId xmlns:a16="http://schemas.microsoft.com/office/drawing/2014/main" id="{F3F4DC78-63C7-44C3-9AA0-D31CAE9A0189}"/>
              </a:ext>
            </a:extLst>
          </p:cNvPr>
          <p:cNvSpPr>
            <a:spLocks noGrp="1"/>
          </p:cNvSpPr>
          <p:nvPr/>
        </p:nvSpPr>
        <p:spPr>
          <a:xfrm>
            <a:off x="2232321" y="7753078"/>
            <a:ext cx="28398" cy="28398"/>
          </a:xfrm>
          <a:prstGeom prst="ellipse">
            <a:avLst/>
          </a:prstGeom>
          <a:solidFill>
            <a:srgbClr val="7F8C97">
              <a:alpha val="48000"/>
            </a:srgbClr>
          </a:solidFill>
          <a:ln w="0">
            <a:noFill/>
            <a:prstDash val="solid"/>
          </a:ln>
        </p:spPr>
      </p:sp>
      <p:sp>
        <p:nvSpPr>
          <p:cNvPr id="3630" name="03_assume_matched_8927">
            <a:extLst>
              <a:ext uri="{FF2B5EF4-FFF2-40B4-BE49-F238E27FC236}">
                <a16:creationId xmlns:a16="http://schemas.microsoft.com/office/drawing/2014/main" id="{3E988E78-9868-46E8-A605-0AAF94A6C6A1}"/>
              </a:ext>
            </a:extLst>
          </p:cNvPr>
          <p:cNvSpPr>
            <a:spLocks noGrp="1"/>
          </p:cNvSpPr>
          <p:nvPr/>
        </p:nvSpPr>
        <p:spPr>
          <a:xfrm>
            <a:off x="2352773" y="7168208"/>
            <a:ext cx="28398" cy="28398"/>
          </a:xfrm>
          <a:prstGeom prst="ellipse">
            <a:avLst/>
          </a:prstGeom>
          <a:solidFill>
            <a:srgbClr val="7F8C97">
              <a:alpha val="48000"/>
            </a:srgbClr>
          </a:solidFill>
          <a:ln w="0">
            <a:noFill/>
            <a:prstDash val="solid"/>
          </a:ln>
        </p:spPr>
      </p:sp>
      <p:sp>
        <p:nvSpPr>
          <p:cNvPr id="3631" name="03_assume_matched_8928">
            <a:extLst>
              <a:ext uri="{FF2B5EF4-FFF2-40B4-BE49-F238E27FC236}">
                <a16:creationId xmlns:a16="http://schemas.microsoft.com/office/drawing/2014/main" id="{E6739B7F-A5CD-473B-BE9D-7E64A268DDE1}"/>
              </a:ext>
            </a:extLst>
          </p:cNvPr>
          <p:cNvSpPr>
            <a:spLocks noGrp="1"/>
          </p:cNvSpPr>
          <p:nvPr/>
        </p:nvSpPr>
        <p:spPr>
          <a:xfrm>
            <a:off x="2330755" y="7168208"/>
            <a:ext cx="28398" cy="28398"/>
          </a:xfrm>
          <a:prstGeom prst="ellipse">
            <a:avLst/>
          </a:prstGeom>
          <a:solidFill>
            <a:srgbClr val="7F8C97">
              <a:alpha val="48000"/>
            </a:srgbClr>
          </a:solidFill>
          <a:ln w="0">
            <a:noFill/>
            <a:prstDash val="solid"/>
          </a:ln>
        </p:spPr>
      </p:sp>
      <p:sp>
        <p:nvSpPr>
          <p:cNvPr id="3632" name="03_assume_matched_8929">
            <a:extLst>
              <a:ext uri="{FF2B5EF4-FFF2-40B4-BE49-F238E27FC236}">
                <a16:creationId xmlns:a16="http://schemas.microsoft.com/office/drawing/2014/main" id="{EAF83A79-9A36-4FD5-8DE7-CD3D82783804}"/>
              </a:ext>
            </a:extLst>
          </p:cNvPr>
          <p:cNvSpPr>
            <a:spLocks noGrp="1"/>
          </p:cNvSpPr>
          <p:nvPr/>
        </p:nvSpPr>
        <p:spPr>
          <a:xfrm>
            <a:off x="2278660" y="7168208"/>
            <a:ext cx="28398" cy="28398"/>
          </a:xfrm>
          <a:prstGeom prst="ellipse">
            <a:avLst/>
          </a:prstGeom>
          <a:solidFill>
            <a:srgbClr val="7F8C97">
              <a:alpha val="48000"/>
            </a:srgbClr>
          </a:solidFill>
          <a:ln w="0">
            <a:noFill/>
            <a:prstDash val="solid"/>
          </a:ln>
        </p:spPr>
      </p:sp>
      <p:sp>
        <p:nvSpPr>
          <p:cNvPr id="3633" name="03_assume_matched_8930">
            <a:extLst>
              <a:ext uri="{FF2B5EF4-FFF2-40B4-BE49-F238E27FC236}">
                <a16:creationId xmlns:a16="http://schemas.microsoft.com/office/drawing/2014/main" id="{FDAA0CDC-5124-40CF-A78E-7850B92BBCD7}"/>
              </a:ext>
            </a:extLst>
          </p:cNvPr>
          <p:cNvSpPr>
            <a:spLocks noGrp="1"/>
          </p:cNvSpPr>
          <p:nvPr/>
        </p:nvSpPr>
        <p:spPr>
          <a:xfrm>
            <a:off x="2254339" y="7168208"/>
            <a:ext cx="28398" cy="28398"/>
          </a:xfrm>
          <a:prstGeom prst="ellipse">
            <a:avLst/>
          </a:prstGeom>
          <a:solidFill>
            <a:srgbClr val="7F8C97">
              <a:alpha val="48000"/>
            </a:srgbClr>
          </a:solidFill>
          <a:ln w="0">
            <a:noFill/>
            <a:prstDash val="solid"/>
          </a:ln>
        </p:spPr>
      </p:sp>
      <p:sp>
        <p:nvSpPr>
          <p:cNvPr id="3634" name="03_assume_matched_8931">
            <a:extLst>
              <a:ext uri="{FF2B5EF4-FFF2-40B4-BE49-F238E27FC236}">
                <a16:creationId xmlns:a16="http://schemas.microsoft.com/office/drawing/2014/main" id="{FC69307B-04D1-4CCB-95E0-3D74C90E1E13}"/>
              </a:ext>
            </a:extLst>
          </p:cNvPr>
          <p:cNvSpPr>
            <a:spLocks noGrp="1"/>
          </p:cNvSpPr>
          <p:nvPr/>
        </p:nvSpPr>
        <p:spPr>
          <a:xfrm>
            <a:off x="2356802" y="7753078"/>
            <a:ext cx="28398" cy="28398"/>
          </a:xfrm>
          <a:prstGeom prst="ellipse">
            <a:avLst/>
          </a:prstGeom>
          <a:solidFill>
            <a:srgbClr val="7F8C97">
              <a:alpha val="48000"/>
            </a:srgbClr>
          </a:solidFill>
          <a:ln w="0">
            <a:noFill/>
            <a:prstDash val="solid"/>
          </a:ln>
        </p:spPr>
      </p:sp>
      <p:sp>
        <p:nvSpPr>
          <p:cNvPr id="3635" name="03_assume_matched_8932">
            <a:extLst>
              <a:ext uri="{FF2B5EF4-FFF2-40B4-BE49-F238E27FC236}">
                <a16:creationId xmlns:a16="http://schemas.microsoft.com/office/drawing/2014/main" id="{188A4D7F-0D32-4800-B8F8-396B832283B8}"/>
              </a:ext>
            </a:extLst>
          </p:cNvPr>
          <p:cNvSpPr>
            <a:spLocks noGrp="1"/>
          </p:cNvSpPr>
          <p:nvPr/>
        </p:nvSpPr>
        <p:spPr>
          <a:xfrm>
            <a:off x="2304563" y="7753078"/>
            <a:ext cx="28398" cy="28398"/>
          </a:xfrm>
          <a:prstGeom prst="ellipse">
            <a:avLst/>
          </a:prstGeom>
          <a:solidFill>
            <a:srgbClr val="7F8C97">
              <a:alpha val="48000"/>
            </a:srgbClr>
          </a:solidFill>
          <a:ln w="0">
            <a:noFill/>
            <a:prstDash val="solid"/>
          </a:ln>
        </p:spPr>
      </p:sp>
      <p:sp>
        <p:nvSpPr>
          <p:cNvPr id="3636" name="03_assume_matched_8933">
            <a:extLst>
              <a:ext uri="{FF2B5EF4-FFF2-40B4-BE49-F238E27FC236}">
                <a16:creationId xmlns:a16="http://schemas.microsoft.com/office/drawing/2014/main" id="{7BDBA81C-CF72-4509-BE52-82CD13BC28E4}"/>
              </a:ext>
            </a:extLst>
          </p:cNvPr>
          <p:cNvSpPr>
            <a:spLocks noGrp="1"/>
          </p:cNvSpPr>
          <p:nvPr/>
        </p:nvSpPr>
        <p:spPr>
          <a:xfrm>
            <a:off x="2337375" y="7753078"/>
            <a:ext cx="28398" cy="28398"/>
          </a:xfrm>
          <a:prstGeom prst="ellipse">
            <a:avLst/>
          </a:prstGeom>
          <a:solidFill>
            <a:srgbClr val="7F8C97">
              <a:alpha val="48000"/>
            </a:srgbClr>
          </a:solidFill>
          <a:ln w="0">
            <a:noFill/>
            <a:prstDash val="solid"/>
          </a:ln>
        </p:spPr>
      </p:sp>
      <p:sp>
        <p:nvSpPr>
          <p:cNvPr id="3637" name="03_assume_matched_8934">
            <a:extLst>
              <a:ext uri="{FF2B5EF4-FFF2-40B4-BE49-F238E27FC236}">
                <a16:creationId xmlns:a16="http://schemas.microsoft.com/office/drawing/2014/main" id="{4220C6A4-28D2-47E3-B10D-AD183C020D42}"/>
              </a:ext>
            </a:extLst>
          </p:cNvPr>
          <p:cNvSpPr>
            <a:spLocks noGrp="1"/>
          </p:cNvSpPr>
          <p:nvPr/>
        </p:nvSpPr>
        <p:spPr>
          <a:xfrm>
            <a:off x="2236495" y="7285182"/>
            <a:ext cx="28398" cy="28398"/>
          </a:xfrm>
          <a:prstGeom prst="ellipse">
            <a:avLst/>
          </a:prstGeom>
          <a:solidFill>
            <a:srgbClr val="7F8C97">
              <a:alpha val="48000"/>
            </a:srgbClr>
          </a:solidFill>
          <a:ln w="0">
            <a:noFill/>
            <a:prstDash val="solid"/>
          </a:ln>
        </p:spPr>
      </p:sp>
      <p:sp>
        <p:nvSpPr>
          <p:cNvPr id="3638" name="03_assume_matched_8935">
            <a:extLst>
              <a:ext uri="{FF2B5EF4-FFF2-40B4-BE49-F238E27FC236}">
                <a16:creationId xmlns:a16="http://schemas.microsoft.com/office/drawing/2014/main" id="{EBCA4366-4037-49EE-B82F-CE4F77078A39}"/>
              </a:ext>
            </a:extLst>
          </p:cNvPr>
          <p:cNvSpPr>
            <a:spLocks noGrp="1"/>
          </p:cNvSpPr>
          <p:nvPr/>
        </p:nvSpPr>
        <p:spPr>
          <a:xfrm>
            <a:off x="2328452" y="7753078"/>
            <a:ext cx="28398" cy="28398"/>
          </a:xfrm>
          <a:prstGeom prst="ellipse">
            <a:avLst/>
          </a:prstGeom>
          <a:solidFill>
            <a:srgbClr val="7F8C97">
              <a:alpha val="48000"/>
            </a:srgbClr>
          </a:solidFill>
          <a:ln w="0">
            <a:noFill/>
            <a:prstDash val="solid"/>
          </a:ln>
        </p:spPr>
      </p:sp>
      <p:sp>
        <p:nvSpPr>
          <p:cNvPr id="3639" name="03_assume_matched_8936">
            <a:extLst>
              <a:ext uri="{FF2B5EF4-FFF2-40B4-BE49-F238E27FC236}">
                <a16:creationId xmlns:a16="http://schemas.microsoft.com/office/drawing/2014/main" id="{32115885-3C62-4598-9C8F-C7A64FE978BD}"/>
              </a:ext>
            </a:extLst>
          </p:cNvPr>
          <p:cNvSpPr>
            <a:spLocks noGrp="1"/>
          </p:cNvSpPr>
          <p:nvPr/>
        </p:nvSpPr>
        <p:spPr>
          <a:xfrm>
            <a:off x="2307586" y="7168208"/>
            <a:ext cx="28398" cy="28398"/>
          </a:xfrm>
          <a:prstGeom prst="ellipse">
            <a:avLst/>
          </a:prstGeom>
          <a:solidFill>
            <a:srgbClr val="7F8C97">
              <a:alpha val="48000"/>
            </a:srgbClr>
          </a:solidFill>
          <a:ln w="0">
            <a:noFill/>
            <a:prstDash val="solid"/>
          </a:ln>
        </p:spPr>
      </p:sp>
      <p:sp>
        <p:nvSpPr>
          <p:cNvPr id="3640" name="03_assume_matched_8937">
            <a:extLst>
              <a:ext uri="{FF2B5EF4-FFF2-40B4-BE49-F238E27FC236}">
                <a16:creationId xmlns:a16="http://schemas.microsoft.com/office/drawing/2014/main" id="{C65D022A-847C-46CE-B24B-36D2AF2E3D2B}"/>
              </a:ext>
            </a:extLst>
          </p:cNvPr>
          <p:cNvSpPr>
            <a:spLocks noGrp="1"/>
          </p:cNvSpPr>
          <p:nvPr/>
        </p:nvSpPr>
        <p:spPr>
          <a:xfrm>
            <a:off x="2216203" y="7168208"/>
            <a:ext cx="28398" cy="28398"/>
          </a:xfrm>
          <a:prstGeom prst="ellipse">
            <a:avLst/>
          </a:prstGeom>
          <a:solidFill>
            <a:srgbClr val="7F8C97">
              <a:alpha val="48000"/>
            </a:srgbClr>
          </a:solidFill>
          <a:ln w="0">
            <a:noFill/>
            <a:prstDash val="solid"/>
          </a:ln>
        </p:spPr>
      </p:sp>
      <p:sp>
        <p:nvSpPr>
          <p:cNvPr id="3641" name="03_assume_matched_8938">
            <a:extLst>
              <a:ext uri="{FF2B5EF4-FFF2-40B4-BE49-F238E27FC236}">
                <a16:creationId xmlns:a16="http://schemas.microsoft.com/office/drawing/2014/main" id="{BA2EC80D-D857-41E9-AF34-004174555964}"/>
              </a:ext>
            </a:extLst>
          </p:cNvPr>
          <p:cNvSpPr>
            <a:spLocks noGrp="1"/>
          </p:cNvSpPr>
          <p:nvPr/>
        </p:nvSpPr>
        <p:spPr>
          <a:xfrm>
            <a:off x="2275494" y="7753078"/>
            <a:ext cx="28398" cy="28398"/>
          </a:xfrm>
          <a:prstGeom prst="ellipse">
            <a:avLst/>
          </a:prstGeom>
          <a:solidFill>
            <a:srgbClr val="7F8C97">
              <a:alpha val="48000"/>
            </a:srgbClr>
          </a:solidFill>
          <a:ln w="0">
            <a:noFill/>
            <a:prstDash val="solid"/>
          </a:ln>
        </p:spPr>
      </p:sp>
      <p:sp>
        <p:nvSpPr>
          <p:cNvPr id="3642" name="03_assume_matched_8939">
            <a:extLst>
              <a:ext uri="{FF2B5EF4-FFF2-40B4-BE49-F238E27FC236}">
                <a16:creationId xmlns:a16="http://schemas.microsoft.com/office/drawing/2014/main" id="{99813D30-4A05-4FCC-9C77-46F5758B7914}"/>
              </a:ext>
            </a:extLst>
          </p:cNvPr>
          <p:cNvSpPr>
            <a:spLocks noGrp="1"/>
          </p:cNvSpPr>
          <p:nvPr/>
        </p:nvSpPr>
        <p:spPr>
          <a:xfrm>
            <a:off x="2257649" y="7753078"/>
            <a:ext cx="28398" cy="28398"/>
          </a:xfrm>
          <a:prstGeom prst="ellipse">
            <a:avLst/>
          </a:prstGeom>
          <a:solidFill>
            <a:srgbClr val="7F8C97">
              <a:alpha val="48000"/>
            </a:srgbClr>
          </a:solidFill>
          <a:ln w="0">
            <a:noFill/>
            <a:prstDash val="solid"/>
          </a:ln>
        </p:spPr>
      </p:sp>
      <p:sp>
        <p:nvSpPr>
          <p:cNvPr id="3643" name="03_assume_matched_8940">
            <a:extLst>
              <a:ext uri="{FF2B5EF4-FFF2-40B4-BE49-F238E27FC236}">
                <a16:creationId xmlns:a16="http://schemas.microsoft.com/office/drawing/2014/main" id="{C5E69ACD-2552-4E27-8484-24A6B24380C0}"/>
              </a:ext>
            </a:extLst>
          </p:cNvPr>
          <p:cNvSpPr>
            <a:spLocks noGrp="1"/>
          </p:cNvSpPr>
          <p:nvPr/>
        </p:nvSpPr>
        <p:spPr>
          <a:xfrm>
            <a:off x="2289885" y="7168208"/>
            <a:ext cx="28398" cy="28398"/>
          </a:xfrm>
          <a:prstGeom prst="ellipse">
            <a:avLst/>
          </a:prstGeom>
          <a:solidFill>
            <a:srgbClr val="7F8C97">
              <a:alpha val="48000"/>
            </a:srgbClr>
          </a:solidFill>
          <a:ln w="0">
            <a:noFill/>
            <a:prstDash val="solid"/>
          </a:ln>
        </p:spPr>
      </p:sp>
      <p:sp>
        <p:nvSpPr>
          <p:cNvPr id="3644" name="03_assume_matched_8941">
            <a:extLst>
              <a:ext uri="{FF2B5EF4-FFF2-40B4-BE49-F238E27FC236}">
                <a16:creationId xmlns:a16="http://schemas.microsoft.com/office/drawing/2014/main" id="{F6EFB188-25E3-49B5-B09D-3ED09185B931}"/>
              </a:ext>
            </a:extLst>
          </p:cNvPr>
          <p:cNvSpPr>
            <a:spLocks noGrp="1"/>
          </p:cNvSpPr>
          <p:nvPr/>
        </p:nvSpPr>
        <p:spPr>
          <a:xfrm>
            <a:off x="2271752" y="7704338"/>
            <a:ext cx="28398" cy="28398"/>
          </a:xfrm>
          <a:prstGeom prst="ellipse">
            <a:avLst/>
          </a:prstGeom>
          <a:solidFill>
            <a:srgbClr val="7F8C97">
              <a:alpha val="48000"/>
            </a:srgbClr>
          </a:solidFill>
          <a:ln w="0">
            <a:noFill/>
            <a:prstDash val="solid"/>
          </a:ln>
        </p:spPr>
      </p:sp>
      <p:sp>
        <p:nvSpPr>
          <p:cNvPr id="3645" name="03_assume_matched_8942">
            <a:extLst>
              <a:ext uri="{FF2B5EF4-FFF2-40B4-BE49-F238E27FC236}">
                <a16:creationId xmlns:a16="http://schemas.microsoft.com/office/drawing/2014/main" id="{3A0D8F00-D07E-4AA3-BF6F-CC1B2D7416FE}"/>
              </a:ext>
            </a:extLst>
          </p:cNvPr>
          <p:cNvSpPr>
            <a:spLocks noGrp="1"/>
          </p:cNvSpPr>
          <p:nvPr/>
        </p:nvSpPr>
        <p:spPr>
          <a:xfrm>
            <a:off x="2333921" y="7606860"/>
            <a:ext cx="28398" cy="28398"/>
          </a:xfrm>
          <a:prstGeom prst="ellipse">
            <a:avLst/>
          </a:prstGeom>
          <a:solidFill>
            <a:srgbClr val="7F8C97">
              <a:alpha val="48000"/>
            </a:srgbClr>
          </a:solidFill>
          <a:ln w="0">
            <a:noFill/>
            <a:prstDash val="solid"/>
          </a:ln>
        </p:spPr>
      </p:sp>
      <p:sp>
        <p:nvSpPr>
          <p:cNvPr id="3646" name="03_assume_matched_8943">
            <a:extLst>
              <a:ext uri="{FF2B5EF4-FFF2-40B4-BE49-F238E27FC236}">
                <a16:creationId xmlns:a16="http://schemas.microsoft.com/office/drawing/2014/main" id="{CF4CAB69-8055-4CCF-86CB-BB781682762A}"/>
              </a:ext>
            </a:extLst>
          </p:cNvPr>
          <p:cNvSpPr>
            <a:spLocks noGrp="1"/>
          </p:cNvSpPr>
          <p:nvPr/>
        </p:nvSpPr>
        <p:spPr>
          <a:xfrm>
            <a:off x="2232033" y="7168208"/>
            <a:ext cx="28398" cy="28398"/>
          </a:xfrm>
          <a:prstGeom prst="ellipse">
            <a:avLst/>
          </a:prstGeom>
          <a:solidFill>
            <a:srgbClr val="7F8C97">
              <a:alpha val="48000"/>
            </a:srgbClr>
          </a:solidFill>
          <a:ln w="0">
            <a:noFill/>
            <a:prstDash val="solid"/>
          </a:ln>
        </p:spPr>
      </p:sp>
      <p:sp>
        <p:nvSpPr>
          <p:cNvPr id="3647" name="03_assume_matched_8944">
            <a:extLst>
              <a:ext uri="{FF2B5EF4-FFF2-40B4-BE49-F238E27FC236}">
                <a16:creationId xmlns:a16="http://schemas.microsoft.com/office/drawing/2014/main" id="{359908C7-9677-404E-BA75-58DD421EFD3F}"/>
              </a:ext>
            </a:extLst>
          </p:cNvPr>
          <p:cNvSpPr>
            <a:spLocks noGrp="1"/>
          </p:cNvSpPr>
          <p:nvPr/>
        </p:nvSpPr>
        <p:spPr>
          <a:xfrm>
            <a:off x="2238653" y="7168208"/>
            <a:ext cx="28398" cy="28398"/>
          </a:xfrm>
          <a:prstGeom prst="ellipse">
            <a:avLst/>
          </a:prstGeom>
          <a:solidFill>
            <a:srgbClr val="7F8C97">
              <a:alpha val="48000"/>
            </a:srgbClr>
          </a:solidFill>
          <a:ln w="0">
            <a:noFill/>
            <a:prstDash val="solid"/>
          </a:ln>
        </p:spPr>
      </p:sp>
      <p:sp>
        <p:nvSpPr>
          <p:cNvPr id="3648" name="03_assume_matched_8945">
            <a:extLst>
              <a:ext uri="{FF2B5EF4-FFF2-40B4-BE49-F238E27FC236}">
                <a16:creationId xmlns:a16="http://schemas.microsoft.com/office/drawing/2014/main" id="{392F399C-584A-466F-847A-AFD5B90230BE}"/>
              </a:ext>
            </a:extLst>
          </p:cNvPr>
          <p:cNvSpPr>
            <a:spLocks noGrp="1"/>
          </p:cNvSpPr>
          <p:nvPr/>
        </p:nvSpPr>
        <p:spPr>
          <a:xfrm>
            <a:off x="2298519" y="7168208"/>
            <a:ext cx="28398" cy="28398"/>
          </a:xfrm>
          <a:prstGeom prst="ellipse">
            <a:avLst/>
          </a:prstGeom>
          <a:solidFill>
            <a:srgbClr val="7F8C97">
              <a:alpha val="48000"/>
            </a:srgbClr>
          </a:solidFill>
          <a:ln w="0">
            <a:noFill/>
            <a:prstDash val="solid"/>
          </a:ln>
        </p:spPr>
      </p:sp>
      <p:sp>
        <p:nvSpPr>
          <p:cNvPr id="3649" name="03_assume_matched_8946">
            <a:extLst>
              <a:ext uri="{FF2B5EF4-FFF2-40B4-BE49-F238E27FC236}">
                <a16:creationId xmlns:a16="http://schemas.microsoft.com/office/drawing/2014/main" id="{DD28D607-9774-476A-B6AA-6CCD2EEB672A}"/>
              </a:ext>
            </a:extLst>
          </p:cNvPr>
          <p:cNvSpPr>
            <a:spLocks noGrp="1"/>
          </p:cNvSpPr>
          <p:nvPr/>
        </p:nvSpPr>
        <p:spPr>
          <a:xfrm>
            <a:off x="2297224" y="7168208"/>
            <a:ext cx="28398" cy="28398"/>
          </a:xfrm>
          <a:prstGeom prst="ellipse">
            <a:avLst/>
          </a:prstGeom>
          <a:solidFill>
            <a:srgbClr val="7F8C97">
              <a:alpha val="48000"/>
            </a:srgbClr>
          </a:solidFill>
          <a:ln w="0">
            <a:noFill/>
            <a:prstDash val="solid"/>
          </a:ln>
        </p:spPr>
      </p:sp>
      <p:sp>
        <p:nvSpPr>
          <p:cNvPr id="3650" name="03_assume_matched_8947">
            <a:extLst>
              <a:ext uri="{FF2B5EF4-FFF2-40B4-BE49-F238E27FC236}">
                <a16:creationId xmlns:a16="http://schemas.microsoft.com/office/drawing/2014/main" id="{6E21C731-0617-4126-B0E0-5C73015F660B}"/>
              </a:ext>
            </a:extLst>
          </p:cNvPr>
          <p:cNvSpPr>
            <a:spLocks noGrp="1"/>
          </p:cNvSpPr>
          <p:nvPr/>
        </p:nvSpPr>
        <p:spPr>
          <a:xfrm>
            <a:off x="2343995" y="7168208"/>
            <a:ext cx="28398" cy="28398"/>
          </a:xfrm>
          <a:prstGeom prst="ellipse">
            <a:avLst/>
          </a:prstGeom>
          <a:solidFill>
            <a:srgbClr val="7F8C97">
              <a:alpha val="48000"/>
            </a:srgbClr>
          </a:solidFill>
          <a:ln w="0">
            <a:noFill/>
            <a:prstDash val="solid"/>
          </a:ln>
        </p:spPr>
      </p:sp>
      <p:sp>
        <p:nvSpPr>
          <p:cNvPr id="3651" name="03_assume_matched_8948">
            <a:extLst>
              <a:ext uri="{FF2B5EF4-FFF2-40B4-BE49-F238E27FC236}">
                <a16:creationId xmlns:a16="http://schemas.microsoft.com/office/drawing/2014/main" id="{455ABF82-37B0-43AD-8A2D-C4265630BFFC}"/>
              </a:ext>
            </a:extLst>
          </p:cNvPr>
          <p:cNvSpPr>
            <a:spLocks noGrp="1"/>
          </p:cNvSpPr>
          <p:nvPr/>
        </p:nvSpPr>
        <p:spPr>
          <a:xfrm>
            <a:off x="2322264" y="7168208"/>
            <a:ext cx="28398" cy="28398"/>
          </a:xfrm>
          <a:prstGeom prst="ellipse">
            <a:avLst/>
          </a:prstGeom>
          <a:solidFill>
            <a:srgbClr val="7F8C97">
              <a:alpha val="48000"/>
            </a:srgbClr>
          </a:solidFill>
          <a:ln w="0">
            <a:noFill/>
            <a:prstDash val="solid"/>
          </a:ln>
        </p:spPr>
      </p:sp>
      <p:sp>
        <p:nvSpPr>
          <p:cNvPr id="3652" name="03_assume_matched_8949">
            <a:extLst>
              <a:ext uri="{FF2B5EF4-FFF2-40B4-BE49-F238E27FC236}">
                <a16:creationId xmlns:a16="http://schemas.microsoft.com/office/drawing/2014/main" id="{8718D825-C4B3-459E-816E-6CC10B9A8964}"/>
              </a:ext>
            </a:extLst>
          </p:cNvPr>
          <p:cNvSpPr>
            <a:spLocks noGrp="1"/>
          </p:cNvSpPr>
          <p:nvPr/>
        </p:nvSpPr>
        <p:spPr>
          <a:xfrm>
            <a:off x="2254339" y="7753078"/>
            <a:ext cx="28398" cy="28398"/>
          </a:xfrm>
          <a:prstGeom prst="ellipse">
            <a:avLst/>
          </a:prstGeom>
          <a:solidFill>
            <a:srgbClr val="7F8C97">
              <a:alpha val="48000"/>
            </a:srgbClr>
          </a:solidFill>
          <a:ln w="0">
            <a:noFill/>
            <a:prstDash val="solid"/>
          </a:ln>
        </p:spPr>
      </p:sp>
      <p:sp>
        <p:nvSpPr>
          <p:cNvPr id="3653" name="03_assume_matched_8950">
            <a:extLst>
              <a:ext uri="{FF2B5EF4-FFF2-40B4-BE49-F238E27FC236}">
                <a16:creationId xmlns:a16="http://schemas.microsoft.com/office/drawing/2014/main" id="{BA66DD36-8381-4D74-BAC7-FF75FA31886F}"/>
              </a:ext>
            </a:extLst>
          </p:cNvPr>
          <p:cNvSpPr>
            <a:spLocks noGrp="1"/>
          </p:cNvSpPr>
          <p:nvPr/>
        </p:nvSpPr>
        <p:spPr>
          <a:xfrm>
            <a:off x="2325142" y="7753078"/>
            <a:ext cx="28398" cy="28398"/>
          </a:xfrm>
          <a:prstGeom prst="ellipse">
            <a:avLst/>
          </a:prstGeom>
          <a:solidFill>
            <a:srgbClr val="7F8C97">
              <a:alpha val="48000"/>
            </a:srgbClr>
          </a:solidFill>
          <a:ln w="0">
            <a:noFill/>
            <a:prstDash val="solid"/>
          </a:ln>
        </p:spPr>
      </p:sp>
      <p:sp>
        <p:nvSpPr>
          <p:cNvPr id="3654" name="03_assume_matched_8951">
            <a:extLst>
              <a:ext uri="{FF2B5EF4-FFF2-40B4-BE49-F238E27FC236}">
                <a16:creationId xmlns:a16="http://schemas.microsoft.com/office/drawing/2014/main" id="{11B0B9C8-4BCB-431E-A64F-BF2D6E0AA2BD}"/>
              </a:ext>
            </a:extLst>
          </p:cNvPr>
          <p:cNvSpPr>
            <a:spLocks noGrp="1"/>
          </p:cNvSpPr>
          <p:nvPr/>
        </p:nvSpPr>
        <p:spPr>
          <a:xfrm>
            <a:off x="2313486" y="7558121"/>
            <a:ext cx="28398" cy="28398"/>
          </a:xfrm>
          <a:prstGeom prst="ellipse">
            <a:avLst/>
          </a:prstGeom>
          <a:solidFill>
            <a:srgbClr val="7F8C97">
              <a:alpha val="48000"/>
            </a:srgbClr>
          </a:solidFill>
          <a:ln w="0">
            <a:noFill/>
            <a:prstDash val="solid"/>
          </a:ln>
        </p:spPr>
      </p:sp>
      <p:sp>
        <p:nvSpPr>
          <p:cNvPr id="3655" name="03_assume_matched_8952">
            <a:extLst>
              <a:ext uri="{FF2B5EF4-FFF2-40B4-BE49-F238E27FC236}">
                <a16:creationId xmlns:a16="http://schemas.microsoft.com/office/drawing/2014/main" id="{F7921D55-A4B7-460E-AAF7-1708FE120B04}"/>
              </a:ext>
            </a:extLst>
          </p:cNvPr>
          <p:cNvSpPr>
            <a:spLocks noGrp="1"/>
          </p:cNvSpPr>
          <p:nvPr/>
        </p:nvSpPr>
        <p:spPr>
          <a:xfrm>
            <a:off x="2319674" y="7168208"/>
            <a:ext cx="28398" cy="28398"/>
          </a:xfrm>
          <a:prstGeom prst="ellipse">
            <a:avLst/>
          </a:prstGeom>
          <a:solidFill>
            <a:srgbClr val="7F8C97">
              <a:alpha val="48000"/>
            </a:srgbClr>
          </a:solidFill>
          <a:ln w="0">
            <a:noFill/>
            <a:prstDash val="solid"/>
          </a:ln>
        </p:spPr>
      </p:sp>
      <p:sp>
        <p:nvSpPr>
          <p:cNvPr id="3656" name="03_assume_matched_8953">
            <a:extLst>
              <a:ext uri="{FF2B5EF4-FFF2-40B4-BE49-F238E27FC236}">
                <a16:creationId xmlns:a16="http://schemas.microsoft.com/office/drawing/2014/main" id="{A37C7C57-0DDF-4181-8913-D9279A5EE497}"/>
              </a:ext>
            </a:extLst>
          </p:cNvPr>
          <p:cNvSpPr>
            <a:spLocks noGrp="1"/>
          </p:cNvSpPr>
          <p:nvPr/>
        </p:nvSpPr>
        <p:spPr>
          <a:xfrm>
            <a:off x="2333057" y="7753078"/>
            <a:ext cx="28398" cy="28398"/>
          </a:xfrm>
          <a:prstGeom prst="ellipse">
            <a:avLst/>
          </a:prstGeom>
          <a:solidFill>
            <a:srgbClr val="7F8C97">
              <a:alpha val="48000"/>
            </a:srgbClr>
          </a:solidFill>
          <a:ln w="0">
            <a:noFill/>
            <a:prstDash val="solid"/>
          </a:ln>
        </p:spPr>
      </p:sp>
      <p:sp>
        <p:nvSpPr>
          <p:cNvPr id="3657" name="03_assume_matched_8954">
            <a:extLst>
              <a:ext uri="{FF2B5EF4-FFF2-40B4-BE49-F238E27FC236}">
                <a16:creationId xmlns:a16="http://schemas.microsoft.com/office/drawing/2014/main" id="{95CAC4BA-C059-4EBB-B195-5DC0C8324CA3}"/>
              </a:ext>
            </a:extLst>
          </p:cNvPr>
          <p:cNvSpPr>
            <a:spLocks noGrp="1"/>
          </p:cNvSpPr>
          <p:nvPr/>
        </p:nvSpPr>
        <p:spPr>
          <a:xfrm>
            <a:off x="2241675" y="7168208"/>
            <a:ext cx="28398" cy="28398"/>
          </a:xfrm>
          <a:prstGeom prst="ellipse">
            <a:avLst/>
          </a:prstGeom>
          <a:solidFill>
            <a:srgbClr val="7F8C97">
              <a:alpha val="48000"/>
            </a:srgbClr>
          </a:solidFill>
          <a:ln w="0">
            <a:noFill/>
            <a:prstDash val="solid"/>
          </a:ln>
        </p:spPr>
      </p:sp>
      <p:sp>
        <p:nvSpPr>
          <p:cNvPr id="3658" name="03_assume_matched_8955">
            <a:extLst>
              <a:ext uri="{FF2B5EF4-FFF2-40B4-BE49-F238E27FC236}">
                <a16:creationId xmlns:a16="http://schemas.microsoft.com/office/drawing/2014/main" id="{D2AFC687-A60A-4CBD-B23D-8653D221D515}"/>
              </a:ext>
            </a:extLst>
          </p:cNvPr>
          <p:cNvSpPr>
            <a:spLocks noGrp="1"/>
          </p:cNvSpPr>
          <p:nvPr/>
        </p:nvSpPr>
        <p:spPr>
          <a:xfrm>
            <a:off x="2230882" y="7168208"/>
            <a:ext cx="28398" cy="28398"/>
          </a:xfrm>
          <a:prstGeom prst="ellipse">
            <a:avLst/>
          </a:prstGeom>
          <a:solidFill>
            <a:srgbClr val="7F8C97">
              <a:alpha val="48000"/>
            </a:srgbClr>
          </a:solidFill>
          <a:ln w="0">
            <a:noFill/>
            <a:prstDash val="solid"/>
          </a:ln>
        </p:spPr>
      </p:sp>
      <p:sp>
        <p:nvSpPr>
          <p:cNvPr id="3659" name="03_assume_matched_8956">
            <a:extLst>
              <a:ext uri="{FF2B5EF4-FFF2-40B4-BE49-F238E27FC236}">
                <a16:creationId xmlns:a16="http://schemas.microsoft.com/office/drawing/2014/main" id="{075977A7-5994-4005-A00F-BF974F59AE10}"/>
              </a:ext>
            </a:extLst>
          </p:cNvPr>
          <p:cNvSpPr>
            <a:spLocks noGrp="1"/>
          </p:cNvSpPr>
          <p:nvPr/>
        </p:nvSpPr>
        <p:spPr>
          <a:xfrm>
            <a:off x="2313774" y="7314426"/>
            <a:ext cx="28398" cy="28398"/>
          </a:xfrm>
          <a:prstGeom prst="ellipse">
            <a:avLst/>
          </a:prstGeom>
          <a:solidFill>
            <a:srgbClr val="7F8C97">
              <a:alpha val="48000"/>
            </a:srgbClr>
          </a:solidFill>
          <a:ln w="0">
            <a:noFill/>
            <a:prstDash val="solid"/>
          </a:ln>
        </p:spPr>
      </p:sp>
      <p:sp>
        <p:nvSpPr>
          <p:cNvPr id="3660" name="03_assume_matched_8957">
            <a:extLst>
              <a:ext uri="{FF2B5EF4-FFF2-40B4-BE49-F238E27FC236}">
                <a16:creationId xmlns:a16="http://schemas.microsoft.com/office/drawing/2014/main" id="{E79FE098-7D88-4A30-97D4-E6BD934B910C}"/>
              </a:ext>
            </a:extLst>
          </p:cNvPr>
          <p:cNvSpPr>
            <a:spLocks noGrp="1"/>
          </p:cNvSpPr>
          <p:nvPr/>
        </p:nvSpPr>
        <p:spPr>
          <a:xfrm>
            <a:off x="2350902" y="7168208"/>
            <a:ext cx="28398" cy="28398"/>
          </a:xfrm>
          <a:prstGeom prst="ellipse">
            <a:avLst/>
          </a:prstGeom>
          <a:solidFill>
            <a:srgbClr val="7F8C97">
              <a:alpha val="48000"/>
            </a:srgbClr>
          </a:solidFill>
          <a:ln w="0">
            <a:noFill/>
            <a:prstDash val="solid"/>
          </a:ln>
        </p:spPr>
      </p:sp>
      <p:sp>
        <p:nvSpPr>
          <p:cNvPr id="3661" name="03_assume_matched_8958">
            <a:extLst>
              <a:ext uri="{FF2B5EF4-FFF2-40B4-BE49-F238E27FC236}">
                <a16:creationId xmlns:a16="http://schemas.microsoft.com/office/drawing/2014/main" id="{B8777EA5-EEEC-4020-BA5C-3FD50134AC65}"/>
              </a:ext>
            </a:extLst>
          </p:cNvPr>
          <p:cNvSpPr>
            <a:spLocks noGrp="1"/>
          </p:cNvSpPr>
          <p:nvPr/>
        </p:nvSpPr>
        <p:spPr>
          <a:xfrm>
            <a:off x="2357090" y="7168208"/>
            <a:ext cx="28398" cy="28398"/>
          </a:xfrm>
          <a:prstGeom prst="ellipse">
            <a:avLst/>
          </a:prstGeom>
          <a:solidFill>
            <a:srgbClr val="7F8C97">
              <a:alpha val="48000"/>
            </a:srgbClr>
          </a:solidFill>
          <a:ln w="0">
            <a:noFill/>
            <a:prstDash val="solid"/>
          </a:ln>
        </p:spPr>
      </p:sp>
      <p:sp>
        <p:nvSpPr>
          <p:cNvPr id="3662" name="03_assume_matched_8959">
            <a:extLst>
              <a:ext uri="{FF2B5EF4-FFF2-40B4-BE49-F238E27FC236}">
                <a16:creationId xmlns:a16="http://schemas.microsoft.com/office/drawing/2014/main" id="{AB5F47B1-0F7B-4B2A-9B1A-D7F4AD37CB9E}"/>
              </a:ext>
            </a:extLst>
          </p:cNvPr>
          <p:cNvSpPr>
            <a:spLocks noGrp="1"/>
          </p:cNvSpPr>
          <p:nvPr/>
        </p:nvSpPr>
        <p:spPr>
          <a:xfrm>
            <a:off x="2268154" y="7168208"/>
            <a:ext cx="28398" cy="28398"/>
          </a:xfrm>
          <a:prstGeom prst="ellipse">
            <a:avLst/>
          </a:prstGeom>
          <a:solidFill>
            <a:srgbClr val="7F8C97">
              <a:alpha val="48000"/>
            </a:srgbClr>
          </a:solidFill>
          <a:ln w="0">
            <a:noFill/>
            <a:prstDash val="solid"/>
          </a:ln>
        </p:spPr>
      </p:sp>
      <p:sp>
        <p:nvSpPr>
          <p:cNvPr id="3663" name="03_assume_matched_8960">
            <a:extLst>
              <a:ext uri="{FF2B5EF4-FFF2-40B4-BE49-F238E27FC236}">
                <a16:creationId xmlns:a16="http://schemas.microsoft.com/office/drawing/2014/main" id="{70BDB640-D43C-4077-BD67-4309F6B17356}"/>
              </a:ext>
            </a:extLst>
          </p:cNvPr>
          <p:cNvSpPr>
            <a:spLocks noGrp="1"/>
          </p:cNvSpPr>
          <p:nvPr/>
        </p:nvSpPr>
        <p:spPr>
          <a:xfrm>
            <a:off x="2320969" y="7558121"/>
            <a:ext cx="28398" cy="28398"/>
          </a:xfrm>
          <a:prstGeom prst="ellipse">
            <a:avLst/>
          </a:prstGeom>
          <a:solidFill>
            <a:srgbClr val="7F8C97">
              <a:alpha val="48000"/>
            </a:srgbClr>
          </a:solidFill>
          <a:ln w="0">
            <a:noFill/>
            <a:prstDash val="solid"/>
          </a:ln>
        </p:spPr>
      </p:sp>
      <p:sp>
        <p:nvSpPr>
          <p:cNvPr id="3664" name="03_assume_matched_8961">
            <a:extLst>
              <a:ext uri="{FF2B5EF4-FFF2-40B4-BE49-F238E27FC236}">
                <a16:creationId xmlns:a16="http://schemas.microsoft.com/office/drawing/2014/main" id="{548C68F3-0635-485B-B0BB-4CC5D7C562C0}"/>
              </a:ext>
            </a:extLst>
          </p:cNvPr>
          <p:cNvSpPr>
            <a:spLocks noGrp="1"/>
          </p:cNvSpPr>
          <p:nvPr/>
        </p:nvSpPr>
        <p:spPr>
          <a:xfrm>
            <a:off x="2331906" y="7168208"/>
            <a:ext cx="28398" cy="28398"/>
          </a:xfrm>
          <a:prstGeom prst="ellipse">
            <a:avLst/>
          </a:prstGeom>
          <a:solidFill>
            <a:srgbClr val="7F8C97">
              <a:alpha val="48000"/>
            </a:srgbClr>
          </a:solidFill>
          <a:ln w="0">
            <a:noFill/>
            <a:prstDash val="solid"/>
          </a:ln>
        </p:spPr>
      </p:sp>
      <p:sp>
        <p:nvSpPr>
          <p:cNvPr id="3665" name="03_assume_matched_8962">
            <a:extLst>
              <a:ext uri="{FF2B5EF4-FFF2-40B4-BE49-F238E27FC236}">
                <a16:creationId xmlns:a16="http://schemas.microsoft.com/office/drawing/2014/main" id="{DBB22844-0CB8-445C-B449-B63838B60E3C}"/>
              </a:ext>
            </a:extLst>
          </p:cNvPr>
          <p:cNvSpPr>
            <a:spLocks noGrp="1"/>
          </p:cNvSpPr>
          <p:nvPr/>
        </p:nvSpPr>
        <p:spPr>
          <a:xfrm>
            <a:off x="2349319" y="7168208"/>
            <a:ext cx="28398" cy="28398"/>
          </a:xfrm>
          <a:prstGeom prst="ellipse">
            <a:avLst/>
          </a:prstGeom>
          <a:solidFill>
            <a:srgbClr val="7F8C97">
              <a:alpha val="48000"/>
            </a:srgbClr>
          </a:solidFill>
          <a:ln w="0">
            <a:noFill/>
            <a:prstDash val="solid"/>
          </a:ln>
        </p:spPr>
      </p:sp>
      <p:sp>
        <p:nvSpPr>
          <p:cNvPr id="3666" name="03_assume_matched_8963">
            <a:extLst>
              <a:ext uri="{FF2B5EF4-FFF2-40B4-BE49-F238E27FC236}">
                <a16:creationId xmlns:a16="http://schemas.microsoft.com/office/drawing/2014/main" id="{8E780BA9-FF9E-4098-9B9C-DC435529F9E0}"/>
              </a:ext>
            </a:extLst>
          </p:cNvPr>
          <p:cNvSpPr>
            <a:spLocks noGrp="1"/>
          </p:cNvSpPr>
          <p:nvPr/>
        </p:nvSpPr>
        <p:spPr>
          <a:xfrm>
            <a:off x="2334065" y="7168208"/>
            <a:ext cx="28398" cy="28398"/>
          </a:xfrm>
          <a:prstGeom prst="ellipse">
            <a:avLst/>
          </a:prstGeom>
          <a:solidFill>
            <a:srgbClr val="7F8C97">
              <a:alpha val="48000"/>
            </a:srgbClr>
          </a:solidFill>
          <a:ln w="0">
            <a:noFill/>
            <a:prstDash val="solid"/>
          </a:ln>
        </p:spPr>
      </p:sp>
      <p:sp>
        <p:nvSpPr>
          <p:cNvPr id="3667" name="03_assume_matched_8964">
            <a:extLst>
              <a:ext uri="{FF2B5EF4-FFF2-40B4-BE49-F238E27FC236}">
                <a16:creationId xmlns:a16="http://schemas.microsoft.com/office/drawing/2014/main" id="{B3415067-C31A-4DAE-8F24-383510B78564}"/>
              </a:ext>
            </a:extLst>
          </p:cNvPr>
          <p:cNvSpPr>
            <a:spLocks noGrp="1"/>
          </p:cNvSpPr>
          <p:nvPr/>
        </p:nvSpPr>
        <p:spPr>
          <a:xfrm>
            <a:off x="2312335" y="7168208"/>
            <a:ext cx="28398" cy="28398"/>
          </a:xfrm>
          <a:prstGeom prst="ellipse">
            <a:avLst/>
          </a:prstGeom>
          <a:solidFill>
            <a:srgbClr val="7F8C97">
              <a:alpha val="48000"/>
            </a:srgbClr>
          </a:solidFill>
          <a:ln w="0">
            <a:noFill/>
            <a:prstDash val="solid"/>
          </a:ln>
        </p:spPr>
      </p:sp>
      <p:sp>
        <p:nvSpPr>
          <p:cNvPr id="3668" name="03_assume_matched_8965">
            <a:extLst>
              <a:ext uri="{FF2B5EF4-FFF2-40B4-BE49-F238E27FC236}">
                <a16:creationId xmlns:a16="http://schemas.microsoft.com/office/drawing/2014/main" id="{2A895F41-2B07-43D8-AC4D-4A664CA0ADB6}"/>
              </a:ext>
            </a:extLst>
          </p:cNvPr>
          <p:cNvSpPr>
            <a:spLocks noGrp="1"/>
          </p:cNvSpPr>
          <p:nvPr/>
        </p:nvSpPr>
        <p:spPr>
          <a:xfrm>
            <a:off x="2224118" y="7168208"/>
            <a:ext cx="28398" cy="28398"/>
          </a:xfrm>
          <a:prstGeom prst="ellipse">
            <a:avLst/>
          </a:prstGeom>
          <a:solidFill>
            <a:srgbClr val="7F8C97">
              <a:alpha val="48000"/>
            </a:srgbClr>
          </a:solidFill>
          <a:ln w="0">
            <a:noFill/>
            <a:prstDash val="solid"/>
          </a:ln>
        </p:spPr>
      </p:sp>
      <p:sp>
        <p:nvSpPr>
          <p:cNvPr id="3669" name="03_assume_matched_8966">
            <a:extLst>
              <a:ext uri="{FF2B5EF4-FFF2-40B4-BE49-F238E27FC236}">
                <a16:creationId xmlns:a16="http://schemas.microsoft.com/office/drawing/2014/main" id="{A0FF91E9-060D-4FF2-BD58-161D3395752B}"/>
              </a:ext>
            </a:extLst>
          </p:cNvPr>
          <p:cNvSpPr>
            <a:spLocks noGrp="1"/>
          </p:cNvSpPr>
          <p:nvPr/>
        </p:nvSpPr>
        <p:spPr>
          <a:xfrm>
            <a:off x="2238078" y="7168208"/>
            <a:ext cx="28398" cy="28398"/>
          </a:xfrm>
          <a:prstGeom prst="ellipse">
            <a:avLst/>
          </a:prstGeom>
          <a:solidFill>
            <a:srgbClr val="7F8C97">
              <a:alpha val="48000"/>
            </a:srgbClr>
          </a:solidFill>
          <a:ln w="0">
            <a:noFill/>
            <a:prstDash val="solid"/>
          </a:ln>
        </p:spPr>
      </p:sp>
      <p:sp>
        <p:nvSpPr>
          <p:cNvPr id="3670" name="03_assume_matched_8967">
            <a:extLst>
              <a:ext uri="{FF2B5EF4-FFF2-40B4-BE49-F238E27FC236}">
                <a16:creationId xmlns:a16="http://schemas.microsoft.com/office/drawing/2014/main" id="{72AEE61A-8D60-4E64-9453-D1F2E0CD2938}"/>
              </a:ext>
            </a:extLst>
          </p:cNvPr>
          <p:cNvSpPr>
            <a:spLocks noGrp="1"/>
          </p:cNvSpPr>
          <p:nvPr/>
        </p:nvSpPr>
        <p:spPr>
          <a:xfrm>
            <a:off x="2299239" y="7168208"/>
            <a:ext cx="28398" cy="28398"/>
          </a:xfrm>
          <a:prstGeom prst="ellipse">
            <a:avLst/>
          </a:prstGeom>
          <a:solidFill>
            <a:srgbClr val="7F8C97">
              <a:alpha val="48000"/>
            </a:srgbClr>
          </a:solidFill>
          <a:ln w="0">
            <a:noFill/>
            <a:prstDash val="solid"/>
          </a:ln>
        </p:spPr>
      </p:sp>
      <p:sp>
        <p:nvSpPr>
          <p:cNvPr id="3671" name="03_assume_matched_8968">
            <a:extLst>
              <a:ext uri="{FF2B5EF4-FFF2-40B4-BE49-F238E27FC236}">
                <a16:creationId xmlns:a16="http://schemas.microsoft.com/office/drawing/2014/main" id="{540F515E-C5D7-4FAA-BFDB-8E210372FFC2}"/>
              </a:ext>
            </a:extLst>
          </p:cNvPr>
          <p:cNvSpPr>
            <a:spLocks noGrp="1"/>
          </p:cNvSpPr>
          <p:nvPr/>
        </p:nvSpPr>
        <p:spPr>
          <a:xfrm>
            <a:off x="2244122" y="7753078"/>
            <a:ext cx="28398" cy="28398"/>
          </a:xfrm>
          <a:prstGeom prst="ellipse">
            <a:avLst/>
          </a:prstGeom>
          <a:solidFill>
            <a:srgbClr val="7F8C97">
              <a:alpha val="48000"/>
            </a:srgbClr>
          </a:solidFill>
          <a:ln w="0">
            <a:noFill/>
            <a:prstDash val="solid"/>
          </a:ln>
        </p:spPr>
      </p:sp>
      <p:sp>
        <p:nvSpPr>
          <p:cNvPr id="3672" name="03_assume_matched_8969">
            <a:extLst>
              <a:ext uri="{FF2B5EF4-FFF2-40B4-BE49-F238E27FC236}">
                <a16:creationId xmlns:a16="http://schemas.microsoft.com/office/drawing/2014/main" id="{42912B47-3B64-4524-A3FD-9E4DBC6D2718}"/>
              </a:ext>
            </a:extLst>
          </p:cNvPr>
          <p:cNvSpPr>
            <a:spLocks noGrp="1"/>
          </p:cNvSpPr>
          <p:nvPr/>
        </p:nvSpPr>
        <p:spPr>
          <a:xfrm>
            <a:off x="2270169" y="7168208"/>
            <a:ext cx="28398" cy="28398"/>
          </a:xfrm>
          <a:prstGeom prst="ellipse">
            <a:avLst/>
          </a:prstGeom>
          <a:solidFill>
            <a:srgbClr val="7F8C97">
              <a:alpha val="48000"/>
            </a:srgbClr>
          </a:solidFill>
          <a:ln w="0">
            <a:noFill/>
            <a:prstDash val="solid"/>
          </a:ln>
        </p:spPr>
      </p:sp>
      <p:sp>
        <p:nvSpPr>
          <p:cNvPr id="3673" name="03_assume_matched_8970">
            <a:extLst>
              <a:ext uri="{FF2B5EF4-FFF2-40B4-BE49-F238E27FC236}">
                <a16:creationId xmlns:a16="http://schemas.microsoft.com/office/drawing/2014/main" id="{59CAD6F8-2E75-4BF5-9066-22454B48AE85}"/>
              </a:ext>
            </a:extLst>
          </p:cNvPr>
          <p:cNvSpPr>
            <a:spLocks noGrp="1"/>
          </p:cNvSpPr>
          <p:nvPr/>
        </p:nvSpPr>
        <p:spPr>
          <a:xfrm>
            <a:off x="2219225" y="7753078"/>
            <a:ext cx="28398" cy="28398"/>
          </a:xfrm>
          <a:prstGeom prst="ellipse">
            <a:avLst/>
          </a:prstGeom>
          <a:solidFill>
            <a:srgbClr val="7F8C97">
              <a:alpha val="48000"/>
            </a:srgbClr>
          </a:solidFill>
          <a:ln w="0">
            <a:noFill/>
            <a:prstDash val="solid"/>
          </a:ln>
        </p:spPr>
      </p:sp>
      <p:sp>
        <p:nvSpPr>
          <p:cNvPr id="3674" name="03_assume_matched_8971">
            <a:extLst>
              <a:ext uri="{FF2B5EF4-FFF2-40B4-BE49-F238E27FC236}">
                <a16:creationId xmlns:a16="http://schemas.microsoft.com/office/drawing/2014/main" id="{4229DEE9-8167-4284-B843-8C88E01243CC}"/>
              </a:ext>
            </a:extLst>
          </p:cNvPr>
          <p:cNvSpPr>
            <a:spLocks noGrp="1"/>
          </p:cNvSpPr>
          <p:nvPr/>
        </p:nvSpPr>
        <p:spPr>
          <a:xfrm>
            <a:off x="3091905" y="7168208"/>
            <a:ext cx="28398" cy="28398"/>
          </a:xfrm>
          <a:prstGeom prst="ellipse">
            <a:avLst/>
          </a:prstGeom>
          <a:solidFill>
            <a:srgbClr val="7F8C97">
              <a:alpha val="48000"/>
            </a:srgbClr>
          </a:solidFill>
          <a:ln w="0">
            <a:noFill/>
            <a:prstDash val="solid"/>
          </a:ln>
        </p:spPr>
      </p:sp>
      <p:sp>
        <p:nvSpPr>
          <p:cNvPr id="3675" name="03_assume_matched_8972">
            <a:extLst>
              <a:ext uri="{FF2B5EF4-FFF2-40B4-BE49-F238E27FC236}">
                <a16:creationId xmlns:a16="http://schemas.microsoft.com/office/drawing/2014/main" id="{AF696642-A42F-4C06-A2EE-C81726BD6C97}"/>
              </a:ext>
            </a:extLst>
          </p:cNvPr>
          <p:cNvSpPr>
            <a:spLocks noGrp="1"/>
          </p:cNvSpPr>
          <p:nvPr/>
        </p:nvSpPr>
        <p:spPr>
          <a:xfrm>
            <a:off x="3080392" y="7168208"/>
            <a:ext cx="28398" cy="28398"/>
          </a:xfrm>
          <a:prstGeom prst="ellipse">
            <a:avLst/>
          </a:prstGeom>
          <a:solidFill>
            <a:srgbClr val="7F8C97">
              <a:alpha val="48000"/>
            </a:srgbClr>
          </a:solidFill>
          <a:ln w="0">
            <a:noFill/>
            <a:prstDash val="solid"/>
          </a:ln>
        </p:spPr>
      </p:sp>
      <p:sp>
        <p:nvSpPr>
          <p:cNvPr id="3676" name="03_assume_matched_8973">
            <a:extLst>
              <a:ext uri="{FF2B5EF4-FFF2-40B4-BE49-F238E27FC236}">
                <a16:creationId xmlns:a16="http://schemas.microsoft.com/office/drawing/2014/main" id="{2FA47F7D-B6FA-4C96-9C8A-A932C05FBFB9}"/>
              </a:ext>
            </a:extLst>
          </p:cNvPr>
          <p:cNvSpPr>
            <a:spLocks noGrp="1"/>
          </p:cNvSpPr>
          <p:nvPr/>
        </p:nvSpPr>
        <p:spPr>
          <a:xfrm>
            <a:off x="3023260" y="7168208"/>
            <a:ext cx="28398" cy="28398"/>
          </a:xfrm>
          <a:prstGeom prst="ellipse">
            <a:avLst/>
          </a:prstGeom>
          <a:solidFill>
            <a:srgbClr val="7F8C97">
              <a:alpha val="48000"/>
            </a:srgbClr>
          </a:solidFill>
          <a:ln w="0">
            <a:noFill/>
            <a:prstDash val="solid"/>
          </a:ln>
        </p:spPr>
      </p:sp>
      <p:sp>
        <p:nvSpPr>
          <p:cNvPr id="3677" name="03_assume_matched_8974">
            <a:extLst>
              <a:ext uri="{FF2B5EF4-FFF2-40B4-BE49-F238E27FC236}">
                <a16:creationId xmlns:a16="http://schemas.microsoft.com/office/drawing/2014/main" id="{CCD69B29-BF76-4BB9-9747-55754DE6B15C}"/>
              </a:ext>
            </a:extLst>
          </p:cNvPr>
          <p:cNvSpPr>
            <a:spLocks noGrp="1"/>
          </p:cNvSpPr>
          <p:nvPr/>
        </p:nvSpPr>
        <p:spPr>
          <a:xfrm>
            <a:off x="3102122" y="7168208"/>
            <a:ext cx="28398" cy="28398"/>
          </a:xfrm>
          <a:prstGeom prst="ellipse">
            <a:avLst/>
          </a:prstGeom>
          <a:solidFill>
            <a:srgbClr val="7F8C97">
              <a:alpha val="48000"/>
            </a:srgbClr>
          </a:solidFill>
          <a:ln w="0">
            <a:noFill/>
            <a:prstDash val="solid"/>
          </a:ln>
        </p:spPr>
      </p:sp>
      <p:sp>
        <p:nvSpPr>
          <p:cNvPr id="3678" name="03_assume_matched_8975">
            <a:extLst>
              <a:ext uri="{FF2B5EF4-FFF2-40B4-BE49-F238E27FC236}">
                <a16:creationId xmlns:a16="http://schemas.microsoft.com/office/drawing/2014/main" id="{2703E43B-A91E-48C1-89AF-6B7ECC4CA618}"/>
              </a:ext>
            </a:extLst>
          </p:cNvPr>
          <p:cNvSpPr>
            <a:spLocks noGrp="1"/>
          </p:cNvSpPr>
          <p:nvPr/>
        </p:nvSpPr>
        <p:spPr>
          <a:xfrm>
            <a:off x="3069887" y="7168208"/>
            <a:ext cx="28398" cy="28398"/>
          </a:xfrm>
          <a:prstGeom prst="ellipse">
            <a:avLst/>
          </a:prstGeom>
          <a:solidFill>
            <a:srgbClr val="7F8C97">
              <a:alpha val="48000"/>
            </a:srgbClr>
          </a:solidFill>
          <a:ln w="0">
            <a:noFill/>
            <a:prstDash val="solid"/>
          </a:ln>
        </p:spPr>
      </p:sp>
      <p:sp>
        <p:nvSpPr>
          <p:cNvPr id="3679" name="03_assume_matched_8976">
            <a:extLst>
              <a:ext uri="{FF2B5EF4-FFF2-40B4-BE49-F238E27FC236}">
                <a16:creationId xmlns:a16="http://schemas.microsoft.com/office/drawing/2014/main" id="{E62FCF73-47AA-4ABE-8A3D-1C68D28DB793}"/>
              </a:ext>
            </a:extLst>
          </p:cNvPr>
          <p:cNvSpPr>
            <a:spLocks noGrp="1"/>
          </p:cNvSpPr>
          <p:nvPr/>
        </p:nvSpPr>
        <p:spPr>
          <a:xfrm>
            <a:off x="2974619" y="7168208"/>
            <a:ext cx="28398" cy="28398"/>
          </a:xfrm>
          <a:prstGeom prst="ellipse">
            <a:avLst/>
          </a:prstGeom>
          <a:solidFill>
            <a:srgbClr val="7F8C97">
              <a:alpha val="48000"/>
            </a:srgbClr>
          </a:solidFill>
          <a:ln w="0">
            <a:noFill/>
            <a:prstDash val="solid"/>
          </a:ln>
        </p:spPr>
      </p:sp>
      <p:sp>
        <p:nvSpPr>
          <p:cNvPr id="3680" name="03_assume_matched_8977">
            <a:extLst>
              <a:ext uri="{FF2B5EF4-FFF2-40B4-BE49-F238E27FC236}">
                <a16:creationId xmlns:a16="http://schemas.microsoft.com/office/drawing/2014/main" id="{BCC2F340-B317-4A9E-A5F4-66F9F683BAED}"/>
              </a:ext>
            </a:extLst>
          </p:cNvPr>
          <p:cNvSpPr>
            <a:spLocks noGrp="1"/>
          </p:cNvSpPr>
          <p:nvPr/>
        </p:nvSpPr>
        <p:spPr>
          <a:xfrm>
            <a:off x="3005271" y="7168208"/>
            <a:ext cx="28398" cy="28398"/>
          </a:xfrm>
          <a:prstGeom prst="ellipse">
            <a:avLst/>
          </a:prstGeom>
          <a:solidFill>
            <a:srgbClr val="7F8C97">
              <a:alpha val="48000"/>
            </a:srgbClr>
          </a:solidFill>
          <a:ln w="0">
            <a:noFill/>
            <a:prstDash val="solid"/>
          </a:ln>
        </p:spPr>
      </p:sp>
      <p:sp>
        <p:nvSpPr>
          <p:cNvPr id="3681" name="03_assume_matched_8978">
            <a:extLst>
              <a:ext uri="{FF2B5EF4-FFF2-40B4-BE49-F238E27FC236}">
                <a16:creationId xmlns:a16="http://schemas.microsoft.com/office/drawing/2014/main" id="{41562EEB-1CFD-403A-912A-DB6A0F2236D9}"/>
              </a:ext>
            </a:extLst>
          </p:cNvPr>
          <p:cNvSpPr>
            <a:spLocks noGrp="1"/>
          </p:cNvSpPr>
          <p:nvPr/>
        </p:nvSpPr>
        <p:spPr>
          <a:xfrm>
            <a:off x="2974331" y="7606860"/>
            <a:ext cx="28398" cy="28398"/>
          </a:xfrm>
          <a:prstGeom prst="ellipse">
            <a:avLst/>
          </a:prstGeom>
          <a:solidFill>
            <a:srgbClr val="7F8C97">
              <a:alpha val="48000"/>
            </a:srgbClr>
          </a:solidFill>
          <a:ln w="0">
            <a:noFill/>
            <a:prstDash val="solid"/>
          </a:ln>
        </p:spPr>
      </p:sp>
      <p:sp>
        <p:nvSpPr>
          <p:cNvPr id="3682" name="03_assume_matched_8979">
            <a:extLst>
              <a:ext uri="{FF2B5EF4-FFF2-40B4-BE49-F238E27FC236}">
                <a16:creationId xmlns:a16="http://schemas.microsoft.com/office/drawing/2014/main" id="{A864D229-4E21-4569-9B90-9EEF51308DBD}"/>
              </a:ext>
            </a:extLst>
          </p:cNvPr>
          <p:cNvSpPr>
            <a:spLocks noGrp="1"/>
          </p:cNvSpPr>
          <p:nvPr/>
        </p:nvSpPr>
        <p:spPr>
          <a:xfrm>
            <a:off x="3055640" y="7168208"/>
            <a:ext cx="28398" cy="28398"/>
          </a:xfrm>
          <a:prstGeom prst="ellipse">
            <a:avLst/>
          </a:prstGeom>
          <a:solidFill>
            <a:srgbClr val="7F8C97">
              <a:alpha val="48000"/>
            </a:srgbClr>
          </a:solidFill>
          <a:ln w="0">
            <a:noFill/>
            <a:prstDash val="solid"/>
          </a:ln>
        </p:spPr>
      </p:sp>
      <p:sp>
        <p:nvSpPr>
          <p:cNvPr id="3683" name="03_assume_matched_8980">
            <a:extLst>
              <a:ext uri="{FF2B5EF4-FFF2-40B4-BE49-F238E27FC236}">
                <a16:creationId xmlns:a16="http://schemas.microsoft.com/office/drawing/2014/main" id="{5703BA88-43C1-4EAA-B2DA-BF222F1DF32E}"/>
              </a:ext>
            </a:extLst>
          </p:cNvPr>
          <p:cNvSpPr>
            <a:spLocks noGrp="1"/>
          </p:cNvSpPr>
          <p:nvPr/>
        </p:nvSpPr>
        <p:spPr>
          <a:xfrm>
            <a:off x="3036931" y="7168208"/>
            <a:ext cx="28398" cy="28398"/>
          </a:xfrm>
          <a:prstGeom prst="ellipse">
            <a:avLst/>
          </a:prstGeom>
          <a:solidFill>
            <a:srgbClr val="7F8C97">
              <a:alpha val="48000"/>
            </a:srgbClr>
          </a:solidFill>
          <a:ln w="0">
            <a:noFill/>
            <a:prstDash val="solid"/>
          </a:ln>
        </p:spPr>
      </p:sp>
      <p:sp>
        <p:nvSpPr>
          <p:cNvPr id="3684" name="03_assume_matched_8981">
            <a:extLst>
              <a:ext uri="{FF2B5EF4-FFF2-40B4-BE49-F238E27FC236}">
                <a16:creationId xmlns:a16="http://schemas.microsoft.com/office/drawing/2014/main" id="{E2EE0540-76FE-4651-88CA-38D5BBBA4DC1}"/>
              </a:ext>
            </a:extLst>
          </p:cNvPr>
          <p:cNvSpPr>
            <a:spLocks noGrp="1"/>
          </p:cNvSpPr>
          <p:nvPr/>
        </p:nvSpPr>
        <p:spPr>
          <a:xfrm>
            <a:off x="3021677" y="7168208"/>
            <a:ext cx="28398" cy="28398"/>
          </a:xfrm>
          <a:prstGeom prst="ellipse">
            <a:avLst/>
          </a:prstGeom>
          <a:solidFill>
            <a:srgbClr val="7F8C97">
              <a:alpha val="48000"/>
            </a:srgbClr>
          </a:solidFill>
          <a:ln w="0">
            <a:noFill/>
            <a:prstDash val="solid"/>
          </a:ln>
        </p:spPr>
      </p:sp>
      <p:sp>
        <p:nvSpPr>
          <p:cNvPr id="3685" name="03_assume_matched_8982">
            <a:extLst>
              <a:ext uri="{FF2B5EF4-FFF2-40B4-BE49-F238E27FC236}">
                <a16:creationId xmlns:a16="http://schemas.microsoft.com/office/drawing/2014/main" id="{3C76BDF2-B1EB-4EFF-88FB-A0D72F34F556}"/>
              </a:ext>
            </a:extLst>
          </p:cNvPr>
          <p:cNvSpPr>
            <a:spLocks noGrp="1"/>
          </p:cNvSpPr>
          <p:nvPr/>
        </p:nvSpPr>
        <p:spPr>
          <a:xfrm>
            <a:off x="3007430" y="7753078"/>
            <a:ext cx="28398" cy="28398"/>
          </a:xfrm>
          <a:prstGeom prst="ellipse">
            <a:avLst/>
          </a:prstGeom>
          <a:solidFill>
            <a:srgbClr val="7F8C97">
              <a:alpha val="48000"/>
            </a:srgbClr>
          </a:solidFill>
          <a:ln w="0">
            <a:noFill/>
            <a:prstDash val="solid"/>
          </a:ln>
        </p:spPr>
      </p:sp>
      <p:sp>
        <p:nvSpPr>
          <p:cNvPr id="3686" name="03_assume_matched_8983">
            <a:extLst>
              <a:ext uri="{FF2B5EF4-FFF2-40B4-BE49-F238E27FC236}">
                <a16:creationId xmlns:a16="http://schemas.microsoft.com/office/drawing/2014/main" id="{5F827F45-8070-4245-BDDB-2D0A3F1183E2}"/>
              </a:ext>
            </a:extLst>
          </p:cNvPr>
          <p:cNvSpPr>
            <a:spLocks noGrp="1"/>
          </p:cNvSpPr>
          <p:nvPr/>
        </p:nvSpPr>
        <p:spPr>
          <a:xfrm>
            <a:off x="3023836" y="7168208"/>
            <a:ext cx="28398" cy="28398"/>
          </a:xfrm>
          <a:prstGeom prst="ellipse">
            <a:avLst/>
          </a:prstGeom>
          <a:solidFill>
            <a:srgbClr val="7F8C97">
              <a:alpha val="48000"/>
            </a:srgbClr>
          </a:solidFill>
          <a:ln w="0">
            <a:noFill/>
            <a:prstDash val="solid"/>
          </a:ln>
        </p:spPr>
      </p:sp>
      <p:sp>
        <p:nvSpPr>
          <p:cNvPr id="3687" name="03_assume_matched_8984">
            <a:extLst>
              <a:ext uri="{FF2B5EF4-FFF2-40B4-BE49-F238E27FC236}">
                <a16:creationId xmlns:a16="http://schemas.microsoft.com/office/drawing/2014/main" id="{71A1D650-4E3F-47E4-B179-01D684BB8DA2}"/>
              </a:ext>
            </a:extLst>
          </p:cNvPr>
          <p:cNvSpPr>
            <a:spLocks noGrp="1"/>
          </p:cNvSpPr>
          <p:nvPr/>
        </p:nvSpPr>
        <p:spPr>
          <a:xfrm>
            <a:off x="3109030" y="7314426"/>
            <a:ext cx="28398" cy="28398"/>
          </a:xfrm>
          <a:prstGeom prst="ellipse">
            <a:avLst/>
          </a:prstGeom>
          <a:solidFill>
            <a:srgbClr val="7F8C97">
              <a:alpha val="48000"/>
            </a:srgbClr>
          </a:solidFill>
          <a:ln w="0">
            <a:noFill/>
            <a:prstDash val="solid"/>
          </a:ln>
        </p:spPr>
      </p:sp>
      <p:sp>
        <p:nvSpPr>
          <p:cNvPr id="3688" name="03_assume_matched_8985">
            <a:extLst>
              <a:ext uri="{FF2B5EF4-FFF2-40B4-BE49-F238E27FC236}">
                <a16:creationId xmlns:a16="http://schemas.microsoft.com/office/drawing/2014/main" id="{8A33F6FA-6013-4AA9-B144-DF2E0BA0FD02}"/>
              </a:ext>
            </a:extLst>
          </p:cNvPr>
          <p:cNvSpPr>
            <a:spLocks noGrp="1"/>
          </p:cNvSpPr>
          <p:nvPr/>
        </p:nvSpPr>
        <p:spPr>
          <a:xfrm>
            <a:off x="3063986" y="7168208"/>
            <a:ext cx="28398" cy="28398"/>
          </a:xfrm>
          <a:prstGeom prst="ellipse">
            <a:avLst/>
          </a:prstGeom>
          <a:solidFill>
            <a:srgbClr val="7F8C97">
              <a:alpha val="48000"/>
            </a:srgbClr>
          </a:solidFill>
          <a:ln w="0">
            <a:noFill/>
            <a:prstDash val="solid"/>
          </a:ln>
        </p:spPr>
      </p:sp>
      <p:sp>
        <p:nvSpPr>
          <p:cNvPr id="3689" name="03_assume_matched_8986">
            <a:extLst>
              <a:ext uri="{FF2B5EF4-FFF2-40B4-BE49-F238E27FC236}">
                <a16:creationId xmlns:a16="http://schemas.microsoft.com/office/drawing/2014/main" id="{B30154D5-AD92-48C7-B8CE-D17A8D5EBEDE}"/>
              </a:ext>
            </a:extLst>
          </p:cNvPr>
          <p:cNvSpPr>
            <a:spLocks noGrp="1"/>
          </p:cNvSpPr>
          <p:nvPr/>
        </p:nvSpPr>
        <p:spPr>
          <a:xfrm>
            <a:off x="3073772" y="7688092"/>
            <a:ext cx="28398" cy="28398"/>
          </a:xfrm>
          <a:prstGeom prst="ellipse">
            <a:avLst/>
          </a:prstGeom>
          <a:solidFill>
            <a:srgbClr val="7F8C97">
              <a:alpha val="48000"/>
            </a:srgbClr>
          </a:solidFill>
          <a:ln w="0">
            <a:noFill/>
            <a:prstDash val="solid"/>
          </a:ln>
        </p:spPr>
      </p:sp>
      <p:sp>
        <p:nvSpPr>
          <p:cNvPr id="3690" name="03_assume_matched_8987">
            <a:extLst>
              <a:ext uri="{FF2B5EF4-FFF2-40B4-BE49-F238E27FC236}">
                <a16:creationId xmlns:a16="http://schemas.microsoft.com/office/drawing/2014/main" id="{1C4D26BC-06CC-410C-9CEB-D437D068CC98}"/>
              </a:ext>
            </a:extLst>
          </p:cNvPr>
          <p:cNvSpPr>
            <a:spLocks noGrp="1"/>
          </p:cNvSpPr>
          <p:nvPr/>
        </p:nvSpPr>
        <p:spPr>
          <a:xfrm>
            <a:off x="3010596" y="7558121"/>
            <a:ext cx="28398" cy="28398"/>
          </a:xfrm>
          <a:prstGeom prst="ellipse">
            <a:avLst/>
          </a:prstGeom>
          <a:solidFill>
            <a:srgbClr val="7F8C97">
              <a:alpha val="48000"/>
            </a:srgbClr>
          </a:solidFill>
          <a:ln w="0">
            <a:noFill/>
            <a:prstDash val="solid"/>
          </a:ln>
        </p:spPr>
      </p:sp>
      <p:sp>
        <p:nvSpPr>
          <p:cNvPr id="3691" name="03_assume_matched_8988">
            <a:extLst>
              <a:ext uri="{FF2B5EF4-FFF2-40B4-BE49-F238E27FC236}">
                <a16:creationId xmlns:a16="http://schemas.microsoft.com/office/drawing/2014/main" id="{60007ECF-0E63-42BF-9EFD-E784BA954BFF}"/>
              </a:ext>
            </a:extLst>
          </p:cNvPr>
          <p:cNvSpPr>
            <a:spLocks noGrp="1"/>
          </p:cNvSpPr>
          <p:nvPr/>
        </p:nvSpPr>
        <p:spPr>
          <a:xfrm>
            <a:off x="3100971" y="7558121"/>
            <a:ext cx="28398" cy="28398"/>
          </a:xfrm>
          <a:prstGeom prst="ellipse">
            <a:avLst/>
          </a:prstGeom>
          <a:solidFill>
            <a:srgbClr val="7F8C97">
              <a:alpha val="48000"/>
            </a:srgbClr>
          </a:solidFill>
          <a:ln w="0">
            <a:noFill/>
            <a:prstDash val="solid"/>
          </a:ln>
        </p:spPr>
      </p:sp>
      <p:sp>
        <p:nvSpPr>
          <p:cNvPr id="3692" name="03_assume_matched_8989">
            <a:extLst>
              <a:ext uri="{FF2B5EF4-FFF2-40B4-BE49-F238E27FC236}">
                <a16:creationId xmlns:a16="http://schemas.microsoft.com/office/drawing/2014/main" id="{EC577472-02E7-4FEB-B0A6-40957342C581}"/>
              </a:ext>
            </a:extLst>
          </p:cNvPr>
          <p:cNvSpPr>
            <a:spLocks noGrp="1"/>
          </p:cNvSpPr>
          <p:nvPr/>
        </p:nvSpPr>
        <p:spPr>
          <a:xfrm>
            <a:off x="3074060" y="7168208"/>
            <a:ext cx="28398" cy="28398"/>
          </a:xfrm>
          <a:prstGeom prst="ellipse">
            <a:avLst/>
          </a:prstGeom>
          <a:solidFill>
            <a:srgbClr val="7F8C97">
              <a:alpha val="48000"/>
            </a:srgbClr>
          </a:solidFill>
          <a:ln w="0">
            <a:noFill/>
            <a:prstDash val="solid"/>
          </a:ln>
        </p:spPr>
      </p:sp>
      <p:sp>
        <p:nvSpPr>
          <p:cNvPr id="3693" name="03_assume_matched_8990">
            <a:extLst>
              <a:ext uri="{FF2B5EF4-FFF2-40B4-BE49-F238E27FC236}">
                <a16:creationId xmlns:a16="http://schemas.microsoft.com/office/drawing/2014/main" id="{F82218FE-69C1-423A-BAA3-63E6DDCBA6CA}"/>
              </a:ext>
            </a:extLst>
          </p:cNvPr>
          <p:cNvSpPr>
            <a:spLocks noGrp="1"/>
          </p:cNvSpPr>
          <p:nvPr/>
        </p:nvSpPr>
        <p:spPr>
          <a:xfrm>
            <a:off x="2991888" y="7753078"/>
            <a:ext cx="28398" cy="28398"/>
          </a:xfrm>
          <a:prstGeom prst="ellipse">
            <a:avLst/>
          </a:prstGeom>
          <a:solidFill>
            <a:srgbClr val="7F8C97">
              <a:alpha val="48000"/>
            </a:srgbClr>
          </a:solidFill>
          <a:ln w="0">
            <a:noFill/>
            <a:prstDash val="solid"/>
          </a:ln>
        </p:spPr>
      </p:sp>
      <p:sp>
        <p:nvSpPr>
          <p:cNvPr id="3694" name="03_assume_matched_8991">
            <a:extLst>
              <a:ext uri="{FF2B5EF4-FFF2-40B4-BE49-F238E27FC236}">
                <a16:creationId xmlns:a16="http://schemas.microsoft.com/office/drawing/2014/main" id="{AB01A20C-9E49-4005-BA6E-ECDF7FECFD77}"/>
              </a:ext>
            </a:extLst>
          </p:cNvPr>
          <p:cNvSpPr>
            <a:spLocks noGrp="1"/>
          </p:cNvSpPr>
          <p:nvPr/>
        </p:nvSpPr>
        <p:spPr>
          <a:xfrm>
            <a:off x="2999227" y="7168208"/>
            <a:ext cx="28398" cy="28398"/>
          </a:xfrm>
          <a:prstGeom prst="ellipse">
            <a:avLst/>
          </a:prstGeom>
          <a:solidFill>
            <a:srgbClr val="7F8C97">
              <a:alpha val="48000"/>
            </a:srgbClr>
          </a:solidFill>
          <a:ln w="0">
            <a:noFill/>
            <a:prstDash val="solid"/>
          </a:ln>
        </p:spPr>
      </p:sp>
      <p:sp>
        <p:nvSpPr>
          <p:cNvPr id="3695" name="03_assume_matched_8992">
            <a:extLst>
              <a:ext uri="{FF2B5EF4-FFF2-40B4-BE49-F238E27FC236}">
                <a16:creationId xmlns:a16="http://schemas.microsoft.com/office/drawing/2014/main" id="{83F75948-8220-4E61-AC1E-51BC3E381F6F}"/>
              </a:ext>
            </a:extLst>
          </p:cNvPr>
          <p:cNvSpPr>
            <a:spLocks noGrp="1"/>
          </p:cNvSpPr>
          <p:nvPr/>
        </p:nvSpPr>
        <p:spPr>
          <a:xfrm>
            <a:off x="3010452" y="7558121"/>
            <a:ext cx="28398" cy="28398"/>
          </a:xfrm>
          <a:prstGeom prst="ellipse">
            <a:avLst/>
          </a:prstGeom>
          <a:solidFill>
            <a:srgbClr val="7F8C97">
              <a:alpha val="48000"/>
            </a:srgbClr>
          </a:solidFill>
          <a:ln w="0">
            <a:noFill/>
            <a:prstDash val="solid"/>
          </a:ln>
        </p:spPr>
      </p:sp>
      <p:sp>
        <p:nvSpPr>
          <p:cNvPr id="3696" name="03_assume_matched_8993">
            <a:extLst>
              <a:ext uri="{FF2B5EF4-FFF2-40B4-BE49-F238E27FC236}">
                <a16:creationId xmlns:a16="http://schemas.microsoft.com/office/drawing/2014/main" id="{4F445DB6-F606-430B-81E3-3AB8EA2D1CA7}"/>
              </a:ext>
            </a:extLst>
          </p:cNvPr>
          <p:cNvSpPr>
            <a:spLocks noGrp="1"/>
          </p:cNvSpPr>
          <p:nvPr/>
        </p:nvSpPr>
        <p:spPr>
          <a:xfrm>
            <a:off x="3099820" y="7168208"/>
            <a:ext cx="28398" cy="28398"/>
          </a:xfrm>
          <a:prstGeom prst="ellipse">
            <a:avLst/>
          </a:prstGeom>
          <a:solidFill>
            <a:srgbClr val="7F8C97">
              <a:alpha val="48000"/>
            </a:srgbClr>
          </a:solidFill>
          <a:ln w="0">
            <a:noFill/>
            <a:prstDash val="solid"/>
          </a:ln>
        </p:spPr>
      </p:sp>
      <p:sp>
        <p:nvSpPr>
          <p:cNvPr id="3697" name="03_assume_matched_8994">
            <a:extLst>
              <a:ext uri="{FF2B5EF4-FFF2-40B4-BE49-F238E27FC236}">
                <a16:creationId xmlns:a16="http://schemas.microsoft.com/office/drawing/2014/main" id="{E27ECB35-B941-4394-A1E9-C7D84244AC17}"/>
              </a:ext>
            </a:extLst>
          </p:cNvPr>
          <p:cNvSpPr>
            <a:spLocks noGrp="1"/>
          </p:cNvSpPr>
          <p:nvPr/>
        </p:nvSpPr>
        <p:spPr>
          <a:xfrm>
            <a:off x="3012755" y="7168208"/>
            <a:ext cx="28398" cy="28398"/>
          </a:xfrm>
          <a:prstGeom prst="ellipse">
            <a:avLst/>
          </a:prstGeom>
          <a:solidFill>
            <a:srgbClr val="7F8C97">
              <a:alpha val="48000"/>
            </a:srgbClr>
          </a:solidFill>
          <a:ln w="0">
            <a:noFill/>
            <a:prstDash val="solid"/>
          </a:ln>
        </p:spPr>
      </p:sp>
      <p:sp>
        <p:nvSpPr>
          <p:cNvPr id="3698" name="03_assume_matched_8995">
            <a:extLst>
              <a:ext uri="{FF2B5EF4-FFF2-40B4-BE49-F238E27FC236}">
                <a16:creationId xmlns:a16="http://schemas.microsoft.com/office/drawing/2014/main" id="{6AC365CB-6BD7-4714-9F0E-7B658E75F76E}"/>
              </a:ext>
            </a:extLst>
          </p:cNvPr>
          <p:cNvSpPr>
            <a:spLocks noGrp="1"/>
          </p:cNvSpPr>
          <p:nvPr/>
        </p:nvSpPr>
        <p:spPr>
          <a:xfrm>
            <a:off x="3091761" y="7493136"/>
            <a:ext cx="28398" cy="28398"/>
          </a:xfrm>
          <a:prstGeom prst="ellipse">
            <a:avLst/>
          </a:prstGeom>
          <a:solidFill>
            <a:srgbClr val="7F8C97">
              <a:alpha val="48000"/>
            </a:srgbClr>
          </a:solidFill>
          <a:ln w="0">
            <a:noFill/>
            <a:prstDash val="solid"/>
          </a:ln>
        </p:spPr>
      </p:sp>
      <p:sp>
        <p:nvSpPr>
          <p:cNvPr id="3699" name="03_assume_matched_8996">
            <a:extLst>
              <a:ext uri="{FF2B5EF4-FFF2-40B4-BE49-F238E27FC236}">
                <a16:creationId xmlns:a16="http://schemas.microsoft.com/office/drawing/2014/main" id="{BC84B004-CB41-463B-8BE0-280BF4AD8851}"/>
              </a:ext>
            </a:extLst>
          </p:cNvPr>
          <p:cNvSpPr>
            <a:spLocks noGrp="1"/>
          </p:cNvSpPr>
          <p:nvPr/>
        </p:nvSpPr>
        <p:spPr>
          <a:xfrm>
            <a:off x="3092912" y="7168208"/>
            <a:ext cx="28398" cy="28398"/>
          </a:xfrm>
          <a:prstGeom prst="ellipse">
            <a:avLst/>
          </a:prstGeom>
          <a:solidFill>
            <a:srgbClr val="7F8C97">
              <a:alpha val="48000"/>
            </a:srgbClr>
          </a:solidFill>
          <a:ln w="0">
            <a:noFill/>
            <a:prstDash val="solid"/>
          </a:ln>
        </p:spPr>
      </p:sp>
      <p:sp>
        <p:nvSpPr>
          <p:cNvPr id="3700" name="03_assume_matched_8997">
            <a:extLst>
              <a:ext uri="{FF2B5EF4-FFF2-40B4-BE49-F238E27FC236}">
                <a16:creationId xmlns:a16="http://schemas.microsoft.com/office/drawing/2014/main" id="{42BB33EC-4626-4493-89D4-E99CE859881E}"/>
              </a:ext>
            </a:extLst>
          </p:cNvPr>
          <p:cNvSpPr>
            <a:spLocks noGrp="1"/>
          </p:cNvSpPr>
          <p:nvPr/>
        </p:nvSpPr>
        <p:spPr>
          <a:xfrm>
            <a:off x="3096654" y="7753078"/>
            <a:ext cx="28398" cy="28398"/>
          </a:xfrm>
          <a:prstGeom prst="ellipse">
            <a:avLst/>
          </a:prstGeom>
          <a:solidFill>
            <a:srgbClr val="7F8C97">
              <a:alpha val="48000"/>
            </a:srgbClr>
          </a:solidFill>
          <a:ln w="0">
            <a:noFill/>
            <a:prstDash val="solid"/>
          </a:ln>
        </p:spPr>
      </p:sp>
      <p:sp>
        <p:nvSpPr>
          <p:cNvPr id="3701" name="03_assume_matched_8998">
            <a:extLst>
              <a:ext uri="{FF2B5EF4-FFF2-40B4-BE49-F238E27FC236}">
                <a16:creationId xmlns:a16="http://schemas.microsoft.com/office/drawing/2014/main" id="{CC477C6E-6D43-4FE2-9920-461655D6133F}"/>
              </a:ext>
            </a:extLst>
          </p:cNvPr>
          <p:cNvSpPr>
            <a:spLocks noGrp="1"/>
          </p:cNvSpPr>
          <p:nvPr/>
        </p:nvSpPr>
        <p:spPr>
          <a:xfrm>
            <a:off x="3013906" y="7753078"/>
            <a:ext cx="28398" cy="28398"/>
          </a:xfrm>
          <a:prstGeom prst="ellipse">
            <a:avLst/>
          </a:prstGeom>
          <a:solidFill>
            <a:srgbClr val="7F8C97">
              <a:alpha val="48000"/>
            </a:srgbClr>
          </a:solidFill>
          <a:ln w="0">
            <a:noFill/>
            <a:prstDash val="solid"/>
          </a:ln>
        </p:spPr>
      </p:sp>
      <p:sp>
        <p:nvSpPr>
          <p:cNvPr id="3702" name="03_assume_matched_8999">
            <a:extLst>
              <a:ext uri="{FF2B5EF4-FFF2-40B4-BE49-F238E27FC236}">
                <a16:creationId xmlns:a16="http://schemas.microsoft.com/office/drawing/2014/main" id="{A6275864-9D89-4AA2-B104-329C749C31B8}"/>
              </a:ext>
            </a:extLst>
          </p:cNvPr>
          <p:cNvSpPr>
            <a:spLocks noGrp="1"/>
          </p:cNvSpPr>
          <p:nvPr/>
        </p:nvSpPr>
        <p:spPr>
          <a:xfrm>
            <a:off x="2992176" y="7168208"/>
            <a:ext cx="28398" cy="28398"/>
          </a:xfrm>
          <a:prstGeom prst="ellipse">
            <a:avLst/>
          </a:prstGeom>
          <a:solidFill>
            <a:srgbClr val="7F8C97">
              <a:alpha val="48000"/>
            </a:srgbClr>
          </a:solidFill>
          <a:ln w="0">
            <a:noFill/>
            <a:prstDash val="solid"/>
          </a:ln>
        </p:spPr>
      </p:sp>
      <p:sp>
        <p:nvSpPr>
          <p:cNvPr id="3703" name="03_assume_matched_9000">
            <a:extLst>
              <a:ext uri="{FF2B5EF4-FFF2-40B4-BE49-F238E27FC236}">
                <a16:creationId xmlns:a16="http://schemas.microsoft.com/office/drawing/2014/main" id="{C5DEE987-C899-41DA-B3AB-19755FCAE380}"/>
              </a:ext>
            </a:extLst>
          </p:cNvPr>
          <p:cNvSpPr>
            <a:spLocks noGrp="1"/>
          </p:cNvSpPr>
          <p:nvPr/>
        </p:nvSpPr>
        <p:spPr>
          <a:xfrm>
            <a:off x="3075931" y="7168208"/>
            <a:ext cx="28398" cy="28398"/>
          </a:xfrm>
          <a:prstGeom prst="ellipse">
            <a:avLst/>
          </a:prstGeom>
          <a:solidFill>
            <a:srgbClr val="7F8C97">
              <a:alpha val="48000"/>
            </a:srgbClr>
          </a:solidFill>
          <a:ln w="0">
            <a:noFill/>
            <a:prstDash val="solid"/>
          </a:ln>
        </p:spPr>
      </p:sp>
      <p:sp>
        <p:nvSpPr>
          <p:cNvPr id="3704" name="03_assume_matched_9001">
            <a:extLst>
              <a:ext uri="{FF2B5EF4-FFF2-40B4-BE49-F238E27FC236}">
                <a16:creationId xmlns:a16="http://schemas.microsoft.com/office/drawing/2014/main" id="{7ECEE335-D703-4076-9DA2-1EEB785BC9BC}"/>
              </a:ext>
            </a:extLst>
          </p:cNvPr>
          <p:cNvSpPr>
            <a:spLocks noGrp="1"/>
          </p:cNvSpPr>
          <p:nvPr/>
        </p:nvSpPr>
        <p:spPr>
          <a:xfrm>
            <a:off x="2985412" y="7168208"/>
            <a:ext cx="28398" cy="28398"/>
          </a:xfrm>
          <a:prstGeom prst="ellipse">
            <a:avLst/>
          </a:prstGeom>
          <a:solidFill>
            <a:srgbClr val="7F8C97">
              <a:alpha val="48000"/>
            </a:srgbClr>
          </a:solidFill>
          <a:ln w="0">
            <a:noFill/>
            <a:prstDash val="solid"/>
          </a:ln>
        </p:spPr>
      </p:sp>
      <p:sp>
        <p:nvSpPr>
          <p:cNvPr id="3705" name="03_assume_matched_9002">
            <a:extLst>
              <a:ext uri="{FF2B5EF4-FFF2-40B4-BE49-F238E27FC236}">
                <a16:creationId xmlns:a16="http://schemas.microsoft.com/office/drawing/2014/main" id="{A49D0603-A710-439A-B5EC-1209BAA3EC2F}"/>
              </a:ext>
            </a:extLst>
          </p:cNvPr>
          <p:cNvSpPr>
            <a:spLocks noGrp="1"/>
          </p:cNvSpPr>
          <p:nvPr/>
        </p:nvSpPr>
        <p:spPr>
          <a:xfrm>
            <a:off x="3079528" y="7168208"/>
            <a:ext cx="28398" cy="28398"/>
          </a:xfrm>
          <a:prstGeom prst="ellipse">
            <a:avLst/>
          </a:prstGeom>
          <a:solidFill>
            <a:srgbClr val="7F8C97">
              <a:alpha val="48000"/>
            </a:srgbClr>
          </a:solidFill>
          <a:ln w="0">
            <a:noFill/>
            <a:prstDash val="solid"/>
          </a:ln>
        </p:spPr>
      </p:sp>
      <p:sp>
        <p:nvSpPr>
          <p:cNvPr id="3706" name="03_assume_matched_9003">
            <a:extLst>
              <a:ext uri="{FF2B5EF4-FFF2-40B4-BE49-F238E27FC236}">
                <a16:creationId xmlns:a16="http://schemas.microsoft.com/office/drawing/2014/main" id="{48809C64-C08F-4D62-96D8-ED920213EE98}"/>
              </a:ext>
            </a:extLst>
          </p:cNvPr>
          <p:cNvSpPr>
            <a:spLocks noGrp="1"/>
          </p:cNvSpPr>
          <p:nvPr/>
        </p:nvSpPr>
        <p:spPr>
          <a:xfrm>
            <a:off x="2986707" y="7753078"/>
            <a:ext cx="28398" cy="28398"/>
          </a:xfrm>
          <a:prstGeom prst="ellipse">
            <a:avLst/>
          </a:prstGeom>
          <a:solidFill>
            <a:srgbClr val="7F8C97">
              <a:alpha val="48000"/>
            </a:srgbClr>
          </a:solidFill>
          <a:ln w="0">
            <a:noFill/>
            <a:prstDash val="solid"/>
          </a:ln>
        </p:spPr>
      </p:sp>
      <p:sp>
        <p:nvSpPr>
          <p:cNvPr id="3707" name="03_assume_matched_9004">
            <a:extLst>
              <a:ext uri="{FF2B5EF4-FFF2-40B4-BE49-F238E27FC236}">
                <a16:creationId xmlns:a16="http://schemas.microsoft.com/office/drawing/2014/main" id="{62449E28-4B77-45F1-A265-43DEFBBD7315}"/>
              </a:ext>
            </a:extLst>
          </p:cNvPr>
          <p:cNvSpPr>
            <a:spLocks noGrp="1"/>
          </p:cNvSpPr>
          <p:nvPr/>
        </p:nvSpPr>
        <p:spPr>
          <a:xfrm>
            <a:off x="3107159" y="7168208"/>
            <a:ext cx="28398" cy="28398"/>
          </a:xfrm>
          <a:prstGeom prst="ellipse">
            <a:avLst/>
          </a:prstGeom>
          <a:solidFill>
            <a:srgbClr val="7F8C97">
              <a:alpha val="48000"/>
            </a:srgbClr>
          </a:solidFill>
          <a:ln w="0">
            <a:noFill/>
            <a:prstDash val="solid"/>
          </a:ln>
        </p:spPr>
      </p:sp>
      <p:sp>
        <p:nvSpPr>
          <p:cNvPr id="3708" name="03_assume_matched_9005">
            <a:extLst>
              <a:ext uri="{FF2B5EF4-FFF2-40B4-BE49-F238E27FC236}">
                <a16:creationId xmlns:a16="http://schemas.microsoft.com/office/drawing/2014/main" id="{FFA8F580-9946-4DBA-9506-A742C4C73A46}"/>
              </a:ext>
            </a:extLst>
          </p:cNvPr>
          <p:cNvSpPr>
            <a:spLocks noGrp="1"/>
          </p:cNvSpPr>
          <p:nvPr/>
        </p:nvSpPr>
        <p:spPr>
          <a:xfrm>
            <a:off x="3085141" y="7168208"/>
            <a:ext cx="28398" cy="28398"/>
          </a:xfrm>
          <a:prstGeom prst="ellipse">
            <a:avLst/>
          </a:prstGeom>
          <a:solidFill>
            <a:srgbClr val="7F8C97">
              <a:alpha val="48000"/>
            </a:srgbClr>
          </a:solidFill>
          <a:ln w="0">
            <a:noFill/>
            <a:prstDash val="solid"/>
          </a:ln>
        </p:spPr>
      </p:sp>
      <p:sp>
        <p:nvSpPr>
          <p:cNvPr id="3709" name="03_assume_matched_9006">
            <a:extLst>
              <a:ext uri="{FF2B5EF4-FFF2-40B4-BE49-F238E27FC236}">
                <a16:creationId xmlns:a16="http://schemas.microsoft.com/office/drawing/2014/main" id="{AE5D60B4-2DC1-4E4F-A393-812F392C68A4}"/>
              </a:ext>
            </a:extLst>
          </p:cNvPr>
          <p:cNvSpPr>
            <a:spLocks noGrp="1"/>
          </p:cNvSpPr>
          <p:nvPr/>
        </p:nvSpPr>
        <p:spPr>
          <a:xfrm>
            <a:off x="3033046" y="7168208"/>
            <a:ext cx="28398" cy="28398"/>
          </a:xfrm>
          <a:prstGeom prst="ellipse">
            <a:avLst/>
          </a:prstGeom>
          <a:solidFill>
            <a:srgbClr val="7F8C97">
              <a:alpha val="48000"/>
            </a:srgbClr>
          </a:solidFill>
          <a:ln w="0">
            <a:noFill/>
            <a:prstDash val="solid"/>
          </a:ln>
        </p:spPr>
      </p:sp>
      <p:sp>
        <p:nvSpPr>
          <p:cNvPr id="3710" name="03_assume_matched_9007">
            <a:extLst>
              <a:ext uri="{FF2B5EF4-FFF2-40B4-BE49-F238E27FC236}">
                <a16:creationId xmlns:a16="http://schemas.microsoft.com/office/drawing/2014/main" id="{740AC491-FB58-46EA-8826-28A94F31BAD5}"/>
              </a:ext>
            </a:extLst>
          </p:cNvPr>
          <p:cNvSpPr>
            <a:spLocks noGrp="1"/>
          </p:cNvSpPr>
          <p:nvPr/>
        </p:nvSpPr>
        <p:spPr>
          <a:xfrm>
            <a:off x="3008725" y="7168208"/>
            <a:ext cx="28398" cy="28398"/>
          </a:xfrm>
          <a:prstGeom prst="ellipse">
            <a:avLst/>
          </a:prstGeom>
          <a:solidFill>
            <a:srgbClr val="7F8C97">
              <a:alpha val="48000"/>
            </a:srgbClr>
          </a:solidFill>
          <a:ln w="0">
            <a:noFill/>
            <a:prstDash val="solid"/>
          </a:ln>
        </p:spPr>
      </p:sp>
      <p:sp>
        <p:nvSpPr>
          <p:cNvPr id="3711" name="03_assume_matched_9008">
            <a:extLst>
              <a:ext uri="{FF2B5EF4-FFF2-40B4-BE49-F238E27FC236}">
                <a16:creationId xmlns:a16="http://schemas.microsoft.com/office/drawing/2014/main" id="{DABF3241-664B-46ED-A9B5-1FECBAF9779B}"/>
              </a:ext>
            </a:extLst>
          </p:cNvPr>
          <p:cNvSpPr>
            <a:spLocks noGrp="1"/>
          </p:cNvSpPr>
          <p:nvPr/>
        </p:nvSpPr>
        <p:spPr>
          <a:xfrm>
            <a:off x="3111188" y="7753078"/>
            <a:ext cx="28398" cy="28398"/>
          </a:xfrm>
          <a:prstGeom prst="ellipse">
            <a:avLst/>
          </a:prstGeom>
          <a:solidFill>
            <a:srgbClr val="7F8C97">
              <a:alpha val="48000"/>
            </a:srgbClr>
          </a:solidFill>
          <a:ln w="0">
            <a:noFill/>
            <a:prstDash val="solid"/>
          </a:ln>
        </p:spPr>
      </p:sp>
      <p:sp>
        <p:nvSpPr>
          <p:cNvPr id="3712" name="03_assume_matched_9009">
            <a:extLst>
              <a:ext uri="{FF2B5EF4-FFF2-40B4-BE49-F238E27FC236}">
                <a16:creationId xmlns:a16="http://schemas.microsoft.com/office/drawing/2014/main" id="{35C7F841-4585-4DBF-B60D-80C1670C8CEE}"/>
              </a:ext>
            </a:extLst>
          </p:cNvPr>
          <p:cNvSpPr>
            <a:spLocks noGrp="1"/>
          </p:cNvSpPr>
          <p:nvPr/>
        </p:nvSpPr>
        <p:spPr>
          <a:xfrm>
            <a:off x="3058949" y="7753078"/>
            <a:ext cx="28398" cy="28398"/>
          </a:xfrm>
          <a:prstGeom prst="ellipse">
            <a:avLst/>
          </a:prstGeom>
          <a:solidFill>
            <a:srgbClr val="7F8C97">
              <a:alpha val="48000"/>
            </a:srgbClr>
          </a:solidFill>
          <a:ln w="0">
            <a:noFill/>
            <a:prstDash val="solid"/>
          </a:ln>
        </p:spPr>
      </p:sp>
      <p:sp>
        <p:nvSpPr>
          <p:cNvPr id="3713" name="03_assume_matched_9010">
            <a:extLst>
              <a:ext uri="{FF2B5EF4-FFF2-40B4-BE49-F238E27FC236}">
                <a16:creationId xmlns:a16="http://schemas.microsoft.com/office/drawing/2014/main" id="{2072CEE0-E191-4631-AF67-01C3D2BE7D83}"/>
              </a:ext>
            </a:extLst>
          </p:cNvPr>
          <p:cNvSpPr>
            <a:spLocks noGrp="1"/>
          </p:cNvSpPr>
          <p:nvPr/>
        </p:nvSpPr>
        <p:spPr>
          <a:xfrm>
            <a:off x="3091761" y="7753078"/>
            <a:ext cx="28398" cy="28398"/>
          </a:xfrm>
          <a:prstGeom prst="ellipse">
            <a:avLst/>
          </a:prstGeom>
          <a:solidFill>
            <a:srgbClr val="7F8C97">
              <a:alpha val="48000"/>
            </a:srgbClr>
          </a:solidFill>
          <a:ln w="0">
            <a:noFill/>
            <a:prstDash val="solid"/>
          </a:ln>
        </p:spPr>
      </p:sp>
      <p:sp>
        <p:nvSpPr>
          <p:cNvPr id="3714" name="03_assume_matched_9011">
            <a:extLst>
              <a:ext uri="{FF2B5EF4-FFF2-40B4-BE49-F238E27FC236}">
                <a16:creationId xmlns:a16="http://schemas.microsoft.com/office/drawing/2014/main" id="{6484C8D1-7FD9-475B-91B6-9420677939B0}"/>
              </a:ext>
            </a:extLst>
          </p:cNvPr>
          <p:cNvSpPr>
            <a:spLocks noGrp="1"/>
          </p:cNvSpPr>
          <p:nvPr/>
        </p:nvSpPr>
        <p:spPr>
          <a:xfrm>
            <a:off x="2990880" y="7285182"/>
            <a:ext cx="28398" cy="28398"/>
          </a:xfrm>
          <a:prstGeom prst="ellipse">
            <a:avLst/>
          </a:prstGeom>
          <a:solidFill>
            <a:srgbClr val="7F8C97">
              <a:alpha val="48000"/>
            </a:srgbClr>
          </a:solidFill>
          <a:ln w="0">
            <a:noFill/>
            <a:prstDash val="solid"/>
          </a:ln>
        </p:spPr>
      </p:sp>
      <p:sp>
        <p:nvSpPr>
          <p:cNvPr id="3715" name="03_assume_matched_9012">
            <a:extLst>
              <a:ext uri="{FF2B5EF4-FFF2-40B4-BE49-F238E27FC236}">
                <a16:creationId xmlns:a16="http://schemas.microsoft.com/office/drawing/2014/main" id="{6953C70B-73E6-400F-87EF-118DD44613CC}"/>
              </a:ext>
            </a:extLst>
          </p:cNvPr>
          <p:cNvSpPr>
            <a:spLocks noGrp="1"/>
          </p:cNvSpPr>
          <p:nvPr/>
        </p:nvSpPr>
        <p:spPr>
          <a:xfrm>
            <a:off x="3082838" y="7753078"/>
            <a:ext cx="28398" cy="28398"/>
          </a:xfrm>
          <a:prstGeom prst="ellipse">
            <a:avLst/>
          </a:prstGeom>
          <a:solidFill>
            <a:srgbClr val="7F8C97">
              <a:alpha val="48000"/>
            </a:srgbClr>
          </a:solidFill>
          <a:ln w="0">
            <a:noFill/>
            <a:prstDash val="solid"/>
          </a:ln>
        </p:spPr>
      </p:sp>
      <p:sp>
        <p:nvSpPr>
          <p:cNvPr id="3716" name="03_assume_matched_9013">
            <a:extLst>
              <a:ext uri="{FF2B5EF4-FFF2-40B4-BE49-F238E27FC236}">
                <a16:creationId xmlns:a16="http://schemas.microsoft.com/office/drawing/2014/main" id="{5358CF62-A266-4153-8EBD-8D09DA46F389}"/>
              </a:ext>
            </a:extLst>
          </p:cNvPr>
          <p:cNvSpPr>
            <a:spLocks noGrp="1"/>
          </p:cNvSpPr>
          <p:nvPr/>
        </p:nvSpPr>
        <p:spPr>
          <a:xfrm>
            <a:off x="3061972" y="7168208"/>
            <a:ext cx="28398" cy="28398"/>
          </a:xfrm>
          <a:prstGeom prst="ellipse">
            <a:avLst/>
          </a:prstGeom>
          <a:solidFill>
            <a:srgbClr val="7F8C97">
              <a:alpha val="48000"/>
            </a:srgbClr>
          </a:solidFill>
          <a:ln w="0">
            <a:noFill/>
            <a:prstDash val="solid"/>
          </a:ln>
        </p:spPr>
      </p:sp>
      <p:sp>
        <p:nvSpPr>
          <p:cNvPr id="3717" name="03_assume_matched_9014">
            <a:extLst>
              <a:ext uri="{FF2B5EF4-FFF2-40B4-BE49-F238E27FC236}">
                <a16:creationId xmlns:a16="http://schemas.microsoft.com/office/drawing/2014/main" id="{D8928753-1CC1-4A45-A41E-3928EA24736B}"/>
              </a:ext>
            </a:extLst>
          </p:cNvPr>
          <p:cNvSpPr>
            <a:spLocks noGrp="1"/>
          </p:cNvSpPr>
          <p:nvPr/>
        </p:nvSpPr>
        <p:spPr>
          <a:xfrm>
            <a:off x="2970589" y="7168208"/>
            <a:ext cx="28398" cy="28398"/>
          </a:xfrm>
          <a:prstGeom prst="ellipse">
            <a:avLst/>
          </a:prstGeom>
          <a:solidFill>
            <a:srgbClr val="7F8C97">
              <a:alpha val="48000"/>
            </a:srgbClr>
          </a:solidFill>
          <a:ln w="0">
            <a:noFill/>
            <a:prstDash val="solid"/>
          </a:ln>
        </p:spPr>
      </p:sp>
      <p:sp>
        <p:nvSpPr>
          <p:cNvPr id="3718" name="03_assume_matched_9015">
            <a:extLst>
              <a:ext uri="{FF2B5EF4-FFF2-40B4-BE49-F238E27FC236}">
                <a16:creationId xmlns:a16="http://schemas.microsoft.com/office/drawing/2014/main" id="{F4C47463-0650-4B3A-967B-5B06DEA31723}"/>
              </a:ext>
            </a:extLst>
          </p:cNvPr>
          <p:cNvSpPr>
            <a:spLocks noGrp="1"/>
          </p:cNvSpPr>
          <p:nvPr/>
        </p:nvSpPr>
        <p:spPr>
          <a:xfrm>
            <a:off x="3029880" y="7753078"/>
            <a:ext cx="28398" cy="28398"/>
          </a:xfrm>
          <a:prstGeom prst="ellipse">
            <a:avLst/>
          </a:prstGeom>
          <a:solidFill>
            <a:srgbClr val="7F8C97">
              <a:alpha val="48000"/>
            </a:srgbClr>
          </a:solidFill>
          <a:ln w="0">
            <a:noFill/>
            <a:prstDash val="solid"/>
          </a:ln>
        </p:spPr>
      </p:sp>
      <p:sp>
        <p:nvSpPr>
          <p:cNvPr id="3719" name="03_assume_matched_9016">
            <a:extLst>
              <a:ext uri="{FF2B5EF4-FFF2-40B4-BE49-F238E27FC236}">
                <a16:creationId xmlns:a16="http://schemas.microsoft.com/office/drawing/2014/main" id="{427D2052-5340-4F96-BA6E-3DDC529C8769}"/>
              </a:ext>
            </a:extLst>
          </p:cNvPr>
          <p:cNvSpPr>
            <a:spLocks noGrp="1"/>
          </p:cNvSpPr>
          <p:nvPr/>
        </p:nvSpPr>
        <p:spPr>
          <a:xfrm>
            <a:off x="3012035" y="7753078"/>
            <a:ext cx="28398" cy="28398"/>
          </a:xfrm>
          <a:prstGeom prst="ellipse">
            <a:avLst/>
          </a:prstGeom>
          <a:solidFill>
            <a:srgbClr val="7F8C97">
              <a:alpha val="48000"/>
            </a:srgbClr>
          </a:solidFill>
          <a:ln w="0">
            <a:noFill/>
            <a:prstDash val="solid"/>
          </a:ln>
        </p:spPr>
      </p:sp>
      <p:sp>
        <p:nvSpPr>
          <p:cNvPr id="3720" name="03_assume_matched_9017">
            <a:extLst>
              <a:ext uri="{FF2B5EF4-FFF2-40B4-BE49-F238E27FC236}">
                <a16:creationId xmlns:a16="http://schemas.microsoft.com/office/drawing/2014/main" id="{1D28B003-4B62-494F-992B-BAF253A25CB5}"/>
              </a:ext>
            </a:extLst>
          </p:cNvPr>
          <p:cNvSpPr>
            <a:spLocks noGrp="1"/>
          </p:cNvSpPr>
          <p:nvPr/>
        </p:nvSpPr>
        <p:spPr>
          <a:xfrm>
            <a:off x="3044271" y="7168208"/>
            <a:ext cx="28398" cy="28398"/>
          </a:xfrm>
          <a:prstGeom prst="ellipse">
            <a:avLst/>
          </a:prstGeom>
          <a:solidFill>
            <a:srgbClr val="7F8C97">
              <a:alpha val="48000"/>
            </a:srgbClr>
          </a:solidFill>
          <a:ln w="0">
            <a:noFill/>
            <a:prstDash val="solid"/>
          </a:ln>
        </p:spPr>
      </p:sp>
      <p:sp>
        <p:nvSpPr>
          <p:cNvPr id="3721" name="03_assume_matched_9018">
            <a:extLst>
              <a:ext uri="{FF2B5EF4-FFF2-40B4-BE49-F238E27FC236}">
                <a16:creationId xmlns:a16="http://schemas.microsoft.com/office/drawing/2014/main" id="{8D6B78B0-DC9F-43B2-B9D3-F03DD30BF049}"/>
              </a:ext>
            </a:extLst>
          </p:cNvPr>
          <p:cNvSpPr>
            <a:spLocks noGrp="1"/>
          </p:cNvSpPr>
          <p:nvPr/>
        </p:nvSpPr>
        <p:spPr>
          <a:xfrm>
            <a:off x="3026138" y="7704338"/>
            <a:ext cx="28398" cy="28398"/>
          </a:xfrm>
          <a:prstGeom prst="ellipse">
            <a:avLst/>
          </a:prstGeom>
          <a:solidFill>
            <a:srgbClr val="7F8C97">
              <a:alpha val="48000"/>
            </a:srgbClr>
          </a:solidFill>
          <a:ln w="0">
            <a:noFill/>
            <a:prstDash val="solid"/>
          </a:ln>
        </p:spPr>
      </p:sp>
      <p:sp>
        <p:nvSpPr>
          <p:cNvPr id="3722" name="03_assume_matched_9019">
            <a:extLst>
              <a:ext uri="{FF2B5EF4-FFF2-40B4-BE49-F238E27FC236}">
                <a16:creationId xmlns:a16="http://schemas.microsoft.com/office/drawing/2014/main" id="{CE7BEA36-59AD-4EBF-ADD7-D904E89290F2}"/>
              </a:ext>
            </a:extLst>
          </p:cNvPr>
          <p:cNvSpPr>
            <a:spLocks noGrp="1"/>
          </p:cNvSpPr>
          <p:nvPr/>
        </p:nvSpPr>
        <p:spPr>
          <a:xfrm>
            <a:off x="3088307" y="7606860"/>
            <a:ext cx="28398" cy="28398"/>
          </a:xfrm>
          <a:prstGeom prst="ellipse">
            <a:avLst/>
          </a:prstGeom>
          <a:solidFill>
            <a:srgbClr val="7F8C97">
              <a:alpha val="48000"/>
            </a:srgbClr>
          </a:solidFill>
          <a:ln w="0">
            <a:noFill/>
            <a:prstDash val="solid"/>
          </a:ln>
        </p:spPr>
      </p:sp>
      <p:sp>
        <p:nvSpPr>
          <p:cNvPr id="3723" name="03_assume_matched_9020">
            <a:extLst>
              <a:ext uri="{FF2B5EF4-FFF2-40B4-BE49-F238E27FC236}">
                <a16:creationId xmlns:a16="http://schemas.microsoft.com/office/drawing/2014/main" id="{F514E70A-6E38-41FC-841B-1ED775D096AD}"/>
              </a:ext>
            </a:extLst>
          </p:cNvPr>
          <p:cNvSpPr>
            <a:spLocks noGrp="1"/>
          </p:cNvSpPr>
          <p:nvPr/>
        </p:nvSpPr>
        <p:spPr>
          <a:xfrm>
            <a:off x="2986419" y="7168208"/>
            <a:ext cx="28398" cy="28398"/>
          </a:xfrm>
          <a:prstGeom prst="ellipse">
            <a:avLst/>
          </a:prstGeom>
          <a:solidFill>
            <a:srgbClr val="7F8C97">
              <a:alpha val="48000"/>
            </a:srgbClr>
          </a:solidFill>
          <a:ln w="0">
            <a:noFill/>
            <a:prstDash val="solid"/>
          </a:ln>
        </p:spPr>
      </p:sp>
      <p:sp>
        <p:nvSpPr>
          <p:cNvPr id="3724" name="03_assume_matched_9021">
            <a:extLst>
              <a:ext uri="{FF2B5EF4-FFF2-40B4-BE49-F238E27FC236}">
                <a16:creationId xmlns:a16="http://schemas.microsoft.com/office/drawing/2014/main" id="{091BDC08-473A-4E8B-B5F5-D77DEF532BF3}"/>
              </a:ext>
            </a:extLst>
          </p:cNvPr>
          <p:cNvSpPr>
            <a:spLocks noGrp="1"/>
          </p:cNvSpPr>
          <p:nvPr/>
        </p:nvSpPr>
        <p:spPr>
          <a:xfrm>
            <a:off x="2993039" y="7168208"/>
            <a:ext cx="28398" cy="28398"/>
          </a:xfrm>
          <a:prstGeom prst="ellipse">
            <a:avLst/>
          </a:prstGeom>
          <a:solidFill>
            <a:srgbClr val="7F8C97">
              <a:alpha val="48000"/>
            </a:srgbClr>
          </a:solidFill>
          <a:ln w="0">
            <a:noFill/>
            <a:prstDash val="solid"/>
          </a:ln>
        </p:spPr>
      </p:sp>
      <p:sp>
        <p:nvSpPr>
          <p:cNvPr id="3725" name="03_assume_matched_9022">
            <a:extLst>
              <a:ext uri="{FF2B5EF4-FFF2-40B4-BE49-F238E27FC236}">
                <a16:creationId xmlns:a16="http://schemas.microsoft.com/office/drawing/2014/main" id="{9A036733-46DE-48FC-8E5B-3B6AC5B02B89}"/>
              </a:ext>
            </a:extLst>
          </p:cNvPr>
          <p:cNvSpPr>
            <a:spLocks noGrp="1"/>
          </p:cNvSpPr>
          <p:nvPr/>
        </p:nvSpPr>
        <p:spPr>
          <a:xfrm>
            <a:off x="3052905" y="7168208"/>
            <a:ext cx="28398" cy="28398"/>
          </a:xfrm>
          <a:prstGeom prst="ellipse">
            <a:avLst/>
          </a:prstGeom>
          <a:solidFill>
            <a:srgbClr val="7F8C97">
              <a:alpha val="48000"/>
            </a:srgbClr>
          </a:solidFill>
          <a:ln w="0">
            <a:noFill/>
            <a:prstDash val="solid"/>
          </a:ln>
        </p:spPr>
      </p:sp>
      <p:sp>
        <p:nvSpPr>
          <p:cNvPr id="3726" name="03_assume_matched_9023">
            <a:extLst>
              <a:ext uri="{FF2B5EF4-FFF2-40B4-BE49-F238E27FC236}">
                <a16:creationId xmlns:a16="http://schemas.microsoft.com/office/drawing/2014/main" id="{E4B3C654-9018-4D17-976B-C50BA0C04C02}"/>
              </a:ext>
            </a:extLst>
          </p:cNvPr>
          <p:cNvSpPr>
            <a:spLocks noGrp="1"/>
          </p:cNvSpPr>
          <p:nvPr/>
        </p:nvSpPr>
        <p:spPr>
          <a:xfrm>
            <a:off x="3051610" y="7168208"/>
            <a:ext cx="28398" cy="28398"/>
          </a:xfrm>
          <a:prstGeom prst="ellipse">
            <a:avLst/>
          </a:prstGeom>
          <a:solidFill>
            <a:srgbClr val="7F8C97">
              <a:alpha val="48000"/>
            </a:srgbClr>
          </a:solidFill>
          <a:ln w="0">
            <a:noFill/>
            <a:prstDash val="solid"/>
          </a:ln>
        </p:spPr>
      </p:sp>
      <p:sp>
        <p:nvSpPr>
          <p:cNvPr id="3727" name="03_assume_matched_9024">
            <a:extLst>
              <a:ext uri="{FF2B5EF4-FFF2-40B4-BE49-F238E27FC236}">
                <a16:creationId xmlns:a16="http://schemas.microsoft.com/office/drawing/2014/main" id="{B413826D-9448-4914-91A4-059DA9FD2BC3}"/>
              </a:ext>
            </a:extLst>
          </p:cNvPr>
          <p:cNvSpPr>
            <a:spLocks noGrp="1"/>
          </p:cNvSpPr>
          <p:nvPr/>
        </p:nvSpPr>
        <p:spPr>
          <a:xfrm>
            <a:off x="3098380" y="7168208"/>
            <a:ext cx="28398" cy="28398"/>
          </a:xfrm>
          <a:prstGeom prst="ellipse">
            <a:avLst/>
          </a:prstGeom>
          <a:solidFill>
            <a:srgbClr val="7F8C97">
              <a:alpha val="48000"/>
            </a:srgbClr>
          </a:solidFill>
          <a:ln w="0">
            <a:noFill/>
            <a:prstDash val="solid"/>
          </a:ln>
        </p:spPr>
      </p:sp>
      <p:sp>
        <p:nvSpPr>
          <p:cNvPr id="3728" name="03_assume_matched_9025">
            <a:extLst>
              <a:ext uri="{FF2B5EF4-FFF2-40B4-BE49-F238E27FC236}">
                <a16:creationId xmlns:a16="http://schemas.microsoft.com/office/drawing/2014/main" id="{C0822EC9-51F6-44EC-B272-AED7813C7A18}"/>
              </a:ext>
            </a:extLst>
          </p:cNvPr>
          <p:cNvSpPr>
            <a:spLocks noGrp="1"/>
          </p:cNvSpPr>
          <p:nvPr/>
        </p:nvSpPr>
        <p:spPr>
          <a:xfrm>
            <a:off x="3076650" y="7168208"/>
            <a:ext cx="28398" cy="28398"/>
          </a:xfrm>
          <a:prstGeom prst="ellipse">
            <a:avLst/>
          </a:prstGeom>
          <a:solidFill>
            <a:srgbClr val="7F8C97">
              <a:alpha val="48000"/>
            </a:srgbClr>
          </a:solidFill>
          <a:ln w="0">
            <a:noFill/>
            <a:prstDash val="solid"/>
          </a:ln>
        </p:spPr>
      </p:sp>
      <p:sp>
        <p:nvSpPr>
          <p:cNvPr id="3729" name="03_assume_matched_9026">
            <a:extLst>
              <a:ext uri="{FF2B5EF4-FFF2-40B4-BE49-F238E27FC236}">
                <a16:creationId xmlns:a16="http://schemas.microsoft.com/office/drawing/2014/main" id="{5B67FBBF-59D6-45CD-B0D1-350F031DA4D4}"/>
              </a:ext>
            </a:extLst>
          </p:cNvPr>
          <p:cNvSpPr>
            <a:spLocks noGrp="1"/>
          </p:cNvSpPr>
          <p:nvPr/>
        </p:nvSpPr>
        <p:spPr>
          <a:xfrm>
            <a:off x="3008725" y="7753078"/>
            <a:ext cx="28398" cy="28398"/>
          </a:xfrm>
          <a:prstGeom prst="ellipse">
            <a:avLst/>
          </a:prstGeom>
          <a:solidFill>
            <a:srgbClr val="7F8C97">
              <a:alpha val="48000"/>
            </a:srgbClr>
          </a:solidFill>
          <a:ln w="0">
            <a:noFill/>
            <a:prstDash val="solid"/>
          </a:ln>
        </p:spPr>
      </p:sp>
      <p:sp>
        <p:nvSpPr>
          <p:cNvPr id="3730" name="03_assume_matched_9027">
            <a:extLst>
              <a:ext uri="{FF2B5EF4-FFF2-40B4-BE49-F238E27FC236}">
                <a16:creationId xmlns:a16="http://schemas.microsoft.com/office/drawing/2014/main" id="{7BC32F57-C3AF-411B-A68C-B906CAF63D75}"/>
              </a:ext>
            </a:extLst>
          </p:cNvPr>
          <p:cNvSpPr>
            <a:spLocks noGrp="1"/>
          </p:cNvSpPr>
          <p:nvPr/>
        </p:nvSpPr>
        <p:spPr>
          <a:xfrm>
            <a:off x="3079528" y="7753078"/>
            <a:ext cx="28398" cy="28398"/>
          </a:xfrm>
          <a:prstGeom prst="ellipse">
            <a:avLst/>
          </a:prstGeom>
          <a:solidFill>
            <a:srgbClr val="7F8C97">
              <a:alpha val="48000"/>
            </a:srgbClr>
          </a:solidFill>
          <a:ln w="0">
            <a:noFill/>
            <a:prstDash val="solid"/>
          </a:ln>
        </p:spPr>
      </p:sp>
      <p:sp>
        <p:nvSpPr>
          <p:cNvPr id="3731" name="03_assume_matched_9028">
            <a:extLst>
              <a:ext uri="{FF2B5EF4-FFF2-40B4-BE49-F238E27FC236}">
                <a16:creationId xmlns:a16="http://schemas.microsoft.com/office/drawing/2014/main" id="{08AA0DB3-0274-4218-8265-1270C89AD1D4}"/>
              </a:ext>
            </a:extLst>
          </p:cNvPr>
          <p:cNvSpPr>
            <a:spLocks noGrp="1"/>
          </p:cNvSpPr>
          <p:nvPr/>
        </p:nvSpPr>
        <p:spPr>
          <a:xfrm>
            <a:off x="3067872" y="7558121"/>
            <a:ext cx="28398" cy="28398"/>
          </a:xfrm>
          <a:prstGeom prst="ellipse">
            <a:avLst/>
          </a:prstGeom>
          <a:solidFill>
            <a:srgbClr val="7F8C97">
              <a:alpha val="48000"/>
            </a:srgbClr>
          </a:solidFill>
          <a:ln w="0">
            <a:noFill/>
            <a:prstDash val="solid"/>
          </a:ln>
        </p:spPr>
      </p:sp>
      <p:sp>
        <p:nvSpPr>
          <p:cNvPr id="3732" name="03_assume_matched_9029">
            <a:extLst>
              <a:ext uri="{FF2B5EF4-FFF2-40B4-BE49-F238E27FC236}">
                <a16:creationId xmlns:a16="http://schemas.microsoft.com/office/drawing/2014/main" id="{06EFF3F3-8D61-4942-A37D-31B5EF5169FB}"/>
              </a:ext>
            </a:extLst>
          </p:cNvPr>
          <p:cNvSpPr>
            <a:spLocks noGrp="1"/>
          </p:cNvSpPr>
          <p:nvPr/>
        </p:nvSpPr>
        <p:spPr>
          <a:xfrm>
            <a:off x="3074060" y="7168208"/>
            <a:ext cx="28398" cy="28398"/>
          </a:xfrm>
          <a:prstGeom prst="ellipse">
            <a:avLst/>
          </a:prstGeom>
          <a:solidFill>
            <a:srgbClr val="7F8C97">
              <a:alpha val="48000"/>
            </a:srgbClr>
          </a:solidFill>
          <a:ln w="0">
            <a:noFill/>
            <a:prstDash val="solid"/>
          </a:ln>
        </p:spPr>
      </p:sp>
      <p:sp>
        <p:nvSpPr>
          <p:cNvPr id="3733" name="03_assume_matched_9030">
            <a:extLst>
              <a:ext uri="{FF2B5EF4-FFF2-40B4-BE49-F238E27FC236}">
                <a16:creationId xmlns:a16="http://schemas.microsoft.com/office/drawing/2014/main" id="{8C488C3A-EBA4-4F07-946F-CD8DBD0F4EE9}"/>
              </a:ext>
            </a:extLst>
          </p:cNvPr>
          <p:cNvSpPr>
            <a:spLocks noGrp="1"/>
          </p:cNvSpPr>
          <p:nvPr/>
        </p:nvSpPr>
        <p:spPr>
          <a:xfrm>
            <a:off x="3087443" y="7753078"/>
            <a:ext cx="28398" cy="28398"/>
          </a:xfrm>
          <a:prstGeom prst="ellipse">
            <a:avLst/>
          </a:prstGeom>
          <a:solidFill>
            <a:srgbClr val="7F8C97">
              <a:alpha val="48000"/>
            </a:srgbClr>
          </a:solidFill>
          <a:ln w="0">
            <a:noFill/>
            <a:prstDash val="solid"/>
          </a:ln>
        </p:spPr>
      </p:sp>
      <p:sp>
        <p:nvSpPr>
          <p:cNvPr id="3734" name="03_assume_matched_9031">
            <a:extLst>
              <a:ext uri="{FF2B5EF4-FFF2-40B4-BE49-F238E27FC236}">
                <a16:creationId xmlns:a16="http://schemas.microsoft.com/office/drawing/2014/main" id="{59E421D4-B470-4CC9-8C1F-2045A73095A3}"/>
              </a:ext>
            </a:extLst>
          </p:cNvPr>
          <p:cNvSpPr>
            <a:spLocks noGrp="1"/>
          </p:cNvSpPr>
          <p:nvPr/>
        </p:nvSpPr>
        <p:spPr>
          <a:xfrm>
            <a:off x="2996061" y="7168208"/>
            <a:ext cx="28398" cy="28398"/>
          </a:xfrm>
          <a:prstGeom prst="ellipse">
            <a:avLst/>
          </a:prstGeom>
          <a:solidFill>
            <a:srgbClr val="7F8C97">
              <a:alpha val="48000"/>
            </a:srgbClr>
          </a:solidFill>
          <a:ln w="0">
            <a:noFill/>
            <a:prstDash val="solid"/>
          </a:ln>
        </p:spPr>
      </p:sp>
      <p:sp>
        <p:nvSpPr>
          <p:cNvPr id="3735" name="03_assume_matched_9032">
            <a:extLst>
              <a:ext uri="{FF2B5EF4-FFF2-40B4-BE49-F238E27FC236}">
                <a16:creationId xmlns:a16="http://schemas.microsoft.com/office/drawing/2014/main" id="{9B8FA6CD-2A3A-4762-9729-E0B0402F9FEA}"/>
              </a:ext>
            </a:extLst>
          </p:cNvPr>
          <p:cNvSpPr>
            <a:spLocks noGrp="1"/>
          </p:cNvSpPr>
          <p:nvPr/>
        </p:nvSpPr>
        <p:spPr>
          <a:xfrm>
            <a:off x="2985268" y="7168208"/>
            <a:ext cx="28398" cy="28398"/>
          </a:xfrm>
          <a:prstGeom prst="ellipse">
            <a:avLst/>
          </a:prstGeom>
          <a:solidFill>
            <a:srgbClr val="7F8C97">
              <a:alpha val="48000"/>
            </a:srgbClr>
          </a:solidFill>
          <a:ln w="0">
            <a:noFill/>
            <a:prstDash val="solid"/>
          </a:ln>
        </p:spPr>
      </p:sp>
      <p:sp>
        <p:nvSpPr>
          <p:cNvPr id="3736" name="03_assume_matched_9033">
            <a:extLst>
              <a:ext uri="{FF2B5EF4-FFF2-40B4-BE49-F238E27FC236}">
                <a16:creationId xmlns:a16="http://schemas.microsoft.com/office/drawing/2014/main" id="{DD7C419B-AA81-4D9D-99CF-9B2F6CC43144}"/>
              </a:ext>
            </a:extLst>
          </p:cNvPr>
          <p:cNvSpPr>
            <a:spLocks noGrp="1"/>
          </p:cNvSpPr>
          <p:nvPr/>
        </p:nvSpPr>
        <p:spPr>
          <a:xfrm>
            <a:off x="3068160" y="7314426"/>
            <a:ext cx="28398" cy="28398"/>
          </a:xfrm>
          <a:prstGeom prst="ellipse">
            <a:avLst/>
          </a:prstGeom>
          <a:solidFill>
            <a:srgbClr val="7F8C97">
              <a:alpha val="48000"/>
            </a:srgbClr>
          </a:solidFill>
          <a:ln w="0">
            <a:noFill/>
            <a:prstDash val="solid"/>
          </a:ln>
        </p:spPr>
      </p:sp>
      <p:sp>
        <p:nvSpPr>
          <p:cNvPr id="3737" name="03_assume_matched_9034">
            <a:extLst>
              <a:ext uri="{FF2B5EF4-FFF2-40B4-BE49-F238E27FC236}">
                <a16:creationId xmlns:a16="http://schemas.microsoft.com/office/drawing/2014/main" id="{5F7DD3BE-0DF7-4883-BA8F-D575001D8112}"/>
              </a:ext>
            </a:extLst>
          </p:cNvPr>
          <p:cNvSpPr>
            <a:spLocks noGrp="1"/>
          </p:cNvSpPr>
          <p:nvPr/>
        </p:nvSpPr>
        <p:spPr>
          <a:xfrm>
            <a:off x="3105288" y="7168208"/>
            <a:ext cx="28398" cy="28398"/>
          </a:xfrm>
          <a:prstGeom prst="ellipse">
            <a:avLst/>
          </a:prstGeom>
          <a:solidFill>
            <a:srgbClr val="7F8C97">
              <a:alpha val="48000"/>
            </a:srgbClr>
          </a:solidFill>
          <a:ln w="0">
            <a:noFill/>
            <a:prstDash val="solid"/>
          </a:ln>
        </p:spPr>
      </p:sp>
      <p:sp>
        <p:nvSpPr>
          <p:cNvPr id="3738" name="03_assume_matched_9035">
            <a:extLst>
              <a:ext uri="{FF2B5EF4-FFF2-40B4-BE49-F238E27FC236}">
                <a16:creationId xmlns:a16="http://schemas.microsoft.com/office/drawing/2014/main" id="{5364097B-8116-4E92-A78C-8A18D5A84BE5}"/>
              </a:ext>
            </a:extLst>
          </p:cNvPr>
          <p:cNvSpPr>
            <a:spLocks noGrp="1"/>
          </p:cNvSpPr>
          <p:nvPr/>
        </p:nvSpPr>
        <p:spPr>
          <a:xfrm>
            <a:off x="3111476" y="7168208"/>
            <a:ext cx="28398" cy="28398"/>
          </a:xfrm>
          <a:prstGeom prst="ellipse">
            <a:avLst/>
          </a:prstGeom>
          <a:solidFill>
            <a:srgbClr val="7F8C97">
              <a:alpha val="48000"/>
            </a:srgbClr>
          </a:solidFill>
          <a:ln w="0">
            <a:noFill/>
            <a:prstDash val="solid"/>
          </a:ln>
        </p:spPr>
      </p:sp>
      <p:sp>
        <p:nvSpPr>
          <p:cNvPr id="3739" name="03_assume_matched_9036">
            <a:extLst>
              <a:ext uri="{FF2B5EF4-FFF2-40B4-BE49-F238E27FC236}">
                <a16:creationId xmlns:a16="http://schemas.microsoft.com/office/drawing/2014/main" id="{510FFBC5-7102-40C8-935B-36031DF81B29}"/>
              </a:ext>
            </a:extLst>
          </p:cNvPr>
          <p:cNvSpPr>
            <a:spLocks noGrp="1"/>
          </p:cNvSpPr>
          <p:nvPr/>
        </p:nvSpPr>
        <p:spPr>
          <a:xfrm>
            <a:off x="3022540" y="7168208"/>
            <a:ext cx="28398" cy="28398"/>
          </a:xfrm>
          <a:prstGeom prst="ellipse">
            <a:avLst/>
          </a:prstGeom>
          <a:solidFill>
            <a:srgbClr val="7F8C97">
              <a:alpha val="48000"/>
            </a:srgbClr>
          </a:solidFill>
          <a:ln w="0">
            <a:noFill/>
            <a:prstDash val="solid"/>
          </a:ln>
        </p:spPr>
      </p:sp>
      <p:sp>
        <p:nvSpPr>
          <p:cNvPr id="3740" name="03_assume_matched_9037">
            <a:extLst>
              <a:ext uri="{FF2B5EF4-FFF2-40B4-BE49-F238E27FC236}">
                <a16:creationId xmlns:a16="http://schemas.microsoft.com/office/drawing/2014/main" id="{331513B6-436F-49C2-A7EC-460A88C62C39}"/>
              </a:ext>
            </a:extLst>
          </p:cNvPr>
          <p:cNvSpPr>
            <a:spLocks noGrp="1"/>
          </p:cNvSpPr>
          <p:nvPr/>
        </p:nvSpPr>
        <p:spPr>
          <a:xfrm>
            <a:off x="3075355" y="7558121"/>
            <a:ext cx="28398" cy="28398"/>
          </a:xfrm>
          <a:prstGeom prst="ellipse">
            <a:avLst/>
          </a:prstGeom>
          <a:solidFill>
            <a:srgbClr val="7F8C97">
              <a:alpha val="48000"/>
            </a:srgbClr>
          </a:solidFill>
          <a:ln w="0">
            <a:noFill/>
            <a:prstDash val="solid"/>
          </a:ln>
        </p:spPr>
      </p:sp>
      <p:sp>
        <p:nvSpPr>
          <p:cNvPr id="3741" name="03_assume_matched_9038">
            <a:extLst>
              <a:ext uri="{FF2B5EF4-FFF2-40B4-BE49-F238E27FC236}">
                <a16:creationId xmlns:a16="http://schemas.microsoft.com/office/drawing/2014/main" id="{7DFFBA30-BBB2-4FED-A270-0892B59A5AF1}"/>
              </a:ext>
            </a:extLst>
          </p:cNvPr>
          <p:cNvSpPr>
            <a:spLocks noGrp="1"/>
          </p:cNvSpPr>
          <p:nvPr/>
        </p:nvSpPr>
        <p:spPr>
          <a:xfrm>
            <a:off x="3086292" y="7168208"/>
            <a:ext cx="28398" cy="28398"/>
          </a:xfrm>
          <a:prstGeom prst="ellipse">
            <a:avLst/>
          </a:prstGeom>
          <a:solidFill>
            <a:srgbClr val="7F8C97">
              <a:alpha val="48000"/>
            </a:srgbClr>
          </a:solidFill>
          <a:ln w="0">
            <a:noFill/>
            <a:prstDash val="solid"/>
          </a:ln>
        </p:spPr>
      </p:sp>
      <p:sp>
        <p:nvSpPr>
          <p:cNvPr id="3742" name="03_assume_matched_9039">
            <a:extLst>
              <a:ext uri="{FF2B5EF4-FFF2-40B4-BE49-F238E27FC236}">
                <a16:creationId xmlns:a16="http://schemas.microsoft.com/office/drawing/2014/main" id="{424A42D6-36E7-4D11-AE48-34BFC67FD0F9}"/>
              </a:ext>
            </a:extLst>
          </p:cNvPr>
          <p:cNvSpPr>
            <a:spLocks noGrp="1"/>
          </p:cNvSpPr>
          <p:nvPr/>
        </p:nvSpPr>
        <p:spPr>
          <a:xfrm>
            <a:off x="3103705" y="7168208"/>
            <a:ext cx="28398" cy="28398"/>
          </a:xfrm>
          <a:prstGeom prst="ellipse">
            <a:avLst/>
          </a:prstGeom>
          <a:solidFill>
            <a:srgbClr val="7F8C97">
              <a:alpha val="48000"/>
            </a:srgbClr>
          </a:solidFill>
          <a:ln w="0">
            <a:noFill/>
            <a:prstDash val="solid"/>
          </a:ln>
        </p:spPr>
      </p:sp>
      <p:sp>
        <p:nvSpPr>
          <p:cNvPr id="3743" name="03_assume_matched_9040">
            <a:extLst>
              <a:ext uri="{FF2B5EF4-FFF2-40B4-BE49-F238E27FC236}">
                <a16:creationId xmlns:a16="http://schemas.microsoft.com/office/drawing/2014/main" id="{D20F39B4-2172-435A-B5D6-8838ABFE6EEC}"/>
              </a:ext>
            </a:extLst>
          </p:cNvPr>
          <p:cNvSpPr>
            <a:spLocks noGrp="1"/>
          </p:cNvSpPr>
          <p:nvPr/>
        </p:nvSpPr>
        <p:spPr>
          <a:xfrm>
            <a:off x="3088451" y="7168208"/>
            <a:ext cx="28398" cy="28398"/>
          </a:xfrm>
          <a:prstGeom prst="ellipse">
            <a:avLst/>
          </a:prstGeom>
          <a:solidFill>
            <a:srgbClr val="7F8C97">
              <a:alpha val="48000"/>
            </a:srgbClr>
          </a:solidFill>
          <a:ln w="0">
            <a:noFill/>
            <a:prstDash val="solid"/>
          </a:ln>
        </p:spPr>
      </p:sp>
      <p:sp>
        <p:nvSpPr>
          <p:cNvPr id="3744" name="03_assume_matched_9041">
            <a:extLst>
              <a:ext uri="{FF2B5EF4-FFF2-40B4-BE49-F238E27FC236}">
                <a16:creationId xmlns:a16="http://schemas.microsoft.com/office/drawing/2014/main" id="{43F10DAE-D2DA-476A-B2BB-9BEC55E77707}"/>
              </a:ext>
            </a:extLst>
          </p:cNvPr>
          <p:cNvSpPr>
            <a:spLocks noGrp="1"/>
          </p:cNvSpPr>
          <p:nvPr/>
        </p:nvSpPr>
        <p:spPr>
          <a:xfrm>
            <a:off x="3066721" y="7168208"/>
            <a:ext cx="28398" cy="28398"/>
          </a:xfrm>
          <a:prstGeom prst="ellipse">
            <a:avLst/>
          </a:prstGeom>
          <a:solidFill>
            <a:srgbClr val="7F8C97">
              <a:alpha val="48000"/>
            </a:srgbClr>
          </a:solidFill>
          <a:ln w="0">
            <a:noFill/>
            <a:prstDash val="solid"/>
          </a:ln>
        </p:spPr>
      </p:sp>
      <p:sp>
        <p:nvSpPr>
          <p:cNvPr id="3745" name="03_assume_matched_9042">
            <a:extLst>
              <a:ext uri="{FF2B5EF4-FFF2-40B4-BE49-F238E27FC236}">
                <a16:creationId xmlns:a16="http://schemas.microsoft.com/office/drawing/2014/main" id="{FC00453E-FA8E-46E9-804E-3F73995D378C}"/>
              </a:ext>
            </a:extLst>
          </p:cNvPr>
          <p:cNvSpPr>
            <a:spLocks noGrp="1"/>
          </p:cNvSpPr>
          <p:nvPr/>
        </p:nvSpPr>
        <p:spPr>
          <a:xfrm>
            <a:off x="2978504" y="7168208"/>
            <a:ext cx="28398" cy="28398"/>
          </a:xfrm>
          <a:prstGeom prst="ellipse">
            <a:avLst/>
          </a:prstGeom>
          <a:solidFill>
            <a:srgbClr val="7F8C97">
              <a:alpha val="48000"/>
            </a:srgbClr>
          </a:solidFill>
          <a:ln w="0">
            <a:noFill/>
            <a:prstDash val="solid"/>
          </a:ln>
        </p:spPr>
      </p:sp>
      <p:sp>
        <p:nvSpPr>
          <p:cNvPr id="3746" name="03_assume_matched_9043">
            <a:extLst>
              <a:ext uri="{FF2B5EF4-FFF2-40B4-BE49-F238E27FC236}">
                <a16:creationId xmlns:a16="http://schemas.microsoft.com/office/drawing/2014/main" id="{37CB102D-DC95-4F24-8DB2-CDE927A6EB36}"/>
              </a:ext>
            </a:extLst>
          </p:cNvPr>
          <p:cNvSpPr>
            <a:spLocks noGrp="1"/>
          </p:cNvSpPr>
          <p:nvPr/>
        </p:nvSpPr>
        <p:spPr>
          <a:xfrm>
            <a:off x="2992463" y="7168208"/>
            <a:ext cx="28398" cy="28398"/>
          </a:xfrm>
          <a:prstGeom prst="ellipse">
            <a:avLst/>
          </a:prstGeom>
          <a:solidFill>
            <a:srgbClr val="7F8C97">
              <a:alpha val="48000"/>
            </a:srgbClr>
          </a:solidFill>
          <a:ln w="0">
            <a:noFill/>
            <a:prstDash val="solid"/>
          </a:ln>
        </p:spPr>
      </p:sp>
      <p:sp>
        <p:nvSpPr>
          <p:cNvPr id="3747" name="03_assume_matched_9044">
            <a:extLst>
              <a:ext uri="{FF2B5EF4-FFF2-40B4-BE49-F238E27FC236}">
                <a16:creationId xmlns:a16="http://schemas.microsoft.com/office/drawing/2014/main" id="{BFE59F2B-5A81-4A17-ABB7-8FDDB461C9D3}"/>
              </a:ext>
            </a:extLst>
          </p:cNvPr>
          <p:cNvSpPr>
            <a:spLocks noGrp="1"/>
          </p:cNvSpPr>
          <p:nvPr/>
        </p:nvSpPr>
        <p:spPr>
          <a:xfrm>
            <a:off x="3053625" y="7168208"/>
            <a:ext cx="28398" cy="28398"/>
          </a:xfrm>
          <a:prstGeom prst="ellipse">
            <a:avLst/>
          </a:prstGeom>
          <a:solidFill>
            <a:srgbClr val="7F8C97">
              <a:alpha val="48000"/>
            </a:srgbClr>
          </a:solidFill>
          <a:ln w="0">
            <a:noFill/>
            <a:prstDash val="solid"/>
          </a:ln>
        </p:spPr>
      </p:sp>
      <p:sp>
        <p:nvSpPr>
          <p:cNvPr id="3748" name="03_assume_matched_9045">
            <a:extLst>
              <a:ext uri="{FF2B5EF4-FFF2-40B4-BE49-F238E27FC236}">
                <a16:creationId xmlns:a16="http://schemas.microsoft.com/office/drawing/2014/main" id="{6A78D90F-A43D-417F-A9AF-C68076834FAF}"/>
              </a:ext>
            </a:extLst>
          </p:cNvPr>
          <p:cNvSpPr>
            <a:spLocks noGrp="1"/>
          </p:cNvSpPr>
          <p:nvPr/>
        </p:nvSpPr>
        <p:spPr>
          <a:xfrm>
            <a:off x="2998508" y="7753078"/>
            <a:ext cx="28398" cy="28398"/>
          </a:xfrm>
          <a:prstGeom prst="ellipse">
            <a:avLst/>
          </a:prstGeom>
          <a:solidFill>
            <a:srgbClr val="7F8C97">
              <a:alpha val="48000"/>
            </a:srgbClr>
          </a:solidFill>
          <a:ln w="0">
            <a:noFill/>
            <a:prstDash val="solid"/>
          </a:ln>
        </p:spPr>
      </p:sp>
      <p:sp>
        <p:nvSpPr>
          <p:cNvPr id="3749" name="03_assume_matched_9046">
            <a:extLst>
              <a:ext uri="{FF2B5EF4-FFF2-40B4-BE49-F238E27FC236}">
                <a16:creationId xmlns:a16="http://schemas.microsoft.com/office/drawing/2014/main" id="{0B4B2518-86EF-48BA-AFF2-46A41DAA6FC3}"/>
              </a:ext>
            </a:extLst>
          </p:cNvPr>
          <p:cNvSpPr>
            <a:spLocks noGrp="1"/>
          </p:cNvSpPr>
          <p:nvPr/>
        </p:nvSpPr>
        <p:spPr>
          <a:xfrm>
            <a:off x="3024555" y="7168208"/>
            <a:ext cx="28398" cy="28398"/>
          </a:xfrm>
          <a:prstGeom prst="ellipse">
            <a:avLst/>
          </a:prstGeom>
          <a:solidFill>
            <a:srgbClr val="7F8C97">
              <a:alpha val="48000"/>
            </a:srgbClr>
          </a:solidFill>
          <a:ln w="0">
            <a:noFill/>
            <a:prstDash val="solid"/>
          </a:ln>
        </p:spPr>
      </p:sp>
      <p:sp>
        <p:nvSpPr>
          <p:cNvPr id="3750" name="03_assume_matched_9047">
            <a:extLst>
              <a:ext uri="{FF2B5EF4-FFF2-40B4-BE49-F238E27FC236}">
                <a16:creationId xmlns:a16="http://schemas.microsoft.com/office/drawing/2014/main" id="{AFCD8AF6-99BC-445B-8133-5C939058BBE9}"/>
              </a:ext>
            </a:extLst>
          </p:cNvPr>
          <p:cNvSpPr>
            <a:spLocks noGrp="1"/>
          </p:cNvSpPr>
          <p:nvPr/>
        </p:nvSpPr>
        <p:spPr>
          <a:xfrm>
            <a:off x="2973611" y="7753078"/>
            <a:ext cx="28398" cy="28398"/>
          </a:xfrm>
          <a:prstGeom prst="ellipse">
            <a:avLst/>
          </a:prstGeom>
          <a:solidFill>
            <a:srgbClr val="7F8C97">
              <a:alpha val="48000"/>
            </a:srgbClr>
          </a:solidFill>
          <a:ln w="0">
            <a:noFill/>
            <a:prstDash val="solid"/>
          </a:ln>
        </p:spPr>
      </p:sp>
      <p:sp>
        <p:nvSpPr>
          <p:cNvPr id="3751" name="03_assume_matched_9048">
            <a:extLst>
              <a:ext uri="{FF2B5EF4-FFF2-40B4-BE49-F238E27FC236}">
                <a16:creationId xmlns:a16="http://schemas.microsoft.com/office/drawing/2014/main" id="{F5939B57-7809-426A-99B1-61BCDA95544D}"/>
              </a:ext>
            </a:extLst>
          </p:cNvPr>
          <p:cNvSpPr>
            <a:spLocks noGrp="1"/>
          </p:cNvSpPr>
          <p:nvPr/>
        </p:nvSpPr>
        <p:spPr>
          <a:xfrm>
            <a:off x="768364" y="7153164"/>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752" name="03_assume_matched_9049">
            <a:extLst>
              <a:ext uri="{FF2B5EF4-FFF2-40B4-BE49-F238E27FC236}">
                <a16:creationId xmlns:a16="http://schemas.microsoft.com/office/drawing/2014/main" id="{797C2A89-3719-4787-9C52-4B42470C15CE}"/>
              </a:ext>
            </a:extLst>
          </p:cNvPr>
          <p:cNvSpPr>
            <a:spLocks noGrp="1"/>
          </p:cNvSpPr>
          <p:nvPr/>
        </p:nvSpPr>
        <p:spPr>
          <a:xfrm>
            <a:off x="768364" y="7796521"/>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753" name="text_9050">
            <a:extLst>
              <a:ext uri="{FF2B5EF4-FFF2-40B4-BE49-F238E27FC236}">
                <a16:creationId xmlns:a16="http://schemas.microsoft.com/office/drawing/2014/main" id="{C376632F-929E-481C-89F0-BDAD3B8E1A56}"/>
              </a:ext>
            </a:extLst>
          </p:cNvPr>
          <p:cNvSpPr>
            <a:spLocks noGrp="1"/>
          </p:cNvSpPr>
          <p:nvPr/>
        </p:nvSpPr>
        <p:spPr>
          <a:xfrm>
            <a:off x="426174" y="6854228"/>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k</a:t>
            </a:r>
          </a:p>
        </p:txBody>
      </p:sp>
      <p:sp>
        <p:nvSpPr>
          <p:cNvPr id="3754" name="text_9051">
            <a:extLst>
              <a:ext uri="{FF2B5EF4-FFF2-40B4-BE49-F238E27FC236}">
                <a16:creationId xmlns:a16="http://schemas.microsoft.com/office/drawing/2014/main" id="{F93D809F-6733-4F2F-B5DB-368D29438FFA}"/>
              </a:ext>
            </a:extLst>
          </p:cNvPr>
          <p:cNvSpPr>
            <a:spLocks noGrp="1"/>
          </p:cNvSpPr>
          <p:nvPr/>
        </p:nvSpPr>
        <p:spPr>
          <a:xfrm>
            <a:off x="768363" y="6953584"/>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Best of 50, RMSD &lt;2 Å</a:t>
            </a:r>
          </a:p>
        </p:txBody>
      </p:sp>
      <p:sp>
        <p:nvSpPr>
          <p:cNvPr id="3755" name="03_assume_matched_9052">
            <a:extLst>
              <a:ext uri="{FF2B5EF4-FFF2-40B4-BE49-F238E27FC236}">
                <a16:creationId xmlns:a16="http://schemas.microsoft.com/office/drawing/2014/main" id="{736E31F0-5BEF-4EE3-9256-17F381AC00D2}"/>
              </a:ext>
            </a:extLst>
          </p:cNvPr>
          <p:cNvSpPr>
            <a:spLocks noGrp="1"/>
          </p:cNvSpPr>
          <p:nvPr/>
        </p:nvSpPr>
        <p:spPr>
          <a:xfrm>
            <a:off x="790995" y="7363903"/>
            <a:ext cx="2263158" cy="403374"/>
          </a:xfrm>
          <a:custGeom>
            <a:avLst/>
            <a:gdLst/>
            <a:ahLst/>
            <a:cxnLst/>
            <a:rect l="0" t="0" r="0" b="0"/>
            <a:pathLst>
              <a:path w="2263158" h="403374">
                <a:moveTo>
                  <a:pt x="0" y="403374"/>
                </a:moveTo>
                <a:lnTo>
                  <a:pt x="53885" y="402149"/>
                </a:lnTo>
                <a:lnTo>
                  <a:pt x="53885" y="401606"/>
                </a:lnTo>
                <a:lnTo>
                  <a:pt x="68581" y="400462"/>
                </a:lnTo>
                <a:lnTo>
                  <a:pt x="68581" y="399081"/>
                </a:lnTo>
                <a:lnTo>
                  <a:pt x="83821" y="398224"/>
                </a:lnTo>
                <a:lnTo>
                  <a:pt x="83821" y="396958"/>
                </a:lnTo>
                <a:lnTo>
                  <a:pt x="107769" y="396349"/>
                </a:lnTo>
                <a:lnTo>
                  <a:pt x="107769" y="394722"/>
                </a:lnTo>
                <a:lnTo>
                  <a:pt x="125731" y="394624"/>
                </a:lnTo>
                <a:lnTo>
                  <a:pt x="125731" y="387248"/>
                </a:lnTo>
                <a:lnTo>
                  <a:pt x="137161" y="387150"/>
                </a:lnTo>
                <a:lnTo>
                  <a:pt x="137161" y="385769"/>
                </a:lnTo>
                <a:lnTo>
                  <a:pt x="150877" y="385672"/>
                </a:lnTo>
                <a:lnTo>
                  <a:pt x="150877" y="381874"/>
                </a:lnTo>
                <a:lnTo>
                  <a:pt x="167641" y="380820"/>
                </a:lnTo>
                <a:lnTo>
                  <a:pt x="167641" y="379554"/>
                </a:lnTo>
                <a:lnTo>
                  <a:pt x="188596" y="379359"/>
                </a:lnTo>
                <a:lnTo>
                  <a:pt x="188596" y="363852"/>
                </a:lnTo>
                <a:lnTo>
                  <a:pt x="205742" y="363657"/>
                </a:lnTo>
                <a:lnTo>
                  <a:pt x="205742" y="362276"/>
                </a:lnTo>
                <a:lnTo>
                  <a:pt x="215539" y="361756"/>
                </a:lnTo>
                <a:lnTo>
                  <a:pt x="215539" y="360129"/>
                </a:lnTo>
                <a:lnTo>
                  <a:pt x="251462" y="359077"/>
                </a:lnTo>
                <a:lnTo>
                  <a:pt x="251462" y="347164"/>
                </a:lnTo>
                <a:lnTo>
                  <a:pt x="274322" y="346427"/>
                </a:lnTo>
                <a:lnTo>
                  <a:pt x="274322" y="345046"/>
                </a:lnTo>
                <a:lnTo>
                  <a:pt x="301754" y="343910"/>
                </a:lnTo>
                <a:lnTo>
                  <a:pt x="301754" y="338593"/>
                </a:lnTo>
                <a:lnTo>
                  <a:pt x="323308" y="337765"/>
                </a:lnTo>
                <a:lnTo>
                  <a:pt x="323308" y="336137"/>
                </a:lnTo>
                <a:lnTo>
                  <a:pt x="342903" y="335099"/>
                </a:lnTo>
                <a:lnTo>
                  <a:pt x="342903" y="333718"/>
                </a:lnTo>
                <a:lnTo>
                  <a:pt x="377193" y="333425"/>
                </a:lnTo>
                <a:lnTo>
                  <a:pt x="377193" y="276324"/>
                </a:lnTo>
                <a:lnTo>
                  <a:pt x="411483" y="276032"/>
                </a:lnTo>
                <a:lnTo>
                  <a:pt x="411483" y="274651"/>
                </a:lnTo>
                <a:lnTo>
                  <a:pt x="431078" y="274456"/>
                </a:lnTo>
                <a:lnTo>
                  <a:pt x="431078" y="272828"/>
                </a:lnTo>
                <a:lnTo>
                  <a:pt x="452632" y="272001"/>
                </a:lnTo>
                <a:lnTo>
                  <a:pt x="452632" y="266684"/>
                </a:lnTo>
                <a:lnTo>
                  <a:pt x="480064" y="266392"/>
                </a:lnTo>
                <a:lnTo>
                  <a:pt x="480064" y="265011"/>
                </a:lnTo>
                <a:lnTo>
                  <a:pt x="502924" y="264273"/>
                </a:lnTo>
                <a:lnTo>
                  <a:pt x="502924" y="254681"/>
                </a:lnTo>
                <a:lnTo>
                  <a:pt x="538847" y="253630"/>
                </a:lnTo>
                <a:lnTo>
                  <a:pt x="538847" y="252002"/>
                </a:lnTo>
                <a:lnTo>
                  <a:pt x="548644" y="251905"/>
                </a:lnTo>
                <a:lnTo>
                  <a:pt x="548644" y="250523"/>
                </a:lnTo>
                <a:lnTo>
                  <a:pt x="565789" y="250329"/>
                </a:lnTo>
                <a:lnTo>
                  <a:pt x="565789" y="237036"/>
                </a:lnTo>
                <a:lnTo>
                  <a:pt x="603509" y="235682"/>
                </a:lnTo>
                <a:lnTo>
                  <a:pt x="603509" y="230365"/>
                </a:lnTo>
                <a:lnTo>
                  <a:pt x="617225" y="230268"/>
                </a:lnTo>
                <a:lnTo>
                  <a:pt x="617225" y="228887"/>
                </a:lnTo>
                <a:lnTo>
                  <a:pt x="628655" y="228789"/>
                </a:lnTo>
                <a:lnTo>
                  <a:pt x="628655" y="222362"/>
                </a:lnTo>
                <a:lnTo>
                  <a:pt x="646617" y="222265"/>
                </a:lnTo>
                <a:lnTo>
                  <a:pt x="647998" y="220540"/>
                </a:lnTo>
                <a:lnTo>
                  <a:pt x="685805" y="219488"/>
                </a:lnTo>
                <a:lnTo>
                  <a:pt x="686685" y="218010"/>
                </a:lnTo>
                <a:lnTo>
                  <a:pt x="754386" y="216883"/>
                </a:lnTo>
                <a:lnTo>
                  <a:pt x="754386" y="5697"/>
                </a:lnTo>
                <a:lnTo>
                  <a:pt x="1131579" y="5697"/>
                </a:lnTo>
                <a:lnTo>
                  <a:pt x="1131579" y="0"/>
                </a:lnTo>
                <a:lnTo>
                  <a:pt x="2263158" y="0"/>
                </a:lnTo>
                <a:lnTo>
                  <a:pt x="2263158" y="0"/>
                </a:lnTo>
              </a:path>
            </a:pathLst>
          </a:custGeom>
          <a:noFill/>
          <a:ln w="22860">
            <a:solidFill>
              <a:srgbClr val="00878B"/>
            </a:solidFill>
            <a:prstDash val="solid"/>
          </a:ln>
        </p:spPr>
      </p:sp>
      <p:sp>
        <p:nvSpPr>
          <p:cNvPr id="3756" name="03_assume_matched_9053">
            <a:extLst>
              <a:ext uri="{FF2B5EF4-FFF2-40B4-BE49-F238E27FC236}">
                <a16:creationId xmlns:a16="http://schemas.microsoft.com/office/drawing/2014/main" id="{AFC84562-8FC8-4AAE-8498-55C12CE60F2C}"/>
              </a:ext>
            </a:extLst>
          </p:cNvPr>
          <p:cNvSpPr>
            <a:spLocks noGrp="1"/>
          </p:cNvSpPr>
          <p:nvPr/>
        </p:nvSpPr>
        <p:spPr>
          <a:xfrm>
            <a:off x="790995" y="7182408"/>
            <a:ext cx="2263158" cy="584869"/>
          </a:xfrm>
          <a:custGeom>
            <a:avLst/>
            <a:gdLst/>
            <a:ahLst/>
            <a:cxnLst/>
            <a:rect l="0" t="0" r="0" b="0"/>
            <a:pathLst>
              <a:path w="2263158" h="584869">
                <a:moveTo>
                  <a:pt x="0" y="584869"/>
                </a:moveTo>
                <a:lnTo>
                  <a:pt x="377193" y="584869"/>
                </a:lnTo>
                <a:lnTo>
                  <a:pt x="377193" y="519884"/>
                </a:lnTo>
                <a:lnTo>
                  <a:pt x="754386" y="519884"/>
                </a:lnTo>
                <a:lnTo>
                  <a:pt x="754386" y="0"/>
                </a:lnTo>
                <a:lnTo>
                  <a:pt x="2263158" y="0"/>
                </a:lnTo>
                <a:lnTo>
                  <a:pt x="2263158" y="0"/>
                </a:lnTo>
              </a:path>
            </a:pathLst>
          </a:custGeom>
          <a:noFill/>
          <a:ln w="13335">
            <a:solidFill>
              <a:srgbClr val="3A64C8"/>
            </a:solidFill>
            <a:prstDash val="solid"/>
          </a:ln>
        </p:spPr>
      </p:sp>
      <p:sp>
        <p:nvSpPr>
          <p:cNvPr id="3757" name="03_assume_matched_9054">
            <a:extLst>
              <a:ext uri="{FF2B5EF4-FFF2-40B4-BE49-F238E27FC236}">
                <a16:creationId xmlns:a16="http://schemas.microsoft.com/office/drawing/2014/main" id="{82E89F4A-03B4-49DC-A20F-8F38AE875A87}"/>
              </a:ext>
            </a:extLst>
          </p:cNvPr>
          <p:cNvSpPr>
            <a:spLocks noGrp="1"/>
          </p:cNvSpPr>
          <p:nvPr/>
        </p:nvSpPr>
        <p:spPr>
          <a:xfrm>
            <a:off x="1146598" y="7618637"/>
            <a:ext cx="43180" cy="43180"/>
          </a:xfrm>
          <a:prstGeom prst="ellipse">
            <a:avLst/>
          </a:prstGeom>
          <a:solidFill>
            <a:srgbClr val="00878B"/>
          </a:solidFill>
          <a:ln w="4445">
            <a:solidFill>
              <a:srgbClr val="FFFFFF"/>
            </a:solidFill>
            <a:prstDash val="solid"/>
          </a:ln>
        </p:spPr>
      </p:sp>
      <p:sp>
        <p:nvSpPr>
          <p:cNvPr id="3758" name="03_assume_matched_9055">
            <a:extLst>
              <a:ext uri="{FF2B5EF4-FFF2-40B4-BE49-F238E27FC236}">
                <a16:creationId xmlns:a16="http://schemas.microsoft.com/office/drawing/2014/main" id="{F4F32712-1D73-442E-B21A-0D55DD8B0380}"/>
              </a:ext>
            </a:extLst>
          </p:cNvPr>
          <p:cNvSpPr>
            <a:spLocks noGrp="1"/>
          </p:cNvSpPr>
          <p:nvPr/>
        </p:nvSpPr>
        <p:spPr>
          <a:xfrm>
            <a:off x="1523791" y="7348009"/>
            <a:ext cx="43180" cy="43180"/>
          </a:xfrm>
          <a:prstGeom prst="ellipse">
            <a:avLst/>
          </a:prstGeom>
          <a:solidFill>
            <a:srgbClr val="00878B"/>
          </a:solidFill>
          <a:ln w="4445">
            <a:solidFill>
              <a:srgbClr val="FFFFFF"/>
            </a:solidFill>
            <a:prstDash val="solid"/>
          </a:ln>
        </p:spPr>
      </p:sp>
      <p:sp>
        <p:nvSpPr>
          <p:cNvPr id="3759" name="03_assume_matched_9056">
            <a:extLst>
              <a:ext uri="{FF2B5EF4-FFF2-40B4-BE49-F238E27FC236}">
                <a16:creationId xmlns:a16="http://schemas.microsoft.com/office/drawing/2014/main" id="{9EF61353-C5F3-4907-B473-FF7A4864016A}"/>
              </a:ext>
            </a:extLst>
          </p:cNvPr>
          <p:cNvSpPr>
            <a:spLocks noGrp="1"/>
          </p:cNvSpPr>
          <p:nvPr/>
        </p:nvSpPr>
        <p:spPr>
          <a:xfrm>
            <a:off x="2278177" y="7342313"/>
            <a:ext cx="43180" cy="43180"/>
          </a:xfrm>
          <a:prstGeom prst="ellipse">
            <a:avLst/>
          </a:prstGeom>
          <a:solidFill>
            <a:srgbClr val="00878B"/>
          </a:solidFill>
          <a:ln w="4445">
            <a:solidFill>
              <a:srgbClr val="FFFFFF"/>
            </a:solidFill>
            <a:prstDash val="solid"/>
          </a:ln>
        </p:spPr>
      </p:sp>
      <p:sp>
        <p:nvSpPr>
          <p:cNvPr id="3760" name="03_assume_matched_9057">
            <a:extLst>
              <a:ext uri="{FF2B5EF4-FFF2-40B4-BE49-F238E27FC236}">
                <a16:creationId xmlns:a16="http://schemas.microsoft.com/office/drawing/2014/main" id="{0053B372-9D43-4278-AF18-5322D2F712FF}"/>
              </a:ext>
            </a:extLst>
          </p:cNvPr>
          <p:cNvSpPr>
            <a:spLocks noGrp="1"/>
          </p:cNvSpPr>
          <p:nvPr/>
        </p:nvSpPr>
        <p:spPr>
          <a:xfrm>
            <a:off x="3032562" y="7342313"/>
            <a:ext cx="43180" cy="43180"/>
          </a:xfrm>
          <a:prstGeom prst="ellipse">
            <a:avLst/>
          </a:prstGeom>
          <a:solidFill>
            <a:srgbClr val="00878B"/>
          </a:solidFill>
          <a:ln w="4445">
            <a:solidFill>
              <a:srgbClr val="FFFFFF"/>
            </a:solidFill>
            <a:prstDash val="solid"/>
          </a:ln>
        </p:spPr>
      </p:sp>
      <p:sp>
        <p:nvSpPr>
          <p:cNvPr id="3761" name="03_assume_matched_9058">
            <a:extLst>
              <a:ext uri="{FF2B5EF4-FFF2-40B4-BE49-F238E27FC236}">
                <a16:creationId xmlns:a16="http://schemas.microsoft.com/office/drawing/2014/main" id="{FD2188DE-5CC5-4797-B33E-3CD9A14C012D}"/>
              </a:ext>
            </a:extLst>
          </p:cNvPr>
          <p:cNvSpPr>
            <a:spLocks noGrp="1"/>
          </p:cNvSpPr>
          <p:nvPr/>
        </p:nvSpPr>
        <p:spPr>
          <a:xfrm>
            <a:off x="1132267" y="7666370"/>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2" name="03_assume_matched_9059">
            <a:extLst>
              <a:ext uri="{FF2B5EF4-FFF2-40B4-BE49-F238E27FC236}">
                <a16:creationId xmlns:a16="http://schemas.microsoft.com/office/drawing/2014/main" id="{BB1FCF0A-94BB-4105-83FF-3D1231AE1781}"/>
              </a:ext>
            </a:extLst>
          </p:cNvPr>
          <p:cNvSpPr>
            <a:spLocks noGrp="1"/>
          </p:cNvSpPr>
          <p:nvPr/>
        </p:nvSpPr>
        <p:spPr>
          <a:xfrm>
            <a:off x="1509460"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3" name="03_assume_matched_9060">
            <a:extLst>
              <a:ext uri="{FF2B5EF4-FFF2-40B4-BE49-F238E27FC236}">
                <a16:creationId xmlns:a16="http://schemas.microsoft.com/office/drawing/2014/main" id="{55F2A191-F4B0-453F-BFB9-485A64CF1F5E}"/>
              </a:ext>
            </a:extLst>
          </p:cNvPr>
          <p:cNvSpPr>
            <a:spLocks noGrp="1"/>
          </p:cNvSpPr>
          <p:nvPr/>
        </p:nvSpPr>
        <p:spPr>
          <a:xfrm>
            <a:off x="2263845"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4" name="03_assume_matched_9061">
            <a:extLst>
              <a:ext uri="{FF2B5EF4-FFF2-40B4-BE49-F238E27FC236}">
                <a16:creationId xmlns:a16="http://schemas.microsoft.com/office/drawing/2014/main" id="{7A2F1EEC-95C4-4B52-83E1-C3E70420983E}"/>
              </a:ext>
            </a:extLst>
          </p:cNvPr>
          <p:cNvSpPr>
            <a:spLocks noGrp="1"/>
          </p:cNvSpPr>
          <p:nvPr/>
        </p:nvSpPr>
        <p:spPr>
          <a:xfrm>
            <a:off x="3018231"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5" name="03_assume_matched_9062">
            <a:extLst>
              <a:ext uri="{FF2B5EF4-FFF2-40B4-BE49-F238E27FC236}">
                <a16:creationId xmlns:a16="http://schemas.microsoft.com/office/drawing/2014/main" id="{FAF867B2-F93B-4D33-B7D5-66381BE97B52}"/>
              </a:ext>
            </a:extLst>
          </p:cNvPr>
          <p:cNvSpPr>
            <a:spLocks noGrp="1"/>
          </p:cNvSpPr>
          <p:nvPr/>
        </p:nvSpPr>
        <p:spPr>
          <a:xfrm>
            <a:off x="3896953" y="7153164"/>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766" name="03_assume_matched_9063">
            <a:extLst>
              <a:ext uri="{FF2B5EF4-FFF2-40B4-BE49-F238E27FC236}">
                <a16:creationId xmlns:a16="http://schemas.microsoft.com/office/drawing/2014/main" id="{DF60C5F7-A9A7-4C55-B54D-F818608B6BE0}"/>
              </a:ext>
            </a:extLst>
          </p:cNvPr>
          <p:cNvSpPr>
            <a:spLocks noGrp="1"/>
          </p:cNvSpPr>
          <p:nvPr/>
        </p:nvSpPr>
        <p:spPr>
          <a:xfrm>
            <a:off x="4198707" y="7182408"/>
            <a:ext cx="196140" cy="584869"/>
          </a:xfrm>
          <a:custGeom>
            <a:avLst/>
            <a:gdLst/>
            <a:ahLst/>
            <a:cxnLst/>
            <a:rect l="0" t="0" r="0" b="0"/>
            <a:pathLst>
              <a:path w="196140" h="584869">
                <a:moveTo>
                  <a:pt x="196140" y="584869"/>
                </a:moveTo>
                <a:lnTo>
                  <a:pt x="0" y="584869"/>
                </a:lnTo>
                <a:lnTo>
                  <a:pt x="1091" y="579995"/>
                </a:lnTo>
                <a:lnTo>
                  <a:pt x="4289" y="575121"/>
                </a:lnTo>
                <a:lnTo>
                  <a:pt x="9379" y="570247"/>
                </a:lnTo>
                <a:lnTo>
                  <a:pt x="16029" y="565373"/>
                </a:lnTo>
                <a:lnTo>
                  <a:pt x="23824" y="560500"/>
                </a:lnTo>
                <a:lnTo>
                  <a:pt x="32312" y="555626"/>
                </a:lnTo>
                <a:lnTo>
                  <a:pt x="41043" y="550752"/>
                </a:lnTo>
                <a:lnTo>
                  <a:pt x="49609" y="545878"/>
                </a:lnTo>
                <a:lnTo>
                  <a:pt x="57671" y="541004"/>
                </a:lnTo>
                <a:lnTo>
                  <a:pt x="64976" y="536130"/>
                </a:lnTo>
                <a:lnTo>
                  <a:pt x="71367" y="531256"/>
                </a:lnTo>
                <a:lnTo>
                  <a:pt x="76770" y="526382"/>
                </a:lnTo>
                <a:lnTo>
                  <a:pt x="81188" y="521508"/>
                </a:lnTo>
                <a:lnTo>
                  <a:pt x="84682" y="516634"/>
                </a:lnTo>
                <a:lnTo>
                  <a:pt x="87349" y="511760"/>
                </a:lnTo>
                <a:lnTo>
                  <a:pt x="89310" y="506887"/>
                </a:lnTo>
                <a:lnTo>
                  <a:pt x="90687" y="502013"/>
                </a:lnTo>
                <a:lnTo>
                  <a:pt x="91601" y="497139"/>
                </a:lnTo>
                <a:lnTo>
                  <a:pt x="92157" y="492265"/>
                </a:lnTo>
                <a:lnTo>
                  <a:pt x="92443" y="487391"/>
                </a:lnTo>
                <a:lnTo>
                  <a:pt x="92531" y="482517"/>
                </a:lnTo>
                <a:lnTo>
                  <a:pt x="92475" y="477643"/>
                </a:lnTo>
                <a:lnTo>
                  <a:pt x="92316" y="472769"/>
                </a:lnTo>
                <a:lnTo>
                  <a:pt x="92085" y="467895"/>
                </a:lnTo>
                <a:lnTo>
                  <a:pt x="91804" y="463021"/>
                </a:lnTo>
                <a:lnTo>
                  <a:pt x="91489" y="458147"/>
                </a:lnTo>
                <a:lnTo>
                  <a:pt x="91155" y="453274"/>
                </a:lnTo>
                <a:lnTo>
                  <a:pt x="90812" y="448400"/>
                </a:lnTo>
                <a:lnTo>
                  <a:pt x="90471" y="443526"/>
                </a:lnTo>
                <a:lnTo>
                  <a:pt x="90139" y="438652"/>
                </a:lnTo>
                <a:lnTo>
                  <a:pt x="89822" y="433778"/>
                </a:lnTo>
                <a:lnTo>
                  <a:pt x="89525" y="428904"/>
                </a:lnTo>
                <a:lnTo>
                  <a:pt x="89251" y="424030"/>
                </a:lnTo>
                <a:lnTo>
                  <a:pt x="88998" y="419156"/>
                </a:lnTo>
                <a:lnTo>
                  <a:pt x="88767" y="414282"/>
                </a:lnTo>
                <a:lnTo>
                  <a:pt x="88554" y="409408"/>
                </a:lnTo>
                <a:lnTo>
                  <a:pt x="88354" y="404534"/>
                </a:lnTo>
                <a:lnTo>
                  <a:pt x="88160" y="399661"/>
                </a:lnTo>
                <a:lnTo>
                  <a:pt x="87960" y="394787"/>
                </a:lnTo>
                <a:lnTo>
                  <a:pt x="87741" y="389913"/>
                </a:lnTo>
                <a:lnTo>
                  <a:pt x="87484" y="385039"/>
                </a:lnTo>
                <a:lnTo>
                  <a:pt x="87166" y="380165"/>
                </a:lnTo>
                <a:lnTo>
                  <a:pt x="86759" y="375291"/>
                </a:lnTo>
                <a:lnTo>
                  <a:pt x="86229" y="370417"/>
                </a:lnTo>
                <a:lnTo>
                  <a:pt x="85541" y="365543"/>
                </a:lnTo>
                <a:lnTo>
                  <a:pt x="84660" y="360669"/>
                </a:lnTo>
                <a:lnTo>
                  <a:pt x="83551" y="355795"/>
                </a:lnTo>
                <a:lnTo>
                  <a:pt x="82189" y="350921"/>
                </a:lnTo>
                <a:lnTo>
                  <a:pt x="80560" y="346048"/>
                </a:lnTo>
                <a:lnTo>
                  <a:pt x="78670" y="341174"/>
                </a:lnTo>
                <a:lnTo>
                  <a:pt x="76546" y="336300"/>
                </a:lnTo>
                <a:lnTo>
                  <a:pt x="74242" y="331426"/>
                </a:lnTo>
                <a:lnTo>
                  <a:pt x="71839" y="326552"/>
                </a:lnTo>
                <a:lnTo>
                  <a:pt x="69443" y="321678"/>
                </a:lnTo>
                <a:lnTo>
                  <a:pt x="67181" y="316804"/>
                </a:lnTo>
                <a:lnTo>
                  <a:pt x="65189" y="311930"/>
                </a:lnTo>
                <a:lnTo>
                  <a:pt x="63603" y="307056"/>
                </a:lnTo>
                <a:lnTo>
                  <a:pt x="62545" y="302182"/>
                </a:lnTo>
                <a:lnTo>
                  <a:pt x="62110" y="297308"/>
                </a:lnTo>
                <a:lnTo>
                  <a:pt x="62355" y="292435"/>
                </a:lnTo>
                <a:lnTo>
                  <a:pt x="63293" y="287561"/>
                </a:lnTo>
                <a:lnTo>
                  <a:pt x="64889" y="282687"/>
                </a:lnTo>
                <a:lnTo>
                  <a:pt x="67066" y="277813"/>
                </a:lnTo>
                <a:lnTo>
                  <a:pt x="69709" y="272939"/>
                </a:lnTo>
                <a:lnTo>
                  <a:pt x="72679" y="268065"/>
                </a:lnTo>
                <a:lnTo>
                  <a:pt x="75829" y="263191"/>
                </a:lnTo>
                <a:lnTo>
                  <a:pt x="79012" y="258317"/>
                </a:lnTo>
                <a:lnTo>
                  <a:pt x="82098" y="253443"/>
                </a:lnTo>
                <a:lnTo>
                  <a:pt x="84979" y="248569"/>
                </a:lnTo>
                <a:lnTo>
                  <a:pt x="87578" y="243695"/>
                </a:lnTo>
                <a:lnTo>
                  <a:pt x="89848" y="238822"/>
                </a:lnTo>
                <a:lnTo>
                  <a:pt x="91771" y="233948"/>
                </a:lnTo>
                <a:lnTo>
                  <a:pt x="93352" y="229074"/>
                </a:lnTo>
                <a:lnTo>
                  <a:pt x="94615" y="224200"/>
                </a:lnTo>
                <a:lnTo>
                  <a:pt x="95597" y="219326"/>
                </a:lnTo>
                <a:lnTo>
                  <a:pt x="96340" y="214452"/>
                </a:lnTo>
                <a:lnTo>
                  <a:pt x="96887" y="209578"/>
                </a:lnTo>
                <a:lnTo>
                  <a:pt x="97279" y="204704"/>
                </a:lnTo>
                <a:lnTo>
                  <a:pt x="97553" y="199830"/>
                </a:lnTo>
                <a:lnTo>
                  <a:pt x="97740" y="194956"/>
                </a:lnTo>
                <a:lnTo>
                  <a:pt x="97864" y="190082"/>
                </a:lnTo>
                <a:lnTo>
                  <a:pt x="97944" y="185209"/>
                </a:lnTo>
                <a:lnTo>
                  <a:pt x="97995" y="180335"/>
                </a:lnTo>
                <a:lnTo>
                  <a:pt x="98026" y="175461"/>
                </a:lnTo>
                <a:lnTo>
                  <a:pt x="98045" y="170587"/>
                </a:lnTo>
                <a:lnTo>
                  <a:pt x="98056" y="165713"/>
                </a:lnTo>
                <a:lnTo>
                  <a:pt x="98063" y="160839"/>
                </a:lnTo>
                <a:lnTo>
                  <a:pt x="98066" y="155965"/>
                </a:lnTo>
                <a:lnTo>
                  <a:pt x="98068"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4" y="155965"/>
                </a:lnTo>
                <a:lnTo>
                  <a:pt x="98078" y="160839"/>
                </a:lnTo>
                <a:lnTo>
                  <a:pt x="98084" y="165713"/>
                </a:lnTo>
                <a:lnTo>
                  <a:pt x="98095" y="170587"/>
                </a:lnTo>
                <a:lnTo>
                  <a:pt x="98114" y="175461"/>
                </a:lnTo>
                <a:lnTo>
                  <a:pt x="98145" y="180335"/>
                </a:lnTo>
                <a:lnTo>
                  <a:pt x="98196" y="185209"/>
                </a:lnTo>
                <a:lnTo>
                  <a:pt x="98276" y="190082"/>
                </a:lnTo>
                <a:lnTo>
                  <a:pt x="98400" y="194956"/>
                </a:lnTo>
                <a:lnTo>
                  <a:pt x="98587" y="199830"/>
                </a:lnTo>
                <a:lnTo>
                  <a:pt x="98861" y="204704"/>
                </a:lnTo>
                <a:lnTo>
                  <a:pt x="99254" y="209578"/>
                </a:lnTo>
                <a:lnTo>
                  <a:pt x="99800" y="214452"/>
                </a:lnTo>
                <a:lnTo>
                  <a:pt x="100543" y="219326"/>
                </a:lnTo>
                <a:lnTo>
                  <a:pt x="101525" y="224200"/>
                </a:lnTo>
                <a:lnTo>
                  <a:pt x="102789" y="229074"/>
                </a:lnTo>
                <a:lnTo>
                  <a:pt x="104370" y="233948"/>
                </a:lnTo>
                <a:lnTo>
                  <a:pt x="106292" y="238822"/>
                </a:lnTo>
                <a:lnTo>
                  <a:pt x="108563" y="243695"/>
                </a:lnTo>
                <a:lnTo>
                  <a:pt x="111162" y="248569"/>
                </a:lnTo>
                <a:lnTo>
                  <a:pt x="114043" y="253443"/>
                </a:lnTo>
                <a:lnTo>
                  <a:pt x="117128" y="258317"/>
                </a:lnTo>
                <a:lnTo>
                  <a:pt x="120311" y="263191"/>
                </a:lnTo>
                <a:lnTo>
                  <a:pt x="123461" y="268065"/>
                </a:lnTo>
                <a:lnTo>
                  <a:pt x="126432" y="272939"/>
                </a:lnTo>
                <a:lnTo>
                  <a:pt x="129075" y="277813"/>
                </a:lnTo>
                <a:lnTo>
                  <a:pt x="131251" y="282687"/>
                </a:lnTo>
                <a:lnTo>
                  <a:pt x="132848" y="287561"/>
                </a:lnTo>
                <a:lnTo>
                  <a:pt x="133786" y="292435"/>
                </a:lnTo>
                <a:lnTo>
                  <a:pt x="134031" y="297308"/>
                </a:lnTo>
                <a:lnTo>
                  <a:pt x="133596" y="302182"/>
                </a:lnTo>
                <a:lnTo>
                  <a:pt x="132538" y="307056"/>
                </a:lnTo>
                <a:lnTo>
                  <a:pt x="130952" y="311930"/>
                </a:lnTo>
                <a:lnTo>
                  <a:pt x="128959" y="316804"/>
                </a:lnTo>
                <a:lnTo>
                  <a:pt x="126697" y="321678"/>
                </a:lnTo>
                <a:lnTo>
                  <a:pt x="124301" y="326552"/>
                </a:lnTo>
                <a:lnTo>
                  <a:pt x="121898" y="331426"/>
                </a:lnTo>
                <a:lnTo>
                  <a:pt x="119594" y="336300"/>
                </a:lnTo>
                <a:lnTo>
                  <a:pt x="117470" y="341174"/>
                </a:lnTo>
                <a:lnTo>
                  <a:pt x="115580" y="346048"/>
                </a:lnTo>
                <a:lnTo>
                  <a:pt x="113952" y="350921"/>
                </a:lnTo>
                <a:lnTo>
                  <a:pt x="112590" y="355795"/>
                </a:lnTo>
                <a:lnTo>
                  <a:pt x="111481" y="360669"/>
                </a:lnTo>
                <a:lnTo>
                  <a:pt x="110599" y="365543"/>
                </a:lnTo>
                <a:lnTo>
                  <a:pt x="109911" y="370417"/>
                </a:lnTo>
                <a:lnTo>
                  <a:pt x="109382" y="375291"/>
                </a:lnTo>
                <a:lnTo>
                  <a:pt x="108974" y="380165"/>
                </a:lnTo>
                <a:lnTo>
                  <a:pt x="108656" y="385039"/>
                </a:lnTo>
                <a:lnTo>
                  <a:pt x="108400" y="389913"/>
                </a:lnTo>
                <a:lnTo>
                  <a:pt x="108181" y="394787"/>
                </a:lnTo>
                <a:lnTo>
                  <a:pt x="107981" y="399661"/>
                </a:lnTo>
                <a:lnTo>
                  <a:pt x="107786" y="404534"/>
                </a:lnTo>
                <a:lnTo>
                  <a:pt x="107586" y="409408"/>
                </a:lnTo>
                <a:lnTo>
                  <a:pt x="107373" y="414282"/>
                </a:lnTo>
                <a:lnTo>
                  <a:pt x="107142" y="419156"/>
                </a:lnTo>
                <a:lnTo>
                  <a:pt x="106890" y="424030"/>
                </a:lnTo>
                <a:lnTo>
                  <a:pt x="106615" y="428904"/>
                </a:lnTo>
                <a:lnTo>
                  <a:pt x="106318" y="433778"/>
                </a:lnTo>
                <a:lnTo>
                  <a:pt x="106001" y="438652"/>
                </a:lnTo>
                <a:lnTo>
                  <a:pt x="105669" y="443526"/>
                </a:lnTo>
                <a:lnTo>
                  <a:pt x="105328" y="448400"/>
                </a:lnTo>
                <a:lnTo>
                  <a:pt x="104985" y="453274"/>
                </a:lnTo>
                <a:lnTo>
                  <a:pt x="104651" y="458147"/>
                </a:lnTo>
                <a:lnTo>
                  <a:pt x="104337" y="463021"/>
                </a:lnTo>
                <a:lnTo>
                  <a:pt x="104055" y="467895"/>
                </a:lnTo>
                <a:lnTo>
                  <a:pt x="103824" y="472769"/>
                </a:lnTo>
                <a:lnTo>
                  <a:pt x="103666" y="477643"/>
                </a:lnTo>
                <a:lnTo>
                  <a:pt x="103610" y="482517"/>
                </a:lnTo>
                <a:lnTo>
                  <a:pt x="103698" y="487391"/>
                </a:lnTo>
                <a:lnTo>
                  <a:pt x="103984" y="492265"/>
                </a:lnTo>
                <a:lnTo>
                  <a:pt x="104539" y="497139"/>
                </a:lnTo>
                <a:lnTo>
                  <a:pt x="105453" y="502013"/>
                </a:lnTo>
                <a:lnTo>
                  <a:pt x="106831" y="506887"/>
                </a:lnTo>
                <a:lnTo>
                  <a:pt x="108791" y="511760"/>
                </a:lnTo>
                <a:lnTo>
                  <a:pt x="111458" y="516634"/>
                </a:lnTo>
                <a:lnTo>
                  <a:pt x="114952" y="521508"/>
                </a:lnTo>
                <a:lnTo>
                  <a:pt x="119370" y="526382"/>
                </a:lnTo>
                <a:lnTo>
                  <a:pt x="124774" y="531256"/>
                </a:lnTo>
                <a:lnTo>
                  <a:pt x="131164" y="536130"/>
                </a:lnTo>
                <a:lnTo>
                  <a:pt x="138470" y="541004"/>
                </a:lnTo>
                <a:lnTo>
                  <a:pt x="146531" y="545878"/>
                </a:lnTo>
                <a:lnTo>
                  <a:pt x="155097" y="550752"/>
                </a:lnTo>
                <a:lnTo>
                  <a:pt x="163828" y="555626"/>
                </a:lnTo>
                <a:lnTo>
                  <a:pt x="172316" y="560500"/>
                </a:lnTo>
                <a:lnTo>
                  <a:pt x="180111" y="565373"/>
                </a:lnTo>
                <a:lnTo>
                  <a:pt x="186761" y="570247"/>
                </a:lnTo>
                <a:lnTo>
                  <a:pt x="191851" y="575121"/>
                </a:lnTo>
                <a:lnTo>
                  <a:pt x="195049"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3767" name="03_assume_matched_9064">
            <a:extLst>
              <a:ext uri="{FF2B5EF4-FFF2-40B4-BE49-F238E27FC236}">
                <a16:creationId xmlns:a16="http://schemas.microsoft.com/office/drawing/2014/main" id="{68E5CB1A-9BC9-4951-B793-7B600BEABF13}"/>
              </a:ext>
            </a:extLst>
          </p:cNvPr>
          <p:cNvSpPr>
            <a:spLocks noGrp="1"/>
          </p:cNvSpPr>
          <p:nvPr/>
        </p:nvSpPr>
        <p:spPr>
          <a:xfrm>
            <a:off x="4575900" y="7182408"/>
            <a:ext cx="196140" cy="584869"/>
          </a:xfrm>
          <a:custGeom>
            <a:avLst/>
            <a:gdLst/>
            <a:ahLst/>
            <a:cxnLst/>
            <a:rect l="0" t="0" r="0" b="0"/>
            <a:pathLst>
              <a:path w="196140" h="584869">
                <a:moveTo>
                  <a:pt x="128747" y="584869"/>
                </a:moveTo>
                <a:lnTo>
                  <a:pt x="67393" y="584869"/>
                </a:lnTo>
                <a:lnTo>
                  <a:pt x="67725" y="579995"/>
                </a:lnTo>
                <a:lnTo>
                  <a:pt x="68696" y="575121"/>
                </a:lnTo>
                <a:lnTo>
                  <a:pt x="70242" y="570247"/>
                </a:lnTo>
                <a:lnTo>
                  <a:pt x="72263" y="565373"/>
                </a:lnTo>
                <a:lnTo>
                  <a:pt x="74633" y="560500"/>
                </a:lnTo>
                <a:lnTo>
                  <a:pt x="77216" y="555626"/>
                </a:lnTo>
                <a:lnTo>
                  <a:pt x="79876" y="550752"/>
                </a:lnTo>
                <a:lnTo>
                  <a:pt x="82490" y="545878"/>
                </a:lnTo>
                <a:lnTo>
                  <a:pt x="84955" y="541004"/>
                </a:lnTo>
                <a:lnTo>
                  <a:pt x="87195" y="536130"/>
                </a:lnTo>
                <a:lnTo>
                  <a:pt x="89162" y="531256"/>
                </a:lnTo>
                <a:lnTo>
                  <a:pt x="90832" y="526382"/>
                </a:lnTo>
                <a:lnTo>
                  <a:pt x="92207" y="521508"/>
                </a:lnTo>
                <a:lnTo>
                  <a:pt x="93301" y="516634"/>
                </a:lnTo>
                <a:lnTo>
                  <a:pt x="94144" y="511760"/>
                </a:lnTo>
                <a:lnTo>
                  <a:pt x="94769" y="506887"/>
                </a:lnTo>
                <a:lnTo>
                  <a:pt x="95212" y="502013"/>
                </a:lnTo>
                <a:lnTo>
                  <a:pt x="95507" y="497139"/>
                </a:lnTo>
                <a:lnTo>
                  <a:pt x="95685" y="492265"/>
                </a:lnTo>
                <a:lnTo>
                  <a:pt x="95772" y="487391"/>
                </a:lnTo>
                <a:lnTo>
                  <a:pt x="95788" y="482517"/>
                </a:lnTo>
                <a:lnTo>
                  <a:pt x="95749" y="477643"/>
                </a:lnTo>
                <a:lnTo>
                  <a:pt x="95669" y="472769"/>
                </a:lnTo>
                <a:lnTo>
                  <a:pt x="95556" y="467895"/>
                </a:lnTo>
                <a:lnTo>
                  <a:pt x="95416" y="463021"/>
                </a:lnTo>
                <a:lnTo>
                  <a:pt x="95255" y="458147"/>
                </a:lnTo>
                <a:lnTo>
                  <a:pt x="95076" y="453274"/>
                </a:lnTo>
                <a:lnTo>
                  <a:pt x="94883" y="448400"/>
                </a:lnTo>
                <a:lnTo>
                  <a:pt x="94680" y="443526"/>
                </a:lnTo>
                <a:lnTo>
                  <a:pt x="94468" y="438652"/>
                </a:lnTo>
                <a:lnTo>
                  <a:pt x="94252" y="433778"/>
                </a:lnTo>
                <a:lnTo>
                  <a:pt x="94037" y="428904"/>
                </a:lnTo>
                <a:lnTo>
                  <a:pt x="93829" y="424030"/>
                </a:lnTo>
                <a:lnTo>
                  <a:pt x="93636" y="419156"/>
                </a:lnTo>
                <a:lnTo>
                  <a:pt x="93465" y="414282"/>
                </a:lnTo>
                <a:lnTo>
                  <a:pt x="93328" y="409408"/>
                </a:lnTo>
                <a:lnTo>
                  <a:pt x="93234" y="404534"/>
                </a:lnTo>
                <a:lnTo>
                  <a:pt x="93191" y="399661"/>
                </a:lnTo>
                <a:lnTo>
                  <a:pt x="93206" y="394787"/>
                </a:lnTo>
                <a:lnTo>
                  <a:pt x="93282" y="389913"/>
                </a:lnTo>
                <a:lnTo>
                  <a:pt x="93417" y="385039"/>
                </a:lnTo>
                <a:lnTo>
                  <a:pt x="93606" y="380165"/>
                </a:lnTo>
                <a:lnTo>
                  <a:pt x="93840" y="375291"/>
                </a:lnTo>
                <a:lnTo>
                  <a:pt x="94105" y="370417"/>
                </a:lnTo>
                <a:lnTo>
                  <a:pt x="94387" y="365543"/>
                </a:lnTo>
                <a:lnTo>
                  <a:pt x="94671" y="360669"/>
                </a:lnTo>
                <a:lnTo>
                  <a:pt x="94941" y="355795"/>
                </a:lnTo>
                <a:lnTo>
                  <a:pt x="95188" y="350921"/>
                </a:lnTo>
                <a:lnTo>
                  <a:pt x="95402" y="346048"/>
                </a:lnTo>
                <a:lnTo>
                  <a:pt x="95581" y="341174"/>
                </a:lnTo>
                <a:lnTo>
                  <a:pt x="95724" y="336300"/>
                </a:lnTo>
                <a:lnTo>
                  <a:pt x="95835" y="331426"/>
                </a:lnTo>
                <a:lnTo>
                  <a:pt x="95921" y="326552"/>
                </a:lnTo>
                <a:lnTo>
                  <a:pt x="95988" y="321678"/>
                </a:lnTo>
                <a:lnTo>
                  <a:pt x="96046" y="316804"/>
                </a:lnTo>
                <a:lnTo>
                  <a:pt x="96102" y="311930"/>
                </a:lnTo>
                <a:lnTo>
                  <a:pt x="96164" y="307056"/>
                </a:lnTo>
                <a:lnTo>
                  <a:pt x="96238" y="302182"/>
                </a:lnTo>
                <a:lnTo>
                  <a:pt x="96325" y="297308"/>
                </a:lnTo>
                <a:lnTo>
                  <a:pt x="96428" y="292435"/>
                </a:lnTo>
                <a:lnTo>
                  <a:pt x="96546" y="287561"/>
                </a:lnTo>
                <a:lnTo>
                  <a:pt x="96676" y="282687"/>
                </a:lnTo>
                <a:lnTo>
                  <a:pt x="96815" y="277813"/>
                </a:lnTo>
                <a:lnTo>
                  <a:pt x="96960" y="272939"/>
                </a:lnTo>
                <a:lnTo>
                  <a:pt x="97104" y="268065"/>
                </a:lnTo>
                <a:lnTo>
                  <a:pt x="97244" y="263191"/>
                </a:lnTo>
                <a:lnTo>
                  <a:pt x="97375" y="258317"/>
                </a:lnTo>
                <a:lnTo>
                  <a:pt x="97493" y="253443"/>
                </a:lnTo>
                <a:lnTo>
                  <a:pt x="97596" y="248569"/>
                </a:lnTo>
                <a:lnTo>
                  <a:pt x="97681" y="243695"/>
                </a:lnTo>
                <a:lnTo>
                  <a:pt x="97745" y="238822"/>
                </a:lnTo>
                <a:lnTo>
                  <a:pt x="97787" y="233948"/>
                </a:lnTo>
                <a:lnTo>
                  <a:pt x="97806" y="229074"/>
                </a:lnTo>
                <a:lnTo>
                  <a:pt x="97798" y="224200"/>
                </a:lnTo>
                <a:lnTo>
                  <a:pt x="97763" y="219326"/>
                </a:lnTo>
                <a:lnTo>
                  <a:pt x="97698" y="214452"/>
                </a:lnTo>
                <a:lnTo>
                  <a:pt x="97601" y="209578"/>
                </a:lnTo>
                <a:lnTo>
                  <a:pt x="97470" y="204704"/>
                </a:lnTo>
                <a:lnTo>
                  <a:pt x="97305" y="199830"/>
                </a:lnTo>
                <a:lnTo>
                  <a:pt x="97107" y="194956"/>
                </a:lnTo>
                <a:lnTo>
                  <a:pt x="96879" y="190082"/>
                </a:lnTo>
                <a:lnTo>
                  <a:pt x="96626" y="185209"/>
                </a:lnTo>
                <a:lnTo>
                  <a:pt x="96357" y="180335"/>
                </a:lnTo>
                <a:lnTo>
                  <a:pt x="96083" y="175461"/>
                </a:lnTo>
                <a:lnTo>
                  <a:pt x="95816" y="170587"/>
                </a:lnTo>
                <a:lnTo>
                  <a:pt x="95571" y="165713"/>
                </a:lnTo>
                <a:lnTo>
                  <a:pt x="95362" y="160839"/>
                </a:lnTo>
                <a:lnTo>
                  <a:pt x="95202" y="155965"/>
                </a:lnTo>
                <a:lnTo>
                  <a:pt x="95101" y="151091"/>
                </a:lnTo>
                <a:lnTo>
                  <a:pt x="95065" y="146217"/>
                </a:lnTo>
                <a:lnTo>
                  <a:pt x="95096" y="141343"/>
                </a:lnTo>
                <a:lnTo>
                  <a:pt x="95191" y="136469"/>
                </a:lnTo>
                <a:lnTo>
                  <a:pt x="95340" y="131596"/>
                </a:lnTo>
                <a:lnTo>
                  <a:pt x="95530" y="126722"/>
                </a:lnTo>
                <a:lnTo>
                  <a:pt x="95742" y="121848"/>
                </a:lnTo>
                <a:lnTo>
                  <a:pt x="95952" y="116974"/>
                </a:lnTo>
                <a:lnTo>
                  <a:pt x="96133" y="112100"/>
                </a:lnTo>
                <a:lnTo>
                  <a:pt x="96251" y="107226"/>
                </a:lnTo>
                <a:lnTo>
                  <a:pt x="96264" y="102352"/>
                </a:lnTo>
                <a:lnTo>
                  <a:pt x="96123" y="97478"/>
                </a:lnTo>
                <a:lnTo>
                  <a:pt x="95766" y="92604"/>
                </a:lnTo>
                <a:lnTo>
                  <a:pt x="95116" y="87730"/>
                </a:lnTo>
                <a:lnTo>
                  <a:pt x="94083" y="82856"/>
                </a:lnTo>
                <a:lnTo>
                  <a:pt x="92561" y="77983"/>
                </a:lnTo>
                <a:lnTo>
                  <a:pt x="90432" y="73109"/>
                </a:lnTo>
                <a:lnTo>
                  <a:pt x="87572" y="68235"/>
                </a:lnTo>
                <a:lnTo>
                  <a:pt x="83866" y="63361"/>
                </a:lnTo>
                <a:lnTo>
                  <a:pt x="79217" y="58487"/>
                </a:lnTo>
                <a:lnTo>
                  <a:pt x="73569" y="53613"/>
                </a:lnTo>
                <a:lnTo>
                  <a:pt x="66920" y="48739"/>
                </a:lnTo>
                <a:lnTo>
                  <a:pt x="59348" y="43865"/>
                </a:lnTo>
                <a:lnTo>
                  <a:pt x="51016" y="38991"/>
                </a:lnTo>
                <a:lnTo>
                  <a:pt x="42181" y="34117"/>
                </a:lnTo>
                <a:lnTo>
                  <a:pt x="33191" y="29243"/>
                </a:lnTo>
                <a:lnTo>
                  <a:pt x="24462" y="24370"/>
                </a:lnTo>
                <a:lnTo>
                  <a:pt x="16453" y="19496"/>
                </a:lnTo>
                <a:lnTo>
                  <a:pt x="9625" y="14622"/>
                </a:lnTo>
                <a:lnTo>
                  <a:pt x="4401" y="9748"/>
                </a:lnTo>
                <a:lnTo>
                  <a:pt x="1119" y="4874"/>
                </a:lnTo>
                <a:lnTo>
                  <a:pt x="0" y="0"/>
                </a:lnTo>
                <a:lnTo>
                  <a:pt x="196140" y="0"/>
                </a:lnTo>
                <a:lnTo>
                  <a:pt x="196140" y="0"/>
                </a:lnTo>
                <a:lnTo>
                  <a:pt x="195021" y="4874"/>
                </a:lnTo>
                <a:lnTo>
                  <a:pt x="191740" y="9748"/>
                </a:lnTo>
                <a:lnTo>
                  <a:pt x="186515" y="14622"/>
                </a:lnTo>
                <a:lnTo>
                  <a:pt x="179688" y="19496"/>
                </a:lnTo>
                <a:lnTo>
                  <a:pt x="171678" y="24370"/>
                </a:lnTo>
                <a:lnTo>
                  <a:pt x="162949" y="29243"/>
                </a:lnTo>
                <a:lnTo>
                  <a:pt x="153959" y="34117"/>
                </a:lnTo>
                <a:lnTo>
                  <a:pt x="145125" y="38991"/>
                </a:lnTo>
                <a:lnTo>
                  <a:pt x="136793" y="43865"/>
                </a:lnTo>
                <a:lnTo>
                  <a:pt x="129220" y="48739"/>
                </a:lnTo>
                <a:lnTo>
                  <a:pt x="122572" y="53613"/>
                </a:lnTo>
                <a:lnTo>
                  <a:pt x="116923" y="58487"/>
                </a:lnTo>
                <a:lnTo>
                  <a:pt x="112274" y="63361"/>
                </a:lnTo>
                <a:lnTo>
                  <a:pt x="108568" y="68235"/>
                </a:lnTo>
                <a:lnTo>
                  <a:pt x="105709" y="73109"/>
                </a:lnTo>
                <a:lnTo>
                  <a:pt x="103579" y="77983"/>
                </a:lnTo>
                <a:lnTo>
                  <a:pt x="102057" y="82856"/>
                </a:lnTo>
                <a:lnTo>
                  <a:pt x="101024" y="87730"/>
                </a:lnTo>
                <a:lnTo>
                  <a:pt x="100375" y="92604"/>
                </a:lnTo>
                <a:lnTo>
                  <a:pt x="100017" y="97478"/>
                </a:lnTo>
                <a:lnTo>
                  <a:pt x="99876" y="102352"/>
                </a:lnTo>
                <a:lnTo>
                  <a:pt x="99889" y="107226"/>
                </a:lnTo>
                <a:lnTo>
                  <a:pt x="100007" y="112100"/>
                </a:lnTo>
                <a:lnTo>
                  <a:pt x="100188" y="116974"/>
                </a:lnTo>
                <a:lnTo>
                  <a:pt x="100399" y="121848"/>
                </a:lnTo>
                <a:lnTo>
                  <a:pt x="100610" y="126722"/>
                </a:lnTo>
                <a:lnTo>
                  <a:pt x="100800" y="131596"/>
                </a:lnTo>
                <a:lnTo>
                  <a:pt x="100950" y="136469"/>
                </a:lnTo>
                <a:lnTo>
                  <a:pt x="101044" y="141343"/>
                </a:lnTo>
                <a:lnTo>
                  <a:pt x="101076" y="146217"/>
                </a:lnTo>
                <a:lnTo>
                  <a:pt x="101040" y="151091"/>
                </a:lnTo>
                <a:lnTo>
                  <a:pt x="100938" y="155965"/>
                </a:lnTo>
                <a:lnTo>
                  <a:pt x="100778" y="160839"/>
                </a:lnTo>
                <a:lnTo>
                  <a:pt x="100569" y="165713"/>
                </a:lnTo>
                <a:lnTo>
                  <a:pt x="100324" y="170587"/>
                </a:lnTo>
                <a:lnTo>
                  <a:pt x="100058" y="175461"/>
                </a:lnTo>
                <a:lnTo>
                  <a:pt x="99783" y="180335"/>
                </a:lnTo>
                <a:lnTo>
                  <a:pt x="99514" y="185209"/>
                </a:lnTo>
                <a:lnTo>
                  <a:pt x="99261" y="190082"/>
                </a:lnTo>
                <a:lnTo>
                  <a:pt x="99033" y="194956"/>
                </a:lnTo>
                <a:lnTo>
                  <a:pt x="98835" y="199830"/>
                </a:lnTo>
                <a:lnTo>
                  <a:pt x="98670" y="204704"/>
                </a:lnTo>
                <a:lnTo>
                  <a:pt x="98540" y="209578"/>
                </a:lnTo>
                <a:lnTo>
                  <a:pt x="98442" y="214452"/>
                </a:lnTo>
                <a:lnTo>
                  <a:pt x="98377" y="219326"/>
                </a:lnTo>
                <a:lnTo>
                  <a:pt x="98342" y="224200"/>
                </a:lnTo>
                <a:lnTo>
                  <a:pt x="98335" y="229074"/>
                </a:lnTo>
                <a:lnTo>
                  <a:pt x="98353" y="233948"/>
                </a:lnTo>
                <a:lnTo>
                  <a:pt x="98395" y="238822"/>
                </a:lnTo>
                <a:lnTo>
                  <a:pt x="98460" y="243695"/>
                </a:lnTo>
                <a:lnTo>
                  <a:pt x="98544" y="248569"/>
                </a:lnTo>
                <a:lnTo>
                  <a:pt x="98647" y="253443"/>
                </a:lnTo>
                <a:lnTo>
                  <a:pt x="98766" y="258317"/>
                </a:lnTo>
                <a:lnTo>
                  <a:pt x="98897" y="263191"/>
                </a:lnTo>
                <a:lnTo>
                  <a:pt x="99036" y="268065"/>
                </a:lnTo>
                <a:lnTo>
                  <a:pt x="99181" y="272939"/>
                </a:lnTo>
                <a:lnTo>
                  <a:pt x="99325" y="277813"/>
                </a:lnTo>
                <a:lnTo>
                  <a:pt x="99464" y="282687"/>
                </a:lnTo>
                <a:lnTo>
                  <a:pt x="99595" y="287561"/>
                </a:lnTo>
                <a:lnTo>
                  <a:pt x="99712" y="292435"/>
                </a:lnTo>
                <a:lnTo>
                  <a:pt x="99815" y="297308"/>
                </a:lnTo>
                <a:lnTo>
                  <a:pt x="99903" y="302182"/>
                </a:lnTo>
                <a:lnTo>
                  <a:pt x="99976" y="307056"/>
                </a:lnTo>
                <a:lnTo>
                  <a:pt x="100038" y="311930"/>
                </a:lnTo>
                <a:lnTo>
                  <a:pt x="100095" y="316804"/>
                </a:lnTo>
                <a:lnTo>
                  <a:pt x="100152" y="321678"/>
                </a:lnTo>
                <a:lnTo>
                  <a:pt x="100220" y="326552"/>
                </a:lnTo>
                <a:lnTo>
                  <a:pt x="100305" y="331426"/>
                </a:lnTo>
                <a:lnTo>
                  <a:pt x="100416" y="336300"/>
                </a:lnTo>
                <a:lnTo>
                  <a:pt x="100559" y="341174"/>
                </a:lnTo>
                <a:lnTo>
                  <a:pt x="100738" y="346048"/>
                </a:lnTo>
                <a:lnTo>
                  <a:pt x="100953" y="350921"/>
                </a:lnTo>
                <a:lnTo>
                  <a:pt x="101199" y="355795"/>
                </a:lnTo>
                <a:lnTo>
                  <a:pt x="101470" y="360669"/>
                </a:lnTo>
                <a:lnTo>
                  <a:pt x="101753" y="365543"/>
                </a:lnTo>
                <a:lnTo>
                  <a:pt x="102035" y="370417"/>
                </a:lnTo>
                <a:lnTo>
                  <a:pt x="102300" y="375291"/>
                </a:lnTo>
                <a:lnTo>
                  <a:pt x="102534" y="380165"/>
                </a:lnTo>
                <a:lnTo>
                  <a:pt x="102723" y="385039"/>
                </a:lnTo>
                <a:lnTo>
                  <a:pt x="102858" y="389913"/>
                </a:lnTo>
                <a:lnTo>
                  <a:pt x="102934" y="394787"/>
                </a:lnTo>
                <a:lnTo>
                  <a:pt x="102949" y="399661"/>
                </a:lnTo>
                <a:lnTo>
                  <a:pt x="102906" y="404534"/>
                </a:lnTo>
                <a:lnTo>
                  <a:pt x="102812" y="409408"/>
                </a:lnTo>
                <a:lnTo>
                  <a:pt x="102675" y="414282"/>
                </a:lnTo>
                <a:lnTo>
                  <a:pt x="102505" y="419156"/>
                </a:lnTo>
                <a:lnTo>
                  <a:pt x="102311" y="424030"/>
                </a:lnTo>
                <a:lnTo>
                  <a:pt x="102103" y="428904"/>
                </a:lnTo>
                <a:lnTo>
                  <a:pt x="101888" y="433778"/>
                </a:lnTo>
                <a:lnTo>
                  <a:pt x="101672" y="438652"/>
                </a:lnTo>
                <a:lnTo>
                  <a:pt x="101461" y="443526"/>
                </a:lnTo>
                <a:lnTo>
                  <a:pt x="101257" y="448400"/>
                </a:lnTo>
                <a:lnTo>
                  <a:pt x="101064" y="453274"/>
                </a:lnTo>
                <a:lnTo>
                  <a:pt x="100886" y="458147"/>
                </a:lnTo>
                <a:lnTo>
                  <a:pt x="100725" y="463021"/>
                </a:lnTo>
                <a:lnTo>
                  <a:pt x="100585" y="467895"/>
                </a:lnTo>
                <a:lnTo>
                  <a:pt x="100471" y="472769"/>
                </a:lnTo>
                <a:lnTo>
                  <a:pt x="100391" y="477643"/>
                </a:lnTo>
                <a:lnTo>
                  <a:pt x="100353" y="482517"/>
                </a:lnTo>
                <a:lnTo>
                  <a:pt x="100369" y="487391"/>
                </a:lnTo>
                <a:lnTo>
                  <a:pt x="100455" y="492265"/>
                </a:lnTo>
                <a:lnTo>
                  <a:pt x="100633" y="497139"/>
                </a:lnTo>
                <a:lnTo>
                  <a:pt x="100928" y="502013"/>
                </a:lnTo>
                <a:lnTo>
                  <a:pt x="101371" y="506887"/>
                </a:lnTo>
                <a:lnTo>
                  <a:pt x="101996" y="511760"/>
                </a:lnTo>
                <a:lnTo>
                  <a:pt x="102839" y="516634"/>
                </a:lnTo>
                <a:lnTo>
                  <a:pt x="103934" y="521508"/>
                </a:lnTo>
                <a:lnTo>
                  <a:pt x="105308" y="526382"/>
                </a:lnTo>
                <a:lnTo>
                  <a:pt x="106979" y="531256"/>
                </a:lnTo>
                <a:lnTo>
                  <a:pt x="108945" y="536130"/>
                </a:lnTo>
                <a:lnTo>
                  <a:pt x="111186" y="541004"/>
                </a:lnTo>
                <a:lnTo>
                  <a:pt x="113651" y="545878"/>
                </a:lnTo>
                <a:lnTo>
                  <a:pt x="116264" y="550752"/>
                </a:lnTo>
                <a:lnTo>
                  <a:pt x="118924" y="555626"/>
                </a:lnTo>
                <a:lnTo>
                  <a:pt x="121507" y="560500"/>
                </a:lnTo>
                <a:lnTo>
                  <a:pt x="123877" y="565373"/>
                </a:lnTo>
                <a:lnTo>
                  <a:pt x="125898" y="570247"/>
                </a:lnTo>
                <a:lnTo>
                  <a:pt x="127444" y="575121"/>
                </a:lnTo>
                <a:lnTo>
                  <a:pt x="128416" y="579995"/>
                </a:lnTo>
                <a:lnTo>
                  <a:pt x="128747" y="584869"/>
                </a:lnTo>
                <a:lnTo>
                  <a:pt x="128747" y="584869"/>
                </a:lnTo>
                <a:close/>
              </a:path>
            </a:pathLst>
          </a:custGeom>
          <a:solidFill>
            <a:srgbClr val="00878B">
              <a:alpha val="12000"/>
            </a:srgbClr>
          </a:solidFill>
          <a:ln w="6985">
            <a:solidFill>
              <a:srgbClr val="00878B">
                <a:alpha val="12000"/>
              </a:srgbClr>
            </a:solidFill>
            <a:prstDash val="solid"/>
          </a:ln>
        </p:spPr>
      </p:sp>
      <p:sp>
        <p:nvSpPr>
          <p:cNvPr id="3768" name="03_assume_matched_9065">
            <a:extLst>
              <a:ext uri="{FF2B5EF4-FFF2-40B4-BE49-F238E27FC236}">
                <a16:creationId xmlns:a16="http://schemas.microsoft.com/office/drawing/2014/main" id="{B2492363-53FE-4FA1-B1DE-3BE0532D62B3}"/>
              </a:ext>
            </a:extLst>
          </p:cNvPr>
          <p:cNvSpPr>
            <a:spLocks noGrp="1"/>
          </p:cNvSpPr>
          <p:nvPr/>
        </p:nvSpPr>
        <p:spPr>
          <a:xfrm>
            <a:off x="5330286" y="7182408"/>
            <a:ext cx="196140" cy="584869"/>
          </a:xfrm>
          <a:custGeom>
            <a:avLst/>
            <a:gdLst/>
            <a:ahLst/>
            <a:cxnLst/>
            <a:rect l="0" t="0" r="0" b="0"/>
            <a:pathLst>
              <a:path w="196140" h="584869">
                <a:moveTo>
                  <a:pt x="127544" y="584869"/>
                </a:moveTo>
                <a:lnTo>
                  <a:pt x="68596" y="584869"/>
                </a:lnTo>
                <a:lnTo>
                  <a:pt x="68915" y="579995"/>
                </a:lnTo>
                <a:lnTo>
                  <a:pt x="69848" y="575121"/>
                </a:lnTo>
                <a:lnTo>
                  <a:pt x="71333" y="570247"/>
                </a:lnTo>
                <a:lnTo>
                  <a:pt x="73275" y="565373"/>
                </a:lnTo>
                <a:lnTo>
                  <a:pt x="75552" y="560500"/>
                </a:lnTo>
                <a:lnTo>
                  <a:pt x="78034" y="555626"/>
                </a:lnTo>
                <a:lnTo>
                  <a:pt x="80590" y="550752"/>
                </a:lnTo>
                <a:lnTo>
                  <a:pt x="83101" y="545878"/>
                </a:lnTo>
                <a:lnTo>
                  <a:pt x="85469" y="541004"/>
                </a:lnTo>
                <a:lnTo>
                  <a:pt x="87621" y="536130"/>
                </a:lnTo>
                <a:lnTo>
                  <a:pt x="89511" y="531256"/>
                </a:lnTo>
                <a:lnTo>
                  <a:pt x="91116" y="526382"/>
                </a:lnTo>
                <a:lnTo>
                  <a:pt x="92437" y="521508"/>
                </a:lnTo>
                <a:lnTo>
                  <a:pt x="93488" y="516634"/>
                </a:lnTo>
                <a:lnTo>
                  <a:pt x="94298" y="511760"/>
                </a:lnTo>
                <a:lnTo>
                  <a:pt x="94899" y="506887"/>
                </a:lnTo>
                <a:lnTo>
                  <a:pt x="95324" y="502013"/>
                </a:lnTo>
                <a:lnTo>
                  <a:pt x="95608" y="497139"/>
                </a:lnTo>
                <a:lnTo>
                  <a:pt x="95779" y="492265"/>
                </a:lnTo>
                <a:lnTo>
                  <a:pt x="95862" y="487391"/>
                </a:lnTo>
                <a:lnTo>
                  <a:pt x="95877" y="482517"/>
                </a:lnTo>
                <a:lnTo>
                  <a:pt x="95840" y="477643"/>
                </a:lnTo>
                <a:lnTo>
                  <a:pt x="95763" y="472769"/>
                </a:lnTo>
                <a:lnTo>
                  <a:pt x="95654" y="467895"/>
                </a:lnTo>
                <a:lnTo>
                  <a:pt x="95520" y="463021"/>
                </a:lnTo>
                <a:lnTo>
                  <a:pt x="95365" y="458147"/>
                </a:lnTo>
                <a:lnTo>
                  <a:pt x="95193" y="453274"/>
                </a:lnTo>
                <a:lnTo>
                  <a:pt x="95008" y="448400"/>
                </a:lnTo>
                <a:lnTo>
                  <a:pt x="94813" y="443526"/>
                </a:lnTo>
                <a:lnTo>
                  <a:pt x="94609" y="438652"/>
                </a:lnTo>
                <a:lnTo>
                  <a:pt x="94402" y="433778"/>
                </a:lnTo>
                <a:lnTo>
                  <a:pt x="94195" y="428904"/>
                </a:lnTo>
                <a:lnTo>
                  <a:pt x="93996" y="424030"/>
                </a:lnTo>
                <a:lnTo>
                  <a:pt x="93810" y="419156"/>
                </a:lnTo>
                <a:lnTo>
                  <a:pt x="93647" y="414282"/>
                </a:lnTo>
                <a:lnTo>
                  <a:pt x="93516" y="409408"/>
                </a:lnTo>
                <a:lnTo>
                  <a:pt x="93426" y="404534"/>
                </a:lnTo>
                <a:lnTo>
                  <a:pt x="93386" y="399661"/>
                </a:lnTo>
                <a:lnTo>
                  <a:pt x="93403" y="394787"/>
                </a:lnTo>
                <a:lnTo>
                  <a:pt x="93479" y="389913"/>
                </a:lnTo>
                <a:lnTo>
                  <a:pt x="93615" y="385039"/>
                </a:lnTo>
                <a:lnTo>
                  <a:pt x="93805" y="380165"/>
                </a:lnTo>
                <a:lnTo>
                  <a:pt x="94041" y="375291"/>
                </a:lnTo>
                <a:lnTo>
                  <a:pt x="94312" y="370417"/>
                </a:lnTo>
                <a:lnTo>
                  <a:pt x="94604" y="365543"/>
                </a:lnTo>
                <a:lnTo>
                  <a:pt x="94905" y="360669"/>
                </a:lnTo>
                <a:lnTo>
                  <a:pt x="95202" y="355795"/>
                </a:lnTo>
                <a:lnTo>
                  <a:pt x="95485" y="350921"/>
                </a:lnTo>
                <a:lnTo>
                  <a:pt x="95747" y="346048"/>
                </a:lnTo>
                <a:lnTo>
                  <a:pt x="95984" y="341174"/>
                </a:lnTo>
                <a:lnTo>
                  <a:pt x="96196" y="336300"/>
                </a:lnTo>
                <a:lnTo>
                  <a:pt x="96384" y="331426"/>
                </a:lnTo>
                <a:lnTo>
                  <a:pt x="96553" y="326552"/>
                </a:lnTo>
                <a:lnTo>
                  <a:pt x="96706" y="321678"/>
                </a:lnTo>
                <a:lnTo>
                  <a:pt x="96847" y="316804"/>
                </a:lnTo>
                <a:lnTo>
                  <a:pt x="96980" y="311930"/>
                </a:lnTo>
                <a:lnTo>
                  <a:pt x="97106" y="307056"/>
                </a:lnTo>
                <a:lnTo>
                  <a:pt x="97228" y="302182"/>
                </a:lnTo>
                <a:lnTo>
                  <a:pt x="97344" y="297308"/>
                </a:lnTo>
                <a:lnTo>
                  <a:pt x="97454" y="292435"/>
                </a:lnTo>
                <a:lnTo>
                  <a:pt x="97556" y="287561"/>
                </a:lnTo>
                <a:lnTo>
                  <a:pt x="97649" y="282687"/>
                </a:lnTo>
                <a:lnTo>
                  <a:pt x="97732" y="277813"/>
                </a:lnTo>
                <a:lnTo>
                  <a:pt x="97804" y="272939"/>
                </a:lnTo>
                <a:lnTo>
                  <a:pt x="97864" y="268065"/>
                </a:lnTo>
                <a:lnTo>
                  <a:pt x="97914" y="263191"/>
                </a:lnTo>
                <a:lnTo>
                  <a:pt x="97952" y="258317"/>
                </a:lnTo>
                <a:lnTo>
                  <a:pt x="97981" y="253443"/>
                </a:lnTo>
                <a:lnTo>
                  <a:pt x="98000" y="248569"/>
                </a:lnTo>
                <a:lnTo>
                  <a:pt x="98011" y="243695"/>
                </a:lnTo>
                <a:lnTo>
                  <a:pt x="98013" y="238822"/>
                </a:lnTo>
                <a:lnTo>
                  <a:pt x="98006" y="233948"/>
                </a:lnTo>
                <a:lnTo>
                  <a:pt x="97989" y="229074"/>
                </a:lnTo>
                <a:lnTo>
                  <a:pt x="97961" y="224200"/>
                </a:lnTo>
                <a:lnTo>
                  <a:pt x="97920" y="219326"/>
                </a:lnTo>
                <a:lnTo>
                  <a:pt x="97865" y="214452"/>
                </a:lnTo>
                <a:lnTo>
                  <a:pt x="97792" y="209578"/>
                </a:lnTo>
                <a:lnTo>
                  <a:pt x="97701" y="204704"/>
                </a:lnTo>
                <a:lnTo>
                  <a:pt x="97590" y="199830"/>
                </a:lnTo>
                <a:lnTo>
                  <a:pt x="97460" y="194956"/>
                </a:lnTo>
                <a:lnTo>
                  <a:pt x="97311" y="190082"/>
                </a:lnTo>
                <a:lnTo>
                  <a:pt x="97148" y="185209"/>
                </a:lnTo>
                <a:lnTo>
                  <a:pt x="96974" y="180335"/>
                </a:lnTo>
                <a:lnTo>
                  <a:pt x="96798" y="175461"/>
                </a:lnTo>
                <a:lnTo>
                  <a:pt x="96627" y="170587"/>
                </a:lnTo>
                <a:lnTo>
                  <a:pt x="96470" y="165713"/>
                </a:lnTo>
                <a:lnTo>
                  <a:pt x="96336" y="160839"/>
                </a:lnTo>
                <a:lnTo>
                  <a:pt x="96233" y="155965"/>
                </a:lnTo>
                <a:lnTo>
                  <a:pt x="96168" y="151091"/>
                </a:lnTo>
                <a:lnTo>
                  <a:pt x="96144" y="146217"/>
                </a:lnTo>
                <a:lnTo>
                  <a:pt x="96163" y="141343"/>
                </a:lnTo>
                <a:lnTo>
                  <a:pt x="96221" y="136469"/>
                </a:lnTo>
                <a:lnTo>
                  <a:pt x="96313" y="131596"/>
                </a:lnTo>
                <a:lnTo>
                  <a:pt x="96428" y="126722"/>
                </a:lnTo>
                <a:lnTo>
                  <a:pt x="96552" y="121848"/>
                </a:lnTo>
                <a:lnTo>
                  <a:pt x="96666" y="116974"/>
                </a:lnTo>
                <a:lnTo>
                  <a:pt x="96748" y="112100"/>
                </a:lnTo>
                <a:lnTo>
                  <a:pt x="96769" y="107226"/>
                </a:lnTo>
                <a:lnTo>
                  <a:pt x="96690" y="102352"/>
                </a:lnTo>
                <a:lnTo>
                  <a:pt x="96466" y="97478"/>
                </a:lnTo>
                <a:lnTo>
                  <a:pt x="96035" y="92604"/>
                </a:lnTo>
                <a:lnTo>
                  <a:pt x="95323" y="87730"/>
                </a:lnTo>
                <a:lnTo>
                  <a:pt x="94239" y="82856"/>
                </a:lnTo>
                <a:lnTo>
                  <a:pt x="92675" y="77983"/>
                </a:lnTo>
                <a:lnTo>
                  <a:pt x="90513" y="73109"/>
                </a:lnTo>
                <a:lnTo>
                  <a:pt x="87629" y="68235"/>
                </a:lnTo>
                <a:lnTo>
                  <a:pt x="83905" y="63361"/>
                </a:lnTo>
                <a:lnTo>
                  <a:pt x="79244" y="58487"/>
                </a:lnTo>
                <a:lnTo>
                  <a:pt x="73586" y="53613"/>
                </a:lnTo>
                <a:lnTo>
                  <a:pt x="66931" y="48739"/>
                </a:lnTo>
                <a:lnTo>
                  <a:pt x="59355" y="43865"/>
                </a:lnTo>
                <a:lnTo>
                  <a:pt x="51020" y="38991"/>
                </a:lnTo>
                <a:lnTo>
                  <a:pt x="42184" y="34117"/>
                </a:lnTo>
                <a:lnTo>
                  <a:pt x="33193" y="29243"/>
                </a:lnTo>
                <a:lnTo>
                  <a:pt x="24463" y="24370"/>
                </a:lnTo>
                <a:lnTo>
                  <a:pt x="16453" y="19496"/>
                </a:lnTo>
                <a:lnTo>
                  <a:pt x="9625" y="14622"/>
                </a:lnTo>
                <a:lnTo>
                  <a:pt x="4401" y="9748"/>
                </a:lnTo>
                <a:lnTo>
                  <a:pt x="1119" y="4874"/>
                </a:lnTo>
                <a:lnTo>
                  <a:pt x="0" y="0"/>
                </a:lnTo>
                <a:lnTo>
                  <a:pt x="196140" y="0"/>
                </a:lnTo>
                <a:lnTo>
                  <a:pt x="196140" y="0"/>
                </a:lnTo>
                <a:lnTo>
                  <a:pt x="195021" y="4874"/>
                </a:lnTo>
                <a:lnTo>
                  <a:pt x="191740" y="9748"/>
                </a:lnTo>
                <a:lnTo>
                  <a:pt x="186515" y="14622"/>
                </a:lnTo>
                <a:lnTo>
                  <a:pt x="179687" y="19496"/>
                </a:lnTo>
                <a:lnTo>
                  <a:pt x="171677" y="24370"/>
                </a:lnTo>
                <a:lnTo>
                  <a:pt x="162948" y="29243"/>
                </a:lnTo>
                <a:lnTo>
                  <a:pt x="153956" y="34117"/>
                </a:lnTo>
                <a:lnTo>
                  <a:pt x="145121" y="38991"/>
                </a:lnTo>
                <a:lnTo>
                  <a:pt x="136786" y="43865"/>
                </a:lnTo>
                <a:lnTo>
                  <a:pt x="129209" y="48739"/>
                </a:lnTo>
                <a:lnTo>
                  <a:pt x="122555" y="53613"/>
                </a:lnTo>
                <a:lnTo>
                  <a:pt x="116897" y="58487"/>
                </a:lnTo>
                <a:lnTo>
                  <a:pt x="112235" y="63361"/>
                </a:lnTo>
                <a:lnTo>
                  <a:pt x="108511" y="68235"/>
                </a:lnTo>
                <a:lnTo>
                  <a:pt x="105627" y="73109"/>
                </a:lnTo>
                <a:lnTo>
                  <a:pt x="103465" y="77983"/>
                </a:lnTo>
                <a:lnTo>
                  <a:pt x="101902" y="82856"/>
                </a:lnTo>
                <a:lnTo>
                  <a:pt x="100817" y="87730"/>
                </a:lnTo>
                <a:lnTo>
                  <a:pt x="100105" y="92604"/>
                </a:lnTo>
                <a:lnTo>
                  <a:pt x="99675" y="97478"/>
                </a:lnTo>
                <a:lnTo>
                  <a:pt x="99450" y="102352"/>
                </a:lnTo>
                <a:lnTo>
                  <a:pt x="99372" y="107226"/>
                </a:lnTo>
                <a:lnTo>
                  <a:pt x="99392" y="112100"/>
                </a:lnTo>
                <a:lnTo>
                  <a:pt x="99474" y="116974"/>
                </a:lnTo>
                <a:lnTo>
                  <a:pt x="99589" y="121848"/>
                </a:lnTo>
                <a:lnTo>
                  <a:pt x="99712" y="126722"/>
                </a:lnTo>
                <a:lnTo>
                  <a:pt x="99827" y="131596"/>
                </a:lnTo>
                <a:lnTo>
                  <a:pt x="99919" y="136469"/>
                </a:lnTo>
                <a:lnTo>
                  <a:pt x="99977" y="141343"/>
                </a:lnTo>
                <a:lnTo>
                  <a:pt x="99996" y="146217"/>
                </a:lnTo>
                <a:lnTo>
                  <a:pt x="99973" y="151091"/>
                </a:lnTo>
                <a:lnTo>
                  <a:pt x="99908" y="155965"/>
                </a:lnTo>
                <a:lnTo>
                  <a:pt x="99805" y="160839"/>
                </a:lnTo>
                <a:lnTo>
                  <a:pt x="99671" y="165713"/>
                </a:lnTo>
                <a:lnTo>
                  <a:pt x="99514" y="170587"/>
                </a:lnTo>
                <a:lnTo>
                  <a:pt x="99342" y="175461"/>
                </a:lnTo>
                <a:lnTo>
                  <a:pt x="99166" y="180335"/>
                </a:lnTo>
                <a:lnTo>
                  <a:pt x="98993" y="185209"/>
                </a:lnTo>
                <a:lnTo>
                  <a:pt x="98829" y="190082"/>
                </a:lnTo>
                <a:lnTo>
                  <a:pt x="98681" y="194956"/>
                </a:lnTo>
                <a:lnTo>
                  <a:pt x="98550" y="199830"/>
                </a:lnTo>
                <a:lnTo>
                  <a:pt x="98439" y="204704"/>
                </a:lnTo>
                <a:lnTo>
                  <a:pt x="98348" y="209578"/>
                </a:lnTo>
                <a:lnTo>
                  <a:pt x="98276" y="214452"/>
                </a:lnTo>
                <a:lnTo>
                  <a:pt x="98220" y="219326"/>
                </a:lnTo>
                <a:lnTo>
                  <a:pt x="98179" y="224200"/>
                </a:lnTo>
                <a:lnTo>
                  <a:pt x="98151" y="229074"/>
                </a:lnTo>
                <a:lnTo>
                  <a:pt x="98134" y="233948"/>
                </a:lnTo>
                <a:lnTo>
                  <a:pt x="98127" y="238822"/>
                </a:lnTo>
                <a:lnTo>
                  <a:pt x="98129" y="243695"/>
                </a:lnTo>
                <a:lnTo>
                  <a:pt x="98140" y="248569"/>
                </a:lnTo>
                <a:lnTo>
                  <a:pt x="98159" y="253443"/>
                </a:lnTo>
                <a:lnTo>
                  <a:pt x="98188" y="258317"/>
                </a:lnTo>
                <a:lnTo>
                  <a:pt x="98227" y="263191"/>
                </a:lnTo>
                <a:lnTo>
                  <a:pt x="98276" y="268065"/>
                </a:lnTo>
                <a:lnTo>
                  <a:pt x="98337" y="272939"/>
                </a:lnTo>
                <a:lnTo>
                  <a:pt x="98408" y="277813"/>
                </a:lnTo>
                <a:lnTo>
                  <a:pt x="98491" y="282687"/>
                </a:lnTo>
                <a:lnTo>
                  <a:pt x="98584" y="287561"/>
                </a:lnTo>
                <a:lnTo>
                  <a:pt x="98687" y="292435"/>
                </a:lnTo>
                <a:lnTo>
                  <a:pt x="98796" y="297308"/>
                </a:lnTo>
                <a:lnTo>
                  <a:pt x="98913" y="302182"/>
                </a:lnTo>
                <a:lnTo>
                  <a:pt x="99034" y="307056"/>
                </a:lnTo>
                <a:lnTo>
                  <a:pt x="99161" y="311930"/>
                </a:lnTo>
                <a:lnTo>
                  <a:pt x="99294" y="316804"/>
                </a:lnTo>
                <a:lnTo>
                  <a:pt x="99435" y="321678"/>
                </a:lnTo>
                <a:lnTo>
                  <a:pt x="99588" y="326552"/>
                </a:lnTo>
                <a:lnTo>
                  <a:pt x="99756" y="331426"/>
                </a:lnTo>
                <a:lnTo>
                  <a:pt x="99945" y="336300"/>
                </a:lnTo>
                <a:lnTo>
                  <a:pt x="100156" y="341174"/>
                </a:lnTo>
                <a:lnTo>
                  <a:pt x="100394" y="346048"/>
                </a:lnTo>
                <a:lnTo>
                  <a:pt x="100655" y="350921"/>
                </a:lnTo>
                <a:lnTo>
                  <a:pt x="100938" y="355795"/>
                </a:lnTo>
                <a:lnTo>
                  <a:pt x="101235" y="360669"/>
                </a:lnTo>
                <a:lnTo>
                  <a:pt x="101536" y="365543"/>
                </a:lnTo>
                <a:lnTo>
                  <a:pt x="101829" y="370417"/>
                </a:lnTo>
                <a:lnTo>
                  <a:pt x="102099" y="375291"/>
                </a:lnTo>
                <a:lnTo>
                  <a:pt x="102336" y="380165"/>
                </a:lnTo>
                <a:lnTo>
                  <a:pt x="102526" y="385039"/>
                </a:lnTo>
                <a:lnTo>
                  <a:pt x="102661" y="389913"/>
                </a:lnTo>
                <a:lnTo>
                  <a:pt x="102737" y="394787"/>
                </a:lnTo>
                <a:lnTo>
                  <a:pt x="102754" y="399661"/>
                </a:lnTo>
                <a:lnTo>
                  <a:pt x="102714" y="404534"/>
                </a:lnTo>
                <a:lnTo>
                  <a:pt x="102625" y="409408"/>
                </a:lnTo>
                <a:lnTo>
                  <a:pt x="102494" y="414282"/>
                </a:lnTo>
                <a:lnTo>
                  <a:pt x="102330" y="419156"/>
                </a:lnTo>
                <a:lnTo>
                  <a:pt x="102145" y="424030"/>
                </a:lnTo>
                <a:lnTo>
                  <a:pt x="101945" y="428904"/>
                </a:lnTo>
                <a:lnTo>
                  <a:pt x="101738" y="433778"/>
                </a:lnTo>
                <a:lnTo>
                  <a:pt x="101531" y="438652"/>
                </a:lnTo>
                <a:lnTo>
                  <a:pt x="101328" y="443526"/>
                </a:lnTo>
                <a:lnTo>
                  <a:pt x="101132" y="448400"/>
                </a:lnTo>
                <a:lnTo>
                  <a:pt x="100947" y="453274"/>
                </a:lnTo>
                <a:lnTo>
                  <a:pt x="100775" y="458147"/>
                </a:lnTo>
                <a:lnTo>
                  <a:pt x="100621" y="463021"/>
                </a:lnTo>
                <a:lnTo>
                  <a:pt x="100486" y="467895"/>
                </a:lnTo>
                <a:lnTo>
                  <a:pt x="100377" y="472769"/>
                </a:lnTo>
                <a:lnTo>
                  <a:pt x="100300" y="477643"/>
                </a:lnTo>
                <a:lnTo>
                  <a:pt x="100263" y="482517"/>
                </a:lnTo>
                <a:lnTo>
                  <a:pt x="100278" y="487391"/>
                </a:lnTo>
                <a:lnTo>
                  <a:pt x="100362" y="492265"/>
                </a:lnTo>
                <a:lnTo>
                  <a:pt x="100533" y="497139"/>
                </a:lnTo>
                <a:lnTo>
                  <a:pt x="100816" y="502013"/>
                </a:lnTo>
                <a:lnTo>
                  <a:pt x="101242" y="506887"/>
                </a:lnTo>
                <a:lnTo>
                  <a:pt x="101842" y="511760"/>
                </a:lnTo>
                <a:lnTo>
                  <a:pt x="102652" y="516634"/>
                </a:lnTo>
                <a:lnTo>
                  <a:pt x="103704" y="521508"/>
                </a:lnTo>
                <a:lnTo>
                  <a:pt x="105024" y="526382"/>
                </a:lnTo>
                <a:lnTo>
                  <a:pt x="106629" y="531256"/>
                </a:lnTo>
                <a:lnTo>
                  <a:pt x="108519" y="536130"/>
                </a:lnTo>
                <a:lnTo>
                  <a:pt x="110671" y="541004"/>
                </a:lnTo>
                <a:lnTo>
                  <a:pt x="113040" y="545878"/>
                </a:lnTo>
                <a:lnTo>
                  <a:pt x="115551" y="550752"/>
                </a:lnTo>
                <a:lnTo>
                  <a:pt x="118106" y="555626"/>
                </a:lnTo>
                <a:lnTo>
                  <a:pt x="120588" y="560500"/>
                </a:lnTo>
                <a:lnTo>
                  <a:pt x="122865" y="565373"/>
                </a:lnTo>
                <a:lnTo>
                  <a:pt x="124807" y="570247"/>
                </a:lnTo>
                <a:lnTo>
                  <a:pt x="126293" y="575121"/>
                </a:lnTo>
                <a:lnTo>
                  <a:pt x="127226" y="579995"/>
                </a:lnTo>
                <a:lnTo>
                  <a:pt x="127544" y="584869"/>
                </a:lnTo>
                <a:lnTo>
                  <a:pt x="127544" y="584869"/>
                </a:lnTo>
                <a:close/>
              </a:path>
            </a:pathLst>
          </a:custGeom>
          <a:solidFill>
            <a:srgbClr val="00878B">
              <a:alpha val="12000"/>
            </a:srgbClr>
          </a:solidFill>
          <a:ln w="6985">
            <a:solidFill>
              <a:srgbClr val="00878B">
                <a:alpha val="12000"/>
              </a:srgbClr>
            </a:solidFill>
            <a:prstDash val="solid"/>
          </a:ln>
        </p:spPr>
      </p:sp>
      <p:sp>
        <p:nvSpPr>
          <p:cNvPr id="3769" name="03_assume_matched_9066">
            <a:extLst>
              <a:ext uri="{FF2B5EF4-FFF2-40B4-BE49-F238E27FC236}">
                <a16:creationId xmlns:a16="http://schemas.microsoft.com/office/drawing/2014/main" id="{D549E5A0-F774-4FDC-B2E2-DF99F3482790}"/>
              </a:ext>
            </a:extLst>
          </p:cNvPr>
          <p:cNvSpPr>
            <a:spLocks noGrp="1"/>
          </p:cNvSpPr>
          <p:nvPr/>
        </p:nvSpPr>
        <p:spPr>
          <a:xfrm>
            <a:off x="6084672" y="7182408"/>
            <a:ext cx="196140" cy="584869"/>
          </a:xfrm>
          <a:custGeom>
            <a:avLst/>
            <a:gdLst/>
            <a:ahLst/>
            <a:cxnLst/>
            <a:rect l="0" t="0" r="0" b="0"/>
            <a:pathLst>
              <a:path w="196140" h="584869">
                <a:moveTo>
                  <a:pt x="127544" y="584869"/>
                </a:moveTo>
                <a:lnTo>
                  <a:pt x="68596" y="584869"/>
                </a:lnTo>
                <a:lnTo>
                  <a:pt x="68915" y="579995"/>
                </a:lnTo>
                <a:lnTo>
                  <a:pt x="69848" y="575121"/>
                </a:lnTo>
                <a:lnTo>
                  <a:pt x="71333" y="570247"/>
                </a:lnTo>
                <a:lnTo>
                  <a:pt x="73275" y="565373"/>
                </a:lnTo>
                <a:lnTo>
                  <a:pt x="75552" y="560500"/>
                </a:lnTo>
                <a:lnTo>
                  <a:pt x="78034" y="555626"/>
                </a:lnTo>
                <a:lnTo>
                  <a:pt x="80590" y="550752"/>
                </a:lnTo>
                <a:lnTo>
                  <a:pt x="83101" y="545878"/>
                </a:lnTo>
                <a:lnTo>
                  <a:pt x="85469" y="541004"/>
                </a:lnTo>
                <a:lnTo>
                  <a:pt x="87621" y="536130"/>
                </a:lnTo>
                <a:lnTo>
                  <a:pt x="89511" y="531256"/>
                </a:lnTo>
                <a:lnTo>
                  <a:pt x="91116" y="526382"/>
                </a:lnTo>
                <a:lnTo>
                  <a:pt x="92437" y="521508"/>
                </a:lnTo>
                <a:lnTo>
                  <a:pt x="93488" y="516634"/>
                </a:lnTo>
                <a:lnTo>
                  <a:pt x="94298" y="511760"/>
                </a:lnTo>
                <a:lnTo>
                  <a:pt x="94898" y="506887"/>
                </a:lnTo>
                <a:lnTo>
                  <a:pt x="95324" y="502013"/>
                </a:lnTo>
                <a:lnTo>
                  <a:pt x="95608" y="497139"/>
                </a:lnTo>
                <a:lnTo>
                  <a:pt x="95779" y="492265"/>
                </a:lnTo>
                <a:lnTo>
                  <a:pt x="95862" y="487391"/>
                </a:lnTo>
                <a:lnTo>
                  <a:pt x="95877" y="482517"/>
                </a:lnTo>
                <a:lnTo>
                  <a:pt x="95840" y="477643"/>
                </a:lnTo>
                <a:lnTo>
                  <a:pt x="95763" y="472769"/>
                </a:lnTo>
                <a:lnTo>
                  <a:pt x="95654" y="467895"/>
                </a:lnTo>
                <a:lnTo>
                  <a:pt x="95520" y="463021"/>
                </a:lnTo>
                <a:lnTo>
                  <a:pt x="95365" y="458147"/>
                </a:lnTo>
                <a:lnTo>
                  <a:pt x="95193" y="453274"/>
                </a:lnTo>
                <a:lnTo>
                  <a:pt x="95008" y="448400"/>
                </a:lnTo>
                <a:lnTo>
                  <a:pt x="94813" y="443526"/>
                </a:lnTo>
                <a:lnTo>
                  <a:pt x="94609" y="438652"/>
                </a:lnTo>
                <a:lnTo>
                  <a:pt x="94402" y="433778"/>
                </a:lnTo>
                <a:lnTo>
                  <a:pt x="94195" y="428904"/>
                </a:lnTo>
                <a:lnTo>
                  <a:pt x="93996" y="424030"/>
                </a:lnTo>
                <a:lnTo>
                  <a:pt x="93810" y="419156"/>
                </a:lnTo>
                <a:lnTo>
                  <a:pt x="93647" y="414282"/>
                </a:lnTo>
                <a:lnTo>
                  <a:pt x="93516" y="409408"/>
                </a:lnTo>
                <a:lnTo>
                  <a:pt x="93426" y="404534"/>
                </a:lnTo>
                <a:lnTo>
                  <a:pt x="93386" y="399661"/>
                </a:lnTo>
                <a:lnTo>
                  <a:pt x="93403" y="394787"/>
                </a:lnTo>
                <a:lnTo>
                  <a:pt x="93479" y="389913"/>
                </a:lnTo>
                <a:lnTo>
                  <a:pt x="93615" y="385039"/>
                </a:lnTo>
                <a:lnTo>
                  <a:pt x="93805" y="380165"/>
                </a:lnTo>
                <a:lnTo>
                  <a:pt x="94041" y="375291"/>
                </a:lnTo>
                <a:lnTo>
                  <a:pt x="94312" y="370417"/>
                </a:lnTo>
                <a:lnTo>
                  <a:pt x="94604" y="365543"/>
                </a:lnTo>
                <a:lnTo>
                  <a:pt x="94905" y="360669"/>
                </a:lnTo>
                <a:lnTo>
                  <a:pt x="95202" y="355795"/>
                </a:lnTo>
                <a:lnTo>
                  <a:pt x="95485" y="350921"/>
                </a:lnTo>
                <a:lnTo>
                  <a:pt x="95747" y="346048"/>
                </a:lnTo>
                <a:lnTo>
                  <a:pt x="95984" y="341174"/>
                </a:lnTo>
                <a:lnTo>
                  <a:pt x="96196" y="336300"/>
                </a:lnTo>
                <a:lnTo>
                  <a:pt x="96384" y="331426"/>
                </a:lnTo>
                <a:lnTo>
                  <a:pt x="96553" y="326552"/>
                </a:lnTo>
                <a:lnTo>
                  <a:pt x="96706" y="321678"/>
                </a:lnTo>
                <a:lnTo>
                  <a:pt x="96847" y="316804"/>
                </a:lnTo>
                <a:lnTo>
                  <a:pt x="96980" y="311930"/>
                </a:lnTo>
                <a:lnTo>
                  <a:pt x="97106" y="307056"/>
                </a:lnTo>
                <a:lnTo>
                  <a:pt x="97228" y="302182"/>
                </a:lnTo>
                <a:lnTo>
                  <a:pt x="97344" y="297308"/>
                </a:lnTo>
                <a:lnTo>
                  <a:pt x="97454" y="292435"/>
                </a:lnTo>
                <a:lnTo>
                  <a:pt x="97556" y="287561"/>
                </a:lnTo>
                <a:lnTo>
                  <a:pt x="97649" y="282687"/>
                </a:lnTo>
                <a:lnTo>
                  <a:pt x="97732" y="277813"/>
                </a:lnTo>
                <a:lnTo>
                  <a:pt x="97804" y="272939"/>
                </a:lnTo>
                <a:lnTo>
                  <a:pt x="97864" y="268065"/>
                </a:lnTo>
                <a:lnTo>
                  <a:pt x="97914" y="263191"/>
                </a:lnTo>
                <a:lnTo>
                  <a:pt x="97952" y="258317"/>
                </a:lnTo>
                <a:lnTo>
                  <a:pt x="97981" y="253443"/>
                </a:lnTo>
                <a:lnTo>
                  <a:pt x="98000" y="248569"/>
                </a:lnTo>
                <a:lnTo>
                  <a:pt x="98011" y="243695"/>
                </a:lnTo>
                <a:lnTo>
                  <a:pt x="98013" y="238822"/>
                </a:lnTo>
                <a:lnTo>
                  <a:pt x="98006" y="233948"/>
                </a:lnTo>
                <a:lnTo>
                  <a:pt x="97989" y="229074"/>
                </a:lnTo>
                <a:lnTo>
                  <a:pt x="97961" y="224200"/>
                </a:lnTo>
                <a:lnTo>
                  <a:pt x="97920" y="219326"/>
                </a:lnTo>
                <a:lnTo>
                  <a:pt x="97865" y="214452"/>
                </a:lnTo>
                <a:lnTo>
                  <a:pt x="97792" y="209578"/>
                </a:lnTo>
                <a:lnTo>
                  <a:pt x="97701" y="204704"/>
                </a:lnTo>
                <a:lnTo>
                  <a:pt x="97590" y="199830"/>
                </a:lnTo>
                <a:lnTo>
                  <a:pt x="97460" y="194956"/>
                </a:lnTo>
                <a:lnTo>
                  <a:pt x="97311" y="190082"/>
                </a:lnTo>
                <a:lnTo>
                  <a:pt x="97148" y="185209"/>
                </a:lnTo>
                <a:lnTo>
                  <a:pt x="96974" y="180335"/>
                </a:lnTo>
                <a:lnTo>
                  <a:pt x="96798" y="175461"/>
                </a:lnTo>
                <a:lnTo>
                  <a:pt x="96627" y="170587"/>
                </a:lnTo>
                <a:lnTo>
                  <a:pt x="96470" y="165713"/>
                </a:lnTo>
                <a:lnTo>
                  <a:pt x="96336" y="160839"/>
                </a:lnTo>
                <a:lnTo>
                  <a:pt x="96233" y="155965"/>
                </a:lnTo>
                <a:lnTo>
                  <a:pt x="96168" y="151091"/>
                </a:lnTo>
                <a:lnTo>
                  <a:pt x="96144" y="146217"/>
                </a:lnTo>
                <a:lnTo>
                  <a:pt x="96163" y="141343"/>
                </a:lnTo>
                <a:lnTo>
                  <a:pt x="96221" y="136469"/>
                </a:lnTo>
                <a:lnTo>
                  <a:pt x="96313" y="131596"/>
                </a:lnTo>
                <a:lnTo>
                  <a:pt x="96428" y="126722"/>
                </a:lnTo>
                <a:lnTo>
                  <a:pt x="96552" y="121848"/>
                </a:lnTo>
                <a:lnTo>
                  <a:pt x="96666" y="116974"/>
                </a:lnTo>
                <a:lnTo>
                  <a:pt x="96748" y="112100"/>
                </a:lnTo>
                <a:lnTo>
                  <a:pt x="96769" y="107226"/>
                </a:lnTo>
                <a:lnTo>
                  <a:pt x="96690" y="102352"/>
                </a:lnTo>
                <a:lnTo>
                  <a:pt x="96466" y="97478"/>
                </a:lnTo>
                <a:lnTo>
                  <a:pt x="96035" y="92604"/>
                </a:lnTo>
                <a:lnTo>
                  <a:pt x="95323" y="87730"/>
                </a:lnTo>
                <a:lnTo>
                  <a:pt x="94239" y="82856"/>
                </a:lnTo>
                <a:lnTo>
                  <a:pt x="92675" y="77983"/>
                </a:lnTo>
                <a:lnTo>
                  <a:pt x="90513" y="73109"/>
                </a:lnTo>
                <a:lnTo>
                  <a:pt x="87629" y="68235"/>
                </a:lnTo>
                <a:lnTo>
                  <a:pt x="83905" y="63361"/>
                </a:lnTo>
                <a:lnTo>
                  <a:pt x="79244" y="58487"/>
                </a:lnTo>
                <a:lnTo>
                  <a:pt x="73586" y="53613"/>
                </a:lnTo>
                <a:lnTo>
                  <a:pt x="66931" y="48739"/>
                </a:lnTo>
                <a:lnTo>
                  <a:pt x="59355" y="43865"/>
                </a:lnTo>
                <a:lnTo>
                  <a:pt x="51020" y="38991"/>
                </a:lnTo>
                <a:lnTo>
                  <a:pt x="42184" y="34117"/>
                </a:lnTo>
                <a:lnTo>
                  <a:pt x="33193" y="29243"/>
                </a:lnTo>
                <a:lnTo>
                  <a:pt x="24463" y="24370"/>
                </a:lnTo>
                <a:lnTo>
                  <a:pt x="16453" y="19496"/>
                </a:lnTo>
                <a:lnTo>
                  <a:pt x="9625" y="14622"/>
                </a:lnTo>
                <a:lnTo>
                  <a:pt x="4401" y="9748"/>
                </a:lnTo>
                <a:lnTo>
                  <a:pt x="1119" y="4874"/>
                </a:lnTo>
                <a:lnTo>
                  <a:pt x="0" y="0"/>
                </a:lnTo>
                <a:lnTo>
                  <a:pt x="196140" y="0"/>
                </a:lnTo>
                <a:lnTo>
                  <a:pt x="196140" y="0"/>
                </a:lnTo>
                <a:lnTo>
                  <a:pt x="195021" y="4874"/>
                </a:lnTo>
                <a:lnTo>
                  <a:pt x="191740" y="9748"/>
                </a:lnTo>
                <a:lnTo>
                  <a:pt x="186515" y="14622"/>
                </a:lnTo>
                <a:lnTo>
                  <a:pt x="179687" y="19496"/>
                </a:lnTo>
                <a:lnTo>
                  <a:pt x="171677" y="24370"/>
                </a:lnTo>
                <a:lnTo>
                  <a:pt x="162948" y="29243"/>
                </a:lnTo>
                <a:lnTo>
                  <a:pt x="153956" y="34117"/>
                </a:lnTo>
                <a:lnTo>
                  <a:pt x="145121" y="38991"/>
                </a:lnTo>
                <a:lnTo>
                  <a:pt x="136786" y="43865"/>
                </a:lnTo>
                <a:lnTo>
                  <a:pt x="129209" y="48739"/>
                </a:lnTo>
                <a:lnTo>
                  <a:pt x="122555" y="53613"/>
                </a:lnTo>
                <a:lnTo>
                  <a:pt x="116897" y="58487"/>
                </a:lnTo>
                <a:lnTo>
                  <a:pt x="112235" y="63361"/>
                </a:lnTo>
                <a:lnTo>
                  <a:pt x="108511" y="68235"/>
                </a:lnTo>
                <a:lnTo>
                  <a:pt x="105627" y="73109"/>
                </a:lnTo>
                <a:lnTo>
                  <a:pt x="103465" y="77983"/>
                </a:lnTo>
                <a:lnTo>
                  <a:pt x="101902" y="82856"/>
                </a:lnTo>
                <a:lnTo>
                  <a:pt x="100817" y="87730"/>
                </a:lnTo>
                <a:lnTo>
                  <a:pt x="100105" y="92604"/>
                </a:lnTo>
                <a:lnTo>
                  <a:pt x="99675" y="97478"/>
                </a:lnTo>
                <a:lnTo>
                  <a:pt x="99450" y="102352"/>
                </a:lnTo>
                <a:lnTo>
                  <a:pt x="99372" y="107226"/>
                </a:lnTo>
                <a:lnTo>
                  <a:pt x="99392" y="112100"/>
                </a:lnTo>
                <a:lnTo>
                  <a:pt x="99474" y="116974"/>
                </a:lnTo>
                <a:lnTo>
                  <a:pt x="99589" y="121848"/>
                </a:lnTo>
                <a:lnTo>
                  <a:pt x="99712" y="126722"/>
                </a:lnTo>
                <a:lnTo>
                  <a:pt x="99827" y="131596"/>
                </a:lnTo>
                <a:lnTo>
                  <a:pt x="99919" y="136469"/>
                </a:lnTo>
                <a:lnTo>
                  <a:pt x="99977" y="141343"/>
                </a:lnTo>
                <a:lnTo>
                  <a:pt x="99996" y="146217"/>
                </a:lnTo>
                <a:lnTo>
                  <a:pt x="99973" y="151091"/>
                </a:lnTo>
                <a:lnTo>
                  <a:pt x="99908" y="155965"/>
                </a:lnTo>
                <a:lnTo>
                  <a:pt x="99805" y="160839"/>
                </a:lnTo>
                <a:lnTo>
                  <a:pt x="99671" y="165713"/>
                </a:lnTo>
                <a:lnTo>
                  <a:pt x="99514" y="170587"/>
                </a:lnTo>
                <a:lnTo>
                  <a:pt x="99342" y="175461"/>
                </a:lnTo>
                <a:lnTo>
                  <a:pt x="99166" y="180335"/>
                </a:lnTo>
                <a:lnTo>
                  <a:pt x="98993" y="185209"/>
                </a:lnTo>
                <a:lnTo>
                  <a:pt x="98829" y="190082"/>
                </a:lnTo>
                <a:lnTo>
                  <a:pt x="98681" y="194956"/>
                </a:lnTo>
                <a:lnTo>
                  <a:pt x="98550" y="199830"/>
                </a:lnTo>
                <a:lnTo>
                  <a:pt x="98439" y="204704"/>
                </a:lnTo>
                <a:lnTo>
                  <a:pt x="98348" y="209578"/>
                </a:lnTo>
                <a:lnTo>
                  <a:pt x="98276" y="214452"/>
                </a:lnTo>
                <a:lnTo>
                  <a:pt x="98220" y="219326"/>
                </a:lnTo>
                <a:lnTo>
                  <a:pt x="98179" y="224200"/>
                </a:lnTo>
                <a:lnTo>
                  <a:pt x="98151" y="229074"/>
                </a:lnTo>
                <a:lnTo>
                  <a:pt x="98134" y="233948"/>
                </a:lnTo>
                <a:lnTo>
                  <a:pt x="98127" y="238822"/>
                </a:lnTo>
                <a:lnTo>
                  <a:pt x="98129" y="243695"/>
                </a:lnTo>
                <a:lnTo>
                  <a:pt x="98140" y="248569"/>
                </a:lnTo>
                <a:lnTo>
                  <a:pt x="98159" y="253443"/>
                </a:lnTo>
                <a:lnTo>
                  <a:pt x="98188" y="258317"/>
                </a:lnTo>
                <a:lnTo>
                  <a:pt x="98227" y="263191"/>
                </a:lnTo>
                <a:lnTo>
                  <a:pt x="98276" y="268065"/>
                </a:lnTo>
                <a:lnTo>
                  <a:pt x="98337" y="272939"/>
                </a:lnTo>
                <a:lnTo>
                  <a:pt x="98408" y="277813"/>
                </a:lnTo>
                <a:lnTo>
                  <a:pt x="98491" y="282687"/>
                </a:lnTo>
                <a:lnTo>
                  <a:pt x="98584" y="287561"/>
                </a:lnTo>
                <a:lnTo>
                  <a:pt x="98687" y="292435"/>
                </a:lnTo>
                <a:lnTo>
                  <a:pt x="98796" y="297308"/>
                </a:lnTo>
                <a:lnTo>
                  <a:pt x="98913" y="302182"/>
                </a:lnTo>
                <a:lnTo>
                  <a:pt x="99034" y="307056"/>
                </a:lnTo>
                <a:lnTo>
                  <a:pt x="99161" y="311930"/>
                </a:lnTo>
                <a:lnTo>
                  <a:pt x="99294" y="316804"/>
                </a:lnTo>
                <a:lnTo>
                  <a:pt x="99435" y="321678"/>
                </a:lnTo>
                <a:lnTo>
                  <a:pt x="99588" y="326552"/>
                </a:lnTo>
                <a:lnTo>
                  <a:pt x="99756" y="331426"/>
                </a:lnTo>
                <a:lnTo>
                  <a:pt x="99945" y="336300"/>
                </a:lnTo>
                <a:lnTo>
                  <a:pt x="100156" y="341174"/>
                </a:lnTo>
                <a:lnTo>
                  <a:pt x="100394" y="346048"/>
                </a:lnTo>
                <a:lnTo>
                  <a:pt x="100655" y="350921"/>
                </a:lnTo>
                <a:lnTo>
                  <a:pt x="100938" y="355795"/>
                </a:lnTo>
                <a:lnTo>
                  <a:pt x="101235" y="360669"/>
                </a:lnTo>
                <a:lnTo>
                  <a:pt x="101536" y="365543"/>
                </a:lnTo>
                <a:lnTo>
                  <a:pt x="101829" y="370417"/>
                </a:lnTo>
                <a:lnTo>
                  <a:pt x="102099" y="375291"/>
                </a:lnTo>
                <a:lnTo>
                  <a:pt x="102336" y="380165"/>
                </a:lnTo>
                <a:lnTo>
                  <a:pt x="102526" y="385039"/>
                </a:lnTo>
                <a:lnTo>
                  <a:pt x="102661" y="389913"/>
                </a:lnTo>
                <a:lnTo>
                  <a:pt x="102737" y="394787"/>
                </a:lnTo>
                <a:lnTo>
                  <a:pt x="102754" y="399661"/>
                </a:lnTo>
                <a:lnTo>
                  <a:pt x="102714" y="404534"/>
                </a:lnTo>
                <a:lnTo>
                  <a:pt x="102625" y="409408"/>
                </a:lnTo>
                <a:lnTo>
                  <a:pt x="102494" y="414282"/>
                </a:lnTo>
                <a:lnTo>
                  <a:pt x="102330" y="419156"/>
                </a:lnTo>
                <a:lnTo>
                  <a:pt x="102145" y="424030"/>
                </a:lnTo>
                <a:lnTo>
                  <a:pt x="101945" y="428904"/>
                </a:lnTo>
                <a:lnTo>
                  <a:pt x="101738" y="433778"/>
                </a:lnTo>
                <a:lnTo>
                  <a:pt x="101531" y="438652"/>
                </a:lnTo>
                <a:lnTo>
                  <a:pt x="101328" y="443526"/>
                </a:lnTo>
                <a:lnTo>
                  <a:pt x="101132" y="448400"/>
                </a:lnTo>
                <a:lnTo>
                  <a:pt x="100947" y="453274"/>
                </a:lnTo>
                <a:lnTo>
                  <a:pt x="100775" y="458147"/>
                </a:lnTo>
                <a:lnTo>
                  <a:pt x="100621" y="463021"/>
                </a:lnTo>
                <a:lnTo>
                  <a:pt x="100486" y="467895"/>
                </a:lnTo>
                <a:lnTo>
                  <a:pt x="100377" y="472769"/>
                </a:lnTo>
                <a:lnTo>
                  <a:pt x="100300" y="477643"/>
                </a:lnTo>
                <a:lnTo>
                  <a:pt x="100263" y="482517"/>
                </a:lnTo>
                <a:lnTo>
                  <a:pt x="100278" y="487391"/>
                </a:lnTo>
                <a:lnTo>
                  <a:pt x="100362" y="492265"/>
                </a:lnTo>
                <a:lnTo>
                  <a:pt x="100533" y="497139"/>
                </a:lnTo>
                <a:lnTo>
                  <a:pt x="100816" y="502013"/>
                </a:lnTo>
                <a:lnTo>
                  <a:pt x="101242" y="506887"/>
                </a:lnTo>
                <a:lnTo>
                  <a:pt x="101842" y="511760"/>
                </a:lnTo>
                <a:lnTo>
                  <a:pt x="102652" y="516634"/>
                </a:lnTo>
                <a:lnTo>
                  <a:pt x="103704" y="521508"/>
                </a:lnTo>
                <a:lnTo>
                  <a:pt x="105024" y="526382"/>
                </a:lnTo>
                <a:lnTo>
                  <a:pt x="106629" y="531256"/>
                </a:lnTo>
                <a:lnTo>
                  <a:pt x="108519" y="536130"/>
                </a:lnTo>
                <a:lnTo>
                  <a:pt x="110671" y="541004"/>
                </a:lnTo>
                <a:lnTo>
                  <a:pt x="113040" y="545878"/>
                </a:lnTo>
                <a:lnTo>
                  <a:pt x="115551" y="550752"/>
                </a:lnTo>
                <a:lnTo>
                  <a:pt x="118106" y="555626"/>
                </a:lnTo>
                <a:lnTo>
                  <a:pt x="120588" y="560500"/>
                </a:lnTo>
                <a:lnTo>
                  <a:pt x="122865" y="565373"/>
                </a:lnTo>
                <a:lnTo>
                  <a:pt x="124807" y="570247"/>
                </a:lnTo>
                <a:lnTo>
                  <a:pt x="126293" y="575121"/>
                </a:lnTo>
                <a:lnTo>
                  <a:pt x="127226" y="579995"/>
                </a:lnTo>
                <a:lnTo>
                  <a:pt x="127544" y="584869"/>
                </a:lnTo>
                <a:lnTo>
                  <a:pt x="127544" y="584869"/>
                </a:lnTo>
                <a:close/>
              </a:path>
            </a:pathLst>
          </a:custGeom>
          <a:solidFill>
            <a:srgbClr val="00878B">
              <a:alpha val="12000"/>
            </a:srgbClr>
          </a:solidFill>
          <a:ln w="6985">
            <a:solidFill>
              <a:srgbClr val="00878B">
                <a:alpha val="12000"/>
              </a:srgbClr>
            </a:solidFill>
            <a:prstDash val="solid"/>
          </a:ln>
        </p:spPr>
      </p:sp>
      <p:sp>
        <p:nvSpPr>
          <p:cNvPr id="3770" name="03_assume_matched_9067">
            <a:extLst>
              <a:ext uri="{FF2B5EF4-FFF2-40B4-BE49-F238E27FC236}">
                <a16:creationId xmlns:a16="http://schemas.microsoft.com/office/drawing/2014/main" id="{8366BA35-03AC-47A8-A5D2-7FB176C62C0A}"/>
              </a:ext>
            </a:extLst>
          </p:cNvPr>
          <p:cNvSpPr>
            <a:spLocks noGrp="1"/>
          </p:cNvSpPr>
          <p:nvPr/>
        </p:nvSpPr>
        <p:spPr>
          <a:xfrm>
            <a:off x="3919585"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1" name="text_9068">
            <a:extLst>
              <a:ext uri="{FF2B5EF4-FFF2-40B4-BE49-F238E27FC236}">
                <a16:creationId xmlns:a16="http://schemas.microsoft.com/office/drawing/2014/main" id="{F7C6C07E-3E54-4D2A-8A27-38BC442B6BD7}"/>
              </a:ext>
            </a:extLst>
          </p:cNvPr>
          <p:cNvSpPr>
            <a:spLocks noGrp="1"/>
          </p:cNvSpPr>
          <p:nvPr/>
        </p:nvSpPr>
        <p:spPr>
          <a:xfrm>
            <a:off x="3893812" y="786583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3772" name="03_assume_matched_9069">
            <a:extLst>
              <a:ext uri="{FF2B5EF4-FFF2-40B4-BE49-F238E27FC236}">
                <a16:creationId xmlns:a16="http://schemas.microsoft.com/office/drawing/2014/main" id="{5AA94F80-3292-4158-A7F8-9498CA5841BD}"/>
              </a:ext>
            </a:extLst>
          </p:cNvPr>
          <p:cNvSpPr>
            <a:spLocks noGrp="1"/>
          </p:cNvSpPr>
          <p:nvPr/>
        </p:nvSpPr>
        <p:spPr>
          <a:xfrm>
            <a:off x="4296778"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3" name="text_9070">
            <a:extLst>
              <a:ext uri="{FF2B5EF4-FFF2-40B4-BE49-F238E27FC236}">
                <a16:creationId xmlns:a16="http://schemas.microsoft.com/office/drawing/2014/main" id="{A1832020-496D-4B6F-8987-0B857DF066B0}"/>
              </a:ext>
            </a:extLst>
          </p:cNvPr>
          <p:cNvSpPr>
            <a:spLocks noGrp="1"/>
          </p:cNvSpPr>
          <p:nvPr/>
        </p:nvSpPr>
        <p:spPr>
          <a:xfrm>
            <a:off x="4245230" y="786583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3774" name="03_assume_matched_9071">
            <a:extLst>
              <a:ext uri="{FF2B5EF4-FFF2-40B4-BE49-F238E27FC236}">
                <a16:creationId xmlns:a16="http://schemas.microsoft.com/office/drawing/2014/main" id="{9571500D-A6FE-440A-A8AC-F49D1C6EBED1}"/>
              </a:ext>
            </a:extLst>
          </p:cNvPr>
          <p:cNvSpPr>
            <a:spLocks noGrp="1"/>
          </p:cNvSpPr>
          <p:nvPr/>
        </p:nvSpPr>
        <p:spPr>
          <a:xfrm>
            <a:off x="4673971"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5" name="text_9072">
            <a:extLst>
              <a:ext uri="{FF2B5EF4-FFF2-40B4-BE49-F238E27FC236}">
                <a16:creationId xmlns:a16="http://schemas.microsoft.com/office/drawing/2014/main" id="{A733AB4F-9309-465F-873B-366E1171E673}"/>
              </a:ext>
            </a:extLst>
          </p:cNvPr>
          <p:cNvSpPr>
            <a:spLocks noGrp="1"/>
          </p:cNvSpPr>
          <p:nvPr/>
        </p:nvSpPr>
        <p:spPr>
          <a:xfrm>
            <a:off x="4596650"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3776" name="03_assume_matched_9073">
            <a:extLst>
              <a:ext uri="{FF2B5EF4-FFF2-40B4-BE49-F238E27FC236}">
                <a16:creationId xmlns:a16="http://schemas.microsoft.com/office/drawing/2014/main" id="{E7627B03-0192-49FB-A5DC-EE2D53D54A72}"/>
              </a:ext>
            </a:extLst>
          </p:cNvPr>
          <p:cNvSpPr>
            <a:spLocks noGrp="1"/>
          </p:cNvSpPr>
          <p:nvPr/>
        </p:nvSpPr>
        <p:spPr>
          <a:xfrm>
            <a:off x="5428357"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7" name="text_9074">
            <a:extLst>
              <a:ext uri="{FF2B5EF4-FFF2-40B4-BE49-F238E27FC236}">
                <a16:creationId xmlns:a16="http://schemas.microsoft.com/office/drawing/2014/main" id="{CCEA2CC9-5FAC-4DB1-BB5E-362384BF413A}"/>
              </a:ext>
            </a:extLst>
          </p:cNvPr>
          <p:cNvSpPr>
            <a:spLocks noGrp="1"/>
          </p:cNvSpPr>
          <p:nvPr/>
        </p:nvSpPr>
        <p:spPr>
          <a:xfrm>
            <a:off x="5351036"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200</a:t>
            </a:r>
          </a:p>
        </p:txBody>
      </p:sp>
      <p:sp>
        <p:nvSpPr>
          <p:cNvPr id="3778" name="03_assume_matched_9075">
            <a:extLst>
              <a:ext uri="{FF2B5EF4-FFF2-40B4-BE49-F238E27FC236}">
                <a16:creationId xmlns:a16="http://schemas.microsoft.com/office/drawing/2014/main" id="{9A6BEE30-DD08-4370-9376-16B1EFF88989}"/>
              </a:ext>
            </a:extLst>
          </p:cNvPr>
          <p:cNvSpPr>
            <a:spLocks noGrp="1"/>
          </p:cNvSpPr>
          <p:nvPr/>
        </p:nvSpPr>
        <p:spPr>
          <a:xfrm>
            <a:off x="6182743"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9" name="text_9076">
            <a:extLst>
              <a:ext uri="{FF2B5EF4-FFF2-40B4-BE49-F238E27FC236}">
                <a16:creationId xmlns:a16="http://schemas.microsoft.com/office/drawing/2014/main" id="{F8D4BE12-3167-4EE3-8726-5BFF3CD2A997}"/>
              </a:ext>
            </a:extLst>
          </p:cNvPr>
          <p:cNvSpPr>
            <a:spLocks noGrp="1"/>
          </p:cNvSpPr>
          <p:nvPr/>
        </p:nvSpPr>
        <p:spPr>
          <a:xfrm>
            <a:off x="6105422"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300</a:t>
            </a:r>
          </a:p>
        </p:txBody>
      </p:sp>
      <p:sp>
        <p:nvSpPr>
          <p:cNvPr id="3780" name="text_9077">
            <a:extLst>
              <a:ext uri="{FF2B5EF4-FFF2-40B4-BE49-F238E27FC236}">
                <a16:creationId xmlns:a16="http://schemas.microsoft.com/office/drawing/2014/main" id="{68EB7EF8-2910-466E-B61F-CF76B94E31C0}"/>
              </a:ext>
            </a:extLst>
          </p:cNvPr>
          <p:cNvSpPr>
            <a:spLocks noGrp="1"/>
          </p:cNvSpPr>
          <p:nvPr/>
        </p:nvSpPr>
        <p:spPr>
          <a:xfrm>
            <a:off x="4489443" y="8002004"/>
            <a:ext cx="1271930"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stStyle>
          <a:p>
            <a:pPr algn="l">
              <a:defRPr sz="800" b="0">
                <a:solidFill>
                  <a:srgbClr val="273744"/>
                </a:solidFill>
                <a:latin typeface="Arial"/>
                <a:ea typeface="Arial"/>
                <a:cs typeface="Arial"/>
              </a:defRPr>
            </a:pPr>
            <a:r>
              <a:rPr sz="800">
                <a:solidFill>
                  <a:srgbClr val="273744"/>
                </a:solidFill>
                <a:latin typeface="Arial"/>
                <a:ea typeface="Arial"/>
                <a:cs typeface="Arial"/>
              </a:rPr>
              <a:t>Relative attempt budget (%)</a:t>
            </a:r>
          </a:p>
        </p:txBody>
      </p:sp>
      <p:sp>
        <p:nvSpPr>
          <p:cNvPr id="3781" name="03_assume_matched_9078">
            <a:extLst>
              <a:ext uri="{FF2B5EF4-FFF2-40B4-BE49-F238E27FC236}">
                <a16:creationId xmlns:a16="http://schemas.microsoft.com/office/drawing/2014/main" id="{8521738F-7257-4AFA-85EB-8134129F70F5}"/>
              </a:ext>
            </a:extLst>
          </p:cNvPr>
          <p:cNvSpPr>
            <a:spLocks noGrp="1"/>
          </p:cNvSpPr>
          <p:nvPr/>
        </p:nvSpPr>
        <p:spPr>
          <a:xfrm>
            <a:off x="3896953" y="776727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782" name="03_assume_matched_9079">
            <a:extLst>
              <a:ext uri="{FF2B5EF4-FFF2-40B4-BE49-F238E27FC236}">
                <a16:creationId xmlns:a16="http://schemas.microsoft.com/office/drawing/2014/main" id="{64860D13-F809-4C60-A136-0E95D2DBB034}"/>
              </a:ext>
            </a:extLst>
          </p:cNvPr>
          <p:cNvSpPr>
            <a:spLocks noGrp="1"/>
          </p:cNvSpPr>
          <p:nvPr/>
        </p:nvSpPr>
        <p:spPr>
          <a:xfrm>
            <a:off x="3858852" y="776727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783" name="text_9080">
            <a:extLst>
              <a:ext uri="{FF2B5EF4-FFF2-40B4-BE49-F238E27FC236}">
                <a16:creationId xmlns:a16="http://schemas.microsoft.com/office/drawing/2014/main" id="{7F9159C8-730E-416A-BDDF-028C944DE56A}"/>
              </a:ext>
            </a:extLst>
          </p:cNvPr>
          <p:cNvSpPr>
            <a:spLocks noGrp="1"/>
          </p:cNvSpPr>
          <p:nvPr/>
        </p:nvSpPr>
        <p:spPr>
          <a:xfrm>
            <a:off x="3769207" y="7727216"/>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0</a:t>
            </a:r>
          </a:p>
        </p:txBody>
      </p:sp>
      <p:sp>
        <p:nvSpPr>
          <p:cNvPr id="3784" name="03_assume_matched_9081">
            <a:extLst>
              <a:ext uri="{FF2B5EF4-FFF2-40B4-BE49-F238E27FC236}">
                <a16:creationId xmlns:a16="http://schemas.microsoft.com/office/drawing/2014/main" id="{61E3C135-FE8E-498B-87C0-A6D1037DB98B}"/>
              </a:ext>
            </a:extLst>
          </p:cNvPr>
          <p:cNvSpPr>
            <a:spLocks noGrp="1"/>
          </p:cNvSpPr>
          <p:nvPr/>
        </p:nvSpPr>
        <p:spPr>
          <a:xfrm>
            <a:off x="3896953" y="747484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785" name="03_assume_matched_9082">
            <a:extLst>
              <a:ext uri="{FF2B5EF4-FFF2-40B4-BE49-F238E27FC236}">
                <a16:creationId xmlns:a16="http://schemas.microsoft.com/office/drawing/2014/main" id="{422122E7-D0B8-4DB4-9382-E5F58443BB3E}"/>
              </a:ext>
            </a:extLst>
          </p:cNvPr>
          <p:cNvSpPr>
            <a:spLocks noGrp="1"/>
          </p:cNvSpPr>
          <p:nvPr/>
        </p:nvSpPr>
        <p:spPr>
          <a:xfrm>
            <a:off x="3858852" y="747484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786" name="text_9083">
            <a:extLst>
              <a:ext uri="{FF2B5EF4-FFF2-40B4-BE49-F238E27FC236}">
                <a16:creationId xmlns:a16="http://schemas.microsoft.com/office/drawing/2014/main" id="{33B8AFA5-D8FB-4C19-988F-CF0202E6CC3A}"/>
              </a:ext>
            </a:extLst>
          </p:cNvPr>
          <p:cNvSpPr>
            <a:spLocks noGrp="1"/>
          </p:cNvSpPr>
          <p:nvPr/>
        </p:nvSpPr>
        <p:spPr>
          <a:xfrm>
            <a:off x="3717659" y="7434781"/>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50</a:t>
            </a:r>
          </a:p>
        </p:txBody>
      </p:sp>
      <p:sp>
        <p:nvSpPr>
          <p:cNvPr id="3787" name="03_assume_matched_9084">
            <a:extLst>
              <a:ext uri="{FF2B5EF4-FFF2-40B4-BE49-F238E27FC236}">
                <a16:creationId xmlns:a16="http://schemas.microsoft.com/office/drawing/2014/main" id="{0D632540-89AF-4C62-BA62-36B1FB4417B7}"/>
              </a:ext>
            </a:extLst>
          </p:cNvPr>
          <p:cNvSpPr>
            <a:spLocks noGrp="1"/>
          </p:cNvSpPr>
          <p:nvPr/>
        </p:nvSpPr>
        <p:spPr>
          <a:xfrm>
            <a:off x="3896953" y="718240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788" name="03_assume_matched_9085">
            <a:extLst>
              <a:ext uri="{FF2B5EF4-FFF2-40B4-BE49-F238E27FC236}">
                <a16:creationId xmlns:a16="http://schemas.microsoft.com/office/drawing/2014/main" id="{38F6EC43-C67E-4240-A5C2-2A57FE0DE303}"/>
              </a:ext>
            </a:extLst>
          </p:cNvPr>
          <p:cNvSpPr>
            <a:spLocks noGrp="1"/>
          </p:cNvSpPr>
          <p:nvPr/>
        </p:nvSpPr>
        <p:spPr>
          <a:xfrm>
            <a:off x="3858852" y="718240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789" name="text_9086">
            <a:extLst>
              <a:ext uri="{FF2B5EF4-FFF2-40B4-BE49-F238E27FC236}">
                <a16:creationId xmlns:a16="http://schemas.microsoft.com/office/drawing/2014/main" id="{0BBA7669-D287-4336-A5BD-1E58DA4946EA}"/>
              </a:ext>
            </a:extLst>
          </p:cNvPr>
          <p:cNvSpPr>
            <a:spLocks noGrp="1"/>
          </p:cNvSpPr>
          <p:nvPr/>
        </p:nvSpPr>
        <p:spPr>
          <a:xfrm>
            <a:off x="3666112" y="714234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stStyle>
          <a:p>
            <a:pPr algn="l">
              <a:defRPr sz="730" b="0">
                <a:solidFill>
                  <a:srgbClr val="273744"/>
                </a:solidFill>
                <a:latin typeface="Arial"/>
                <a:ea typeface="Arial"/>
                <a:cs typeface="Arial"/>
              </a:defRPr>
            </a:pPr>
            <a:r>
              <a:rPr sz="730">
                <a:solidFill>
                  <a:srgbClr val="273744"/>
                </a:solidFill>
                <a:latin typeface="Arial"/>
                <a:ea typeface="Arial"/>
                <a:cs typeface="Arial"/>
              </a:rPr>
              <a:t>100</a:t>
            </a:r>
          </a:p>
        </p:txBody>
      </p:sp>
      <p:sp>
        <p:nvSpPr>
          <p:cNvPr id="3790" name="03_assume_matched_9087">
            <a:extLst>
              <a:ext uri="{FF2B5EF4-FFF2-40B4-BE49-F238E27FC236}">
                <a16:creationId xmlns:a16="http://schemas.microsoft.com/office/drawing/2014/main" id="{359B4227-8568-4539-B0B7-F5465ED9074D}"/>
              </a:ext>
            </a:extLst>
          </p:cNvPr>
          <p:cNvSpPr>
            <a:spLocks noGrp="1"/>
          </p:cNvSpPr>
          <p:nvPr/>
        </p:nvSpPr>
        <p:spPr>
          <a:xfrm>
            <a:off x="4334529" y="7460643"/>
            <a:ext cx="28398" cy="28398"/>
          </a:xfrm>
          <a:prstGeom prst="ellipse">
            <a:avLst/>
          </a:prstGeom>
          <a:solidFill>
            <a:srgbClr val="7F8C97">
              <a:alpha val="48000"/>
            </a:srgbClr>
          </a:solidFill>
          <a:ln w="0">
            <a:noFill/>
            <a:prstDash val="solid"/>
          </a:ln>
        </p:spPr>
      </p:sp>
      <p:sp>
        <p:nvSpPr>
          <p:cNvPr id="3791" name="03_assume_matched_9088">
            <a:extLst>
              <a:ext uri="{FF2B5EF4-FFF2-40B4-BE49-F238E27FC236}">
                <a16:creationId xmlns:a16="http://schemas.microsoft.com/office/drawing/2014/main" id="{F2E88BDA-6B02-412E-86BB-0F084AFBE1F0}"/>
              </a:ext>
            </a:extLst>
          </p:cNvPr>
          <p:cNvSpPr>
            <a:spLocks noGrp="1"/>
          </p:cNvSpPr>
          <p:nvPr/>
        </p:nvSpPr>
        <p:spPr>
          <a:xfrm>
            <a:off x="4323016" y="7753078"/>
            <a:ext cx="28398" cy="28398"/>
          </a:xfrm>
          <a:prstGeom prst="ellipse">
            <a:avLst/>
          </a:prstGeom>
          <a:solidFill>
            <a:srgbClr val="7F8C97">
              <a:alpha val="48000"/>
            </a:srgbClr>
          </a:solidFill>
          <a:ln w="0">
            <a:noFill/>
            <a:prstDash val="solid"/>
          </a:ln>
        </p:spPr>
      </p:sp>
      <p:sp>
        <p:nvSpPr>
          <p:cNvPr id="3792" name="03_assume_matched_9089">
            <a:extLst>
              <a:ext uri="{FF2B5EF4-FFF2-40B4-BE49-F238E27FC236}">
                <a16:creationId xmlns:a16="http://schemas.microsoft.com/office/drawing/2014/main" id="{51F86FD4-0FFF-4044-8D01-85317B011D11}"/>
              </a:ext>
            </a:extLst>
          </p:cNvPr>
          <p:cNvSpPr>
            <a:spLocks noGrp="1"/>
          </p:cNvSpPr>
          <p:nvPr/>
        </p:nvSpPr>
        <p:spPr>
          <a:xfrm>
            <a:off x="4265885" y="7753078"/>
            <a:ext cx="28398" cy="28398"/>
          </a:xfrm>
          <a:prstGeom prst="ellipse">
            <a:avLst/>
          </a:prstGeom>
          <a:solidFill>
            <a:srgbClr val="7F8C97">
              <a:alpha val="48000"/>
            </a:srgbClr>
          </a:solidFill>
          <a:ln w="0">
            <a:noFill/>
            <a:prstDash val="solid"/>
          </a:ln>
        </p:spPr>
      </p:sp>
      <p:sp>
        <p:nvSpPr>
          <p:cNvPr id="3793" name="03_assume_matched_9090">
            <a:extLst>
              <a:ext uri="{FF2B5EF4-FFF2-40B4-BE49-F238E27FC236}">
                <a16:creationId xmlns:a16="http://schemas.microsoft.com/office/drawing/2014/main" id="{08EB39C6-3799-4621-8297-9EF4DEC47663}"/>
              </a:ext>
            </a:extLst>
          </p:cNvPr>
          <p:cNvSpPr>
            <a:spLocks noGrp="1"/>
          </p:cNvSpPr>
          <p:nvPr/>
        </p:nvSpPr>
        <p:spPr>
          <a:xfrm>
            <a:off x="4344747" y="7460643"/>
            <a:ext cx="28398" cy="28398"/>
          </a:xfrm>
          <a:prstGeom prst="ellipse">
            <a:avLst/>
          </a:prstGeom>
          <a:solidFill>
            <a:srgbClr val="7F8C97">
              <a:alpha val="48000"/>
            </a:srgbClr>
          </a:solidFill>
          <a:ln w="0">
            <a:noFill/>
            <a:prstDash val="solid"/>
          </a:ln>
        </p:spPr>
      </p:sp>
      <p:sp>
        <p:nvSpPr>
          <p:cNvPr id="3794" name="03_assume_matched_9091">
            <a:extLst>
              <a:ext uri="{FF2B5EF4-FFF2-40B4-BE49-F238E27FC236}">
                <a16:creationId xmlns:a16="http://schemas.microsoft.com/office/drawing/2014/main" id="{8F9E842C-4F47-4448-9CD3-61734ADBBB17}"/>
              </a:ext>
            </a:extLst>
          </p:cNvPr>
          <p:cNvSpPr>
            <a:spLocks noGrp="1"/>
          </p:cNvSpPr>
          <p:nvPr/>
        </p:nvSpPr>
        <p:spPr>
          <a:xfrm>
            <a:off x="4312511" y="7502419"/>
            <a:ext cx="28398" cy="28398"/>
          </a:xfrm>
          <a:prstGeom prst="ellipse">
            <a:avLst/>
          </a:prstGeom>
          <a:solidFill>
            <a:srgbClr val="7F8C97">
              <a:alpha val="48000"/>
            </a:srgbClr>
          </a:solidFill>
          <a:ln w="0">
            <a:noFill/>
            <a:prstDash val="solid"/>
          </a:ln>
        </p:spPr>
      </p:sp>
      <p:sp>
        <p:nvSpPr>
          <p:cNvPr id="3795" name="03_assume_matched_9092">
            <a:extLst>
              <a:ext uri="{FF2B5EF4-FFF2-40B4-BE49-F238E27FC236}">
                <a16:creationId xmlns:a16="http://schemas.microsoft.com/office/drawing/2014/main" id="{5455271F-CDA7-4F42-B2A0-E8A539D47968}"/>
              </a:ext>
            </a:extLst>
          </p:cNvPr>
          <p:cNvSpPr>
            <a:spLocks noGrp="1"/>
          </p:cNvSpPr>
          <p:nvPr/>
        </p:nvSpPr>
        <p:spPr>
          <a:xfrm>
            <a:off x="4217243" y="7487228"/>
            <a:ext cx="28398" cy="28398"/>
          </a:xfrm>
          <a:prstGeom prst="ellipse">
            <a:avLst/>
          </a:prstGeom>
          <a:solidFill>
            <a:srgbClr val="7F8C97">
              <a:alpha val="48000"/>
            </a:srgbClr>
          </a:solidFill>
          <a:ln w="0">
            <a:noFill/>
            <a:prstDash val="solid"/>
          </a:ln>
        </p:spPr>
      </p:sp>
      <p:sp>
        <p:nvSpPr>
          <p:cNvPr id="3796" name="03_assume_matched_9093">
            <a:extLst>
              <a:ext uri="{FF2B5EF4-FFF2-40B4-BE49-F238E27FC236}">
                <a16:creationId xmlns:a16="http://schemas.microsoft.com/office/drawing/2014/main" id="{F32A9ED6-1C72-42C9-8C9B-137C1A21F317}"/>
              </a:ext>
            </a:extLst>
          </p:cNvPr>
          <p:cNvSpPr>
            <a:spLocks noGrp="1"/>
          </p:cNvSpPr>
          <p:nvPr/>
        </p:nvSpPr>
        <p:spPr>
          <a:xfrm>
            <a:off x="4247896" y="7753078"/>
            <a:ext cx="28398" cy="28398"/>
          </a:xfrm>
          <a:prstGeom prst="ellipse">
            <a:avLst/>
          </a:prstGeom>
          <a:solidFill>
            <a:srgbClr val="7F8C97">
              <a:alpha val="48000"/>
            </a:srgbClr>
          </a:solidFill>
          <a:ln w="0">
            <a:noFill/>
            <a:prstDash val="solid"/>
          </a:ln>
        </p:spPr>
      </p:sp>
      <p:sp>
        <p:nvSpPr>
          <p:cNvPr id="3797" name="03_assume_matched_9094">
            <a:extLst>
              <a:ext uri="{FF2B5EF4-FFF2-40B4-BE49-F238E27FC236}">
                <a16:creationId xmlns:a16="http://schemas.microsoft.com/office/drawing/2014/main" id="{2E43C222-6AF2-4BD0-B3D1-6030D9415B75}"/>
              </a:ext>
            </a:extLst>
          </p:cNvPr>
          <p:cNvSpPr>
            <a:spLocks noGrp="1"/>
          </p:cNvSpPr>
          <p:nvPr/>
        </p:nvSpPr>
        <p:spPr>
          <a:xfrm>
            <a:off x="4216956" y="7606860"/>
            <a:ext cx="28398" cy="28398"/>
          </a:xfrm>
          <a:prstGeom prst="ellipse">
            <a:avLst/>
          </a:prstGeom>
          <a:solidFill>
            <a:srgbClr val="7F8C97">
              <a:alpha val="48000"/>
            </a:srgbClr>
          </a:solidFill>
          <a:ln w="0">
            <a:noFill/>
            <a:prstDash val="solid"/>
          </a:ln>
        </p:spPr>
      </p:sp>
      <p:sp>
        <p:nvSpPr>
          <p:cNvPr id="3798" name="03_assume_matched_9095">
            <a:extLst>
              <a:ext uri="{FF2B5EF4-FFF2-40B4-BE49-F238E27FC236}">
                <a16:creationId xmlns:a16="http://schemas.microsoft.com/office/drawing/2014/main" id="{EFBE6732-BD80-43B7-9CE5-92AD6F9B4D81}"/>
              </a:ext>
            </a:extLst>
          </p:cNvPr>
          <p:cNvSpPr>
            <a:spLocks noGrp="1"/>
          </p:cNvSpPr>
          <p:nvPr/>
        </p:nvSpPr>
        <p:spPr>
          <a:xfrm>
            <a:off x="4298264" y="7460643"/>
            <a:ext cx="28398" cy="28398"/>
          </a:xfrm>
          <a:prstGeom prst="ellipse">
            <a:avLst/>
          </a:prstGeom>
          <a:solidFill>
            <a:srgbClr val="7F8C97">
              <a:alpha val="48000"/>
            </a:srgbClr>
          </a:solidFill>
          <a:ln w="0">
            <a:noFill/>
            <a:prstDash val="solid"/>
          </a:ln>
        </p:spPr>
      </p:sp>
      <p:sp>
        <p:nvSpPr>
          <p:cNvPr id="3799" name="03_assume_matched_9096">
            <a:extLst>
              <a:ext uri="{FF2B5EF4-FFF2-40B4-BE49-F238E27FC236}">
                <a16:creationId xmlns:a16="http://schemas.microsoft.com/office/drawing/2014/main" id="{F2BE3F2A-C73B-43AC-BE5A-684D4775ADA9}"/>
              </a:ext>
            </a:extLst>
          </p:cNvPr>
          <p:cNvSpPr>
            <a:spLocks noGrp="1"/>
          </p:cNvSpPr>
          <p:nvPr/>
        </p:nvSpPr>
        <p:spPr>
          <a:xfrm>
            <a:off x="4279556" y="7460643"/>
            <a:ext cx="28398" cy="28398"/>
          </a:xfrm>
          <a:prstGeom prst="ellipse">
            <a:avLst/>
          </a:prstGeom>
          <a:solidFill>
            <a:srgbClr val="7F8C97">
              <a:alpha val="48000"/>
            </a:srgbClr>
          </a:solidFill>
          <a:ln w="0">
            <a:noFill/>
            <a:prstDash val="solid"/>
          </a:ln>
        </p:spPr>
      </p:sp>
      <p:sp>
        <p:nvSpPr>
          <p:cNvPr id="3800" name="03_assume_matched_9097">
            <a:extLst>
              <a:ext uri="{FF2B5EF4-FFF2-40B4-BE49-F238E27FC236}">
                <a16:creationId xmlns:a16="http://schemas.microsoft.com/office/drawing/2014/main" id="{52314394-869F-4B0A-BFFB-B15B9D730EC0}"/>
              </a:ext>
            </a:extLst>
          </p:cNvPr>
          <p:cNvSpPr>
            <a:spLocks noGrp="1"/>
          </p:cNvSpPr>
          <p:nvPr/>
        </p:nvSpPr>
        <p:spPr>
          <a:xfrm>
            <a:off x="4264302" y="7753078"/>
            <a:ext cx="28398" cy="28398"/>
          </a:xfrm>
          <a:prstGeom prst="ellipse">
            <a:avLst/>
          </a:prstGeom>
          <a:solidFill>
            <a:srgbClr val="7F8C97">
              <a:alpha val="48000"/>
            </a:srgbClr>
          </a:solidFill>
          <a:ln w="0">
            <a:noFill/>
            <a:prstDash val="solid"/>
          </a:ln>
        </p:spPr>
      </p:sp>
      <p:sp>
        <p:nvSpPr>
          <p:cNvPr id="3801" name="03_assume_matched_9098">
            <a:extLst>
              <a:ext uri="{FF2B5EF4-FFF2-40B4-BE49-F238E27FC236}">
                <a16:creationId xmlns:a16="http://schemas.microsoft.com/office/drawing/2014/main" id="{31412BF5-2B8D-4282-9CEC-6C317AC4AD02}"/>
              </a:ext>
            </a:extLst>
          </p:cNvPr>
          <p:cNvSpPr>
            <a:spLocks noGrp="1"/>
          </p:cNvSpPr>
          <p:nvPr/>
        </p:nvSpPr>
        <p:spPr>
          <a:xfrm>
            <a:off x="4250055" y="7753078"/>
            <a:ext cx="28398" cy="28398"/>
          </a:xfrm>
          <a:prstGeom prst="ellipse">
            <a:avLst/>
          </a:prstGeom>
          <a:solidFill>
            <a:srgbClr val="7F8C97">
              <a:alpha val="48000"/>
            </a:srgbClr>
          </a:solidFill>
          <a:ln w="0">
            <a:noFill/>
            <a:prstDash val="solid"/>
          </a:ln>
        </p:spPr>
      </p:sp>
      <p:sp>
        <p:nvSpPr>
          <p:cNvPr id="3802" name="03_assume_matched_9099">
            <a:extLst>
              <a:ext uri="{FF2B5EF4-FFF2-40B4-BE49-F238E27FC236}">
                <a16:creationId xmlns:a16="http://schemas.microsoft.com/office/drawing/2014/main" id="{58E5B4EE-2920-4B41-99CB-DC47B45980A3}"/>
              </a:ext>
            </a:extLst>
          </p:cNvPr>
          <p:cNvSpPr>
            <a:spLocks noGrp="1"/>
          </p:cNvSpPr>
          <p:nvPr/>
        </p:nvSpPr>
        <p:spPr>
          <a:xfrm>
            <a:off x="4266460" y="7753078"/>
            <a:ext cx="28398" cy="28398"/>
          </a:xfrm>
          <a:prstGeom prst="ellipse">
            <a:avLst/>
          </a:prstGeom>
          <a:solidFill>
            <a:srgbClr val="7F8C97">
              <a:alpha val="48000"/>
            </a:srgbClr>
          </a:solidFill>
          <a:ln w="0">
            <a:noFill/>
            <a:prstDash val="solid"/>
          </a:ln>
        </p:spPr>
      </p:sp>
      <p:sp>
        <p:nvSpPr>
          <p:cNvPr id="3803" name="03_assume_matched_9100">
            <a:extLst>
              <a:ext uri="{FF2B5EF4-FFF2-40B4-BE49-F238E27FC236}">
                <a16:creationId xmlns:a16="http://schemas.microsoft.com/office/drawing/2014/main" id="{3AC582CF-5D94-47B2-B67A-27993F69DE81}"/>
              </a:ext>
            </a:extLst>
          </p:cNvPr>
          <p:cNvSpPr>
            <a:spLocks noGrp="1"/>
          </p:cNvSpPr>
          <p:nvPr/>
        </p:nvSpPr>
        <p:spPr>
          <a:xfrm>
            <a:off x="4351654" y="7460643"/>
            <a:ext cx="28398" cy="28398"/>
          </a:xfrm>
          <a:prstGeom prst="ellipse">
            <a:avLst/>
          </a:prstGeom>
          <a:solidFill>
            <a:srgbClr val="7F8C97">
              <a:alpha val="48000"/>
            </a:srgbClr>
          </a:solidFill>
          <a:ln w="0">
            <a:noFill/>
            <a:prstDash val="solid"/>
          </a:ln>
        </p:spPr>
      </p:sp>
      <p:sp>
        <p:nvSpPr>
          <p:cNvPr id="3804" name="03_assume_matched_9101">
            <a:extLst>
              <a:ext uri="{FF2B5EF4-FFF2-40B4-BE49-F238E27FC236}">
                <a16:creationId xmlns:a16="http://schemas.microsoft.com/office/drawing/2014/main" id="{336F8CBF-C8D7-4865-897E-0CD6F2169B17}"/>
              </a:ext>
            </a:extLst>
          </p:cNvPr>
          <p:cNvSpPr>
            <a:spLocks noGrp="1"/>
          </p:cNvSpPr>
          <p:nvPr/>
        </p:nvSpPr>
        <p:spPr>
          <a:xfrm>
            <a:off x="4306611" y="7558121"/>
            <a:ext cx="28398" cy="28398"/>
          </a:xfrm>
          <a:prstGeom prst="ellipse">
            <a:avLst/>
          </a:prstGeom>
          <a:solidFill>
            <a:srgbClr val="7F8C97">
              <a:alpha val="48000"/>
            </a:srgbClr>
          </a:solidFill>
          <a:ln w="0">
            <a:noFill/>
            <a:prstDash val="solid"/>
          </a:ln>
        </p:spPr>
      </p:sp>
      <p:sp>
        <p:nvSpPr>
          <p:cNvPr id="3805" name="03_assume_matched_9102">
            <a:extLst>
              <a:ext uri="{FF2B5EF4-FFF2-40B4-BE49-F238E27FC236}">
                <a16:creationId xmlns:a16="http://schemas.microsoft.com/office/drawing/2014/main" id="{7DDD8ADB-5C75-46AA-B619-6E94699F8198}"/>
              </a:ext>
            </a:extLst>
          </p:cNvPr>
          <p:cNvSpPr>
            <a:spLocks noGrp="1"/>
          </p:cNvSpPr>
          <p:nvPr/>
        </p:nvSpPr>
        <p:spPr>
          <a:xfrm>
            <a:off x="4316397" y="7655599"/>
            <a:ext cx="28398" cy="28398"/>
          </a:xfrm>
          <a:prstGeom prst="ellipse">
            <a:avLst/>
          </a:prstGeom>
          <a:solidFill>
            <a:srgbClr val="7F8C97">
              <a:alpha val="48000"/>
            </a:srgbClr>
          </a:solidFill>
          <a:ln w="0">
            <a:noFill/>
            <a:prstDash val="solid"/>
          </a:ln>
        </p:spPr>
      </p:sp>
      <p:sp>
        <p:nvSpPr>
          <p:cNvPr id="3806" name="03_assume_matched_9103">
            <a:extLst>
              <a:ext uri="{FF2B5EF4-FFF2-40B4-BE49-F238E27FC236}">
                <a16:creationId xmlns:a16="http://schemas.microsoft.com/office/drawing/2014/main" id="{0AFF0D47-3B20-4C40-8DC6-AD6C120D04BF}"/>
              </a:ext>
            </a:extLst>
          </p:cNvPr>
          <p:cNvSpPr>
            <a:spLocks noGrp="1"/>
          </p:cNvSpPr>
          <p:nvPr/>
        </p:nvSpPr>
        <p:spPr>
          <a:xfrm>
            <a:off x="4253221" y="7590614"/>
            <a:ext cx="28398" cy="28398"/>
          </a:xfrm>
          <a:prstGeom prst="ellipse">
            <a:avLst/>
          </a:prstGeom>
          <a:solidFill>
            <a:srgbClr val="7F8C97">
              <a:alpha val="48000"/>
            </a:srgbClr>
          </a:solidFill>
          <a:ln w="0">
            <a:noFill/>
            <a:prstDash val="solid"/>
          </a:ln>
        </p:spPr>
      </p:sp>
      <p:sp>
        <p:nvSpPr>
          <p:cNvPr id="3807" name="03_assume_matched_9104">
            <a:extLst>
              <a:ext uri="{FF2B5EF4-FFF2-40B4-BE49-F238E27FC236}">
                <a16:creationId xmlns:a16="http://schemas.microsoft.com/office/drawing/2014/main" id="{A6CB8E03-3BAE-43AA-91E0-DB574CFC74E6}"/>
              </a:ext>
            </a:extLst>
          </p:cNvPr>
          <p:cNvSpPr>
            <a:spLocks noGrp="1"/>
          </p:cNvSpPr>
          <p:nvPr/>
        </p:nvSpPr>
        <p:spPr>
          <a:xfrm>
            <a:off x="4343595" y="7558121"/>
            <a:ext cx="28398" cy="28398"/>
          </a:xfrm>
          <a:prstGeom prst="ellipse">
            <a:avLst/>
          </a:prstGeom>
          <a:solidFill>
            <a:srgbClr val="7F8C97">
              <a:alpha val="48000"/>
            </a:srgbClr>
          </a:solidFill>
          <a:ln w="0">
            <a:noFill/>
            <a:prstDash val="solid"/>
          </a:ln>
        </p:spPr>
      </p:sp>
      <p:sp>
        <p:nvSpPr>
          <p:cNvPr id="3808" name="03_assume_matched_9105">
            <a:extLst>
              <a:ext uri="{FF2B5EF4-FFF2-40B4-BE49-F238E27FC236}">
                <a16:creationId xmlns:a16="http://schemas.microsoft.com/office/drawing/2014/main" id="{75C7D489-E1C0-4B03-9290-76948A8F2292}"/>
              </a:ext>
            </a:extLst>
          </p:cNvPr>
          <p:cNvSpPr>
            <a:spLocks noGrp="1"/>
          </p:cNvSpPr>
          <p:nvPr/>
        </p:nvSpPr>
        <p:spPr>
          <a:xfrm>
            <a:off x="4316684" y="7487228"/>
            <a:ext cx="28398" cy="28398"/>
          </a:xfrm>
          <a:prstGeom prst="ellipse">
            <a:avLst/>
          </a:prstGeom>
          <a:solidFill>
            <a:srgbClr val="7F8C97">
              <a:alpha val="48000"/>
            </a:srgbClr>
          </a:solidFill>
          <a:ln w="0">
            <a:noFill/>
            <a:prstDash val="solid"/>
          </a:ln>
        </p:spPr>
      </p:sp>
      <p:sp>
        <p:nvSpPr>
          <p:cNvPr id="3809" name="03_assume_matched_9106">
            <a:extLst>
              <a:ext uri="{FF2B5EF4-FFF2-40B4-BE49-F238E27FC236}">
                <a16:creationId xmlns:a16="http://schemas.microsoft.com/office/drawing/2014/main" id="{533AD973-5E8E-4A52-89BE-0B0FFBDD7368}"/>
              </a:ext>
            </a:extLst>
          </p:cNvPr>
          <p:cNvSpPr>
            <a:spLocks noGrp="1"/>
          </p:cNvSpPr>
          <p:nvPr/>
        </p:nvSpPr>
        <p:spPr>
          <a:xfrm>
            <a:off x="4234512" y="7753078"/>
            <a:ext cx="28398" cy="28398"/>
          </a:xfrm>
          <a:prstGeom prst="ellipse">
            <a:avLst/>
          </a:prstGeom>
          <a:solidFill>
            <a:srgbClr val="7F8C97">
              <a:alpha val="48000"/>
            </a:srgbClr>
          </a:solidFill>
          <a:ln w="0">
            <a:noFill/>
            <a:prstDash val="solid"/>
          </a:ln>
        </p:spPr>
      </p:sp>
      <p:sp>
        <p:nvSpPr>
          <p:cNvPr id="3810" name="03_assume_matched_9107">
            <a:extLst>
              <a:ext uri="{FF2B5EF4-FFF2-40B4-BE49-F238E27FC236}">
                <a16:creationId xmlns:a16="http://schemas.microsoft.com/office/drawing/2014/main" id="{BCA4EF3E-6C6F-403B-80FB-7E9AA7D64D79}"/>
              </a:ext>
            </a:extLst>
          </p:cNvPr>
          <p:cNvSpPr>
            <a:spLocks noGrp="1"/>
          </p:cNvSpPr>
          <p:nvPr/>
        </p:nvSpPr>
        <p:spPr>
          <a:xfrm>
            <a:off x="4241852" y="7519130"/>
            <a:ext cx="28398" cy="28398"/>
          </a:xfrm>
          <a:prstGeom prst="ellipse">
            <a:avLst/>
          </a:prstGeom>
          <a:solidFill>
            <a:srgbClr val="7F8C97">
              <a:alpha val="48000"/>
            </a:srgbClr>
          </a:solidFill>
          <a:ln w="0">
            <a:noFill/>
            <a:prstDash val="solid"/>
          </a:ln>
        </p:spPr>
      </p:sp>
      <p:sp>
        <p:nvSpPr>
          <p:cNvPr id="3811" name="03_assume_matched_9108">
            <a:extLst>
              <a:ext uri="{FF2B5EF4-FFF2-40B4-BE49-F238E27FC236}">
                <a16:creationId xmlns:a16="http://schemas.microsoft.com/office/drawing/2014/main" id="{6E7CC75E-6D70-4101-A54F-0DAF7A766397}"/>
              </a:ext>
            </a:extLst>
          </p:cNvPr>
          <p:cNvSpPr>
            <a:spLocks noGrp="1"/>
          </p:cNvSpPr>
          <p:nvPr/>
        </p:nvSpPr>
        <p:spPr>
          <a:xfrm>
            <a:off x="4253077" y="7655599"/>
            <a:ext cx="28398" cy="28398"/>
          </a:xfrm>
          <a:prstGeom prst="ellipse">
            <a:avLst/>
          </a:prstGeom>
          <a:solidFill>
            <a:srgbClr val="7F8C97">
              <a:alpha val="48000"/>
            </a:srgbClr>
          </a:solidFill>
          <a:ln w="0">
            <a:noFill/>
            <a:prstDash val="solid"/>
          </a:ln>
        </p:spPr>
      </p:sp>
      <p:sp>
        <p:nvSpPr>
          <p:cNvPr id="3812" name="03_assume_matched_9109">
            <a:extLst>
              <a:ext uri="{FF2B5EF4-FFF2-40B4-BE49-F238E27FC236}">
                <a16:creationId xmlns:a16="http://schemas.microsoft.com/office/drawing/2014/main" id="{9F4CBD90-5529-4194-AFCB-3431D55CB9A4}"/>
              </a:ext>
            </a:extLst>
          </p:cNvPr>
          <p:cNvSpPr>
            <a:spLocks noGrp="1"/>
          </p:cNvSpPr>
          <p:nvPr/>
        </p:nvSpPr>
        <p:spPr>
          <a:xfrm>
            <a:off x="4342444" y="7460643"/>
            <a:ext cx="28398" cy="28398"/>
          </a:xfrm>
          <a:prstGeom prst="ellipse">
            <a:avLst/>
          </a:prstGeom>
          <a:solidFill>
            <a:srgbClr val="7F8C97">
              <a:alpha val="48000"/>
            </a:srgbClr>
          </a:solidFill>
          <a:ln w="0">
            <a:noFill/>
            <a:prstDash val="solid"/>
          </a:ln>
        </p:spPr>
      </p:sp>
      <p:sp>
        <p:nvSpPr>
          <p:cNvPr id="3813" name="03_assume_matched_9110">
            <a:extLst>
              <a:ext uri="{FF2B5EF4-FFF2-40B4-BE49-F238E27FC236}">
                <a16:creationId xmlns:a16="http://schemas.microsoft.com/office/drawing/2014/main" id="{F492AAC3-A30A-4F34-830E-EAC2E643424D}"/>
              </a:ext>
            </a:extLst>
          </p:cNvPr>
          <p:cNvSpPr>
            <a:spLocks noGrp="1"/>
          </p:cNvSpPr>
          <p:nvPr/>
        </p:nvSpPr>
        <p:spPr>
          <a:xfrm>
            <a:off x="4255379" y="7460643"/>
            <a:ext cx="28398" cy="28398"/>
          </a:xfrm>
          <a:prstGeom prst="ellipse">
            <a:avLst/>
          </a:prstGeom>
          <a:solidFill>
            <a:srgbClr val="7F8C97">
              <a:alpha val="48000"/>
            </a:srgbClr>
          </a:solidFill>
          <a:ln w="0">
            <a:noFill/>
            <a:prstDash val="solid"/>
          </a:ln>
        </p:spPr>
      </p:sp>
      <p:sp>
        <p:nvSpPr>
          <p:cNvPr id="3814" name="03_assume_matched_9111">
            <a:extLst>
              <a:ext uri="{FF2B5EF4-FFF2-40B4-BE49-F238E27FC236}">
                <a16:creationId xmlns:a16="http://schemas.microsoft.com/office/drawing/2014/main" id="{8E0BE7B9-1D42-4A92-91D5-C4AEEFD22C74}"/>
              </a:ext>
            </a:extLst>
          </p:cNvPr>
          <p:cNvSpPr>
            <a:spLocks noGrp="1"/>
          </p:cNvSpPr>
          <p:nvPr/>
        </p:nvSpPr>
        <p:spPr>
          <a:xfrm>
            <a:off x="4334385" y="7558121"/>
            <a:ext cx="28398" cy="28398"/>
          </a:xfrm>
          <a:prstGeom prst="ellipse">
            <a:avLst/>
          </a:prstGeom>
          <a:solidFill>
            <a:srgbClr val="7F8C97">
              <a:alpha val="48000"/>
            </a:srgbClr>
          </a:solidFill>
          <a:ln w="0">
            <a:noFill/>
            <a:prstDash val="solid"/>
          </a:ln>
        </p:spPr>
      </p:sp>
      <p:sp>
        <p:nvSpPr>
          <p:cNvPr id="3815" name="03_assume_matched_9112">
            <a:extLst>
              <a:ext uri="{FF2B5EF4-FFF2-40B4-BE49-F238E27FC236}">
                <a16:creationId xmlns:a16="http://schemas.microsoft.com/office/drawing/2014/main" id="{3AD871A0-62C3-4D2D-B843-706A917D37C9}"/>
              </a:ext>
            </a:extLst>
          </p:cNvPr>
          <p:cNvSpPr>
            <a:spLocks noGrp="1"/>
          </p:cNvSpPr>
          <p:nvPr/>
        </p:nvSpPr>
        <p:spPr>
          <a:xfrm>
            <a:off x="4335537" y="7460643"/>
            <a:ext cx="28398" cy="28398"/>
          </a:xfrm>
          <a:prstGeom prst="ellipse">
            <a:avLst/>
          </a:prstGeom>
          <a:solidFill>
            <a:srgbClr val="7F8C97">
              <a:alpha val="48000"/>
            </a:srgbClr>
          </a:solidFill>
          <a:ln w="0">
            <a:noFill/>
            <a:prstDash val="solid"/>
          </a:ln>
        </p:spPr>
      </p:sp>
      <p:sp>
        <p:nvSpPr>
          <p:cNvPr id="3816" name="03_assume_matched_9113">
            <a:extLst>
              <a:ext uri="{FF2B5EF4-FFF2-40B4-BE49-F238E27FC236}">
                <a16:creationId xmlns:a16="http://schemas.microsoft.com/office/drawing/2014/main" id="{9FB831E6-8211-454C-834F-0F518796822D}"/>
              </a:ext>
            </a:extLst>
          </p:cNvPr>
          <p:cNvSpPr>
            <a:spLocks noGrp="1"/>
          </p:cNvSpPr>
          <p:nvPr/>
        </p:nvSpPr>
        <p:spPr>
          <a:xfrm>
            <a:off x="4339278" y="7753078"/>
            <a:ext cx="28398" cy="28398"/>
          </a:xfrm>
          <a:prstGeom prst="ellipse">
            <a:avLst/>
          </a:prstGeom>
          <a:solidFill>
            <a:srgbClr val="7F8C97">
              <a:alpha val="48000"/>
            </a:srgbClr>
          </a:solidFill>
          <a:ln w="0">
            <a:noFill/>
            <a:prstDash val="solid"/>
          </a:ln>
        </p:spPr>
      </p:sp>
      <p:sp>
        <p:nvSpPr>
          <p:cNvPr id="3817" name="03_assume_matched_9114">
            <a:extLst>
              <a:ext uri="{FF2B5EF4-FFF2-40B4-BE49-F238E27FC236}">
                <a16:creationId xmlns:a16="http://schemas.microsoft.com/office/drawing/2014/main" id="{6E53C4CF-6797-4C9C-8289-B198121F3394}"/>
              </a:ext>
            </a:extLst>
          </p:cNvPr>
          <p:cNvSpPr>
            <a:spLocks noGrp="1"/>
          </p:cNvSpPr>
          <p:nvPr/>
        </p:nvSpPr>
        <p:spPr>
          <a:xfrm>
            <a:off x="4256530" y="7753078"/>
            <a:ext cx="28398" cy="28398"/>
          </a:xfrm>
          <a:prstGeom prst="ellipse">
            <a:avLst/>
          </a:prstGeom>
          <a:solidFill>
            <a:srgbClr val="7F8C97">
              <a:alpha val="48000"/>
            </a:srgbClr>
          </a:solidFill>
          <a:ln w="0">
            <a:noFill/>
            <a:prstDash val="solid"/>
          </a:ln>
        </p:spPr>
      </p:sp>
      <p:sp>
        <p:nvSpPr>
          <p:cNvPr id="3818" name="03_assume_matched_9115">
            <a:extLst>
              <a:ext uri="{FF2B5EF4-FFF2-40B4-BE49-F238E27FC236}">
                <a16:creationId xmlns:a16="http://schemas.microsoft.com/office/drawing/2014/main" id="{0232B5B4-9794-4BF9-8CD9-687AABF6F848}"/>
              </a:ext>
            </a:extLst>
          </p:cNvPr>
          <p:cNvSpPr>
            <a:spLocks noGrp="1"/>
          </p:cNvSpPr>
          <p:nvPr/>
        </p:nvSpPr>
        <p:spPr>
          <a:xfrm>
            <a:off x="4234800" y="7460643"/>
            <a:ext cx="28398" cy="28398"/>
          </a:xfrm>
          <a:prstGeom prst="ellipse">
            <a:avLst/>
          </a:prstGeom>
          <a:solidFill>
            <a:srgbClr val="7F8C97">
              <a:alpha val="48000"/>
            </a:srgbClr>
          </a:solidFill>
          <a:ln w="0">
            <a:noFill/>
            <a:prstDash val="solid"/>
          </a:ln>
        </p:spPr>
      </p:sp>
      <p:sp>
        <p:nvSpPr>
          <p:cNvPr id="3819" name="03_assume_matched_9116">
            <a:extLst>
              <a:ext uri="{FF2B5EF4-FFF2-40B4-BE49-F238E27FC236}">
                <a16:creationId xmlns:a16="http://schemas.microsoft.com/office/drawing/2014/main" id="{FE83A056-638E-41FE-926A-380929791124}"/>
              </a:ext>
            </a:extLst>
          </p:cNvPr>
          <p:cNvSpPr>
            <a:spLocks noGrp="1"/>
          </p:cNvSpPr>
          <p:nvPr/>
        </p:nvSpPr>
        <p:spPr>
          <a:xfrm>
            <a:off x="4318555" y="7753078"/>
            <a:ext cx="28398" cy="28398"/>
          </a:xfrm>
          <a:prstGeom prst="ellipse">
            <a:avLst/>
          </a:prstGeom>
          <a:solidFill>
            <a:srgbClr val="7F8C97">
              <a:alpha val="48000"/>
            </a:srgbClr>
          </a:solidFill>
          <a:ln w="0">
            <a:noFill/>
            <a:prstDash val="solid"/>
          </a:ln>
        </p:spPr>
      </p:sp>
      <p:sp>
        <p:nvSpPr>
          <p:cNvPr id="3820" name="03_assume_matched_9117">
            <a:extLst>
              <a:ext uri="{FF2B5EF4-FFF2-40B4-BE49-F238E27FC236}">
                <a16:creationId xmlns:a16="http://schemas.microsoft.com/office/drawing/2014/main" id="{1F73F80D-6AA5-4E3A-8AEF-F6E7040B412F}"/>
              </a:ext>
            </a:extLst>
          </p:cNvPr>
          <p:cNvSpPr>
            <a:spLocks noGrp="1"/>
          </p:cNvSpPr>
          <p:nvPr/>
        </p:nvSpPr>
        <p:spPr>
          <a:xfrm>
            <a:off x="4228037" y="7753078"/>
            <a:ext cx="28398" cy="28398"/>
          </a:xfrm>
          <a:prstGeom prst="ellipse">
            <a:avLst/>
          </a:prstGeom>
          <a:solidFill>
            <a:srgbClr val="7F8C97">
              <a:alpha val="48000"/>
            </a:srgbClr>
          </a:solidFill>
          <a:ln w="0">
            <a:noFill/>
            <a:prstDash val="solid"/>
          </a:ln>
        </p:spPr>
      </p:sp>
      <p:sp>
        <p:nvSpPr>
          <p:cNvPr id="3821" name="03_assume_matched_9118">
            <a:extLst>
              <a:ext uri="{FF2B5EF4-FFF2-40B4-BE49-F238E27FC236}">
                <a16:creationId xmlns:a16="http://schemas.microsoft.com/office/drawing/2014/main" id="{9692868E-64D9-4CA7-971F-B2103E4CA1CE}"/>
              </a:ext>
            </a:extLst>
          </p:cNvPr>
          <p:cNvSpPr>
            <a:spLocks noGrp="1"/>
          </p:cNvSpPr>
          <p:nvPr/>
        </p:nvSpPr>
        <p:spPr>
          <a:xfrm>
            <a:off x="4322153" y="7519130"/>
            <a:ext cx="28398" cy="28398"/>
          </a:xfrm>
          <a:prstGeom prst="ellipse">
            <a:avLst/>
          </a:prstGeom>
          <a:solidFill>
            <a:srgbClr val="7F8C97">
              <a:alpha val="48000"/>
            </a:srgbClr>
          </a:solidFill>
          <a:ln w="0">
            <a:noFill/>
            <a:prstDash val="solid"/>
          </a:ln>
        </p:spPr>
      </p:sp>
      <p:sp>
        <p:nvSpPr>
          <p:cNvPr id="3822" name="03_assume_matched_9119">
            <a:extLst>
              <a:ext uri="{FF2B5EF4-FFF2-40B4-BE49-F238E27FC236}">
                <a16:creationId xmlns:a16="http://schemas.microsoft.com/office/drawing/2014/main" id="{3096BCED-5CD7-4A1A-9DA5-1D3C23C23270}"/>
              </a:ext>
            </a:extLst>
          </p:cNvPr>
          <p:cNvSpPr>
            <a:spLocks noGrp="1"/>
          </p:cNvSpPr>
          <p:nvPr/>
        </p:nvSpPr>
        <p:spPr>
          <a:xfrm>
            <a:off x="4229332" y="7753078"/>
            <a:ext cx="28398" cy="28398"/>
          </a:xfrm>
          <a:prstGeom prst="ellipse">
            <a:avLst/>
          </a:prstGeom>
          <a:solidFill>
            <a:srgbClr val="7F8C97">
              <a:alpha val="48000"/>
            </a:srgbClr>
          </a:solidFill>
          <a:ln w="0">
            <a:noFill/>
            <a:prstDash val="solid"/>
          </a:ln>
        </p:spPr>
      </p:sp>
      <p:sp>
        <p:nvSpPr>
          <p:cNvPr id="3823" name="03_assume_matched_9120">
            <a:extLst>
              <a:ext uri="{FF2B5EF4-FFF2-40B4-BE49-F238E27FC236}">
                <a16:creationId xmlns:a16="http://schemas.microsoft.com/office/drawing/2014/main" id="{621FD18C-712A-48C2-990C-B0A6914718FD}"/>
              </a:ext>
            </a:extLst>
          </p:cNvPr>
          <p:cNvSpPr>
            <a:spLocks noGrp="1"/>
          </p:cNvSpPr>
          <p:nvPr/>
        </p:nvSpPr>
        <p:spPr>
          <a:xfrm>
            <a:off x="4349783" y="7753078"/>
            <a:ext cx="28398" cy="28398"/>
          </a:xfrm>
          <a:prstGeom prst="ellipse">
            <a:avLst/>
          </a:prstGeom>
          <a:solidFill>
            <a:srgbClr val="7F8C97">
              <a:alpha val="48000"/>
            </a:srgbClr>
          </a:solidFill>
          <a:ln w="0">
            <a:noFill/>
            <a:prstDash val="solid"/>
          </a:ln>
        </p:spPr>
      </p:sp>
      <p:sp>
        <p:nvSpPr>
          <p:cNvPr id="3824" name="03_assume_matched_9121">
            <a:extLst>
              <a:ext uri="{FF2B5EF4-FFF2-40B4-BE49-F238E27FC236}">
                <a16:creationId xmlns:a16="http://schemas.microsoft.com/office/drawing/2014/main" id="{5F8BAE49-54FD-47FA-BE3C-D561B1FE563B}"/>
              </a:ext>
            </a:extLst>
          </p:cNvPr>
          <p:cNvSpPr>
            <a:spLocks noGrp="1"/>
          </p:cNvSpPr>
          <p:nvPr/>
        </p:nvSpPr>
        <p:spPr>
          <a:xfrm>
            <a:off x="4327765" y="7753078"/>
            <a:ext cx="28398" cy="28398"/>
          </a:xfrm>
          <a:prstGeom prst="ellipse">
            <a:avLst/>
          </a:prstGeom>
          <a:solidFill>
            <a:srgbClr val="7F8C97">
              <a:alpha val="48000"/>
            </a:srgbClr>
          </a:solidFill>
          <a:ln w="0">
            <a:noFill/>
            <a:prstDash val="solid"/>
          </a:ln>
        </p:spPr>
      </p:sp>
      <p:sp>
        <p:nvSpPr>
          <p:cNvPr id="3825" name="03_assume_matched_9122">
            <a:extLst>
              <a:ext uri="{FF2B5EF4-FFF2-40B4-BE49-F238E27FC236}">
                <a16:creationId xmlns:a16="http://schemas.microsoft.com/office/drawing/2014/main" id="{99714B04-4CE6-4CED-A900-7C07629FE507}"/>
              </a:ext>
            </a:extLst>
          </p:cNvPr>
          <p:cNvSpPr>
            <a:spLocks noGrp="1"/>
          </p:cNvSpPr>
          <p:nvPr/>
        </p:nvSpPr>
        <p:spPr>
          <a:xfrm>
            <a:off x="4275670" y="7753078"/>
            <a:ext cx="28398" cy="28398"/>
          </a:xfrm>
          <a:prstGeom prst="ellipse">
            <a:avLst/>
          </a:prstGeom>
          <a:solidFill>
            <a:srgbClr val="7F8C97">
              <a:alpha val="48000"/>
            </a:srgbClr>
          </a:solidFill>
          <a:ln w="0">
            <a:noFill/>
            <a:prstDash val="solid"/>
          </a:ln>
        </p:spPr>
      </p:sp>
      <p:sp>
        <p:nvSpPr>
          <p:cNvPr id="3826" name="03_assume_matched_9123">
            <a:extLst>
              <a:ext uri="{FF2B5EF4-FFF2-40B4-BE49-F238E27FC236}">
                <a16:creationId xmlns:a16="http://schemas.microsoft.com/office/drawing/2014/main" id="{4BC717BA-8D5E-47D1-94CB-2B881FE2E788}"/>
              </a:ext>
            </a:extLst>
          </p:cNvPr>
          <p:cNvSpPr>
            <a:spLocks noGrp="1"/>
          </p:cNvSpPr>
          <p:nvPr/>
        </p:nvSpPr>
        <p:spPr>
          <a:xfrm>
            <a:off x="4251350" y="7753078"/>
            <a:ext cx="28398" cy="28398"/>
          </a:xfrm>
          <a:prstGeom prst="ellipse">
            <a:avLst/>
          </a:prstGeom>
          <a:solidFill>
            <a:srgbClr val="7F8C97">
              <a:alpha val="48000"/>
            </a:srgbClr>
          </a:solidFill>
          <a:ln w="0">
            <a:noFill/>
            <a:prstDash val="solid"/>
          </a:ln>
        </p:spPr>
      </p:sp>
      <p:sp>
        <p:nvSpPr>
          <p:cNvPr id="3827" name="03_assume_matched_9124">
            <a:extLst>
              <a:ext uri="{FF2B5EF4-FFF2-40B4-BE49-F238E27FC236}">
                <a16:creationId xmlns:a16="http://schemas.microsoft.com/office/drawing/2014/main" id="{C4A3B246-963F-4221-8975-3418E9422808}"/>
              </a:ext>
            </a:extLst>
          </p:cNvPr>
          <p:cNvSpPr>
            <a:spLocks noGrp="1"/>
          </p:cNvSpPr>
          <p:nvPr/>
        </p:nvSpPr>
        <p:spPr>
          <a:xfrm>
            <a:off x="4353813" y="7753078"/>
            <a:ext cx="28398" cy="28398"/>
          </a:xfrm>
          <a:prstGeom prst="ellipse">
            <a:avLst/>
          </a:prstGeom>
          <a:solidFill>
            <a:srgbClr val="7F8C97">
              <a:alpha val="48000"/>
            </a:srgbClr>
          </a:solidFill>
          <a:ln w="0">
            <a:noFill/>
            <a:prstDash val="solid"/>
          </a:ln>
        </p:spPr>
      </p:sp>
      <p:sp>
        <p:nvSpPr>
          <p:cNvPr id="3828" name="03_assume_matched_9125">
            <a:extLst>
              <a:ext uri="{FF2B5EF4-FFF2-40B4-BE49-F238E27FC236}">
                <a16:creationId xmlns:a16="http://schemas.microsoft.com/office/drawing/2014/main" id="{AB1DC601-5CD7-4CA0-8BFE-C876F1275A24}"/>
              </a:ext>
            </a:extLst>
          </p:cNvPr>
          <p:cNvSpPr>
            <a:spLocks noGrp="1"/>
          </p:cNvSpPr>
          <p:nvPr/>
        </p:nvSpPr>
        <p:spPr>
          <a:xfrm>
            <a:off x="4301574" y="7753078"/>
            <a:ext cx="28398" cy="28398"/>
          </a:xfrm>
          <a:prstGeom prst="ellipse">
            <a:avLst/>
          </a:prstGeom>
          <a:solidFill>
            <a:srgbClr val="7F8C97">
              <a:alpha val="48000"/>
            </a:srgbClr>
          </a:solidFill>
          <a:ln w="0">
            <a:noFill/>
            <a:prstDash val="solid"/>
          </a:ln>
        </p:spPr>
      </p:sp>
      <p:sp>
        <p:nvSpPr>
          <p:cNvPr id="3829" name="03_assume_matched_9126">
            <a:extLst>
              <a:ext uri="{FF2B5EF4-FFF2-40B4-BE49-F238E27FC236}">
                <a16:creationId xmlns:a16="http://schemas.microsoft.com/office/drawing/2014/main" id="{F1EA304D-AF9D-4D3F-A4CB-96FEBAC5E82E}"/>
              </a:ext>
            </a:extLst>
          </p:cNvPr>
          <p:cNvSpPr>
            <a:spLocks noGrp="1"/>
          </p:cNvSpPr>
          <p:nvPr/>
        </p:nvSpPr>
        <p:spPr>
          <a:xfrm>
            <a:off x="4334385" y="7753078"/>
            <a:ext cx="28398" cy="28398"/>
          </a:xfrm>
          <a:prstGeom prst="ellipse">
            <a:avLst/>
          </a:prstGeom>
          <a:solidFill>
            <a:srgbClr val="7F8C97">
              <a:alpha val="48000"/>
            </a:srgbClr>
          </a:solidFill>
          <a:ln w="0">
            <a:noFill/>
            <a:prstDash val="solid"/>
          </a:ln>
        </p:spPr>
      </p:sp>
      <p:sp>
        <p:nvSpPr>
          <p:cNvPr id="3830" name="03_assume_matched_9127">
            <a:extLst>
              <a:ext uri="{FF2B5EF4-FFF2-40B4-BE49-F238E27FC236}">
                <a16:creationId xmlns:a16="http://schemas.microsoft.com/office/drawing/2014/main" id="{4CEFCE4C-FAA2-4A58-AB08-1E3D0345D875}"/>
              </a:ext>
            </a:extLst>
          </p:cNvPr>
          <p:cNvSpPr>
            <a:spLocks noGrp="1"/>
          </p:cNvSpPr>
          <p:nvPr/>
        </p:nvSpPr>
        <p:spPr>
          <a:xfrm>
            <a:off x="4233505" y="7519130"/>
            <a:ext cx="28398" cy="28398"/>
          </a:xfrm>
          <a:prstGeom prst="ellipse">
            <a:avLst/>
          </a:prstGeom>
          <a:solidFill>
            <a:srgbClr val="7F8C97">
              <a:alpha val="48000"/>
            </a:srgbClr>
          </a:solidFill>
          <a:ln w="0">
            <a:noFill/>
            <a:prstDash val="solid"/>
          </a:ln>
        </p:spPr>
      </p:sp>
      <p:sp>
        <p:nvSpPr>
          <p:cNvPr id="3831" name="03_assume_matched_9128">
            <a:extLst>
              <a:ext uri="{FF2B5EF4-FFF2-40B4-BE49-F238E27FC236}">
                <a16:creationId xmlns:a16="http://schemas.microsoft.com/office/drawing/2014/main" id="{C342189F-8EC2-49E7-A536-133B7507FE95}"/>
              </a:ext>
            </a:extLst>
          </p:cNvPr>
          <p:cNvSpPr>
            <a:spLocks noGrp="1"/>
          </p:cNvSpPr>
          <p:nvPr/>
        </p:nvSpPr>
        <p:spPr>
          <a:xfrm>
            <a:off x="4325463" y="7753078"/>
            <a:ext cx="28398" cy="28398"/>
          </a:xfrm>
          <a:prstGeom prst="ellipse">
            <a:avLst/>
          </a:prstGeom>
          <a:solidFill>
            <a:srgbClr val="7F8C97">
              <a:alpha val="48000"/>
            </a:srgbClr>
          </a:solidFill>
          <a:ln w="0">
            <a:noFill/>
            <a:prstDash val="solid"/>
          </a:ln>
        </p:spPr>
      </p:sp>
      <p:sp>
        <p:nvSpPr>
          <p:cNvPr id="3832" name="03_assume_matched_9129">
            <a:extLst>
              <a:ext uri="{FF2B5EF4-FFF2-40B4-BE49-F238E27FC236}">
                <a16:creationId xmlns:a16="http://schemas.microsoft.com/office/drawing/2014/main" id="{72A53FBC-6744-4399-B616-926D1E3F8482}"/>
              </a:ext>
            </a:extLst>
          </p:cNvPr>
          <p:cNvSpPr>
            <a:spLocks noGrp="1"/>
          </p:cNvSpPr>
          <p:nvPr/>
        </p:nvSpPr>
        <p:spPr>
          <a:xfrm>
            <a:off x="4304596" y="7460643"/>
            <a:ext cx="28398" cy="28398"/>
          </a:xfrm>
          <a:prstGeom prst="ellipse">
            <a:avLst/>
          </a:prstGeom>
          <a:solidFill>
            <a:srgbClr val="7F8C97">
              <a:alpha val="48000"/>
            </a:srgbClr>
          </a:solidFill>
          <a:ln w="0">
            <a:noFill/>
            <a:prstDash val="solid"/>
          </a:ln>
        </p:spPr>
      </p:sp>
      <p:sp>
        <p:nvSpPr>
          <p:cNvPr id="3833" name="03_assume_matched_9130">
            <a:extLst>
              <a:ext uri="{FF2B5EF4-FFF2-40B4-BE49-F238E27FC236}">
                <a16:creationId xmlns:a16="http://schemas.microsoft.com/office/drawing/2014/main" id="{A029E938-B250-4CD6-BE4C-7A536B4B722B}"/>
              </a:ext>
            </a:extLst>
          </p:cNvPr>
          <p:cNvSpPr>
            <a:spLocks noGrp="1"/>
          </p:cNvSpPr>
          <p:nvPr/>
        </p:nvSpPr>
        <p:spPr>
          <a:xfrm>
            <a:off x="4213214" y="7460643"/>
            <a:ext cx="28398" cy="28398"/>
          </a:xfrm>
          <a:prstGeom prst="ellipse">
            <a:avLst/>
          </a:prstGeom>
          <a:solidFill>
            <a:srgbClr val="7F8C97">
              <a:alpha val="48000"/>
            </a:srgbClr>
          </a:solidFill>
          <a:ln w="0">
            <a:noFill/>
            <a:prstDash val="solid"/>
          </a:ln>
        </p:spPr>
      </p:sp>
      <p:sp>
        <p:nvSpPr>
          <p:cNvPr id="3834" name="03_assume_matched_9131">
            <a:extLst>
              <a:ext uri="{FF2B5EF4-FFF2-40B4-BE49-F238E27FC236}">
                <a16:creationId xmlns:a16="http://schemas.microsoft.com/office/drawing/2014/main" id="{259D5A44-44D6-43D5-AA01-289512CBA03C}"/>
              </a:ext>
            </a:extLst>
          </p:cNvPr>
          <p:cNvSpPr>
            <a:spLocks noGrp="1"/>
          </p:cNvSpPr>
          <p:nvPr/>
        </p:nvSpPr>
        <p:spPr>
          <a:xfrm>
            <a:off x="4272504" y="7753078"/>
            <a:ext cx="28398" cy="28398"/>
          </a:xfrm>
          <a:prstGeom prst="ellipse">
            <a:avLst/>
          </a:prstGeom>
          <a:solidFill>
            <a:srgbClr val="7F8C97">
              <a:alpha val="48000"/>
            </a:srgbClr>
          </a:solidFill>
          <a:ln w="0">
            <a:noFill/>
            <a:prstDash val="solid"/>
          </a:ln>
        </p:spPr>
      </p:sp>
      <p:sp>
        <p:nvSpPr>
          <p:cNvPr id="3835" name="03_assume_matched_9132">
            <a:extLst>
              <a:ext uri="{FF2B5EF4-FFF2-40B4-BE49-F238E27FC236}">
                <a16:creationId xmlns:a16="http://schemas.microsoft.com/office/drawing/2014/main" id="{96C95970-7A79-4DD5-8E4A-251EF1781BCE}"/>
              </a:ext>
            </a:extLst>
          </p:cNvPr>
          <p:cNvSpPr>
            <a:spLocks noGrp="1"/>
          </p:cNvSpPr>
          <p:nvPr/>
        </p:nvSpPr>
        <p:spPr>
          <a:xfrm>
            <a:off x="4254660" y="7753078"/>
            <a:ext cx="28398" cy="28398"/>
          </a:xfrm>
          <a:prstGeom prst="ellipse">
            <a:avLst/>
          </a:prstGeom>
          <a:solidFill>
            <a:srgbClr val="7F8C97">
              <a:alpha val="48000"/>
            </a:srgbClr>
          </a:solidFill>
          <a:ln w="0">
            <a:noFill/>
            <a:prstDash val="solid"/>
          </a:ln>
        </p:spPr>
      </p:sp>
      <p:sp>
        <p:nvSpPr>
          <p:cNvPr id="3836" name="03_assume_matched_9133">
            <a:extLst>
              <a:ext uri="{FF2B5EF4-FFF2-40B4-BE49-F238E27FC236}">
                <a16:creationId xmlns:a16="http://schemas.microsoft.com/office/drawing/2014/main" id="{44960619-D386-484D-8415-D6868B2DC4B1}"/>
              </a:ext>
            </a:extLst>
          </p:cNvPr>
          <p:cNvSpPr>
            <a:spLocks noGrp="1"/>
          </p:cNvSpPr>
          <p:nvPr/>
        </p:nvSpPr>
        <p:spPr>
          <a:xfrm>
            <a:off x="4286895" y="7460643"/>
            <a:ext cx="28398" cy="28398"/>
          </a:xfrm>
          <a:prstGeom prst="ellipse">
            <a:avLst/>
          </a:prstGeom>
          <a:solidFill>
            <a:srgbClr val="7F8C97">
              <a:alpha val="48000"/>
            </a:srgbClr>
          </a:solidFill>
          <a:ln w="0">
            <a:noFill/>
            <a:prstDash val="solid"/>
          </a:ln>
        </p:spPr>
      </p:sp>
      <p:sp>
        <p:nvSpPr>
          <p:cNvPr id="3837" name="03_assume_matched_9134">
            <a:extLst>
              <a:ext uri="{FF2B5EF4-FFF2-40B4-BE49-F238E27FC236}">
                <a16:creationId xmlns:a16="http://schemas.microsoft.com/office/drawing/2014/main" id="{9486FDE0-90AF-46F9-9ED8-499D311B297F}"/>
              </a:ext>
            </a:extLst>
          </p:cNvPr>
          <p:cNvSpPr>
            <a:spLocks noGrp="1"/>
          </p:cNvSpPr>
          <p:nvPr/>
        </p:nvSpPr>
        <p:spPr>
          <a:xfrm>
            <a:off x="4268763" y="7704338"/>
            <a:ext cx="28398" cy="28398"/>
          </a:xfrm>
          <a:prstGeom prst="ellipse">
            <a:avLst/>
          </a:prstGeom>
          <a:solidFill>
            <a:srgbClr val="7F8C97">
              <a:alpha val="48000"/>
            </a:srgbClr>
          </a:solidFill>
          <a:ln w="0">
            <a:noFill/>
            <a:prstDash val="solid"/>
          </a:ln>
        </p:spPr>
      </p:sp>
      <p:sp>
        <p:nvSpPr>
          <p:cNvPr id="3838" name="03_assume_matched_9135">
            <a:extLst>
              <a:ext uri="{FF2B5EF4-FFF2-40B4-BE49-F238E27FC236}">
                <a16:creationId xmlns:a16="http://schemas.microsoft.com/office/drawing/2014/main" id="{47475AB4-24BF-42C1-AB13-A0E5C891D173}"/>
              </a:ext>
            </a:extLst>
          </p:cNvPr>
          <p:cNvSpPr>
            <a:spLocks noGrp="1"/>
          </p:cNvSpPr>
          <p:nvPr/>
        </p:nvSpPr>
        <p:spPr>
          <a:xfrm>
            <a:off x="4330931" y="7606860"/>
            <a:ext cx="28398" cy="28398"/>
          </a:xfrm>
          <a:prstGeom prst="ellipse">
            <a:avLst/>
          </a:prstGeom>
          <a:solidFill>
            <a:srgbClr val="7F8C97">
              <a:alpha val="48000"/>
            </a:srgbClr>
          </a:solidFill>
          <a:ln w="0">
            <a:noFill/>
            <a:prstDash val="solid"/>
          </a:ln>
        </p:spPr>
      </p:sp>
      <p:sp>
        <p:nvSpPr>
          <p:cNvPr id="3839" name="03_assume_matched_9136">
            <a:extLst>
              <a:ext uri="{FF2B5EF4-FFF2-40B4-BE49-F238E27FC236}">
                <a16:creationId xmlns:a16="http://schemas.microsoft.com/office/drawing/2014/main" id="{1AE5DFE0-4205-42C9-A191-D5B1770C55EC}"/>
              </a:ext>
            </a:extLst>
          </p:cNvPr>
          <p:cNvSpPr>
            <a:spLocks noGrp="1"/>
          </p:cNvSpPr>
          <p:nvPr/>
        </p:nvSpPr>
        <p:spPr>
          <a:xfrm>
            <a:off x="4229044" y="7460643"/>
            <a:ext cx="28398" cy="28398"/>
          </a:xfrm>
          <a:prstGeom prst="ellipse">
            <a:avLst/>
          </a:prstGeom>
          <a:solidFill>
            <a:srgbClr val="7F8C97">
              <a:alpha val="48000"/>
            </a:srgbClr>
          </a:solidFill>
          <a:ln w="0">
            <a:noFill/>
            <a:prstDash val="solid"/>
          </a:ln>
        </p:spPr>
      </p:sp>
      <p:sp>
        <p:nvSpPr>
          <p:cNvPr id="3840" name="03_assume_matched_9137">
            <a:extLst>
              <a:ext uri="{FF2B5EF4-FFF2-40B4-BE49-F238E27FC236}">
                <a16:creationId xmlns:a16="http://schemas.microsoft.com/office/drawing/2014/main" id="{2BFEE504-66DA-4C76-8A8E-C6D7376BF435}"/>
              </a:ext>
            </a:extLst>
          </p:cNvPr>
          <p:cNvSpPr>
            <a:spLocks noGrp="1"/>
          </p:cNvSpPr>
          <p:nvPr/>
        </p:nvSpPr>
        <p:spPr>
          <a:xfrm>
            <a:off x="4235664" y="7753078"/>
            <a:ext cx="28398" cy="28398"/>
          </a:xfrm>
          <a:prstGeom prst="ellipse">
            <a:avLst/>
          </a:prstGeom>
          <a:solidFill>
            <a:srgbClr val="7F8C97">
              <a:alpha val="48000"/>
            </a:srgbClr>
          </a:solidFill>
          <a:ln w="0">
            <a:noFill/>
            <a:prstDash val="solid"/>
          </a:ln>
        </p:spPr>
      </p:sp>
      <p:sp>
        <p:nvSpPr>
          <p:cNvPr id="3841" name="03_assume_matched_9138">
            <a:extLst>
              <a:ext uri="{FF2B5EF4-FFF2-40B4-BE49-F238E27FC236}">
                <a16:creationId xmlns:a16="http://schemas.microsoft.com/office/drawing/2014/main" id="{D3E7A5CD-2FC8-4AC0-87B7-36AE69318205}"/>
              </a:ext>
            </a:extLst>
          </p:cNvPr>
          <p:cNvSpPr>
            <a:spLocks noGrp="1"/>
          </p:cNvSpPr>
          <p:nvPr/>
        </p:nvSpPr>
        <p:spPr>
          <a:xfrm>
            <a:off x="4295530" y="7460643"/>
            <a:ext cx="28398" cy="28398"/>
          </a:xfrm>
          <a:prstGeom prst="ellipse">
            <a:avLst/>
          </a:prstGeom>
          <a:solidFill>
            <a:srgbClr val="7F8C97">
              <a:alpha val="48000"/>
            </a:srgbClr>
          </a:solidFill>
          <a:ln w="0">
            <a:noFill/>
            <a:prstDash val="solid"/>
          </a:ln>
        </p:spPr>
      </p:sp>
      <p:sp>
        <p:nvSpPr>
          <p:cNvPr id="3842" name="03_assume_matched_9139">
            <a:extLst>
              <a:ext uri="{FF2B5EF4-FFF2-40B4-BE49-F238E27FC236}">
                <a16:creationId xmlns:a16="http://schemas.microsoft.com/office/drawing/2014/main" id="{56D3C78E-A42D-4ACA-828F-1D10A6B4C8D0}"/>
              </a:ext>
            </a:extLst>
          </p:cNvPr>
          <p:cNvSpPr>
            <a:spLocks noGrp="1"/>
          </p:cNvSpPr>
          <p:nvPr/>
        </p:nvSpPr>
        <p:spPr>
          <a:xfrm>
            <a:off x="4294235" y="7460643"/>
            <a:ext cx="28398" cy="28398"/>
          </a:xfrm>
          <a:prstGeom prst="ellipse">
            <a:avLst/>
          </a:prstGeom>
          <a:solidFill>
            <a:srgbClr val="7F8C97">
              <a:alpha val="48000"/>
            </a:srgbClr>
          </a:solidFill>
          <a:ln w="0">
            <a:noFill/>
            <a:prstDash val="solid"/>
          </a:ln>
        </p:spPr>
      </p:sp>
      <p:sp>
        <p:nvSpPr>
          <p:cNvPr id="3843" name="03_assume_matched_9140">
            <a:extLst>
              <a:ext uri="{FF2B5EF4-FFF2-40B4-BE49-F238E27FC236}">
                <a16:creationId xmlns:a16="http://schemas.microsoft.com/office/drawing/2014/main" id="{8839FDD3-186F-4766-9748-1E393ED08CC2}"/>
              </a:ext>
            </a:extLst>
          </p:cNvPr>
          <p:cNvSpPr>
            <a:spLocks noGrp="1"/>
          </p:cNvSpPr>
          <p:nvPr/>
        </p:nvSpPr>
        <p:spPr>
          <a:xfrm>
            <a:off x="4341005" y="7753078"/>
            <a:ext cx="28398" cy="28398"/>
          </a:xfrm>
          <a:prstGeom prst="ellipse">
            <a:avLst/>
          </a:prstGeom>
          <a:solidFill>
            <a:srgbClr val="7F8C97">
              <a:alpha val="48000"/>
            </a:srgbClr>
          </a:solidFill>
          <a:ln w="0">
            <a:noFill/>
            <a:prstDash val="solid"/>
          </a:ln>
        </p:spPr>
      </p:sp>
      <p:sp>
        <p:nvSpPr>
          <p:cNvPr id="3844" name="03_assume_matched_9141">
            <a:extLst>
              <a:ext uri="{FF2B5EF4-FFF2-40B4-BE49-F238E27FC236}">
                <a16:creationId xmlns:a16="http://schemas.microsoft.com/office/drawing/2014/main" id="{24A1C0E4-0657-444F-B6F2-28239118A859}"/>
              </a:ext>
            </a:extLst>
          </p:cNvPr>
          <p:cNvSpPr>
            <a:spLocks noGrp="1"/>
          </p:cNvSpPr>
          <p:nvPr/>
        </p:nvSpPr>
        <p:spPr>
          <a:xfrm>
            <a:off x="4319275" y="7606860"/>
            <a:ext cx="28398" cy="28398"/>
          </a:xfrm>
          <a:prstGeom prst="ellipse">
            <a:avLst/>
          </a:prstGeom>
          <a:solidFill>
            <a:srgbClr val="7F8C97">
              <a:alpha val="48000"/>
            </a:srgbClr>
          </a:solidFill>
          <a:ln w="0">
            <a:noFill/>
            <a:prstDash val="solid"/>
          </a:ln>
        </p:spPr>
      </p:sp>
      <p:sp>
        <p:nvSpPr>
          <p:cNvPr id="3845" name="03_assume_matched_9142">
            <a:extLst>
              <a:ext uri="{FF2B5EF4-FFF2-40B4-BE49-F238E27FC236}">
                <a16:creationId xmlns:a16="http://schemas.microsoft.com/office/drawing/2014/main" id="{BF4D0C15-273B-4478-AA05-1055EE62FAB8}"/>
              </a:ext>
            </a:extLst>
          </p:cNvPr>
          <p:cNvSpPr>
            <a:spLocks noGrp="1"/>
          </p:cNvSpPr>
          <p:nvPr/>
        </p:nvSpPr>
        <p:spPr>
          <a:xfrm>
            <a:off x="4251350" y="7753078"/>
            <a:ext cx="28398" cy="28398"/>
          </a:xfrm>
          <a:prstGeom prst="ellipse">
            <a:avLst/>
          </a:prstGeom>
          <a:solidFill>
            <a:srgbClr val="7F8C97">
              <a:alpha val="48000"/>
            </a:srgbClr>
          </a:solidFill>
          <a:ln w="0">
            <a:noFill/>
            <a:prstDash val="solid"/>
          </a:ln>
        </p:spPr>
      </p:sp>
      <p:sp>
        <p:nvSpPr>
          <p:cNvPr id="3846" name="03_assume_matched_9143">
            <a:extLst>
              <a:ext uri="{FF2B5EF4-FFF2-40B4-BE49-F238E27FC236}">
                <a16:creationId xmlns:a16="http://schemas.microsoft.com/office/drawing/2014/main" id="{84497F36-046F-4A08-895D-18526D64D450}"/>
              </a:ext>
            </a:extLst>
          </p:cNvPr>
          <p:cNvSpPr>
            <a:spLocks noGrp="1"/>
          </p:cNvSpPr>
          <p:nvPr/>
        </p:nvSpPr>
        <p:spPr>
          <a:xfrm>
            <a:off x="4322153" y="7753078"/>
            <a:ext cx="28398" cy="28398"/>
          </a:xfrm>
          <a:prstGeom prst="ellipse">
            <a:avLst/>
          </a:prstGeom>
          <a:solidFill>
            <a:srgbClr val="7F8C97">
              <a:alpha val="48000"/>
            </a:srgbClr>
          </a:solidFill>
          <a:ln w="0">
            <a:noFill/>
            <a:prstDash val="solid"/>
          </a:ln>
        </p:spPr>
      </p:sp>
      <p:sp>
        <p:nvSpPr>
          <p:cNvPr id="3847" name="03_assume_matched_9144">
            <a:extLst>
              <a:ext uri="{FF2B5EF4-FFF2-40B4-BE49-F238E27FC236}">
                <a16:creationId xmlns:a16="http://schemas.microsoft.com/office/drawing/2014/main" id="{A99A3E2D-C9D7-4447-B6B0-F9EAB12E47C1}"/>
              </a:ext>
            </a:extLst>
          </p:cNvPr>
          <p:cNvSpPr>
            <a:spLocks noGrp="1"/>
          </p:cNvSpPr>
          <p:nvPr/>
        </p:nvSpPr>
        <p:spPr>
          <a:xfrm>
            <a:off x="4310496" y="7558121"/>
            <a:ext cx="28398" cy="28398"/>
          </a:xfrm>
          <a:prstGeom prst="ellipse">
            <a:avLst/>
          </a:prstGeom>
          <a:solidFill>
            <a:srgbClr val="7F8C97">
              <a:alpha val="48000"/>
            </a:srgbClr>
          </a:solidFill>
          <a:ln w="0">
            <a:noFill/>
            <a:prstDash val="solid"/>
          </a:ln>
        </p:spPr>
      </p:sp>
      <p:sp>
        <p:nvSpPr>
          <p:cNvPr id="3848" name="03_assume_matched_9145">
            <a:extLst>
              <a:ext uri="{FF2B5EF4-FFF2-40B4-BE49-F238E27FC236}">
                <a16:creationId xmlns:a16="http://schemas.microsoft.com/office/drawing/2014/main" id="{1FE0E8C5-BBDB-4076-B122-B30FEE041DEE}"/>
              </a:ext>
            </a:extLst>
          </p:cNvPr>
          <p:cNvSpPr>
            <a:spLocks noGrp="1"/>
          </p:cNvSpPr>
          <p:nvPr/>
        </p:nvSpPr>
        <p:spPr>
          <a:xfrm>
            <a:off x="4316684" y="7753078"/>
            <a:ext cx="28398" cy="28398"/>
          </a:xfrm>
          <a:prstGeom prst="ellipse">
            <a:avLst/>
          </a:prstGeom>
          <a:solidFill>
            <a:srgbClr val="7F8C97">
              <a:alpha val="48000"/>
            </a:srgbClr>
          </a:solidFill>
          <a:ln w="0">
            <a:noFill/>
            <a:prstDash val="solid"/>
          </a:ln>
        </p:spPr>
      </p:sp>
      <p:sp>
        <p:nvSpPr>
          <p:cNvPr id="3849" name="03_assume_matched_9146">
            <a:extLst>
              <a:ext uri="{FF2B5EF4-FFF2-40B4-BE49-F238E27FC236}">
                <a16:creationId xmlns:a16="http://schemas.microsoft.com/office/drawing/2014/main" id="{F037F1D3-08F1-4C89-A48C-6A89A85CE0DC}"/>
              </a:ext>
            </a:extLst>
          </p:cNvPr>
          <p:cNvSpPr>
            <a:spLocks noGrp="1"/>
          </p:cNvSpPr>
          <p:nvPr/>
        </p:nvSpPr>
        <p:spPr>
          <a:xfrm>
            <a:off x="4330068" y="7753078"/>
            <a:ext cx="28398" cy="28398"/>
          </a:xfrm>
          <a:prstGeom prst="ellipse">
            <a:avLst/>
          </a:prstGeom>
          <a:solidFill>
            <a:srgbClr val="7F8C97">
              <a:alpha val="48000"/>
            </a:srgbClr>
          </a:solidFill>
          <a:ln w="0">
            <a:noFill/>
            <a:prstDash val="solid"/>
          </a:ln>
        </p:spPr>
      </p:sp>
      <p:sp>
        <p:nvSpPr>
          <p:cNvPr id="3850" name="03_assume_matched_9147">
            <a:extLst>
              <a:ext uri="{FF2B5EF4-FFF2-40B4-BE49-F238E27FC236}">
                <a16:creationId xmlns:a16="http://schemas.microsoft.com/office/drawing/2014/main" id="{D83870EB-649F-4D58-951F-BB0610C4B7EB}"/>
              </a:ext>
            </a:extLst>
          </p:cNvPr>
          <p:cNvSpPr>
            <a:spLocks noGrp="1"/>
          </p:cNvSpPr>
          <p:nvPr/>
        </p:nvSpPr>
        <p:spPr>
          <a:xfrm>
            <a:off x="4238686" y="7460643"/>
            <a:ext cx="28398" cy="28398"/>
          </a:xfrm>
          <a:prstGeom prst="ellipse">
            <a:avLst/>
          </a:prstGeom>
          <a:solidFill>
            <a:srgbClr val="7F8C97">
              <a:alpha val="48000"/>
            </a:srgbClr>
          </a:solidFill>
          <a:ln w="0">
            <a:noFill/>
            <a:prstDash val="solid"/>
          </a:ln>
        </p:spPr>
      </p:sp>
      <p:sp>
        <p:nvSpPr>
          <p:cNvPr id="3851" name="03_assume_matched_9148">
            <a:extLst>
              <a:ext uri="{FF2B5EF4-FFF2-40B4-BE49-F238E27FC236}">
                <a16:creationId xmlns:a16="http://schemas.microsoft.com/office/drawing/2014/main" id="{EEB0C908-04B8-464F-B98B-488F2345D9A3}"/>
              </a:ext>
            </a:extLst>
          </p:cNvPr>
          <p:cNvSpPr>
            <a:spLocks noGrp="1"/>
          </p:cNvSpPr>
          <p:nvPr/>
        </p:nvSpPr>
        <p:spPr>
          <a:xfrm>
            <a:off x="4227893" y="7460643"/>
            <a:ext cx="28398" cy="28398"/>
          </a:xfrm>
          <a:prstGeom prst="ellipse">
            <a:avLst/>
          </a:prstGeom>
          <a:solidFill>
            <a:srgbClr val="7F8C97">
              <a:alpha val="48000"/>
            </a:srgbClr>
          </a:solidFill>
          <a:ln w="0">
            <a:noFill/>
            <a:prstDash val="solid"/>
          </a:ln>
        </p:spPr>
      </p:sp>
      <p:sp>
        <p:nvSpPr>
          <p:cNvPr id="3852" name="03_assume_matched_9149">
            <a:extLst>
              <a:ext uri="{FF2B5EF4-FFF2-40B4-BE49-F238E27FC236}">
                <a16:creationId xmlns:a16="http://schemas.microsoft.com/office/drawing/2014/main" id="{20B2F8A5-4229-4105-B620-446ED7699C90}"/>
              </a:ext>
            </a:extLst>
          </p:cNvPr>
          <p:cNvSpPr>
            <a:spLocks noGrp="1"/>
          </p:cNvSpPr>
          <p:nvPr/>
        </p:nvSpPr>
        <p:spPr>
          <a:xfrm>
            <a:off x="4310784" y="7460643"/>
            <a:ext cx="28398" cy="28398"/>
          </a:xfrm>
          <a:prstGeom prst="ellipse">
            <a:avLst/>
          </a:prstGeom>
          <a:solidFill>
            <a:srgbClr val="7F8C97">
              <a:alpha val="48000"/>
            </a:srgbClr>
          </a:solidFill>
          <a:ln w="0">
            <a:noFill/>
            <a:prstDash val="solid"/>
          </a:ln>
        </p:spPr>
      </p:sp>
      <p:sp>
        <p:nvSpPr>
          <p:cNvPr id="3853" name="03_assume_matched_9150">
            <a:extLst>
              <a:ext uri="{FF2B5EF4-FFF2-40B4-BE49-F238E27FC236}">
                <a16:creationId xmlns:a16="http://schemas.microsoft.com/office/drawing/2014/main" id="{4EC7C948-3316-4DD7-B6CF-67D73DA743E0}"/>
              </a:ext>
            </a:extLst>
          </p:cNvPr>
          <p:cNvSpPr>
            <a:spLocks noGrp="1"/>
          </p:cNvSpPr>
          <p:nvPr/>
        </p:nvSpPr>
        <p:spPr>
          <a:xfrm>
            <a:off x="4347913" y="7460643"/>
            <a:ext cx="28398" cy="28398"/>
          </a:xfrm>
          <a:prstGeom prst="ellipse">
            <a:avLst/>
          </a:prstGeom>
          <a:solidFill>
            <a:srgbClr val="7F8C97">
              <a:alpha val="48000"/>
            </a:srgbClr>
          </a:solidFill>
          <a:ln w="0">
            <a:noFill/>
            <a:prstDash val="solid"/>
          </a:ln>
        </p:spPr>
      </p:sp>
      <p:sp>
        <p:nvSpPr>
          <p:cNvPr id="3854" name="03_assume_matched_9151">
            <a:extLst>
              <a:ext uri="{FF2B5EF4-FFF2-40B4-BE49-F238E27FC236}">
                <a16:creationId xmlns:a16="http://schemas.microsoft.com/office/drawing/2014/main" id="{F6EDE6D9-BA02-4601-A20B-E5ACCDE7CECA}"/>
              </a:ext>
            </a:extLst>
          </p:cNvPr>
          <p:cNvSpPr>
            <a:spLocks noGrp="1"/>
          </p:cNvSpPr>
          <p:nvPr/>
        </p:nvSpPr>
        <p:spPr>
          <a:xfrm>
            <a:off x="4354101" y="7460643"/>
            <a:ext cx="28398" cy="28398"/>
          </a:xfrm>
          <a:prstGeom prst="ellipse">
            <a:avLst/>
          </a:prstGeom>
          <a:solidFill>
            <a:srgbClr val="7F8C97">
              <a:alpha val="48000"/>
            </a:srgbClr>
          </a:solidFill>
          <a:ln w="0">
            <a:noFill/>
            <a:prstDash val="solid"/>
          </a:ln>
        </p:spPr>
      </p:sp>
      <p:sp>
        <p:nvSpPr>
          <p:cNvPr id="3855" name="03_assume_matched_9152">
            <a:extLst>
              <a:ext uri="{FF2B5EF4-FFF2-40B4-BE49-F238E27FC236}">
                <a16:creationId xmlns:a16="http://schemas.microsoft.com/office/drawing/2014/main" id="{234073C0-7AEA-4AC5-B74F-33CE0F42E229}"/>
              </a:ext>
            </a:extLst>
          </p:cNvPr>
          <p:cNvSpPr>
            <a:spLocks noGrp="1"/>
          </p:cNvSpPr>
          <p:nvPr/>
        </p:nvSpPr>
        <p:spPr>
          <a:xfrm>
            <a:off x="4265165" y="7460643"/>
            <a:ext cx="28398" cy="28398"/>
          </a:xfrm>
          <a:prstGeom prst="ellipse">
            <a:avLst/>
          </a:prstGeom>
          <a:solidFill>
            <a:srgbClr val="7F8C97">
              <a:alpha val="48000"/>
            </a:srgbClr>
          </a:solidFill>
          <a:ln w="0">
            <a:noFill/>
            <a:prstDash val="solid"/>
          </a:ln>
        </p:spPr>
      </p:sp>
      <p:sp>
        <p:nvSpPr>
          <p:cNvPr id="3856" name="03_assume_matched_9153">
            <a:extLst>
              <a:ext uri="{FF2B5EF4-FFF2-40B4-BE49-F238E27FC236}">
                <a16:creationId xmlns:a16="http://schemas.microsoft.com/office/drawing/2014/main" id="{FF4E6EA4-B1F9-478F-89CD-FC28C5ADE486}"/>
              </a:ext>
            </a:extLst>
          </p:cNvPr>
          <p:cNvSpPr>
            <a:spLocks noGrp="1"/>
          </p:cNvSpPr>
          <p:nvPr/>
        </p:nvSpPr>
        <p:spPr>
          <a:xfrm>
            <a:off x="4317980" y="7753078"/>
            <a:ext cx="28398" cy="28398"/>
          </a:xfrm>
          <a:prstGeom prst="ellipse">
            <a:avLst/>
          </a:prstGeom>
          <a:solidFill>
            <a:srgbClr val="7F8C97">
              <a:alpha val="48000"/>
            </a:srgbClr>
          </a:solidFill>
          <a:ln w="0">
            <a:noFill/>
            <a:prstDash val="solid"/>
          </a:ln>
        </p:spPr>
      </p:sp>
      <p:sp>
        <p:nvSpPr>
          <p:cNvPr id="3857" name="03_assume_matched_9154">
            <a:extLst>
              <a:ext uri="{FF2B5EF4-FFF2-40B4-BE49-F238E27FC236}">
                <a16:creationId xmlns:a16="http://schemas.microsoft.com/office/drawing/2014/main" id="{796FED26-092C-407B-A9A3-175FDA98B47D}"/>
              </a:ext>
            </a:extLst>
          </p:cNvPr>
          <p:cNvSpPr>
            <a:spLocks noGrp="1"/>
          </p:cNvSpPr>
          <p:nvPr/>
        </p:nvSpPr>
        <p:spPr>
          <a:xfrm>
            <a:off x="4328917" y="7753078"/>
            <a:ext cx="28398" cy="28398"/>
          </a:xfrm>
          <a:prstGeom prst="ellipse">
            <a:avLst/>
          </a:prstGeom>
          <a:solidFill>
            <a:srgbClr val="7F8C97">
              <a:alpha val="48000"/>
            </a:srgbClr>
          </a:solidFill>
          <a:ln w="0">
            <a:noFill/>
            <a:prstDash val="solid"/>
          </a:ln>
        </p:spPr>
      </p:sp>
      <p:sp>
        <p:nvSpPr>
          <p:cNvPr id="3858" name="03_assume_matched_9155">
            <a:extLst>
              <a:ext uri="{FF2B5EF4-FFF2-40B4-BE49-F238E27FC236}">
                <a16:creationId xmlns:a16="http://schemas.microsoft.com/office/drawing/2014/main" id="{1DFC3A35-D5F4-4988-B54A-9C13E64A28EF}"/>
              </a:ext>
            </a:extLst>
          </p:cNvPr>
          <p:cNvSpPr>
            <a:spLocks noGrp="1"/>
          </p:cNvSpPr>
          <p:nvPr/>
        </p:nvSpPr>
        <p:spPr>
          <a:xfrm>
            <a:off x="4346330" y="7753078"/>
            <a:ext cx="28398" cy="28398"/>
          </a:xfrm>
          <a:prstGeom prst="ellipse">
            <a:avLst/>
          </a:prstGeom>
          <a:solidFill>
            <a:srgbClr val="7F8C97">
              <a:alpha val="48000"/>
            </a:srgbClr>
          </a:solidFill>
          <a:ln w="0">
            <a:noFill/>
            <a:prstDash val="solid"/>
          </a:ln>
        </p:spPr>
      </p:sp>
      <p:sp>
        <p:nvSpPr>
          <p:cNvPr id="3859" name="03_assume_matched_9156">
            <a:extLst>
              <a:ext uri="{FF2B5EF4-FFF2-40B4-BE49-F238E27FC236}">
                <a16:creationId xmlns:a16="http://schemas.microsoft.com/office/drawing/2014/main" id="{4B617F9A-A974-4E2F-9AEB-D3E44D5B207B}"/>
              </a:ext>
            </a:extLst>
          </p:cNvPr>
          <p:cNvSpPr>
            <a:spLocks noGrp="1"/>
          </p:cNvSpPr>
          <p:nvPr/>
        </p:nvSpPr>
        <p:spPr>
          <a:xfrm>
            <a:off x="4331075" y="7753078"/>
            <a:ext cx="28398" cy="28398"/>
          </a:xfrm>
          <a:prstGeom prst="ellipse">
            <a:avLst/>
          </a:prstGeom>
          <a:solidFill>
            <a:srgbClr val="7F8C97">
              <a:alpha val="48000"/>
            </a:srgbClr>
          </a:solidFill>
          <a:ln w="0">
            <a:noFill/>
            <a:prstDash val="solid"/>
          </a:ln>
        </p:spPr>
      </p:sp>
      <p:sp>
        <p:nvSpPr>
          <p:cNvPr id="3860" name="03_assume_matched_9157">
            <a:extLst>
              <a:ext uri="{FF2B5EF4-FFF2-40B4-BE49-F238E27FC236}">
                <a16:creationId xmlns:a16="http://schemas.microsoft.com/office/drawing/2014/main" id="{57DC2D67-B73B-4E9E-8F8A-AEC891543A31}"/>
              </a:ext>
            </a:extLst>
          </p:cNvPr>
          <p:cNvSpPr>
            <a:spLocks noGrp="1"/>
          </p:cNvSpPr>
          <p:nvPr/>
        </p:nvSpPr>
        <p:spPr>
          <a:xfrm>
            <a:off x="4309345" y="7753078"/>
            <a:ext cx="28398" cy="28398"/>
          </a:xfrm>
          <a:prstGeom prst="ellipse">
            <a:avLst/>
          </a:prstGeom>
          <a:solidFill>
            <a:srgbClr val="7F8C97">
              <a:alpha val="48000"/>
            </a:srgbClr>
          </a:solidFill>
          <a:ln w="0">
            <a:noFill/>
            <a:prstDash val="solid"/>
          </a:ln>
        </p:spPr>
      </p:sp>
      <p:sp>
        <p:nvSpPr>
          <p:cNvPr id="3861" name="03_assume_matched_9158">
            <a:extLst>
              <a:ext uri="{FF2B5EF4-FFF2-40B4-BE49-F238E27FC236}">
                <a16:creationId xmlns:a16="http://schemas.microsoft.com/office/drawing/2014/main" id="{6D6A8FEF-3DA8-4443-933E-32DA3118E24D}"/>
              </a:ext>
            </a:extLst>
          </p:cNvPr>
          <p:cNvSpPr>
            <a:spLocks noGrp="1"/>
          </p:cNvSpPr>
          <p:nvPr/>
        </p:nvSpPr>
        <p:spPr>
          <a:xfrm>
            <a:off x="4221129" y="7460643"/>
            <a:ext cx="28398" cy="28398"/>
          </a:xfrm>
          <a:prstGeom prst="ellipse">
            <a:avLst/>
          </a:prstGeom>
          <a:solidFill>
            <a:srgbClr val="7F8C97">
              <a:alpha val="48000"/>
            </a:srgbClr>
          </a:solidFill>
          <a:ln w="0">
            <a:noFill/>
            <a:prstDash val="solid"/>
          </a:ln>
        </p:spPr>
      </p:sp>
      <p:sp>
        <p:nvSpPr>
          <p:cNvPr id="3862" name="03_assume_matched_9159">
            <a:extLst>
              <a:ext uri="{FF2B5EF4-FFF2-40B4-BE49-F238E27FC236}">
                <a16:creationId xmlns:a16="http://schemas.microsoft.com/office/drawing/2014/main" id="{EAEAC58D-CEA7-4C24-811B-F17F4445487E}"/>
              </a:ext>
            </a:extLst>
          </p:cNvPr>
          <p:cNvSpPr>
            <a:spLocks noGrp="1"/>
          </p:cNvSpPr>
          <p:nvPr/>
        </p:nvSpPr>
        <p:spPr>
          <a:xfrm>
            <a:off x="4235088" y="7460643"/>
            <a:ext cx="28398" cy="28398"/>
          </a:xfrm>
          <a:prstGeom prst="ellipse">
            <a:avLst/>
          </a:prstGeom>
          <a:solidFill>
            <a:srgbClr val="7F8C97">
              <a:alpha val="48000"/>
            </a:srgbClr>
          </a:solidFill>
          <a:ln w="0">
            <a:noFill/>
            <a:prstDash val="solid"/>
          </a:ln>
        </p:spPr>
      </p:sp>
      <p:sp>
        <p:nvSpPr>
          <p:cNvPr id="3863" name="03_assume_matched_9160">
            <a:extLst>
              <a:ext uri="{FF2B5EF4-FFF2-40B4-BE49-F238E27FC236}">
                <a16:creationId xmlns:a16="http://schemas.microsoft.com/office/drawing/2014/main" id="{41164906-6FD8-42F1-BCE2-89CFB769F76A}"/>
              </a:ext>
            </a:extLst>
          </p:cNvPr>
          <p:cNvSpPr>
            <a:spLocks noGrp="1"/>
          </p:cNvSpPr>
          <p:nvPr/>
        </p:nvSpPr>
        <p:spPr>
          <a:xfrm>
            <a:off x="4296249" y="7460643"/>
            <a:ext cx="28398" cy="28398"/>
          </a:xfrm>
          <a:prstGeom prst="ellipse">
            <a:avLst/>
          </a:prstGeom>
          <a:solidFill>
            <a:srgbClr val="7F8C97">
              <a:alpha val="48000"/>
            </a:srgbClr>
          </a:solidFill>
          <a:ln w="0">
            <a:noFill/>
            <a:prstDash val="solid"/>
          </a:ln>
        </p:spPr>
      </p:sp>
      <p:sp>
        <p:nvSpPr>
          <p:cNvPr id="3864" name="03_assume_matched_9161">
            <a:extLst>
              <a:ext uri="{FF2B5EF4-FFF2-40B4-BE49-F238E27FC236}">
                <a16:creationId xmlns:a16="http://schemas.microsoft.com/office/drawing/2014/main" id="{F284C7E7-65E2-48F9-AA88-7DBA572E2516}"/>
              </a:ext>
            </a:extLst>
          </p:cNvPr>
          <p:cNvSpPr>
            <a:spLocks noGrp="1"/>
          </p:cNvSpPr>
          <p:nvPr/>
        </p:nvSpPr>
        <p:spPr>
          <a:xfrm>
            <a:off x="4241132" y="7753078"/>
            <a:ext cx="28398" cy="28398"/>
          </a:xfrm>
          <a:prstGeom prst="ellipse">
            <a:avLst/>
          </a:prstGeom>
          <a:solidFill>
            <a:srgbClr val="7F8C97">
              <a:alpha val="48000"/>
            </a:srgbClr>
          </a:solidFill>
          <a:ln w="0">
            <a:noFill/>
            <a:prstDash val="solid"/>
          </a:ln>
        </p:spPr>
      </p:sp>
      <p:sp>
        <p:nvSpPr>
          <p:cNvPr id="3865" name="03_assume_matched_9162">
            <a:extLst>
              <a:ext uri="{FF2B5EF4-FFF2-40B4-BE49-F238E27FC236}">
                <a16:creationId xmlns:a16="http://schemas.microsoft.com/office/drawing/2014/main" id="{366B0826-7A68-4335-9972-92CBADA789A3}"/>
              </a:ext>
            </a:extLst>
          </p:cNvPr>
          <p:cNvSpPr>
            <a:spLocks noGrp="1"/>
          </p:cNvSpPr>
          <p:nvPr/>
        </p:nvSpPr>
        <p:spPr>
          <a:xfrm>
            <a:off x="4267180" y="7753078"/>
            <a:ext cx="28398" cy="28398"/>
          </a:xfrm>
          <a:prstGeom prst="ellipse">
            <a:avLst/>
          </a:prstGeom>
          <a:solidFill>
            <a:srgbClr val="7F8C97">
              <a:alpha val="48000"/>
            </a:srgbClr>
          </a:solidFill>
          <a:ln w="0">
            <a:noFill/>
            <a:prstDash val="solid"/>
          </a:ln>
        </p:spPr>
      </p:sp>
      <p:sp>
        <p:nvSpPr>
          <p:cNvPr id="3866" name="03_assume_matched_9163">
            <a:extLst>
              <a:ext uri="{FF2B5EF4-FFF2-40B4-BE49-F238E27FC236}">
                <a16:creationId xmlns:a16="http://schemas.microsoft.com/office/drawing/2014/main" id="{823C4112-0B12-4794-BF76-ED95733CC363}"/>
              </a:ext>
            </a:extLst>
          </p:cNvPr>
          <p:cNvSpPr>
            <a:spLocks noGrp="1"/>
          </p:cNvSpPr>
          <p:nvPr/>
        </p:nvSpPr>
        <p:spPr>
          <a:xfrm>
            <a:off x="4216236" y="7753078"/>
            <a:ext cx="28398" cy="28398"/>
          </a:xfrm>
          <a:prstGeom prst="ellipse">
            <a:avLst/>
          </a:prstGeom>
          <a:solidFill>
            <a:srgbClr val="7F8C97">
              <a:alpha val="48000"/>
            </a:srgbClr>
          </a:solidFill>
          <a:ln w="0">
            <a:noFill/>
            <a:prstDash val="solid"/>
          </a:ln>
        </p:spPr>
      </p:sp>
      <p:sp>
        <p:nvSpPr>
          <p:cNvPr id="3867" name="03_assume_matched_9164">
            <a:extLst>
              <a:ext uri="{FF2B5EF4-FFF2-40B4-BE49-F238E27FC236}">
                <a16:creationId xmlns:a16="http://schemas.microsoft.com/office/drawing/2014/main" id="{6C193DC4-1C77-40CE-8470-16820B85383F}"/>
              </a:ext>
            </a:extLst>
          </p:cNvPr>
          <p:cNvSpPr>
            <a:spLocks noGrp="1"/>
          </p:cNvSpPr>
          <p:nvPr/>
        </p:nvSpPr>
        <p:spPr>
          <a:xfrm>
            <a:off x="4711722" y="7168208"/>
            <a:ext cx="28398" cy="28398"/>
          </a:xfrm>
          <a:prstGeom prst="ellipse">
            <a:avLst/>
          </a:prstGeom>
          <a:solidFill>
            <a:srgbClr val="7F8C97">
              <a:alpha val="48000"/>
            </a:srgbClr>
          </a:solidFill>
          <a:ln w="0">
            <a:noFill/>
            <a:prstDash val="solid"/>
          </a:ln>
        </p:spPr>
      </p:sp>
      <p:sp>
        <p:nvSpPr>
          <p:cNvPr id="3868" name="03_assume_matched_9165">
            <a:extLst>
              <a:ext uri="{FF2B5EF4-FFF2-40B4-BE49-F238E27FC236}">
                <a16:creationId xmlns:a16="http://schemas.microsoft.com/office/drawing/2014/main" id="{2209C2DF-192D-4740-86F6-59E82FBCCA1B}"/>
              </a:ext>
            </a:extLst>
          </p:cNvPr>
          <p:cNvSpPr>
            <a:spLocks noGrp="1"/>
          </p:cNvSpPr>
          <p:nvPr/>
        </p:nvSpPr>
        <p:spPr>
          <a:xfrm>
            <a:off x="4700209" y="7168208"/>
            <a:ext cx="28398" cy="28398"/>
          </a:xfrm>
          <a:prstGeom prst="ellipse">
            <a:avLst/>
          </a:prstGeom>
          <a:solidFill>
            <a:srgbClr val="7F8C97">
              <a:alpha val="48000"/>
            </a:srgbClr>
          </a:solidFill>
          <a:ln w="0">
            <a:noFill/>
            <a:prstDash val="solid"/>
          </a:ln>
        </p:spPr>
      </p:sp>
      <p:sp>
        <p:nvSpPr>
          <p:cNvPr id="3869" name="03_assume_matched_9166">
            <a:extLst>
              <a:ext uri="{FF2B5EF4-FFF2-40B4-BE49-F238E27FC236}">
                <a16:creationId xmlns:a16="http://schemas.microsoft.com/office/drawing/2014/main" id="{3B2C41F1-F858-46FC-BA10-048C1CCBD31F}"/>
              </a:ext>
            </a:extLst>
          </p:cNvPr>
          <p:cNvSpPr>
            <a:spLocks noGrp="1"/>
          </p:cNvSpPr>
          <p:nvPr/>
        </p:nvSpPr>
        <p:spPr>
          <a:xfrm>
            <a:off x="4643078" y="7168208"/>
            <a:ext cx="28398" cy="28398"/>
          </a:xfrm>
          <a:prstGeom prst="ellipse">
            <a:avLst/>
          </a:prstGeom>
          <a:solidFill>
            <a:srgbClr val="7F8C97">
              <a:alpha val="48000"/>
            </a:srgbClr>
          </a:solidFill>
          <a:ln w="0">
            <a:noFill/>
            <a:prstDash val="solid"/>
          </a:ln>
        </p:spPr>
      </p:sp>
      <p:sp>
        <p:nvSpPr>
          <p:cNvPr id="3870" name="03_assume_matched_9167">
            <a:extLst>
              <a:ext uri="{FF2B5EF4-FFF2-40B4-BE49-F238E27FC236}">
                <a16:creationId xmlns:a16="http://schemas.microsoft.com/office/drawing/2014/main" id="{D10488B3-66C9-4B29-97DD-2C20EFA0F607}"/>
              </a:ext>
            </a:extLst>
          </p:cNvPr>
          <p:cNvSpPr>
            <a:spLocks noGrp="1"/>
          </p:cNvSpPr>
          <p:nvPr/>
        </p:nvSpPr>
        <p:spPr>
          <a:xfrm>
            <a:off x="4721940" y="7168208"/>
            <a:ext cx="28398" cy="28398"/>
          </a:xfrm>
          <a:prstGeom prst="ellipse">
            <a:avLst/>
          </a:prstGeom>
          <a:solidFill>
            <a:srgbClr val="7F8C97">
              <a:alpha val="48000"/>
            </a:srgbClr>
          </a:solidFill>
          <a:ln w="0">
            <a:noFill/>
            <a:prstDash val="solid"/>
          </a:ln>
        </p:spPr>
      </p:sp>
      <p:sp>
        <p:nvSpPr>
          <p:cNvPr id="3871" name="03_assume_matched_9168">
            <a:extLst>
              <a:ext uri="{FF2B5EF4-FFF2-40B4-BE49-F238E27FC236}">
                <a16:creationId xmlns:a16="http://schemas.microsoft.com/office/drawing/2014/main" id="{92205A7E-925D-4592-8D23-8CA035AC22F4}"/>
              </a:ext>
            </a:extLst>
          </p:cNvPr>
          <p:cNvSpPr>
            <a:spLocks noGrp="1"/>
          </p:cNvSpPr>
          <p:nvPr/>
        </p:nvSpPr>
        <p:spPr>
          <a:xfrm>
            <a:off x="4689704" y="7168208"/>
            <a:ext cx="28398" cy="28398"/>
          </a:xfrm>
          <a:prstGeom prst="ellipse">
            <a:avLst/>
          </a:prstGeom>
          <a:solidFill>
            <a:srgbClr val="7F8C97">
              <a:alpha val="48000"/>
            </a:srgbClr>
          </a:solidFill>
          <a:ln w="0">
            <a:noFill/>
            <a:prstDash val="solid"/>
          </a:ln>
        </p:spPr>
      </p:sp>
      <p:sp>
        <p:nvSpPr>
          <p:cNvPr id="3872" name="03_assume_matched_9169">
            <a:extLst>
              <a:ext uri="{FF2B5EF4-FFF2-40B4-BE49-F238E27FC236}">
                <a16:creationId xmlns:a16="http://schemas.microsoft.com/office/drawing/2014/main" id="{A1D33361-CE19-40AD-829C-79E19E53FF14}"/>
              </a:ext>
            </a:extLst>
          </p:cNvPr>
          <p:cNvSpPr>
            <a:spLocks noGrp="1"/>
          </p:cNvSpPr>
          <p:nvPr/>
        </p:nvSpPr>
        <p:spPr>
          <a:xfrm>
            <a:off x="4594436" y="7168208"/>
            <a:ext cx="28398" cy="28398"/>
          </a:xfrm>
          <a:prstGeom prst="ellipse">
            <a:avLst/>
          </a:prstGeom>
          <a:solidFill>
            <a:srgbClr val="7F8C97">
              <a:alpha val="48000"/>
            </a:srgbClr>
          </a:solidFill>
          <a:ln w="0">
            <a:noFill/>
            <a:prstDash val="solid"/>
          </a:ln>
        </p:spPr>
      </p:sp>
      <p:sp>
        <p:nvSpPr>
          <p:cNvPr id="3873" name="03_assume_matched_9170">
            <a:extLst>
              <a:ext uri="{FF2B5EF4-FFF2-40B4-BE49-F238E27FC236}">
                <a16:creationId xmlns:a16="http://schemas.microsoft.com/office/drawing/2014/main" id="{4585B6FE-6A19-4643-A41D-14503E0275CA}"/>
              </a:ext>
            </a:extLst>
          </p:cNvPr>
          <p:cNvSpPr>
            <a:spLocks noGrp="1"/>
          </p:cNvSpPr>
          <p:nvPr/>
        </p:nvSpPr>
        <p:spPr>
          <a:xfrm>
            <a:off x="4625089" y="7460643"/>
            <a:ext cx="28398" cy="28398"/>
          </a:xfrm>
          <a:prstGeom prst="ellipse">
            <a:avLst/>
          </a:prstGeom>
          <a:solidFill>
            <a:srgbClr val="7F8C97">
              <a:alpha val="48000"/>
            </a:srgbClr>
          </a:solidFill>
          <a:ln w="0">
            <a:noFill/>
            <a:prstDash val="solid"/>
          </a:ln>
        </p:spPr>
      </p:sp>
      <p:sp>
        <p:nvSpPr>
          <p:cNvPr id="3874" name="03_assume_matched_9171">
            <a:extLst>
              <a:ext uri="{FF2B5EF4-FFF2-40B4-BE49-F238E27FC236}">
                <a16:creationId xmlns:a16="http://schemas.microsoft.com/office/drawing/2014/main" id="{E4402A93-A858-4CC6-8323-31E25378A64B}"/>
              </a:ext>
            </a:extLst>
          </p:cNvPr>
          <p:cNvSpPr>
            <a:spLocks noGrp="1"/>
          </p:cNvSpPr>
          <p:nvPr/>
        </p:nvSpPr>
        <p:spPr>
          <a:xfrm>
            <a:off x="4594148" y="7606860"/>
            <a:ext cx="28398" cy="28398"/>
          </a:xfrm>
          <a:prstGeom prst="ellipse">
            <a:avLst/>
          </a:prstGeom>
          <a:solidFill>
            <a:srgbClr val="7F8C97">
              <a:alpha val="48000"/>
            </a:srgbClr>
          </a:solidFill>
          <a:ln w="0">
            <a:noFill/>
            <a:prstDash val="solid"/>
          </a:ln>
        </p:spPr>
      </p:sp>
      <p:sp>
        <p:nvSpPr>
          <p:cNvPr id="3875" name="03_assume_matched_9172">
            <a:extLst>
              <a:ext uri="{FF2B5EF4-FFF2-40B4-BE49-F238E27FC236}">
                <a16:creationId xmlns:a16="http://schemas.microsoft.com/office/drawing/2014/main" id="{CD1272B4-7992-4413-894A-05BA447319ED}"/>
              </a:ext>
            </a:extLst>
          </p:cNvPr>
          <p:cNvSpPr>
            <a:spLocks noGrp="1"/>
          </p:cNvSpPr>
          <p:nvPr/>
        </p:nvSpPr>
        <p:spPr>
          <a:xfrm>
            <a:off x="4675457" y="7168208"/>
            <a:ext cx="28398" cy="28398"/>
          </a:xfrm>
          <a:prstGeom prst="ellipse">
            <a:avLst/>
          </a:prstGeom>
          <a:solidFill>
            <a:srgbClr val="7F8C97">
              <a:alpha val="48000"/>
            </a:srgbClr>
          </a:solidFill>
          <a:ln w="0">
            <a:noFill/>
            <a:prstDash val="solid"/>
          </a:ln>
        </p:spPr>
      </p:sp>
      <p:sp>
        <p:nvSpPr>
          <p:cNvPr id="3876" name="03_assume_matched_9173">
            <a:extLst>
              <a:ext uri="{FF2B5EF4-FFF2-40B4-BE49-F238E27FC236}">
                <a16:creationId xmlns:a16="http://schemas.microsoft.com/office/drawing/2014/main" id="{E621A782-C548-4591-8EDE-E093C47DEDEE}"/>
              </a:ext>
            </a:extLst>
          </p:cNvPr>
          <p:cNvSpPr>
            <a:spLocks noGrp="1"/>
          </p:cNvSpPr>
          <p:nvPr/>
        </p:nvSpPr>
        <p:spPr>
          <a:xfrm>
            <a:off x="4656749" y="7168208"/>
            <a:ext cx="28398" cy="28398"/>
          </a:xfrm>
          <a:prstGeom prst="ellipse">
            <a:avLst/>
          </a:prstGeom>
          <a:solidFill>
            <a:srgbClr val="7F8C97">
              <a:alpha val="48000"/>
            </a:srgbClr>
          </a:solidFill>
          <a:ln w="0">
            <a:noFill/>
            <a:prstDash val="solid"/>
          </a:ln>
        </p:spPr>
      </p:sp>
      <p:sp>
        <p:nvSpPr>
          <p:cNvPr id="3877" name="03_assume_matched_9174">
            <a:extLst>
              <a:ext uri="{FF2B5EF4-FFF2-40B4-BE49-F238E27FC236}">
                <a16:creationId xmlns:a16="http://schemas.microsoft.com/office/drawing/2014/main" id="{631CEDC8-CF27-457E-95D2-D3AB0577EDA3}"/>
              </a:ext>
            </a:extLst>
          </p:cNvPr>
          <p:cNvSpPr>
            <a:spLocks noGrp="1"/>
          </p:cNvSpPr>
          <p:nvPr/>
        </p:nvSpPr>
        <p:spPr>
          <a:xfrm>
            <a:off x="4641495" y="7168208"/>
            <a:ext cx="28398" cy="28398"/>
          </a:xfrm>
          <a:prstGeom prst="ellipse">
            <a:avLst/>
          </a:prstGeom>
          <a:solidFill>
            <a:srgbClr val="7F8C97">
              <a:alpha val="48000"/>
            </a:srgbClr>
          </a:solidFill>
          <a:ln w="0">
            <a:noFill/>
            <a:prstDash val="solid"/>
          </a:ln>
        </p:spPr>
      </p:sp>
      <p:sp>
        <p:nvSpPr>
          <p:cNvPr id="3878" name="03_assume_matched_9175">
            <a:extLst>
              <a:ext uri="{FF2B5EF4-FFF2-40B4-BE49-F238E27FC236}">
                <a16:creationId xmlns:a16="http://schemas.microsoft.com/office/drawing/2014/main" id="{1B1AC02F-4E2D-4EFE-82B6-3F64CF170D31}"/>
              </a:ext>
            </a:extLst>
          </p:cNvPr>
          <p:cNvSpPr>
            <a:spLocks noGrp="1"/>
          </p:cNvSpPr>
          <p:nvPr/>
        </p:nvSpPr>
        <p:spPr>
          <a:xfrm>
            <a:off x="4627248" y="7753078"/>
            <a:ext cx="28398" cy="28398"/>
          </a:xfrm>
          <a:prstGeom prst="ellipse">
            <a:avLst/>
          </a:prstGeom>
          <a:solidFill>
            <a:srgbClr val="7F8C97">
              <a:alpha val="48000"/>
            </a:srgbClr>
          </a:solidFill>
          <a:ln w="0">
            <a:noFill/>
            <a:prstDash val="solid"/>
          </a:ln>
        </p:spPr>
      </p:sp>
      <p:sp>
        <p:nvSpPr>
          <p:cNvPr id="3879" name="03_assume_matched_9176">
            <a:extLst>
              <a:ext uri="{FF2B5EF4-FFF2-40B4-BE49-F238E27FC236}">
                <a16:creationId xmlns:a16="http://schemas.microsoft.com/office/drawing/2014/main" id="{43BC2D97-8478-4F38-8A61-DC9590E39C06}"/>
              </a:ext>
            </a:extLst>
          </p:cNvPr>
          <p:cNvSpPr>
            <a:spLocks noGrp="1"/>
          </p:cNvSpPr>
          <p:nvPr/>
        </p:nvSpPr>
        <p:spPr>
          <a:xfrm>
            <a:off x="4643653" y="7168208"/>
            <a:ext cx="28398" cy="28398"/>
          </a:xfrm>
          <a:prstGeom prst="ellipse">
            <a:avLst/>
          </a:prstGeom>
          <a:solidFill>
            <a:srgbClr val="7F8C97">
              <a:alpha val="48000"/>
            </a:srgbClr>
          </a:solidFill>
          <a:ln w="0">
            <a:noFill/>
            <a:prstDash val="solid"/>
          </a:ln>
        </p:spPr>
      </p:sp>
      <p:sp>
        <p:nvSpPr>
          <p:cNvPr id="3880" name="03_assume_matched_9177">
            <a:extLst>
              <a:ext uri="{FF2B5EF4-FFF2-40B4-BE49-F238E27FC236}">
                <a16:creationId xmlns:a16="http://schemas.microsoft.com/office/drawing/2014/main" id="{9E539471-843A-4BC3-9169-CA0459C22D66}"/>
              </a:ext>
            </a:extLst>
          </p:cNvPr>
          <p:cNvSpPr>
            <a:spLocks noGrp="1"/>
          </p:cNvSpPr>
          <p:nvPr/>
        </p:nvSpPr>
        <p:spPr>
          <a:xfrm>
            <a:off x="4728847" y="7314426"/>
            <a:ext cx="28398" cy="28398"/>
          </a:xfrm>
          <a:prstGeom prst="ellipse">
            <a:avLst/>
          </a:prstGeom>
          <a:solidFill>
            <a:srgbClr val="7F8C97">
              <a:alpha val="48000"/>
            </a:srgbClr>
          </a:solidFill>
          <a:ln w="0">
            <a:noFill/>
            <a:prstDash val="solid"/>
          </a:ln>
        </p:spPr>
      </p:sp>
      <p:sp>
        <p:nvSpPr>
          <p:cNvPr id="3881" name="03_assume_matched_9178">
            <a:extLst>
              <a:ext uri="{FF2B5EF4-FFF2-40B4-BE49-F238E27FC236}">
                <a16:creationId xmlns:a16="http://schemas.microsoft.com/office/drawing/2014/main" id="{243D2BA8-4604-492B-A3E9-14EAA9105E13}"/>
              </a:ext>
            </a:extLst>
          </p:cNvPr>
          <p:cNvSpPr>
            <a:spLocks noGrp="1"/>
          </p:cNvSpPr>
          <p:nvPr/>
        </p:nvSpPr>
        <p:spPr>
          <a:xfrm>
            <a:off x="4683804" y="7168208"/>
            <a:ext cx="28398" cy="28398"/>
          </a:xfrm>
          <a:prstGeom prst="ellipse">
            <a:avLst/>
          </a:prstGeom>
          <a:solidFill>
            <a:srgbClr val="7F8C97">
              <a:alpha val="48000"/>
            </a:srgbClr>
          </a:solidFill>
          <a:ln w="0">
            <a:noFill/>
            <a:prstDash val="solid"/>
          </a:ln>
        </p:spPr>
      </p:sp>
      <p:sp>
        <p:nvSpPr>
          <p:cNvPr id="3882" name="03_assume_matched_9179">
            <a:extLst>
              <a:ext uri="{FF2B5EF4-FFF2-40B4-BE49-F238E27FC236}">
                <a16:creationId xmlns:a16="http://schemas.microsoft.com/office/drawing/2014/main" id="{A4E1D003-AF39-4593-9F6D-BA5CA8ECFB73}"/>
              </a:ext>
            </a:extLst>
          </p:cNvPr>
          <p:cNvSpPr>
            <a:spLocks noGrp="1"/>
          </p:cNvSpPr>
          <p:nvPr/>
        </p:nvSpPr>
        <p:spPr>
          <a:xfrm>
            <a:off x="4693590" y="7655599"/>
            <a:ext cx="28398" cy="28398"/>
          </a:xfrm>
          <a:prstGeom prst="ellipse">
            <a:avLst/>
          </a:prstGeom>
          <a:solidFill>
            <a:srgbClr val="7F8C97">
              <a:alpha val="48000"/>
            </a:srgbClr>
          </a:solidFill>
          <a:ln w="0">
            <a:noFill/>
            <a:prstDash val="solid"/>
          </a:ln>
        </p:spPr>
      </p:sp>
      <p:sp>
        <p:nvSpPr>
          <p:cNvPr id="3883" name="03_assume_matched_9180">
            <a:extLst>
              <a:ext uri="{FF2B5EF4-FFF2-40B4-BE49-F238E27FC236}">
                <a16:creationId xmlns:a16="http://schemas.microsoft.com/office/drawing/2014/main" id="{E9300B2D-F492-4D8E-B209-C8B0ED8FF20D}"/>
              </a:ext>
            </a:extLst>
          </p:cNvPr>
          <p:cNvSpPr>
            <a:spLocks noGrp="1"/>
          </p:cNvSpPr>
          <p:nvPr/>
        </p:nvSpPr>
        <p:spPr>
          <a:xfrm>
            <a:off x="4630414" y="7558121"/>
            <a:ext cx="28398" cy="28398"/>
          </a:xfrm>
          <a:prstGeom prst="ellipse">
            <a:avLst/>
          </a:prstGeom>
          <a:solidFill>
            <a:srgbClr val="7F8C97">
              <a:alpha val="48000"/>
            </a:srgbClr>
          </a:solidFill>
          <a:ln w="0">
            <a:noFill/>
            <a:prstDash val="solid"/>
          </a:ln>
        </p:spPr>
      </p:sp>
      <p:sp>
        <p:nvSpPr>
          <p:cNvPr id="3884" name="03_assume_matched_9181">
            <a:extLst>
              <a:ext uri="{FF2B5EF4-FFF2-40B4-BE49-F238E27FC236}">
                <a16:creationId xmlns:a16="http://schemas.microsoft.com/office/drawing/2014/main" id="{4DCB762C-537B-433A-AEA2-122E453EA3AB}"/>
              </a:ext>
            </a:extLst>
          </p:cNvPr>
          <p:cNvSpPr>
            <a:spLocks noGrp="1"/>
          </p:cNvSpPr>
          <p:nvPr/>
        </p:nvSpPr>
        <p:spPr>
          <a:xfrm>
            <a:off x="4720788" y="7558121"/>
            <a:ext cx="28398" cy="28398"/>
          </a:xfrm>
          <a:prstGeom prst="ellipse">
            <a:avLst/>
          </a:prstGeom>
          <a:solidFill>
            <a:srgbClr val="7F8C97">
              <a:alpha val="48000"/>
            </a:srgbClr>
          </a:solidFill>
          <a:ln w="0">
            <a:noFill/>
            <a:prstDash val="solid"/>
          </a:ln>
        </p:spPr>
      </p:sp>
      <p:sp>
        <p:nvSpPr>
          <p:cNvPr id="3885" name="03_assume_matched_9182">
            <a:extLst>
              <a:ext uri="{FF2B5EF4-FFF2-40B4-BE49-F238E27FC236}">
                <a16:creationId xmlns:a16="http://schemas.microsoft.com/office/drawing/2014/main" id="{5DE1E8EE-B35D-42EA-9882-A3EFE484D251}"/>
              </a:ext>
            </a:extLst>
          </p:cNvPr>
          <p:cNvSpPr>
            <a:spLocks noGrp="1"/>
          </p:cNvSpPr>
          <p:nvPr/>
        </p:nvSpPr>
        <p:spPr>
          <a:xfrm>
            <a:off x="4693877" y="7168208"/>
            <a:ext cx="28398" cy="28398"/>
          </a:xfrm>
          <a:prstGeom prst="ellipse">
            <a:avLst/>
          </a:prstGeom>
          <a:solidFill>
            <a:srgbClr val="7F8C97">
              <a:alpha val="48000"/>
            </a:srgbClr>
          </a:solidFill>
          <a:ln w="0">
            <a:noFill/>
            <a:prstDash val="solid"/>
          </a:ln>
        </p:spPr>
      </p:sp>
      <p:sp>
        <p:nvSpPr>
          <p:cNvPr id="3886" name="03_assume_matched_9183">
            <a:extLst>
              <a:ext uri="{FF2B5EF4-FFF2-40B4-BE49-F238E27FC236}">
                <a16:creationId xmlns:a16="http://schemas.microsoft.com/office/drawing/2014/main" id="{0849B91A-9B2F-4908-8CE9-DE7D3D692A19}"/>
              </a:ext>
            </a:extLst>
          </p:cNvPr>
          <p:cNvSpPr>
            <a:spLocks noGrp="1"/>
          </p:cNvSpPr>
          <p:nvPr/>
        </p:nvSpPr>
        <p:spPr>
          <a:xfrm>
            <a:off x="4611705" y="7753078"/>
            <a:ext cx="28398" cy="28398"/>
          </a:xfrm>
          <a:prstGeom prst="ellipse">
            <a:avLst/>
          </a:prstGeom>
          <a:solidFill>
            <a:srgbClr val="7F8C97">
              <a:alpha val="48000"/>
            </a:srgbClr>
          </a:solidFill>
          <a:ln w="0">
            <a:noFill/>
            <a:prstDash val="solid"/>
          </a:ln>
        </p:spPr>
      </p:sp>
      <p:sp>
        <p:nvSpPr>
          <p:cNvPr id="3887" name="03_assume_matched_9184">
            <a:extLst>
              <a:ext uri="{FF2B5EF4-FFF2-40B4-BE49-F238E27FC236}">
                <a16:creationId xmlns:a16="http://schemas.microsoft.com/office/drawing/2014/main" id="{26E54E4C-3BAC-44B1-8140-771341EC1413}"/>
              </a:ext>
            </a:extLst>
          </p:cNvPr>
          <p:cNvSpPr>
            <a:spLocks noGrp="1"/>
          </p:cNvSpPr>
          <p:nvPr/>
        </p:nvSpPr>
        <p:spPr>
          <a:xfrm>
            <a:off x="4619045" y="7168208"/>
            <a:ext cx="28398" cy="28398"/>
          </a:xfrm>
          <a:prstGeom prst="ellipse">
            <a:avLst/>
          </a:prstGeom>
          <a:solidFill>
            <a:srgbClr val="7F8C97">
              <a:alpha val="48000"/>
            </a:srgbClr>
          </a:solidFill>
          <a:ln w="0">
            <a:noFill/>
            <a:prstDash val="solid"/>
          </a:ln>
        </p:spPr>
      </p:sp>
      <p:sp>
        <p:nvSpPr>
          <p:cNvPr id="3888" name="03_assume_matched_9185">
            <a:extLst>
              <a:ext uri="{FF2B5EF4-FFF2-40B4-BE49-F238E27FC236}">
                <a16:creationId xmlns:a16="http://schemas.microsoft.com/office/drawing/2014/main" id="{619BD5B8-C48C-4882-B93E-787B809C976A}"/>
              </a:ext>
            </a:extLst>
          </p:cNvPr>
          <p:cNvSpPr>
            <a:spLocks noGrp="1"/>
          </p:cNvSpPr>
          <p:nvPr/>
        </p:nvSpPr>
        <p:spPr>
          <a:xfrm>
            <a:off x="4630270" y="7558121"/>
            <a:ext cx="28398" cy="28398"/>
          </a:xfrm>
          <a:prstGeom prst="ellipse">
            <a:avLst/>
          </a:prstGeom>
          <a:solidFill>
            <a:srgbClr val="7F8C97">
              <a:alpha val="48000"/>
            </a:srgbClr>
          </a:solidFill>
          <a:ln w="0">
            <a:noFill/>
            <a:prstDash val="solid"/>
          </a:ln>
        </p:spPr>
      </p:sp>
      <p:sp>
        <p:nvSpPr>
          <p:cNvPr id="3889" name="03_assume_matched_9186">
            <a:extLst>
              <a:ext uri="{FF2B5EF4-FFF2-40B4-BE49-F238E27FC236}">
                <a16:creationId xmlns:a16="http://schemas.microsoft.com/office/drawing/2014/main" id="{88A7B55B-03AE-4F57-BADD-DDCB14C4CC94}"/>
              </a:ext>
            </a:extLst>
          </p:cNvPr>
          <p:cNvSpPr>
            <a:spLocks noGrp="1"/>
          </p:cNvSpPr>
          <p:nvPr/>
        </p:nvSpPr>
        <p:spPr>
          <a:xfrm>
            <a:off x="4719637" y="7168208"/>
            <a:ext cx="28398" cy="28398"/>
          </a:xfrm>
          <a:prstGeom prst="ellipse">
            <a:avLst/>
          </a:prstGeom>
          <a:solidFill>
            <a:srgbClr val="7F8C97">
              <a:alpha val="48000"/>
            </a:srgbClr>
          </a:solidFill>
          <a:ln w="0">
            <a:noFill/>
            <a:prstDash val="solid"/>
          </a:ln>
        </p:spPr>
      </p:sp>
      <p:sp>
        <p:nvSpPr>
          <p:cNvPr id="3890" name="03_assume_matched_9187">
            <a:extLst>
              <a:ext uri="{FF2B5EF4-FFF2-40B4-BE49-F238E27FC236}">
                <a16:creationId xmlns:a16="http://schemas.microsoft.com/office/drawing/2014/main" id="{E6CA2FAE-CAF6-444D-BDD4-7D8846B9587B}"/>
              </a:ext>
            </a:extLst>
          </p:cNvPr>
          <p:cNvSpPr>
            <a:spLocks noGrp="1"/>
          </p:cNvSpPr>
          <p:nvPr/>
        </p:nvSpPr>
        <p:spPr>
          <a:xfrm>
            <a:off x="4632572" y="7168208"/>
            <a:ext cx="28398" cy="28398"/>
          </a:xfrm>
          <a:prstGeom prst="ellipse">
            <a:avLst/>
          </a:prstGeom>
          <a:solidFill>
            <a:srgbClr val="7F8C97">
              <a:alpha val="48000"/>
            </a:srgbClr>
          </a:solidFill>
          <a:ln w="0">
            <a:noFill/>
            <a:prstDash val="solid"/>
          </a:ln>
        </p:spPr>
      </p:sp>
      <p:sp>
        <p:nvSpPr>
          <p:cNvPr id="3891" name="03_assume_matched_9188">
            <a:extLst>
              <a:ext uri="{FF2B5EF4-FFF2-40B4-BE49-F238E27FC236}">
                <a16:creationId xmlns:a16="http://schemas.microsoft.com/office/drawing/2014/main" id="{DF741C58-C371-4107-B48C-7C658BBD9DFD}"/>
              </a:ext>
            </a:extLst>
          </p:cNvPr>
          <p:cNvSpPr>
            <a:spLocks noGrp="1"/>
          </p:cNvSpPr>
          <p:nvPr/>
        </p:nvSpPr>
        <p:spPr>
          <a:xfrm>
            <a:off x="4711578" y="7493136"/>
            <a:ext cx="28398" cy="28398"/>
          </a:xfrm>
          <a:prstGeom prst="ellipse">
            <a:avLst/>
          </a:prstGeom>
          <a:solidFill>
            <a:srgbClr val="7F8C97">
              <a:alpha val="48000"/>
            </a:srgbClr>
          </a:solidFill>
          <a:ln w="0">
            <a:noFill/>
            <a:prstDash val="solid"/>
          </a:ln>
        </p:spPr>
      </p:sp>
      <p:sp>
        <p:nvSpPr>
          <p:cNvPr id="3892" name="03_assume_matched_9189">
            <a:extLst>
              <a:ext uri="{FF2B5EF4-FFF2-40B4-BE49-F238E27FC236}">
                <a16:creationId xmlns:a16="http://schemas.microsoft.com/office/drawing/2014/main" id="{7B21A718-EE37-4984-B4DF-A1435E3B9A4D}"/>
              </a:ext>
            </a:extLst>
          </p:cNvPr>
          <p:cNvSpPr>
            <a:spLocks noGrp="1"/>
          </p:cNvSpPr>
          <p:nvPr/>
        </p:nvSpPr>
        <p:spPr>
          <a:xfrm>
            <a:off x="4712729" y="7168208"/>
            <a:ext cx="28398" cy="28398"/>
          </a:xfrm>
          <a:prstGeom prst="ellipse">
            <a:avLst/>
          </a:prstGeom>
          <a:solidFill>
            <a:srgbClr val="7F8C97">
              <a:alpha val="48000"/>
            </a:srgbClr>
          </a:solidFill>
          <a:ln w="0">
            <a:noFill/>
            <a:prstDash val="solid"/>
          </a:ln>
        </p:spPr>
      </p:sp>
      <p:sp>
        <p:nvSpPr>
          <p:cNvPr id="3893" name="03_assume_matched_9190">
            <a:extLst>
              <a:ext uri="{FF2B5EF4-FFF2-40B4-BE49-F238E27FC236}">
                <a16:creationId xmlns:a16="http://schemas.microsoft.com/office/drawing/2014/main" id="{A54760F3-0432-4B49-9658-9EE953FED284}"/>
              </a:ext>
            </a:extLst>
          </p:cNvPr>
          <p:cNvSpPr>
            <a:spLocks noGrp="1"/>
          </p:cNvSpPr>
          <p:nvPr/>
        </p:nvSpPr>
        <p:spPr>
          <a:xfrm>
            <a:off x="4716471" y="7753078"/>
            <a:ext cx="28398" cy="28398"/>
          </a:xfrm>
          <a:prstGeom prst="ellipse">
            <a:avLst/>
          </a:prstGeom>
          <a:solidFill>
            <a:srgbClr val="7F8C97">
              <a:alpha val="48000"/>
            </a:srgbClr>
          </a:solidFill>
          <a:ln w="0">
            <a:noFill/>
            <a:prstDash val="solid"/>
          </a:ln>
        </p:spPr>
      </p:sp>
      <p:sp>
        <p:nvSpPr>
          <p:cNvPr id="3894" name="03_assume_matched_9191">
            <a:extLst>
              <a:ext uri="{FF2B5EF4-FFF2-40B4-BE49-F238E27FC236}">
                <a16:creationId xmlns:a16="http://schemas.microsoft.com/office/drawing/2014/main" id="{CCD7F725-2F7B-42E6-BC02-F79A2E506E81}"/>
              </a:ext>
            </a:extLst>
          </p:cNvPr>
          <p:cNvSpPr>
            <a:spLocks noGrp="1"/>
          </p:cNvSpPr>
          <p:nvPr/>
        </p:nvSpPr>
        <p:spPr>
          <a:xfrm>
            <a:off x="4633723" y="7753078"/>
            <a:ext cx="28398" cy="28398"/>
          </a:xfrm>
          <a:prstGeom prst="ellipse">
            <a:avLst/>
          </a:prstGeom>
          <a:solidFill>
            <a:srgbClr val="7F8C97">
              <a:alpha val="48000"/>
            </a:srgbClr>
          </a:solidFill>
          <a:ln w="0">
            <a:noFill/>
            <a:prstDash val="solid"/>
          </a:ln>
        </p:spPr>
      </p:sp>
      <p:sp>
        <p:nvSpPr>
          <p:cNvPr id="3895" name="03_assume_matched_9192">
            <a:extLst>
              <a:ext uri="{FF2B5EF4-FFF2-40B4-BE49-F238E27FC236}">
                <a16:creationId xmlns:a16="http://schemas.microsoft.com/office/drawing/2014/main" id="{661AD9C3-4DB5-4516-9B4C-8C22DC98EE54}"/>
              </a:ext>
            </a:extLst>
          </p:cNvPr>
          <p:cNvSpPr>
            <a:spLocks noGrp="1"/>
          </p:cNvSpPr>
          <p:nvPr/>
        </p:nvSpPr>
        <p:spPr>
          <a:xfrm>
            <a:off x="4611993" y="7168208"/>
            <a:ext cx="28398" cy="28398"/>
          </a:xfrm>
          <a:prstGeom prst="ellipse">
            <a:avLst/>
          </a:prstGeom>
          <a:solidFill>
            <a:srgbClr val="7F8C97">
              <a:alpha val="48000"/>
            </a:srgbClr>
          </a:solidFill>
          <a:ln w="0">
            <a:noFill/>
            <a:prstDash val="solid"/>
          </a:ln>
        </p:spPr>
      </p:sp>
      <p:sp>
        <p:nvSpPr>
          <p:cNvPr id="3896" name="03_assume_matched_9193">
            <a:extLst>
              <a:ext uri="{FF2B5EF4-FFF2-40B4-BE49-F238E27FC236}">
                <a16:creationId xmlns:a16="http://schemas.microsoft.com/office/drawing/2014/main" id="{4E8051C4-26DE-43D1-B483-4FC365F1D65D}"/>
              </a:ext>
            </a:extLst>
          </p:cNvPr>
          <p:cNvSpPr>
            <a:spLocks noGrp="1"/>
          </p:cNvSpPr>
          <p:nvPr/>
        </p:nvSpPr>
        <p:spPr>
          <a:xfrm>
            <a:off x="4695748" y="7168208"/>
            <a:ext cx="28398" cy="28398"/>
          </a:xfrm>
          <a:prstGeom prst="ellipse">
            <a:avLst/>
          </a:prstGeom>
          <a:solidFill>
            <a:srgbClr val="7F8C97">
              <a:alpha val="48000"/>
            </a:srgbClr>
          </a:solidFill>
          <a:ln w="0">
            <a:noFill/>
            <a:prstDash val="solid"/>
          </a:ln>
        </p:spPr>
      </p:sp>
      <p:sp>
        <p:nvSpPr>
          <p:cNvPr id="3897" name="03_assume_matched_9194">
            <a:extLst>
              <a:ext uri="{FF2B5EF4-FFF2-40B4-BE49-F238E27FC236}">
                <a16:creationId xmlns:a16="http://schemas.microsoft.com/office/drawing/2014/main" id="{5CE74FA2-4977-4C07-80CB-CF8EC377204A}"/>
              </a:ext>
            </a:extLst>
          </p:cNvPr>
          <p:cNvSpPr>
            <a:spLocks noGrp="1"/>
          </p:cNvSpPr>
          <p:nvPr/>
        </p:nvSpPr>
        <p:spPr>
          <a:xfrm>
            <a:off x="4605229" y="7168208"/>
            <a:ext cx="28398" cy="28398"/>
          </a:xfrm>
          <a:prstGeom prst="ellipse">
            <a:avLst/>
          </a:prstGeom>
          <a:solidFill>
            <a:srgbClr val="7F8C97">
              <a:alpha val="48000"/>
            </a:srgbClr>
          </a:solidFill>
          <a:ln w="0">
            <a:noFill/>
            <a:prstDash val="solid"/>
          </a:ln>
        </p:spPr>
      </p:sp>
      <p:sp>
        <p:nvSpPr>
          <p:cNvPr id="3898" name="03_assume_matched_9195">
            <a:extLst>
              <a:ext uri="{FF2B5EF4-FFF2-40B4-BE49-F238E27FC236}">
                <a16:creationId xmlns:a16="http://schemas.microsoft.com/office/drawing/2014/main" id="{DDF369A0-C548-4149-9C13-BE83D459B1F2}"/>
              </a:ext>
            </a:extLst>
          </p:cNvPr>
          <p:cNvSpPr>
            <a:spLocks noGrp="1"/>
          </p:cNvSpPr>
          <p:nvPr/>
        </p:nvSpPr>
        <p:spPr>
          <a:xfrm>
            <a:off x="4699346" y="7168208"/>
            <a:ext cx="28398" cy="28398"/>
          </a:xfrm>
          <a:prstGeom prst="ellipse">
            <a:avLst/>
          </a:prstGeom>
          <a:solidFill>
            <a:srgbClr val="7F8C97">
              <a:alpha val="48000"/>
            </a:srgbClr>
          </a:solidFill>
          <a:ln w="0">
            <a:noFill/>
            <a:prstDash val="solid"/>
          </a:ln>
        </p:spPr>
      </p:sp>
      <p:sp>
        <p:nvSpPr>
          <p:cNvPr id="3899" name="03_assume_matched_9196">
            <a:extLst>
              <a:ext uri="{FF2B5EF4-FFF2-40B4-BE49-F238E27FC236}">
                <a16:creationId xmlns:a16="http://schemas.microsoft.com/office/drawing/2014/main" id="{81BE8879-35D8-4EBD-AFE5-810D5F629481}"/>
              </a:ext>
            </a:extLst>
          </p:cNvPr>
          <p:cNvSpPr>
            <a:spLocks noGrp="1"/>
          </p:cNvSpPr>
          <p:nvPr/>
        </p:nvSpPr>
        <p:spPr>
          <a:xfrm>
            <a:off x="4606525" y="7753078"/>
            <a:ext cx="28398" cy="28398"/>
          </a:xfrm>
          <a:prstGeom prst="ellipse">
            <a:avLst/>
          </a:prstGeom>
          <a:solidFill>
            <a:srgbClr val="7F8C97">
              <a:alpha val="48000"/>
            </a:srgbClr>
          </a:solidFill>
          <a:ln w="0">
            <a:noFill/>
            <a:prstDash val="solid"/>
          </a:ln>
        </p:spPr>
      </p:sp>
      <p:sp>
        <p:nvSpPr>
          <p:cNvPr id="3900" name="03_assume_matched_9197">
            <a:extLst>
              <a:ext uri="{FF2B5EF4-FFF2-40B4-BE49-F238E27FC236}">
                <a16:creationId xmlns:a16="http://schemas.microsoft.com/office/drawing/2014/main" id="{CBAF3B87-D9DB-4417-9995-92FB3F21B96B}"/>
              </a:ext>
            </a:extLst>
          </p:cNvPr>
          <p:cNvSpPr>
            <a:spLocks noGrp="1"/>
          </p:cNvSpPr>
          <p:nvPr/>
        </p:nvSpPr>
        <p:spPr>
          <a:xfrm>
            <a:off x="4726976" y="7168208"/>
            <a:ext cx="28398" cy="28398"/>
          </a:xfrm>
          <a:prstGeom prst="ellipse">
            <a:avLst/>
          </a:prstGeom>
          <a:solidFill>
            <a:srgbClr val="7F8C97">
              <a:alpha val="48000"/>
            </a:srgbClr>
          </a:solidFill>
          <a:ln w="0">
            <a:noFill/>
            <a:prstDash val="solid"/>
          </a:ln>
        </p:spPr>
      </p:sp>
      <p:sp>
        <p:nvSpPr>
          <p:cNvPr id="3901" name="03_assume_matched_9198">
            <a:extLst>
              <a:ext uri="{FF2B5EF4-FFF2-40B4-BE49-F238E27FC236}">
                <a16:creationId xmlns:a16="http://schemas.microsoft.com/office/drawing/2014/main" id="{5B75B5EA-D0C6-40C6-AA8B-3BD34376808B}"/>
              </a:ext>
            </a:extLst>
          </p:cNvPr>
          <p:cNvSpPr>
            <a:spLocks noGrp="1"/>
          </p:cNvSpPr>
          <p:nvPr/>
        </p:nvSpPr>
        <p:spPr>
          <a:xfrm>
            <a:off x="4704958" y="7168208"/>
            <a:ext cx="28398" cy="28398"/>
          </a:xfrm>
          <a:prstGeom prst="ellipse">
            <a:avLst/>
          </a:prstGeom>
          <a:solidFill>
            <a:srgbClr val="7F8C97">
              <a:alpha val="48000"/>
            </a:srgbClr>
          </a:solidFill>
          <a:ln w="0">
            <a:noFill/>
            <a:prstDash val="solid"/>
          </a:ln>
        </p:spPr>
      </p:sp>
      <p:sp>
        <p:nvSpPr>
          <p:cNvPr id="3902" name="03_assume_matched_9199">
            <a:extLst>
              <a:ext uri="{FF2B5EF4-FFF2-40B4-BE49-F238E27FC236}">
                <a16:creationId xmlns:a16="http://schemas.microsoft.com/office/drawing/2014/main" id="{7BA5439A-F506-4182-9F0E-6352A9D50F06}"/>
              </a:ext>
            </a:extLst>
          </p:cNvPr>
          <p:cNvSpPr>
            <a:spLocks noGrp="1"/>
          </p:cNvSpPr>
          <p:nvPr/>
        </p:nvSpPr>
        <p:spPr>
          <a:xfrm>
            <a:off x="4652863" y="7168208"/>
            <a:ext cx="28398" cy="28398"/>
          </a:xfrm>
          <a:prstGeom prst="ellipse">
            <a:avLst/>
          </a:prstGeom>
          <a:solidFill>
            <a:srgbClr val="7F8C97">
              <a:alpha val="48000"/>
            </a:srgbClr>
          </a:solidFill>
          <a:ln w="0">
            <a:noFill/>
            <a:prstDash val="solid"/>
          </a:ln>
        </p:spPr>
      </p:sp>
      <p:sp>
        <p:nvSpPr>
          <p:cNvPr id="3903" name="03_assume_matched_9200">
            <a:extLst>
              <a:ext uri="{FF2B5EF4-FFF2-40B4-BE49-F238E27FC236}">
                <a16:creationId xmlns:a16="http://schemas.microsoft.com/office/drawing/2014/main" id="{9D2E3A50-D51B-4BC1-B32B-472272DD6B80}"/>
              </a:ext>
            </a:extLst>
          </p:cNvPr>
          <p:cNvSpPr>
            <a:spLocks noGrp="1"/>
          </p:cNvSpPr>
          <p:nvPr/>
        </p:nvSpPr>
        <p:spPr>
          <a:xfrm>
            <a:off x="4628543" y="7168208"/>
            <a:ext cx="28398" cy="28398"/>
          </a:xfrm>
          <a:prstGeom prst="ellipse">
            <a:avLst/>
          </a:prstGeom>
          <a:solidFill>
            <a:srgbClr val="7F8C97">
              <a:alpha val="48000"/>
            </a:srgbClr>
          </a:solidFill>
          <a:ln w="0">
            <a:noFill/>
            <a:prstDash val="solid"/>
          </a:ln>
        </p:spPr>
      </p:sp>
      <p:sp>
        <p:nvSpPr>
          <p:cNvPr id="3904" name="03_assume_matched_9201">
            <a:extLst>
              <a:ext uri="{FF2B5EF4-FFF2-40B4-BE49-F238E27FC236}">
                <a16:creationId xmlns:a16="http://schemas.microsoft.com/office/drawing/2014/main" id="{6A7B4379-9FD9-4BE4-A9F4-B64D261EE698}"/>
              </a:ext>
            </a:extLst>
          </p:cNvPr>
          <p:cNvSpPr>
            <a:spLocks noGrp="1"/>
          </p:cNvSpPr>
          <p:nvPr/>
        </p:nvSpPr>
        <p:spPr>
          <a:xfrm>
            <a:off x="4731006" y="7753078"/>
            <a:ext cx="28398" cy="28398"/>
          </a:xfrm>
          <a:prstGeom prst="ellipse">
            <a:avLst/>
          </a:prstGeom>
          <a:solidFill>
            <a:srgbClr val="7F8C97">
              <a:alpha val="48000"/>
            </a:srgbClr>
          </a:solidFill>
          <a:ln w="0">
            <a:noFill/>
            <a:prstDash val="solid"/>
          </a:ln>
        </p:spPr>
      </p:sp>
      <p:sp>
        <p:nvSpPr>
          <p:cNvPr id="3905" name="03_assume_matched_9202">
            <a:extLst>
              <a:ext uri="{FF2B5EF4-FFF2-40B4-BE49-F238E27FC236}">
                <a16:creationId xmlns:a16="http://schemas.microsoft.com/office/drawing/2014/main" id="{87A1F0CA-2801-4E60-AC28-ED0A65A92732}"/>
              </a:ext>
            </a:extLst>
          </p:cNvPr>
          <p:cNvSpPr>
            <a:spLocks noGrp="1"/>
          </p:cNvSpPr>
          <p:nvPr/>
        </p:nvSpPr>
        <p:spPr>
          <a:xfrm>
            <a:off x="4678767" y="7753078"/>
            <a:ext cx="28398" cy="28398"/>
          </a:xfrm>
          <a:prstGeom prst="ellipse">
            <a:avLst/>
          </a:prstGeom>
          <a:solidFill>
            <a:srgbClr val="7F8C97">
              <a:alpha val="48000"/>
            </a:srgbClr>
          </a:solidFill>
          <a:ln w="0">
            <a:noFill/>
            <a:prstDash val="solid"/>
          </a:ln>
        </p:spPr>
      </p:sp>
      <p:sp>
        <p:nvSpPr>
          <p:cNvPr id="3906" name="03_assume_matched_9203">
            <a:extLst>
              <a:ext uri="{FF2B5EF4-FFF2-40B4-BE49-F238E27FC236}">
                <a16:creationId xmlns:a16="http://schemas.microsoft.com/office/drawing/2014/main" id="{7B364199-0584-492F-AB66-DF03FD61CCB7}"/>
              </a:ext>
            </a:extLst>
          </p:cNvPr>
          <p:cNvSpPr>
            <a:spLocks noGrp="1"/>
          </p:cNvSpPr>
          <p:nvPr/>
        </p:nvSpPr>
        <p:spPr>
          <a:xfrm>
            <a:off x="4711578" y="7753078"/>
            <a:ext cx="28398" cy="28398"/>
          </a:xfrm>
          <a:prstGeom prst="ellipse">
            <a:avLst/>
          </a:prstGeom>
          <a:solidFill>
            <a:srgbClr val="7F8C97">
              <a:alpha val="48000"/>
            </a:srgbClr>
          </a:solidFill>
          <a:ln w="0">
            <a:noFill/>
            <a:prstDash val="solid"/>
          </a:ln>
        </p:spPr>
      </p:sp>
      <p:sp>
        <p:nvSpPr>
          <p:cNvPr id="3907" name="03_assume_matched_9204">
            <a:extLst>
              <a:ext uri="{FF2B5EF4-FFF2-40B4-BE49-F238E27FC236}">
                <a16:creationId xmlns:a16="http://schemas.microsoft.com/office/drawing/2014/main" id="{3D707F14-9B7A-4B17-A5B7-7579B9E73158}"/>
              </a:ext>
            </a:extLst>
          </p:cNvPr>
          <p:cNvSpPr>
            <a:spLocks noGrp="1"/>
          </p:cNvSpPr>
          <p:nvPr/>
        </p:nvSpPr>
        <p:spPr>
          <a:xfrm>
            <a:off x="4610698" y="7168208"/>
            <a:ext cx="28398" cy="28398"/>
          </a:xfrm>
          <a:prstGeom prst="ellipse">
            <a:avLst/>
          </a:prstGeom>
          <a:solidFill>
            <a:srgbClr val="7F8C97">
              <a:alpha val="48000"/>
            </a:srgbClr>
          </a:solidFill>
          <a:ln w="0">
            <a:noFill/>
            <a:prstDash val="solid"/>
          </a:ln>
        </p:spPr>
      </p:sp>
      <p:sp>
        <p:nvSpPr>
          <p:cNvPr id="3908" name="03_assume_matched_9205">
            <a:extLst>
              <a:ext uri="{FF2B5EF4-FFF2-40B4-BE49-F238E27FC236}">
                <a16:creationId xmlns:a16="http://schemas.microsoft.com/office/drawing/2014/main" id="{4E268FE6-1E8C-408E-A8BF-20C69F0B9635}"/>
              </a:ext>
            </a:extLst>
          </p:cNvPr>
          <p:cNvSpPr>
            <a:spLocks noGrp="1"/>
          </p:cNvSpPr>
          <p:nvPr/>
        </p:nvSpPr>
        <p:spPr>
          <a:xfrm>
            <a:off x="4702656" y="7753078"/>
            <a:ext cx="28398" cy="28398"/>
          </a:xfrm>
          <a:prstGeom prst="ellipse">
            <a:avLst/>
          </a:prstGeom>
          <a:solidFill>
            <a:srgbClr val="7F8C97">
              <a:alpha val="48000"/>
            </a:srgbClr>
          </a:solidFill>
          <a:ln w="0">
            <a:noFill/>
            <a:prstDash val="solid"/>
          </a:ln>
        </p:spPr>
      </p:sp>
      <p:sp>
        <p:nvSpPr>
          <p:cNvPr id="3909" name="03_assume_matched_9206">
            <a:extLst>
              <a:ext uri="{FF2B5EF4-FFF2-40B4-BE49-F238E27FC236}">
                <a16:creationId xmlns:a16="http://schemas.microsoft.com/office/drawing/2014/main" id="{4DF260B7-2A24-42EF-9ECB-B9599C577A65}"/>
              </a:ext>
            </a:extLst>
          </p:cNvPr>
          <p:cNvSpPr>
            <a:spLocks noGrp="1"/>
          </p:cNvSpPr>
          <p:nvPr/>
        </p:nvSpPr>
        <p:spPr>
          <a:xfrm>
            <a:off x="4681789" y="7168208"/>
            <a:ext cx="28398" cy="28398"/>
          </a:xfrm>
          <a:prstGeom prst="ellipse">
            <a:avLst/>
          </a:prstGeom>
          <a:solidFill>
            <a:srgbClr val="7F8C97">
              <a:alpha val="48000"/>
            </a:srgbClr>
          </a:solidFill>
          <a:ln w="0">
            <a:noFill/>
            <a:prstDash val="solid"/>
          </a:ln>
        </p:spPr>
      </p:sp>
      <p:sp>
        <p:nvSpPr>
          <p:cNvPr id="3910" name="03_assume_matched_9207">
            <a:extLst>
              <a:ext uri="{FF2B5EF4-FFF2-40B4-BE49-F238E27FC236}">
                <a16:creationId xmlns:a16="http://schemas.microsoft.com/office/drawing/2014/main" id="{8340D1CF-0C27-4CFE-B748-D4629F0B6DB5}"/>
              </a:ext>
            </a:extLst>
          </p:cNvPr>
          <p:cNvSpPr>
            <a:spLocks noGrp="1"/>
          </p:cNvSpPr>
          <p:nvPr/>
        </p:nvSpPr>
        <p:spPr>
          <a:xfrm>
            <a:off x="4590407" y="7168208"/>
            <a:ext cx="28398" cy="28398"/>
          </a:xfrm>
          <a:prstGeom prst="ellipse">
            <a:avLst/>
          </a:prstGeom>
          <a:solidFill>
            <a:srgbClr val="7F8C97">
              <a:alpha val="48000"/>
            </a:srgbClr>
          </a:solidFill>
          <a:ln w="0">
            <a:noFill/>
            <a:prstDash val="solid"/>
          </a:ln>
        </p:spPr>
      </p:sp>
      <p:sp>
        <p:nvSpPr>
          <p:cNvPr id="3911" name="03_assume_matched_9208">
            <a:extLst>
              <a:ext uri="{FF2B5EF4-FFF2-40B4-BE49-F238E27FC236}">
                <a16:creationId xmlns:a16="http://schemas.microsoft.com/office/drawing/2014/main" id="{B4B950B4-E4C9-49B3-A61B-86EEA3AB60A6}"/>
              </a:ext>
            </a:extLst>
          </p:cNvPr>
          <p:cNvSpPr>
            <a:spLocks noGrp="1"/>
          </p:cNvSpPr>
          <p:nvPr/>
        </p:nvSpPr>
        <p:spPr>
          <a:xfrm>
            <a:off x="4649697" y="7753078"/>
            <a:ext cx="28398" cy="28398"/>
          </a:xfrm>
          <a:prstGeom prst="ellipse">
            <a:avLst/>
          </a:prstGeom>
          <a:solidFill>
            <a:srgbClr val="7F8C97">
              <a:alpha val="48000"/>
            </a:srgbClr>
          </a:solidFill>
          <a:ln w="0">
            <a:noFill/>
            <a:prstDash val="solid"/>
          </a:ln>
        </p:spPr>
      </p:sp>
      <p:sp>
        <p:nvSpPr>
          <p:cNvPr id="3912" name="03_assume_matched_9209">
            <a:extLst>
              <a:ext uri="{FF2B5EF4-FFF2-40B4-BE49-F238E27FC236}">
                <a16:creationId xmlns:a16="http://schemas.microsoft.com/office/drawing/2014/main" id="{06806C05-9F87-4173-9B25-D3287D7FA7AA}"/>
              </a:ext>
            </a:extLst>
          </p:cNvPr>
          <p:cNvSpPr>
            <a:spLocks noGrp="1"/>
          </p:cNvSpPr>
          <p:nvPr/>
        </p:nvSpPr>
        <p:spPr>
          <a:xfrm>
            <a:off x="4631853" y="7753078"/>
            <a:ext cx="28398" cy="28398"/>
          </a:xfrm>
          <a:prstGeom prst="ellipse">
            <a:avLst/>
          </a:prstGeom>
          <a:solidFill>
            <a:srgbClr val="7F8C97">
              <a:alpha val="48000"/>
            </a:srgbClr>
          </a:solidFill>
          <a:ln w="0">
            <a:noFill/>
            <a:prstDash val="solid"/>
          </a:ln>
        </p:spPr>
      </p:sp>
      <p:sp>
        <p:nvSpPr>
          <p:cNvPr id="3913" name="03_assume_matched_9210">
            <a:extLst>
              <a:ext uri="{FF2B5EF4-FFF2-40B4-BE49-F238E27FC236}">
                <a16:creationId xmlns:a16="http://schemas.microsoft.com/office/drawing/2014/main" id="{F64D3967-C767-4CAA-B1A6-EC125C7B3919}"/>
              </a:ext>
            </a:extLst>
          </p:cNvPr>
          <p:cNvSpPr>
            <a:spLocks noGrp="1"/>
          </p:cNvSpPr>
          <p:nvPr/>
        </p:nvSpPr>
        <p:spPr>
          <a:xfrm>
            <a:off x="4664088" y="7168208"/>
            <a:ext cx="28398" cy="28398"/>
          </a:xfrm>
          <a:prstGeom prst="ellipse">
            <a:avLst/>
          </a:prstGeom>
          <a:solidFill>
            <a:srgbClr val="7F8C97">
              <a:alpha val="48000"/>
            </a:srgbClr>
          </a:solidFill>
          <a:ln w="0">
            <a:noFill/>
            <a:prstDash val="solid"/>
          </a:ln>
        </p:spPr>
      </p:sp>
      <p:sp>
        <p:nvSpPr>
          <p:cNvPr id="3914" name="03_assume_matched_9211">
            <a:extLst>
              <a:ext uri="{FF2B5EF4-FFF2-40B4-BE49-F238E27FC236}">
                <a16:creationId xmlns:a16="http://schemas.microsoft.com/office/drawing/2014/main" id="{E2A5A692-1EBE-4238-BEF5-324E59C28F7E}"/>
              </a:ext>
            </a:extLst>
          </p:cNvPr>
          <p:cNvSpPr>
            <a:spLocks noGrp="1"/>
          </p:cNvSpPr>
          <p:nvPr/>
        </p:nvSpPr>
        <p:spPr>
          <a:xfrm>
            <a:off x="4645956" y="7704338"/>
            <a:ext cx="28398" cy="28398"/>
          </a:xfrm>
          <a:prstGeom prst="ellipse">
            <a:avLst/>
          </a:prstGeom>
          <a:solidFill>
            <a:srgbClr val="7F8C97">
              <a:alpha val="48000"/>
            </a:srgbClr>
          </a:solidFill>
          <a:ln w="0">
            <a:noFill/>
            <a:prstDash val="solid"/>
          </a:ln>
        </p:spPr>
      </p:sp>
      <p:sp>
        <p:nvSpPr>
          <p:cNvPr id="3915" name="03_assume_matched_9212">
            <a:extLst>
              <a:ext uri="{FF2B5EF4-FFF2-40B4-BE49-F238E27FC236}">
                <a16:creationId xmlns:a16="http://schemas.microsoft.com/office/drawing/2014/main" id="{909E05C5-A71A-42AC-8C2B-4F52D55C2C12}"/>
              </a:ext>
            </a:extLst>
          </p:cNvPr>
          <p:cNvSpPr>
            <a:spLocks noGrp="1"/>
          </p:cNvSpPr>
          <p:nvPr/>
        </p:nvSpPr>
        <p:spPr>
          <a:xfrm>
            <a:off x="4708124" y="7606860"/>
            <a:ext cx="28398" cy="28398"/>
          </a:xfrm>
          <a:prstGeom prst="ellipse">
            <a:avLst/>
          </a:prstGeom>
          <a:solidFill>
            <a:srgbClr val="7F8C97">
              <a:alpha val="48000"/>
            </a:srgbClr>
          </a:solidFill>
          <a:ln w="0">
            <a:noFill/>
            <a:prstDash val="solid"/>
          </a:ln>
        </p:spPr>
      </p:sp>
      <p:sp>
        <p:nvSpPr>
          <p:cNvPr id="3916" name="03_assume_matched_9213">
            <a:extLst>
              <a:ext uri="{FF2B5EF4-FFF2-40B4-BE49-F238E27FC236}">
                <a16:creationId xmlns:a16="http://schemas.microsoft.com/office/drawing/2014/main" id="{DF01F722-3A81-402C-90AF-9722992D31BB}"/>
              </a:ext>
            </a:extLst>
          </p:cNvPr>
          <p:cNvSpPr>
            <a:spLocks noGrp="1"/>
          </p:cNvSpPr>
          <p:nvPr/>
        </p:nvSpPr>
        <p:spPr>
          <a:xfrm>
            <a:off x="4606237" y="7168208"/>
            <a:ext cx="28398" cy="28398"/>
          </a:xfrm>
          <a:prstGeom prst="ellipse">
            <a:avLst/>
          </a:prstGeom>
          <a:solidFill>
            <a:srgbClr val="7F8C97">
              <a:alpha val="48000"/>
            </a:srgbClr>
          </a:solidFill>
          <a:ln w="0">
            <a:noFill/>
            <a:prstDash val="solid"/>
          </a:ln>
        </p:spPr>
      </p:sp>
      <p:sp>
        <p:nvSpPr>
          <p:cNvPr id="3917" name="03_assume_matched_9214">
            <a:extLst>
              <a:ext uri="{FF2B5EF4-FFF2-40B4-BE49-F238E27FC236}">
                <a16:creationId xmlns:a16="http://schemas.microsoft.com/office/drawing/2014/main" id="{3E10A9FB-7870-4085-952E-9E42A6947773}"/>
              </a:ext>
            </a:extLst>
          </p:cNvPr>
          <p:cNvSpPr>
            <a:spLocks noGrp="1"/>
          </p:cNvSpPr>
          <p:nvPr/>
        </p:nvSpPr>
        <p:spPr>
          <a:xfrm>
            <a:off x="4612857" y="7168208"/>
            <a:ext cx="28398" cy="28398"/>
          </a:xfrm>
          <a:prstGeom prst="ellipse">
            <a:avLst/>
          </a:prstGeom>
          <a:solidFill>
            <a:srgbClr val="7F8C97">
              <a:alpha val="48000"/>
            </a:srgbClr>
          </a:solidFill>
          <a:ln w="0">
            <a:noFill/>
            <a:prstDash val="solid"/>
          </a:ln>
        </p:spPr>
      </p:sp>
      <p:sp>
        <p:nvSpPr>
          <p:cNvPr id="3918" name="03_assume_matched_9215">
            <a:extLst>
              <a:ext uri="{FF2B5EF4-FFF2-40B4-BE49-F238E27FC236}">
                <a16:creationId xmlns:a16="http://schemas.microsoft.com/office/drawing/2014/main" id="{3674E415-2B52-4B18-B03C-BDCC8F34F34F}"/>
              </a:ext>
            </a:extLst>
          </p:cNvPr>
          <p:cNvSpPr>
            <a:spLocks noGrp="1"/>
          </p:cNvSpPr>
          <p:nvPr/>
        </p:nvSpPr>
        <p:spPr>
          <a:xfrm>
            <a:off x="4672723" y="7168208"/>
            <a:ext cx="28398" cy="28398"/>
          </a:xfrm>
          <a:prstGeom prst="ellipse">
            <a:avLst/>
          </a:prstGeom>
          <a:solidFill>
            <a:srgbClr val="7F8C97">
              <a:alpha val="48000"/>
            </a:srgbClr>
          </a:solidFill>
          <a:ln w="0">
            <a:noFill/>
            <a:prstDash val="solid"/>
          </a:ln>
        </p:spPr>
      </p:sp>
      <p:sp>
        <p:nvSpPr>
          <p:cNvPr id="3919" name="03_assume_matched_9216">
            <a:extLst>
              <a:ext uri="{FF2B5EF4-FFF2-40B4-BE49-F238E27FC236}">
                <a16:creationId xmlns:a16="http://schemas.microsoft.com/office/drawing/2014/main" id="{B3A80C8B-5257-4ABF-A23A-B835DF600BF6}"/>
              </a:ext>
            </a:extLst>
          </p:cNvPr>
          <p:cNvSpPr>
            <a:spLocks noGrp="1"/>
          </p:cNvSpPr>
          <p:nvPr/>
        </p:nvSpPr>
        <p:spPr>
          <a:xfrm>
            <a:off x="4671428" y="7168208"/>
            <a:ext cx="28398" cy="28398"/>
          </a:xfrm>
          <a:prstGeom prst="ellipse">
            <a:avLst/>
          </a:prstGeom>
          <a:solidFill>
            <a:srgbClr val="7F8C97">
              <a:alpha val="48000"/>
            </a:srgbClr>
          </a:solidFill>
          <a:ln w="0">
            <a:noFill/>
            <a:prstDash val="solid"/>
          </a:ln>
        </p:spPr>
      </p:sp>
      <p:sp>
        <p:nvSpPr>
          <p:cNvPr id="3920" name="03_assume_matched_9217">
            <a:extLst>
              <a:ext uri="{FF2B5EF4-FFF2-40B4-BE49-F238E27FC236}">
                <a16:creationId xmlns:a16="http://schemas.microsoft.com/office/drawing/2014/main" id="{7583735D-0C0B-4C91-9F3D-B8F0ED88AEE9}"/>
              </a:ext>
            </a:extLst>
          </p:cNvPr>
          <p:cNvSpPr>
            <a:spLocks noGrp="1"/>
          </p:cNvSpPr>
          <p:nvPr/>
        </p:nvSpPr>
        <p:spPr>
          <a:xfrm>
            <a:off x="4718198" y="7168208"/>
            <a:ext cx="28398" cy="28398"/>
          </a:xfrm>
          <a:prstGeom prst="ellipse">
            <a:avLst/>
          </a:prstGeom>
          <a:solidFill>
            <a:srgbClr val="7F8C97">
              <a:alpha val="48000"/>
            </a:srgbClr>
          </a:solidFill>
          <a:ln w="0">
            <a:noFill/>
            <a:prstDash val="solid"/>
          </a:ln>
        </p:spPr>
      </p:sp>
      <p:sp>
        <p:nvSpPr>
          <p:cNvPr id="3921" name="03_assume_matched_9218">
            <a:extLst>
              <a:ext uri="{FF2B5EF4-FFF2-40B4-BE49-F238E27FC236}">
                <a16:creationId xmlns:a16="http://schemas.microsoft.com/office/drawing/2014/main" id="{3C8F5A7E-93D3-47E5-99CC-4FFC0804200B}"/>
              </a:ext>
            </a:extLst>
          </p:cNvPr>
          <p:cNvSpPr>
            <a:spLocks noGrp="1"/>
          </p:cNvSpPr>
          <p:nvPr/>
        </p:nvSpPr>
        <p:spPr>
          <a:xfrm>
            <a:off x="4696468" y="7314426"/>
            <a:ext cx="28398" cy="28398"/>
          </a:xfrm>
          <a:prstGeom prst="ellipse">
            <a:avLst/>
          </a:prstGeom>
          <a:solidFill>
            <a:srgbClr val="7F8C97">
              <a:alpha val="48000"/>
            </a:srgbClr>
          </a:solidFill>
          <a:ln w="0">
            <a:noFill/>
            <a:prstDash val="solid"/>
          </a:ln>
        </p:spPr>
      </p:sp>
      <p:sp>
        <p:nvSpPr>
          <p:cNvPr id="3922" name="03_assume_matched_9219">
            <a:extLst>
              <a:ext uri="{FF2B5EF4-FFF2-40B4-BE49-F238E27FC236}">
                <a16:creationId xmlns:a16="http://schemas.microsoft.com/office/drawing/2014/main" id="{713AA42A-6B4C-46A9-B282-4FAECC9355A4}"/>
              </a:ext>
            </a:extLst>
          </p:cNvPr>
          <p:cNvSpPr>
            <a:spLocks noGrp="1"/>
          </p:cNvSpPr>
          <p:nvPr/>
        </p:nvSpPr>
        <p:spPr>
          <a:xfrm>
            <a:off x="4628543" y="7753078"/>
            <a:ext cx="28398" cy="28398"/>
          </a:xfrm>
          <a:prstGeom prst="ellipse">
            <a:avLst/>
          </a:prstGeom>
          <a:solidFill>
            <a:srgbClr val="7F8C97">
              <a:alpha val="48000"/>
            </a:srgbClr>
          </a:solidFill>
          <a:ln w="0">
            <a:noFill/>
            <a:prstDash val="solid"/>
          </a:ln>
        </p:spPr>
      </p:sp>
      <p:sp>
        <p:nvSpPr>
          <p:cNvPr id="3923" name="03_assume_matched_9220">
            <a:extLst>
              <a:ext uri="{FF2B5EF4-FFF2-40B4-BE49-F238E27FC236}">
                <a16:creationId xmlns:a16="http://schemas.microsoft.com/office/drawing/2014/main" id="{2BA02CAD-70FE-42FF-B214-C69D1132CEA3}"/>
              </a:ext>
            </a:extLst>
          </p:cNvPr>
          <p:cNvSpPr>
            <a:spLocks noGrp="1"/>
          </p:cNvSpPr>
          <p:nvPr/>
        </p:nvSpPr>
        <p:spPr>
          <a:xfrm>
            <a:off x="4699346" y="7753078"/>
            <a:ext cx="28398" cy="28398"/>
          </a:xfrm>
          <a:prstGeom prst="ellipse">
            <a:avLst/>
          </a:prstGeom>
          <a:solidFill>
            <a:srgbClr val="7F8C97">
              <a:alpha val="48000"/>
            </a:srgbClr>
          </a:solidFill>
          <a:ln w="0">
            <a:noFill/>
            <a:prstDash val="solid"/>
          </a:ln>
        </p:spPr>
      </p:sp>
      <p:sp>
        <p:nvSpPr>
          <p:cNvPr id="3924" name="03_assume_matched_9221">
            <a:extLst>
              <a:ext uri="{FF2B5EF4-FFF2-40B4-BE49-F238E27FC236}">
                <a16:creationId xmlns:a16="http://schemas.microsoft.com/office/drawing/2014/main" id="{73507B86-0A7E-44AB-8D39-4A0653675492}"/>
              </a:ext>
            </a:extLst>
          </p:cNvPr>
          <p:cNvSpPr>
            <a:spLocks noGrp="1"/>
          </p:cNvSpPr>
          <p:nvPr/>
        </p:nvSpPr>
        <p:spPr>
          <a:xfrm>
            <a:off x="4687689" y="7168208"/>
            <a:ext cx="28398" cy="28398"/>
          </a:xfrm>
          <a:prstGeom prst="ellipse">
            <a:avLst/>
          </a:prstGeom>
          <a:solidFill>
            <a:srgbClr val="7F8C97">
              <a:alpha val="48000"/>
            </a:srgbClr>
          </a:solidFill>
          <a:ln w="0">
            <a:noFill/>
            <a:prstDash val="solid"/>
          </a:ln>
        </p:spPr>
      </p:sp>
      <p:sp>
        <p:nvSpPr>
          <p:cNvPr id="3925" name="03_assume_matched_9222">
            <a:extLst>
              <a:ext uri="{FF2B5EF4-FFF2-40B4-BE49-F238E27FC236}">
                <a16:creationId xmlns:a16="http://schemas.microsoft.com/office/drawing/2014/main" id="{7CEE06BD-E794-4343-A5BC-35EAF4BCA69C}"/>
              </a:ext>
            </a:extLst>
          </p:cNvPr>
          <p:cNvSpPr>
            <a:spLocks noGrp="1"/>
          </p:cNvSpPr>
          <p:nvPr/>
        </p:nvSpPr>
        <p:spPr>
          <a:xfrm>
            <a:off x="4693877" y="7168208"/>
            <a:ext cx="28398" cy="28398"/>
          </a:xfrm>
          <a:prstGeom prst="ellipse">
            <a:avLst/>
          </a:prstGeom>
          <a:solidFill>
            <a:srgbClr val="7F8C97">
              <a:alpha val="48000"/>
            </a:srgbClr>
          </a:solidFill>
          <a:ln w="0">
            <a:noFill/>
            <a:prstDash val="solid"/>
          </a:ln>
        </p:spPr>
      </p:sp>
      <p:sp>
        <p:nvSpPr>
          <p:cNvPr id="3926" name="03_assume_matched_9223">
            <a:extLst>
              <a:ext uri="{FF2B5EF4-FFF2-40B4-BE49-F238E27FC236}">
                <a16:creationId xmlns:a16="http://schemas.microsoft.com/office/drawing/2014/main" id="{AE3792E2-BB6B-4002-8B00-45F43511CB2A}"/>
              </a:ext>
            </a:extLst>
          </p:cNvPr>
          <p:cNvSpPr>
            <a:spLocks noGrp="1"/>
          </p:cNvSpPr>
          <p:nvPr/>
        </p:nvSpPr>
        <p:spPr>
          <a:xfrm>
            <a:off x="4707261" y="7753078"/>
            <a:ext cx="28398" cy="28398"/>
          </a:xfrm>
          <a:prstGeom prst="ellipse">
            <a:avLst/>
          </a:prstGeom>
          <a:solidFill>
            <a:srgbClr val="7F8C97">
              <a:alpha val="48000"/>
            </a:srgbClr>
          </a:solidFill>
          <a:ln w="0">
            <a:noFill/>
            <a:prstDash val="solid"/>
          </a:ln>
        </p:spPr>
      </p:sp>
      <p:sp>
        <p:nvSpPr>
          <p:cNvPr id="3927" name="03_assume_matched_9224">
            <a:extLst>
              <a:ext uri="{FF2B5EF4-FFF2-40B4-BE49-F238E27FC236}">
                <a16:creationId xmlns:a16="http://schemas.microsoft.com/office/drawing/2014/main" id="{E6EC4CD5-1A0C-48C1-84E4-269965661028}"/>
              </a:ext>
            </a:extLst>
          </p:cNvPr>
          <p:cNvSpPr>
            <a:spLocks noGrp="1"/>
          </p:cNvSpPr>
          <p:nvPr/>
        </p:nvSpPr>
        <p:spPr>
          <a:xfrm>
            <a:off x="4615879" y="7168208"/>
            <a:ext cx="28398" cy="28398"/>
          </a:xfrm>
          <a:prstGeom prst="ellipse">
            <a:avLst/>
          </a:prstGeom>
          <a:solidFill>
            <a:srgbClr val="7F8C97">
              <a:alpha val="48000"/>
            </a:srgbClr>
          </a:solidFill>
          <a:ln w="0">
            <a:noFill/>
            <a:prstDash val="solid"/>
          </a:ln>
        </p:spPr>
      </p:sp>
      <p:sp>
        <p:nvSpPr>
          <p:cNvPr id="3928" name="03_assume_matched_9225">
            <a:extLst>
              <a:ext uri="{FF2B5EF4-FFF2-40B4-BE49-F238E27FC236}">
                <a16:creationId xmlns:a16="http://schemas.microsoft.com/office/drawing/2014/main" id="{B0309556-A008-46C2-B9FA-A49BB972FD73}"/>
              </a:ext>
            </a:extLst>
          </p:cNvPr>
          <p:cNvSpPr>
            <a:spLocks noGrp="1"/>
          </p:cNvSpPr>
          <p:nvPr/>
        </p:nvSpPr>
        <p:spPr>
          <a:xfrm>
            <a:off x="4605086" y="7168208"/>
            <a:ext cx="28398" cy="28398"/>
          </a:xfrm>
          <a:prstGeom prst="ellipse">
            <a:avLst/>
          </a:prstGeom>
          <a:solidFill>
            <a:srgbClr val="7F8C97">
              <a:alpha val="48000"/>
            </a:srgbClr>
          </a:solidFill>
          <a:ln w="0">
            <a:noFill/>
            <a:prstDash val="solid"/>
          </a:ln>
        </p:spPr>
      </p:sp>
      <p:sp>
        <p:nvSpPr>
          <p:cNvPr id="3929" name="03_assume_matched_9226">
            <a:extLst>
              <a:ext uri="{FF2B5EF4-FFF2-40B4-BE49-F238E27FC236}">
                <a16:creationId xmlns:a16="http://schemas.microsoft.com/office/drawing/2014/main" id="{40080D51-87C7-4A93-820C-78B8AFE69658}"/>
              </a:ext>
            </a:extLst>
          </p:cNvPr>
          <p:cNvSpPr>
            <a:spLocks noGrp="1"/>
          </p:cNvSpPr>
          <p:nvPr/>
        </p:nvSpPr>
        <p:spPr>
          <a:xfrm>
            <a:off x="4687977" y="7314426"/>
            <a:ext cx="28398" cy="28398"/>
          </a:xfrm>
          <a:prstGeom prst="ellipse">
            <a:avLst/>
          </a:prstGeom>
          <a:solidFill>
            <a:srgbClr val="7F8C97">
              <a:alpha val="48000"/>
            </a:srgbClr>
          </a:solidFill>
          <a:ln w="0">
            <a:noFill/>
            <a:prstDash val="solid"/>
          </a:ln>
        </p:spPr>
      </p:sp>
      <p:sp>
        <p:nvSpPr>
          <p:cNvPr id="3930" name="03_assume_matched_9227">
            <a:extLst>
              <a:ext uri="{FF2B5EF4-FFF2-40B4-BE49-F238E27FC236}">
                <a16:creationId xmlns:a16="http://schemas.microsoft.com/office/drawing/2014/main" id="{1E06EBFB-DDB3-4601-975D-A23E26863EAC}"/>
              </a:ext>
            </a:extLst>
          </p:cNvPr>
          <p:cNvSpPr>
            <a:spLocks noGrp="1"/>
          </p:cNvSpPr>
          <p:nvPr/>
        </p:nvSpPr>
        <p:spPr>
          <a:xfrm>
            <a:off x="4725106" y="7168208"/>
            <a:ext cx="28398" cy="28398"/>
          </a:xfrm>
          <a:prstGeom prst="ellipse">
            <a:avLst/>
          </a:prstGeom>
          <a:solidFill>
            <a:srgbClr val="7F8C97">
              <a:alpha val="48000"/>
            </a:srgbClr>
          </a:solidFill>
          <a:ln w="0">
            <a:noFill/>
            <a:prstDash val="solid"/>
          </a:ln>
        </p:spPr>
      </p:sp>
      <p:sp>
        <p:nvSpPr>
          <p:cNvPr id="3931" name="03_assume_matched_9228">
            <a:extLst>
              <a:ext uri="{FF2B5EF4-FFF2-40B4-BE49-F238E27FC236}">
                <a16:creationId xmlns:a16="http://schemas.microsoft.com/office/drawing/2014/main" id="{4AA08206-20F8-4741-AA9C-4B13458B39B0}"/>
              </a:ext>
            </a:extLst>
          </p:cNvPr>
          <p:cNvSpPr>
            <a:spLocks noGrp="1"/>
          </p:cNvSpPr>
          <p:nvPr/>
        </p:nvSpPr>
        <p:spPr>
          <a:xfrm>
            <a:off x="4731294" y="7168208"/>
            <a:ext cx="28398" cy="28398"/>
          </a:xfrm>
          <a:prstGeom prst="ellipse">
            <a:avLst/>
          </a:prstGeom>
          <a:solidFill>
            <a:srgbClr val="7F8C97">
              <a:alpha val="48000"/>
            </a:srgbClr>
          </a:solidFill>
          <a:ln w="0">
            <a:noFill/>
            <a:prstDash val="solid"/>
          </a:ln>
        </p:spPr>
      </p:sp>
      <p:sp>
        <p:nvSpPr>
          <p:cNvPr id="3932" name="03_assume_matched_9229">
            <a:extLst>
              <a:ext uri="{FF2B5EF4-FFF2-40B4-BE49-F238E27FC236}">
                <a16:creationId xmlns:a16="http://schemas.microsoft.com/office/drawing/2014/main" id="{E08337D3-6946-4F41-B299-590FDD32AB86}"/>
              </a:ext>
            </a:extLst>
          </p:cNvPr>
          <p:cNvSpPr>
            <a:spLocks noGrp="1"/>
          </p:cNvSpPr>
          <p:nvPr/>
        </p:nvSpPr>
        <p:spPr>
          <a:xfrm>
            <a:off x="4642358" y="7168208"/>
            <a:ext cx="28398" cy="28398"/>
          </a:xfrm>
          <a:prstGeom prst="ellipse">
            <a:avLst/>
          </a:prstGeom>
          <a:solidFill>
            <a:srgbClr val="7F8C97">
              <a:alpha val="48000"/>
            </a:srgbClr>
          </a:solidFill>
          <a:ln w="0">
            <a:noFill/>
            <a:prstDash val="solid"/>
          </a:ln>
        </p:spPr>
      </p:sp>
      <p:sp>
        <p:nvSpPr>
          <p:cNvPr id="3933" name="03_assume_matched_9230">
            <a:extLst>
              <a:ext uri="{FF2B5EF4-FFF2-40B4-BE49-F238E27FC236}">
                <a16:creationId xmlns:a16="http://schemas.microsoft.com/office/drawing/2014/main" id="{FB9100BB-D64F-4012-B007-C1EA48D2D6A8}"/>
              </a:ext>
            </a:extLst>
          </p:cNvPr>
          <p:cNvSpPr>
            <a:spLocks noGrp="1"/>
          </p:cNvSpPr>
          <p:nvPr/>
        </p:nvSpPr>
        <p:spPr>
          <a:xfrm>
            <a:off x="4695173" y="7558121"/>
            <a:ext cx="28398" cy="28398"/>
          </a:xfrm>
          <a:prstGeom prst="ellipse">
            <a:avLst/>
          </a:prstGeom>
          <a:solidFill>
            <a:srgbClr val="7F8C97">
              <a:alpha val="48000"/>
            </a:srgbClr>
          </a:solidFill>
          <a:ln w="0">
            <a:noFill/>
            <a:prstDash val="solid"/>
          </a:ln>
        </p:spPr>
      </p:sp>
      <p:sp>
        <p:nvSpPr>
          <p:cNvPr id="3934" name="03_assume_matched_9231">
            <a:extLst>
              <a:ext uri="{FF2B5EF4-FFF2-40B4-BE49-F238E27FC236}">
                <a16:creationId xmlns:a16="http://schemas.microsoft.com/office/drawing/2014/main" id="{04EDD9C5-0172-4096-B911-1882B34AFF46}"/>
              </a:ext>
            </a:extLst>
          </p:cNvPr>
          <p:cNvSpPr>
            <a:spLocks noGrp="1"/>
          </p:cNvSpPr>
          <p:nvPr/>
        </p:nvSpPr>
        <p:spPr>
          <a:xfrm>
            <a:off x="4706110" y="7168208"/>
            <a:ext cx="28398" cy="28398"/>
          </a:xfrm>
          <a:prstGeom prst="ellipse">
            <a:avLst/>
          </a:prstGeom>
          <a:solidFill>
            <a:srgbClr val="7F8C97">
              <a:alpha val="48000"/>
            </a:srgbClr>
          </a:solidFill>
          <a:ln w="0">
            <a:noFill/>
            <a:prstDash val="solid"/>
          </a:ln>
        </p:spPr>
      </p:sp>
      <p:sp>
        <p:nvSpPr>
          <p:cNvPr id="3935" name="03_assume_matched_9232">
            <a:extLst>
              <a:ext uri="{FF2B5EF4-FFF2-40B4-BE49-F238E27FC236}">
                <a16:creationId xmlns:a16="http://schemas.microsoft.com/office/drawing/2014/main" id="{ABB02B91-A9E9-4015-88A5-30EFC87C1FDE}"/>
              </a:ext>
            </a:extLst>
          </p:cNvPr>
          <p:cNvSpPr>
            <a:spLocks noGrp="1"/>
          </p:cNvSpPr>
          <p:nvPr/>
        </p:nvSpPr>
        <p:spPr>
          <a:xfrm>
            <a:off x="4723523" y="7168208"/>
            <a:ext cx="28398" cy="28398"/>
          </a:xfrm>
          <a:prstGeom prst="ellipse">
            <a:avLst/>
          </a:prstGeom>
          <a:solidFill>
            <a:srgbClr val="7F8C97">
              <a:alpha val="48000"/>
            </a:srgbClr>
          </a:solidFill>
          <a:ln w="0">
            <a:noFill/>
            <a:prstDash val="solid"/>
          </a:ln>
        </p:spPr>
      </p:sp>
      <p:sp>
        <p:nvSpPr>
          <p:cNvPr id="3936" name="03_assume_matched_9233">
            <a:extLst>
              <a:ext uri="{FF2B5EF4-FFF2-40B4-BE49-F238E27FC236}">
                <a16:creationId xmlns:a16="http://schemas.microsoft.com/office/drawing/2014/main" id="{C892C880-1B81-41AF-9706-10B7BC90CAA1}"/>
              </a:ext>
            </a:extLst>
          </p:cNvPr>
          <p:cNvSpPr>
            <a:spLocks noGrp="1"/>
          </p:cNvSpPr>
          <p:nvPr/>
        </p:nvSpPr>
        <p:spPr>
          <a:xfrm>
            <a:off x="4708268" y="7168208"/>
            <a:ext cx="28398" cy="28398"/>
          </a:xfrm>
          <a:prstGeom prst="ellipse">
            <a:avLst/>
          </a:prstGeom>
          <a:solidFill>
            <a:srgbClr val="7F8C97">
              <a:alpha val="48000"/>
            </a:srgbClr>
          </a:solidFill>
          <a:ln w="0">
            <a:noFill/>
            <a:prstDash val="solid"/>
          </a:ln>
        </p:spPr>
      </p:sp>
      <p:sp>
        <p:nvSpPr>
          <p:cNvPr id="3937" name="03_assume_matched_9234">
            <a:extLst>
              <a:ext uri="{FF2B5EF4-FFF2-40B4-BE49-F238E27FC236}">
                <a16:creationId xmlns:a16="http://schemas.microsoft.com/office/drawing/2014/main" id="{BA1FE780-BD81-444B-B5FD-28AA70BA8EEC}"/>
              </a:ext>
            </a:extLst>
          </p:cNvPr>
          <p:cNvSpPr>
            <a:spLocks noGrp="1"/>
          </p:cNvSpPr>
          <p:nvPr/>
        </p:nvSpPr>
        <p:spPr>
          <a:xfrm>
            <a:off x="4686538" y="7168208"/>
            <a:ext cx="28398" cy="28398"/>
          </a:xfrm>
          <a:prstGeom prst="ellipse">
            <a:avLst/>
          </a:prstGeom>
          <a:solidFill>
            <a:srgbClr val="7F8C97">
              <a:alpha val="48000"/>
            </a:srgbClr>
          </a:solidFill>
          <a:ln w="0">
            <a:noFill/>
            <a:prstDash val="solid"/>
          </a:ln>
        </p:spPr>
      </p:sp>
      <p:sp>
        <p:nvSpPr>
          <p:cNvPr id="3938" name="03_assume_matched_9235">
            <a:extLst>
              <a:ext uri="{FF2B5EF4-FFF2-40B4-BE49-F238E27FC236}">
                <a16:creationId xmlns:a16="http://schemas.microsoft.com/office/drawing/2014/main" id="{A0CA9D36-0D76-4C28-9267-096908A4FFCA}"/>
              </a:ext>
            </a:extLst>
          </p:cNvPr>
          <p:cNvSpPr>
            <a:spLocks noGrp="1"/>
          </p:cNvSpPr>
          <p:nvPr/>
        </p:nvSpPr>
        <p:spPr>
          <a:xfrm>
            <a:off x="4598322" y="7168208"/>
            <a:ext cx="28398" cy="28398"/>
          </a:xfrm>
          <a:prstGeom prst="ellipse">
            <a:avLst/>
          </a:prstGeom>
          <a:solidFill>
            <a:srgbClr val="7F8C97">
              <a:alpha val="48000"/>
            </a:srgbClr>
          </a:solidFill>
          <a:ln w="0">
            <a:noFill/>
            <a:prstDash val="solid"/>
          </a:ln>
        </p:spPr>
      </p:sp>
      <p:sp>
        <p:nvSpPr>
          <p:cNvPr id="3939" name="03_assume_matched_9236">
            <a:extLst>
              <a:ext uri="{FF2B5EF4-FFF2-40B4-BE49-F238E27FC236}">
                <a16:creationId xmlns:a16="http://schemas.microsoft.com/office/drawing/2014/main" id="{87D20FC8-53F9-4E7F-8696-D82EFF58A0A3}"/>
              </a:ext>
            </a:extLst>
          </p:cNvPr>
          <p:cNvSpPr>
            <a:spLocks noGrp="1"/>
          </p:cNvSpPr>
          <p:nvPr/>
        </p:nvSpPr>
        <p:spPr>
          <a:xfrm>
            <a:off x="4612281" y="7168208"/>
            <a:ext cx="28398" cy="28398"/>
          </a:xfrm>
          <a:prstGeom prst="ellipse">
            <a:avLst/>
          </a:prstGeom>
          <a:solidFill>
            <a:srgbClr val="7F8C97">
              <a:alpha val="48000"/>
            </a:srgbClr>
          </a:solidFill>
          <a:ln w="0">
            <a:noFill/>
            <a:prstDash val="solid"/>
          </a:ln>
        </p:spPr>
      </p:sp>
      <p:sp>
        <p:nvSpPr>
          <p:cNvPr id="3940" name="03_assume_matched_9237">
            <a:extLst>
              <a:ext uri="{FF2B5EF4-FFF2-40B4-BE49-F238E27FC236}">
                <a16:creationId xmlns:a16="http://schemas.microsoft.com/office/drawing/2014/main" id="{A6A7B832-90DA-4817-A497-7E85B67ABFFD}"/>
              </a:ext>
            </a:extLst>
          </p:cNvPr>
          <p:cNvSpPr>
            <a:spLocks noGrp="1"/>
          </p:cNvSpPr>
          <p:nvPr/>
        </p:nvSpPr>
        <p:spPr>
          <a:xfrm>
            <a:off x="4673442" y="7168208"/>
            <a:ext cx="28398" cy="28398"/>
          </a:xfrm>
          <a:prstGeom prst="ellipse">
            <a:avLst/>
          </a:prstGeom>
          <a:solidFill>
            <a:srgbClr val="7F8C97">
              <a:alpha val="48000"/>
            </a:srgbClr>
          </a:solidFill>
          <a:ln w="0">
            <a:noFill/>
            <a:prstDash val="solid"/>
          </a:ln>
        </p:spPr>
      </p:sp>
      <p:sp>
        <p:nvSpPr>
          <p:cNvPr id="3941" name="03_assume_matched_9238">
            <a:extLst>
              <a:ext uri="{FF2B5EF4-FFF2-40B4-BE49-F238E27FC236}">
                <a16:creationId xmlns:a16="http://schemas.microsoft.com/office/drawing/2014/main" id="{62613BB2-0FC0-4906-AD18-EBB57A283D2D}"/>
              </a:ext>
            </a:extLst>
          </p:cNvPr>
          <p:cNvSpPr>
            <a:spLocks noGrp="1"/>
          </p:cNvSpPr>
          <p:nvPr/>
        </p:nvSpPr>
        <p:spPr>
          <a:xfrm>
            <a:off x="4618325" y="7168208"/>
            <a:ext cx="28398" cy="28398"/>
          </a:xfrm>
          <a:prstGeom prst="ellipse">
            <a:avLst/>
          </a:prstGeom>
          <a:solidFill>
            <a:srgbClr val="7F8C97">
              <a:alpha val="48000"/>
            </a:srgbClr>
          </a:solidFill>
          <a:ln w="0">
            <a:noFill/>
            <a:prstDash val="solid"/>
          </a:ln>
        </p:spPr>
      </p:sp>
      <p:sp>
        <p:nvSpPr>
          <p:cNvPr id="3942" name="03_assume_matched_9239">
            <a:extLst>
              <a:ext uri="{FF2B5EF4-FFF2-40B4-BE49-F238E27FC236}">
                <a16:creationId xmlns:a16="http://schemas.microsoft.com/office/drawing/2014/main" id="{ACC6F32D-FCC1-4144-89DF-1B04BFEDFA5F}"/>
              </a:ext>
            </a:extLst>
          </p:cNvPr>
          <p:cNvSpPr>
            <a:spLocks noGrp="1"/>
          </p:cNvSpPr>
          <p:nvPr/>
        </p:nvSpPr>
        <p:spPr>
          <a:xfrm>
            <a:off x="4644373" y="7168208"/>
            <a:ext cx="28398" cy="28398"/>
          </a:xfrm>
          <a:prstGeom prst="ellipse">
            <a:avLst/>
          </a:prstGeom>
          <a:solidFill>
            <a:srgbClr val="7F8C97">
              <a:alpha val="48000"/>
            </a:srgbClr>
          </a:solidFill>
          <a:ln w="0">
            <a:noFill/>
            <a:prstDash val="solid"/>
          </a:ln>
        </p:spPr>
      </p:sp>
      <p:sp>
        <p:nvSpPr>
          <p:cNvPr id="3943" name="03_assume_matched_9240">
            <a:extLst>
              <a:ext uri="{FF2B5EF4-FFF2-40B4-BE49-F238E27FC236}">
                <a16:creationId xmlns:a16="http://schemas.microsoft.com/office/drawing/2014/main" id="{9F82135E-F319-436D-88B8-C33ED0F0855C}"/>
              </a:ext>
            </a:extLst>
          </p:cNvPr>
          <p:cNvSpPr>
            <a:spLocks noGrp="1"/>
          </p:cNvSpPr>
          <p:nvPr/>
        </p:nvSpPr>
        <p:spPr>
          <a:xfrm>
            <a:off x="4593429" y="7753078"/>
            <a:ext cx="28398" cy="28398"/>
          </a:xfrm>
          <a:prstGeom prst="ellipse">
            <a:avLst/>
          </a:prstGeom>
          <a:solidFill>
            <a:srgbClr val="7F8C97">
              <a:alpha val="48000"/>
            </a:srgbClr>
          </a:solidFill>
          <a:ln w="0">
            <a:noFill/>
            <a:prstDash val="solid"/>
          </a:ln>
        </p:spPr>
      </p:sp>
      <p:sp>
        <p:nvSpPr>
          <p:cNvPr id="3944" name="03_assume_matched_9241">
            <a:extLst>
              <a:ext uri="{FF2B5EF4-FFF2-40B4-BE49-F238E27FC236}">
                <a16:creationId xmlns:a16="http://schemas.microsoft.com/office/drawing/2014/main" id="{C4BEEB9E-F696-4428-BB26-52A45F55ED01}"/>
              </a:ext>
            </a:extLst>
          </p:cNvPr>
          <p:cNvSpPr>
            <a:spLocks noGrp="1"/>
          </p:cNvSpPr>
          <p:nvPr/>
        </p:nvSpPr>
        <p:spPr>
          <a:xfrm>
            <a:off x="5466108" y="7168208"/>
            <a:ext cx="28398" cy="28398"/>
          </a:xfrm>
          <a:prstGeom prst="ellipse">
            <a:avLst/>
          </a:prstGeom>
          <a:solidFill>
            <a:srgbClr val="7F8C97">
              <a:alpha val="48000"/>
            </a:srgbClr>
          </a:solidFill>
          <a:ln w="0">
            <a:noFill/>
            <a:prstDash val="solid"/>
          </a:ln>
        </p:spPr>
      </p:sp>
      <p:sp>
        <p:nvSpPr>
          <p:cNvPr id="3945" name="03_assume_matched_9242">
            <a:extLst>
              <a:ext uri="{FF2B5EF4-FFF2-40B4-BE49-F238E27FC236}">
                <a16:creationId xmlns:a16="http://schemas.microsoft.com/office/drawing/2014/main" id="{5C827540-A7E7-4C7B-911A-76366A4569E5}"/>
              </a:ext>
            </a:extLst>
          </p:cNvPr>
          <p:cNvSpPr>
            <a:spLocks noGrp="1"/>
          </p:cNvSpPr>
          <p:nvPr/>
        </p:nvSpPr>
        <p:spPr>
          <a:xfrm>
            <a:off x="5454595" y="7168208"/>
            <a:ext cx="28398" cy="28398"/>
          </a:xfrm>
          <a:prstGeom prst="ellipse">
            <a:avLst/>
          </a:prstGeom>
          <a:solidFill>
            <a:srgbClr val="7F8C97">
              <a:alpha val="48000"/>
            </a:srgbClr>
          </a:solidFill>
          <a:ln w="0">
            <a:noFill/>
            <a:prstDash val="solid"/>
          </a:ln>
        </p:spPr>
      </p:sp>
      <p:sp>
        <p:nvSpPr>
          <p:cNvPr id="3946" name="03_assume_matched_9243">
            <a:extLst>
              <a:ext uri="{FF2B5EF4-FFF2-40B4-BE49-F238E27FC236}">
                <a16:creationId xmlns:a16="http://schemas.microsoft.com/office/drawing/2014/main" id="{1B3F5A96-B409-408B-8707-C2BA44543A2D}"/>
              </a:ext>
            </a:extLst>
          </p:cNvPr>
          <p:cNvSpPr>
            <a:spLocks noGrp="1"/>
          </p:cNvSpPr>
          <p:nvPr/>
        </p:nvSpPr>
        <p:spPr>
          <a:xfrm>
            <a:off x="5397464" y="7168208"/>
            <a:ext cx="28398" cy="28398"/>
          </a:xfrm>
          <a:prstGeom prst="ellipse">
            <a:avLst/>
          </a:prstGeom>
          <a:solidFill>
            <a:srgbClr val="7F8C97">
              <a:alpha val="48000"/>
            </a:srgbClr>
          </a:solidFill>
          <a:ln w="0">
            <a:noFill/>
            <a:prstDash val="solid"/>
          </a:ln>
        </p:spPr>
      </p:sp>
      <p:sp>
        <p:nvSpPr>
          <p:cNvPr id="3947" name="03_assume_matched_9244">
            <a:extLst>
              <a:ext uri="{FF2B5EF4-FFF2-40B4-BE49-F238E27FC236}">
                <a16:creationId xmlns:a16="http://schemas.microsoft.com/office/drawing/2014/main" id="{69E18F4D-1AEA-4454-A4F1-A26B435E98FE}"/>
              </a:ext>
            </a:extLst>
          </p:cNvPr>
          <p:cNvSpPr>
            <a:spLocks noGrp="1"/>
          </p:cNvSpPr>
          <p:nvPr/>
        </p:nvSpPr>
        <p:spPr>
          <a:xfrm>
            <a:off x="5476326" y="7168208"/>
            <a:ext cx="28398" cy="28398"/>
          </a:xfrm>
          <a:prstGeom prst="ellipse">
            <a:avLst/>
          </a:prstGeom>
          <a:solidFill>
            <a:srgbClr val="7F8C97">
              <a:alpha val="48000"/>
            </a:srgbClr>
          </a:solidFill>
          <a:ln w="0">
            <a:noFill/>
            <a:prstDash val="solid"/>
          </a:ln>
        </p:spPr>
      </p:sp>
      <p:sp>
        <p:nvSpPr>
          <p:cNvPr id="3948" name="03_assume_matched_9245">
            <a:extLst>
              <a:ext uri="{FF2B5EF4-FFF2-40B4-BE49-F238E27FC236}">
                <a16:creationId xmlns:a16="http://schemas.microsoft.com/office/drawing/2014/main" id="{064CE317-FCB3-4037-8F1D-D8E8FACA1F6E}"/>
              </a:ext>
            </a:extLst>
          </p:cNvPr>
          <p:cNvSpPr>
            <a:spLocks noGrp="1"/>
          </p:cNvSpPr>
          <p:nvPr/>
        </p:nvSpPr>
        <p:spPr>
          <a:xfrm>
            <a:off x="5444090" y="7168208"/>
            <a:ext cx="28398" cy="28398"/>
          </a:xfrm>
          <a:prstGeom prst="ellipse">
            <a:avLst/>
          </a:prstGeom>
          <a:solidFill>
            <a:srgbClr val="7F8C97">
              <a:alpha val="48000"/>
            </a:srgbClr>
          </a:solidFill>
          <a:ln w="0">
            <a:noFill/>
            <a:prstDash val="solid"/>
          </a:ln>
        </p:spPr>
      </p:sp>
      <p:sp>
        <p:nvSpPr>
          <p:cNvPr id="3949" name="03_assume_matched_9246">
            <a:extLst>
              <a:ext uri="{FF2B5EF4-FFF2-40B4-BE49-F238E27FC236}">
                <a16:creationId xmlns:a16="http://schemas.microsoft.com/office/drawing/2014/main" id="{DE899FB7-C5F3-4A44-8F67-54D6AD8772E0}"/>
              </a:ext>
            </a:extLst>
          </p:cNvPr>
          <p:cNvSpPr>
            <a:spLocks noGrp="1"/>
          </p:cNvSpPr>
          <p:nvPr/>
        </p:nvSpPr>
        <p:spPr>
          <a:xfrm>
            <a:off x="5348822" y="7168208"/>
            <a:ext cx="28398" cy="28398"/>
          </a:xfrm>
          <a:prstGeom prst="ellipse">
            <a:avLst/>
          </a:prstGeom>
          <a:solidFill>
            <a:srgbClr val="7F8C97">
              <a:alpha val="48000"/>
            </a:srgbClr>
          </a:solidFill>
          <a:ln w="0">
            <a:noFill/>
            <a:prstDash val="solid"/>
          </a:ln>
        </p:spPr>
      </p:sp>
      <p:sp>
        <p:nvSpPr>
          <p:cNvPr id="3950" name="03_assume_matched_9247">
            <a:extLst>
              <a:ext uri="{FF2B5EF4-FFF2-40B4-BE49-F238E27FC236}">
                <a16:creationId xmlns:a16="http://schemas.microsoft.com/office/drawing/2014/main" id="{4EC855A9-E693-4F36-AC50-E19D836E42B4}"/>
              </a:ext>
            </a:extLst>
          </p:cNvPr>
          <p:cNvSpPr>
            <a:spLocks noGrp="1"/>
          </p:cNvSpPr>
          <p:nvPr/>
        </p:nvSpPr>
        <p:spPr>
          <a:xfrm>
            <a:off x="5379475" y="7168208"/>
            <a:ext cx="28398" cy="28398"/>
          </a:xfrm>
          <a:prstGeom prst="ellipse">
            <a:avLst/>
          </a:prstGeom>
          <a:solidFill>
            <a:srgbClr val="7F8C97">
              <a:alpha val="48000"/>
            </a:srgbClr>
          </a:solidFill>
          <a:ln w="0">
            <a:noFill/>
            <a:prstDash val="solid"/>
          </a:ln>
        </p:spPr>
      </p:sp>
      <p:sp>
        <p:nvSpPr>
          <p:cNvPr id="3951" name="03_assume_matched_9248">
            <a:extLst>
              <a:ext uri="{FF2B5EF4-FFF2-40B4-BE49-F238E27FC236}">
                <a16:creationId xmlns:a16="http://schemas.microsoft.com/office/drawing/2014/main" id="{B4571F1C-22BE-4243-8160-51AF161E5F71}"/>
              </a:ext>
            </a:extLst>
          </p:cNvPr>
          <p:cNvSpPr>
            <a:spLocks noGrp="1"/>
          </p:cNvSpPr>
          <p:nvPr/>
        </p:nvSpPr>
        <p:spPr>
          <a:xfrm>
            <a:off x="5348534" y="7606860"/>
            <a:ext cx="28398" cy="28398"/>
          </a:xfrm>
          <a:prstGeom prst="ellipse">
            <a:avLst/>
          </a:prstGeom>
          <a:solidFill>
            <a:srgbClr val="7F8C97">
              <a:alpha val="48000"/>
            </a:srgbClr>
          </a:solidFill>
          <a:ln w="0">
            <a:noFill/>
            <a:prstDash val="solid"/>
          </a:ln>
        </p:spPr>
      </p:sp>
      <p:sp>
        <p:nvSpPr>
          <p:cNvPr id="3952" name="03_assume_matched_9249">
            <a:extLst>
              <a:ext uri="{FF2B5EF4-FFF2-40B4-BE49-F238E27FC236}">
                <a16:creationId xmlns:a16="http://schemas.microsoft.com/office/drawing/2014/main" id="{BE8848C3-6B44-4F55-8CFF-25F13E3A66AB}"/>
              </a:ext>
            </a:extLst>
          </p:cNvPr>
          <p:cNvSpPr>
            <a:spLocks noGrp="1"/>
          </p:cNvSpPr>
          <p:nvPr/>
        </p:nvSpPr>
        <p:spPr>
          <a:xfrm>
            <a:off x="5429843" y="7168208"/>
            <a:ext cx="28398" cy="28398"/>
          </a:xfrm>
          <a:prstGeom prst="ellipse">
            <a:avLst/>
          </a:prstGeom>
          <a:solidFill>
            <a:srgbClr val="7F8C97">
              <a:alpha val="48000"/>
            </a:srgbClr>
          </a:solidFill>
          <a:ln w="0">
            <a:noFill/>
            <a:prstDash val="solid"/>
          </a:ln>
        </p:spPr>
      </p:sp>
      <p:sp>
        <p:nvSpPr>
          <p:cNvPr id="3953" name="03_assume_matched_9250">
            <a:extLst>
              <a:ext uri="{FF2B5EF4-FFF2-40B4-BE49-F238E27FC236}">
                <a16:creationId xmlns:a16="http://schemas.microsoft.com/office/drawing/2014/main" id="{F4BA4760-95A4-4381-B8AD-8FF8D2A3AC36}"/>
              </a:ext>
            </a:extLst>
          </p:cNvPr>
          <p:cNvSpPr>
            <a:spLocks noGrp="1"/>
          </p:cNvSpPr>
          <p:nvPr/>
        </p:nvSpPr>
        <p:spPr>
          <a:xfrm>
            <a:off x="5411135" y="7168208"/>
            <a:ext cx="28398" cy="28398"/>
          </a:xfrm>
          <a:prstGeom prst="ellipse">
            <a:avLst/>
          </a:prstGeom>
          <a:solidFill>
            <a:srgbClr val="7F8C97">
              <a:alpha val="48000"/>
            </a:srgbClr>
          </a:solidFill>
          <a:ln w="0">
            <a:noFill/>
            <a:prstDash val="solid"/>
          </a:ln>
        </p:spPr>
      </p:sp>
      <p:sp>
        <p:nvSpPr>
          <p:cNvPr id="3954" name="03_assume_matched_9251">
            <a:extLst>
              <a:ext uri="{FF2B5EF4-FFF2-40B4-BE49-F238E27FC236}">
                <a16:creationId xmlns:a16="http://schemas.microsoft.com/office/drawing/2014/main" id="{BE3086DA-F33A-4548-87CC-A713DFCD1779}"/>
              </a:ext>
            </a:extLst>
          </p:cNvPr>
          <p:cNvSpPr>
            <a:spLocks noGrp="1"/>
          </p:cNvSpPr>
          <p:nvPr/>
        </p:nvSpPr>
        <p:spPr>
          <a:xfrm>
            <a:off x="5395881" y="7168208"/>
            <a:ext cx="28398" cy="28398"/>
          </a:xfrm>
          <a:prstGeom prst="ellipse">
            <a:avLst/>
          </a:prstGeom>
          <a:solidFill>
            <a:srgbClr val="7F8C97">
              <a:alpha val="48000"/>
            </a:srgbClr>
          </a:solidFill>
          <a:ln w="0">
            <a:noFill/>
            <a:prstDash val="solid"/>
          </a:ln>
        </p:spPr>
      </p:sp>
      <p:sp>
        <p:nvSpPr>
          <p:cNvPr id="3955" name="03_assume_matched_9252">
            <a:extLst>
              <a:ext uri="{FF2B5EF4-FFF2-40B4-BE49-F238E27FC236}">
                <a16:creationId xmlns:a16="http://schemas.microsoft.com/office/drawing/2014/main" id="{832748C3-F67C-4D19-BD1F-2F50538C7804}"/>
              </a:ext>
            </a:extLst>
          </p:cNvPr>
          <p:cNvSpPr>
            <a:spLocks noGrp="1"/>
          </p:cNvSpPr>
          <p:nvPr/>
        </p:nvSpPr>
        <p:spPr>
          <a:xfrm>
            <a:off x="5381634" y="7753078"/>
            <a:ext cx="28398" cy="28398"/>
          </a:xfrm>
          <a:prstGeom prst="ellipse">
            <a:avLst/>
          </a:prstGeom>
          <a:solidFill>
            <a:srgbClr val="7F8C97">
              <a:alpha val="48000"/>
            </a:srgbClr>
          </a:solidFill>
          <a:ln w="0">
            <a:noFill/>
            <a:prstDash val="solid"/>
          </a:ln>
        </p:spPr>
      </p:sp>
      <p:sp>
        <p:nvSpPr>
          <p:cNvPr id="3956" name="03_assume_matched_9253">
            <a:extLst>
              <a:ext uri="{FF2B5EF4-FFF2-40B4-BE49-F238E27FC236}">
                <a16:creationId xmlns:a16="http://schemas.microsoft.com/office/drawing/2014/main" id="{69871BC1-2529-4066-B32A-D99B4C504662}"/>
              </a:ext>
            </a:extLst>
          </p:cNvPr>
          <p:cNvSpPr>
            <a:spLocks noGrp="1"/>
          </p:cNvSpPr>
          <p:nvPr/>
        </p:nvSpPr>
        <p:spPr>
          <a:xfrm>
            <a:off x="5398039" y="7168208"/>
            <a:ext cx="28398" cy="28398"/>
          </a:xfrm>
          <a:prstGeom prst="ellipse">
            <a:avLst/>
          </a:prstGeom>
          <a:solidFill>
            <a:srgbClr val="7F8C97">
              <a:alpha val="48000"/>
            </a:srgbClr>
          </a:solidFill>
          <a:ln w="0">
            <a:noFill/>
            <a:prstDash val="solid"/>
          </a:ln>
        </p:spPr>
      </p:sp>
      <p:sp>
        <p:nvSpPr>
          <p:cNvPr id="3957" name="03_assume_matched_9254">
            <a:extLst>
              <a:ext uri="{FF2B5EF4-FFF2-40B4-BE49-F238E27FC236}">
                <a16:creationId xmlns:a16="http://schemas.microsoft.com/office/drawing/2014/main" id="{AF439FA6-AF23-4B47-A006-EF496BBFBFE0}"/>
              </a:ext>
            </a:extLst>
          </p:cNvPr>
          <p:cNvSpPr>
            <a:spLocks noGrp="1"/>
          </p:cNvSpPr>
          <p:nvPr/>
        </p:nvSpPr>
        <p:spPr>
          <a:xfrm>
            <a:off x="5483233" y="7314426"/>
            <a:ext cx="28398" cy="28398"/>
          </a:xfrm>
          <a:prstGeom prst="ellipse">
            <a:avLst/>
          </a:prstGeom>
          <a:solidFill>
            <a:srgbClr val="7F8C97">
              <a:alpha val="48000"/>
            </a:srgbClr>
          </a:solidFill>
          <a:ln w="0">
            <a:noFill/>
            <a:prstDash val="solid"/>
          </a:ln>
        </p:spPr>
      </p:sp>
      <p:sp>
        <p:nvSpPr>
          <p:cNvPr id="3958" name="03_assume_matched_9255">
            <a:extLst>
              <a:ext uri="{FF2B5EF4-FFF2-40B4-BE49-F238E27FC236}">
                <a16:creationId xmlns:a16="http://schemas.microsoft.com/office/drawing/2014/main" id="{4E86B3AC-8E2B-4995-B535-CDC7346FFEC7}"/>
              </a:ext>
            </a:extLst>
          </p:cNvPr>
          <p:cNvSpPr>
            <a:spLocks noGrp="1"/>
          </p:cNvSpPr>
          <p:nvPr/>
        </p:nvSpPr>
        <p:spPr>
          <a:xfrm>
            <a:off x="5438190" y="7168208"/>
            <a:ext cx="28398" cy="28398"/>
          </a:xfrm>
          <a:prstGeom prst="ellipse">
            <a:avLst/>
          </a:prstGeom>
          <a:solidFill>
            <a:srgbClr val="7F8C97">
              <a:alpha val="48000"/>
            </a:srgbClr>
          </a:solidFill>
          <a:ln w="0">
            <a:noFill/>
            <a:prstDash val="solid"/>
          </a:ln>
        </p:spPr>
      </p:sp>
      <p:sp>
        <p:nvSpPr>
          <p:cNvPr id="3959" name="03_assume_matched_9256">
            <a:extLst>
              <a:ext uri="{FF2B5EF4-FFF2-40B4-BE49-F238E27FC236}">
                <a16:creationId xmlns:a16="http://schemas.microsoft.com/office/drawing/2014/main" id="{73EFD1B5-DF50-4FC9-90A7-CE07959FB644}"/>
              </a:ext>
            </a:extLst>
          </p:cNvPr>
          <p:cNvSpPr>
            <a:spLocks noGrp="1"/>
          </p:cNvSpPr>
          <p:nvPr/>
        </p:nvSpPr>
        <p:spPr>
          <a:xfrm>
            <a:off x="5447976" y="7655599"/>
            <a:ext cx="28398" cy="28398"/>
          </a:xfrm>
          <a:prstGeom prst="ellipse">
            <a:avLst/>
          </a:prstGeom>
          <a:solidFill>
            <a:srgbClr val="7F8C97">
              <a:alpha val="48000"/>
            </a:srgbClr>
          </a:solidFill>
          <a:ln w="0">
            <a:noFill/>
            <a:prstDash val="solid"/>
          </a:ln>
        </p:spPr>
      </p:sp>
      <p:sp>
        <p:nvSpPr>
          <p:cNvPr id="3960" name="03_assume_matched_9257">
            <a:extLst>
              <a:ext uri="{FF2B5EF4-FFF2-40B4-BE49-F238E27FC236}">
                <a16:creationId xmlns:a16="http://schemas.microsoft.com/office/drawing/2014/main" id="{ECEA1616-1B86-4544-9112-8D74882C4A7B}"/>
              </a:ext>
            </a:extLst>
          </p:cNvPr>
          <p:cNvSpPr>
            <a:spLocks noGrp="1"/>
          </p:cNvSpPr>
          <p:nvPr/>
        </p:nvSpPr>
        <p:spPr>
          <a:xfrm>
            <a:off x="5384800" y="7558121"/>
            <a:ext cx="28398" cy="28398"/>
          </a:xfrm>
          <a:prstGeom prst="ellipse">
            <a:avLst/>
          </a:prstGeom>
          <a:solidFill>
            <a:srgbClr val="7F8C97">
              <a:alpha val="48000"/>
            </a:srgbClr>
          </a:solidFill>
          <a:ln w="0">
            <a:noFill/>
            <a:prstDash val="solid"/>
          </a:ln>
        </p:spPr>
      </p:sp>
      <p:sp>
        <p:nvSpPr>
          <p:cNvPr id="3961" name="03_assume_matched_9258">
            <a:extLst>
              <a:ext uri="{FF2B5EF4-FFF2-40B4-BE49-F238E27FC236}">
                <a16:creationId xmlns:a16="http://schemas.microsoft.com/office/drawing/2014/main" id="{EE65A518-CAB8-4954-912E-2223515B1B60}"/>
              </a:ext>
            </a:extLst>
          </p:cNvPr>
          <p:cNvSpPr>
            <a:spLocks noGrp="1"/>
          </p:cNvSpPr>
          <p:nvPr/>
        </p:nvSpPr>
        <p:spPr>
          <a:xfrm>
            <a:off x="5475174" y="7558121"/>
            <a:ext cx="28398" cy="28398"/>
          </a:xfrm>
          <a:prstGeom prst="ellipse">
            <a:avLst/>
          </a:prstGeom>
          <a:solidFill>
            <a:srgbClr val="7F8C97">
              <a:alpha val="48000"/>
            </a:srgbClr>
          </a:solidFill>
          <a:ln w="0">
            <a:noFill/>
            <a:prstDash val="solid"/>
          </a:ln>
        </p:spPr>
      </p:sp>
      <p:sp>
        <p:nvSpPr>
          <p:cNvPr id="3962" name="03_assume_matched_9259">
            <a:extLst>
              <a:ext uri="{FF2B5EF4-FFF2-40B4-BE49-F238E27FC236}">
                <a16:creationId xmlns:a16="http://schemas.microsoft.com/office/drawing/2014/main" id="{E65076D8-E827-43BA-A3AC-A758ED0F8213}"/>
              </a:ext>
            </a:extLst>
          </p:cNvPr>
          <p:cNvSpPr>
            <a:spLocks noGrp="1"/>
          </p:cNvSpPr>
          <p:nvPr/>
        </p:nvSpPr>
        <p:spPr>
          <a:xfrm>
            <a:off x="5448263" y="7168208"/>
            <a:ext cx="28398" cy="28398"/>
          </a:xfrm>
          <a:prstGeom prst="ellipse">
            <a:avLst/>
          </a:prstGeom>
          <a:solidFill>
            <a:srgbClr val="7F8C97">
              <a:alpha val="48000"/>
            </a:srgbClr>
          </a:solidFill>
          <a:ln w="0">
            <a:noFill/>
            <a:prstDash val="solid"/>
          </a:ln>
        </p:spPr>
      </p:sp>
      <p:sp>
        <p:nvSpPr>
          <p:cNvPr id="3963" name="03_assume_matched_9260">
            <a:extLst>
              <a:ext uri="{FF2B5EF4-FFF2-40B4-BE49-F238E27FC236}">
                <a16:creationId xmlns:a16="http://schemas.microsoft.com/office/drawing/2014/main" id="{A4111DDB-78A1-4715-BFE7-AD87EF577463}"/>
              </a:ext>
            </a:extLst>
          </p:cNvPr>
          <p:cNvSpPr>
            <a:spLocks noGrp="1"/>
          </p:cNvSpPr>
          <p:nvPr/>
        </p:nvSpPr>
        <p:spPr>
          <a:xfrm>
            <a:off x="5366091" y="7753078"/>
            <a:ext cx="28398" cy="28398"/>
          </a:xfrm>
          <a:prstGeom prst="ellipse">
            <a:avLst/>
          </a:prstGeom>
          <a:solidFill>
            <a:srgbClr val="7F8C97">
              <a:alpha val="48000"/>
            </a:srgbClr>
          </a:solidFill>
          <a:ln w="0">
            <a:noFill/>
            <a:prstDash val="solid"/>
          </a:ln>
        </p:spPr>
      </p:sp>
      <p:sp>
        <p:nvSpPr>
          <p:cNvPr id="3964" name="03_assume_matched_9261">
            <a:extLst>
              <a:ext uri="{FF2B5EF4-FFF2-40B4-BE49-F238E27FC236}">
                <a16:creationId xmlns:a16="http://schemas.microsoft.com/office/drawing/2014/main" id="{816FDC02-C702-4270-A3FD-D09C49F7A50D}"/>
              </a:ext>
            </a:extLst>
          </p:cNvPr>
          <p:cNvSpPr>
            <a:spLocks noGrp="1"/>
          </p:cNvSpPr>
          <p:nvPr/>
        </p:nvSpPr>
        <p:spPr>
          <a:xfrm>
            <a:off x="5373431" y="7168208"/>
            <a:ext cx="28398" cy="28398"/>
          </a:xfrm>
          <a:prstGeom prst="ellipse">
            <a:avLst/>
          </a:prstGeom>
          <a:solidFill>
            <a:srgbClr val="7F8C97">
              <a:alpha val="48000"/>
            </a:srgbClr>
          </a:solidFill>
          <a:ln w="0">
            <a:noFill/>
            <a:prstDash val="solid"/>
          </a:ln>
        </p:spPr>
      </p:sp>
      <p:sp>
        <p:nvSpPr>
          <p:cNvPr id="3965" name="03_assume_matched_9262">
            <a:extLst>
              <a:ext uri="{FF2B5EF4-FFF2-40B4-BE49-F238E27FC236}">
                <a16:creationId xmlns:a16="http://schemas.microsoft.com/office/drawing/2014/main" id="{44231A1B-0FEB-4FAA-A2F5-D3A12C404A67}"/>
              </a:ext>
            </a:extLst>
          </p:cNvPr>
          <p:cNvSpPr>
            <a:spLocks noGrp="1"/>
          </p:cNvSpPr>
          <p:nvPr/>
        </p:nvSpPr>
        <p:spPr>
          <a:xfrm>
            <a:off x="5384656" y="7558121"/>
            <a:ext cx="28398" cy="28398"/>
          </a:xfrm>
          <a:prstGeom prst="ellipse">
            <a:avLst/>
          </a:prstGeom>
          <a:solidFill>
            <a:srgbClr val="7F8C97">
              <a:alpha val="48000"/>
            </a:srgbClr>
          </a:solidFill>
          <a:ln w="0">
            <a:noFill/>
            <a:prstDash val="solid"/>
          </a:ln>
        </p:spPr>
      </p:sp>
      <p:sp>
        <p:nvSpPr>
          <p:cNvPr id="3966" name="03_assume_matched_9263">
            <a:extLst>
              <a:ext uri="{FF2B5EF4-FFF2-40B4-BE49-F238E27FC236}">
                <a16:creationId xmlns:a16="http://schemas.microsoft.com/office/drawing/2014/main" id="{BE26D775-950A-4982-BD20-2651C4A7FC01}"/>
              </a:ext>
            </a:extLst>
          </p:cNvPr>
          <p:cNvSpPr>
            <a:spLocks noGrp="1"/>
          </p:cNvSpPr>
          <p:nvPr/>
        </p:nvSpPr>
        <p:spPr>
          <a:xfrm>
            <a:off x="5474023" y="7168208"/>
            <a:ext cx="28398" cy="28398"/>
          </a:xfrm>
          <a:prstGeom prst="ellipse">
            <a:avLst/>
          </a:prstGeom>
          <a:solidFill>
            <a:srgbClr val="7F8C97">
              <a:alpha val="48000"/>
            </a:srgbClr>
          </a:solidFill>
          <a:ln w="0">
            <a:noFill/>
            <a:prstDash val="solid"/>
          </a:ln>
        </p:spPr>
      </p:sp>
      <p:sp>
        <p:nvSpPr>
          <p:cNvPr id="3967" name="03_assume_matched_9264">
            <a:extLst>
              <a:ext uri="{FF2B5EF4-FFF2-40B4-BE49-F238E27FC236}">
                <a16:creationId xmlns:a16="http://schemas.microsoft.com/office/drawing/2014/main" id="{BEB14ED5-8BC1-4DA3-9A08-3ABF08476104}"/>
              </a:ext>
            </a:extLst>
          </p:cNvPr>
          <p:cNvSpPr>
            <a:spLocks noGrp="1"/>
          </p:cNvSpPr>
          <p:nvPr/>
        </p:nvSpPr>
        <p:spPr>
          <a:xfrm>
            <a:off x="5386958" y="7168208"/>
            <a:ext cx="28398" cy="28398"/>
          </a:xfrm>
          <a:prstGeom prst="ellipse">
            <a:avLst/>
          </a:prstGeom>
          <a:solidFill>
            <a:srgbClr val="7F8C97">
              <a:alpha val="48000"/>
            </a:srgbClr>
          </a:solidFill>
          <a:ln w="0">
            <a:noFill/>
            <a:prstDash val="solid"/>
          </a:ln>
        </p:spPr>
      </p:sp>
      <p:sp>
        <p:nvSpPr>
          <p:cNvPr id="3968" name="03_assume_matched_9265">
            <a:extLst>
              <a:ext uri="{FF2B5EF4-FFF2-40B4-BE49-F238E27FC236}">
                <a16:creationId xmlns:a16="http://schemas.microsoft.com/office/drawing/2014/main" id="{F1586CCA-868E-488F-9F8C-BCF3E3844017}"/>
              </a:ext>
            </a:extLst>
          </p:cNvPr>
          <p:cNvSpPr>
            <a:spLocks noGrp="1"/>
          </p:cNvSpPr>
          <p:nvPr/>
        </p:nvSpPr>
        <p:spPr>
          <a:xfrm>
            <a:off x="5465964" y="7493136"/>
            <a:ext cx="28398" cy="28398"/>
          </a:xfrm>
          <a:prstGeom prst="ellipse">
            <a:avLst/>
          </a:prstGeom>
          <a:solidFill>
            <a:srgbClr val="7F8C97">
              <a:alpha val="48000"/>
            </a:srgbClr>
          </a:solidFill>
          <a:ln w="0">
            <a:noFill/>
            <a:prstDash val="solid"/>
          </a:ln>
        </p:spPr>
      </p:sp>
      <p:sp>
        <p:nvSpPr>
          <p:cNvPr id="3969" name="03_assume_matched_9266">
            <a:extLst>
              <a:ext uri="{FF2B5EF4-FFF2-40B4-BE49-F238E27FC236}">
                <a16:creationId xmlns:a16="http://schemas.microsoft.com/office/drawing/2014/main" id="{87E1F8E2-22F7-4952-8AD1-4AF522C423BB}"/>
              </a:ext>
            </a:extLst>
          </p:cNvPr>
          <p:cNvSpPr>
            <a:spLocks noGrp="1"/>
          </p:cNvSpPr>
          <p:nvPr/>
        </p:nvSpPr>
        <p:spPr>
          <a:xfrm>
            <a:off x="5467115" y="7168208"/>
            <a:ext cx="28398" cy="28398"/>
          </a:xfrm>
          <a:prstGeom prst="ellipse">
            <a:avLst/>
          </a:prstGeom>
          <a:solidFill>
            <a:srgbClr val="7F8C97">
              <a:alpha val="48000"/>
            </a:srgbClr>
          </a:solidFill>
          <a:ln w="0">
            <a:noFill/>
            <a:prstDash val="solid"/>
          </a:ln>
        </p:spPr>
      </p:sp>
      <p:sp>
        <p:nvSpPr>
          <p:cNvPr id="3970" name="03_assume_matched_9267">
            <a:extLst>
              <a:ext uri="{FF2B5EF4-FFF2-40B4-BE49-F238E27FC236}">
                <a16:creationId xmlns:a16="http://schemas.microsoft.com/office/drawing/2014/main" id="{4754243E-AA8C-43FF-AE10-1244D43FBC8F}"/>
              </a:ext>
            </a:extLst>
          </p:cNvPr>
          <p:cNvSpPr>
            <a:spLocks noGrp="1"/>
          </p:cNvSpPr>
          <p:nvPr/>
        </p:nvSpPr>
        <p:spPr>
          <a:xfrm>
            <a:off x="5470857" y="7753078"/>
            <a:ext cx="28398" cy="28398"/>
          </a:xfrm>
          <a:prstGeom prst="ellipse">
            <a:avLst/>
          </a:prstGeom>
          <a:solidFill>
            <a:srgbClr val="7F8C97">
              <a:alpha val="48000"/>
            </a:srgbClr>
          </a:solidFill>
          <a:ln w="0">
            <a:noFill/>
            <a:prstDash val="solid"/>
          </a:ln>
        </p:spPr>
      </p:sp>
      <p:sp>
        <p:nvSpPr>
          <p:cNvPr id="3971" name="03_assume_matched_9268">
            <a:extLst>
              <a:ext uri="{FF2B5EF4-FFF2-40B4-BE49-F238E27FC236}">
                <a16:creationId xmlns:a16="http://schemas.microsoft.com/office/drawing/2014/main" id="{3DCB5EF0-7E36-4BFC-9BFE-C056920546DF}"/>
              </a:ext>
            </a:extLst>
          </p:cNvPr>
          <p:cNvSpPr>
            <a:spLocks noGrp="1"/>
          </p:cNvSpPr>
          <p:nvPr/>
        </p:nvSpPr>
        <p:spPr>
          <a:xfrm>
            <a:off x="5388109" y="7753078"/>
            <a:ext cx="28398" cy="28398"/>
          </a:xfrm>
          <a:prstGeom prst="ellipse">
            <a:avLst/>
          </a:prstGeom>
          <a:solidFill>
            <a:srgbClr val="7F8C97">
              <a:alpha val="48000"/>
            </a:srgbClr>
          </a:solidFill>
          <a:ln w="0">
            <a:noFill/>
            <a:prstDash val="solid"/>
          </a:ln>
        </p:spPr>
      </p:sp>
      <p:sp>
        <p:nvSpPr>
          <p:cNvPr id="3972" name="03_assume_matched_9269">
            <a:extLst>
              <a:ext uri="{FF2B5EF4-FFF2-40B4-BE49-F238E27FC236}">
                <a16:creationId xmlns:a16="http://schemas.microsoft.com/office/drawing/2014/main" id="{A72CF6FA-1C9C-4A04-9D58-83FD616DD103}"/>
              </a:ext>
            </a:extLst>
          </p:cNvPr>
          <p:cNvSpPr>
            <a:spLocks noGrp="1"/>
          </p:cNvSpPr>
          <p:nvPr/>
        </p:nvSpPr>
        <p:spPr>
          <a:xfrm>
            <a:off x="5366379" y="7168208"/>
            <a:ext cx="28398" cy="28398"/>
          </a:xfrm>
          <a:prstGeom prst="ellipse">
            <a:avLst/>
          </a:prstGeom>
          <a:solidFill>
            <a:srgbClr val="7F8C97">
              <a:alpha val="48000"/>
            </a:srgbClr>
          </a:solidFill>
          <a:ln w="0">
            <a:noFill/>
            <a:prstDash val="solid"/>
          </a:ln>
        </p:spPr>
      </p:sp>
      <p:sp>
        <p:nvSpPr>
          <p:cNvPr id="3973" name="03_assume_matched_9270">
            <a:extLst>
              <a:ext uri="{FF2B5EF4-FFF2-40B4-BE49-F238E27FC236}">
                <a16:creationId xmlns:a16="http://schemas.microsoft.com/office/drawing/2014/main" id="{5B7E2B4F-2690-4DA7-AD63-B40F32872596}"/>
              </a:ext>
            </a:extLst>
          </p:cNvPr>
          <p:cNvSpPr>
            <a:spLocks noGrp="1"/>
          </p:cNvSpPr>
          <p:nvPr/>
        </p:nvSpPr>
        <p:spPr>
          <a:xfrm>
            <a:off x="5450134" y="7168208"/>
            <a:ext cx="28398" cy="28398"/>
          </a:xfrm>
          <a:prstGeom prst="ellipse">
            <a:avLst/>
          </a:prstGeom>
          <a:solidFill>
            <a:srgbClr val="7F8C97">
              <a:alpha val="48000"/>
            </a:srgbClr>
          </a:solidFill>
          <a:ln w="0">
            <a:noFill/>
            <a:prstDash val="solid"/>
          </a:ln>
        </p:spPr>
      </p:sp>
      <p:sp>
        <p:nvSpPr>
          <p:cNvPr id="3974" name="03_assume_matched_9271">
            <a:extLst>
              <a:ext uri="{FF2B5EF4-FFF2-40B4-BE49-F238E27FC236}">
                <a16:creationId xmlns:a16="http://schemas.microsoft.com/office/drawing/2014/main" id="{C43AF87D-ADD2-4563-99A6-21E135272E47}"/>
              </a:ext>
            </a:extLst>
          </p:cNvPr>
          <p:cNvSpPr>
            <a:spLocks noGrp="1"/>
          </p:cNvSpPr>
          <p:nvPr/>
        </p:nvSpPr>
        <p:spPr>
          <a:xfrm>
            <a:off x="5359615" y="7168208"/>
            <a:ext cx="28398" cy="28398"/>
          </a:xfrm>
          <a:prstGeom prst="ellipse">
            <a:avLst/>
          </a:prstGeom>
          <a:solidFill>
            <a:srgbClr val="7F8C97">
              <a:alpha val="48000"/>
            </a:srgbClr>
          </a:solidFill>
          <a:ln w="0">
            <a:noFill/>
            <a:prstDash val="solid"/>
          </a:ln>
        </p:spPr>
      </p:sp>
      <p:sp>
        <p:nvSpPr>
          <p:cNvPr id="3975" name="03_assume_matched_9272">
            <a:extLst>
              <a:ext uri="{FF2B5EF4-FFF2-40B4-BE49-F238E27FC236}">
                <a16:creationId xmlns:a16="http://schemas.microsoft.com/office/drawing/2014/main" id="{A89AE07A-90AA-4E85-9A35-1EB56CC030ED}"/>
              </a:ext>
            </a:extLst>
          </p:cNvPr>
          <p:cNvSpPr>
            <a:spLocks noGrp="1"/>
          </p:cNvSpPr>
          <p:nvPr/>
        </p:nvSpPr>
        <p:spPr>
          <a:xfrm>
            <a:off x="5453732" y="7168208"/>
            <a:ext cx="28398" cy="28398"/>
          </a:xfrm>
          <a:prstGeom prst="ellipse">
            <a:avLst/>
          </a:prstGeom>
          <a:solidFill>
            <a:srgbClr val="7F8C97">
              <a:alpha val="48000"/>
            </a:srgbClr>
          </a:solidFill>
          <a:ln w="0">
            <a:noFill/>
            <a:prstDash val="solid"/>
          </a:ln>
        </p:spPr>
      </p:sp>
      <p:sp>
        <p:nvSpPr>
          <p:cNvPr id="3976" name="03_assume_matched_9273">
            <a:extLst>
              <a:ext uri="{FF2B5EF4-FFF2-40B4-BE49-F238E27FC236}">
                <a16:creationId xmlns:a16="http://schemas.microsoft.com/office/drawing/2014/main" id="{7867D87A-D40B-47DD-AC66-3A3E50A8B035}"/>
              </a:ext>
            </a:extLst>
          </p:cNvPr>
          <p:cNvSpPr>
            <a:spLocks noGrp="1"/>
          </p:cNvSpPr>
          <p:nvPr/>
        </p:nvSpPr>
        <p:spPr>
          <a:xfrm>
            <a:off x="5360911" y="7753078"/>
            <a:ext cx="28398" cy="28398"/>
          </a:xfrm>
          <a:prstGeom prst="ellipse">
            <a:avLst/>
          </a:prstGeom>
          <a:solidFill>
            <a:srgbClr val="7F8C97">
              <a:alpha val="48000"/>
            </a:srgbClr>
          </a:solidFill>
          <a:ln w="0">
            <a:noFill/>
            <a:prstDash val="solid"/>
          </a:ln>
        </p:spPr>
      </p:sp>
      <p:sp>
        <p:nvSpPr>
          <p:cNvPr id="3977" name="03_assume_matched_9274">
            <a:extLst>
              <a:ext uri="{FF2B5EF4-FFF2-40B4-BE49-F238E27FC236}">
                <a16:creationId xmlns:a16="http://schemas.microsoft.com/office/drawing/2014/main" id="{89C8FDEC-7006-4776-8691-0E58B4EC7DE4}"/>
              </a:ext>
            </a:extLst>
          </p:cNvPr>
          <p:cNvSpPr>
            <a:spLocks noGrp="1"/>
          </p:cNvSpPr>
          <p:nvPr/>
        </p:nvSpPr>
        <p:spPr>
          <a:xfrm>
            <a:off x="5481362" y="7168208"/>
            <a:ext cx="28398" cy="28398"/>
          </a:xfrm>
          <a:prstGeom prst="ellipse">
            <a:avLst/>
          </a:prstGeom>
          <a:solidFill>
            <a:srgbClr val="7F8C97">
              <a:alpha val="48000"/>
            </a:srgbClr>
          </a:solidFill>
          <a:ln w="0">
            <a:noFill/>
            <a:prstDash val="solid"/>
          </a:ln>
        </p:spPr>
      </p:sp>
      <p:sp>
        <p:nvSpPr>
          <p:cNvPr id="3978" name="03_assume_matched_9275">
            <a:extLst>
              <a:ext uri="{FF2B5EF4-FFF2-40B4-BE49-F238E27FC236}">
                <a16:creationId xmlns:a16="http://schemas.microsoft.com/office/drawing/2014/main" id="{AE55B2AC-6742-4DB2-928C-AF9A3248A4B6}"/>
              </a:ext>
            </a:extLst>
          </p:cNvPr>
          <p:cNvSpPr>
            <a:spLocks noGrp="1"/>
          </p:cNvSpPr>
          <p:nvPr/>
        </p:nvSpPr>
        <p:spPr>
          <a:xfrm>
            <a:off x="5459344" y="7168208"/>
            <a:ext cx="28398" cy="28398"/>
          </a:xfrm>
          <a:prstGeom prst="ellipse">
            <a:avLst/>
          </a:prstGeom>
          <a:solidFill>
            <a:srgbClr val="7F8C97">
              <a:alpha val="48000"/>
            </a:srgbClr>
          </a:solidFill>
          <a:ln w="0">
            <a:noFill/>
            <a:prstDash val="solid"/>
          </a:ln>
        </p:spPr>
      </p:sp>
      <p:sp>
        <p:nvSpPr>
          <p:cNvPr id="3979" name="03_assume_matched_9276">
            <a:extLst>
              <a:ext uri="{FF2B5EF4-FFF2-40B4-BE49-F238E27FC236}">
                <a16:creationId xmlns:a16="http://schemas.microsoft.com/office/drawing/2014/main" id="{882490BE-95F4-49EE-A652-FB4D77F298BD}"/>
              </a:ext>
            </a:extLst>
          </p:cNvPr>
          <p:cNvSpPr>
            <a:spLocks noGrp="1"/>
          </p:cNvSpPr>
          <p:nvPr/>
        </p:nvSpPr>
        <p:spPr>
          <a:xfrm>
            <a:off x="5407249" y="7168208"/>
            <a:ext cx="28398" cy="28398"/>
          </a:xfrm>
          <a:prstGeom prst="ellipse">
            <a:avLst/>
          </a:prstGeom>
          <a:solidFill>
            <a:srgbClr val="7F8C97">
              <a:alpha val="48000"/>
            </a:srgbClr>
          </a:solidFill>
          <a:ln w="0">
            <a:noFill/>
            <a:prstDash val="solid"/>
          </a:ln>
        </p:spPr>
      </p:sp>
      <p:sp>
        <p:nvSpPr>
          <p:cNvPr id="3980" name="03_assume_matched_9277">
            <a:extLst>
              <a:ext uri="{FF2B5EF4-FFF2-40B4-BE49-F238E27FC236}">
                <a16:creationId xmlns:a16="http://schemas.microsoft.com/office/drawing/2014/main" id="{B5E06227-5F2E-463F-A8A3-B66EDADEE9AE}"/>
              </a:ext>
            </a:extLst>
          </p:cNvPr>
          <p:cNvSpPr>
            <a:spLocks noGrp="1"/>
          </p:cNvSpPr>
          <p:nvPr/>
        </p:nvSpPr>
        <p:spPr>
          <a:xfrm>
            <a:off x="5382929" y="7168208"/>
            <a:ext cx="28398" cy="28398"/>
          </a:xfrm>
          <a:prstGeom prst="ellipse">
            <a:avLst/>
          </a:prstGeom>
          <a:solidFill>
            <a:srgbClr val="7F8C97">
              <a:alpha val="48000"/>
            </a:srgbClr>
          </a:solidFill>
          <a:ln w="0">
            <a:noFill/>
            <a:prstDash val="solid"/>
          </a:ln>
        </p:spPr>
      </p:sp>
      <p:sp>
        <p:nvSpPr>
          <p:cNvPr id="3981" name="03_assume_matched_9278">
            <a:extLst>
              <a:ext uri="{FF2B5EF4-FFF2-40B4-BE49-F238E27FC236}">
                <a16:creationId xmlns:a16="http://schemas.microsoft.com/office/drawing/2014/main" id="{DFD725C6-49F5-4574-83D6-7BABB4E5184A}"/>
              </a:ext>
            </a:extLst>
          </p:cNvPr>
          <p:cNvSpPr>
            <a:spLocks noGrp="1"/>
          </p:cNvSpPr>
          <p:nvPr/>
        </p:nvSpPr>
        <p:spPr>
          <a:xfrm>
            <a:off x="5485392" y="7753078"/>
            <a:ext cx="28398" cy="28398"/>
          </a:xfrm>
          <a:prstGeom prst="ellipse">
            <a:avLst/>
          </a:prstGeom>
          <a:solidFill>
            <a:srgbClr val="7F8C97">
              <a:alpha val="48000"/>
            </a:srgbClr>
          </a:solidFill>
          <a:ln w="0">
            <a:noFill/>
            <a:prstDash val="solid"/>
          </a:ln>
        </p:spPr>
      </p:sp>
      <p:sp>
        <p:nvSpPr>
          <p:cNvPr id="3982" name="03_assume_matched_9279">
            <a:extLst>
              <a:ext uri="{FF2B5EF4-FFF2-40B4-BE49-F238E27FC236}">
                <a16:creationId xmlns:a16="http://schemas.microsoft.com/office/drawing/2014/main" id="{F9E8E9B1-B960-4AFF-9F08-06B739016694}"/>
              </a:ext>
            </a:extLst>
          </p:cNvPr>
          <p:cNvSpPr>
            <a:spLocks noGrp="1"/>
          </p:cNvSpPr>
          <p:nvPr/>
        </p:nvSpPr>
        <p:spPr>
          <a:xfrm>
            <a:off x="5433153" y="7753078"/>
            <a:ext cx="28398" cy="28398"/>
          </a:xfrm>
          <a:prstGeom prst="ellipse">
            <a:avLst/>
          </a:prstGeom>
          <a:solidFill>
            <a:srgbClr val="7F8C97">
              <a:alpha val="48000"/>
            </a:srgbClr>
          </a:solidFill>
          <a:ln w="0">
            <a:noFill/>
            <a:prstDash val="solid"/>
          </a:ln>
        </p:spPr>
      </p:sp>
      <p:sp>
        <p:nvSpPr>
          <p:cNvPr id="3983" name="03_assume_matched_9280">
            <a:extLst>
              <a:ext uri="{FF2B5EF4-FFF2-40B4-BE49-F238E27FC236}">
                <a16:creationId xmlns:a16="http://schemas.microsoft.com/office/drawing/2014/main" id="{EC165EBA-D6FF-4C9D-877D-13D11CEC8BDB}"/>
              </a:ext>
            </a:extLst>
          </p:cNvPr>
          <p:cNvSpPr>
            <a:spLocks noGrp="1"/>
          </p:cNvSpPr>
          <p:nvPr/>
        </p:nvSpPr>
        <p:spPr>
          <a:xfrm>
            <a:off x="5465964" y="7753078"/>
            <a:ext cx="28398" cy="28398"/>
          </a:xfrm>
          <a:prstGeom prst="ellipse">
            <a:avLst/>
          </a:prstGeom>
          <a:solidFill>
            <a:srgbClr val="7F8C97">
              <a:alpha val="48000"/>
            </a:srgbClr>
          </a:solidFill>
          <a:ln w="0">
            <a:noFill/>
            <a:prstDash val="solid"/>
          </a:ln>
        </p:spPr>
      </p:sp>
      <p:sp>
        <p:nvSpPr>
          <p:cNvPr id="3984" name="03_assume_matched_9281">
            <a:extLst>
              <a:ext uri="{FF2B5EF4-FFF2-40B4-BE49-F238E27FC236}">
                <a16:creationId xmlns:a16="http://schemas.microsoft.com/office/drawing/2014/main" id="{89956212-9D93-4CF4-81EA-123380BBFF76}"/>
              </a:ext>
            </a:extLst>
          </p:cNvPr>
          <p:cNvSpPr>
            <a:spLocks noGrp="1"/>
          </p:cNvSpPr>
          <p:nvPr/>
        </p:nvSpPr>
        <p:spPr>
          <a:xfrm>
            <a:off x="5365084" y="7168208"/>
            <a:ext cx="28398" cy="28398"/>
          </a:xfrm>
          <a:prstGeom prst="ellipse">
            <a:avLst/>
          </a:prstGeom>
          <a:solidFill>
            <a:srgbClr val="7F8C97">
              <a:alpha val="48000"/>
            </a:srgbClr>
          </a:solidFill>
          <a:ln w="0">
            <a:noFill/>
            <a:prstDash val="solid"/>
          </a:ln>
        </p:spPr>
      </p:sp>
      <p:sp>
        <p:nvSpPr>
          <p:cNvPr id="3985" name="03_assume_matched_9282">
            <a:extLst>
              <a:ext uri="{FF2B5EF4-FFF2-40B4-BE49-F238E27FC236}">
                <a16:creationId xmlns:a16="http://schemas.microsoft.com/office/drawing/2014/main" id="{9A7DCAB3-A32D-4DF9-B6E9-0E65A7A759EC}"/>
              </a:ext>
            </a:extLst>
          </p:cNvPr>
          <p:cNvSpPr>
            <a:spLocks noGrp="1"/>
          </p:cNvSpPr>
          <p:nvPr/>
        </p:nvSpPr>
        <p:spPr>
          <a:xfrm>
            <a:off x="5457042" y="7753078"/>
            <a:ext cx="28398" cy="28398"/>
          </a:xfrm>
          <a:prstGeom prst="ellipse">
            <a:avLst/>
          </a:prstGeom>
          <a:solidFill>
            <a:srgbClr val="7F8C97">
              <a:alpha val="48000"/>
            </a:srgbClr>
          </a:solidFill>
          <a:ln w="0">
            <a:noFill/>
            <a:prstDash val="solid"/>
          </a:ln>
        </p:spPr>
      </p:sp>
      <p:sp>
        <p:nvSpPr>
          <p:cNvPr id="3986" name="03_assume_matched_9283">
            <a:extLst>
              <a:ext uri="{FF2B5EF4-FFF2-40B4-BE49-F238E27FC236}">
                <a16:creationId xmlns:a16="http://schemas.microsoft.com/office/drawing/2014/main" id="{C541E17C-E553-422F-A0A9-657098EFAF78}"/>
              </a:ext>
            </a:extLst>
          </p:cNvPr>
          <p:cNvSpPr>
            <a:spLocks noGrp="1"/>
          </p:cNvSpPr>
          <p:nvPr/>
        </p:nvSpPr>
        <p:spPr>
          <a:xfrm>
            <a:off x="5436175" y="7168208"/>
            <a:ext cx="28398" cy="28398"/>
          </a:xfrm>
          <a:prstGeom prst="ellipse">
            <a:avLst/>
          </a:prstGeom>
          <a:solidFill>
            <a:srgbClr val="7F8C97">
              <a:alpha val="48000"/>
            </a:srgbClr>
          </a:solidFill>
          <a:ln w="0">
            <a:noFill/>
            <a:prstDash val="solid"/>
          </a:ln>
        </p:spPr>
      </p:sp>
      <p:sp>
        <p:nvSpPr>
          <p:cNvPr id="3987" name="03_assume_matched_9284">
            <a:extLst>
              <a:ext uri="{FF2B5EF4-FFF2-40B4-BE49-F238E27FC236}">
                <a16:creationId xmlns:a16="http://schemas.microsoft.com/office/drawing/2014/main" id="{9E988E3A-51C4-4495-B4E1-AF0540504CDB}"/>
              </a:ext>
            </a:extLst>
          </p:cNvPr>
          <p:cNvSpPr>
            <a:spLocks noGrp="1"/>
          </p:cNvSpPr>
          <p:nvPr/>
        </p:nvSpPr>
        <p:spPr>
          <a:xfrm>
            <a:off x="5344793" y="7168208"/>
            <a:ext cx="28398" cy="28398"/>
          </a:xfrm>
          <a:prstGeom prst="ellipse">
            <a:avLst/>
          </a:prstGeom>
          <a:solidFill>
            <a:srgbClr val="7F8C97">
              <a:alpha val="48000"/>
            </a:srgbClr>
          </a:solidFill>
          <a:ln w="0">
            <a:noFill/>
            <a:prstDash val="solid"/>
          </a:ln>
        </p:spPr>
      </p:sp>
      <p:sp>
        <p:nvSpPr>
          <p:cNvPr id="3988" name="03_assume_matched_9285">
            <a:extLst>
              <a:ext uri="{FF2B5EF4-FFF2-40B4-BE49-F238E27FC236}">
                <a16:creationId xmlns:a16="http://schemas.microsoft.com/office/drawing/2014/main" id="{BEE07989-B97F-43E9-811D-D987221317D1}"/>
              </a:ext>
            </a:extLst>
          </p:cNvPr>
          <p:cNvSpPr>
            <a:spLocks noGrp="1"/>
          </p:cNvSpPr>
          <p:nvPr/>
        </p:nvSpPr>
        <p:spPr>
          <a:xfrm>
            <a:off x="5404083" y="7753078"/>
            <a:ext cx="28398" cy="28398"/>
          </a:xfrm>
          <a:prstGeom prst="ellipse">
            <a:avLst/>
          </a:prstGeom>
          <a:solidFill>
            <a:srgbClr val="7F8C97">
              <a:alpha val="48000"/>
            </a:srgbClr>
          </a:solidFill>
          <a:ln w="0">
            <a:noFill/>
            <a:prstDash val="solid"/>
          </a:ln>
        </p:spPr>
      </p:sp>
      <p:sp>
        <p:nvSpPr>
          <p:cNvPr id="3989" name="03_assume_matched_9286">
            <a:extLst>
              <a:ext uri="{FF2B5EF4-FFF2-40B4-BE49-F238E27FC236}">
                <a16:creationId xmlns:a16="http://schemas.microsoft.com/office/drawing/2014/main" id="{ABE4687A-44A8-468D-976C-582D9D90464B}"/>
              </a:ext>
            </a:extLst>
          </p:cNvPr>
          <p:cNvSpPr>
            <a:spLocks noGrp="1"/>
          </p:cNvSpPr>
          <p:nvPr/>
        </p:nvSpPr>
        <p:spPr>
          <a:xfrm>
            <a:off x="5386239" y="7753078"/>
            <a:ext cx="28398" cy="28398"/>
          </a:xfrm>
          <a:prstGeom prst="ellipse">
            <a:avLst/>
          </a:prstGeom>
          <a:solidFill>
            <a:srgbClr val="7F8C97">
              <a:alpha val="48000"/>
            </a:srgbClr>
          </a:solidFill>
          <a:ln w="0">
            <a:noFill/>
            <a:prstDash val="solid"/>
          </a:ln>
        </p:spPr>
      </p:sp>
      <p:sp>
        <p:nvSpPr>
          <p:cNvPr id="3990" name="03_assume_matched_9287">
            <a:extLst>
              <a:ext uri="{FF2B5EF4-FFF2-40B4-BE49-F238E27FC236}">
                <a16:creationId xmlns:a16="http://schemas.microsoft.com/office/drawing/2014/main" id="{DD256088-BBEE-4FFD-B75D-7B959874EBF4}"/>
              </a:ext>
            </a:extLst>
          </p:cNvPr>
          <p:cNvSpPr>
            <a:spLocks noGrp="1"/>
          </p:cNvSpPr>
          <p:nvPr/>
        </p:nvSpPr>
        <p:spPr>
          <a:xfrm>
            <a:off x="5418474" y="7168208"/>
            <a:ext cx="28398" cy="28398"/>
          </a:xfrm>
          <a:prstGeom prst="ellipse">
            <a:avLst/>
          </a:prstGeom>
          <a:solidFill>
            <a:srgbClr val="7F8C97">
              <a:alpha val="48000"/>
            </a:srgbClr>
          </a:solidFill>
          <a:ln w="0">
            <a:noFill/>
            <a:prstDash val="solid"/>
          </a:ln>
        </p:spPr>
      </p:sp>
      <p:sp>
        <p:nvSpPr>
          <p:cNvPr id="3991" name="03_assume_matched_9288">
            <a:extLst>
              <a:ext uri="{FF2B5EF4-FFF2-40B4-BE49-F238E27FC236}">
                <a16:creationId xmlns:a16="http://schemas.microsoft.com/office/drawing/2014/main" id="{2A129EE1-AD07-4955-8F1D-FDBD419C768B}"/>
              </a:ext>
            </a:extLst>
          </p:cNvPr>
          <p:cNvSpPr>
            <a:spLocks noGrp="1"/>
          </p:cNvSpPr>
          <p:nvPr/>
        </p:nvSpPr>
        <p:spPr>
          <a:xfrm>
            <a:off x="5400342" y="7704338"/>
            <a:ext cx="28398" cy="28398"/>
          </a:xfrm>
          <a:prstGeom prst="ellipse">
            <a:avLst/>
          </a:prstGeom>
          <a:solidFill>
            <a:srgbClr val="7F8C97">
              <a:alpha val="48000"/>
            </a:srgbClr>
          </a:solidFill>
          <a:ln w="0">
            <a:noFill/>
            <a:prstDash val="solid"/>
          </a:ln>
        </p:spPr>
      </p:sp>
      <p:sp>
        <p:nvSpPr>
          <p:cNvPr id="3992" name="03_assume_matched_9289">
            <a:extLst>
              <a:ext uri="{FF2B5EF4-FFF2-40B4-BE49-F238E27FC236}">
                <a16:creationId xmlns:a16="http://schemas.microsoft.com/office/drawing/2014/main" id="{8BC2825E-9EDD-4833-BD12-AD7EDF85BEB6}"/>
              </a:ext>
            </a:extLst>
          </p:cNvPr>
          <p:cNvSpPr>
            <a:spLocks noGrp="1"/>
          </p:cNvSpPr>
          <p:nvPr/>
        </p:nvSpPr>
        <p:spPr>
          <a:xfrm>
            <a:off x="5462510" y="7606860"/>
            <a:ext cx="28398" cy="28398"/>
          </a:xfrm>
          <a:prstGeom prst="ellipse">
            <a:avLst/>
          </a:prstGeom>
          <a:solidFill>
            <a:srgbClr val="7F8C97">
              <a:alpha val="48000"/>
            </a:srgbClr>
          </a:solidFill>
          <a:ln w="0">
            <a:noFill/>
            <a:prstDash val="solid"/>
          </a:ln>
        </p:spPr>
      </p:sp>
      <p:sp>
        <p:nvSpPr>
          <p:cNvPr id="3993" name="03_assume_matched_9290">
            <a:extLst>
              <a:ext uri="{FF2B5EF4-FFF2-40B4-BE49-F238E27FC236}">
                <a16:creationId xmlns:a16="http://schemas.microsoft.com/office/drawing/2014/main" id="{4323AD76-3B1C-4887-8E75-D4565300A269}"/>
              </a:ext>
            </a:extLst>
          </p:cNvPr>
          <p:cNvSpPr>
            <a:spLocks noGrp="1"/>
          </p:cNvSpPr>
          <p:nvPr/>
        </p:nvSpPr>
        <p:spPr>
          <a:xfrm>
            <a:off x="5360623" y="7168208"/>
            <a:ext cx="28398" cy="28398"/>
          </a:xfrm>
          <a:prstGeom prst="ellipse">
            <a:avLst/>
          </a:prstGeom>
          <a:solidFill>
            <a:srgbClr val="7F8C97">
              <a:alpha val="48000"/>
            </a:srgbClr>
          </a:solidFill>
          <a:ln w="0">
            <a:noFill/>
            <a:prstDash val="solid"/>
          </a:ln>
        </p:spPr>
      </p:sp>
      <p:sp>
        <p:nvSpPr>
          <p:cNvPr id="3994" name="03_assume_matched_9291">
            <a:extLst>
              <a:ext uri="{FF2B5EF4-FFF2-40B4-BE49-F238E27FC236}">
                <a16:creationId xmlns:a16="http://schemas.microsoft.com/office/drawing/2014/main" id="{817D59AD-2D82-4387-9048-4C07D04F666F}"/>
              </a:ext>
            </a:extLst>
          </p:cNvPr>
          <p:cNvSpPr>
            <a:spLocks noGrp="1"/>
          </p:cNvSpPr>
          <p:nvPr/>
        </p:nvSpPr>
        <p:spPr>
          <a:xfrm>
            <a:off x="5367243" y="7168208"/>
            <a:ext cx="28398" cy="28398"/>
          </a:xfrm>
          <a:prstGeom prst="ellipse">
            <a:avLst/>
          </a:prstGeom>
          <a:solidFill>
            <a:srgbClr val="7F8C97">
              <a:alpha val="48000"/>
            </a:srgbClr>
          </a:solidFill>
          <a:ln w="0">
            <a:noFill/>
            <a:prstDash val="solid"/>
          </a:ln>
        </p:spPr>
      </p:sp>
      <p:sp>
        <p:nvSpPr>
          <p:cNvPr id="3995" name="03_assume_matched_9292">
            <a:extLst>
              <a:ext uri="{FF2B5EF4-FFF2-40B4-BE49-F238E27FC236}">
                <a16:creationId xmlns:a16="http://schemas.microsoft.com/office/drawing/2014/main" id="{2B3607CF-F447-4812-B719-8914C5BB5D3F}"/>
              </a:ext>
            </a:extLst>
          </p:cNvPr>
          <p:cNvSpPr>
            <a:spLocks noGrp="1"/>
          </p:cNvSpPr>
          <p:nvPr/>
        </p:nvSpPr>
        <p:spPr>
          <a:xfrm>
            <a:off x="5427109" y="7168208"/>
            <a:ext cx="28398" cy="28398"/>
          </a:xfrm>
          <a:prstGeom prst="ellipse">
            <a:avLst/>
          </a:prstGeom>
          <a:solidFill>
            <a:srgbClr val="7F8C97">
              <a:alpha val="48000"/>
            </a:srgbClr>
          </a:solidFill>
          <a:ln w="0">
            <a:noFill/>
            <a:prstDash val="solid"/>
          </a:ln>
        </p:spPr>
      </p:sp>
      <p:sp>
        <p:nvSpPr>
          <p:cNvPr id="3996" name="03_assume_matched_9293">
            <a:extLst>
              <a:ext uri="{FF2B5EF4-FFF2-40B4-BE49-F238E27FC236}">
                <a16:creationId xmlns:a16="http://schemas.microsoft.com/office/drawing/2014/main" id="{2EB504AE-83AC-4277-96DE-96469EA6C5EA}"/>
              </a:ext>
            </a:extLst>
          </p:cNvPr>
          <p:cNvSpPr>
            <a:spLocks noGrp="1"/>
          </p:cNvSpPr>
          <p:nvPr/>
        </p:nvSpPr>
        <p:spPr>
          <a:xfrm>
            <a:off x="5425814" y="7168208"/>
            <a:ext cx="28398" cy="28398"/>
          </a:xfrm>
          <a:prstGeom prst="ellipse">
            <a:avLst/>
          </a:prstGeom>
          <a:solidFill>
            <a:srgbClr val="7F8C97">
              <a:alpha val="48000"/>
            </a:srgbClr>
          </a:solidFill>
          <a:ln w="0">
            <a:noFill/>
            <a:prstDash val="solid"/>
          </a:ln>
        </p:spPr>
      </p:sp>
      <p:sp>
        <p:nvSpPr>
          <p:cNvPr id="3997" name="03_assume_matched_9294">
            <a:extLst>
              <a:ext uri="{FF2B5EF4-FFF2-40B4-BE49-F238E27FC236}">
                <a16:creationId xmlns:a16="http://schemas.microsoft.com/office/drawing/2014/main" id="{EE2084DC-718A-4756-B12E-588B160FB955}"/>
              </a:ext>
            </a:extLst>
          </p:cNvPr>
          <p:cNvSpPr>
            <a:spLocks noGrp="1"/>
          </p:cNvSpPr>
          <p:nvPr/>
        </p:nvSpPr>
        <p:spPr>
          <a:xfrm>
            <a:off x="5472584" y="7168208"/>
            <a:ext cx="28398" cy="28398"/>
          </a:xfrm>
          <a:prstGeom prst="ellipse">
            <a:avLst/>
          </a:prstGeom>
          <a:solidFill>
            <a:srgbClr val="7F8C97">
              <a:alpha val="48000"/>
            </a:srgbClr>
          </a:solidFill>
          <a:ln w="0">
            <a:noFill/>
            <a:prstDash val="solid"/>
          </a:ln>
        </p:spPr>
      </p:sp>
      <p:sp>
        <p:nvSpPr>
          <p:cNvPr id="3998" name="03_assume_matched_9295">
            <a:extLst>
              <a:ext uri="{FF2B5EF4-FFF2-40B4-BE49-F238E27FC236}">
                <a16:creationId xmlns:a16="http://schemas.microsoft.com/office/drawing/2014/main" id="{0FACDACA-78EC-486E-B388-C2C9BE397443}"/>
              </a:ext>
            </a:extLst>
          </p:cNvPr>
          <p:cNvSpPr>
            <a:spLocks noGrp="1"/>
          </p:cNvSpPr>
          <p:nvPr/>
        </p:nvSpPr>
        <p:spPr>
          <a:xfrm>
            <a:off x="5450854" y="7168208"/>
            <a:ext cx="28398" cy="28398"/>
          </a:xfrm>
          <a:prstGeom prst="ellipse">
            <a:avLst/>
          </a:prstGeom>
          <a:solidFill>
            <a:srgbClr val="7F8C97">
              <a:alpha val="48000"/>
            </a:srgbClr>
          </a:solidFill>
          <a:ln w="0">
            <a:noFill/>
            <a:prstDash val="solid"/>
          </a:ln>
        </p:spPr>
      </p:sp>
      <p:sp>
        <p:nvSpPr>
          <p:cNvPr id="3999" name="03_assume_matched_9296">
            <a:extLst>
              <a:ext uri="{FF2B5EF4-FFF2-40B4-BE49-F238E27FC236}">
                <a16:creationId xmlns:a16="http://schemas.microsoft.com/office/drawing/2014/main" id="{58CC7822-DFA0-44CE-A82C-C9C0D3A3B317}"/>
              </a:ext>
            </a:extLst>
          </p:cNvPr>
          <p:cNvSpPr>
            <a:spLocks noGrp="1"/>
          </p:cNvSpPr>
          <p:nvPr/>
        </p:nvSpPr>
        <p:spPr>
          <a:xfrm>
            <a:off x="5382929" y="7753078"/>
            <a:ext cx="28398" cy="28398"/>
          </a:xfrm>
          <a:prstGeom prst="ellipse">
            <a:avLst/>
          </a:prstGeom>
          <a:solidFill>
            <a:srgbClr val="7F8C97">
              <a:alpha val="48000"/>
            </a:srgbClr>
          </a:solidFill>
          <a:ln w="0">
            <a:noFill/>
            <a:prstDash val="solid"/>
          </a:ln>
        </p:spPr>
      </p:sp>
      <p:sp>
        <p:nvSpPr>
          <p:cNvPr id="4000" name="03_assume_matched_9297">
            <a:extLst>
              <a:ext uri="{FF2B5EF4-FFF2-40B4-BE49-F238E27FC236}">
                <a16:creationId xmlns:a16="http://schemas.microsoft.com/office/drawing/2014/main" id="{536BAE39-8FF6-4D53-8395-3E057F86160C}"/>
              </a:ext>
            </a:extLst>
          </p:cNvPr>
          <p:cNvSpPr>
            <a:spLocks noGrp="1"/>
          </p:cNvSpPr>
          <p:nvPr/>
        </p:nvSpPr>
        <p:spPr>
          <a:xfrm>
            <a:off x="5453732" y="7753078"/>
            <a:ext cx="28398" cy="28398"/>
          </a:xfrm>
          <a:prstGeom prst="ellipse">
            <a:avLst/>
          </a:prstGeom>
          <a:solidFill>
            <a:srgbClr val="7F8C97">
              <a:alpha val="48000"/>
            </a:srgbClr>
          </a:solidFill>
          <a:ln w="0">
            <a:noFill/>
            <a:prstDash val="solid"/>
          </a:ln>
        </p:spPr>
      </p:sp>
      <p:sp>
        <p:nvSpPr>
          <p:cNvPr id="4001" name="03_assume_matched_9298">
            <a:extLst>
              <a:ext uri="{FF2B5EF4-FFF2-40B4-BE49-F238E27FC236}">
                <a16:creationId xmlns:a16="http://schemas.microsoft.com/office/drawing/2014/main" id="{7C8A99E5-0F09-497B-842F-92AD7ECE58BA}"/>
              </a:ext>
            </a:extLst>
          </p:cNvPr>
          <p:cNvSpPr>
            <a:spLocks noGrp="1"/>
          </p:cNvSpPr>
          <p:nvPr/>
        </p:nvSpPr>
        <p:spPr>
          <a:xfrm>
            <a:off x="5442075" y="7168208"/>
            <a:ext cx="28398" cy="28398"/>
          </a:xfrm>
          <a:prstGeom prst="ellipse">
            <a:avLst/>
          </a:prstGeom>
          <a:solidFill>
            <a:srgbClr val="7F8C97">
              <a:alpha val="48000"/>
            </a:srgbClr>
          </a:solidFill>
          <a:ln w="0">
            <a:noFill/>
            <a:prstDash val="solid"/>
          </a:ln>
        </p:spPr>
      </p:sp>
      <p:sp>
        <p:nvSpPr>
          <p:cNvPr id="4002" name="03_assume_matched_9299">
            <a:extLst>
              <a:ext uri="{FF2B5EF4-FFF2-40B4-BE49-F238E27FC236}">
                <a16:creationId xmlns:a16="http://schemas.microsoft.com/office/drawing/2014/main" id="{42241739-4C9C-4CE9-809D-4D80D90713BA}"/>
              </a:ext>
            </a:extLst>
          </p:cNvPr>
          <p:cNvSpPr>
            <a:spLocks noGrp="1"/>
          </p:cNvSpPr>
          <p:nvPr/>
        </p:nvSpPr>
        <p:spPr>
          <a:xfrm>
            <a:off x="5448263" y="7168208"/>
            <a:ext cx="28398" cy="28398"/>
          </a:xfrm>
          <a:prstGeom prst="ellipse">
            <a:avLst/>
          </a:prstGeom>
          <a:solidFill>
            <a:srgbClr val="7F8C97">
              <a:alpha val="48000"/>
            </a:srgbClr>
          </a:solidFill>
          <a:ln w="0">
            <a:noFill/>
            <a:prstDash val="solid"/>
          </a:ln>
        </p:spPr>
      </p:sp>
      <p:sp>
        <p:nvSpPr>
          <p:cNvPr id="4003" name="03_assume_matched_9300">
            <a:extLst>
              <a:ext uri="{FF2B5EF4-FFF2-40B4-BE49-F238E27FC236}">
                <a16:creationId xmlns:a16="http://schemas.microsoft.com/office/drawing/2014/main" id="{469C303B-F5CB-4F06-AF71-A49DEB58415A}"/>
              </a:ext>
            </a:extLst>
          </p:cNvPr>
          <p:cNvSpPr>
            <a:spLocks noGrp="1"/>
          </p:cNvSpPr>
          <p:nvPr/>
        </p:nvSpPr>
        <p:spPr>
          <a:xfrm>
            <a:off x="5461647" y="7753078"/>
            <a:ext cx="28398" cy="28398"/>
          </a:xfrm>
          <a:prstGeom prst="ellipse">
            <a:avLst/>
          </a:prstGeom>
          <a:solidFill>
            <a:srgbClr val="7F8C97">
              <a:alpha val="48000"/>
            </a:srgbClr>
          </a:solidFill>
          <a:ln w="0">
            <a:noFill/>
            <a:prstDash val="solid"/>
          </a:ln>
        </p:spPr>
      </p:sp>
      <p:sp>
        <p:nvSpPr>
          <p:cNvPr id="4004" name="03_assume_matched_9301">
            <a:extLst>
              <a:ext uri="{FF2B5EF4-FFF2-40B4-BE49-F238E27FC236}">
                <a16:creationId xmlns:a16="http://schemas.microsoft.com/office/drawing/2014/main" id="{FE9D6D88-ACAB-4903-B985-77CDD797B661}"/>
              </a:ext>
            </a:extLst>
          </p:cNvPr>
          <p:cNvSpPr>
            <a:spLocks noGrp="1"/>
          </p:cNvSpPr>
          <p:nvPr/>
        </p:nvSpPr>
        <p:spPr>
          <a:xfrm>
            <a:off x="5370265" y="7168208"/>
            <a:ext cx="28398" cy="28398"/>
          </a:xfrm>
          <a:prstGeom prst="ellipse">
            <a:avLst/>
          </a:prstGeom>
          <a:solidFill>
            <a:srgbClr val="7F8C97">
              <a:alpha val="48000"/>
            </a:srgbClr>
          </a:solidFill>
          <a:ln w="0">
            <a:noFill/>
            <a:prstDash val="solid"/>
          </a:ln>
        </p:spPr>
      </p:sp>
      <p:sp>
        <p:nvSpPr>
          <p:cNvPr id="4005" name="03_assume_matched_9302">
            <a:extLst>
              <a:ext uri="{FF2B5EF4-FFF2-40B4-BE49-F238E27FC236}">
                <a16:creationId xmlns:a16="http://schemas.microsoft.com/office/drawing/2014/main" id="{877746A3-6506-42D8-8A50-6E5FF4548142}"/>
              </a:ext>
            </a:extLst>
          </p:cNvPr>
          <p:cNvSpPr>
            <a:spLocks noGrp="1"/>
          </p:cNvSpPr>
          <p:nvPr/>
        </p:nvSpPr>
        <p:spPr>
          <a:xfrm>
            <a:off x="5359472" y="7168208"/>
            <a:ext cx="28398" cy="28398"/>
          </a:xfrm>
          <a:prstGeom prst="ellipse">
            <a:avLst/>
          </a:prstGeom>
          <a:solidFill>
            <a:srgbClr val="7F8C97">
              <a:alpha val="48000"/>
            </a:srgbClr>
          </a:solidFill>
          <a:ln w="0">
            <a:noFill/>
            <a:prstDash val="solid"/>
          </a:ln>
        </p:spPr>
      </p:sp>
      <p:sp>
        <p:nvSpPr>
          <p:cNvPr id="4006" name="03_assume_matched_9303">
            <a:extLst>
              <a:ext uri="{FF2B5EF4-FFF2-40B4-BE49-F238E27FC236}">
                <a16:creationId xmlns:a16="http://schemas.microsoft.com/office/drawing/2014/main" id="{7C75D822-496B-4E0A-AB4E-B19B77DCE8DC}"/>
              </a:ext>
            </a:extLst>
          </p:cNvPr>
          <p:cNvSpPr>
            <a:spLocks noGrp="1"/>
          </p:cNvSpPr>
          <p:nvPr/>
        </p:nvSpPr>
        <p:spPr>
          <a:xfrm>
            <a:off x="5442363" y="7314426"/>
            <a:ext cx="28398" cy="28398"/>
          </a:xfrm>
          <a:prstGeom prst="ellipse">
            <a:avLst/>
          </a:prstGeom>
          <a:solidFill>
            <a:srgbClr val="7F8C97">
              <a:alpha val="48000"/>
            </a:srgbClr>
          </a:solidFill>
          <a:ln w="0">
            <a:noFill/>
            <a:prstDash val="solid"/>
          </a:ln>
        </p:spPr>
      </p:sp>
      <p:sp>
        <p:nvSpPr>
          <p:cNvPr id="4007" name="03_assume_matched_9304">
            <a:extLst>
              <a:ext uri="{FF2B5EF4-FFF2-40B4-BE49-F238E27FC236}">
                <a16:creationId xmlns:a16="http://schemas.microsoft.com/office/drawing/2014/main" id="{5EF29BA7-32CF-4D74-8698-B20FA3F63D39}"/>
              </a:ext>
            </a:extLst>
          </p:cNvPr>
          <p:cNvSpPr>
            <a:spLocks noGrp="1"/>
          </p:cNvSpPr>
          <p:nvPr/>
        </p:nvSpPr>
        <p:spPr>
          <a:xfrm>
            <a:off x="5479492" y="7168208"/>
            <a:ext cx="28398" cy="28398"/>
          </a:xfrm>
          <a:prstGeom prst="ellipse">
            <a:avLst/>
          </a:prstGeom>
          <a:solidFill>
            <a:srgbClr val="7F8C97">
              <a:alpha val="48000"/>
            </a:srgbClr>
          </a:solidFill>
          <a:ln w="0">
            <a:noFill/>
            <a:prstDash val="solid"/>
          </a:ln>
        </p:spPr>
      </p:sp>
      <p:sp>
        <p:nvSpPr>
          <p:cNvPr id="4008" name="03_assume_matched_9305">
            <a:extLst>
              <a:ext uri="{FF2B5EF4-FFF2-40B4-BE49-F238E27FC236}">
                <a16:creationId xmlns:a16="http://schemas.microsoft.com/office/drawing/2014/main" id="{738B14FC-8EA9-43A0-911F-C4E43A627256}"/>
              </a:ext>
            </a:extLst>
          </p:cNvPr>
          <p:cNvSpPr>
            <a:spLocks noGrp="1"/>
          </p:cNvSpPr>
          <p:nvPr/>
        </p:nvSpPr>
        <p:spPr>
          <a:xfrm>
            <a:off x="5485680" y="7168208"/>
            <a:ext cx="28398" cy="28398"/>
          </a:xfrm>
          <a:prstGeom prst="ellipse">
            <a:avLst/>
          </a:prstGeom>
          <a:solidFill>
            <a:srgbClr val="7F8C97">
              <a:alpha val="48000"/>
            </a:srgbClr>
          </a:solidFill>
          <a:ln w="0">
            <a:noFill/>
            <a:prstDash val="solid"/>
          </a:ln>
        </p:spPr>
      </p:sp>
      <p:sp>
        <p:nvSpPr>
          <p:cNvPr id="4009" name="03_assume_matched_9306">
            <a:extLst>
              <a:ext uri="{FF2B5EF4-FFF2-40B4-BE49-F238E27FC236}">
                <a16:creationId xmlns:a16="http://schemas.microsoft.com/office/drawing/2014/main" id="{83F318AB-D257-4720-87F4-C7A54475813E}"/>
              </a:ext>
            </a:extLst>
          </p:cNvPr>
          <p:cNvSpPr>
            <a:spLocks noGrp="1"/>
          </p:cNvSpPr>
          <p:nvPr/>
        </p:nvSpPr>
        <p:spPr>
          <a:xfrm>
            <a:off x="5396744" y="7168208"/>
            <a:ext cx="28398" cy="28398"/>
          </a:xfrm>
          <a:prstGeom prst="ellipse">
            <a:avLst/>
          </a:prstGeom>
          <a:solidFill>
            <a:srgbClr val="7F8C97">
              <a:alpha val="48000"/>
            </a:srgbClr>
          </a:solidFill>
          <a:ln w="0">
            <a:noFill/>
            <a:prstDash val="solid"/>
          </a:ln>
        </p:spPr>
      </p:sp>
      <p:sp>
        <p:nvSpPr>
          <p:cNvPr id="4010" name="03_assume_matched_9307">
            <a:extLst>
              <a:ext uri="{FF2B5EF4-FFF2-40B4-BE49-F238E27FC236}">
                <a16:creationId xmlns:a16="http://schemas.microsoft.com/office/drawing/2014/main" id="{9A30FE64-4EFD-4BDD-947C-19089C22A20F}"/>
              </a:ext>
            </a:extLst>
          </p:cNvPr>
          <p:cNvSpPr>
            <a:spLocks noGrp="1"/>
          </p:cNvSpPr>
          <p:nvPr/>
        </p:nvSpPr>
        <p:spPr>
          <a:xfrm>
            <a:off x="5449559" y="7558121"/>
            <a:ext cx="28398" cy="28398"/>
          </a:xfrm>
          <a:prstGeom prst="ellipse">
            <a:avLst/>
          </a:prstGeom>
          <a:solidFill>
            <a:srgbClr val="7F8C97">
              <a:alpha val="48000"/>
            </a:srgbClr>
          </a:solidFill>
          <a:ln w="0">
            <a:noFill/>
            <a:prstDash val="solid"/>
          </a:ln>
        </p:spPr>
      </p:sp>
      <p:sp>
        <p:nvSpPr>
          <p:cNvPr id="4011" name="03_assume_matched_9308">
            <a:extLst>
              <a:ext uri="{FF2B5EF4-FFF2-40B4-BE49-F238E27FC236}">
                <a16:creationId xmlns:a16="http://schemas.microsoft.com/office/drawing/2014/main" id="{21DC7251-7E38-44A0-837C-6A3898EA56CC}"/>
              </a:ext>
            </a:extLst>
          </p:cNvPr>
          <p:cNvSpPr>
            <a:spLocks noGrp="1"/>
          </p:cNvSpPr>
          <p:nvPr/>
        </p:nvSpPr>
        <p:spPr>
          <a:xfrm>
            <a:off x="5460496" y="7168208"/>
            <a:ext cx="28398" cy="28398"/>
          </a:xfrm>
          <a:prstGeom prst="ellipse">
            <a:avLst/>
          </a:prstGeom>
          <a:solidFill>
            <a:srgbClr val="7F8C97">
              <a:alpha val="48000"/>
            </a:srgbClr>
          </a:solidFill>
          <a:ln w="0">
            <a:noFill/>
            <a:prstDash val="solid"/>
          </a:ln>
        </p:spPr>
      </p:sp>
      <p:sp>
        <p:nvSpPr>
          <p:cNvPr id="4012" name="03_assume_matched_9309">
            <a:extLst>
              <a:ext uri="{FF2B5EF4-FFF2-40B4-BE49-F238E27FC236}">
                <a16:creationId xmlns:a16="http://schemas.microsoft.com/office/drawing/2014/main" id="{909B1065-A756-416D-B17E-79C678FCFE0D}"/>
              </a:ext>
            </a:extLst>
          </p:cNvPr>
          <p:cNvSpPr>
            <a:spLocks noGrp="1"/>
          </p:cNvSpPr>
          <p:nvPr/>
        </p:nvSpPr>
        <p:spPr>
          <a:xfrm>
            <a:off x="5477909" y="7168208"/>
            <a:ext cx="28398" cy="28398"/>
          </a:xfrm>
          <a:prstGeom prst="ellipse">
            <a:avLst/>
          </a:prstGeom>
          <a:solidFill>
            <a:srgbClr val="7F8C97">
              <a:alpha val="48000"/>
            </a:srgbClr>
          </a:solidFill>
          <a:ln w="0">
            <a:noFill/>
            <a:prstDash val="solid"/>
          </a:ln>
        </p:spPr>
      </p:sp>
      <p:sp>
        <p:nvSpPr>
          <p:cNvPr id="4013" name="03_assume_matched_9310">
            <a:extLst>
              <a:ext uri="{FF2B5EF4-FFF2-40B4-BE49-F238E27FC236}">
                <a16:creationId xmlns:a16="http://schemas.microsoft.com/office/drawing/2014/main" id="{ED18D3B8-0A41-4B17-87A2-C3DD715B4B4C}"/>
              </a:ext>
            </a:extLst>
          </p:cNvPr>
          <p:cNvSpPr>
            <a:spLocks noGrp="1"/>
          </p:cNvSpPr>
          <p:nvPr/>
        </p:nvSpPr>
        <p:spPr>
          <a:xfrm>
            <a:off x="5462654" y="7168208"/>
            <a:ext cx="28398" cy="28398"/>
          </a:xfrm>
          <a:prstGeom prst="ellipse">
            <a:avLst/>
          </a:prstGeom>
          <a:solidFill>
            <a:srgbClr val="7F8C97">
              <a:alpha val="48000"/>
            </a:srgbClr>
          </a:solidFill>
          <a:ln w="0">
            <a:noFill/>
            <a:prstDash val="solid"/>
          </a:ln>
        </p:spPr>
      </p:sp>
      <p:sp>
        <p:nvSpPr>
          <p:cNvPr id="4014" name="03_assume_matched_9311">
            <a:extLst>
              <a:ext uri="{FF2B5EF4-FFF2-40B4-BE49-F238E27FC236}">
                <a16:creationId xmlns:a16="http://schemas.microsoft.com/office/drawing/2014/main" id="{645489B7-24EF-43D5-AE73-36C0DAB438BB}"/>
              </a:ext>
            </a:extLst>
          </p:cNvPr>
          <p:cNvSpPr>
            <a:spLocks noGrp="1"/>
          </p:cNvSpPr>
          <p:nvPr/>
        </p:nvSpPr>
        <p:spPr>
          <a:xfrm>
            <a:off x="5440924" y="7168208"/>
            <a:ext cx="28398" cy="28398"/>
          </a:xfrm>
          <a:prstGeom prst="ellipse">
            <a:avLst/>
          </a:prstGeom>
          <a:solidFill>
            <a:srgbClr val="7F8C97">
              <a:alpha val="48000"/>
            </a:srgbClr>
          </a:solidFill>
          <a:ln w="0">
            <a:noFill/>
            <a:prstDash val="solid"/>
          </a:ln>
        </p:spPr>
      </p:sp>
      <p:sp>
        <p:nvSpPr>
          <p:cNvPr id="4015" name="03_assume_matched_9312">
            <a:extLst>
              <a:ext uri="{FF2B5EF4-FFF2-40B4-BE49-F238E27FC236}">
                <a16:creationId xmlns:a16="http://schemas.microsoft.com/office/drawing/2014/main" id="{3DAAB1EF-3892-4C6E-8692-F814F6132020}"/>
              </a:ext>
            </a:extLst>
          </p:cNvPr>
          <p:cNvSpPr>
            <a:spLocks noGrp="1"/>
          </p:cNvSpPr>
          <p:nvPr/>
        </p:nvSpPr>
        <p:spPr>
          <a:xfrm>
            <a:off x="5352708" y="7168208"/>
            <a:ext cx="28398" cy="28398"/>
          </a:xfrm>
          <a:prstGeom prst="ellipse">
            <a:avLst/>
          </a:prstGeom>
          <a:solidFill>
            <a:srgbClr val="7F8C97">
              <a:alpha val="48000"/>
            </a:srgbClr>
          </a:solidFill>
          <a:ln w="0">
            <a:noFill/>
            <a:prstDash val="solid"/>
          </a:ln>
        </p:spPr>
      </p:sp>
      <p:sp>
        <p:nvSpPr>
          <p:cNvPr id="4016" name="03_assume_matched_9313">
            <a:extLst>
              <a:ext uri="{FF2B5EF4-FFF2-40B4-BE49-F238E27FC236}">
                <a16:creationId xmlns:a16="http://schemas.microsoft.com/office/drawing/2014/main" id="{F2F663F7-3731-42E7-A6E8-64B04C902309}"/>
              </a:ext>
            </a:extLst>
          </p:cNvPr>
          <p:cNvSpPr>
            <a:spLocks noGrp="1"/>
          </p:cNvSpPr>
          <p:nvPr/>
        </p:nvSpPr>
        <p:spPr>
          <a:xfrm>
            <a:off x="5366667" y="7168208"/>
            <a:ext cx="28398" cy="28398"/>
          </a:xfrm>
          <a:prstGeom prst="ellipse">
            <a:avLst/>
          </a:prstGeom>
          <a:solidFill>
            <a:srgbClr val="7F8C97">
              <a:alpha val="48000"/>
            </a:srgbClr>
          </a:solidFill>
          <a:ln w="0">
            <a:noFill/>
            <a:prstDash val="solid"/>
          </a:ln>
        </p:spPr>
      </p:sp>
      <p:sp>
        <p:nvSpPr>
          <p:cNvPr id="4017" name="03_assume_matched_9314">
            <a:extLst>
              <a:ext uri="{FF2B5EF4-FFF2-40B4-BE49-F238E27FC236}">
                <a16:creationId xmlns:a16="http://schemas.microsoft.com/office/drawing/2014/main" id="{67AF341E-83DC-4F2A-A746-9B1A086F3883}"/>
              </a:ext>
            </a:extLst>
          </p:cNvPr>
          <p:cNvSpPr>
            <a:spLocks noGrp="1"/>
          </p:cNvSpPr>
          <p:nvPr/>
        </p:nvSpPr>
        <p:spPr>
          <a:xfrm>
            <a:off x="5427828" y="7168208"/>
            <a:ext cx="28398" cy="28398"/>
          </a:xfrm>
          <a:prstGeom prst="ellipse">
            <a:avLst/>
          </a:prstGeom>
          <a:solidFill>
            <a:srgbClr val="7F8C97">
              <a:alpha val="48000"/>
            </a:srgbClr>
          </a:solidFill>
          <a:ln w="0">
            <a:noFill/>
            <a:prstDash val="solid"/>
          </a:ln>
        </p:spPr>
      </p:sp>
      <p:sp>
        <p:nvSpPr>
          <p:cNvPr id="4018" name="03_assume_matched_9315">
            <a:extLst>
              <a:ext uri="{FF2B5EF4-FFF2-40B4-BE49-F238E27FC236}">
                <a16:creationId xmlns:a16="http://schemas.microsoft.com/office/drawing/2014/main" id="{50227A2B-AF33-4B71-82D5-8CCAD4B16F04}"/>
              </a:ext>
            </a:extLst>
          </p:cNvPr>
          <p:cNvSpPr>
            <a:spLocks noGrp="1"/>
          </p:cNvSpPr>
          <p:nvPr/>
        </p:nvSpPr>
        <p:spPr>
          <a:xfrm>
            <a:off x="5372711" y="7168208"/>
            <a:ext cx="28398" cy="28398"/>
          </a:xfrm>
          <a:prstGeom prst="ellipse">
            <a:avLst/>
          </a:prstGeom>
          <a:solidFill>
            <a:srgbClr val="7F8C97">
              <a:alpha val="48000"/>
            </a:srgbClr>
          </a:solidFill>
          <a:ln w="0">
            <a:noFill/>
            <a:prstDash val="solid"/>
          </a:ln>
        </p:spPr>
      </p:sp>
      <p:sp>
        <p:nvSpPr>
          <p:cNvPr id="4019" name="03_assume_matched_9316">
            <a:extLst>
              <a:ext uri="{FF2B5EF4-FFF2-40B4-BE49-F238E27FC236}">
                <a16:creationId xmlns:a16="http://schemas.microsoft.com/office/drawing/2014/main" id="{BE8094AF-976E-4374-B82C-3B0A62EC8293}"/>
              </a:ext>
            </a:extLst>
          </p:cNvPr>
          <p:cNvSpPr>
            <a:spLocks noGrp="1"/>
          </p:cNvSpPr>
          <p:nvPr/>
        </p:nvSpPr>
        <p:spPr>
          <a:xfrm>
            <a:off x="5398759" y="7168208"/>
            <a:ext cx="28398" cy="28398"/>
          </a:xfrm>
          <a:prstGeom prst="ellipse">
            <a:avLst/>
          </a:prstGeom>
          <a:solidFill>
            <a:srgbClr val="7F8C97">
              <a:alpha val="48000"/>
            </a:srgbClr>
          </a:solidFill>
          <a:ln w="0">
            <a:noFill/>
            <a:prstDash val="solid"/>
          </a:ln>
        </p:spPr>
      </p:sp>
      <p:sp>
        <p:nvSpPr>
          <p:cNvPr id="4020" name="03_assume_matched_9317">
            <a:extLst>
              <a:ext uri="{FF2B5EF4-FFF2-40B4-BE49-F238E27FC236}">
                <a16:creationId xmlns:a16="http://schemas.microsoft.com/office/drawing/2014/main" id="{5842E43C-C20F-4432-98C0-74410E8D10A2}"/>
              </a:ext>
            </a:extLst>
          </p:cNvPr>
          <p:cNvSpPr>
            <a:spLocks noGrp="1"/>
          </p:cNvSpPr>
          <p:nvPr/>
        </p:nvSpPr>
        <p:spPr>
          <a:xfrm>
            <a:off x="5347815" y="7753078"/>
            <a:ext cx="28398" cy="28398"/>
          </a:xfrm>
          <a:prstGeom prst="ellipse">
            <a:avLst/>
          </a:prstGeom>
          <a:solidFill>
            <a:srgbClr val="7F8C97">
              <a:alpha val="48000"/>
            </a:srgbClr>
          </a:solidFill>
          <a:ln w="0">
            <a:noFill/>
            <a:prstDash val="solid"/>
          </a:ln>
        </p:spPr>
      </p:sp>
      <p:sp>
        <p:nvSpPr>
          <p:cNvPr id="4021" name="03_assume_matched_9318">
            <a:extLst>
              <a:ext uri="{FF2B5EF4-FFF2-40B4-BE49-F238E27FC236}">
                <a16:creationId xmlns:a16="http://schemas.microsoft.com/office/drawing/2014/main" id="{36809196-C1A3-4845-9E95-719BB304253A}"/>
              </a:ext>
            </a:extLst>
          </p:cNvPr>
          <p:cNvSpPr>
            <a:spLocks noGrp="1"/>
          </p:cNvSpPr>
          <p:nvPr/>
        </p:nvSpPr>
        <p:spPr>
          <a:xfrm>
            <a:off x="6220494" y="7168208"/>
            <a:ext cx="28398" cy="28398"/>
          </a:xfrm>
          <a:prstGeom prst="ellipse">
            <a:avLst/>
          </a:prstGeom>
          <a:solidFill>
            <a:srgbClr val="7F8C97">
              <a:alpha val="48000"/>
            </a:srgbClr>
          </a:solidFill>
          <a:ln w="0">
            <a:noFill/>
            <a:prstDash val="solid"/>
          </a:ln>
        </p:spPr>
      </p:sp>
      <p:sp>
        <p:nvSpPr>
          <p:cNvPr id="4022" name="03_assume_matched_9319">
            <a:extLst>
              <a:ext uri="{FF2B5EF4-FFF2-40B4-BE49-F238E27FC236}">
                <a16:creationId xmlns:a16="http://schemas.microsoft.com/office/drawing/2014/main" id="{60CCC616-1A75-46AE-8469-103345656C73}"/>
              </a:ext>
            </a:extLst>
          </p:cNvPr>
          <p:cNvSpPr>
            <a:spLocks noGrp="1"/>
          </p:cNvSpPr>
          <p:nvPr/>
        </p:nvSpPr>
        <p:spPr>
          <a:xfrm>
            <a:off x="6208981" y="7168208"/>
            <a:ext cx="28398" cy="28398"/>
          </a:xfrm>
          <a:prstGeom prst="ellipse">
            <a:avLst/>
          </a:prstGeom>
          <a:solidFill>
            <a:srgbClr val="7F8C97">
              <a:alpha val="48000"/>
            </a:srgbClr>
          </a:solidFill>
          <a:ln w="0">
            <a:noFill/>
            <a:prstDash val="solid"/>
          </a:ln>
        </p:spPr>
      </p:sp>
      <p:sp>
        <p:nvSpPr>
          <p:cNvPr id="4023" name="03_assume_matched_9320">
            <a:extLst>
              <a:ext uri="{FF2B5EF4-FFF2-40B4-BE49-F238E27FC236}">
                <a16:creationId xmlns:a16="http://schemas.microsoft.com/office/drawing/2014/main" id="{284AAF49-FE55-4392-B458-581D518507B2}"/>
              </a:ext>
            </a:extLst>
          </p:cNvPr>
          <p:cNvSpPr>
            <a:spLocks noGrp="1"/>
          </p:cNvSpPr>
          <p:nvPr/>
        </p:nvSpPr>
        <p:spPr>
          <a:xfrm>
            <a:off x="6151849" y="7168208"/>
            <a:ext cx="28398" cy="28398"/>
          </a:xfrm>
          <a:prstGeom prst="ellipse">
            <a:avLst/>
          </a:prstGeom>
          <a:solidFill>
            <a:srgbClr val="7F8C97">
              <a:alpha val="48000"/>
            </a:srgbClr>
          </a:solidFill>
          <a:ln w="0">
            <a:noFill/>
            <a:prstDash val="solid"/>
          </a:ln>
        </p:spPr>
      </p:sp>
      <p:sp>
        <p:nvSpPr>
          <p:cNvPr id="4024" name="03_assume_matched_9321">
            <a:extLst>
              <a:ext uri="{FF2B5EF4-FFF2-40B4-BE49-F238E27FC236}">
                <a16:creationId xmlns:a16="http://schemas.microsoft.com/office/drawing/2014/main" id="{FA64CDE3-8F10-4CC1-AA9B-3508CE77ADF7}"/>
              </a:ext>
            </a:extLst>
          </p:cNvPr>
          <p:cNvSpPr>
            <a:spLocks noGrp="1"/>
          </p:cNvSpPr>
          <p:nvPr/>
        </p:nvSpPr>
        <p:spPr>
          <a:xfrm>
            <a:off x="6230712" y="7168208"/>
            <a:ext cx="28398" cy="28398"/>
          </a:xfrm>
          <a:prstGeom prst="ellipse">
            <a:avLst/>
          </a:prstGeom>
          <a:solidFill>
            <a:srgbClr val="7F8C97">
              <a:alpha val="48000"/>
            </a:srgbClr>
          </a:solidFill>
          <a:ln w="0">
            <a:noFill/>
            <a:prstDash val="solid"/>
          </a:ln>
        </p:spPr>
      </p:sp>
      <p:sp>
        <p:nvSpPr>
          <p:cNvPr id="4025" name="03_assume_matched_9322">
            <a:extLst>
              <a:ext uri="{FF2B5EF4-FFF2-40B4-BE49-F238E27FC236}">
                <a16:creationId xmlns:a16="http://schemas.microsoft.com/office/drawing/2014/main" id="{ED20EB9B-A5AB-4634-82CA-4E158D76E318}"/>
              </a:ext>
            </a:extLst>
          </p:cNvPr>
          <p:cNvSpPr>
            <a:spLocks noGrp="1"/>
          </p:cNvSpPr>
          <p:nvPr/>
        </p:nvSpPr>
        <p:spPr>
          <a:xfrm>
            <a:off x="6198476" y="7168208"/>
            <a:ext cx="28398" cy="28398"/>
          </a:xfrm>
          <a:prstGeom prst="ellipse">
            <a:avLst/>
          </a:prstGeom>
          <a:solidFill>
            <a:srgbClr val="7F8C97">
              <a:alpha val="48000"/>
            </a:srgbClr>
          </a:solidFill>
          <a:ln w="0">
            <a:noFill/>
            <a:prstDash val="solid"/>
          </a:ln>
        </p:spPr>
      </p:sp>
      <p:sp>
        <p:nvSpPr>
          <p:cNvPr id="4026" name="03_assume_matched_9323">
            <a:extLst>
              <a:ext uri="{FF2B5EF4-FFF2-40B4-BE49-F238E27FC236}">
                <a16:creationId xmlns:a16="http://schemas.microsoft.com/office/drawing/2014/main" id="{67973209-056D-4667-BBB3-F3E6D68C4BB6}"/>
              </a:ext>
            </a:extLst>
          </p:cNvPr>
          <p:cNvSpPr>
            <a:spLocks noGrp="1"/>
          </p:cNvSpPr>
          <p:nvPr/>
        </p:nvSpPr>
        <p:spPr>
          <a:xfrm>
            <a:off x="6103208" y="7168208"/>
            <a:ext cx="28398" cy="28398"/>
          </a:xfrm>
          <a:prstGeom prst="ellipse">
            <a:avLst/>
          </a:prstGeom>
          <a:solidFill>
            <a:srgbClr val="7F8C97">
              <a:alpha val="48000"/>
            </a:srgbClr>
          </a:solidFill>
          <a:ln w="0">
            <a:noFill/>
            <a:prstDash val="solid"/>
          </a:ln>
        </p:spPr>
      </p:sp>
      <p:sp>
        <p:nvSpPr>
          <p:cNvPr id="4027" name="03_assume_matched_9324">
            <a:extLst>
              <a:ext uri="{FF2B5EF4-FFF2-40B4-BE49-F238E27FC236}">
                <a16:creationId xmlns:a16="http://schemas.microsoft.com/office/drawing/2014/main" id="{5143DD9C-DA78-4FF2-850D-331761913A56}"/>
              </a:ext>
            </a:extLst>
          </p:cNvPr>
          <p:cNvSpPr>
            <a:spLocks noGrp="1"/>
          </p:cNvSpPr>
          <p:nvPr/>
        </p:nvSpPr>
        <p:spPr>
          <a:xfrm>
            <a:off x="6133861" y="7168208"/>
            <a:ext cx="28398" cy="28398"/>
          </a:xfrm>
          <a:prstGeom prst="ellipse">
            <a:avLst/>
          </a:prstGeom>
          <a:solidFill>
            <a:srgbClr val="7F8C97">
              <a:alpha val="48000"/>
            </a:srgbClr>
          </a:solidFill>
          <a:ln w="0">
            <a:noFill/>
            <a:prstDash val="solid"/>
          </a:ln>
        </p:spPr>
      </p:sp>
      <p:sp>
        <p:nvSpPr>
          <p:cNvPr id="4028" name="03_assume_matched_9325">
            <a:extLst>
              <a:ext uri="{FF2B5EF4-FFF2-40B4-BE49-F238E27FC236}">
                <a16:creationId xmlns:a16="http://schemas.microsoft.com/office/drawing/2014/main" id="{03F8BE83-2761-4C2D-9111-FA7DCC336EDA}"/>
              </a:ext>
            </a:extLst>
          </p:cNvPr>
          <p:cNvSpPr>
            <a:spLocks noGrp="1"/>
          </p:cNvSpPr>
          <p:nvPr/>
        </p:nvSpPr>
        <p:spPr>
          <a:xfrm>
            <a:off x="6102920" y="7606860"/>
            <a:ext cx="28398" cy="28398"/>
          </a:xfrm>
          <a:prstGeom prst="ellipse">
            <a:avLst/>
          </a:prstGeom>
          <a:solidFill>
            <a:srgbClr val="7F8C97">
              <a:alpha val="48000"/>
            </a:srgbClr>
          </a:solidFill>
          <a:ln w="0">
            <a:noFill/>
            <a:prstDash val="solid"/>
          </a:ln>
        </p:spPr>
      </p:sp>
      <p:sp>
        <p:nvSpPr>
          <p:cNvPr id="4029" name="03_assume_matched_9326">
            <a:extLst>
              <a:ext uri="{FF2B5EF4-FFF2-40B4-BE49-F238E27FC236}">
                <a16:creationId xmlns:a16="http://schemas.microsoft.com/office/drawing/2014/main" id="{81AE8A86-757E-4A21-8DBA-0A286E207900}"/>
              </a:ext>
            </a:extLst>
          </p:cNvPr>
          <p:cNvSpPr>
            <a:spLocks noGrp="1"/>
          </p:cNvSpPr>
          <p:nvPr/>
        </p:nvSpPr>
        <p:spPr>
          <a:xfrm>
            <a:off x="6184229" y="7168208"/>
            <a:ext cx="28398" cy="28398"/>
          </a:xfrm>
          <a:prstGeom prst="ellipse">
            <a:avLst/>
          </a:prstGeom>
          <a:solidFill>
            <a:srgbClr val="7F8C97">
              <a:alpha val="48000"/>
            </a:srgbClr>
          </a:solidFill>
          <a:ln w="0">
            <a:noFill/>
            <a:prstDash val="solid"/>
          </a:ln>
        </p:spPr>
      </p:sp>
      <p:sp>
        <p:nvSpPr>
          <p:cNvPr id="4030" name="03_assume_matched_9327">
            <a:extLst>
              <a:ext uri="{FF2B5EF4-FFF2-40B4-BE49-F238E27FC236}">
                <a16:creationId xmlns:a16="http://schemas.microsoft.com/office/drawing/2014/main" id="{07780054-4A4D-4C64-97AB-F06E88975E37}"/>
              </a:ext>
            </a:extLst>
          </p:cNvPr>
          <p:cNvSpPr>
            <a:spLocks noGrp="1"/>
          </p:cNvSpPr>
          <p:nvPr/>
        </p:nvSpPr>
        <p:spPr>
          <a:xfrm>
            <a:off x="6165521" y="7168208"/>
            <a:ext cx="28398" cy="28398"/>
          </a:xfrm>
          <a:prstGeom prst="ellipse">
            <a:avLst/>
          </a:prstGeom>
          <a:solidFill>
            <a:srgbClr val="7F8C97">
              <a:alpha val="48000"/>
            </a:srgbClr>
          </a:solidFill>
          <a:ln w="0">
            <a:noFill/>
            <a:prstDash val="solid"/>
          </a:ln>
        </p:spPr>
      </p:sp>
      <p:sp>
        <p:nvSpPr>
          <p:cNvPr id="4031" name="03_assume_matched_9328">
            <a:extLst>
              <a:ext uri="{FF2B5EF4-FFF2-40B4-BE49-F238E27FC236}">
                <a16:creationId xmlns:a16="http://schemas.microsoft.com/office/drawing/2014/main" id="{6A47637E-B0BD-49E9-96C3-C96DDA739F3C}"/>
              </a:ext>
            </a:extLst>
          </p:cNvPr>
          <p:cNvSpPr>
            <a:spLocks noGrp="1"/>
          </p:cNvSpPr>
          <p:nvPr/>
        </p:nvSpPr>
        <p:spPr>
          <a:xfrm>
            <a:off x="6150266" y="7168208"/>
            <a:ext cx="28398" cy="28398"/>
          </a:xfrm>
          <a:prstGeom prst="ellipse">
            <a:avLst/>
          </a:prstGeom>
          <a:solidFill>
            <a:srgbClr val="7F8C97">
              <a:alpha val="48000"/>
            </a:srgbClr>
          </a:solidFill>
          <a:ln w="0">
            <a:noFill/>
            <a:prstDash val="solid"/>
          </a:ln>
        </p:spPr>
      </p:sp>
      <p:sp>
        <p:nvSpPr>
          <p:cNvPr id="4032" name="03_assume_matched_9329">
            <a:extLst>
              <a:ext uri="{FF2B5EF4-FFF2-40B4-BE49-F238E27FC236}">
                <a16:creationId xmlns:a16="http://schemas.microsoft.com/office/drawing/2014/main" id="{DEAB6FE7-7BDA-489C-A2A7-6C82989DDE69}"/>
              </a:ext>
            </a:extLst>
          </p:cNvPr>
          <p:cNvSpPr>
            <a:spLocks noGrp="1"/>
          </p:cNvSpPr>
          <p:nvPr/>
        </p:nvSpPr>
        <p:spPr>
          <a:xfrm>
            <a:off x="6136019" y="7753078"/>
            <a:ext cx="28398" cy="28398"/>
          </a:xfrm>
          <a:prstGeom prst="ellipse">
            <a:avLst/>
          </a:prstGeom>
          <a:solidFill>
            <a:srgbClr val="7F8C97">
              <a:alpha val="48000"/>
            </a:srgbClr>
          </a:solidFill>
          <a:ln w="0">
            <a:noFill/>
            <a:prstDash val="solid"/>
          </a:ln>
        </p:spPr>
      </p:sp>
      <p:sp>
        <p:nvSpPr>
          <p:cNvPr id="4033" name="03_assume_matched_9330">
            <a:extLst>
              <a:ext uri="{FF2B5EF4-FFF2-40B4-BE49-F238E27FC236}">
                <a16:creationId xmlns:a16="http://schemas.microsoft.com/office/drawing/2014/main" id="{AFCC9F75-326A-4405-A846-CDE4390AF253}"/>
              </a:ext>
            </a:extLst>
          </p:cNvPr>
          <p:cNvSpPr>
            <a:spLocks noGrp="1"/>
          </p:cNvSpPr>
          <p:nvPr/>
        </p:nvSpPr>
        <p:spPr>
          <a:xfrm>
            <a:off x="6152425" y="7168208"/>
            <a:ext cx="28398" cy="28398"/>
          </a:xfrm>
          <a:prstGeom prst="ellipse">
            <a:avLst/>
          </a:prstGeom>
          <a:solidFill>
            <a:srgbClr val="7F8C97">
              <a:alpha val="48000"/>
            </a:srgbClr>
          </a:solidFill>
          <a:ln w="0">
            <a:noFill/>
            <a:prstDash val="solid"/>
          </a:ln>
        </p:spPr>
      </p:sp>
      <p:sp>
        <p:nvSpPr>
          <p:cNvPr id="4034" name="03_assume_matched_9331">
            <a:extLst>
              <a:ext uri="{FF2B5EF4-FFF2-40B4-BE49-F238E27FC236}">
                <a16:creationId xmlns:a16="http://schemas.microsoft.com/office/drawing/2014/main" id="{38EBEE99-3532-4C18-99D5-3211AAA3E737}"/>
              </a:ext>
            </a:extLst>
          </p:cNvPr>
          <p:cNvSpPr>
            <a:spLocks noGrp="1"/>
          </p:cNvSpPr>
          <p:nvPr/>
        </p:nvSpPr>
        <p:spPr>
          <a:xfrm>
            <a:off x="6237619" y="7314426"/>
            <a:ext cx="28398" cy="28398"/>
          </a:xfrm>
          <a:prstGeom prst="ellipse">
            <a:avLst/>
          </a:prstGeom>
          <a:solidFill>
            <a:srgbClr val="7F8C97">
              <a:alpha val="48000"/>
            </a:srgbClr>
          </a:solidFill>
          <a:ln w="0">
            <a:noFill/>
            <a:prstDash val="solid"/>
          </a:ln>
        </p:spPr>
      </p:sp>
      <p:sp>
        <p:nvSpPr>
          <p:cNvPr id="4035" name="03_assume_matched_9332">
            <a:extLst>
              <a:ext uri="{FF2B5EF4-FFF2-40B4-BE49-F238E27FC236}">
                <a16:creationId xmlns:a16="http://schemas.microsoft.com/office/drawing/2014/main" id="{C5EB4DF8-767D-4191-8BCA-C7D96A0A80F9}"/>
              </a:ext>
            </a:extLst>
          </p:cNvPr>
          <p:cNvSpPr>
            <a:spLocks noGrp="1"/>
          </p:cNvSpPr>
          <p:nvPr/>
        </p:nvSpPr>
        <p:spPr>
          <a:xfrm>
            <a:off x="6192576" y="7168208"/>
            <a:ext cx="28398" cy="28398"/>
          </a:xfrm>
          <a:prstGeom prst="ellipse">
            <a:avLst/>
          </a:prstGeom>
          <a:solidFill>
            <a:srgbClr val="7F8C97">
              <a:alpha val="48000"/>
            </a:srgbClr>
          </a:solidFill>
          <a:ln w="0">
            <a:noFill/>
            <a:prstDash val="solid"/>
          </a:ln>
        </p:spPr>
      </p:sp>
      <p:sp>
        <p:nvSpPr>
          <p:cNvPr id="4036" name="03_assume_matched_9333">
            <a:extLst>
              <a:ext uri="{FF2B5EF4-FFF2-40B4-BE49-F238E27FC236}">
                <a16:creationId xmlns:a16="http://schemas.microsoft.com/office/drawing/2014/main" id="{3195DD29-DB2C-4CFD-B2BE-DE36DBE3A895}"/>
              </a:ext>
            </a:extLst>
          </p:cNvPr>
          <p:cNvSpPr>
            <a:spLocks noGrp="1"/>
          </p:cNvSpPr>
          <p:nvPr/>
        </p:nvSpPr>
        <p:spPr>
          <a:xfrm>
            <a:off x="6202362" y="7655599"/>
            <a:ext cx="28398" cy="28398"/>
          </a:xfrm>
          <a:prstGeom prst="ellipse">
            <a:avLst/>
          </a:prstGeom>
          <a:solidFill>
            <a:srgbClr val="7F8C97">
              <a:alpha val="48000"/>
            </a:srgbClr>
          </a:solidFill>
          <a:ln w="0">
            <a:noFill/>
            <a:prstDash val="solid"/>
          </a:ln>
        </p:spPr>
      </p:sp>
      <p:sp>
        <p:nvSpPr>
          <p:cNvPr id="4037" name="03_assume_matched_9334">
            <a:extLst>
              <a:ext uri="{FF2B5EF4-FFF2-40B4-BE49-F238E27FC236}">
                <a16:creationId xmlns:a16="http://schemas.microsoft.com/office/drawing/2014/main" id="{6A0551C1-E175-4B88-963F-9DDCC04B34FB}"/>
              </a:ext>
            </a:extLst>
          </p:cNvPr>
          <p:cNvSpPr>
            <a:spLocks noGrp="1"/>
          </p:cNvSpPr>
          <p:nvPr/>
        </p:nvSpPr>
        <p:spPr>
          <a:xfrm>
            <a:off x="6139185" y="7558121"/>
            <a:ext cx="28398" cy="28398"/>
          </a:xfrm>
          <a:prstGeom prst="ellipse">
            <a:avLst/>
          </a:prstGeom>
          <a:solidFill>
            <a:srgbClr val="7F8C97">
              <a:alpha val="48000"/>
            </a:srgbClr>
          </a:solidFill>
          <a:ln w="0">
            <a:noFill/>
            <a:prstDash val="solid"/>
          </a:ln>
        </p:spPr>
      </p:sp>
      <p:sp>
        <p:nvSpPr>
          <p:cNvPr id="4038" name="03_assume_matched_9335">
            <a:extLst>
              <a:ext uri="{FF2B5EF4-FFF2-40B4-BE49-F238E27FC236}">
                <a16:creationId xmlns:a16="http://schemas.microsoft.com/office/drawing/2014/main" id="{4A72342D-56F3-4257-8A83-442AF0ACC058}"/>
              </a:ext>
            </a:extLst>
          </p:cNvPr>
          <p:cNvSpPr>
            <a:spLocks noGrp="1"/>
          </p:cNvSpPr>
          <p:nvPr/>
        </p:nvSpPr>
        <p:spPr>
          <a:xfrm>
            <a:off x="6229560" y="7558121"/>
            <a:ext cx="28398" cy="28398"/>
          </a:xfrm>
          <a:prstGeom prst="ellipse">
            <a:avLst/>
          </a:prstGeom>
          <a:solidFill>
            <a:srgbClr val="7F8C97">
              <a:alpha val="48000"/>
            </a:srgbClr>
          </a:solidFill>
          <a:ln w="0">
            <a:noFill/>
            <a:prstDash val="solid"/>
          </a:ln>
        </p:spPr>
      </p:sp>
      <p:sp>
        <p:nvSpPr>
          <p:cNvPr id="4039" name="03_assume_matched_9336">
            <a:extLst>
              <a:ext uri="{FF2B5EF4-FFF2-40B4-BE49-F238E27FC236}">
                <a16:creationId xmlns:a16="http://schemas.microsoft.com/office/drawing/2014/main" id="{039B4214-7590-483D-BAD3-140C971F1D68}"/>
              </a:ext>
            </a:extLst>
          </p:cNvPr>
          <p:cNvSpPr>
            <a:spLocks noGrp="1"/>
          </p:cNvSpPr>
          <p:nvPr/>
        </p:nvSpPr>
        <p:spPr>
          <a:xfrm>
            <a:off x="6202649" y="7168208"/>
            <a:ext cx="28398" cy="28398"/>
          </a:xfrm>
          <a:prstGeom prst="ellipse">
            <a:avLst/>
          </a:prstGeom>
          <a:solidFill>
            <a:srgbClr val="7F8C97">
              <a:alpha val="48000"/>
            </a:srgbClr>
          </a:solidFill>
          <a:ln w="0">
            <a:noFill/>
            <a:prstDash val="solid"/>
          </a:ln>
        </p:spPr>
      </p:sp>
      <p:sp>
        <p:nvSpPr>
          <p:cNvPr id="4040" name="03_assume_matched_9337">
            <a:extLst>
              <a:ext uri="{FF2B5EF4-FFF2-40B4-BE49-F238E27FC236}">
                <a16:creationId xmlns:a16="http://schemas.microsoft.com/office/drawing/2014/main" id="{F37E169A-5A81-4B2B-A720-47A733349E03}"/>
              </a:ext>
            </a:extLst>
          </p:cNvPr>
          <p:cNvSpPr>
            <a:spLocks noGrp="1"/>
          </p:cNvSpPr>
          <p:nvPr/>
        </p:nvSpPr>
        <p:spPr>
          <a:xfrm>
            <a:off x="6120477" y="7753078"/>
            <a:ext cx="28398" cy="28398"/>
          </a:xfrm>
          <a:prstGeom prst="ellipse">
            <a:avLst/>
          </a:prstGeom>
          <a:solidFill>
            <a:srgbClr val="7F8C97">
              <a:alpha val="48000"/>
            </a:srgbClr>
          </a:solidFill>
          <a:ln w="0">
            <a:noFill/>
            <a:prstDash val="solid"/>
          </a:ln>
        </p:spPr>
      </p:sp>
      <p:sp>
        <p:nvSpPr>
          <p:cNvPr id="4041" name="03_assume_matched_9338">
            <a:extLst>
              <a:ext uri="{FF2B5EF4-FFF2-40B4-BE49-F238E27FC236}">
                <a16:creationId xmlns:a16="http://schemas.microsoft.com/office/drawing/2014/main" id="{4A710EE0-D8B2-46E2-856B-F654400CFF05}"/>
              </a:ext>
            </a:extLst>
          </p:cNvPr>
          <p:cNvSpPr>
            <a:spLocks noGrp="1"/>
          </p:cNvSpPr>
          <p:nvPr/>
        </p:nvSpPr>
        <p:spPr>
          <a:xfrm>
            <a:off x="6127817" y="7168208"/>
            <a:ext cx="28398" cy="28398"/>
          </a:xfrm>
          <a:prstGeom prst="ellipse">
            <a:avLst/>
          </a:prstGeom>
          <a:solidFill>
            <a:srgbClr val="7F8C97">
              <a:alpha val="48000"/>
            </a:srgbClr>
          </a:solidFill>
          <a:ln w="0">
            <a:noFill/>
            <a:prstDash val="solid"/>
          </a:ln>
        </p:spPr>
      </p:sp>
      <p:sp>
        <p:nvSpPr>
          <p:cNvPr id="4042" name="03_assume_matched_9339">
            <a:extLst>
              <a:ext uri="{FF2B5EF4-FFF2-40B4-BE49-F238E27FC236}">
                <a16:creationId xmlns:a16="http://schemas.microsoft.com/office/drawing/2014/main" id="{72F691FB-C28A-43ED-9C98-7A6305E4FE63}"/>
              </a:ext>
            </a:extLst>
          </p:cNvPr>
          <p:cNvSpPr>
            <a:spLocks noGrp="1"/>
          </p:cNvSpPr>
          <p:nvPr/>
        </p:nvSpPr>
        <p:spPr>
          <a:xfrm>
            <a:off x="6139042" y="7558121"/>
            <a:ext cx="28398" cy="28398"/>
          </a:xfrm>
          <a:prstGeom prst="ellipse">
            <a:avLst/>
          </a:prstGeom>
          <a:solidFill>
            <a:srgbClr val="7F8C97">
              <a:alpha val="48000"/>
            </a:srgbClr>
          </a:solidFill>
          <a:ln w="0">
            <a:noFill/>
            <a:prstDash val="solid"/>
          </a:ln>
        </p:spPr>
      </p:sp>
      <p:sp>
        <p:nvSpPr>
          <p:cNvPr id="4043" name="03_assume_matched_9340">
            <a:extLst>
              <a:ext uri="{FF2B5EF4-FFF2-40B4-BE49-F238E27FC236}">
                <a16:creationId xmlns:a16="http://schemas.microsoft.com/office/drawing/2014/main" id="{23D128BB-C639-4E21-8625-E6501612DA4C}"/>
              </a:ext>
            </a:extLst>
          </p:cNvPr>
          <p:cNvSpPr>
            <a:spLocks noGrp="1"/>
          </p:cNvSpPr>
          <p:nvPr/>
        </p:nvSpPr>
        <p:spPr>
          <a:xfrm>
            <a:off x="6228409" y="7168208"/>
            <a:ext cx="28398" cy="28398"/>
          </a:xfrm>
          <a:prstGeom prst="ellipse">
            <a:avLst/>
          </a:prstGeom>
          <a:solidFill>
            <a:srgbClr val="7F8C97">
              <a:alpha val="48000"/>
            </a:srgbClr>
          </a:solidFill>
          <a:ln w="0">
            <a:noFill/>
            <a:prstDash val="solid"/>
          </a:ln>
        </p:spPr>
      </p:sp>
      <p:sp>
        <p:nvSpPr>
          <p:cNvPr id="4044" name="03_assume_matched_9341">
            <a:extLst>
              <a:ext uri="{FF2B5EF4-FFF2-40B4-BE49-F238E27FC236}">
                <a16:creationId xmlns:a16="http://schemas.microsoft.com/office/drawing/2014/main" id="{638FAB8E-141F-44C5-9A96-950189EF983C}"/>
              </a:ext>
            </a:extLst>
          </p:cNvPr>
          <p:cNvSpPr>
            <a:spLocks noGrp="1"/>
          </p:cNvSpPr>
          <p:nvPr/>
        </p:nvSpPr>
        <p:spPr>
          <a:xfrm>
            <a:off x="6141344" y="7168208"/>
            <a:ext cx="28398" cy="28398"/>
          </a:xfrm>
          <a:prstGeom prst="ellipse">
            <a:avLst/>
          </a:prstGeom>
          <a:solidFill>
            <a:srgbClr val="7F8C97">
              <a:alpha val="48000"/>
            </a:srgbClr>
          </a:solidFill>
          <a:ln w="0">
            <a:noFill/>
            <a:prstDash val="solid"/>
          </a:ln>
        </p:spPr>
      </p:sp>
      <p:sp>
        <p:nvSpPr>
          <p:cNvPr id="4045" name="03_assume_matched_9342">
            <a:extLst>
              <a:ext uri="{FF2B5EF4-FFF2-40B4-BE49-F238E27FC236}">
                <a16:creationId xmlns:a16="http://schemas.microsoft.com/office/drawing/2014/main" id="{94C61123-F89E-4812-9CC1-50EBA73EA89E}"/>
              </a:ext>
            </a:extLst>
          </p:cNvPr>
          <p:cNvSpPr>
            <a:spLocks noGrp="1"/>
          </p:cNvSpPr>
          <p:nvPr/>
        </p:nvSpPr>
        <p:spPr>
          <a:xfrm>
            <a:off x="6220350" y="7493136"/>
            <a:ext cx="28398" cy="28398"/>
          </a:xfrm>
          <a:prstGeom prst="ellipse">
            <a:avLst/>
          </a:prstGeom>
          <a:solidFill>
            <a:srgbClr val="7F8C97">
              <a:alpha val="48000"/>
            </a:srgbClr>
          </a:solidFill>
          <a:ln w="0">
            <a:noFill/>
            <a:prstDash val="solid"/>
          </a:ln>
        </p:spPr>
      </p:sp>
      <p:sp>
        <p:nvSpPr>
          <p:cNvPr id="4046" name="03_assume_matched_9343">
            <a:extLst>
              <a:ext uri="{FF2B5EF4-FFF2-40B4-BE49-F238E27FC236}">
                <a16:creationId xmlns:a16="http://schemas.microsoft.com/office/drawing/2014/main" id="{B2CE7722-69C2-42F1-8E29-B772EA419F0F}"/>
              </a:ext>
            </a:extLst>
          </p:cNvPr>
          <p:cNvSpPr>
            <a:spLocks noGrp="1"/>
          </p:cNvSpPr>
          <p:nvPr/>
        </p:nvSpPr>
        <p:spPr>
          <a:xfrm>
            <a:off x="6221501" y="7168208"/>
            <a:ext cx="28398" cy="28398"/>
          </a:xfrm>
          <a:prstGeom prst="ellipse">
            <a:avLst/>
          </a:prstGeom>
          <a:solidFill>
            <a:srgbClr val="7F8C97">
              <a:alpha val="48000"/>
            </a:srgbClr>
          </a:solidFill>
          <a:ln w="0">
            <a:noFill/>
            <a:prstDash val="solid"/>
          </a:ln>
        </p:spPr>
      </p:sp>
      <p:sp>
        <p:nvSpPr>
          <p:cNvPr id="4047" name="03_assume_matched_9344">
            <a:extLst>
              <a:ext uri="{FF2B5EF4-FFF2-40B4-BE49-F238E27FC236}">
                <a16:creationId xmlns:a16="http://schemas.microsoft.com/office/drawing/2014/main" id="{14533FC9-EF06-4656-9B3A-F66FCCB95507}"/>
              </a:ext>
            </a:extLst>
          </p:cNvPr>
          <p:cNvSpPr>
            <a:spLocks noGrp="1"/>
          </p:cNvSpPr>
          <p:nvPr/>
        </p:nvSpPr>
        <p:spPr>
          <a:xfrm>
            <a:off x="6225243" y="7753078"/>
            <a:ext cx="28398" cy="28398"/>
          </a:xfrm>
          <a:prstGeom prst="ellipse">
            <a:avLst/>
          </a:prstGeom>
          <a:solidFill>
            <a:srgbClr val="7F8C97">
              <a:alpha val="48000"/>
            </a:srgbClr>
          </a:solidFill>
          <a:ln w="0">
            <a:noFill/>
            <a:prstDash val="solid"/>
          </a:ln>
        </p:spPr>
      </p:sp>
      <p:sp>
        <p:nvSpPr>
          <p:cNvPr id="4048" name="03_assume_matched_9345">
            <a:extLst>
              <a:ext uri="{FF2B5EF4-FFF2-40B4-BE49-F238E27FC236}">
                <a16:creationId xmlns:a16="http://schemas.microsoft.com/office/drawing/2014/main" id="{A0D2626D-3D2B-437A-8F65-10396E246777}"/>
              </a:ext>
            </a:extLst>
          </p:cNvPr>
          <p:cNvSpPr>
            <a:spLocks noGrp="1"/>
          </p:cNvSpPr>
          <p:nvPr/>
        </p:nvSpPr>
        <p:spPr>
          <a:xfrm>
            <a:off x="6142495" y="7753078"/>
            <a:ext cx="28398" cy="28398"/>
          </a:xfrm>
          <a:prstGeom prst="ellipse">
            <a:avLst/>
          </a:prstGeom>
          <a:solidFill>
            <a:srgbClr val="7F8C97">
              <a:alpha val="48000"/>
            </a:srgbClr>
          </a:solidFill>
          <a:ln w="0">
            <a:noFill/>
            <a:prstDash val="solid"/>
          </a:ln>
        </p:spPr>
      </p:sp>
      <p:sp>
        <p:nvSpPr>
          <p:cNvPr id="4049" name="03_assume_matched_9346">
            <a:extLst>
              <a:ext uri="{FF2B5EF4-FFF2-40B4-BE49-F238E27FC236}">
                <a16:creationId xmlns:a16="http://schemas.microsoft.com/office/drawing/2014/main" id="{504A15B0-950A-49E4-B4D5-61307D9F3BC6}"/>
              </a:ext>
            </a:extLst>
          </p:cNvPr>
          <p:cNvSpPr>
            <a:spLocks noGrp="1"/>
          </p:cNvSpPr>
          <p:nvPr/>
        </p:nvSpPr>
        <p:spPr>
          <a:xfrm>
            <a:off x="6120765" y="7168208"/>
            <a:ext cx="28398" cy="28398"/>
          </a:xfrm>
          <a:prstGeom prst="ellipse">
            <a:avLst/>
          </a:prstGeom>
          <a:solidFill>
            <a:srgbClr val="7F8C97">
              <a:alpha val="48000"/>
            </a:srgbClr>
          </a:solidFill>
          <a:ln w="0">
            <a:noFill/>
            <a:prstDash val="solid"/>
          </a:ln>
        </p:spPr>
      </p:sp>
      <p:sp>
        <p:nvSpPr>
          <p:cNvPr id="4050" name="03_assume_matched_9347">
            <a:extLst>
              <a:ext uri="{FF2B5EF4-FFF2-40B4-BE49-F238E27FC236}">
                <a16:creationId xmlns:a16="http://schemas.microsoft.com/office/drawing/2014/main" id="{BC5FE6F5-E618-4EC8-AD18-67CCD1C31FFE}"/>
              </a:ext>
            </a:extLst>
          </p:cNvPr>
          <p:cNvSpPr>
            <a:spLocks noGrp="1"/>
          </p:cNvSpPr>
          <p:nvPr/>
        </p:nvSpPr>
        <p:spPr>
          <a:xfrm>
            <a:off x="6204520" y="7168208"/>
            <a:ext cx="28398" cy="28398"/>
          </a:xfrm>
          <a:prstGeom prst="ellipse">
            <a:avLst/>
          </a:prstGeom>
          <a:solidFill>
            <a:srgbClr val="7F8C97">
              <a:alpha val="48000"/>
            </a:srgbClr>
          </a:solidFill>
          <a:ln w="0">
            <a:noFill/>
            <a:prstDash val="solid"/>
          </a:ln>
        </p:spPr>
      </p:sp>
      <p:sp>
        <p:nvSpPr>
          <p:cNvPr id="4051" name="03_assume_matched_9348">
            <a:extLst>
              <a:ext uri="{FF2B5EF4-FFF2-40B4-BE49-F238E27FC236}">
                <a16:creationId xmlns:a16="http://schemas.microsoft.com/office/drawing/2014/main" id="{374141E4-26DC-42A1-A1C9-06587082211D}"/>
              </a:ext>
            </a:extLst>
          </p:cNvPr>
          <p:cNvSpPr>
            <a:spLocks noGrp="1"/>
          </p:cNvSpPr>
          <p:nvPr/>
        </p:nvSpPr>
        <p:spPr>
          <a:xfrm>
            <a:off x="6114001" y="7168208"/>
            <a:ext cx="28398" cy="28398"/>
          </a:xfrm>
          <a:prstGeom prst="ellipse">
            <a:avLst/>
          </a:prstGeom>
          <a:solidFill>
            <a:srgbClr val="7F8C97">
              <a:alpha val="48000"/>
            </a:srgbClr>
          </a:solidFill>
          <a:ln w="0">
            <a:noFill/>
            <a:prstDash val="solid"/>
          </a:ln>
        </p:spPr>
      </p:sp>
      <p:sp>
        <p:nvSpPr>
          <p:cNvPr id="4052" name="03_assume_matched_9349">
            <a:extLst>
              <a:ext uri="{FF2B5EF4-FFF2-40B4-BE49-F238E27FC236}">
                <a16:creationId xmlns:a16="http://schemas.microsoft.com/office/drawing/2014/main" id="{3147F4CF-78B8-42E4-922F-9CDF10C35159}"/>
              </a:ext>
            </a:extLst>
          </p:cNvPr>
          <p:cNvSpPr>
            <a:spLocks noGrp="1"/>
          </p:cNvSpPr>
          <p:nvPr/>
        </p:nvSpPr>
        <p:spPr>
          <a:xfrm>
            <a:off x="6208118" y="7168208"/>
            <a:ext cx="28398" cy="28398"/>
          </a:xfrm>
          <a:prstGeom prst="ellipse">
            <a:avLst/>
          </a:prstGeom>
          <a:solidFill>
            <a:srgbClr val="7F8C97">
              <a:alpha val="48000"/>
            </a:srgbClr>
          </a:solidFill>
          <a:ln w="0">
            <a:noFill/>
            <a:prstDash val="solid"/>
          </a:ln>
        </p:spPr>
      </p:sp>
      <p:sp>
        <p:nvSpPr>
          <p:cNvPr id="4053" name="03_assume_matched_9350">
            <a:extLst>
              <a:ext uri="{FF2B5EF4-FFF2-40B4-BE49-F238E27FC236}">
                <a16:creationId xmlns:a16="http://schemas.microsoft.com/office/drawing/2014/main" id="{DFB968DA-3126-4A74-8F4B-5234AE5E3B4A}"/>
              </a:ext>
            </a:extLst>
          </p:cNvPr>
          <p:cNvSpPr>
            <a:spLocks noGrp="1"/>
          </p:cNvSpPr>
          <p:nvPr/>
        </p:nvSpPr>
        <p:spPr>
          <a:xfrm>
            <a:off x="6115297" y="7753078"/>
            <a:ext cx="28398" cy="28398"/>
          </a:xfrm>
          <a:prstGeom prst="ellipse">
            <a:avLst/>
          </a:prstGeom>
          <a:solidFill>
            <a:srgbClr val="7F8C97">
              <a:alpha val="48000"/>
            </a:srgbClr>
          </a:solidFill>
          <a:ln w="0">
            <a:noFill/>
            <a:prstDash val="solid"/>
          </a:ln>
        </p:spPr>
      </p:sp>
      <p:sp>
        <p:nvSpPr>
          <p:cNvPr id="4054" name="03_assume_matched_9351">
            <a:extLst>
              <a:ext uri="{FF2B5EF4-FFF2-40B4-BE49-F238E27FC236}">
                <a16:creationId xmlns:a16="http://schemas.microsoft.com/office/drawing/2014/main" id="{60812F45-F9A4-4F45-A61E-51ADCFE54A45}"/>
              </a:ext>
            </a:extLst>
          </p:cNvPr>
          <p:cNvSpPr>
            <a:spLocks noGrp="1"/>
          </p:cNvSpPr>
          <p:nvPr/>
        </p:nvSpPr>
        <p:spPr>
          <a:xfrm>
            <a:off x="6235748" y="7168208"/>
            <a:ext cx="28398" cy="28398"/>
          </a:xfrm>
          <a:prstGeom prst="ellipse">
            <a:avLst/>
          </a:prstGeom>
          <a:solidFill>
            <a:srgbClr val="7F8C97">
              <a:alpha val="48000"/>
            </a:srgbClr>
          </a:solidFill>
          <a:ln w="0">
            <a:noFill/>
            <a:prstDash val="solid"/>
          </a:ln>
        </p:spPr>
      </p:sp>
      <p:sp>
        <p:nvSpPr>
          <p:cNvPr id="4055" name="03_assume_matched_9352">
            <a:extLst>
              <a:ext uri="{FF2B5EF4-FFF2-40B4-BE49-F238E27FC236}">
                <a16:creationId xmlns:a16="http://schemas.microsoft.com/office/drawing/2014/main" id="{5B6048AC-9081-4435-AA96-D2BB8B89FF6E}"/>
              </a:ext>
            </a:extLst>
          </p:cNvPr>
          <p:cNvSpPr>
            <a:spLocks noGrp="1"/>
          </p:cNvSpPr>
          <p:nvPr/>
        </p:nvSpPr>
        <p:spPr>
          <a:xfrm>
            <a:off x="6213730" y="7168208"/>
            <a:ext cx="28398" cy="28398"/>
          </a:xfrm>
          <a:prstGeom prst="ellipse">
            <a:avLst/>
          </a:prstGeom>
          <a:solidFill>
            <a:srgbClr val="7F8C97">
              <a:alpha val="48000"/>
            </a:srgbClr>
          </a:solidFill>
          <a:ln w="0">
            <a:noFill/>
            <a:prstDash val="solid"/>
          </a:ln>
        </p:spPr>
      </p:sp>
      <p:sp>
        <p:nvSpPr>
          <p:cNvPr id="4056" name="03_assume_matched_9353">
            <a:extLst>
              <a:ext uri="{FF2B5EF4-FFF2-40B4-BE49-F238E27FC236}">
                <a16:creationId xmlns:a16="http://schemas.microsoft.com/office/drawing/2014/main" id="{B3497139-F401-4F7F-B6FE-D35301BE667D}"/>
              </a:ext>
            </a:extLst>
          </p:cNvPr>
          <p:cNvSpPr>
            <a:spLocks noGrp="1"/>
          </p:cNvSpPr>
          <p:nvPr/>
        </p:nvSpPr>
        <p:spPr>
          <a:xfrm>
            <a:off x="6161635" y="7168208"/>
            <a:ext cx="28398" cy="28398"/>
          </a:xfrm>
          <a:prstGeom prst="ellipse">
            <a:avLst/>
          </a:prstGeom>
          <a:solidFill>
            <a:srgbClr val="7F8C97">
              <a:alpha val="48000"/>
            </a:srgbClr>
          </a:solidFill>
          <a:ln w="0">
            <a:noFill/>
            <a:prstDash val="solid"/>
          </a:ln>
        </p:spPr>
      </p:sp>
      <p:sp>
        <p:nvSpPr>
          <p:cNvPr id="4057" name="03_assume_matched_9354">
            <a:extLst>
              <a:ext uri="{FF2B5EF4-FFF2-40B4-BE49-F238E27FC236}">
                <a16:creationId xmlns:a16="http://schemas.microsoft.com/office/drawing/2014/main" id="{73FFB655-12F9-435B-99CE-214B55E0E7C5}"/>
              </a:ext>
            </a:extLst>
          </p:cNvPr>
          <p:cNvSpPr>
            <a:spLocks noGrp="1"/>
          </p:cNvSpPr>
          <p:nvPr/>
        </p:nvSpPr>
        <p:spPr>
          <a:xfrm>
            <a:off x="6137315" y="7168208"/>
            <a:ext cx="28398" cy="28398"/>
          </a:xfrm>
          <a:prstGeom prst="ellipse">
            <a:avLst/>
          </a:prstGeom>
          <a:solidFill>
            <a:srgbClr val="7F8C97">
              <a:alpha val="48000"/>
            </a:srgbClr>
          </a:solidFill>
          <a:ln w="0">
            <a:noFill/>
            <a:prstDash val="solid"/>
          </a:ln>
        </p:spPr>
      </p:sp>
      <p:sp>
        <p:nvSpPr>
          <p:cNvPr id="4058" name="03_assume_matched_9355">
            <a:extLst>
              <a:ext uri="{FF2B5EF4-FFF2-40B4-BE49-F238E27FC236}">
                <a16:creationId xmlns:a16="http://schemas.microsoft.com/office/drawing/2014/main" id="{3663AC91-A781-46B6-92F9-3D0552718D81}"/>
              </a:ext>
            </a:extLst>
          </p:cNvPr>
          <p:cNvSpPr>
            <a:spLocks noGrp="1"/>
          </p:cNvSpPr>
          <p:nvPr/>
        </p:nvSpPr>
        <p:spPr>
          <a:xfrm>
            <a:off x="6239778" y="7753078"/>
            <a:ext cx="28398" cy="28398"/>
          </a:xfrm>
          <a:prstGeom prst="ellipse">
            <a:avLst/>
          </a:prstGeom>
          <a:solidFill>
            <a:srgbClr val="7F8C97">
              <a:alpha val="48000"/>
            </a:srgbClr>
          </a:solidFill>
          <a:ln w="0">
            <a:noFill/>
            <a:prstDash val="solid"/>
          </a:ln>
        </p:spPr>
      </p:sp>
      <p:sp>
        <p:nvSpPr>
          <p:cNvPr id="4059" name="03_assume_matched_9356">
            <a:extLst>
              <a:ext uri="{FF2B5EF4-FFF2-40B4-BE49-F238E27FC236}">
                <a16:creationId xmlns:a16="http://schemas.microsoft.com/office/drawing/2014/main" id="{F4B28AEB-3442-4C34-BB29-69961321C7DF}"/>
              </a:ext>
            </a:extLst>
          </p:cNvPr>
          <p:cNvSpPr>
            <a:spLocks noGrp="1"/>
          </p:cNvSpPr>
          <p:nvPr/>
        </p:nvSpPr>
        <p:spPr>
          <a:xfrm>
            <a:off x="6187539" y="7753078"/>
            <a:ext cx="28398" cy="28398"/>
          </a:xfrm>
          <a:prstGeom prst="ellipse">
            <a:avLst/>
          </a:prstGeom>
          <a:solidFill>
            <a:srgbClr val="7F8C97">
              <a:alpha val="48000"/>
            </a:srgbClr>
          </a:solidFill>
          <a:ln w="0">
            <a:noFill/>
            <a:prstDash val="solid"/>
          </a:ln>
        </p:spPr>
      </p:sp>
      <p:sp>
        <p:nvSpPr>
          <p:cNvPr id="4060" name="03_assume_matched_9357">
            <a:extLst>
              <a:ext uri="{FF2B5EF4-FFF2-40B4-BE49-F238E27FC236}">
                <a16:creationId xmlns:a16="http://schemas.microsoft.com/office/drawing/2014/main" id="{3C1F0A42-F701-495F-8D0F-14652CE655F2}"/>
              </a:ext>
            </a:extLst>
          </p:cNvPr>
          <p:cNvSpPr>
            <a:spLocks noGrp="1"/>
          </p:cNvSpPr>
          <p:nvPr/>
        </p:nvSpPr>
        <p:spPr>
          <a:xfrm>
            <a:off x="6220350" y="7753078"/>
            <a:ext cx="28398" cy="28398"/>
          </a:xfrm>
          <a:prstGeom prst="ellipse">
            <a:avLst/>
          </a:prstGeom>
          <a:solidFill>
            <a:srgbClr val="7F8C97">
              <a:alpha val="48000"/>
            </a:srgbClr>
          </a:solidFill>
          <a:ln w="0">
            <a:noFill/>
            <a:prstDash val="solid"/>
          </a:ln>
        </p:spPr>
      </p:sp>
      <p:sp>
        <p:nvSpPr>
          <p:cNvPr id="4061" name="03_assume_matched_9358">
            <a:extLst>
              <a:ext uri="{FF2B5EF4-FFF2-40B4-BE49-F238E27FC236}">
                <a16:creationId xmlns:a16="http://schemas.microsoft.com/office/drawing/2014/main" id="{4832FE25-AB9F-4C8F-9995-18271B0ACF0F}"/>
              </a:ext>
            </a:extLst>
          </p:cNvPr>
          <p:cNvSpPr>
            <a:spLocks noGrp="1"/>
          </p:cNvSpPr>
          <p:nvPr/>
        </p:nvSpPr>
        <p:spPr>
          <a:xfrm>
            <a:off x="6119470" y="7168208"/>
            <a:ext cx="28398" cy="28398"/>
          </a:xfrm>
          <a:prstGeom prst="ellipse">
            <a:avLst/>
          </a:prstGeom>
          <a:solidFill>
            <a:srgbClr val="7F8C97">
              <a:alpha val="48000"/>
            </a:srgbClr>
          </a:solidFill>
          <a:ln w="0">
            <a:noFill/>
            <a:prstDash val="solid"/>
          </a:ln>
        </p:spPr>
      </p:sp>
      <p:sp>
        <p:nvSpPr>
          <p:cNvPr id="4062" name="03_assume_matched_9359">
            <a:extLst>
              <a:ext uri="{FF2B5EF4-FFF2-40B4-BE49-F238E27FC236}">
                <a16:creationId xmlns:a16="http://schemas.microsoft.com/office/drawing/2014/main" id="{86465E66-4AA9-444E-A410-241E8513CF1C}"/>
              </a:ext>
            </a:extLst>
          </p:cNvPr>
          <p:cNvSpPr>
            <a:spLocks noGrp="1"/>
          </p:cNvSpPr>
          <p:nvPr/>
        </p:nvSpPr>
        <p:spPr>
          <a:xfrm>
            <a:off x="6211428" y="7753078"/>
            <a:ext cx="28398" cy="28398"/>
          </a:xfrm>
          <a:prstGeom prst="ellipse">
            <a:avLst/>
          </a:prstGeom>
          <a:solidFill>
            <a:srgbClr val="7F8C97">
              <a:alpha val="48000"/>
            </a:srgbClr>
          </a:solidFill>
          <a:ln w="0">
            <a:noFill/>
            <a:prstDash val="solid"/>
          </a:ln>
        </p:spPr>
      </p:sp>
      <p:sp>
        <p:nvSpPr>
          <p:cNvPr id="4063" name="03_assume_matched_9360">
            <a:extLst>
              <a:ext uri="{FF2B5EF4-FFF2-40B4-BE49-F238E27FC236}">
                <a16:creationId xmlns:a16="http://schemas.microsoft.com/office/drawing/2014/main" id="{FBDE76F8-CFFF-455B-BF9D-998815360B68}"/>
              </a:ext>
            </a:extLst>
          </p:cNvPr>
          <p:cNvSpPr>
            <a:spLocks noGrp="1"/>
          </p:cNvSpPr>
          <p:nvPr/>
        </p:nvSpPr>
        <p:spPr>
          <a:xfrm>
            <a:off x="6190561" y="7168208"/>
            <a:ext cx="28398" cy="28398"/>
          </a:xfrm>
          <a:prstGeom prst="ellipse">
            <a:avLst/>
          </a:prstGeom>
          <a:solidFill>
            <a:srgbClr val="7F8C97">
              <a:alpha val="48000"/>
            </a:srgbClr>
          </a:solidFill>
          <a:ln w="0">
            <a:noFill/>
            <a:prstDash val="solid"/>
          </a:ln>
        </p:spPr>
      </p:sp>
      <p:sp>
        <p:nvSpPr>
          <p:cNvPr id="4064" name="03_assume_matched_9361">
            <a:extLst>
              <a:ext uri="{FF2B5EF4-FFF2-40B4-BE49-F238E27FC236}">
                <a16:creationId xmlns:a16="http://schemas.microsoft.com/office/drawing/2014/main" id="{F9E154F5-9058-48AD-AA08-77F83D7542CA}"/>
              </a:ext>
            </a:extLst>
          </p:cNvPr>
          <p:cNvSpPr>
            <a:spLocks noGrp="1"/>
          </p:cNvSpPr>
          <p:nvPr/>
        </p:nvSpPr>
        <p:spPr>
          <a:xfrm>
            <a:off x="6099179" y="7168208"/>
            <a:ext cx="28398" cy="28398"/>
          </a:xfrm>
          <a:prstGeom prst="ellipse">
            <a:avLst/>
          </a:prstGeom>
          <a:solidFill>
            <a:srgbClr val="7F8C97">
              <a:alpha val="48000"/>
            </a:srgbClr>
          </a:solidFill>
          <a:ln w="0">
            <a:noFill/>
            <a:prstDash val="solid"/>
          </a:ln>
        </p:spPr>
      </p:sp>
      <p:sp>
        <p:nvSpPr>
          <p:cNvPr id="4065" name="03_assume_matched_9362">
            <a:extLst>
              <a:ext uri="{FF2B5EF4-FFF2-40B4-BE49-F238E27FC236}">
                <a16:creationId xmlns:a16="http://schemas.microsoft.com/office/drawing/2014/main" id="{46EE466A-EBA2-4574-A53C-D67005DC2400}"/>
              </a:ext>
            </a:extLst>
          </p:cNvPr>
          <p:cNvSpPr>
            <a:spLocks noGrp="1"/>
          </p:cNvSpPr>
          <p:nvPr/>
        </p:nvSpPr>
        <p:spPr>
          <a:xfrm>
            <a:off x="6158469" y="7753078"/>
            <a:ext cx="28398" cy="28398"/>
          </a:xfrm>
          <a:prstGeom prst="ellipse">
            <a:avLst/>
          </a:prstGeom>
          <a:solidFill>
            <a:srgbClr val="7F8C97">
              <a:alpha val="48000"/>
            </a:srgbClr>
          </a:solidFill>
          <a:ln w="0">
            <a:noFill/>
            <a:prstDash val="solid"/>
          </a:ln>
        </p:spPr>
      </p:sp>
      <p:sp>
        <p:nvSpPr>
          <p:cNvPr id="4066" name="03_assume_matched_9363">
            <a:extLst>
              <a:ext uri="{FF2B5EF4-FFF2-40B4-BE49-F238E27FC236}">
                <a16:creationId xmlns:a16="http://schemas.microsoft.com/office/drawing/2014/main" id="{55E9653C-9C12-4B9A-8E33-3072839DC1E6}"/>
              </a:ext>
            </a:extLst>
          </p:cNvPr>
          <p:cNvSpPr>
            <a:spLocks noGrp="1"/>
          </p:cNvSpPr>
          <p:nvPr/>
        </p:nvSpPr>
        <p:spPr>
          <a:xfrm>
            <a:off x="6140625" y="7753078"/>
            <a:ext cx="28398" cy="28398"/>
          </a:xfrm>
          <a:prstGeom prst="ellipse">
            <a:avLst/>
          </a:prstGeom>
          <a:solidFill>
            <a:srgbClr val="7F8C97">
              <a:alpha val="48000"/>
            </a:srgbClr>
          </a:solidFill>
          <a:ln w="0">
            <a:noFill/>
            <a:prstDash val="solid"/>
          </a:ln>
        </p:spPr>
      </p:sp>
      <p:sp>
        <p:nvSpPr>
          <p:cNvPr id="4067" name="03_assume_matched_9364">
            <a:extLst>
              <a:ext uri="{FF2B5EF4-FFF2-40B4-BE49-F238E27FC236}">
                <a16:creationId xmlns:a16="http://schemas.microsoft.com/office/drawing/2014/main" id="{DD66EA26-4D07-4AEF-AC29-86575294BE19}"/>
              </a:ext>
            </a:extLst>
          </p:cNvPr>
          <p:cNvSpPr>
            <a:spLocks noGrp="1"/>
          </p:cNvSpPr>
          <p:nvPr/>
        </p:nvSpPr>
        <p:spPr>
          <a:xfrm>
            <a:off x="6172860" y="7168208"/>
            <a:ext cx="28398" cy="28398"/>
          </a:xfrm>
          <a:prstGeom prst="ellipse">
            <a:avLst/>
          </a:prstGeom>
          <a:solidFill>
            <a:srgbClr val="7F8C97">
              <a:alpha val="48000"/>
            </a:srgbClr>
          </a:solidFill>
          <a:ln w="0">
            <a:noFill/>
            <a:prstDash val="solid"/>
          </a:ln>
        </p:spPr>
      </p:sp>
      <p:sp>
        <p:nvSpPr>
          <p:cNvPr id="4068" name="03_assume_matched_9365">
            <a:extLst>
              <a:ext uri="{FF2B5EF4-FFF2-40B4-BE49-F238E27FC236}">
                <a16:creationId xmlns:a16="http://schemas.microsoft.com/office/drawing/2014/main" id="{1139BB51-0B45-42D8-A904-9FF34462D9D4}"/>
              </a:ext>
            </a:extLst>
          </p:cNvPr>
          <p:cNvSpPr>
            <a:spLocks noGrp="1"/>
          </p:cNvSpPr>
          <p:nvPr/>
        </p:nvSpPr>
        <p:spPr>
          <a:xfrm>
            <a:off x="6154728" y="7704338"/>
            <a:ext cx="28398" cy="28398"/>
          </a:xfrm>
          <a:prstGeom prst="ellipse">
            <a:avLst/>
          </a:prstGeom>
          <a:solidFill>
            <a:srgbClr val="7F8C97">
              <a:alpha val="48000"/>
            </a:srgbClr>
          </a:solidFill>
          <a:ln w="0">
            <a:noFill/>
            <a:prstDash val="solid"/>
          </a:ln>
        </p:spPr>
      </p:sp>
      <p:sp>
        <p:nvSpPr>
          <p:cNvPr id="4069" name="03_assume_matched_9366">
            <a:extLst>
              <a:ext uri="{FF2B5EF4-FFF2-40B4-BE49-F238E27FC236}">
                <a16:creationId xmlns:a16="http://schemas.microsoft.com/office/drawing/2014/main" id="{8B34C985-80D6-4022-86C5-99B7309E3E37}"/>
              </a:ext>
            </a:extLst>
          </p:cNvPr>
          <p:cNvSpPr>
            <a:spLocks noGrp="1"/>
          </p:cNvSpPr>
          <p:nvPr/>
        </p:nvSpPr>
        <p:spPr>
          <a:xfrm>
            <a:off x="6216896" y="7606860"/>
            <a:ext cx="28398" cy="28398"/>
          </a:xfrm>
          <a:prstGeom prst="ellipse">
            <a:avLst/>
          </a:prstGeom>
          <a:solidFill>
            <a:srgbClr val="7F8C97">
              <a:alpha val="48000"/>
            </a:srgbClr>
          </a:solidFill>
          <a:ln w="0">
            <a:noFill/>
            <a:prstDash val="solid"/>
          </a:ln>
        </p:spPr>
      </p:sp>
      <p:sp>
        <p:nvSpPr>
          <p:cNvPr id="4070" name="03_assume_matched_9367">
            <a:extLst>
              <a:ext uri="{FF2B5EF4-FFF2-40B4-BE49-F238E27FC236}">
                <a16:creationId xmlns:a16="http://schemas.microsoft.com/office/drawing/2014/main" id="{0F40FDC4-4CB6-4EE7-B7CB-AEB6FF57C10F}"/>
              </a:ext>
            </a:extLst>
          </p:cNvPr>
          <p:cNvSpPr>
            <a:spLocks noGrp="1"/>
          </p:cNvSpPr>
          <p:nvPr/>
        </p:nvSpPr>
        <p:spPr>
          <a:xfrm>
            <a:off x="6115009" y="7168208"/>
            <a:ext cx="28398" cy="28398"/>
          </a:xfrm>
          <a:prstGeom prst="ellipse">
            <a:avLst/>
          </a:prstGeom>
          <a:solidFill>
            <a:srgbClr val="7F8C97">
              <a:alpha val="48000"/>
            </a:srgbClr>
          </a:solidFill>
          <a:ln w="0">
            <a:noFill/>
            <a:prstDash val="solid"/>
          </a:ln>
        </p:spPr>
      </p:sp>
      <p:sp>
        <p:nvSpPr>
          <p:cNvPr id="4071" name="03_assume_matched_9368">
            <a:extLst>
              <a:ext uri="{FF2B5EF4-FFF2-40B4-BE49-F238E27FC236}">
                <a16:creationId xmlns:a16="http://schemas.microsoft.com/office/drawing/2014/main" id="{F512B918-AC52-4EBC-8E52-7920A56DD3A1}"/>
              </a:ext>
            </a:extLst>
          </p:cNvPr>
          <p:cNvSpPr>
            <a:spLocks noGrp="1"/>
          </p:cNvSpPr>
          <p:nvPr/>
        </p:nvSpPr>
        <p:spPr>
          <a:xfrm>
            <a:off x="6121629" y="7168208"/>
            <a:ext cx="28398" cy="28398"/>
          </a:xfrm>
          <a:prstGeom prst="ellipse">
            <a:avLst/>
          </a:prstGeom>
          <a:solidFill>
            <a:srgbClr val="7F8C97">
              <a:alpha val="48000"/>
            </a:srgbClr>
          </a:solidFill>
          <a:ln w="0">
            <a:noFill/>
            <a:prstDash val="solid"/>
          </a:ln>
        </p:spPr>
      </p:sp>
      <p:sp>
        <p:nvSpPr>
          <p:cNvPr id="4072" name="03_assume_matched_9369">
            <a:extLst>
              <a:ext uri="{FF2B5EF4-FFF2-40B4-BE49-F238E27FC236}">
                <a16:creationId xmlns:a16="http://schemas.microsoft.com/office/drawing/2014/main" id="{113CAC49-EEE7-43A5-B70D-968E43F836F7}"/>
              </a:ext>
            </a:extLst>
          </p:cNvPr>
          <p:cNvSpPr>
            <a:spLocks noGrp="1"/>
          </p:cNvSpPr>
          <p:nvPr/>
        </p:nvSpPr>
        <p:spPr>
          <a:xfrm>
            <a:off x="6181495" y="7168208"/>
            <a:ext cx="28398" cy="28398"/>
          </a:xfrm>
          <a:prstGeom prst="ellipse">
            <a:avLst/>
          </a:prstGeom>
          <a:solidFill>
            <a:srgbClr val="7F8C97">
              <a:alpha val="48000"/>
            </a:srgbClr>
          </a:solidFill>
          <a:ln w="0">
            <a:noFill/>
            <a:prstDash val="solid"/>
          </a:ln>
        </p:spPr>
      </p:sp>
      <p:sp>
        <p:nvSpPr>
          <p:cNvPr id="4073" name="03_assume_matched_9370">
            <a:extLst>
              <a:ext uri="{FF2B5EF4-FFF2-40B4-BE49-F238E27FC236}">
                <a16:creationId xmlns:a16="http://schemas.microsoft.com/office/drawing/2014/main" id="{7D74DD82-6648-4C3A-9E5C-370BAB76360F}"/>
              </a:ext>
            </a:extLst>
          </p:cNvPr>
          <p:cNvSpPr>
            <a:spLocks noGrp="1"/>
          </p:cNvSpPr>
          <p:nvPr/>
        </p:nvSpPr>
        <p:spPr>
          <a:xfrm>
            <a:off x="6180200" y="7168208"/>
            <a:ext cx="28398" cy="28398"/>
          </a:xfrm>
          <a:prstGeom prst="ellipse">
            <a:avLst/>
          </a:prstGeom>
          <a:solidFill>
            <a:srgbClr val="7F8C97">
              <a:alpha val="48000"/>
            </a:srgbClr>
          </a:solidFill>
          <a:ln w="0">
            <a:noFill/>
            <a:prstDash val="solid"/>
          </a:ln>
        </p:spPr>
      </p:sp>
      <p:sp>
        <p:nvSpPr>
          <p:cNvPr id="4074" name="03_assume_matched_9371">
            <a:extLst>
              <a:ext uri="{FF2B5EF4-FFF2-40B4-BE49-F238E27FC236}">
                <a16:creationId xmlns:a16="http://schemas.microsoft.com/office/drawing/2014/main" id="{B8F62806-67AC-48C7-8F73-84C7E4662417}"/>
              </a:ext>
            </a:extLst>
          </p:cNvPr>
          <p:cNvSpPr>
            <a:spLocks noGrp="1"/>
          </p:cNvSpPr>
          <p:nvPr/>
        </p:nvSpPr>
        <p:spPr>
          <a:xfrm>
            <a:off x="6226970" y="7168208"/>
            <a:ext cx="28398" cy="28398"/>
          </a:xfrm>
          <a:prstGeom prst="ellipse">
            <a:avLst/>
          </a:prstGeom>
          <a:solidFill>
            <a:srgbClr val="7F8C97">
              <a:alpha val="48000"/>
            </a:srgbClr>
          </a:solidFill>
          <a:ln w="0">
            <a:noFill/>
            <a:prstDash val="solid"/>
          </a:ln>
        </p:spPr>
      </p:sp>
      <p:sp>
        <p:nvSpPr>
          <p:cNvPr id="4075" name="03_assume_matched_9372">
            <a:extLst>
              <a:ext uri="{FF2B5EF4-FFF2-40B4-BE49-F238E27FC236}">
                <a16:creationId xmlns:a16="http://schemas.microsoft.com/office/drawing/2014/main" id="{36778379-9E78-4790-9946-BFC64C751D64}"/>
              </a:ext>
            </a:extLst>
          </p:cNvPr>
          <p:cNvSpPr>
            <a:spLocks noGrp="1"/>
          </p:cNvSpPr>
          <p:nvPr/>
        </p:nvSpPr>
        <p:spPr>
          <a:xfrm>
            <a:off x="6205240" y="7168208"/>
            <a:ext cx="28398" cy="28398"/>
          </a:xfrm>
          <a:prstGeom prst="ellipse">
            <a:avLst/>
          </a:prstGeom>
          <a:solidFill>
            <a:srgbClr val="7F8C97">
              <a:alpha val="48000"/>
            </a:srgbClr>
          </a:solidFill>
          <a:ln w="0">
            <a:noFill/>
            <a:prstDash val="solid"/>
          </a:ln>
        </p:spPr>
      </p:sp>
      <p:sp>
        <p:nvSpPr>
          <p:cNvPr id="4076" name="03_assume_matched_9373">
            <a:extLst>
              <a:ext uri="{FF2B5EF4-FFF2-40B4-BE49-F238E27FC236}">
                <a16:creationId xmlns:a16="http://schemas.microsoft.com/office/drawing/2014/main" id="{FB568D29-DC94-4321-AF36-BAEC977987AE}"/>
              </a:ext>
            </a:extLst>
          </p:cNvPr>
          <p:cNvSpPr>
            <a:spLocks noGrp="1"/>
          </p:cNvSpPr>
          <p:nvPr/>
        </p:nvSpPr>
        <p:spPr>
          <a:xfrm>
            <a:off x="6137315" y="7753078"/>
            <a:ext cx="28398" cy="28398"/>
          </a:xfrm>
          <a:prstGeom prst="ellipse">
            <a:avLst/>
          </a:prstGeom>
          <a:solidFill>
            <a:srgbClr val="7F8C97">
              <a:alpha val="48000"/>
            </a:srgbClr>
          </a:solidFill>
          <a:ln w="0">
            <a:noFill/>
            <a:prstDash val="solid"/>
          </a:ln>
        </p:spPr>
      </p:sp>
      <p:sp>
        <p:nvSpPr>
          <p:cNvPr id="4077" name="03_assume_matched_9374">
            <a:extLst>
              <a:ext uri="{FF2B5EF4-FFF2-40B4-BE49-F238E27FC236}">
                <a16:creationId xmlns:a16="http://schemas.microsoft.com/office/drawing/2014/main" id="{2F53801B-AFDA-4990-94E7-ECB40DB2C2A4}"/>
              </a:ext>
            </a:extLst>
          </p:cNvPr>
          <p:cNvSpPr>
            <a:spLocks noGrp="1"/>
          </p:cNvSpPr>
          <p:nvPr/>
        </p:nvSpPr>
        <p:spPr>
          <a:xfrm>
            <a:off x="6208118" y="7753078"/>
            <a:ext cx="28398" cy="28398"/>
          </a:xfrm>
          <a:prstGeom prst="ellipse">
            <a:avLst/>
          </a:prstGeom>
          <a:solidFill>
            <a:srgbClr val="7F8C97">
              <a:alpha val="48000"/>
            </a:srgbClr>
          </a:solidFill>
          <a:ln w="0">
            <a:noFill/>
            <a:prstDash val="solid"/>
          </a:ln>
        </p:spPr>
      </p:sp>
      <p:sp>
        <p:nvSpPr>
          <p:cNvPr id="4078" name="03_assume_matched_9375">
            <a:extLst>
              <a:ext uri="{FF2B5EF4-FFF2-40B4-BE49-F238E27FC236}">
                <a16:creationId xmlns:a16="http://schemas.microsoft.com/office/drawing/2014/main" id="{150E80A3-8E86-4CD6-BA77-157300F5E004}"/>
              </a:ext>
            </a:extLst>
          </p:cNvPr>
          <p:cNvSpPr>
            <a:spLocks noGrp="1"/>
          </p:cNvSpPr>
          <p:nvPr/>
        </p:nvSpPr>
        <p:spPr>
          <a:xfrm>
            <a:off x="6196461" y="7168208"/>
            <a:ext cx="28398" cy="28398"/>
          </a:xfrm>
          <a:prstGeom prst="ellipse">
            <a:avLst/>
          </a:prstGeom>
          <a:solidFill>
            <a:srgbClr val="7F8C97">
              <a:alpha val="48000"/>
            </a:srgbClr>
          </a:solidFill>
          <a:ln w="0">
            <a:noFill/>
            <a:prstDash val="solid"/>
          </a:ln>
        </p:spPr>
      </p:sp>
      <p:sp>
        <p:nvSpPr>
          <p:cNvPr id="4079" name="03_assume_matched_9376">
            <a:extLst>
              <a:ext uri="{FF2B5EF4-FFF2-40B4-BE49-F238E27FC236}">
                <a16:creationId xmlns:a16="http://schemas.microsoft.com/office/drawing/2014/main" id="{03B70C68-211E-4238-9494-F7A91D92CACA}"/>
              </a:ext>
            </a:extLst>
          </p:cNvPr>
          <p:cNvSpPr>
            <a:spLocks noGrp="1"/>
          </p:cNvSpPr>
          <p:nvPr/>
        </p:nvSpPr>
        <p:spPr>
          <a:xfrm>
            <a:off x="6202649" y="7168208"/>
            <a:ext cx="28398" cy="28398"/>
          </a:xfrm>
          <a:prstGeom prst="ellipse">
            <a:avLst/>
          </a:prstGeom>
          <a:solidFill>
            <a:srgbClr val="7F8C97">
              <a:alpha val="48000"/>
            </a:srgbClr>
          </a:solidFill>
          <a:ln w="0">
            <a:noFill/>
            <a:prstDash val="solid"/>
          </a:ln>
        </p:spPr>
      </p:sp>
      <p:sp>
        <p:nvSpPr>
          <p:cNvPr id="4080" name="03_assume_matched_9377">
            <a:extLst>
              <a:ext uri="{FF2B5EF4-FFF2-40B4-BE49-F238E27FC236}">
                <a16:creationId xmlns:a16="http://schemas.microsoft.com/office/drawing/2014/main" id="{5647B4BD-C5CE-4794-82F9-BDA8B32E9EE6}"/>
              </a:ext>
            </a:extLst>
          </p:cNvPr>
          <p:cNvSpPr>
            <a:spLocks noGrp="1"/>
          </p:cNvSpPr>
          <p:nvPr/>
        </p:nvSpPr>
        <p:spPr>
          <a:xfrm>
            <a:off x="6216033" y="7753078"/>
            <a:ext cx="28398" cy="28398"/>
          </a:xfrm>
          <a:prstGeom prst="ellipse">
            <a:avLst/>
          </a:prstGeom>
          <a:solidFill>
            <a:srgbClr val="7F8C97">
              <a:alpha val="48000"/>
            </a:srgbClr>
          </a:solidFill>
          <a:ln w="0">
            <a:noFill/>
            <a:prstDash val="solid"/>
          </a:ln>
        </p:spPr>
      </p:sp>
      <p:sp>
        <p:nvSpPr>
          <p:cNvPr id="4081" name="03_assume_matched_9378">
            <a:extLst>
              <a:ext uri="{FF2B5EF4-FFF2-40B4-BE49-F238E27FC236}">
                <a16:creationId xmlns:a16="http://schemas.microsoft.com/office/drawing/2014/main" id="{1E47C23E-D3C8-49D5-98AE-A03184E48250}"/>
              </a:ext>
            </a:extLst>
          </p:cNvPr>
          <p:cNvSpPr>
            <a:spLocks noGrp="1"/>
          </p:cNvSpPr>
          <p:nvPr/>
        </p:nvSpPr>
        <p:spPr>
          <a:xfrm>
            <a:off x="6124651" y="7168208"/>
            <a:ext cx="28398" cy="28398"/>
          </a:xfrm>
          <a:prstGeom prst="ellipse">
            <a:avLst/>
          </a:prstGeom>
          <a:solidFill>
            <a:srgbClr val="7F8C97">
              <a:alpha val="48000"/>
            </a:srgbClr>
          </a:solidFill>
          <a:ln w="0">
            <a:noFill/>
            <a:prstDash val="solid"/>
          </a:ln>
        </p:spPr>
      </p:sp>
      <p:sp>
        <p:nvSpPr>
          <p:cNvPr id="4082" name="03_assume_matched_9379">
            <a:extLst>
              <a:ext uri="{FF2B5EF4-FFF2-40B4-BE49-F238E27FC236}">
                <a16:creationId xmlns:a16="http://schemas.microsoft.com/office/drawing/2014/main" id="{6BDF2896-A8F6-4317-ABA1-73EE7B7DDB76}"/>
              </a:ext>
            </a:extLst>
          </p:cNvPr>
          <p:cNvSpPr>
            <a:spLocks noGrp="1"/>
          </p:cNvSpPr>
          <p:nvPr/>
        </p:nvSpPr>
        <p:spPr>
          <a:xfrm>
            <a:off x="6113858" y="7168208"/>
            <a:ext cx="28398" cy="28398"/>
          </a:xfrm>
          <a:prstGeom prst="ellipse">
            <a:avLst/>
          </a:prstGeom>
          <a:solidFill>
            <a:srgbClr val="7F8C97">
              <a:alpha val="48000"/>
            </a:srgbClr>
          </a:solidFill>
          <a:ln w="0">
            <a:noFill/>
            <a:prstDash val="solid"/>
          </a:ln>
        </p:spPr>
      </p:sp>
      <p:sp>
        <p:nvSpPr>
          <p:cNvPr id="4083" name="03_assume_matched_9380">
            <a:extLst>
              <a:ext uri="{FF2B5EF4-FFF2-40B4-BE49-F238E27FC236}">
                <a16:creationId xmlns:a16="http://schemas.microsoft.com/office/drawing/2014/main" id="{4D7D5BA8-FF41-40F5-8234-0C1BA3A45290}"/>
              </a:ext>
            </a:extLst>
          </p:cNvPr>
          <p:cNvSpPr>
            <a:spLocks noGrp="1"/>
          </p:cNvSpPr>
          <p:nvPr/>
        </p:nvSpPr>
        <p:spPr>
          <a:xfrm>
            <a:off x="6196749" y="7314426"/>
            <a:ext cx="28398" cy="28398"/>
          </a:xfrm>
          <a:prstGeom prst="ellipse">
            <a:avLst/>
          </a:prstGeom>
          <a:solidFill>
            <a:srgbClr val="7F8C97">
              <a:alpha val="48000"/>
            </a:srgbClr>
          </a:solidFill>
          <a:ln w="0">
            <a:noFill/>
            <a:prstDash val="solid"/>
          </a:ln>
        </p:spPr>
      </p:sp>
      <p:sp>
        <p:nvSpPr>
          <p:cNvPr id="4084" name="03_assume_matched_9381">
            <a:extLst>
              <a:ext uri="{FF2B5EF4-FFF2-40B4-BE49-F238E27FC236}">
                <a16:creationId xmlns:a16="http://schemas.microsoft.com/office/drawing/2014/main" id="{319CF57C-A25E-4A8F-8A42-6F2F0C0A1E71}"/>
              </a:ext>
            </a:extLst>
          </p:cNvPr>
          <p:cNvSpPr>
            <a:spLocks noGrp="1"/>
          </p:cNvSpPr>
          <p:nvPr/>
        </p:nvSpPr>
        <p:spPr>
          <a:xfrm>
            <a:off x="6233878" y="7168208"/>
            <a:ext cx="28398" cy="28398"/>
          </a:xfrm>
          <a:prstGeom prst="ellipse">
            <a:avLst/>
          </a:prstGeom>
          <a:solidFill>
            <a:srgbClr val="7F8C97">
              <a:alpha val="48000"/>
            </a:srgbClr>
          </a:solidFill>
          <a:ln w="0">
            <a:noFill/>
            <a:prstDash val="solid"/>
          </a:ln>
        </p:spPr>
      </p:sp>
      <p:sp>
        <p:nvSpPr>
          <p:cNvPr id="4085" name="03_assume_matched_9382">
            <a:extLst>
              <a:ext uri="{FF2B5EF4-FFF2-40B4-BE49-F238E27FC236}">
                <a16:creationId xmlns:a16="http://schemas.microsoft.com/office/drawing/2014/main" id="{467D04F6-83A1-4451-8509-C763775620D9}"/>
              </a:ext>
            </a:extLst>
          </p:cNvPr>
          <p:cNvSpPr>
            <a:spLocks noGrp="1"/>
          </p:cNvSpPr>
          <p:nvPr/>
        </p:nvSpPr>
        <p:spPr>
          <a:xfrm>
            <a:off x="6240066" y="7168208"/>
            <a:ext cx="28398" cy="28398"/>
          </a:xfrm>
          <a:prstGeom prst="ellipse">
            <a:avLst/>
          </a:prstGeom>
          <a:solidFill>
            <a:srgbClr val="7F8C97">
              <a:alpha val="48000"/>
            </a:srgbClr>
          </a:solidFill>
          <a:ln w="0">
            <a:noFill/>
            <a:prstDash val="solid"/>
          </a:ln>
        </p:spPr>
      </p:sp>
      <p:sp>
        <p:nvSpPr>
          <p:cNvPr id="4086" name="03_assume_matched_9383">
            <a:extLst>
              <a:ext uri="{FF2B5EF4-FFF2-40B4-BE49-F238E27FC236}">
                <a16:creationId xmlns:a16="http://schemas.microsoft.com/office/drawing/2014/main" id="{82D6FFD7-B3D6-4619-8D55-61B25A8ED0F4}"/>
              </a:ext>
            </a:extLst>
          </p:cNvPr>
          <p:cNvSpPr>
            <a:spLocks noGrp="1"/>
          </p:cNvSpPr>
          <p:nvPr/>
        </p:nvSpPr>
        <p:spPr>
          <a:xfrm>
            <a:off x="6151130" y="7168208"/>
            <a:ext cx="28398" cy="28398"/>
          </a:xfrm>
          <a:prstGeom prst="ellipse">
            <a:avLst/>
          </a:prstGeom>
          <a:solidFill>
            <a:srgbClr val="7F8C97">
              <a:alpha val="48000"/>
            </a:srgbClr>
          </a:solidFill>
          <a:ln w="0">
            <a:noFill/>
            <a:prstDash val="solid"/>
          </a:ln>
        </p:spPr>
      </p:sp>
      <p:sp>
        <p:nvSpPr>
          <p:cNvPr id="4087" name="03_assume_matched_9384">
            <a:extLst>
              <a:ext uri="{FF2B5EF4-FFF2-40B4-BE49-F238E27FC236}">
                <a16:creationId xmlns:a16="http://schemas.microsoft.com/office/drawing/2014/main" id="{C7AB28C0-C6A8-4F8E-B72C-36269EE5F7E3}"/>
              </a:ext>
            </a:extLst>
          </p:cNvPr>
          <p:cNvSpPr>
            <a:spLocks noGrp="1"/>
          </p:cNvSpPr>
          <p:nvPr/>
        </p:nvSpPr>
        <p:spPr>
          <a:xfrm>
            <a:off x="6203945" y="7558121"/>
            <a:ext cx="28398" cy="28398"/>
          </a:xfrm>
          <a:prstGeom prst="ellipse">
            <a:avLst/>
          </a:prstGeom>
          <a:solidFill>
            <a:srgbClr val="7F8C97">
              <a:alpha val="48000"/>
            </a:srgbClr>
          </a:solidFill>
          <a:ln w="0">
            <a:noFill/>
            <a:prstDash val="solid"/>
          </a:ln>
        </p:spPr>
      </p:sp>
      <p:sp>
        <p:nvSpPr>
          <p:cNvPr id="4088" name="03_assume_matched_9385">
            <a:extLst>
              <a:ext uri="{FF2B5EF4-FFF2-40B4-BE49-F238E27FC236}">
                <a16:creationId xmlns:a16="http://schemas.microsoft.com/office/drawing/2014/main" id="{8E4A9E29-7853-47EB-810B-3EC489001E3B}"/>
              </a:ext>
            </a:extLst>
          </p:cNvPr>
          <p:cNvSpPr>
            <a:spLocks noGrp="1"/>
          </p:cNvSpPr>
          <p:nvPr/>
        </p:nvSpPr>
        <p:spPr>
          <a:xfrm>
            <a:off x="6214882" y="7168208"/>
            <a:ext cx="28398" cy="28398"/>
          </a:xfrm>
          <a:prstGeom prst="ellipse">
            <a:avLst/>
          </a:prstGeom>
          <a:solidFill>
            <a:srgbClr val="7F8C97">
              <a:alpha val="48000"/>
            </a:srgbClr>
          </a:solidFill>
          <a:ln w="0">
            <a:noFill/>
            <a:prstDash val="solid"/>
          </a:ln>
        </p:spPr>
      </p:sp>
      <p:sp>
        <p:nvSpPr>
          <p:cNvPr id="4089" name="03_assume_matched_9386">
            <a:extLst>
              <a:ext uri="{FF2B5EF4-FFF2-40B4-BE49-F238E27FC236}">
                <a16:creationId xmlns:a16="http://schemas.microsoft.com/office/drawing/2014/main" id="{ACE26FE0-92F7-4474-8179-BC534F19A4CA}"/>
              </a:ext>
            </a:extLst>
          </p:cNvPr>
          <p:cNvSpPr>
            <a:spLocks noGrp="1"/>
          </p:cNvSpPr>
          <p:nvPr/>
        </p:nvSpPr>
        <p:spPr>
          <a:xfrm>
            <a:off x="6232295" y="7168208"/>
            <a:ext cx="28398" cy="28398"/>
          </a:xfrm>
          <a:prstGeom prst="ellipse">
            <a:avLst/>
          </a:prstGeom>
          <a:solidFill>
            <a:srgbClr val="7F8C97">
              <a:alpha val="48000"/>
            </a:srgbClr>
          </a:solidFill>
          <a:ln w="0">
            <a:noFill/>
            <a:prstDash val="solid"/>
          </a:ln>
        </p:spPr>
      </p:sp>
      <p:sp>
        <p:nvSpPr>
          <p:cNvPr id="4090" name="03_assume_matched_9387">
            <a:extLst>
              <a:ext uri="{FF2B5EF4-FFF2-40B4-BE49-F238E27FC236}">
                <a16:creationId xmlns:a16="http://schemas.microsoft.com/office/drawing/2014/main" id="{BA95A722-7CF0-435E-BED3-DF23C3D013FE}"/>
              </a:ext>
            </a:extLst>
          </p:cNvPr>
          <p:cNvSpPr>
            <a:spLocks noGrp="1"/>
          </p:cNvSpPr>
          <p:nvPr/>
        </p:nvSpPr>
        <p:spPr>
          <a:xfrm>
            <a:off x="6217040" y="7168208"/>
            <a:ext cx="28398" cy="28398"/>
          </a:xfrm>
          <a:prstGeom prst="ellipse">
            <a:avLst/>
          </a:prstGeom>
          <a:solidFill>
            <a:srgbClr val="7F8C97">
              <a:alpha val="48000"/>
            </a:srgbClr>
          </a:solidFill>
          <a:ln w="0">
            <a:noFill/>
            <a:prstDash val="solid"/>
          </a:ln>
        </p:spPr>
      </p:sp>
      <p:sp>
        <p:nvSpPr>
          <p:cNvPr id="4091" name="03_assume_matched_9388">
            <a:extLst>
              <a:ext uri="{FF2B5EF4-FFF2-40B4-BE49-F238E27FC236}">
                <a16:creationId xmlns:a16="http://schemas.microsoft.com/office/drawing/2014/main" id="{D10BAD7E-0F71-491F-A732-C5BC42C9B030}"/>
              </a:ext>
            </a:extLst>
          </p:cNvPr>
          <p:cNvSpPr>
            <a:spLocks noGrp="1"/>
          </p:cNvSpPr>
          <p:nvPr/>
        </p:nvSpPr>
        <p:spPr>
          <a:xfrm>
            <a:off x="6195310" y="7168208"/>
            <a:ext cx="28398" cy="28398"/>
          </a:xfrm>
          <a:prstGeom prst="ellipse">
            <a:avLst/>
          </a:prstGeom>
          <a:solidFill>
            <a:srgbClr val="7F8C97">
              <a:alpha val="48000"/>
            </a:srgbClr>
          </a:solidFill>
          <a:ln w="0">
            <a:noFill/>
            <a:prstDash val="solid"/>
          </a:ln>
        </p:spPr>
      </p:sp>
      <p:sp>
        <p:nvSpPr>
          <p:cNvPr id="4092" name="03_assume_matched_9389">
            <a:extLst>
              <a:ext uri="{FF2B5EF4-FFF2-40B4-BE49-F238E27FC236}">
                <a16:creationId xmlns:a16="http://schemas.microsoft.com/office/drawing/2014/main" id="{5B1BC53D-D950-4D6E-82EE-F72A30955CD9}"/>
              </a:ext>
            </a:extLst>
          </p:cNvPr>
          <p:cNvSpPr>
            <a:spLocks noGrp="1"/>
          </p:cNvSpPr>
          <p:nvPr/>
        </p:nvSpPr>
        <p:spPr>
          <a:xfrm>
            <a:off x="6107094" y="7168208"/>
            <a:ext cx="28398" cy="28398"/>
          </a:xfrm>
          <a:prstGeom prst="ellipse">
            <a:avLst/>
          </a:prstGeom>
          <a:solidFill>
            <a:srgbClr val="7F8C97">
              <a:alpha val="48000"/>
            </a:srgbClr>
          </a:solidFill>
          <a:ln w="0">
            <a:noFill/>
            <a:prstDash val="solid"/>
          </a:ln>
        </p:spPr>
      </p:sp>
      <p:sp>
        <p:nvSpPr>
          <p:cNvPr id="4093" name="03_assume_matched_9390">
            <a:extLst>
              <a:ext uri="{FF2B5EF4-FFF2-40B4-BE49-F238E27FC236}">
                <a16:creationId xmlns:a16="http://schemas.microsoft.com/office/drawing/2014/main" id="{5A537613-05AF-4865-9526-216D90F133C1}"/>
              </a:ext>
            </a:extLst>
          </p:cNvPr>
          <p:cNvSpPr>
            <a:spLocks noGrp="1"/>
          </p:cNvSpPr>
          <p:nvPr/>
        </p:nvSpPr>
        <p:spPr>
          <a:xfrm>
            <a:off x="6121053" y="7168208"/>
            <a:ext cx="28398" cy="28398"/>
          </a:xfrm>
          <a:prstGeom prst="ellipse">
            <a:avLst/>
          </a:prstGeom>
          <a:solidFill>
            <a:srgbClr val="7F8C97">
              <a:alpha val="48000"/>
            </a:srgbClr>
          </a:solidFill>
          <a:ln w="0">
            <a:noFill/>
            <a:prstDash val="solid"/>
          </a:ln>
        </p:spPr>
      </p:sp>
      <p:sp>
        <p:nvSpPr>
          <p:cNvPr id="4094" name="03_assume_matched_9391">
            <a:extLst>
              <a:ext uri="{FF2B5EF4-FFF2-40B4-BE49-F238E27FC236}">
                <a16:creationId xmlns:a16="http://schemas.microsoft.com/office/drawing/2014/main" id="{8A1A4CB7-060F-4E77-A131-B0EBFB9FAFD6}"/>
              </a:ext>
            </a:extLst>
          </p:cNvPr>
          <p:cNvSpPr>
            <a:spLocks noGrp="1"/>
          </p:cNvSpPr>
          <p:nvPr/>
        </p:nvSpPr>
        <p:spPr>
          <a:xfrm>
            <a:off x="6182214" y="7168208"/>
            <a:ext cx="28398" cy="28398"/>
          </a:xfrm>
          <a:prstGeom prst="ellipse">
            <a:avLst/>
          </a:prstGeom>
          <a:solidFill>
            <a:srgbClr val="7F8C97">
              <a:alpha val="48000"/>
            </a:srgbClr>
          </a:solidFill>
          <a:ln w="0">
            <a:noFill/>
            <a:prstDash val="solid"/>
          </a:ln>
        </p:spPr>
      </p:sp>
      <p:sp>
        <p:nvSpPr>
          <p:cNvPr id="4095" name="03_assume_matched_9392">
            <a:extLst>
              <a:ext uri="{FF2B5EF4-FFF2-40B4-BE49-F238E27FC236}">
                <a16:creationId xmlns:a16="http://schemas.microsoft.com/office/drawing/2014/main" id="{8233D525-F05A-4AB5-A59D-D4D1DB35F05C}"/>
              </a:ext>
            </a:extLst>
          </p:cNvPr>
          <p:cNvSpPr>
            <a:spLocks noGrp="1"/>
          </p:cNvSpPr>
          <p:nvPr/>
        </p:nvSpPr>
        <p:spPr>
          <a:xfrm>
            <a:off x="6127097" y="7168208"/>
            <a:ext cx="28398" cy="28398"/>
          </a:xfrm>
          <a:prstGeom prst="ellipse">
            <a:avLst/>
          </a:prstGeom>
          <a:solidFill>
            <a:srgbClr val="7F8C97">
              <a:alpha val="48000"/>
            </a:srgbClr>
          </a:solidFill>
          <a:ln w="0">
            <a:noFill/>
            <a:prstDash val="solid"/>
          </a:ln>
        </p:spPr>
      </p:sp>
      <p:sp>
        <p:nvSpPr>
          <p:cNvPr id="4096" name="03_assume_matched_9393">
            <a:extLst>
              <a:ext uri="{FF2B5EF4-FFF2-40B4-BE49-F238E27FC236}">
                <a16:creationId xmlns:a16="http://schemas.microsoft.com/office/drawing/2014/main" id="{92B6201C-E622-44C4-A69A-CBCE240A4911}"/>
              </a:ext>
            </a:extLst>
          </p:cNvPr>
          <p:cNvSpPr>
            <a:spLocks noGrp="1"/>
          </p:cNvSpPr>
          <p:nvPr/>
        </p:nvSpPr>
        <p:spPr>
          <a:xfrm>
            <a:off x="6153145" y="7168208"/>
            <a:ext cx="28398" cy="28398"/>
          </a:xfrm>
          <a:prstGeom prst="ellipse">
            <a:avLst/>
          </a:prstGeom>
          <a:solidFill>
            <a:srgbClr val="7F8C97">
              <a:alpha val="48000"/>
            </a:srgbClr>
          </a:solidFill>
          <a:ln w="0">
            <a:noFill/>
            <a:prstDash val="solid"/>
          </a:ln>
        </p:spPr>
      </p:sp>
      <p:sp>
        <p:nvSpPr>
          <p:cNvPr id="4097" name="03_assume_matched_9394">
            <a:extLst>
              <a:ext uri="{FF2B5EF4-FFF2-40B4-BE49-F238E27FC236}">
                <a16:creationId xmlns:a16="http://schemas.microsoft.com/office/drawing/2014/main" id="{6B3D1F09-18FD-430B-A282-E0363D8A3A95}"/>
              </a:ext>
            </a:extLst>
          </p:cNvPr>
          <p:cNvSpPr>
            <a:spLocks noGrp="1"/>
          </p:cNvSpPr>
          <p:nvPr/>
        </p:nvSpPr>
        <p:spPr>
          <a:xfrm>
            <a:off x="6102201" y="7753078"/>
            <a:ext cx="28398" cy="28398"/>
          </a:xfrm>
          <a:prstGeom prst="ellipse">
            <a:avLst/>
          </a:prstGeom>
          <a:solidFill>
            <a:srgbClr val="7F8C97">
              <a:alpha val="48000"/>
            </a:srgbClr>
          </a:solidFill>
          <a:ln w="0">
            <a:noFill/>
            <a:prstDash val="solid"/>
          </a:ln>
        </p:spPr>
      </p:sp>
      <p:sp>
        <p:nvSpPr>
          <p:cNvPr id="4098" name="03_assume_matched_9395">
            <a:extLst>
              <a:ext uri="{FF2B5EF4-FFF2-40B4-BE49-F238E27FC236}">
                <a16:creationId xmlns:a16="http://schemas.microsoft.com/office/drawing/2014/main" id="{980D91D5-5C25-42E4-A5EA-E050BE8922D2}"/>
              </a:ext>
            </a:extLst>
          </p:cNvPr>
          <p:cNvSpPr>
            <a:spLocks noGrp="1"/>
          </p:cNvSpPr>
          <p:nvPr/>
        </p:nvSpPr>
        <p:spPr>
          <a:xfrm>
            <a:off x="3896953" y="7153164"/>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4099" name="03_assume_matched_9396">
            <a:extLst>
              <a:ext uri="{FF2B5EF4-FFF2-40B4-BE49-F238E27FC236}">
                <a16:creationId xmlns:a16="http://schemas.microsoft.com/office/drawing/2014/main" id="{CFDBDD69-293E-45F7-93B3-0AD483F71969}"/>
              </a:ext>
            </a:extLst>
          </p:cNvPr>
          <p:cNvSpPr>
            <a:spLocks noGrp="1"/>
          </p:cNvSpPr>
          <p:nvPr/>
        </p:nvSpPr>
        <p:spPr>
          <a:xfrm>
            <a:off x="3896953" y="7796521"/>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4100" name="text_9397">
            <a:extLst>
              <a:ext uri="{FF2B5EF4-FFF2-40B4-BE49-F238E27FC236}">
                <a16:creationId xmlns:a16="http://schemas.microsoft.com/office/drawing/2014/main" id="{9304B5F1-1849-49DF-B67E-2B5471965D35}"/>
              </a:ext>
            </a:extLst>
          </p:cNvPr>
          <p:cNvSpPr>
            <a:spLocks noGrp="1"/>
          </p:cNvSpPr>
          <p:nvPr/>
        </p:nvSpPr>
        <p:spPr>
          <a:xfrm>
            <a:off x="3554763" y="6854228"/>
            <a:ext cx="48006"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stStyle>
          <a:p>
            <a:pPr algn="l">
              <a:defRPr sz="1000" b="1">
                <a:solidFill>
                  <a:srgbClr val="273744"/>
                </a:solidFill>
                <a:latin typeface="Arial"/>
                <a:ea typeface="Arial"/>
                <a:cs typeface="Arial"/>
              </a:defRPr>
            </a:pPr>
            <a:r>
              <a:rPr sz="1000" b="1">
                <a:solidFill>
                  <a:srgbClr val="273744"/>
                </a:solidFill>
                <a:latin typeface="Arial"/>
                <a:ea typeface="Arial"/>
                <a:cs typeface="Arial"/>
              </a:rPr>
              <a:t>l</a:t>
            </a:r>
          </a:p>
        </p:txBody>
      </p:sp>
      <p:sp>
        <p:nvSpPr>
          <p:cNvPr id="4101" name="text_9398">
            <a:extLst>
              <a:ext uri="{FF2B5EF4-FFF2-40B4-BE49-F238E27FC236}">
                <a16:creationId xmlns:a16="http://schemas.microsoft.com/office/drawing/2014/main" id="{8BD2BF42-80F4-4E44-B623-6A27F8D87CA4}"/>
              </a:ext>
            </a:extLst>
          </p:cNvPr>
          <p:cNvSpPr>
            <a:spLocks noGrp="1"/>
          </p:cNvSpPr>
          <p:nvPr/>
        </p:nvSpPr>
        <p:spPr>
          <a:xfrm>
            <a:off x="3896952" y="6953584"/>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stStyle>
          <a:p>
            <a:pPr algn="l">
              <a:defRPr sz="850" b="0">
                <a:solidFill>
                  <a:srgbClr val="273744"/>
                </a:solidFill>
                <a:latin typeface="Arial"/>
                <a:ea typeface="Arial"/>
                <a:cs typeface="Arial"/>
              </a:defRPr>
            </a:pPr>
            <a:r>
              <a:rPr sz="850">
                <a:solidFill>
                  <a:srgbClr val="273744"/>
                </a:solidFill>
                <a:latin typeface="Arial"/>
                <a:ea typeface="Arial"/>
                <a:cs typeface="Arial"/>
              </a:rPr>
              <a:t>Best of 50, RMSD &lt;3 Å</a:t>
            </a:r>
          </a:p>
        </p:txBody>
      </p:sp>
      <p:sp>
        <p:nvSpPr>
          <p:cNvPr id="4102" name="03_assume_matched_9399">
            <a:extLst>
              <a:ext uri="{FF2B5EF4-FFF2-40B4-BE49-F238E27FC236}">
                <a16:creationId xmlns:a16="http://schemas.microsoft.com/office/drawing/2014/main" id="{33FAD450-1C71-4F99-AF24-0C061DAB8D85}"/>
              </a:ext>
            </a:extLst>
          </p:cNvPr>
          <p:cNvSpPr>
            <a:spLocks noGrp="1"/>
          </p:cNvSpPr>
          <p:nvPr/>
        </p:nvSpPr>
        <p:spPr>
          <a:xfrm>
            <a:off x="3919584" y="7349303"/>
            <a:ext cx="2263158" cy="417975"/>
          </a:xfrm>
          <a:custGeom>
            <a:avLst/>
            <a:gdLst/>
            <a:ahLst/>
            <a:cxnLst/>
            <a:rect l="0" t="0" r="0" b="0"/>
            <a:pathLst>
              <a:path w="2263158" h="417975">
                <a:moveTo>
                  <a:pt x="0" y="417975"/>
                </a:moveTo>
                <a:lnTo>
                  <a:pt x="53885" y="416749"/>
                </a:lnTo>
                <a:lnTo>
                  <a:pt x="53885" y="416207"/>
                </a:lnTo>
                <a:lnTo>
                  <a:pt x="68581" y="415062"/>
                </a:lnTo>
                <a:lnTo>
                  <a:pt x="68581" y="413681"/>
                </a:lnTo>
                <a:lnTo>
                  <a:pt x="83821" y="412824"/>
                </a:lnTo>
                <a:lnTo>
                  <a:pt x="83821" y="411137"/>
                </a:lnTo>
                <a:lnTo>
                  <a:pt x="107769" y="410528"/>
                </a:lnTo>
                <a:lnTo>
                  <a:pt x="107769" y="408900"/>
                </a:lnTo>
                <a:lnTo>
                  <a:pt x="125731" y="408803"/>
                </a:lnTo>
                <a:lnTo>
                  <a:pt x="125731" y="401426"/>
                </a:lnTo>
                <a:lnTo>
                  <a:pt x="137161" y="401329"/>
                </a:lnTo>
                <a:lnTo>
                  <a:pt x="137161" y="399948"/>
                </a:lnTo>
                <a:lnTo>
                  <a:pt x="150877" y="399851"/>
                </a:lnTo>
                <a:lnTo>
                  <a:pt x="150877" y="394534"/>
                </a:lnTo>
                <a:lnTo>
                  <a:pt x="167641" y="393480"/>
                </a:lnTo>
                <a:lnTo>
                  <a:pt x="167641" y="392214"/>
                </a:lnTo>
                <a:lnTo>
                  <a:pt x="188596" y="392019"/>
                </a:lnTo>
                <a:lnTo>
                  <a:pt x="188596" y="376511"/>
                </a:lnTo>
                <a:lnTo>
                  <a:pt x="205742" y="376316"/>
                </a:lnTo>
                <a:lnTo>
                  <a:pt x="205742" y="374935"/>
                </a:lnTo>
                <a:lnTo>
                  <a:pt x="215539" y="374416"/>
                </a:lnTo>
                <a:lnTo>
                  <a:pt x="215539" y="372788"/>
                </a:lnTo>
                <a:lnTo>
                  <a:pt x="251462" y="371737"/>
                </a:lnTo>
                <a:lnTo>
                  <a:pt x="251462" y="357292"/>
                </a:lnTo>
                <a:lnTo>
                  <a:pt x="274322" y="356554"/>
                </a:lnTo>
                <a:lnTo>
                  <a:pt x="274322" y="355173"/>
                </a:lnTo>
                <a:lnTo>
                  <a:pt x="301754" y="354037"/>
                </a:lnTo>
                <a:lnTo>
                  <a:pt x="301754" y="348720"/>
                </a:lnTo>
                <a:lnTo>
                  <a:pt x="323308" y="347893"/>
                </a:lnTo>
                <a:lnTo>
                  <a:pt x="323308" y="346265"/>
                </a:lnTo>
                <a:lnTo>
                  <a:pt x="342903" y="345226"/>
                </a:lnTo>
                <a:lnTo>
                  <a:pt x="342903" y="343845"/>
                </a:lnTo>
                <a:lnTo>
                  <a:pt x="377193" y="343553"/>
                </a:lnTo>
                <a:lnTo>
                  <a:pt x="377193" y="286452"/>
                </a:lnTo>
                <a:lnTo>
                  <a:pt x="411483" y="286160"/>
                </a:lnTo>
                <a:lnTo>
                  <a:pt x="411483" y="284779"/>
                </a:lnTo>
                <a:lnTo>
                  <a:pt x="431078" y="284584"/>
                </a:lnTo>
                <a:lnTo>
                  <a:pt x="431078" y="282956"/>
                </a:lnTo>
                <a:lnTo>
                  <a:pt x="452632" y="282128"/>
                </a:lnTo>
                <a:lnTo>
                  <a:pt x="452632" y="276811"/>
                </a:lnTo>
                <a:lnTo>
                  <a:pt x="480064" y="276519"/>
                </a:lnTo>
                <a:lnTo>
                  <a:pt x="480064" y="275138"/>
                </a:lnTo>
                <a:lnTo>
                  <a:pt x="502924" y="274401"/>
                </a:lnTo>
                <a:lnTo>
                  <a:pt x="502924" y="262277"/>
                </a:lnTo>
                <a:lnTo>
                  <a:pt x="538847" y="261225"/>
                </a:lnTo>
                <a:lnTo>
                  <a:pt x="538847" y="259598"/>
                </a:lnTo>
                <a:lnTo>
                  <a:pt x="548644" y="259500"/>
                </a:lnTo>
                <a:lnTo>
                  <a:pt x="548644" y="258119"/>
                </a:lnTo>
                <a:lnTo>
                  <a:pt x="565789" y="257924"/>
                </a:lnTo>
                <a:lnTo>
                  <a:pt x="565789" y="244632"/>
                </a:lnTo>
                <a:lnTo>
                  <a:pt x="603509" y="243278"/>
                </a:lnTo>
                <a:lnTo>
                  <a:pt x="603509" y="237961"/>
                </a:lnTo>
                <a:lnTo>
                  <a:pt x="617225" y="237864"/>
                </a:lnTo>
                <a:lnTo>
                  <a:pt x="617225" y="236482"/>
                </a:lnTo>
                <a:lnTo>
                  <a:pt x="628655" y="236385"/>
                </a:lnTo>
                <a:lnTo>
                  <a:pt x="628655" y="229958"/>
                </a:lnTo>
                <a:lnTo>
                  <a:pt x="646617" y="229861"/>
                </a:lnTo>
                <a:lnTo>
                  <a:pt x="647998" y="228136"/>
                </a:lnTo>
                <a:lnTo>
                  <a:pt x="685805" y="227084"/>
                </a:lnTo>
                <a:lnTo>
                  <a:pt x="686685" y="225605"/>
                </a:lnTo>
                <a:lnTo>
                  <a:pt x="754386" y="224479"/>
                </a:lnTo>
                <a:lnTo>
                  <a:pt x="754386" y="5697"/>
                </a:lnTo>
                <a:lnTo>
                  <a:pt x="1131579" y="5697"/>
                </a:lnTo>
                <a:lnTo>
                  <a:pt x="1131579" y="0"/>
                </a:lnTo>
                <a:lnTo>
                  <a:pt x="2263158" y="0"/>
                </a:lnTo>
                <a:lnTo>
                  <a:pt x="2263158" y="0"/>
                </a:lnTo>
              </a:path>
            </a:pathLst>
          </a:custGeom>
          <a:noFill/>
          <a:ln w="22860">
            <a:solidFill>
              <a:srgbClr val="00878B"/>
            </a:solidFill>
            <a:prstDash val="solid"/>
          </a:ln>
        </p:spPr>
      </p:sp>
      <p:sp>
        <p:nvSpPr>
          <p:cNvPr id="4103" name="03_assume_matched_9400">
            <a:extLst>
              <a:ext uri="{FF2B5EF4-FFF2-40B4-BE49-F238E27FC236}">
                <a16:creationId xmlns:a16="http://schemas.microsoft.com/office/drawing/2014/main" id="{29F0A771-6B0F-4148-A948-054B36B17B08}"/>
              </a:ext>
            </a:extLst>
          </p:cNvPr>
          <p:cNvSpPr>
            <a:spLocks noGrp="1"/>
          </p:cNvSpPr>
          <p:nvPr/>
        </p:nvSpPr>
        <p:spPr>
          <a:xfrm>
            <a:off x="3919584" y="7182408"/>
            <a:ext cx="2263158" cy="584869"/>
          </a:xfrm>
          <a:custGeom>
            <a:avLst/>
            <a:gdLst/>
            <a:ahLst/>
            <a:cxnLst/>
            <a:rect l="0" t="0" r="0" b="0"/>
            <a:pathLst>
              <a:path w="2263158" h="584869">
                <a:moveTo>
                  <a:pt x="0" y="584869"/>
                </a:moveTo>
                <a:lnTo>
                  <a:pt x="377193" y="584869"/>
                </a:lnTo>
                <a:lnTo>
                  <a:pt x="377193" y="487391"/>
                </a:lnTo>
                <a:lnTo>
                  <a:pt x="440058" y="487391"/>
                </a:lnTo>
                <a:lnTo>
                  <a:pt x="440058" y="438652"/>
                </a:lnTo>
                <a:lnTo>
                  <a:pt x="754386" y="438652"/>
                </a:lnTo>
                <a:lnTo>
                  <a:pt x="754386" y="0"/>
                </a:lnTo>
                <a:lnTo>
                  <a:pt x="2263158" y="0"/>
                </a:lnTo>
                <a:lnTo>
                  <a:pt x="2263158" y="0"/>
                </a:lnTo>
              </a:path>
            </a:pathLst>
          </a:custGeom>
          <a:noFill/>
          <a:ln w="13335">
            <a:solidFill>
              <a:srgbClr val="3A64C8"/>
            </a:solidFill>
            <a:prstDash val="solid"/>
          </a:ln>
        </p:spPr>
      </p:sp>
      <p:sp>
        <p:nvSpPr>
          <p:cNvPr id="4104" name="03_assume_matched_9401">
            <a:extLst>
              <a:ext uri="{FF2B5EF4-FFF2-40B4-BE49-F238E27FC236}">
                <a16:creationId xmlns:a16="http://schemas.microsoft.com/office/drawing/2014/main" id="{1691D29A-7C3D-47B8-89D7-74D6D1C984CB}"/>
              </a:ext>
            </a:extLst>
          </p:cNvPr>
          <p:cNvSpPr>
            <a:spLocks noGrp="1"/>
          </p:cNvSpPr>
          <p:nvPr/>
        </p:nvSpPr>
        <p:spPr>
          <a:xfrm>
            <a:off x="4275187" y="7614164"/>
            <a:ext cx="43180" cy="43180"/>
          </a:xfrm>
          <a:prstGeom prst="ellipse">
            <a:avLst/>
          </a:prstGeom>
          <a:solidFill>
            <a:srgbClr val="00878B"/>
          </a:solidFill>
          <a:ln w="4445">
            <a:solidFill>
              <a:srgbClr val="FFFFFF"/>
            </a:solidFill>
            <a:prstDash val="solid"/>
          </a:ln>
        </p:spPr>
      </p:sp>
      <p:sp>
        <p:nvSpPr>
          <p:cNvPr id="4105" name="03_assume_matched_9402">
            <a:extLst>
              <a:ext uri="{FF2B5EF4-FFF2-40B4-BE49-F238E27FC236}">
                <a16:creationId xmlns:a16="http://schemas.microsoft.com/office/drawing/2014/main" id="{7F8DB0FB-75ED-42A6-842D-078DD97C8AE3}"/>
              </a:ext>
            </a:extLst>
          </p:cNvPr>
          <p:cNvSpPr>
            <a:spLocks noGrp="1"/>
          </p:cNvSpPr>
          <p:nvPr/>
        </p:nvSpPr>
        <p:spPr>
          <a:xfrm>
            <a:off x="4652380" y="7333409"/>
            <a:ext cx="43180" cy="43180"/>
          </a:xfrm>
          <a:prstGeom prst="ellipse">
            <a:avLst/>
          </a:prstGeom>
          <a:solidFill>
            <a:srgbClr val="00878B"/>
          </a:solidFill>
          <a:ln w="4445">
            <a:solidFill>
              <a:srgbClr val="FFFFFF"/>
            </a:solidFill>
            <a:prstDash val="solid"/>
          </a:ln>
        </p:spPr>
      </p:sp>
      <p:sp>
        <p:nvSpPr>
          <p:cNvPr id="4106" name="03_assume_matched_9403">
            <a:extLst>
              <a:ext uri="{FF2B5EF4-FFF2-40B4-BE49-F238E27FC236}">
                <a16:creationId xmlns:a16="http://schemas.microsoft.com/office/drawing/2014/main" id="{BE894413-A69D-4133-BE87-B5788C9E105B}"/>
              </a:ext>
            </a:extLst>
          </p:cNvPr>
          <p:cNvSpPr>
            <a:spLocks noGrp="1"/>
          </p:cNvSpPr>
          <p:nvPr/>
        </p:nvSpPr>
        <p:spPr>
          <a:xfrm>
            <a:off x="5406766" y="7327712"/>
            <a:ext cx="43180" cy="43180"/>
          </a:xfrm>
          <a:prstGeom prst="ellipse">
            <a:avLst/>
          </a:prstGeom>
          <a:solidFill>
            <a:srgbClr val="00878B"/>
          </a:solidFill>
          <a:ln w="4445">
            <a:solidFill>
              <a:srgbClr val="FFFFFF"/>
            </a:solidFill>
            <a:prstDash val="solid"/>
          </a:ln>
        </p:spPr>
      </p:sp>
      <p:sp>
        <p:nvSpPr>
          <p:cNvPr id="4107" name="03_assume_matched_9404">
            <a:extLst>
              <a:ext uri="{FF2B5EF4-FFF2-40B4-BE49-F238E27FC236}">
                <a16:creationId xmlns:a16="http://schemas.microsoft.com/office/drawing/2014/main" id="{B107B99E-673A-471E-81CE-8B18CFF526F1}"/>
              </a:ext>
            </a:extLst>
          </p:cNvPr>
          <p:cNvSpPr>
            <a:spLocks noGrp="1"/>
          </p:cNvSpPr>
          <p:nvPr/>
        </p:nvSpPr>
        <p:spPr>
          <a:xfrm>
            <a:off x="6161152" y="7327712"/>
            <a:ext cx="43180" cy="43180"/>
          </a:xfrm>
          <a:prstGeom prst="ellipse">
            <a:avLst/>
          </a:prstGeom>
          <a:solidFill>
            <a:srgbClr val="00878B"/>
          </a:solidFill>
          <a:ln w="4445">
            <a:solidFill>
              <a:srgbClr val="FFFFFF"/>
            </a:solidFill>
            <a:prstDash val="solid"/>
          </a:ln>
        </p:spPr>
      </p:sp>
      <p:sp>
        <p:nvSpPr>
          <p:cNvPr id="4108" name="03_assume_matched_9405">
            <a:extLst>
              <a:ext uri="{FF2B5EF4-FFF2-40B4-BE49-F238E27FC236}">
                <a16:creationId xmlns:a16="http://schemas.microsoft.com/office/drawing/2014/main" id="{2102B319-3498-4436-95E4-E9FD23975574}"/>
              </a:ext>
            </a:extLst>
          </p:cNvPr>
          <p:cNvSpPr>
            <a:spLocks noGrp="1"/>
          </p:cNvSpPr>
          <p:nvPr/>
        </p:nvSpPr>
        <p:spPr>
          <a:xfrm>
            <a:off x="4260856" y="7633877"/>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09" name="03_assume_matched_9406">
            <a:extLst>
              <a:ext uri="{FF2B5EF4-FFF2-40B4-BE49-F238E27FC236}">
                <a16:creationId xmlns:a16="http://schemas.microsoft.com/office/drawing/2014/main" id="{B219B6AA-C3E3-4BDD-8A39-5B2AC33F9513}"/>
              </a:ext>
            </a:extLst>
          </p:cNvPr>
          <p:cNvSpPr>
            <a:spLocks noGrp="1"/>
          </p:cNvSpPr>
          <p:nvPr/>
        </p:nvSpPr>
        <p:spPr>
          <a:xfrm>
            <a:off x="4638049"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10" name="03_assume_matched_9407">
            <a:extLst>
              <a:ext uri="{FF2B5EF4-FFF2-40B4-BE49-F238E27FC236}">
                <a16:creationId xmlns:a16="http://schemas.microsoft.com/office/drawing/2014/main" id="{AAAEDCFB-49EE-4C6D-ACEF-6A10AFAB93EB}"/>
              </a:ext>
            </a:extLst>
          </p:cNvPr>
          <p:cNvSpPr>
            <a:spLocks noGrp="1"/>
          </p:cNvSpPr>
          <p:nvPr/>
        </p:nvSpPr>
        <p:spPr>
          <a:xfrm>
            <a:off x="5392435"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11" name="03_assume_matched_9408">
            <a:extLst>
              <a:ext uri="{FF2B5EF4-FFF2-40B4-BE49-F238E27FC236}">
                <a16:creationId xmlns:a16="http://schemas.microsoft.com/office/drawing/2014/main" id="{D1C25D36-B8F5-41D4-A5B6-52BD799EE120}"/>
              </a:ext>
            </a:extLst>
          </p:cNvPr>
          <p:cNvSpPr>
            <a:spLocks noGrp="1"/>
          </p:cNvSpPr>
          <p:nvPr/>
        </p:nvSpPr>
        <p:spPr>
          <a:xfrm>
            <a:off x="6146821"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12" name="text_9409">
            <a:extLst>
              <a:ext uri="{FF2B5EF4-FFF2-40B4-BE49-F238E27FC236}">
                <a16:creationId xmlns:a16="http://schemas.microsoft.com/office/drawing/2014/main" id="{61F774DA-A770-4F52-ACBD-0430B7FBE357}"/>
              </a:ext>
            </a:extLst>
          </p:cNvPr>
          <p:cNvSpPr>
            <a:spLocks noGrp="1"/>
          </p:cNvSpPr>
          <p:nvPr/>
        </p:nvSpPr>
        <p:spPr>
          <a:xfrm>
            <a:off x="768363" y="904951"/>
            <a:ext cx="520878" cy="142875"/>
          </a:xfrm>
          <a:prstGeom prst="rect">
            <a:avLst/>
          </a:prstGeom>
          <a:noFill/>
          <a:ln w="0">
            <a:noFill/>
          </a:ln>
        </p:spPr>
        <p:txBody>
          <a:bodyPr wrap="none" lIns="0" tIns="0" rIns="0" bIns="0" anchor="ctr">
            <a:noAutofit/>
          </a:bodyPr>
          <a:lstStyle>
            <a:defPPr algn="l">
              <a:defRPr sz="900" b="1">
                <a:solidFill>
                  <a:srgbClr val="273744"/>
                </a:solidFill>
                <a:latin typeface="Arial"/>
                <a:ea typeface="Arial"/>
                <a:cs typeface="Arial"/>
              </a:defRPr>
            </a:defPPr>
          </a:lstStyle>
          <a:p>
            <a:pPr algn="l">
              <a:defRPr sz="900" b="1">
                <a:solidFill>
                  <a:srgbClr val="273744"/>
                </a:solidFill>
                <a:latin typeface="Arial"/>
                <a:ea typeface="Arial"/>
                <a:cs typeface="Arial"/>
              </a:defRPr>
            </a:pPr>
            <a:r>
              <a:rPr sz="900" b="1">
                <a:solidFill>
                  <a:srgbClr val="273744"/>
                </a:solidFill>
                <a:latin typeface="Arial"/>
                <a:ea typeface="Arial"/>
                <a:cs typeface="Arial"/>
              </a:rPr>
              <a:t>Emap2lig</a:t>
            </a:r>
          </a:p>
        </p:txBody>
      </p:sp>
      <p:sp>
        <p:nvSpPr>
          <p:cNvPr id="4113" name="text_9410">
            <a:extLst>
              <a:ext uri="{FF2B5EF4-FFF2-40B4-BE49-F238E27FC236}">
                <a16:creationId xmlns:a16="http://schemas.microsoft.com/office/drawing/2014/main" id="{2B1DDAE7-9C57-438C-AAA2-B6CE6E79207E}"/>
              </a:ext>
            </a:extLst>
          </p:cNvPr>
          <p:cNvSpPr>
            <a:spLocks noGrp="1"/>
          </p:cNvSpPr>
          <p:nvPr/>
        </p:nvSpPr>
        <p:spPr>
          <a:xfrm>
            <a:off x="768364" y="3221033"/>
            <a:ext cx="1822869" cy="142875"/>
          </a:xfrm>
          <a:prstGeom prst="rect">
            <a:avLst/>
          </a:prstGeom>
          <a:noFill/>
          <a:ln w="0">
            <a:noFill/>
          </a:ln>
        </p:spPr>
        <p:txBody>
          <a:bodyPr wrap="none" lIns="0" tIns="0" rIns="0" bIns="0" anchor="ctr">
            <a:noAutofit/>
          </a:bodyPr>
          <a:lstStyle>
            <a:defPPr algn="l">
              <a:defRPr sz="900" b="1">
                <a:solidFill>
                  <a:srgbClr val="273744"/>
                </a:solidFill>
                <a:latin typeface="Arial"/>
                <a:ea typeface="Arial"/>
                <a:cs typeface="Arial"/>
              </a:defRPr>
            </a:defPPr>
          </a:lstStyle>
          <a:p>
            <a:pPr algn="l">
              <a:defRPr sz="900" b="1">
                <a:solidFill>
                  <a:srgbClr val="273744"/>
                </a:solidFill>
                <a:latin typeface="Arial"/>
                <a:ea typeface="Arial"/>
                <a:cs typeface="Arial"/>
              </a:defRPr>
            </a:pPr>
            <a:r>
              <a:rPr sz="900" b="1">
                <a:solidFill>
                  <a:srgbClr val="273744"/>
                </a:solidFill>
                <a:latin typeface="Arial"/>
                <a:ea typeface="Arial"/>
                <a:cs typeface="Arial"/>
              </a:rPr>
              <a:t>LigandSeek, CryoAtom2 receptor</a:t>
            </a:r>
          </a:p>
        </p:txBody>
      </p:sp>
      <p:sp>
        <p:nvSpPr>
          <p:cNvPr id="4114" name="text_9411">
            <a:extLst>
              <a:ext uri="{FF2B5EF4-FFF2-40B4-BE49-F238E27FC236}">
                <a16:creationId xmlns:a16="http://schemas.microsoft.com/office/drawing/2014/main" id="{786AD924-4C55-4BFF-9990-FA921D622C09}"/>
              </a:ext>
            </a:extLst>
          </p:cNvPr>
          <p:cNvSpPr>
            <a:spLocks noGrp="1"/>
          </p:cNvSpPr>
          <p:nvPr/>
        </p:nvSpPr>
        <p:spPr>
          <a:xfrm>
            <a:off x="768364" y="5537115"/>
            <a:ext cx="1746745" cy="142875"/>
          </a:xfrm>
          <a:prstGeom prst="rect">
            <a:avLst/>
          </a:prstGeom>
          <a:noFill/>
          <a:ln w="0">
            <a:noFill/>
          </a:ln>
        </p:spPr>
        <p:txBody>
          <a:bodyPr wrap="none" lIns="0" tIns="0" rIns="0" bIns="0" anchor="ctr">
            <a:noAutofit/>
          </a:bodyPr>
          <a:lstStyle>
            <a:defPPr algn="l">
              <a:defRPr sz="900" b="1">
                <a:solidFill>
                  <a:srgbClr val="273744"/>
                </a:solidFill>
                <a:latin typeface="Arial"/>
                <a:ea typeface="Arial"/>
                <a:cs typeface="Arial"/>
              </a:defRPr>
            </a:defPPr>
          </a:lstStyle>
          <a:p>
            <a:pPr algn="l">
              <a:defRPr sz="900" b="1">
                <a:solidFill>
                  <a:srgbClr val="273744"/>
                </a:solidFill>
                <a:latin typeface="Arial"/>
                <a:ea typeface="Arial"/>
                <a:cs typeface="Arial"/>
              </a:defRPr>
            </a:pPr>
            <a:r>
              <a:rPr sz="900" b="1">
                <a:solidFill>
                  <a:srgbClr val="273744"/>
                </a:solidFill>
                <a:latin typeface="Arial"/>
                <a:ea typeface="Arial"/>
                <a:cs typeface="Arial"/>
              </a:rPr>
              <a:t>LigandSeek, deposited receptor</a:t>
            </a:r>
          </a:p>
        </p:txBody>
      </p:sp>
      <p:sp>
        <p:nvSpPr>
          <p:cNvPr id="4116" name="03_assume_matched_9413">
            <a:extLst>
              <a:ext uri="{FF2B5EF4-FFF2-40B4-BE49-F238E27FC236}">
                <a16:creationId xmlns:a16="http://schemas.microsoft.com/office/drawing/2014/main" id="{ED41BBD6-35D1-4F55-A9D3-192FEF002C0B}"/>
              </a:ext>
            </a:extLst>
          </p:cNvPr>
          <p:cNvSpPr>
            <a:spLocks noGrp="1"/>
          </p:cNvSpPr>
          <p:nvPr/>
        </p:nvSpPr>
        <p:spPr>
          <a:xfrm>
            <a:off x="789288" y="804207"/>
            <a:ext cx="190500" cy="191"/>
          </a:xfrm>
          <a:custGeom>
            <a:avLst/>
            <a:gdLst/>
            <a:ahLst/>
            <a:cxnLst/>
            <a:rect l="0" t="0" r="0" b="0"/>
            <a:pathLst>
              <a:path w="190500" h="191">
                <a:moveTo>
                  <a:pt x="0" y="0"/>
                </a:moveTo>
                <a:lnTo>
                  <a:pt x="95250" y="0"/>
                </a:lnTo>
                <a:lnTo>
                  <a:pt x="190500" y="0"/>
                </a:lnTo>
              </a:path>
            </a:pathLst>
          </a:custGeom>
          <a:noFill/>
          <a:ln w="22860">
            <a:solidFill>
              <a:srgbClr val="00878B"/>
            </a:solidFill>
            <a:prstDash val="solid"/>
          </a:ln>
        </p:spPr>
      </p:sp>
      <p:sp>
        <p:nvSpPr>
          <p:cNvPr id="4117" name="03_assume_matched_9414">
            <a:extLst>
              <a:ext uri="{FF2B5EF4-FFF2-40B4-BE49-F238E27FC236}">
                <a16:creationId xmlns:a16="http://schemas.microsoft.com/office/drawing/2014/main" id="{BF48BDC3-28F4-4463-AE3E-82A82C207B7F}"/>
              </a:ext>
            </a:extLst>
          </p:cNvPr>
          <p:cNvSpPr>
            <a:spLocks noGrp="1"/>
          </p:cNvSpPr>
          <p:nvPr/>
        </p:nvSpPr>
        <p:spPr>
          <a:xfrm>
            <a:off x="864218" y="783886"/>
            <a:ext cx="40640" cy="40640"/>
          </a:xfrm>
          <a:prstGeom prst="ellipse">
            <a:avLst/>
          </a:prstGeom>
          <a:solidFill>
            <a:srgbClr val="00878B"/>
          </a:solidFill>
          <a:ln w="12700">
            <a:solidFill>
              <a:srgbClr val="00878B"/>
            </a:solidFill>
            <a:prstDash val="solid"/>
          </a:ln>
        </p:spPr>
      </p:sp>
      <p:sp>
        <p:nvSpPr>
          <p:cNvPr id="4118" name="text_9415">
            <a:extLst>
              <a:ext uri="{FF2B5EF4-FFF2-40B4-BE49-F238E27FC236}">
                <a16:creationId xmlns:a16="http://schemas.microsoft.com/office/drawing/2014/main" id="{E9079857-7781-4CEC-9777-B2731D227F8B}"/>
              </a:ext>
            </a:extLst>
          </p:cNvPr>
          <p:cNvSpPr>
            <a:spLocks noGrp="1"/>
          </p:cNvSpPr>
          <p:nvPr/>
        </p:nvSpPr>
        <p:spPr>
          <a:xfrm>
            <a:off x="1055988" y="762297"/>
            <a:ext cx="250920"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a:solidFill>
                  <a:srgbClr val="273744"/>
                </a:solidFill>
                <a:latin typeface="Arial"/>
                <a:ea typeface="Arial"/>
                <a:cs typeface="Arial"/>
              </a:rPr>
              <a:t>Mean</a:t>
            </a:r>
          </a:p>
        </p:txBody>
      </p:sp>
      <p:sp>
        <p:nvSpPr>
          <p:cNvPr id="4119" name="03_assume_matched_9416">
            <a:extLst>
              <a:ext uri="{FF2B5EF4-FFF2-40B4-BE49-F238E27FC236}">
                <a16:creationId xmlns:a16="http://schemas.microsoft.com/office/drawing/2014/main" id="{FB607918-D430-4212-BF2E-063DD2B95BC8}"/>
              </a:ext>
            </a:extLst>
          </p:cNvPr>
          <p:cNvSpPr>
            <a:spLocks noGrp="1"/>
          </p:cNvSpPr>
          <p:nvPr/>
        </p:nvSpPr>
        <p:spPr>
          <a:xfrm>
            <a:off x="1484732" y="804207"/>
            <a:ext cx="190500" cy="191"/>
          </a:xfrm>
          <a:custGeom>
            <a:avLst/>
            <a:gdLst/>
            <a:ahLst/>
            <a:cxnLst/>
            <a:rect l="0" t="0" r="0" b="0"/>
            <a:pathLst>
              <a:path w="190500" h="191">
                <a:moveTo>
                  <a:pt x="0" y="0"/>
                </a:moveTo>
                <a:lnTo>
                  <a:pt x="95250" y="0"/>
                </a:lnTo>
                <a:lnTo>
                  <a:pt x="190500" y="0"/>
                </a:lnTo>
              </a:path>
            </a:pathLst>
          </a:custGeom>
          <a:noFill/>
          <a:ln w="13335">
            <a:solidFill>
              <a:srgbClr val="3A64C8"/>
            </a:solidFill>
            <a:prstDash val="solid"/>
          </a:ln>
        </p:spPr>
      </p:sp>
      <p:sp>
        <p:nvSpPr>
          <p:cNvPr id="4120" name="03_assume_matched_9417">
            <a:extLst>
              <a:ext uri="{FF2B5EF4-FFF2-40B4-BE49-F238E27FC236}">
                <a16:creationId xmlns:a16="http://schemas.microsoft.com/office/drawing/2014/main" id="{E1D21841-14A4-4CE0-AED5-21559815773F}"/>
              </a:ext>
            </a:extLst>
          </p:cNvPr>
          <p:cNvSpPr>
            <a:spLocks noGrp="1"/>
          </p:cNvSpPr>
          <p:nvPr/>
        </p:nvSpPr>
        <p:spPr>
          <a:xfrm>
            <a:off x="1548551" y="772775"/>
            <a:ext cx="62862" cy="62862"/>
          </a:xfrm>
          <a:custGeom>
            <a:avLst/>
            <a:gdLst/>
            <a:ahLst/>
            <a:cxnLst/>
            <a:rect l="0" t="0" r="0" b="0"/>
            <a:pathLst>
              <a:path w="62862" h="62862">
                <a:moveTo>
                  <a:pt x="31431" y="62862"/>
                </a:moveTo>
                <a:lnTo>
                  <a:pt x="62862" y="31431"/>
                </a:lnTo>
                <a:lnTo>
                  <a:pt x="31431" y="0"/>
                </a:lnTo>
                <a:lnTo>
                  <a:pt x="0" y="31431"/>
                </a:lnTo>
                <a:lnTo>
                  <a:pt x="31431" y="62862"/>
                </a:lnTo>
                <a:close/>
              </a:path>
            </a:pathLst>
          </a:custGeom>
          <a:solidFill>
            <a:srgbClr val="000000">
              <a:alpha val="0"/>
            </a:srgbClr>
          </a:solidFill>
          <a:ln w="12700">
            <a:solidFill>
              <a:srgbClr val="3A64C8"/>
            </a:solidFill>
            <a:prstDash val="solid"/>
          </a:ln>
        </p:spPr>
      </p:sp>
      <p:sp>
        <p:nvSpPr>
          <p:cNvPr id="4121" name="text_9418">
            <a:extLst>
              <a:ext uri="{FF2B5EF4-FFF2-40B4-BE49-F238E27FC236}">
                <a16:creationId xmlns:a16="http://schemas.microsoft.com/office/drawing/2014/main" id="{48D9B047-A97B-4532-9309-D23A6B1DD7BC}"/>
              </a:ext>
            </a:extLst>
          </p:cNvPr>
          <p:cNvSpPr>
            <a:spLocks noGrp="1"/>
          </p:cNvSpPr>
          <p:nvPr/>
        </p:nvSpPr>
        <p:spPr>
          <a:xfrm>
            <a:off x="1751433" y="762297"/>
            <a:ext cx="325025"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a:solidFill>
                  <a:srgbClr val="273744"/>
                </a:solidFill>
                <a:latin typeface="Arial"/>
                <a:ea typeface="Arial"/>
                <a:cs typeface="Arial"/>
              </a:rPr>
              <a:t>Median</a:t>
            </a:r>
          </a:p>
        </p:txBody>
      </p:sp>
      <p:sp>
        <p:nvSpPr>
          <p:cNvPr id="4122" name="03_assume_matched_9419">
            <a:extLst>
              <a:ext uri="{FF2B5EF4-FFF2-40B4-BE49-F238E27FC236}">
                <a16:creationId xmlns:a16="http://schemas.microsoft.com/office/drawing/2014/main" id="{8749011D-E411-4A12-A110-524540AA5B61}"/>
              </a:ext>
            </a:extLst>
          </p:cNvPr>
          <p:cNvSpPr>
            <a:spLocks noGrp="1"/>
          </p:cNvSpPr>
          <p:nvPr/>
        </p:nvSpPr>
        <p:spPr>
          <a:xfrm>
            <a:off x="2330507" y="785156"/>
            <a:ext cx="38100" cy="38100"/>
          </a:xfrm>
          <a:prstGeom prst="ellipse">
            <a:avLst/>
          </a:prstGeom>
          <a:solidFill>
            <a:srgbClr val="7F8C97"/>
          </a:solidFill>
          <a:ln w="12700">
            <a:solidFill>
              <a:srgbClr val="7F8C97"/>
            </a:solidFill>
            <a:prstDash val="solid"/>
          </a:ln>
        </p:spPr>
      </p:sp>
      <p:sp>
        <p:nvSpPr>
          <p:cNvPr id="4123" name="text_9420">
            <a:extLst>
              <a:ext uri="{FF2B5EF4-FFF2-40B4-BE49-F238E27FC236}">
                <a16:creationId xmlns:a16="http://schemas.microsoft.com/office/drawing/2014/main" id="{F55D4D9D-AF7D-480B-8203-37D9E83B4BD2}"/>
              </a:ext>
            </a:extLst>
          </p:cNvPr>
          <p:cNvSpPr>
            <a:spLocks noGrp="1"/>
          </p:cNvSpPr>
          <p:nvPr/>
        </p:nvSpPr>
        <p:spPr>
          <a:xfrm>
            <a:off x="2521008" y="762297"/>
            <a:ext cx="637349"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stStyle>
          <a:p>
            <a:pPr algn="l">
              <a:defRPr sz="750" b="0">
                <a:solidFill>
                  <a:srgbClr val="273744"/>
                </a:solidFill>
                <a:latin typeface="Arial"/>
                <a:ea typeface="Arial"/>
                <a:cs typeface="Arial"/>
              </a:defRPr>
            </a:pPr>
            <a:r>
              <a:rPr sz="750">
                <a:solidFill>
                  <a:srgbClr val="273744"/>
                </a:solidFill>
                <a:latin typeface="Arial"/>
                <a:ea typeface="Arial"/>
                <a:cs typeface="Arial"/>
              </a:rPr>
              <a:t>Individual PDB</a:t>
            </a:r>
          </a:p>
        </p:txBody>
      </p:sp>
    </p:spTree>
    <p:extLst>
      <p:ext uri="{BB962C8B-B14F-4D97-AF65-F5344CB8AC3E}">
        <p14:creationId xmlns:p14="http://schemas.microsoft.com/office/powerpoint/2010/main" val="1292498021"/>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direct_0">
            <a:extLst>
              <a:ext uri="{FF2B5EF4-FFF2-40B4-BE49-F238E27FC236}">
                <a16:creationId xmlns:a16="http://schemas.microsoft.com/office/drawing/2014/main" id="{7680FB84-41CB-4D47-A027-F918A146D648}"/>
              </a:ext>
            </a:extLst>
          </p:cNvPr>
          <p:cNvSpPr>
            <a:spLocks noGrp="1"/>
          </p:cNvSpPr>
          <p:nvPr/>
        </p:nvSpPr>
        <p:spPr>
          <a:xfrm>
            <a:off x="1" y="2159881"/>
            <a:ext cx="6591122" cy="4320847"/>
          </a:xfrm>
          <a:custGeom>
            <a:avLst/>
            <a:gdLst/>
            <a:ahLst/>
            <a:cxnLst/>
            <a:rect l="0" t="0" r="0" b="0"/>
            <a:pathLst>
              <a:path w="6480000" h="4248000">
                <a:moveTo>
                  <a:pt x="0" y="4248000"/>
                </a:moveTo>
                <a:lnTo>
                  <a:pt x="6480000" y="4248000"/>
                </a:lnTo>
                <a:lnTo>
                  <a:pt x="6480000" y="0"/>
                </a:lnTo>
                <a:lnTo>
                  <a:pt x="0" y="0"/>
                </a:lnTo>
                <a:lnTo>
                  <a:pt x="0" y="4248000"/>
                </a:lnTo>
                <a:close/>
              </a:path>
            </a:pathLst>
          </a:custGeom>
          <a:solidFill>
            <a:srgbClr val="FFFFFF"/>
          </a:solidFill>
          <a:ln w="0">
            <a:noFill/>
            <a:prstDash val="solid"/>
          </a:ln>
        </p:spPr>
      </p:sp>
      <p:sp>
        <p:nvSpPr>
          <p:cNvPr id="2" name="direct_1">
            <a:extLst>
              <a:ext uri="{FF2B5EF4-FFF2-40B4-BE49-F238E27FC236}">
                <a16:creationId xmlns:a16="http://schemas.microsoft.com/office/drawing/2014/main" id="{438FB4A1-41AE-4170-B9AE-6D79F2BF3401}"/>
              </a:ext>
            </a:extLst>
          </p:cNvPr>
          <p:cNvSpPr>
            <a:spLocks noGrp="1"/>
          </p:cNvSpPr>
          <p:nvPr/>
        </p:nvSpPr>
        <p:spPr>
          <a:xfrm>
            <a:off x="626157" y="2764800"/>
            <a:ext cx="2663535" cy="1275004"/>
          </a:xfrm>
          <a:custGeom>
            <a:avLst/>
            <a:gdLst/>
            <a:ahLst/>
            <a:cxnLst/>
            <a:rect l="0" t="0" r="0" b="0"/>
            <a:pathLst>
              <a:path w="2618630" h="1253508">
                <a:moveTo>
                  <a:pt x="0" y="1253508"/>
                </a:moveTo>
                <a:lnTo>
                  <a:pt x="2618630" y="1253508"/>
                </a:lnTo>
                <a:lnTo>
                  <a:pt x="2618630" y="0"/>
                </a:lnTo>
                <a:lnTo>
                  <a:pt x="0" y="0"/>
                </a:lnTo>
                <a:lnTo>
                  <a:pt x="0" y="1253508"/>
                </a:lnTo>
                <a:close/>
              </a:path>
            </a:pathLst>
          </a:custGeom>
          <a:solidFill>
            <a:srgbClr val="FFFFFF"/>
          </a:solidFill>
          <a:ln w="0">
            <a:noFill/>
            <a:prstDash val="solid"/>
          </a:ln>
        </p:spPr>
      </p:sp>
      <p:sp>
        <p:nvSpPr>
          <p:cNvPr id="3" name="direct_2">
            <a:extLst>
              <a:ext uri="{FF2B5EF4-FFF2-40B4-BE49-F238E27FC236}">
                <a16:creationId xmlns:a16="http://schemas.microsoft.com/office/drawing/2014/main" id="{48179FD0-FD23-4C0E-B7C2-0926169C2E91}"/>
              </a:ext>
            </a:extLst>
          </p:cNvPr>
          <p:cNvSpPr>
            <a:spLocks noGrp="1"/>
          </p:cNvSpPr>
          <p:nvPr/>
        </p:nvSpPr>
        <p:spPr>
          <a:xfrm>
            <a:off x="1323751" y="4039804"/>
            <a:ext cx="194" cy="32294"/>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4" name="text_3">
            <a:extLst>
              <a:ext uri="{FF2B5EF4-FFF2-40B4-BE49-F238E27FC236}">
                <a16:creationId xmlns:a16="http://schemas.microsoft.com/office/drawing/2014/main" id="{A4AD5CD1-482C-48F2-9545-E99E6869CD93}"/>
              </a:ext>
            </a:extLst>
          </p:cNvPr>
          <p:cNvSpPr>
            <a:spLocks noGrp="1"/>
          </p:cNvSpPr>
          <p:nvPr/>
        </p:nvSpPr>
        <p:spPr>
          <a:xfrm>
            <a:off x="1245104" y="4103853"/>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100</a:t>
            </a:r>
          </a:p>
        </p:txBody>
      </p:sp>
      <p:sp>
        <p:nvSpPr>
          <p:cNvPr id="5" name="direct_4">
            <a:extLst>
              <a:ext uri="{FF2B5EF4-FFF2-40B4-BE49-F238E27FC236}">
                <a16:creationId xmlns:a16="http://schemas.microsoft.com/office/drawing/2014/main" id="{6D41B89E-7982-4DCC-89F3-4F5BB52E887E}"/>
              </a:ext>
            </a:extLst>
          </p:cNvPr>
          <p:cNvSpPr>
            <a:spLocks noGrp="1"/>
          </p:cNvSpPr>
          <p:nvPr/>
        </p:nvSpPr>
        <p:spPr>
          <a:xfrm>
            <a:off x="2592100" y="4039804"/>
            <a:ext cx="194" cy="32294"/>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6" name="text_5">
            <a:extLst>
              <a:ext uri="{FF2B5EF4-FFF2-40B4-BE49-F238E27FC236}">
                <a16:creationId xmlns:a16="http://schemas.microsoft.com/office/drawing/2014/main" id="{60E108DD-5D13-4C1B-8CAF-A9171D28D98A}"/>
              </a:ext>
            </a:extLst>
          </p:cNvPr>
          <p:cNvSpPr>
            <a:spLocks noGrp="1"/>
          </p:cNvSpPr>
          <p:nvPr/>
        </p:nvSpPr>
        <p:spPr>
          <a:xfrm>
            <a:off x="2513453" y="4103853"/>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300</a:t>
            </a:r>
          </a:p>
        </p:txBody>
      </p:sp>
      <p:sp>
        <p:nvSpPr>
          <p:cNvPr id="7" name="direct_6">
            <a:extLst>
              <a:ext uri="{FF2B5EF4-FFF2-40B4-BE49-F238E27FC236}">
                <a16:creationId xmlns:a16="http://schemas.microsoft.com/office/drawing/2014/main" id="{A95CB46D-220D-4FF5-8DB9-33E9A8CEA2DB}"/>
              </a:ext>
            </a:extLst>
          </p:cNvPr>
          <p:cNvSpPr>
            <a:spLocks noGrp="1"/>
          </p:cNvSpPr>
          <p:nvPr/>
        </p:nvSpPr>
        <p:spPr>
          <a:xfrm>
            <a:off x="593863" y="4039804"/>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8" name="text_7">
            <a:extLst>
              <a:ext uri="{FF2B5EF4-FFF2-40B4-BE49-F238E27FC236}">
                <a16:creationId xmlns:a16="http://schemas.microsoft.com/office/drawing/2014/main" id="{51D1869C-9327-47DE-9D88-5A2FACB9F029}"/>
              </a:ext>
            </a:extLst>
          </p:cNvPr>
          <p:cNvSpPr>
            <a:spLocks noGrp="1"/>
          </p:cNvSpPr>
          <p:nvPr/>
        </p:nvSpPr>
        <p:spPr>
          <a:xfrm>
            <a:off x="502679" y="3999056"/>
            <a:ext cx="65349"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0</a:t>
            </a:r>
          </a:p>
        </p:txBody>
      </p:sp>
      <p:sp>
        <p:nvSpPr>
          <p:cNvPr id="9" name="direct_8">
            <a:extLst>
              <a:ext uri="{FF2B5EF4-FFF2-40B4-BE49-F238E27FC236}">
                <a16:creationId xmlns:a16="http://schemas.microsoft.com/office/drawing/2014/main" id="{429337F1-CF35-4887-A74B-07442E0E9313}"/>
              </a:ext>
            </a:extLst>
          </p:cNvPr>
          <p:cNvSpPr>
            <a:spLocks noGrp="1"/>
          </p:cNvSpPr>
          <p:nvPr/>
        </p:nvSpPr>
        <p:spPr>
          <a:xfrm>
            <a:off x="593863" y="3721053"/>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0" name="text_9">
            <a:extLst>
              <a:ext uri="{FF2B5EF4-FFF2-40B4-BE49-F238E27FC236}">
                <a16:creationId xmlns:a16="http://schemas.microsoft.com/office/drawing/2014/main" id="{C48CEB51-89DA-4336-BC58-ED2CA80F374A}"/>
              </a:ext>
            </a:extLst>
          </p:cNvPr>
          <p:cNvSpPr>
            <a:spLocks noGrp="1"/>
          </p:cNvSpPr>
          <p:nvPr/>
        </p:nvSpPr>
        <p:spPr>
          <a:xfrm>
            <a:off x="450247" y="3680305"/>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25</a:t>
            </a:r>
          </a:p>
        </p:txBody>
      </p:sp>
      <p:sp>
        <p:nvSpPr>
          <p:cNvPr id="11" name="direct_10">
            <a:extLst>
              <a:ext uri="{FF2B5EF4-FFF2-40B4-BE49-F238E27FC236}">
                <a16:creationId xmlns:a16="http://schemas.microsoft.com/office/drawing/2014/main" id="{9674EA54-6D03-403F-B829-0880FEB5D677}"/>
              </a:ext>
            </a:extLst>
          </p:cNvPr>
          <p:cNvSpPr>
            <a:spLocks noGrp="1"/>
          </p:cNvSpPr>
          <p:nvPr/>
        </p:nvSpPr>
        <p:spPr>
          <a:xfrm>
            <a:off x="593863" y="3402302"/>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2" name="text_11">
            <a:extLst>
              <a:ext uri="{FF2B5EF4-FFF2-40B4-BE49-F238E27FC236}">
                <a16:creationId xmlns:a16="http://schemas.microsoft.com/office/drawing/2014/main" id="{9BED0014-C092-487A-8F0A-75B07E76BFE4}"/>
              </a:ext>
            </a:extLst>
          </p:cNvPr>
          <p:cNvSpPr>
            <a:spLocks noGrp="1"/>
          </p:cNvSpPr>
          <p:nvPr/>
        </p:nvSpPr>
        <p:spPr>
          <a:xfrm>
            <a:off x="450247" y="3361554"/>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50</a:t>
            </a:r>
          </a:p>
        </p:txBody>
      </p:sp>
      <p:sp>
        <p:nvSpPr>
          <p:cNvPr id="13" name="direct_12">
            <a:extLst>
              <a:ext uri="{FF2B5EF4-FFF2-40B4-BE49-F238E27FC236}">
                <a16:creationId xmlns:a16="http://schemas.microsoft.com/office/drawing/2014/main" id="{9622ED99-C7B8-47BF-A4E8-67AFD8FA6CB2}"/>
              </a:ext>
            </a:extLst>
          </p:cNvPr>
          <p:cNvSpPr>
            <a:spLocks noGrp="1"/>
          </p:cNvSpPr>
          <p:nvPr/>
        </p:nvSpPr>
        <p:spPr>
          <a:xfrm>
            <a:off x="593863" y="3083552"/>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4" name="text_13">
            <a:extLst>
              <a:ext uri="{FF2B5EF4-FFF2-40B4-BE49-F238E27FC236}">
                <a16:creationId xmlns:a16="http://schemas.microsoft.com/office/drawing/2014/main" id="{699B3219-EB6A-4BA9-AAA6-CCCF14AF2FFB}"/>
              </a:ext>
            </a:extLst>
          </p:cNvPr>
          <p:cNvSpPr>
            <a:spLocks noGrp="1"/>
          </p:cNvSpPr>
          <p:nvPr/>
        </p:nvSpPr>
        <p:spPr>
          <a:xfrm>
            <a:off x="450247" y="3042803"/>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75</a:t>
            </a:r>
          </a:p>
        </p:txBody>
      </p:sp>
      <p:sp>
        <p:nvSpPr>
          <p:cNvPr id="15" name="direct_14">
            <a:extLst>
              <a:ext uri="{FF2B5EF4-FFF2-40B4-BE49-F238E27FC236}">
                <a16:creationId xmlns:a16="http://schemas.microsoft.com/office/drawing/2014/main" id="{C040EC61-45BF-4F42-AF60-819D2CBCB13B}"/>
              </a:ext>
            </a:extLst>
          </p:cNvPr>
          <p:cNvSpPr>
            <a:spLocks noGrp="1"/>
          </p:cNvSpPr>
          <p:nvPr/>
        </p:nvSpPr>
        <p:spPr>
          <a:xfrm>
            <a:off x="593863" y="2764801"/>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6" name="text_15">
            <a:extLst>
              <a:ext uri="{FF2B5EF4-FFF2-40B4-BE49-F238E27FC236}">
                <a16:creationId xmlns:a16="http://schemas.microsoft.com/office/drawing/2014/main" id="{10180B9E-2636-45FF-91B3-F52B13FB2702}"/>
              </a:ext>
            </a:extLst>
          </p:cNvPr>
          <p:cNvSpPr>
            <a:spLocks noGrp="1"/>
          </p:cNvSpPr>
          <p:nvPr/>
        </p:nvSpPr>
        <p:spPr>
          <a:xfrm>
            <a:off x="397817" y="2724052"/>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100</a:t>
            </a:r>
          </a:p>
        </p:txBody>
      </p:sp>
      <p:sp>
        <p:nvSpPr>
          <p:cNvPr id="17" name="text_16">
            <a:extLst>
              <a:ext uri="{FF2B5EF4-FFF2-40B4-BE49-F238E27FC236}">
                <a16:creationId xmlns:a16="http://schemas.microsoft.com/office/drawing/2014/main" id="{21E8A610-8024-4128-9583-E5145ADC4DA5}"/>
              </a:ext>
            </a:extLst>
          </p:cNvPr>
          <p:cNvSpPr>
            <a:spLocks noGrp="1"/>
          </p:cNvSpPr>
          <p:nvPr/>
        </p:nvSpPr>
        <p:spPr>
          <a:xfrm rot="-5400000">
            <a:off x="-180819" y="3337713"/>
            <a:ext cx="989192" cy="129178"/>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rPr sz="814"/>
              <a:t>Mean completion (%)</a:t>
            </a:r>
          </a:p>
        </p:txBody>
      </p:sp>
      <p:sp>
        <p:nvSpPr>
          <p:cNvPr id="18" name="direct_17">
            <a:extLst>
              <a:ext uri="{FF2B5EF4-FFF2-40B4-BE49-F238E27FC236}">
                <a16:creationId xmlns:a16="http://schemas.microsoft.com/office/drawing/2014/main" id="{6A31CE0F-4932-4F6E-B0C7-3DD12B574E8F}"/>
              </a:ext>
            </a:extLst>
          </p:cNvPr>
          <p:cNvSpPr>
            <a:spLocks noGrp="1"/>
          </p:cNvSpPr>
          <p:nvPr/>
        </p:nvSpPr>
        <p:spPr>
          <a:xfrm>
            <a:off x="895681" y="3736235"/>
            <a:ext cx="260012" cy="303569"/>
          </a:xfrm>
          <a:custGeom>
            <a:avLst/>
            <a:gdLst/>
            <a:ahLst/>
            <a:cxnLst/>
            <a:rect l="0" t="0" r="0" b="0"/>
            <a:pathLst>
              <a:path w="255628" h="298451">
                <a:moveTo>
                  <a:pt x="0" y="298451"/>
                </a:moveTo>
                <a:lnTo>
                  <a:pt x="255628" y="298451"/>
                </a:lnTo>
                <a:lnTo>
                  <a:pt x="255628" y="0"/>
                </a:lnTo>
                <a:lnTo>
                  <a:pt x="0" y="0"/>
                </a:lnTo>
                <a:lnTo>
                  <a:pt x="0" y="298451"/>
                </a:lnTo>
                <a:close/>
              </a:path>
            </a:pathLst>
          </a:custGeom>
          <a:solidFill>
            <a:srgbClr val="A5ADB4"/>
          </a:solidFill>
          <a:ln w="0">
            <a:noFill/>
            <a:prstDash val="solid"/>
          </a:ln>
        </p:spPr>
      </p:sp>
      <p:sp>
        <p:nvSpPr>
          <p:cNvPr id="19" name="direct_18">
            <a:extLst>
              <a:ext uri="{FF2B5EF4-FFF2-40B4-BE49-F238E27FC236}">
                <a16:creationId xmlns:a16="http://schemas.microsoft.com/office/drawing/2014/main" id="{29EE5BF5-43C6-4156-9FDE-1AAAED3A9B05}"/>
              </a:ext>
            </a:extLst>
          </p:cNvPr>
          <p:cNvSpPr>
            <a:spLocks noGrp="1"/>
          </p:cNvSpPr>
          <p:nvPr/>
        </p:nvSpPr>
        <p:spPr>
          <a:xfrm>
            <a:off x="2164031" y="3707662"/>
            <a:ext cx="260012" cy="332142"/>
          </a:xfrm>
          <a:custGeom>
            <a:avLst/>
            <a:gdLst/>
            <a:ahLst/>
            <a:cxnLst/>
            <a:rect l="0" t="0" r="0" b="0"/>
            <a:pathLst>
              <a:path w="255628" h="326542">
                <a:moveTo>
                  <a:pt x="0" y="326542"/>
                </a:moveTo>
                <a:lnTo>
                  <a:pt x="255628" y="326542"/>
                </a:lnTo>
                <a:lnTo>
                  <a:pt x="255628" y="0"/>
                </a:lnTo>
                <a:lnTo>
                  <a:pt x="0" y="0"/>
                </a:lnTo>
                <a:lnTo>
                  <a:pt x="0" y="326542"/>
                </a:lnTo>
                <a:close/>
              </a:path>
            </a:pathLst>
          </a:custGeom>
          <a:solidFill>
            <a:srgbClr val="A5ADB4"/>
          </a:solidFill>
          <a:ln w="0">
            <a:noFill/>
            <a:prstDash val="solid"/>
          </a:ln>
        </p:spPr>
      </p:sp>
      <p:sp>
        <p:nvSpPr>
          <p:cNvPr id="20" name="direct_19">
            <a:extLst>
              <a:ext uri="{FF2B5EF4-FFF2-40B4-BE49-F238E27FC236}">
                <a16:creationId xmlns:a16="http://schemas.microsoft.com/office/drawing/2014/main" id="{C67C8931-02F6-41B0-8621-E8E791615E4D}"/>
              </a:ext>
            </a:extLst>
          </p:cNvPr>
          <p:cNvSpPr>
            <a:spLocks noGrp="1"/>
          </p:cNvSpPr>
          <p:nvPr/>
        </p:nvSpPr>
        <p:spPr>
          <a:xfrm>
            <a:off x="1193744" y="3493840"/>
            <a:ext cx="260012" cy="545964"/>
          </a:xfrm>
          <a:custGeom>
            <a:avLst/>
            <a:gdLst/>
            <a:ahLst/>
            <a:cxnLst/>
            <a:rect l="0" t="0" r="0" b="0"/>
            <a:pathLst>
              <a:path w="255628" h="536759">
                <a:moveTo>
                  <a:pt x="0" y="536759"/>
                </a:moveTo>
                <a:lnTo>
                  <a:pt x="255628" y="536759"/>
                </a:lnTo>
                <a:lnTo>
                  <a:pt x="255628" y="0"/>
                </a:lnTo>
                <a:lnTo>
                  <a:pt x="0" y="0"/>
                </a:lnTo>
                <a:lnTo>
                  <a:pt x="0" y="536759"/>
                </a:lnTo>
                <a:close/>
              </a:path>
            </a:pathLst>
          </a:custGeom>
          <a:solidFill>
            <a:srgbClr val="5B74BC"/>
          </a:solidFill>
          <a:ln w="0">
            <a:noFill/>
            <a:prstDash val="solid"/>
          </a:ln>
        </p:spPr>
      </p:sp>
      <p:sp>
        <p:nvSpPr>
          <p:cNvPr id="21" name="direct_20">
            <a:extLst>
              <a:ext uri="{FF2B5EF4-FFF2-40B4-BE49-F238E27FC236}">
                <a16:creationId xmlns:a16="http://schemas.microsoft.com/office/drawing/2014/main" id="{EC7723C1-F798-4256-94FF-1E94C09D170F}"/>
              </a:ext>
            </a:extLst>
          </p:cNvPr>
          <p:cNvSpPr>
            <a:spLocks noGrp="1"/>
          </p:cNvSpPr>
          <p:nvPr/>
        </p:nvSpPr>
        <p:spPr>
          <a:xfrm>
            <a:off x="2462094" y="3442897"/>
            <a:ext cx="260012" cy="596908"/>
          </a:xfrm>
          <a:custGeom>
            <a:avLst/>
            <a:gdLst/>
            <a:ahLst/>
            <a:cxnLst/>
            <a:rect l="0" t="0" r="0" b="0"/>
            <a:pathLst>
              <a:path w="255628" h="586845">
                <a:moveTo>
                  <a:pt x="0" y="586845"/>
                </a:moveTo>
                <a:lnTo>
                  <a:pt x="255628" y="586845"/>
                </a:lnTo>
                <a:lnTo>
                  <a:pt x="255628" y="0"/>
                </a:lnTo>
                <a:lnTo>
                  <a:pt x="0" y="0"/>
                </a:lnTo>
                <a:lnTo>
                  <a:pt x="0" y="586845"/>
                </a:lnTo>
                <a:close/>
              </a:path>
            </a:pathLst>
          </a:custGeom>
          <a:solidFill>
            <a:srgbClr val="5B74BC"/>
          </a:solidFill>
          <a:ln w="0">
            <a:noFill/>
            <a:prstDash val="solid"/>
          </a:ln>
        </p:spPr>
      </p:sp>
      <p:sp>
        <p:nvSpPr>
          <p:cNvPr id="22" name="direct_21">
            <a:extLst>
              <a:ext uri="{FF2B5EF4-FFF2-40B4-BE49-F238E27FC236}">
                <a16:creationId xmlns:a16="http://schemas.microsoft.com/office/drawing/2014/main" id="{CD5484FA-8093-4766-82CE-43989FD95D9E}"/>
              </a:ext>
            </a:extLst>
          </p:cNvPr>
          <p:cNvSpPr>
            <a:spLocks noGrp="1"/>
          </p:cNvSpPr>
          <p:nvPr/>
        </p:nvSpPr>
        <p:spPr>
          <a:xfrm>
            <a:off x="1491806" y="3297584"/>
            <a:ext cx="260012" cy="742219"/>
          </a:xfrm>
          <a:custGeom>
            <a:avLst/>
            <a:gdLst/>
            <a:ahLst/>
            <a:cxnLst/>
            <a:rect l="0" t="0" r="0" b="0"/>
            <a:pathLst>
              <a:path w="255628" h="729706">
                <a:moveTo>
                  <a:pt x="0" y="729706"/>
                </a:moveTo>
                <a:lnTo>
                  <a:pt x="255628" y="729706"/>
                </a:lnTo>
                <a:lnTo>
                  <a:pt x="255628" y="0"/>
                </a:lnTo>
                <a:lnTo>
                  <a:pt x="0" y="0"/>
                </a:lnTo>
                <a:lnTo>
                  <a:pt x="0" y="729706"/>
                </a:lnTo>
                <a:close/>
              </a:path>
            </a:pathLst>
          </a:custGeom>
          <a:solidFill>
            <a:srgbClr val="168D8D"/>
          </a:solidFill>
          <a:ln w="0">
            <a:noFill/>
            <a:prstDash val="solid"/>
          </a:ln>
        </p:spPr>
      </p:sp>
      <p:sp>
        <p:nvSpPr>
          <p:cNvPr id="23" name="direct_22">
            <a:extLst>
              <a:ext uri="{FF2B5EF4-FFF2-40B4-BE49-F238E27FC236}">
                <a16:creationId xmlns:a16="http://schemas.microsoft.com/office/drawing/2014/main" id="{55EA5B87-B1FD-41AB-BCB4-74E84B1EF8FB}"/>
              </a:ext>
            </a:extLst>
          </p:cNvPr>
          <p:cNvSpPr>
            <a:spLocks noGrp="1"/>
          </p:cNvSpPr>
          <p:nvPr/>
        </p:nvSpPr>
        <p:spPr>
          <a:xfrm>
            <a:off x="2760157" y="3297584"/>
            <a:ext cx="260012" cy="742219"/>
          </a:xfrm>
          <a:custGeom>
            <a:avLst/>
            <a:gdLst/>
            <a:ahLst/>
            <a:cxnLst/>
            <a:rect l="0" t="0" r="0" b="0"/>
            <a:pathLst>
              <a:path w="255628" h="729706">
                <a:moveTo>
                  <a:pt x="0" y="729706"/>
                </a:moveTo>
                <a:lnTo>
                  <a:pt x="255628" y="729706"/>
                </a:lnTo>
                <a:lnTo>
                  <a:pt x="255628" y="0"/>
                </a:lnTo>
                <a:lnTo>
                  <a:pt x="0" y="0"/>
                </a:lnTo>
                <a:lnTo>
                  <a:pt x="0" y="729706"/>
                </a:lnTo>
                <a:close/>
              </a:path>
            </a:pathLst>
          </a:custGeom>
          <a:solidFill>
            <a:srgbClr val="168D8D"/>
          </a:solidFill>
          <a:ln w="0">
            <a:noFill/>
            <a:prstDash val="solid"/>
          </a:ln>
        </p:spPr>
      </p:sp>
      <p:sp>
        <p:nvSpPr>
          <p:cNvPr id="24" name="direct_23">
            <a:extLst>
              <a:ext uri="{FF2B5EF4-FFF2-40B4-BE49-F238E27FC236}">
                <a16:creationId xmlns:a16="http://schemas.microsoft.com/office/drawing/2014/main" id="{260B92FA-88C5-44BC-A250-F0D1BC99CE4E}"/>
              </a:ext>
            </a:extLst>
          </p:cNvPr>
          <p:cNvSpPr>
            <a:spLocks noGrp="1"/>
          </p:cNvSpPr>
          <p:nvPr/>
        </p:nvSpPr>
        <p:spPr>
          <a:xfrm>
            <a:off x="626158" y="2764800"/>
            <a:ext cx="194" cy="1275004"/>
          </a:xfrm>
          <a:custGeom>
            <a:avLst/>
            <a:gdLst/>
            <a:ahLst/>
            <a:cxnLst/>
            <a:rect l="0" t="0" r="0" b="0"/>
            <a:pathLst>
              <a:path w="191" h="1253508">
                <a:moveTo>
                  <a:pt x="0" y="1253508"/>
                </a:moveTo>
                <a:lnTo>
                  <a:pt x="0" y="0"/>
                </a:lnTo>
              </a:path>
            </a:pathLst>
          </a:custGeom>
          <a:noFill/>
          <a:ln w="7620">
            <a:solidFill>
              <a:srgbClr val="000000"/>
            </a:solidFill>
            <a:prstDash val="solid"/>
          </a:ln>
        </p:spPr>
      </p:sp>
      <p:sp>
        <p:nvSpPr>
          <p:cNvPr id="25" name="direct_24">
            <a:extLst>
              <a:ext uri="{FF2B5EF4-FFF2-40B4-BE49-F238E27FC236}">
                <a16:creationId xmlns:a16="http://schemas.microsoft.com/office/drawing/2014/main" id="{3C83DD5E-FD33-4EF6-83E5-BC578E3A9593}"/>
              </a:ext>
            </a:extLst>
          </p:cNvPr>
          <p:cNvSpPr>
            <a:spLocks noGrp="1"/>
          </p:cNvSpPr>
          <p:nvPr/>
        </p:nvSpPr>
        <p:spPr>
          <a:xfrm>
            <a:off x="626157" y="4039804"/>
            <a:ext cx="2663535" cy="194"/>
          </a:xfrm>
          <a:custGeom>
            <a:avLst/>
            <a:gdLst/>
            <a:ahLst/>
            <a:cxnLst/>
            <a:rect l="0" t="0" r="0" b="0"/>
            <a:pathLst>
              <a:path w="2618630" h="191">
                <a:moveTo>
                  <a:pt x="0" y="0"/>
                </a:moveTo>
                <a:lnTo>
                  <a:pt x="2618630" y="0"/>
                </a:lnTo>
              </a:path>
            </a:pathLst>
          </a:custGeom>
          <a:noFill/>
          <a:ln w="7620">
            <a:solidFill>
              <a:srgbClr val="000000"/>
            </a:solidFill>
            <a:prstDash val="solid"/>
          </a:ln>
        </p:spPr>
      </p:sp>
      <p:sp>
        <p:nvSpPr>
          <p:cNvPr id="26" name="direct_25">
            <a:extLst>
              <a:ext uri="{FF2B5EF4-FFF2-40B4-BE49-F238E27FC236}">
                <a16:creationId xmlns:a16="http://schemas.microsoft.com/office/drawing/2014/main" id="{D798B857-2269-44A7-BDE4-204D1C34F48B}"/>
              </a:ext>
            </a:extLst>
          </p:cNvPr>
          <p:cNvSpPr>
            <a:spLocks noGrp="1"/>
          </p:cNvSpPr>
          <p:nvPr/>
        </p:nvSpPr>
        <p:spPr>
          <a:xfrm>
            <a:off x="1025689" y="3627694"/>
            <a:ext cx="194" cy="210141"/>
          </a:xfrm>
          <a:custGeom>
            <a:avLst/>
            <a:gdLst/>
            <a:ahLst/>
            <a:cxnLst/>
            <a:rect l="0" t="0" r="0" b="0"/>
            <a:pathLst>
              <a:path w="191" h="206598">
                <a:moveTo>
                  <a:pt x="0" y="206598"/>
                </a:moveTo>
                <a:lnTo>
                  <a:pt x="0" y="0"/>
                </a:lnTo>
              </a:path>
            </a:pathLst>
          </a:custGeom>
          <a:noFill/>
          <a:ln w="8255">
            <a:solidFill>
              <a:srgbClr val="44505A"/>
            </a:solidFill>
            <a:prstDash val="solid"/>
          </a:ln>
        </p:spPr>
      </p:sp>
      <p:sp>
        <p:nvSpPr>
          <p:cNvPr id="27" name="direct_26">
            <a:extLst>
              <a:ext uri="{FF2B5EF4-FFF2-40B4-BE49-F238E27FC236}">
                <a16:creationId xmlns:a16="http://schemas.microsoft.com/office/drawing/2014/main" id="{DCC09449-040D-4095-BE56-3F6FF2D9F4B2}"/>
              </a:ext>
            </a:extLst>
          </p:cNvPr>
          <p:cNvSpPr>
            <a:spLocks noGrp="1"/>
          </p:cNvSpPr>
          <p:nvPr/>
        </p:nvSpPr>
        <p:spPr>
          <a:xfrm>
            <a:off x="2294038" y="3593833"/>
            <a:ext cx="194" cy="219584"/>
          </a:xfrm>
          <a:custGeom>
            <a:avLst/>
            <a:gdLst/>
            <a:ahLst/>
            <a:cxnLst/>
            <a:rect l="0" t="0" r="0" b="0"/>
            <a:pathLst>
              <a:path w="191" h="215882">
                <a:moveTo>
                  <a:pt x="0" y="215882"/>
                </a:moveTo>
                <a:lnTo>
                  <a:pt x="0" y="0"/>
                </a:lnTo>
              </a:path>
            </a:pathLst>
          </a:custGeom>
          <a:noFill/>
          <a:ln w="8255">
            <a:solidFill>
              <a:srgbClr val="44505A"/>
            </a:solidFill>
            <a:prstDash val="solid"/>
          </a:ln>
        </p:spPr>
      </p:sp>
      <p:sp>
        <p:nvSpPr>
          <p:cNvPr id="28" name="direct_27">
            <a:extLst>
              <a:ext uri="{FF2B5EF4-FFF2-40B4-BE49-F238E27FC236}">
                <a16:creationId xmlns:a16="http://schemas.microsoft.com/office/drawing/2014/main" id="{96C7BA34-F8F0-4AE6-9554-94847E0DE758}"/>
              </a:ext>
            </a:extLst>
          </p:cNvPr>
          <p:cNvSpPr>
            <a:spLocks noGrp="1"/>
          </p:cNvSpPr>
          <p:nvPr/>
        </p:nvSpPr>
        <p:spPr>
          <a:xfrm>
            <a:off x="998560" y="3837834"/>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29" name="direct_28">
            <a:extLst>
              <a:ext uri="{FF2B5EF4-FFF2-40B4-BE49-F238E27FC236}">
                <a16:creationId xmlns:a16="http://schemas.microsoft.com/office/drawing/2014/main" id="{164CBA87-67D8-4205-B91F-C0964E481B20}"/>
              </a:ext>
            </a:extLst>
          </p:cNvPr>
          <p:cNvSpPr>
            <a:spLocks noGrp="1"/>
          </p:cNvSpPr>
          <p:nvPr/>
        </p:nvSpPr>
        <p:spPr>
          <a:xfrm>
            <a:off x="2266910" y="3813418"/>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0" name="direct_29">
            <a:extLst>
              <a:ext uri="{FF2B5EF4-FFF2-40B4-BE49-F238E27FC236}">
                <a16:creationId xmlns:a16="http://schemas.microsoft.com/office/drawing/2014/main" id="{27C7E06D-9808-4A9E-8219-8F488BC71EE4}"/>
              </a:ext>
            </a:extLst>
          </p:cNvPr>
          <p:cNvSpPr>
            <a:spLocks noGrp="1"/>
          </p:cNvSpPr>
          <p:nvPr/>
        </p:nvSpPr>
        <p:spPr>
          <a:xfrm>
            <a:off x="998560" y="3627694"/>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1" name="direct_30">
            <a:extLst>
              <a:ext uri="{FF2B5EF4-FFF2-40B4-BE49-F238E27FC236}">
                <a16:creationId xmlns:a16="http://schemas.microsoft.com/office/drawing/2014/main" id="{CBC3FAD7-9937-4632-9B8D-519F31B25DB8}"/>
              </a:ext>
            </a:extLst>
          </p:cNvPr>
          <p:cNvSpPr>
            <a:spLocks noGrp="1"/>
          </p:cNvSpPr>
          <p:nvPr/>
        </p:nvSpPr>
        <p:spPr>
          <a:xfrm>
            <a:off x="2266910" y="3593834"/>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2" name="text_31">
            <a:extLst>
              <a:ext uri="{FF2B5EF4-FFF2-40B4-BE49-F238E27FC236}">
                <a16:creationId xmlns:a16="http://schemas.microsoft.com/office/drawing/2014/main" id="{9B7157C5-FB0D-4B30-B0D9-8A44DD114A70}"/>
              </a:ext>
            </a:extLst>
          </p:cNvPr>
          <p:cNvSpPr>
            <a:spLocks noGrp="1"/>
          </p:cNvSpPr>
          <p:nvPr/>
        </p:nvSpPr>
        <p:spPr>
          <a:xfrm>
            <a:off x="935190" y="3507681"/>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23.8</a:t>
            </a:r>
          </a:p>
        </p:txBody>
      </p:sp>
      <p:sp>
        <p:nvSpPr>
          <p:cNvPr id="33" name="text_32">
            <a:extLst>
              <a:ext uri="{FF2B5EF4-FFF2-40B4-BE49-F238E27FC236}">
                <a16:creationId xmlns:a16="http://schemas.microsoft.com/office/drawing/2014/main" id="{2413E223-84A0-4632-AFBD-56F55C8100B5}"/>
              </a:ext>
            </a:extLst>
          </p:cNvPr>
          <p:cNvSpPr>
            <a:spLocks noGrp="1"/>
          </p:cNvSpPr>
          <p:nvPr/>
        </p:nvSpPr>
        <p:spPr>
          <a:xfrm>
            <a:off x="2203541" y="3473821"/>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26.1</a:t>
            </a:r>
          </a:p>
        </p:txBody>
      </p:sp>
      <p:sp>
        <p:nvSpPr>
          <p:cNvPr id="34" name="direct_33">
            <a:extLst>
              <a:ext uri="{FF2B5EF4-FFF2-40B4-BE49-F238E27FC236}">
                <a16:creationId xmlns:a16="http://schemas.microsoft.com/office/drawing/2014/main" id="{8B7D7F38-44F6-438D-A650-E627948325E0}"/>
              </a:ext>
            </a:extLst>
          </p:cNvPr>
          <p:cNvSpPr>
            <a:spLocks noGrp="1"/>
          </p:cNvSpPr>
          <p:nvPr/>
        </p:nvSpPr>
        <p:spPr>
          <a:xfrm>
            <a:off x="1323751" y="3367111"/>
            <a:ext cx="194" cy="249073"/>
          </a:xfrm>
          <a:custGeom>
            <a:avLst/>
            <a:gdLst/>
            <a:ahLst/>
            <a:cxnLst/>
            <a:rect l="0" t="0" r="0" b="0"/>
            <a:pathLst>
              <a:path w="191" h="244874">
                <a:moveTo>
                  <a:pt x="0" y="244874"/>
                </a:moveTo>
                <a:lnTo>
                  <a:pt x="0" y="0"/>
                </a:lnTo>
              </a:path>
            </a:pathLst>
          </a:custGeom>
          <a:noFill/>
          <a:ln w="8255">
            <a:solidFill>
              <a:srgbClr val="44505A"/>
            </a:solidFill>
            <a:prstDash val="solid"/>
          </a:ln>
        </p:spPr>
      </p:sp>
      <p:sp>
        <p:nvSpPr>
          <p:cNvPr id="35" name="direct_34">
            <a:extLst>
              <a:ext uri="{FF2B5EF4-FFF2-40B4-BE49-F238E27FC236}">
                <a16:creationId xmlns:a16="http://schemas.microsoft.com/office/drawing/2014/main" id="{B067DF68-816B-495A-9E00-376A2D78A1B2}"/>
              </a:ext>
            </a:extLst>
          </p:cNvPr>
          <p:cNvSpPr>
            <a:spLocks noGrp="1"/>
          </p:cNvSpPr>
          <p:nvPr/>
        </p:nvSpPr>
        <p:spPr>
          <a:xfrm>
            <a:off x="2592100" y="3315117"/>
            <a:ext cx="194" cy="252776"/>
          </a:xfrm>
          <a:custGeom>
            <a:avLst/>
            <a:gdLst/>
            <a:ahLst/>
            <a:cxnLst/>
            <a:rect l="0" t="0" r="0" b="0"/>
            <a:pathLst>
              <a:path w="191" h="248514">
                <a:moveTo>
                  <a:pt x="0" y="248514"/>
                </a:moveTo>
                <a:lnTo>
                  <a:pt x="0" y="0"/>
                </a:lnTo>
              </a:path>
            </a:pathLst>
          </a:custGeom>
          <a:noFill/>
          <a:ln w="8255">
            <a:solidFill>
              <a:srgbClr val="44505A"/>
            </a:solidFill>
            <a:prstDash val="solid"/>
          </a:ln>
        </p:spPr>
      </p:sp>
      <p:sp>
        <p:nvSpPr>
          <p:cNvPr id="36" name="direct_35">
            <a:extLst>
              <a:ext uri="{FF2B5EF4-FFF2-40B4-BE49-F238E27FC236}">
                <a16:creationId xmlns:a16="http://schemas.microsoft.com/office/drawing/2014/main" id="{67E17726-2A59-48FD-B95B-5FBD6ED44FFE}"/>
              </a:ext>
            </a:extLst>
          </p:cNvPr>
          <p:cNvSpPr>
            <a:spLocks noGrp="1"/>
          </p:cNvSpPr>
          <p:nvPr/>
        </p:nvSpPr>
        <p:spPr>
          <a:xfrm>
            <a:off x="1296623" y="3616184"/>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7" name="direct_36">
            <a:extLst>
              <a:ext uri="{FF2B5EF4-FFF2-40B4-BE49-F238E27FC236}">
                <a16:creationId xmlns:a16="http://schemas.microsoft.com/office/drawing/2014/main" id="{71B14315-BEDA-4D18-8EE8-5237835D1CE4}"/>
              </a:ext>
            </a:extLst>
          </p:cNvPr>
          <p:cNvSpPr>
            <a:spLocks noGrp="1"/>
          </p:cNvSpPr>
          <p:nvPr/>
        </p:nvSpPr>
        <p:spPr>
          <a:xfrm>
            <a:off x="2564972" y="3567893"/>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8" name="direct_37">
            <a:extLst>
              <a:ext uri="{FF2B5EF4-FFF2-40B4-BE49-F238E27FC236}">
                <a16:creationId xmlns:a16="http://schemas.microsoft.com/office/drawing/2014/main" id="{35B5CB42-8581-42EB-8EB1-4CDF1FE5B501}"/>
              </a:ext>
            </a:extLst>
          </p:cNvPr>
          <p:cNvSpPr>
            <a:spLocks noGrp="1"/>
          </p:cNvSpPr>
          <p:nvPr/>
        </p:nvSpPr>
        <p:spPr>
          <a:xfrm>
            <a:off x="1296623" y="3367111"/>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9" name="direct_38">
            <a:extLst>
              <a:ext uri="{FF2B5EF4-FFF2-40B4-BE49-F238E27FC236}">
                <a16:creationId xmlns:a16="http://schemas.microsoft.com/office/drawing/2014/main" id="{0EAFFDFD-95BB-45BD-8250-AFAC2DA9693E}"/>
              </a:ext>
            </a:extLst>
          </p:cNvPr>
          <p:cNvSpPr>
            <a:spLocks noGrp="1"/>
          </p:cNvSpPr>
          <p:nvPr/>
        </p:nvSpPr>
        <p:spPr>
          <a:xfrm>
            <a:off x="2564972" y="3315118"/>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0" name="text_39">
            <a:extLst>
              <a:ext uri="{FF2B5EF4-FFF2-40B4-BE49-F238E27FC236}">
                <a16:creationId xmlns:a16="http://schemas.microsoft.com/office/drawing/2014/main" id="{EAB66F63-F2F0-4942-913A-CB68ADB461B0}"/>
              </a:ext>
            </a:extLst>
          </p:cNvPr>
          <p:cNvSpPr>
            <a:spLocks noGrp="1"/>
          </p:cNvSpPr>
          <p:nvPr/>
        </p:nvSpPr>
        <p:spPr>
          <a:xfrm>
            <a:off x="1233253" y="3247098"/>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42.8</a:t>
            </a:r>
          </a:p>
        </p:txBody>
      </p:sp>
      <p:sp>
        <p:nvSpPr>
          <p:cNvPr id="41" name="text_40">
            <a:extLst>
              <a:ext uri="{FF2B5EF4-FFF2-40B4-BE49-F238E27FC236}">
                <a16:creationId xmlns:a16="http://schemas.microsoft.com/office/drawing/2014/main" id="{AF314794-36D3-4D73-AB57-34FA6709B83C}"/>
              </a:ext>
            </a:extLst>
          </p:cNvPr>
          <p:cNvSpPr>
            <a:spLocks noGrp="1"/>
          </p:cNvSpPr>
          <p:nvPr/>
        </p:nvSpPr>
        <p:spPr>
          <a:xfrm>
            <a:off x="2501603" y="3195106"/>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46.8</a:t>
            </a:r>
          </a:p>
        </p:txBody>
      </p:sp>
      <p:sp>
        <p:nvSpPr>
          <p:cNvPr id="42" name="direct_41">
            <a:extLst>
              <a:ext uri="{FF2B5EF4-FFF2-40B4-BE49-F238E27FC236}">
                <a16:creationId xmlns:a16="http://schemas.microsoft.com/office/drawing/2014/main" id="{6D2D4631-7E96-40CE-AC6B-1ABE42B12A2A}"/>
              </a:ext>
            </a:extLst>
          </p:cNvPr>
          <p:cNvSpPr>
            <a:spLocks noGrp="1"/>
          </p:cNvSpPr>
          <p:nvPr/>
        </p:nvSpPr>
        <p:spPr>
          <a:xfrm>
            <a:off x="1621813" y="3172476"/>
            <a:ext cx="194" cy="252528"/>
          </a:xfrm>
          <a:custGeom>
            <a:avLst/>
            <a:gdLst/>
            <a:ahLst/>
            <a:cxnLst/>
            <a:rect l="0" t="0" r="0" b="0"/>
            <a:pathLst>
              <a:path w="191" h="248271">
                <a:moveTo>
                  <a:pt x="0" y="248271"/>
                </a:moveTo>
                <a:lnTo>
                  <a:pt x="0" y="0"/>
                </a:lnTo>
              </a:path>
            </a:pathLst>
          </a:custGeom>
          <a:noFill/>
          <a:ln w="8255">
            <a:solidFill>
              <a:srgbClr val="44505A"/>
            </a:solidFill>
            <a:prstDash val="solid"/>
          </a:ln>
        </p:spPr>
      </p:sp>
      <p:sp>
        <p:nvSpPr>
          <p:cNvPr id="43" name="direct_42">
            <a:extLst>
              <a:ext uri="{FF2B5EF4-FFF2-40B4-BE49-F238E27FC236}">
                <a16:creationId xmlns:a16="http://schemas.microsoft.com/office/drawing/2014/main" id="{0DD150A2-F398-499E-8DD0-026A3D0AF9AD}"/>
              </a:ext>
            </a:extLst>
          </p:cNvPr>
          <p:cNvSpPr>
            <a:spLocks noGrp="1"/>
          </p:cNvSpPr>
          <p:nvPr/>
        </p:nvSpPr>
        <p:spPr>
          <a:xfrm>
            <a:off x="2890163" y="3172476"/>
            <a:ext cx="194" cy="252528"/>
          </a:xfrm>
          <a:custGeom>
            <a:avLst/>
            <a:gdLst/>
            <a:ahLst/>
            <a:cxnLst/>
            <a:rect l="0" t="0" r="0" b="0"/>
            <a:pathLst>
              <a:path w="191" h="248271">
                <a:moveTo>
                  <a:pt x="0" y="248271"/>
                </a:moveTo>
                <a:lnTo>
                  <a:pt x="0" y="0"/>
                </a:lnTo>
              </a:path>
            </a:pathLst>
          </a:custGeom>
          <a:noFill/>
          <a:ln w="8255">
            <a:solidFill>
              <a:srgbClr val="44505A"/>
            </a:solidFill>
            <a:prstDash val="solid"/>
          </a:ln>
        </p:spPr>
      </p:sp>
      <p:sp>
        <p:nvSpPr>
          <p:cNvPr id="44" name="direct_43">
            <a:extLst>
              <a:ext uri="{FF2B5EF4-FFF2-40B4-BE49-F238E27FC236}">
                <a16:creationId xmlns:a16="http://schemas.microsoft.com/office/drawing/2014/main" id="{A20F5A74-28A8-4F67-B18C-4621BE9CEEBF}"/>
              </a:ext>
            </a:extLst>
          </p:cNvPr>
          <p:cNvSpPr>
            <a:spLocks noGrp="1"/>
          </p:cNvSpPr>
          <p:nvPr/>
        </p:nvSpPr>
        <p:spPr>
          <a:xfrm>
            <a:off x="1594685" y="3425004"/>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5" name="direct_44">
            <a:extLst>
              <a:ext uri="{FF2B5EF4-FFF2-40B4-BE49-F238E27FC236}">
                <a16:creationId xmlns:a16="http://schemas.microsoft.com/office/drawing/2014/main" id="{ED15FDAD-FD29-4CFE-B43C-50BF05C7915D}"/>
              </a:ext>
            </a:extLst>
          </p:cNvPr>
          <p:cNvSpPr>
            <a:spLocks noGrp="1"/>
          </p:cNvSpPr>
          <p:nvPr/>
        </p:nvSpPr>
        <p:spPr>
          <a:xfrm>
            <a:off x="2863035" y="3425004"/>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6" name="direct_45">
            <a:extLst>
              <a:ext uri="{FF2B5EF4-FFF2-40B4-BE49-F238E27FC236}">
                <a16:creationId xmlns:a16="http://schemas.microsoft.com/office/drawing/2014/main" id="{C5893B12-4D41-414F-9A03-4DEFD8F291B6}"/>
              </a:ext>
            </a:extLst>
          </p:cNvPr>
          <p:cNvSpPr>
            <a:spLocks noGrp="1"/>
          </p:cNvSpPr>
          <p:nvPr/>
        </p:nvSpPr>
        <p:spPr>
          <a:xfrm>
            <a:off x="1594685" y="3172476"/>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7" name="direct_46">
            <a:extLst>
              <a:ext uri="{FF2B5EF4-FFF2-40B4-BE49-F238E27FC236}">
                <a16:creationId xmlns:a16="http://schemas.microsoft.com/office/drawing/2014/main" id="{0E0F0A56-35CA-4947-97C9-F34DA70BA4C7}"/>
              </a:ext>
            </a:extLst>
          </p:cNvPr>
          <p:cNvSpPr>
            <a:spLocks noGrp="1"/>
          </p:cNvSpPr>
          <p:nvPr/>
        </p:nvSpPr>
        <p:spPr>
          <a:xfrm>
            <a:off x="2863035" y="3172476"/>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8" name="text_47">
            <a:extLst>
              <a:ext uri="{FF2B5EF4-FFF2-40B4-BE49-F238E27FC236}">
                <a16:creationId xmlns:a16="http://schemas.microsoft.com/office/drawing/2014/main" id="{C776DB5F-3E5D-4741-A680-F0F3D5D89DF7}"/>
              </a:ext>
            </a:extLst>
          </p:cNvPr>
          <p:cNvSpPr>
            <a:spLocks noGrp="1"/>
          </p:cNvSpPr>
          <p:nvPr/>
        </p:nvSpPr>
        <p:spPr>
          <a:xfrm>
            <a:off x="1531316" y="3052464"/>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58.2</a:t>
            </a:r>
          </a:p>
        </p:txBody>
      </p:sp>
      <p:sp>
        <p:nvSpPr>
          <p:cNvPr id="49" name="text_48">
            <a:extLst>
              <a:ext uri="{FF2B5EF4-FFF2-40B4-BE49-F238E27FC236}">
                <a16:creationId xmlns:a16="http://schemas.microsoft.com/office/drawing/2014/main" id="{4B423A35-6AAE-4289-8090-4816CB5B34EC}"/>
              </a:ext>
            </a:extLst>
          </p:cNvPr>
          <p:cNvSpPr>
            <a:spLocks noGrp="1"/>
          </p:cNvSpPr>
          <p:nvPr/>
        </p:nvSpPr>
        <p:spPr>
          <a:xfrm>
            <a:off x="2799665" y="3052464"/>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58.2</a:t>
            </a:r>
          </a:p>
        </p:txBody>
      </p:sp>
      <p:sp>
        <p:nvSpPr>
          <p:cNvPr id="50" name="text_49">
            <a:extLst>
              <a:ext uri="{FF2B5EF4-FFF2-40B4-BE49-F238E27FC236}">
                <a16:creationId xmlns:a16="http://schemas.microsoft.com/office/drawing/2014/main" id="{339FE999-3928-4278-BA98-F627FFADC94A}"/>
              </a:ext>
            </a:extLst>
          </p:cNvPr>
          <p:cNvSpPr>
            <a:spLocks noGrp="1"/>
          </p:cNvSpPr>
          <p:nvPr/>
        </p:nvSpPr>
        <p:spPr>
          <a:xfrm>
            <a:off x="406555" y="2546490"/>
            <a:ext cx="84741" cy="161472"/>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17"/>
              <a:t>a</a:t>
            </a:r>
          </a:p>
        </p:txBody>
      </p:sp>
      <p:sp>
        <p:nvSpPr>
          <p:cNvPr id="51" name="text_50">
            <a:extLst>
              <a:ext uri="{FF2B5EF4-FFF2-40B4-BE49-F238E27FC236}">
                <a16:creationId xmlns:a16="http://schemas.microsoft.com/office/drawing/2014/main" id="{D7DE1BA9-6F16-48B1-8942-B0FAE5E3E0DC}"/>
              </a:ext>
            </a:extLst>
          </p:cNvPr>
          <p:cNvSpPr>
            <a:spLocks noGrp="1"/>
          </p:cNvSpPr>
          <p:nvPr/>
        </p:nvSpPr>
        <p:spPr>
          <a:xfrm>
            <a:off x="626157" y="2560777"/>
            <a:ext cx="954238" cy="138866"/>
          </a:xfrm>
          <a:prstGeom prst="rect">
            <a:avLst/>
          </a:prstGeom>
          <a:noFill/>
          <a:ln w="0">
            <a:noFill/>
          </a:ln>
        </p:spPr>
        <p:txBody>
          <a:bodyPr wrap="none" lIns="0" tIns="0" rIns="0" bIns="0" anchor="ctr">
            <a:noAutofit/>
          </a:bodyPr>
          <a:lstStyle>
            <a:defPPr algn="l">
              <a:defRPr sz="860" b="0">
                <a:solidFill>
                  <a:srgbClr val="273744"/>
                </a:solidFill>
                <a:latin typeface="Arial"/>
                <a:ea typeface="Arial"/>
                <a:cs typeface="Arial"/>
              </a:defRPr>
            </a:defPPr>
            <a:lvl1pPr algn="l">
              <a:defRPr sz="860" b="0">
                <a:solidFill>
                  <a:srgbClr val="273744"/>
                </a:solidFill>
                <a:latin typeface="Arial"/>
                <a:ea typeface="Arial"/>
                <a:cs typeface="Arial"/>
              </a:defRPr>
            </a:lvl1pPr>
            <a:lvl2pPr algn="l">
              <a:defRPr sz="860" b="0">
                <a:solidFill>
                  <a:srgbClr val="273744"/>
                </a:solidFill>
                <a:latin typeface="Arial"/>
                <a:ea typeface="Arial"/>
                <a:cs typeface="Arial"/>
              </a:defRPr>
            </a:lvl2pPr>
            <a:lvl3pPr algn="l">
              <a:defRPr sz="860" b="0">
                <a:solidFill>
                  <a:srgbClr val="273744"/>
                </a:solidFill>
                <a:latin typeface="Arial"/>
                <a:ea typeface="Arial"/>
                <a:cs typeface="Arial"/>
              </a:defRPr>
            </a:lvl3pPr>
            <a:lvl4pPr algn="l">
              <a:defRPr sz="860" b="0">
                <a:solidFill>
                  <a:srgbClr val="273744"/>
                </a:solidFill>
                <a:latin typeface="Arial"/>
                <a:ea typeface="Arial"/>
                <a:cs typeface="Arial"/>
              </a:defRPr>
            </a:lvl4pPr>
            <a:lvl5pPr algn="l">
              <a:defRPr sz="860" b="0">
                <a:solidFill>
                  <a:srgbClr val="273744"/>
                </a:solidFill>
                <a:latin typeface="Arial"/>
                <a:ea typeface="Arial"/>
                <a:cs typeface="Arial"/>
              </a:defRPr>
            </a:lvl5pPr>
            <a:lvl6pPr algn="l">
              <a:defRPr sz="860" b="0">
                <a:solidFill>
                  <a:srgbClr val="273744"/>
                </a:solidFill>
                <a:latin typeface="Arial"/>
                <a:ea typeface="Arial"/>
                <a:cs typeface="Arial"/>
              </a:defRPr>
            </a:lvl6pPr>
            <a:lvl7pPr algn="l">
              <a:defRPr sz="860" b="0">
                <a:solidFill>
                  <a:srgbClr val="273744"/>
                </a:solidFill>
                <a:latin typeface="Arial"/>
                <a:ea typeface="Arial"/>
                <a:cs typeface="Arial"/>
              </a:defRPr>
            </a:lvl7pPr>
            <a:lvl8pPr algn="l">
              <a:defRPr sz="860" b="0">
                <a:solidFill>
                  <a:srgbClr val="273744"/>
                </a:solidFill>
                <a:latin typeface="Arial"/>
                <a:ea typeface="Arial"/>
                <a:cs typeface="Arial"/>
              </a:defRPr>
            </a:lvl8pPr>
            <a:lvl9pPr algn="l">
              <a:defRPr sz="860" b="0">
                <a:solidFill>
                  <a:srgbClr val="273744"/>
                </a:solidFill>
                <a:latin typeface="Arial"/>
                <a:ea typeface="Arial"/>
                <a:cs typeface="Arial"/>
              </a:defRPr>
            </a:lvl9pPr>
          </a:lstStyle>
          <a:p>
            <a:pPr algn="l">
              <a:defRPr sz="860" b="0">
                <a:solidFill>
                  <a:srgbClr val="273744"/>
                </a:solidFill>
                <a:latin typeface="Arial"/>
                <a:ea typeface="Arial"/>
                <a:cs typeface="Arial"/>
              </a:defRPr>
            </a:pPr>
            <a:r>
              <a:rPr sz="875" dirty="0"/>
              <a:t>Top-1, RMSD &lt;2 Å</a:t>
            </a:r>
          </a:p>
        </p:txBody>
      </p:sp>
      <p:sp>
        <p:nvSpPr>
          <p:cNvPr id="52" name="direct_51">
            <a:extLst>
              <a:ext uri="{FF2B5EF4-FFF2-40B4-BE49-F238E27FC236}">
                <a16:creationId xmlns:a16="http://schemas.microsoft.com/office/drawing/2014/main" id="{50F62235-EFF4-4DC5-B83D-2234CF43BA62}"/>
              </a:ext>
            </a:extLst>
          </p:cNvPr>
          <p:cNvSpPr>
            <a:spLocks noGrp="1"/>
          </p:cNvSpPr>
          <p:nvPr/>
        </p:nvSpPr>
        <p:spPr>
          <a:xfrm>
            <a:off x="3795765" y="2764800"/>
            <a:ext cx="2663535" cy="1275004"/>
          </a:xfrm>
          <a:custGeom>
            <a:avLst/>
            <a:gdLst/>
            <a:ahLst/>
            <a:cxnLst/>
            <a:rect l="0" t="0" r="0" b="0"/>
            <a:pathLst>
              <a:path w="2618630" h="1253508">
                <a:moveTo>
                  <a:pt x="0" y="1253508"/>
                </a:moveTo>
                <a:lnTo>
                  <a:pt x="2618630" y="1253508"/>
                </a:lnTo>
                <a:lnTo>
                  <a:pt x="2618630" y="0"/>
                </a:lnTo>
                <a:lnTo>
                  <a:pt x="0" y="0"/>
                </a:lnTo>
                <a:lnTo>
                  <a:pt x="0" y="1253508"/>
                </a:lnTo>
                <a:close/>
              </a:path>
            </a:pathLst>
          </a:custGeom>
          <a:solidFill>
            <a:srgbClr val="FFFFFF"/>
          </a:solidFill>
          <a:ln w="0">
            <a:noFill/>
            <a:prstDash val="solid"/>
          </a:ln>
        </p:spPr>
      </p:sp>
      <p:sp>
        <p:nvSpPr>
          <p:cNvPr id="53" name="direct_52">
            <a:extLst>
              <a:ext uri="{FF2B5EF4-FFF2-40B4-BE49-F238E27FC236}">
                <a16:creationId xmlns:a16="http://schemas.microsoft.com/office/drawing/2014/main" id="{0C8977B8-710B-48F7-B101-D9FBCDBAB176}"/>
              </a:ext>
            </a:extLst>
          </p:cNvPr>
          <p:cNvSpPr>
            <a:spLocks noGrp="1"/>
          </p:cNvSpPr>
          <p:nvPr/>
        </p:nvSpPr>
        <p:spPr>
          <a:xfrm>
            <a:off x="4493358" y="4039804"/>
            <a:ext cx="194" cy="32294"/>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54" name="text_53">
            <a:extLst>
              <a:ext uri="{FF2B5EF4-FFF2-40B4-BE49-F238E27FC236}">
                <a16:creationId xmlns:a16="http://schemas.microsoft.com/office/drawing/2014/main" id="{F630C4DE-4315-4728-9ACE-CE4A7B119A48}"/>
              </a:ext>
            </a:extLst>
          </p:cNvPr>
          <p:cNvSpPr>
            <a:spLocks noGrp="1"/>
          </p:cNvSpPr>
          <p:nvPr/>
        </p:nvSpPr>
        <p:spPr>
          <a:xfrm>
            <a:off x="4414710" y="4103853"/>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100</a:t>
            </a:r>
          </a:p>
        </p:txBody>
      </p:sp>
      <p:sp>
        <p:nvSpPr>
          <p:cNvPr id="55" name="direct_54">
            <a:extLst>
              <a:ext uri="{FF2B5EF4-FFF2-40B4-BE49-F238E27FC236}">
                <a16:creationId xmlns:a16="http://schemas.microsoft.com/office/drawing/2014/main" id="{4ED7D9C4-7ED5-4ECA-B572-3138BFD5640B}"/>
              </a:ext>
            </a:extLst>
          </p:cNvPr>
          <p:cNvSpPr>
            <a:spLocks noGrp="1"/>
          </p:cNvSpPr>
          <p:nvPr/>
        </p:nvSpPr>
        <p:spPr>
          <a:xfrm>
            <a:off x="5761708" y="4039804"/>
            <a:ext cx="194" cy="32294"/>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56" name="text_55">
            <a:extLst>
              <a:ext uri="{FF2B5EF4-FFF2-40B4-BE49-F238E27FC236}">
                <a16:creationId xmlns:a16="http://schemas.microsoft.com/office/drawing/2014/main" id="{AF06DFB2-BDB3-4807-8FB6-E9CD5CBFA0F5}"/>
              </a:ext>
            </a:extLst>
          </p:cNvPr>
          <p:cNvSpPr>
            <a:spLocks noGrp="1"/>
          </p:cNvSpPr>
          <p:nvPr/>
        </p:nvSpPr>
        <p:spPr>
          <a:xfrm>
            <a:off x="5683061" y="4103853"/>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300</a:t>
            </a:r>
          </a:p>
        </p:txBody>
      </p:sp>
      <p:sp>
        <p:nvSpPr>
          <p:cNvPr id="57" name="direct_56">
            <a:extLst>
              <a:ext uri="{FF2B5EF4-FFF2-40B4-BE49-F238E27FC236}">
                <a16:creationId xmlns:a16="http://schemas.microsoft.com/office/drawing/2014/main" id="{01FE16D0-0D76-4D46-826B-D8448E90CD47}"/>
              </a:ext>
            </a:extLst>
          </p:cNvPr>
          <p:cNvSpPr>
            <a:spLocks noGrp="1"/>
          </p:cNvSpPr>
          <p:nvPr/>
        </p:nvSpPr>
        <p:spPr>
          <a:xfrm>
            <a:off x="3763470" y="4039804"/>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58" name="text_57">
            <a:extLst>
              <a:ext uri="{FF2B5EF4-FFF2-40B4-BE49-F238E27FC236}">
                <a16:creationId xmlns:a16="http://schemas.microsoft.com/office/drawing/2014/main" id="{1C9B3FCC-7368-4648-A311-BAC598D0C0D0}"/>
              </a:ext>
            </a:extLst>
          </p:cNvPr>
          <p:cNvSpPr>
            <a:spLocks noGrp="1"/>
          </p:cNvSpPr>
          <p:nvPr/>
        </p:nvSpPr>
        <p:spPr>
          <a:xfrm>
            <a:off x="3672286" y="3999056"/>
            <a:ext cx="65349"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0</a:t>
            </a:r>
          </a:p>
        </p:txBody>
      </p:sp>
      <p:sp>
        <p:nvSpPr>
          <p:cNvPr id="59" name="direct_58">
            <a:extLst>
              <a:ext uri="{FF2B5EF4-FFF2-40B4-BE49-F238E27FC236}">
                <a16:creationId xmlns:a16="http://schemas.microsoft.com/office/drawing/2014/main" id="{DAAFD450-CF02-44BB-BB10-9C119ACCA9F5}"/>
              </a:ext>
            </a:extLst>
          </p:cNvPr>
          <p:cNvSpPr>
            <a:spLocks noGrp="1"/>
          </p:cNvSpPr>
          <p:nvPr/>
        </p:nvSpPr>
        <p:spPr>
          <a:xfrm>
            <a:off x="3763470" y="3721053"/>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60" name="text_59">
            <a:extLst>
              <a:ext uri="{FF2B5EF4-FFF2-40B4-BE49-F238E27FC236}">
                <a16:creationId xmlns:a16="http://schemas.microsoft.com/office/drawing/2014/main" id="{E7466E4D-A68E-48CF-BBC8-FBA2E4D45753}"/>
              </a:ext>
            </a:extLst>
          </p:cNvPr>
          <p:cNvSpPr>
            <a:spLocks noGrp="1"/>
          </p:cNvSpPr>
          <p:nvPr/>
        </p:nvSpPr>
        <p:spPr>
          <a:xfrm>
            <a:off x="3619855" y="3680305"/>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25</a:t>
            </a:r>
          </a:p>
        </p:txBody>
      </p:sp>
      <p:sp>
        <p:nvSpPr>
          <p:cNvPr id="61" name="direct_60">
            <a:extLst>
              <a:ext uri="{FF2B5EF4-FFF2-40B4-BE49-F238E27FC236}">
                <a16:creationId xmlns:a16="http://schemas.microsoft.com/office/drawing/2014/main" id="{C96274CB-F7C5-4C30-A003-D93D8BD2C527}"/>
              </a:ext>
            </a:extLst>
          </p:cNvPr>
          <p:cNvSpPr>
            <a:spLocks noGrp="1"/>
          </p:cNvSpPr>
          <p:nvPr/>
        </p:nvSpPr>
        <p:spPr>
          <a:xfrm>
            <a:off x="3763470" y="3402302"/>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62" name="text_61">
            <a:extLst>
              <a:ext uri="{FF2B5EF4-FFF2-40B4-BE49-F238E27FC236}">
                <a16:creationId xmlns:a16="http://schemas.microsoft.com/office/drawing/2014/main" id="{AEFC37A4-9B78-45F6-BE52-C19D86DC504E}"/>
              </a:ext>
            </a:extLst>
          </p:cNvPr>
          <p:cNvSpPr>
            <a:spLocks noGrp="1"/>
          </p:cNvSpPr>
          <p:nvPr/>
        </p:nvSpPr>
        <p:spPr>
          <a:xfrm>
            <a:off x="3619855" y="3361554"/>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50</a:t>
            </a:r>
          </a:p>
        </p:txBody>
      </p:sp>
      <p:sp>
        <p:nvSpPr>
          <p:cNvPr id="63" name="direct_62">
            <a:extLst>
              <a:ext uri="{FF2B5EF4-FFF2-40B4-BE49-F238E27FC236}">
                <a16:creationId xmlns:a16="http://schemas.microsoft.com/office/drawing/2014/main" id="{D75667CA-31C2-472D-9D11-2C8ECE638AF8}"/>
              </a:ext>
            </a:extLst>
          </p:cNvPr>
          <p:cNvSpPr>
            <a:spLocks noGrp="1"/>
          </p:cNvSpPr>
          <p:nvPr/>
        </p:nvSpPr>
        <p:spPr>
          <a:xfrm>
            <a:off x="3763470" y="3083552"/>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64" name="text_63">
            <a:extLst>
              <a:ext uri="{FF2B5EF4-FFF2-40B4-BE49-F238E27FC236}">
                <a16:creationId xmlns:a16="http://schemas.microsoft.com/office/drawing/2014/main" id="{63297A73-E896-4731-8DE3-37E2D63C27C0}"/>
              </a:ext>
            </a:extLst>
          </p:cNvPr>
          <p:cNvSpPr>
            <a:spLocks noGrp="1"/>
          </p:cNvSpPr>
          <p:nvPr/>
        </p:nvSpPr>
        <p:spPr>
          <a:xfrm>
            <a:off x="3619855" y="3042803"/>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75</a:t>
            </a:r>
          </a:p>
        </p:txBody>
      </p:sp>
      <p:sp>
        <p:nvSpPr>
          <p:cNvPr id="65" name="direct_64">
            <a:extLst>
              <a:ext uri="{FF2B5EF4-FFF2-40B4-BE49-F238E27FC236}">
                <a16:creationId xmlns:a16="http://schemas.microsoft.com/office/drawing/2014/main" id="{128A3F68-8FF3-4A5F-8147-5FC026570487}"/>
              </a:ext>
            </a:extLst>
          </p:cNvPr>
          <p:cNvSpPr>
            <a:spLocks noGrp="1"/>
          </p:cNvSpPr>
          <p:nvPr/>
        </p:nvSpPr>
        <p:spPr>
          <a:xfrm>
            <a:off x="3763470" y="2764801"/>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66" name="text_65">
            <a:extLst>
              <a:ext uri="{FF2B5EF4-FFF2-40B4-BE49-F238E27FC236}">
                <a16:creationId xmlns:a16="http://schemas.microsoft.com/office/drawing/2014/main" id="{1A5867DF-222B-450A-B1CF-AE53B6B57ADD}"/>
              </a:ext>
            </a:extLst>
          </p:cNvPr>
          <p:cNvSpPr>
            <a:spLocks noGrp="1"/>
          </p:cNvSpPr>
          <p:nvPr/>
        </p:nvSpPr>
        <p:spPr>
          <a:xfrm>
            <a:off x="3567425" y="2724052"/>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100</a:t>
            </a:r>
          </a:p>
        </p:txBody>
      </p:sp>
      <p:sp>
        <p:nvSpPr>
          <p:cNvPr id="67" name="direct_66">
            <a:extLst>
              <a:ext uri="{FF2B5EF4-FFF2-40B4-BE49-F238E27FC236}">
                <a16:creationId xmlns:a16="http://schemas.microsoft.com/office/drawing/2014/main" id="{D3D97EF2-2A2B-4351-9897-FA0597597FEB}"/>
              </a:ext>
            </a:extLst>
          </p:cNvPr>
          <p:cNvSpPr>
            <a:spLocks noGrp="1"/>
          </p:cNvSpPr>
          <p:nvPr/>
        </p:nvSpPr>
        <p:spPr>
          <a:xfrm>
            <a:off x="4065288" y="3552235"/>
            <a:ext cx="260012" cy="487569"/>
          </a:xfrm>
          <a:custGeom>
            <a:avLst/>
            <a:gdLst/>
            <a:ahLst/>
            <a:cxnLst/>
            <a:rect l="0" t="0" r="0" b="0"/>
            <a:pathLst>
              <a:path w="255628" h="479349">
                <a:moveTo>
                  <a:pt x="0" y="479349"/>
                </a:moveTo>
                <a:lnTo>
                  <a:pt x="255628" y="479349"/>
                </a:lnTo>
                <a:lnTo>
                  <a:pt x="255628" y="0"/>
                </a:lnTo>
                <a:lnTo>
                  <a:pt x="0" y="0"/>
                </a:lnTo>
                <a:lnTo>
                  <a:pt x="0" y="479349"/>
                </a:lnTo>
                <a:close/>
              </a:path>
            </a:pathLst>
          </a:custGeom>
          <a:solidFill>
            <a:srgbClr val="A5ADB4"/>
          </a:solidFill>
          <a:ln w="0">
            <a:noFill/>
            <a:prstDash val="solid"/>
          </a:ln>
        </p:spPr>
      </p:sp>
      <p:sp>
        <p:nvSpPr>
          <p:cNvPr id="68" name="direct_67">
            <a:extLst>
              <a:ext uri="{FF2B5EF4-FFF2-40B4-BE49-F238E27FC236}">
                <a16:creationId xmlns:a16="http://schemas.microsoft.com/office/drawing/2014/main" id="{F42E8C57-7D0F-4AEF-9F13-70F61EB39B44}"/>
              </a:ext>
            </a:extLst>
          </p:cNvPr>
          <p:cNvSpPr>
            <a:spLocks noGrp="1"/>
          </p:cNvSpPr>
          <p:nvPr/>
        </p:nvSpPr>
        <p:spPr>
          <a:xfrm>
            <a:off x="5333639" y="3488002"/>
            <a:ext cx="260012" cy="551802"/>
          </a:xfrm>
          <a:custGeom>
            <a:avLst/>
            <a:gdLst/>
            <a:ahLst/>
            <a:cxnLst/>
            <a:rect l="0" t="0" r="0" b="0"/>
            <a:pathLst>
              <a:path w="255628" h="542499">
                <a:moveTo>
                  <a:pt x="0" y="542499"/>
                </a:moveTo>
                <a:lnTo>
                  <a:pt x="255628" y="542499"/>
                </a:lnTo>
                <a:lnTo>
                  <a:pt x="255628" y="0"/>
                </a:lnTo>
                <a:lnTo>
                  <a:pt x="0" y="0"/>
                </a:lnTo>
                <a:lnTo>
                  <a:pt x="0" y="542499"/>
                </a:lnTo>
                <a:close/>
              </a:path>
            </a:pathLst>
          </a:custGeom>
          <a:solidFill>
            <a:srgbClr val="A5ADB4"/>
          </a:solidFill>
          <a:ln w="0">
            <a:noFill/>
            <a:prstDash val="solid"/>
          </a:ln>
        </p:spPr>
      </p:sp>
      <p:sp>
        <p:nvSpPr>
          <p:cNvPr id="69" name="direct_68">
            <a:extLst>
              <a:ext uri="{FF2B5EF4-FFF2-40B4-BE49-F238E27FC236}">
                <a16:creationId xmlns:a16="http://schemas.microsoft.com/office/drawing/2014/main" id="{BB5CBCB6-DBA7-41AA-97D9-63F58D674AB7}"/>
              </a:ext>
            </a:extLst>
          </p:cNvPr>
          <p:cNvSpPr>
            <a:spLocks noGrp="1"/>
          </p:cNvSpPr>
          <p:nvPr/>
        </p:nvSpPr>
        <p:spPr>
          <a:xfrm>
            <a:off x="4363351" y="3407117"/>
            <a:ext cx="260012" cy="632687"/>
          </a:xfrm>
          <a:custGeom>
            <a:avLst/>
            <a:gdLst/>
            <a:ahLst/>
            <a:cxnLst/>
            <a:rect l="0" t="0" r="0" b="0"/>
            <a:pathLst>
              <a:path w="255628" h="622020">
                <a:moveTo>
                  <a:pt x="0" y="622020"/>
                </a:moveTo>
                <a:lnTo>
                  <a:pt x="255628" y="622020"/>
                </a:lnTo>
                <a:lnTo>
                  <a:pt x="255628" y="0"/>
                </a:lnTo>
                <a:lnTo>
                  <a:pt x="0" y="0"/>
                </a:lnTo>
                <a:lnTo>
                  <a:pt x="0" y="622020"/>
                </a:lnTo>
                <a:close/>
              </a:path>
            </a:pathLst>
          </a:custGeom>
          <a:solidFill>
            <a:srgbClr val="5B74BC"/>
          </a:solidFill>
          <a:ln w="0">
            <a:noFill/>
            <a:prstDash val="solid"/>
          </a:ln>
        </p:spPr>
      </p:sp>
      <p:sp>
        <p:nvSpPr>
          <p:cNvPr id="70" name="direct_69">
            <a:extLst>
              <a:ext uri="{FF2B5EF4-FFF2-40B4-BE49-F238E27FC236}">
                <a16:creationId xmlns:a16="http://schemas.microsoft.com/office/drawing/2014/main" id="{1F3E5C11-F49D-4C7B-A232-89B2DEC51569}"/>
              </a:ext>
            </a:extLst>
          </p:cNvPr>
          <p:cNvSpPr>
            <a:spLocks noGrp="1"/>
          </p:cNvSpPr>
          <p:nvPr/>
        </p:nvSpPr>
        <p:spPr>
          <a:xfrm>
            <a:off x="5631701" y="3338109"/>
            <a:ext cx="260012" cy="701695"/>
          </a:xfrm>
          <a:custGeom>
            <a:avLst/>
            <a:gdLst/>
            <a:ahLst/>
            <a:cxnLst/>
            <a:rect l="0" t="0" r="0" b="0"/>
            <a:pathLst>
              <a:path w="255628" h="689865">
                <a:moveTo>
                  <a:pt x="0" y="689865"/>
                </a:moveTo>
                <a:lnTo>
                  <a:pt x="255628" y="689865"/>
                </a:lnTo>
                <a:lnTo>
                  <a:pt x="255628" y="0"/>
                </a:lnTo>
                <a:lnTo>
                  <a:pt x="0" y="0"/>
                </a:lnTo>
                <a:lnTo>
                  <a:pt x="0" y="689865"/>
                </a:lnTo>
                <a:close/>
              </a:path>
            </a:pathLst>
          </a:custGeom>
          <a:solidFill>
            <a:srgbClr val="5B74BC"/>
          </a:solidFill>
          <a:ln w="0">
            <a:noFill/>
            <a:prstDash val="solid"/>
          </a:ln>
        </p:spPr>
      </p:sp>
      <p:sp>
        <p:nvSpPr>
          <p:cNvPr id="71" name="direct_70">
            <a:extLst>
              <a:ext uri="{FF2B5EF4-FFF2-40B4-BE49-F238E27FC236}">
                <a16:creationId xmlns:a16="http://schemas.microsoft.com/office/drawing/2014/main" id="{A11342F8-FB5A-4913-9951-30E8F784EAB8}"/>
              </a:ext>
            </a:extLst>
          </p:cNvPr>
          <p:cNvSpPr>
            <a:spLocks noGrp="1"/>
          </p:cNvSpPr>
          <p:nvPr/>
        </p:nvSpPr>
        <p:spPr>
          <a:xfrm>
            <a:off x="4661414" y="3233734"/>
            <a:ext cx="260012" cy="806070"/>
          </a:xfrm>
          <a:custGeom>
            <a:avLst/>
            <a:gdLst/>
            <a:ahLst/>
            <a:cxnLst/>
            <a:rect l="0" t="0" r="0" b="0"/>
            <a:pathLst>
              <a:path w="255628" h="792480">
                <a:moveTo>
                  <a:pt x="0" y="792480"/>
                </a:moveTo>
                <a:lnTo>
                  <a:pt x="255628" y="792480"/>
                </a:lnTo>
                <a:lnTo>
                  <a:pt x="255628" y="0"/>
                </a:lnTo>
                <a:lnTo>
                  <a:pt x="0" y="0"/>
                </a:lnTo>
                <a:lnTo>
                  <a:pt x="0" y="792480"/>
                </a:lnTo>
                <a:close/>
              </a:path>
            </a:pathLst>
          </a:custGeom>
          <a:solidFill>
            <a:srgbClr val="168D8D"/>
          </a:solidFill>
          <a:ln w="0">
            <a:noFill/>
            <a:prstDash val="solid"/>
          </a:ln>
        </p:spPr>
      </p:sp>
      <p:sp>
        <p:nvSpPr>
          <p:cNvPr id="72" name="direct_71">
            <a:extLst>
              <a:ext uri="{FF2B5EF4-FFF2-40B4-BE49-F238E27FC236}">
                <a16:creationId xmlns:a16="http://schemas.microsoft.com/office/drawing/2014/main" id="{439652DF-1874-4D8A-BF84-F59A0502AA15}"/>
              </a:ext>
            </a:extLst>
          </p:cNvPr>
          <p:cNvSpPr>
            <a:spLocks noGrp="1"/>
          </p:cNvSpPr>
          <p:nvPr/>
        </p:nvSpPr>
        <p:spPr>
          <a:xfrm>
            <a:off x="5929763" y="3221315"/>
            <a:ext cx="260012" cy="818489"/>
          </a:xfrm>
          <a:custGeom>
            <a:avLst/>
            <a:gdLst/>
            <a:ahLst/>
            <a:cxnLst/>
            <a:rect l="0" t="0" r="0" b="0"/>
            <a:pathLst>
              <a:path w="255628" h="804690">
                <a:moveTo>
                  <a:pt x="0" y="804690"/>
                </a:moveTo>
                <a:lnTo>
                  <a:pt x="255628" y="804690"/>
                </a:lnTo>
                <a:lnTo>
                  <a:pt x="255628" y="0"/>
                </a:lnTo>
                <a:lnTo>
                  <a:pt x="0" y="0"/>
                </a:lnTo>
                <a:lnTo>
                  <a:pt x="0" y="804690"/>
                </a:lnTo>
                <a:close/>
              </a:path>
            </a:pathLst>
          </a:custGeom>
          <a:solidFill>
            <a:srgbClr val="168D8D"/>
          </a:solidFill>
          <a:ln w="0">
            <a:noFill/>
            <a:prstDash val="solid"/>
          </a:ln>
        </p:spPr>
      </p:sp>
      <p:sp>
        <p:nvSpPr>
          <p:cNvPr id="73" name="direct_72">
            <a:extLst>
              <a:ext uri="{FF2B5EF4-FFF2-40B4-BE49-F238E27FC236}">
                <a16:creationId xmlns:a16="http://schemas.microsoft.com/office/drawing/2014/main" id="{60C675CF-D3E6-4231-9606-8D741B816120}"/>
              </a:ext>
            </a:extLst>
          </p:cNvPr>
          <p:cNvSpPr>
            <a:spLocks noGrp="1"/>
          </p:cNvSpPr>
          <p:nvPr/>
        </p:nvSpPr>
        <p:spPr>
          <a:xfrm>
            <a:off x="3795765" y="2764800"/>
            <a:ext cx="194" cy="1275004"/>
          </a:xfrm>
          <a:custGeom>
            <a:avLst/>
            <a:gdLst/>
            <a:ahLst/>
            <a:cxnLst/>
            <a:rect l="0" t="0" r="0" b="0"/>
            <a:pathLst>
              <a:path w="191" h="1253508">
                <a:moveTo>
                  <a:pt x="0" y="1253508"/>
                </a:moveTo>
                <a:lnTo>
                  <a:pt x="0" y="0"/>
                </a:lnTo>
              </a:path>
            </a:pathLst>
          </a:custGeom>
          <a:noFill/>
          <a:ln w="7620">
            <a:solidFill>
              <a:srgbClr val="000000"/>
            </a:solidFill>
            <a:prstDash val="solid"/>
          </a:ln>
        </p:spPr>
      </p:sp>
      <p:sp>
        <p:nvSpPr>
          <p:cNvPr id="74" name="direct_73">
            <a:extLst>
              <a:ext uri="{FF2B5EF4-FFF2-40B4-BE49-F238E27FC236}">
                <a16:creationId xmlns:a16="http://schemas.microsoft.com/office/drawing/2014/main" id="{1B0E098C-7E9E-4BCC-A33A-6082D6ED08A9}"/>
              </a:ext>
            </a:extLst>
          </p:cNvPr>
          <p:cNvSpPr>
            <a:spLocks noGrp="1"/>
          </p:cNvSpPr>
          <p:nvPr/>
        </p:nvSpPr>
        <p:spPr>
          <a:xfrm>
            <a:off x="3795765" y="4039804"/>
            <a:ext cx="2663535" cy="194"/>
          </a:xfrm>
          <a:custGeom>
            <a:avLst/>
            <a:gdLst/>
            <a:ahLst/>
            <a:cxnLst/>
            <a:rect l="0" t="0" r="0" b="0"/>
            <a:pathLst>
              <a:path w="2618630" h="191">
                <a:moveTo>
                  <a:pt x="0" y="0"/>
                </a:moveTo>
                <a:lnTo>
                  <a:pt x="2618630" y="0"/>
                </a:lnTo>
              </a:path>
            </a:pathLst>
          </a:custGeom>
          <a:noFill/>
          <a:ln w="7620">
            <a:solidFill>
              <a:srgbClr val="000000"/>
            </a:solidFill>
            <a:prstDash val="solid"/>
          </a:ln>
        </p:spPr>
      </p:sp>
      <p:sp>
        <p:nvSpPr>
          <p:cNvPr id="75" name="direct_74">
            <a:extLst>
              <a:ext uri="{FF2B5EF4-FFF2-40B4-BE49-F238E27FC236}">
                <a16:creationId xmlns:a16="http://schemas.microsoft.com/office/drawing/2014/main" id="{453C8C15-107C-4EE2-B99E-56A4789B0C26}"/>
              </a:ext>
            </a:extLst>
          </p:cNvPr>
          <p:cNvSpPr>
            <a:spLocks noGrp="1"/>
          </p:cNvSpPr>
          <p:nvPr/>
        </p:nvSpPr>
        <p:spPr>
          <a:xfrm>
            <a:off x="4195295" y="3419560"/>
            <a:ext cx="194" cy="261254"/>
          </a:xfrm>
          <a:custGeom>
            <a:avLst/>
            <a:gdLst/>
            <a:ahLst/>
            <a:cxnLst/>
            <a:rect l="0" t="0" r="0" b="0"/>
            <a:pathLst>
              <a:path w="191" h="256849">
                <a:moveTo>
                  <a:pt x="0" y="256849"/>
                </a:moveTo>
                <a:lnTo>
                  <a:pt x="0" y="0"/>
                </a:lnTo>
              </a:path>
            </a:pathLst>
          </a:custGeom>
          <a:noFill/>
          <a:ln w="8255">
            <a:solidFill>
              <a:srgbClr val="44505A"/>
            </a:solidFill>
            <a:prstDash val="solid"/>
          </a:ln>
        </p:spPr>
      </p:sp>
      <p:sp>
        <p:nvSpPr>
          <p:cNvPr id="76" name="direct_75">
            <a:extLst>
              <a:ext uri="{FF2B5EF4-FFF2-40B4-BE49-F238E27FC236}">
                <a16:creationId xmlns:a16="http://schemas.microsoft.com/office/drawing/2014/main" id="{D69EEDD7-06ED-437A-A620-A115BD92E886}"/>
              </a:ext>
            </a:extLst>
          </p:cNvPr>
          <p:cNvSpPr>
            <a:spLocks noGrp="1"/>
          </p:cNvSpPr>
          <p:nvPr/>
        </p:nvSpPr>
        <p:spPr>
          <a:xfrm>
            <a:off x="5463646" y="3353609"/>
            <a:ext cx="194" cy="265504"/>
          </a:xfrm>
          <a:custGeom>
            <a:avLst/>
            <a:gdLst/>
            <a:ahLst/>
            <a:cxnLst/>
            <a:rect l="0" t="0" r="0" b="0"/>
            <a:pathLst>
              <a:path w="191" h="261028">
                <a:moveTo>
                  <a:pt x="0" y="261028"/>
                </a:moveTo>
                <a:lnTo>
                  <a:pt x="0" y="0"/>
                </a:lnTo>
              </a:path>
            </a:pathLst>
          </a:custGeom>
          <a:noFill/>
          <a:ln w="8255">
            <a:solidFill>
              <a:srgbClr val="44505A"/>
            </a:solidFill>
            <a:prstDash val="solid"/>
          </a:ln>
        </p:spPr>
      </p:sp>
      <p:sp>
        <p:nvSpPr>
          <p:cNvPr id="77" name="direct_76">
            <a:extLst>
              <a:ext uri="{FF2B5EF4-FFF2-40B4-BE49-F238E27FC236}">
                <a16:creationId xmlns:a16="http://schemas.microsoft.com/office/drawing/2014/main" id="{1D4252D6-798A-4EE1-AF80-3A7CA5C25494}"/>
              </a:ext>
            </a:extLst>
          </p:cNvPr>
          <p:cNvSpPr>
            <a:spLocks noGrp="1"/>
          </p:cNvSpPr>
          <p:nvPr/>
        </p:nvSpPr>
        <p:spPr>
          <a:xfrm>
            <a:off x="4168167" y="3680814"/>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78" name="direct_77">
            <a:extLst>
              <a:ext uri="{FF2B5EF4-FFF2-40B4-BE49-F238E27FC236}">
                <a16:creationId xmlns:a16="http://schemas.microsoft.com/office/drawing/2014/main" id="{EAD3F0F3-E6C0-4F73-ABE0-FB715112D860}"/>
              </a:ext>
            </a:extLst>
          </p:cNvPr>
          <p:cNvSpPr>
            <a:spLocks noGrp="1"/>
          </p:cNvSpPr>
          <p:nvPr/>
        </p:nvSpPr>
        <p:spPr>
          <a:xfrm>
            <a:off x="5436517" y="3619114"/>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79" name="direct_78">
            <a:extLst>
              <a:ext uri="{FF2B5EF4-FFF2-40B4-BE49-F238E27FC236}">
                <a16:creationId xmlns:a16="http://schemas.microsoft.com/office/drawing/2014/main" id="{CAF67403-9AE3-4CBE-A5D5-D82C9AEA6695}"/>
              </a:ext>
            </a:extLst>
          </p:cNvPr>
          <p:cNvSpPr>
            <a:spLocks noGrp="1"/>
          </p:cNvSpPr>
          <p:nvPr/>
        </p:nvSpPr>
        <p:spPr>
          <a:xfrm>
            <a:off x="4168167" y="3419560"/>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0" name="direct_79">
            <a:extLst>
              <a:ext uri="{FF2B5EF4-FFF2-40B4-BE49-F238E27FC236}">
                <a16:creationId xmlns:a16="http://schemas.microsoft.com/office/drawing/2014/main" id="{155F8D08-42D7-4109-8F66-F841486D03C4}"/>
              </a:ext>
            </a:extLst>
          </p:cNvPr>
          <p:cNvSpPr>
            <a:spLocks noGrp="1"/>
          </p:cNvSpPr>
          <p:nvPr/>
        </p:nvSpPr>
        <p:spPr>
          <a:xfrm>
            <a:off x="5436517" y="3353610"/>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1" name="text_80">
            <a:extLst>
              <a:ext uri="{FF2B5EF4-FFF2-40B4-BE49-F238E27FC236}">
                <a16:creationId xmlns:a16="http://schemas.microsoft.com/office/drawing/2014/main" id="{63A56D5D-D0FE-41DA-A87C-13072E2B90A6}"/>
              </a:ext>
            </a:extLst>
          </p:cNvPr>
          <p:cNvSpPr>
            <a:spLocks noGrp="1"/>
          </p:cNvSpPr>
          <p:nvPr/>
        </p:nvSpPr>
        <p:spPr>
          <a:xfrm>
            <a:off x="4104798" y="3299548"/>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38.2</a:t>
            </a:r>
          </a:p>
        </p:txBody>
      </p:sp>
      <p:sp>
        <p:nvSpPr>
          <p:cNvPr id="82" name="text_81">
            <a:extLst>
              <a:ext uri="{FF2B5EF4-FFF2-40B4-BE49-F238E27FC236}">
                <a16:creationId xmlns:a16="http://schemas.microsoft.com/office/drawing/2014/main" id="{A8040618-AE23-482B-9266-21C10E2400A2}"/>
              </a:ext>
            </a:extLst>
          </p:cNvPr>
          <p:cNvSpPr>
            <a:spLocks noGrp="1"/>
          </p:cNvSpPr>
          <p:nvPr/>
        </p:nvSpPr>
        <p:spPr>
          <a:xfrm>
            <a:off x="5373148" y="3233598"/>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43.3</a:t>
            </a:r>
          </a:p>
        </p:txBody>
      </p:sp>
      <p:sp>
        <p:nvSpPr>
          <p:cNvPr id="83" name="direct_82">
            <a:extLst>
              <a:ext uri="{FF2B5EF4-FFF2-40B4-BE49-F238E27FC236}">
                <a16:creationId xmlns:a16="http://schemas.microsoft.com/office/drawing/2014/main" id="{7AD2BA17-A500-4F4B-8FD9-CBB4F0777381}"/>
              </a:ext>
            </a:extLst>
          </p:cNvPr>
          <p:cNvSpPr>
            <a:spLocks noGrp="1"/>
          </p:cNvSpPr>
          <p:nvPr/>
        </p:nvSpPr>
        <p:spPr>
          <a:xfrm>
            <a:off x="4493358" y="3280520"/>
            <a:ext cx="194" cy="251818"/>
          </a:xfrm>
          <a:custGeom>
            <a:avLst/>
            <a:gdLst/>
            <a:ahLst/>
            <a:cxnLst/>
            <a:rect l="0" t="0" r="0" b="0"/>
            <a:pathLst>
              <a:path w="191" h="247573">
                <a:moveTo>
                  <a:pt x="0" y="247573"/>
                </a:moveTo>
                <a:lnTo>
                  <a:pt x="0" y="0"/>
                </a:lnTo>
              </a:path>
            </a:pathLst>
          </a:custGeom>
          <a:noFill/>
          <a:ln w="8255">
            <a:solidFill>
              <a:srgbClr val="44505A"/>
            </a:solidFill>
            <a:prstDash val="solid"/>
          </a:ln>
        </p:spPr>
      </p:sp>
      <p:sp>
        <p:nvSpPr>
          <p:cNvPr id="84" name="direct_83">
            <a:extLst>
              <a:ext uri="{FF2B5EF4-FFF2-40B4-BE49-F238E27FC236}">
                <a16:creationId xmlns:a16="http://schemas.microsoft.com/office/drawing/2014/main" id="{D83A517D-A059-4370-B143-0C265242072F}"/>
              </a:ext>
            </a:extLst>
          </p:cNvPr>
          <p:cNvSpPr>
            <a:spLocks noGrp="1"/>
          </p:cNvSpPr>
          <p:nvPr/>
        </p:nvSpPr>
        <p:spPr>
          <a:xfrm>
            <a:off x="5761708" y="3212338"/>
            <a:ext cx="194" cy="253164"/>
          </a:xfrm>
          <a:custGeom>
            <a:avLst/>
            <a:gdLst/>
            <a:ahLst/>
            <a:cxnLst/>
            <a:rect l="0" t="0" r="0" b="0"/>
            <a:pathLst>
              <a:path w="191" h="248896">
                <a:moveTo>
                  <a:pt x="0" y="248896"/>
                </a:moveTo>
                <a:lnTo>
                  <a:pt x="0" y="0"/>
                </a:lnTo>
              </a:path>
            </a:pathLst>
          </a:custGeom>
          <a:noFill/>
          <a:ln w="8255">
            <a:solidFill>
              <a:srgbClr val="44505A"/>
            </a:solidFill>
            <a:prstDash val="solid"/>
          </a:ln>
        </p:spPr>
      </p:sp>
      <p:sp>
        <p:nvSpPr>
          <p:cNvPr id="85" name="direct_84">
            <a:extLst>
              <a:ext uri="{FF2B5EF4-FFF2-40B4-BE49-F238E27FC236}">
                <a16:creationId xmlns:a16="http://schemas.microsoft.com/office/drawing/2014/main" id="{FFF6FD71-4E56-4187-A840-DDC0E532A4E8}"/>
              </a:ext>
            </a:extLst>
          </p:cNvPr>
          <p:cNvSpPr>
            <a:spLocks noGrp="1"/>
          </p:cNvSpPr>
          <p:nvPr/>
        </p:nvSpPr>
        <p:spPr>
          <a:xfrm>
            <a:off x="4466230" y="3532339"/>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6" name="direct_85">
            <a:extLst>
              <a:ext uri="{FF2B5EF4-FFF2-40B4-BE49-F238E27FC236}">
                <a16:creationId xmlns:a16="http://schemas.microsoft.com/office/drawing/2014/main" id="{492A1641-09CB-4702-A9F6-87455C05AC12}"/>
              </a:ext>
            </a:extLst>
          </p:cNvPr>
          <p:cNvSpPr>
            <a:spLocks noGrp="1"/>
          </p:cNvSpPr>
          <p:nvPr/>
        </p:nvSpPr>
        <p:spPr>
          <a:xfrm>
            <a:off x="5734580" y="3465504"/>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7" name="direct_86">
            <a:extLst>
              <a:ext uri="{FF2B5EF4-FFF2-40B4-BE49-F238E27FC236}">
                <a16:creationId xmlns:a16="http://schemas.microsoft.com/office/drawing/2014/main" id="{62053F2C-1AA1-42C5-A899-9F72DD8F68D5}"/>
              </a:ext>
            </a:extLst>
          </p:cNvPr>
          <p:cNvSpPr>
            <a:spLocks noGrp="1"/>
          </p:cNvSpPr>
          <p:nvPr/>
        </p:nvSpPr>
        <p:spPr>
          <a:xfrm>
            <a:off x="4466230" y="3280520"/>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8" name="direct_87">
            <a:extLst>
              <a:ext uri="{FF2B5EF4-FFF2-40B4-BE49-F238E27FC236}">
                <a16:creationId xmlns:a16="http://schemas.microsoft.com/office/drawing/2014/main" id="{738B04EA-5F55-4912-80B7-CCD7DFB7EA14}"/>
              </a:ext>
            </a:extLst>
          </p:cNvPr>
          <p:cNvSpPr>
            <a:spLocks noGrp="1"/>
          </p:cNvSpPr>
          <p:nvPr/>
        </p:nvSpPr>
        <p:spPr>
          <a:xfrm>
            <a:off x="5734580" y="3212339"/>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9" name="text_88">
            <a:extLst>
              <a:ext uri="{FF2B5EF4-FFF2-40B4-BE49-F238E27FC236}">
                <a16:creationId xmlns:a16="http://schemas.microsoft.com/office/drawing/2014/main" id="{0E2CF8B3-5F89-438F-87F3-29211364E877}"/>
              </a:ext>
            </a:extLst>
          </p:cNvPr>
          <p:cNvSpPr>
            <a:spLocks noGrp="1"/>
          </p:cNvSpPr>
          <p:nvPr/>
        </p:nvSpPr>
        <p:spPr>
          <a:xfrm>
            <a:off x="4402860" y="3160507"/>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49.6</a:t>
            </a:r>
          </a:p>
        </p:txBody>
      </p:sp>
      <p:sp>
        <p:nvSpPr>
          <p:cNvPr id="90" name="text_89">
            <a:extLst>
              <a:ext uri="{FF2B5EF4-FFF2-40B4-BE49-F238E27FC236}">
                <a16:creationId xmlns:a16="http://schemas.microsoft.com/office/drawing/2014/main" id="{65E9FD5C-ADF2-4E40-82B8-52B76615D791}"/>
              </a:ext>
            </a:extLst>
          </p:cNvPr>
          <p:cNvSpPr>
            <a:spLocks noGrp="1"/>
          </p:cNvSpPr>
          <p:nvPr/>
        </p:nvSpPr>
        <p:spPr>
          <a:xfrm>
            <a:off x="5671211" y="3092327"/>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55.0</a:t>
            </a:r>
          </a:p>
        </p:txBody>
      </p:sp>
      <p:sp>
        <p:nvSpPr>
          <p:cNvPr id="91" name="direct_90">
            <a:extLst>
              <a:ext uri="{FF2B5EF4-FFF2-40B4-BE49-F238E27FC236}">
                <a16:creationId xmlns:a16="http://schemas.microsoft.com/office/drawing/2014/main" id="{9B43A586-3694-4948-87EA-FD267012EEC9}"/>
              </a:ext>
            </a:extLst>
          </p:cNvPr>
          <p:cNvSpPr>
            <a:spLocks noGrp="1"/>
          </p:cNvSpPr>
          <p:nvPr/>
        </p:nvSpPr>
        <p:spPr>
          <a:xfrm>
            <a:off x="4791420" y="3111379"/>
            <a:ext cx="194" cy="247503"/>
          </a:xfrm>
          <a:custGeom>
            <a:avLst/>
            <a:gdLst/>
            <a:ahLst/>
            <a:cxnLst/>
            <a:rect l="0" t="0" r="0" b="0"/>
            <a:pathLst>
              <a:path w="191" h="243330">
                <a:moveTo>
                  <a:pt x="0" y="243330"/>
                </a:moveTo>
                <a:lnTo>
                  <a:pt x="0" y="0"/>
                </a:lnTo>
              </a:path>
            </a:pathLst>
          </a:custGeom>
          <a:noFill/>
          <a:ln w="8255">
            <a:solidFill>
              <a:srgbClr val="44505A"/>
            </a:solidFill>
            <a:prstDash val="solid"/>
          </a:ln>
        </p:spPr>
      </p:sp>
      <p:sp>
        <p:nvSpPr>
          <p:cNvPr id="92" name="direct_91">
            <a:extLst>
              <a:ext uri="{FF2B5EF4-FFF2-40B4-BE49-F238E27FC236}">
                <a16:creationId xmlns:a16="http://schemas.microsoft.com/office/drawing/2014/main" id="{04986BE0-D528-4EAA-9300-AEBE28CAF6AF}"/>
              </a:ext>
            </a:extLst>
          </p:cNvPr>
          <p:cNvSpPr>
            <a:spLocks noGrp="1"/>
          </p:cNvSpPr>
          <p:nvPr/>
        </p:nvSpPr>
        <p:spPr>
          <a:xfrm>
            <a:off x="6059770" y="3098138"/>
            <a:ext cx="194" cy="248786"/>
          </a:xfrm>
          <a:custGeom>
            <a:avLst/>
            <a:gdLst/>
            <a:ahLst/>
            <a:cxnLst/>
            <a:rect l="0" t="0" r="0" b="0"/>
            <a:pathLst>
              <a:path w="191" h="244592">
                <a:moveTo>
                  <a:pt x="0" y="244592"/>
                </a:moveTo>
                <a:lnTo>
                  <a:pt x="0" y="0"/>
                </a:lnTo>
              </a:path>
            </a:pathLst>
          </a:custGeom>
          <a:noFill/>
          <a:ln w="8255">
            <a:solidFill>
              <a:srgbClr val="44505A"/>
            </a:solidFill>
            <a:prstDash val="solid"/>
          </a:ln>
        </p:spPr>
      </p:sp>
      <p:sp>
        <p:nvSpPr>
          <p:cNvPr id="93" name="direct_92">
            <a:extLst>
              <a:ext uri="{FF2B5EF4-FFF2-40B4-BE49-F238E27FC236}">
                <a16:creationId xmlns:a16="http://schemas.microsoft.com/office/drawing/2014/main" id="{88781EE6-07AC-475D-81DC-216C3280AD92}"/>
              </a:ext>
            </a:extLst>
          </p:cNvPr>
          <p:cNvSpPr>
            <a:spLocks noGrp="1"/>
          </p:cNvSpPr>
          <p:nvPr/>
        </p:nvSpPr>
        <p:spPr>
          <a:xfrm>
            <a:off x="4764292" y="3358882"/>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94" name="direct_93">
            <a:extLst>
              <a:ext uri="{FF2B5EF4-FFF2-40B4-BE49-F238E27FC236}">
                <a16:creationId xmlns:a16="http://schemas.microsoft.com/office/drawing/2014/main" id="{6B95E95C-8D38-4C00-B0C6-EBB1C9073AAD}"/>
              </a:ext>
            </a:extLst>
          </p:cNvPr>
          <p:cNvSpPr>
            <a:spLocks noGrp="1"/>
          </p:cNvSpPr>
          <p:nvPr/>
        </p:nvSpPr>
        <p:spPr>
          <a:xfrm>
            <a:off x="6032642" y="3346925"/>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95" name="direct_94">
            <a:extLst>
              <a:ext uri="{FF2B5EF4-FFF2-40B4-BE49-F238E27FC236}">
                <a16:creationId xmlns:a16="http://schemas.microsoft.com/office/drawing/2014/main" id="{E59D9C8F-6F5F-4E9A-80DF-8A65E6464ADA}"/>
              </a:ext>
            </a:extLst>
          </p:cNvPr>
          <p:cNvSpPr>
            <a:spLocks noGrp="1"/>
          </p:cNvSpPr>
          <p:nvPr/>
        </p:nvSpPr>
        <p:spPr>
          <a:xfrm>
            <a:off x="4764292" y="3111380"/>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96" name="direct_95">
            <a:extLst>
              <a:ext uri="{FF2B5EF4-FFF2-40B4-BE49-F238E27FC236}">
                <a16:creationId xmlns:a16="http://schemas.microsoft.com/office/drawing/2014/main" id="{E8C736B0-F078-4014-8CC7-07292DF4F288}"/>
              </a:ext>
            </a:extLst>
          </p:cNvPr>
          <p:cNvSpPr>
            <a:spLocks noGrp="1"/>
          </p:cNvSpPr>
          <p:nvPr/>
        </p:nvSpPr>
        <p:spPr>
          <a:xfrm>
            <a:off x="6032642" y="3098138"/>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97" name="text_96">
            <a:extLst>
              <a:ext uri="{FF2B5EF4-FFF2-40B4-BE49-F238E27FC236}">
                <a16:creationId xmlns:a16="http://schemas.microsoft.com/office/drawing/2014/main" id="{B22B3DC6-21CD-4AE8-8B3B-32EC4DFA7A00}"/>
              </a:ext>
            </a:extLst>
          </p:cNvPr>
          <p:cNvSpPr>
            <a:spLocks noGrp="1"/>
          </p:cNvSpPr>
          <p:nvPr/>
        </p:nvSpPr>
        <p:spPr>
          <a:xfrm>
            <a:off x="4700923" y="2991368"/>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63.2</a:t>
            </a:r>
          </a:p>
        </p:txBody>
      </p:sp>
      <p:sp>
        <p:nvSpPr>
          <p:cNvPr id="98" name="text_97">
            <a:extLst>
              <a:ext uri="{FF2B5EF4-FFF2-40B4-BE49-F238E27FC236}">
                <a16:creationId xmlns:a16="http://schemas.microsoft.com/office/drawing/2014/main" id="{79887717-C8BF-461A-9244-569610B0C3EB}"/>
              </a:ext>
            </a:extLst>
          </p:cNvPr>
          <p:cNvSpPr>
            <a:spLocks noGrp="1"/>
          </p:cNvSpPr>
          <p:nvPr/>
        </p:nvSpPr>
        <p:spPr>
          <a:xfrm>
            <a:off x="5969273" y="2978127"/>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64.2</a:t>
            </a:r>
          </a:p>
        </p:txBody>
      </p:sp>
      <p:sp>
        <p:nvSpPr>
          <p:cNvPr id="99" name="text_98">
            <a:extLst>
              <a:ext uri="{FF2B5EF4-FFF2-40B4-BE49-F238E27FC236}">
                <a16:creationId xmlns:a16="http://schemas.microsoft.com/office/drawing/2014/main" id="{6EF37075-DE00-4DAE-A8A9-F4D8ADFFE964}"/>
              </a:ext>
            </a:extLst>
          </p:cNvPr>
          <p:cNvSpPr>
            <a:spLocks noGrp="1"/>
          </p:cNvSpPr>
          <p:nvPr/>
        </p:nvSpPr>
        <p:spPr>
          <a:xfrm>
            <a:off x="3576163" y="2546490"/>
            <a:ext cx="91845" cy="161472"/>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17"/>
              <a:t>b</a:t>
            </a:r>
          </a:p>
        </p:txBody>
      </p:sp>
      <p:sp>
        <p:nvSpPr>
          <p:cNvPr id="100" name="text_99">
            <a:extLst>
              <a:ext uri="{FF2B5EF4-FFF2-40B4-BE49-F238E27FC236}">
                <a16:creationId xmlns:a16="http://schemas.microsoft.com/office/drawing/2014/main" id="{7B202533-481E-4154-AA8E-5B6A632E9DD2}"/>
              </a:ext>
            </a:extLst>
          </p:cNvPr>
          <p:cNvSpPr>
            <a:spLocks noGrp="1"/>
          </p:cNvSpPr>
          <p:nvPr/>
        </p:nvSpPr>
        <p:spPr>
          <a:xfrm>
            <a:off x="3795765" y="2560777"/>
            <a:ext cx="954238" cy="138866"/>
          </a:xfrm>
          <a:prstGeom prst="rect">
            <a:avLst/>
          </a:prstGeom>
          <a:noFill/>
          <a:ln w="0">
            <a:noFill/>
          </a:ln>
        </p:spPr>
        <p:txBody>
          <a:bodyPr wrap="none" lIns="0" tIns="0" rIns="0" bIns="0" anchor="ctr">
            <a:noAutofit/>
          </a:bodyPr>
          <a:lstStyle>
            <a:defPPr algn="l">
              <a:defRPr sz="860" b="0">
                <a:solidFill>
                  <a:srgbClr val="273744"/>
                </a:solidFill>
                <a:latin typeface="Arial"/>
                <a:ea typeface="Arial"/>
                <a:cs typeface="Arial"/>
              </a:defRPr>
            </a:defPPr>
            <a:lvl1pPr algn="l">
              <a:defRPr sz="860" b="0">
                <a:solidFill>
                  <a:srgbClr val="273744"/>
                </a:solidFill>
                <a:latin typeface="Arial"/>
                <a:ea typeface="Arial"/>
                <a:cs typeface="Arial"/>
              </a:defRPr>
            </a:lvl1pPr>
            <a:lvl2pPr algn="l">
              <a:defRPr sz="860" b="0">
                <a:solidFill>
                  <a:srgbClr val="273744"/>
                </a:solidFill>
                <a:latin typeface="Arial"/>
                <a:ea typeface="Arial"/>
                <a:cs typeface="Arial"/>
              </a:defRPr>
            </a:lvl2pPr>
            <a:lvl3pPr algn="l">
              <a:defRPr sz="860" b="0">
                <a:solidFill>
                  <a:srgbClr val="273744"/>
                </a:solidFill>
                <a:latin typeface="Arial"/>
                <a:ea typeface="Arial"/>
                <a:cs typeface="Arial"/>
              </a:defRPr>
            </a:lvl3pPr>
            <a:lvl4pPr algn="l">
              <a:defRPr sz="860" b="0">
                <a:solidFill>
                  <a:srgbClr val="273744"/>
                </a:solidFill>
                <a:latin typeface="Arial"/>
                <a:ea typeface="Arial"/>
                <a:cs typeface="Arial"/>
              </a:defRPr>
            </a:lvl4pPr>
            <a:lvl5pPr algn="l">
              <a:defRPr sz="860" b="0">
                <a:solidFill>
                  <a:srgbClr val="273744"/>
                </a:solidFill>
                <a:latin typeface="Arial"/>
                <a:ea typeface="Arial"/>
                <a:cs typeface="Arial"/>
              </a:defRPr>
            </a:lvl5pPr>
            <a:lvl6pPr algn="l">
              <a:defRPr sz="860" b="0">
                <a:solidFill>
                  <a:srgbClr val="273744"/>
                </a:solidFill>
                <a:latin typeface="Arial"/>
                <a:ea typeface="Arial"/>
                <a:cs typeface="Arial"/>
              </a:defRPr>
            </a:lvl6pPr>
            <a:lvl7pPr algn="l">
              <a:defRPr sz="860" b="0">
                <a:solidFill>
                  <a:srgbClr val="273744"/>
                </a:solidFill>
                <a:latin typeface="Arial"/>
                <a:ea typeface="Arial"/>
                <a:cs typeface="Arial"/>
              </a:defRPr>
            </a:lvl7pPr>
            <a:lvl8pPr algn="l">
              <a:defRPr sz="860" b="0">
                <a:solidFill>
                  <a:srgbClr val="273744"/>
                </a:solidFill>
                <a:latin typeface="Arial"/>
                <a:ea typeface="Arial"/>
                <a:cs typeface="Arial"/>
              </a:defRPr>
            </a:lvl8pPr>
            <a:lvl9pPr algn="l">
              <a:defRPr sz="860" b="0">
                <a:solidFill>
                  <a:srgbClr val="273744"/>
                </a:solidFill>
                <a:latin typeface="Arial"/>
                <a:ea typeface="Arial"/>
                <a:cs typeface="Arial"/>
              </a:defRPr>
            </a:lvl9pPr>
          </a:lstStyle>
          <a:p>
            <a:pPr algn="l">
              <a:defRPr sz="860" b="0">
                <a:solidFill>
                  <a:srgbClr val="273744"/>
                </a:solidFill>
                <a:latin typeface="Arial"/>
                <a:ea typeface="Arial"/>
                <a:cs typeface="Arial"/>
              </a:defRPr>
            </a:pPr>
            <a:r>
              <a:rPr sz="875"/>
              <a:t>Top-1, RMSD &lt;3 Å</a:t>
            </a:r>
          </a:p>
        </p:txBody>
      </p:sp>
      <p:sp>
        <p:nvSpPr>
          <p:cNvPr id="101" name="direct_100">
            <a:extLst>
              <a:ext uri="{FF2B5EF4-FFF2-40B4-BE49-F238E27FC236}">
                <a16:creationId xmlns:a16="http://schemas.microsoft.com/office/drawing/2014/main" id="{060C4530-C10C-42B8-9EE4-FC177CD81335}"/>
              </a:ext>
            </a:extLst>
          </p:cNvPr>
          <p:cNvSpPr>
            <a:spLocks noGrp="1"/>
          </p:cNvSpPr>
          <p:nvPr/>
        </p:nvSpPr>
        <p:spPr>
          <a:xfrm>
            <a:off x="626157" y="4600806"/>
            <a:ext cx="2663535" cy="1275004"/>
          </a:xfrm>
          <a:custGeom>
            <a:avLst/>
            <a:gdLst/>
            <a:ahLst/>
            <a:cxnLst/>
            <a:rect l="0" t="0" r="0" b="0"/>
            <a:pathLst>
              <a:path w="2618630" h="1253508">
                <a:moveTo>
                  <a:pt x="0" y="1253508"/>
                </a:moveTo>
                <a:lnTo>
                  <a:pt x="2618630" y="1253508"/>
                </a:lnTo>
                <a:lnTo>
                  <a:pt x="2618630" y="0"/>
                </a:lnTo>
                <a:lnTo>
                  <a:pt x="0" y="0"/>
                </a:lnTo>
                <a:lnTo>
                  <a:pt x="0" y="1253508"/>
                </a:lnTo>
                <a:close/>
              </a:path>
            </a:pathLst>
          </a:custGeom>
          <a:solidFill>
            <a:srgbClr val="FFFFFF"/>
          </a:solidFill>
          <a:ln w="0">
            <a:noFill/>
            <a:prstDash val="solid"/>
          </a:ln>
        </p:spPr>
      </p:sp>
      <p:sp>
        <p:nvSpPr>
          <p:cNvPr id="102" name="direct_101">
            <a:extLst>
              <a:ext uri="{FF2B5EF4-FFF2-40B4-BE49-F238E27FC236}">
                <a16:creationId xmlns:a16="http://schemas.microsoft.com/office/drawing/2014/main" id="{AB8A9549-9939-498B-8CC4-BD3BE43073CF}"/>
              </a:ext>
            </a:extLst>
          </p:cNvPr>
          <p:cNvSpPr>
            <a:spLocks noGrp="1"/>
          </p:cNvSpPr>
          <p:nvPr/>
        </p:nvSpPr>
        <p:spPr>
          <a:xfrm>
            <a:off x="1323751" y="5875810"/>
            <a:ext cx="194" cy="32294"/>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103" name="text_102">
            <a:extLst>
              <a:ext uri="{FF2B5EF4-FFF2-40B4-BE49-F238E27FC236}">
                <a16:creationId xmlns:a16="http://schemas.microsoft.com/office/drawing/2014/main" id="{8DA10709-E0B3-4C75-8A10-1EBF371EC1B4}"/>
              </a:ext>
            </a:extLst>
          </p:cNvPr>
          <p:cNvSpPr>
            <a:spLocks noGrp="1"/>
          </p:cNvSpPr>
          <p:nvPr/>
        </p:nvSpPr>
        <p:spPr>
          <a:xfrm>
            <a:off x="1245104" y="5939858"/>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100</a:t>
            </a:r>
          </a:p>
        </p:txBody>
      </p:sp>
      <p:sp>
        <p:nvSpPr>
          <p:cNvPr id="104" name="direct_103">
            <a:extLst>
              <a:ext uri="{FF2B5EF4-FFF2-40B4-BE49-F238E27FC236}">
                <a16:creationId xmlns:a16="http://schemas.microsoft.com/office/drawing/2014/main" id="{AEC20C94-AE48-4754-A268-BF06084615C8}"/>
              </a:ext>
            </a:extLst>
          </p:cNvPr>
          <p:cNvSpPr>
            <a:spLocks noGrp="1"/>
          </p:cNvSpPr>
          <p:nvPr/>
        </p:nvSpPr>
        <p:spPr>
          <a:xfrm>
            <a:off x="2592100" y="5875810"/>
            <a:ext cx="194" cy="32294"/>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105" name="text_104">
            <a:extLst>
              <a:ext uri="{FF2B5EF4-FFF2-40B4-BE49-F238E27FC236}">
                <a16:creationId xmlns:a16="http://schemas.microsoft.com/office/drawing/2014/main" id="{EE8E7F98-93DD-45F9-A5D0-0059533FE3BD}"/>
              </a:ext>
            </a:extLst>
          </p:cNvPr>
          <p:cNvSpPr>
            <a:spLocks noGrp="1"/>
          </p:cNvSpPr>
          <p:nvPr/>
        </p:nvSpPr>
        <p:spPr>
          <a:xfrm>
            <a:off x="2513453" y="5939858"/>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300</a:t>
            </a:r>
          </a:p>
        </p:txBody>
      </p:sp>
      <p:sp>
        <p:nvSpPr>
          <p:cNvPr id="106" name="direct_105">
            <a:extLst>
              <a:ext uri="{FF2B5EF4-FFF2-40B4-BE49-F238E27FC236}">
                <a16:creationId xmlns:a16="http://schemas.microsoft.com/office/drawing/2014/main" id="{5E9444F4-995C-4031-8B30-1751A06CADEB}"/>
              </a:ext>
            </a:extLst>
          </p:cNvPr>
          <p:cNvSpPr>
            <a:spLocks noGrp="1"/>
          </p:cNvSpPr>
          <p:nvPr/>
        </p:nvSpPr>
        <p:spPr>
          <a:xfrm>
            <a:off x="593863" y="5875810"/>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07" name="text_106">
            <a:extLst>
              <a:ext uri="{FF2B5EF4-FFF2-40B4-BE49-F238E27FC236}">
                <a16:creationId xmlns:a16="http://schemas.microsoft.com/office/drawing/2014/main" id="{A4ABC286-52CE-4D74-8123-E183363EBFE0}"/>
              </a:ext>
            </a:extLst>
          </p:cNvPr>
          <p:cNvSpPr>
            <a:spLocks noGrp="1"/>
          </p:cNvSpPr>
          <p:nvPr/>
        </p:nvSpPr>
        <p:spPr>
          <a:xfrm>
            <a:off x="502679" y="5835062"/>
            <a:ext cx="65349"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0</a:t>
            </a:r>
          </a:p>
        </p:txBody>
      </p:sp>
      <p:sp>
        <p:nvSpPr>
          <p:cNvPr id="108" name="direct_107">
            <a:extLst>
              <a:ext uri="{FF2B5EF4-FFF2-40B4-BE49-F238E27FC236}">
                <a16:creationId xmlns:a16="http://schemas.microsoft.com/office/drawing/2014/main" id="{E2CD6F33-A3CF-47C5-96B0-5085F58B6A4A}"/>
              </a:ext>
            </a:extLst>
          </p:cNvPr>
          <p:cNvSpPr>
            <a:spLocks noGrp="1"/>
          </p:cNvSpPr>
          <p:nvPr/>
        </p:nvSpPr>
        <p:spPr>
          <a:xfrm>
            <a:off x="593863" y="5557059"/>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09" name="text_108">
            <a:extLst>
              <a:ext uri="{FF2B5EF4-FFF2-40B4-BE49-F238E27FC236}">
                <a16:creationId xmlns:a16="http://schemas.microsoft.com/office/drawing/2014/main" id="{F2395F34-1D0E-475B-97DE-B4A0798FB442}"/>
              </a:ext>
            </a:extLst>
          </p:cNvPr>
          <p:cNvSpPr>
            <a:spLocks noGrp="1"/>
          </p:cNvSpPr>
          <p:nvPr/>
        </p:nvSpPr>
        <p:spPr>
          <a:xfrm>
            <a:off x="450247" y="5516311"/>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25</a:t>
            </a:r>
          </a:p>
        </p:txBody>
      </p:sp>
      <p:sp>
        <p:nvSpPr>
          <p:cNvPr id="110" name="direct_109">
            <a:extLst>
              <a:ext uri="{FF2B5EF4-FFF2-40B4-BE49-F238E27FC236}">
                <a16:creationId xmlns:a16="http://schemas.microsoft.com/office/drawing/2014/main" id="{15D577DA-B00B-4BBC-A48B-5991545959E2}"/>
              </a:ext>
            </a:extLst>
          </p:cNvPr>
          <p:cNvSpPr>
            <a:spLocks noGrp="1"/>
          </p:cNvSpPr>
          <p:nvPr/>
        </p:nvSpPr>
        <p:spPr>
          <a:xfrm>
            <a:off x="593863" y="5238308"/>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11" name="text_110">
            <a:extLst>
              <a:ext uri="{FF2B5EF4-FFF2-40B4-BE49-F238E27FC236}">
                <a16:creationId xmlns:a16="http://schemas.microsoft.com/office/drawing/2014/main" id="{8F28C477-4E41-4102-83E3-10DF21EA2CA2}"/>
              </a:ext>
            </a:extLst>
          </p:cNvPr>
          <p:cNvSpPr>
            <a:spLocks noGrp="1"/>
          </p:cNvSpPr>
          <p:nvPr/>
        </p:nvSpPr>
        <p:spPr>
          <a:xfrm>
            <a:off x="450247" y="5197560"/>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50</a:t>
            </a:r>
          </a:p>
        </p:txBody>
      </p:sp>
      <p:sp>
        <p:nvSpPr>
          <p:cNvPr id="112" name="direct_111">
            <a:extLst>
              <a:ext uri="{FF2B5EF4-FFF2-40B4-BE49-F238E27FC236}">
                <a16:creationId xmlns:a16="http://schemas.microsoft.com/office/drawing/2014/main" id="{0066EB23-6C62-4707-915D-B9DA85A013D9}"/>
              </a:ext>
            </a:extLst>
          </p:cNvPr>
          <p:cNvSpPr>
            <a:spLocks noGrp="1"/>
          </p:cNvSpPr>
          <p:nvPr/>
        </p:nvSpPr>
        <p:spPr>
          <a:xfrm>
            <a:off x="593863" y="4919557"/>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13" name="text_112">
            <a:extLst>
              <a:ext uri="{FF2B5EF4-FFF2-40B4-BE49-F238E27FC236}">
                <a16:creationId xmlns:a16="http://schemas.microsoft.com/office/drawing/2014/main" id="{6C46FFCD-899D-4D26-A5F2-32D5FFF3062D}"/>
              </a:ext>
            </a:extLst>
          </p:cNvPr>
          <p:cNvSpPr>
            <a:spLocks noGrp="1"/>
          </p:cNvSpPr>
          <p:nvPr/>
        </p:nvSpPr>
        <p:spPr>
          <a:xfrm>
            <a:off x="450247" y="4878809"/>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75</a:t>
            </a:r>
          </a:p>
        </p:txBody>
      </p:sp>
      <p:sp>
        <p:nvSpPr>
          <p:cNvPr id="114" name="direct_113">
            <a:extLst>
              <a:ext uri="{FF2B5EF4-FFF2-40B4-BE49-F238E27FC236}">
                <a16:creationId xmlns:a16="http://schemas.microsoft.com/office/drawing/2014/main" id="{04DCC9C3-A39C-4BD3-8ABF-C28836BF257C}"/>
              </a:ext>
            </a:extLst>
          </p:cNvPr>
          <p:cNvSpPr>
            <a:spLocks noGrp="1"/>
          </p:cNvSpPr>
          <p:nvPr/>
        </p:nvSpPr>
        <p:spPr>
          <a:xfrm>
            <a:off x="593863" y="4600806"/>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15" name="text_114">
            <a:extLst>
              <a:ext uri="{FF2B5EF4-FFF2-40B4-BE49-F238E27FC236}">
                <a16:creationId xmlns:a16="http://schemas.microsoft.com/office/drawing/2014/main" id="{9B0B137D-608A-4CAA-A610-5306323BF8AB}"/>
              </a:ext>
            </a:extLst>
          </p:cNvPr>
          <p:cNvSpPr>
            <a:spLocks noGrp="1"/>
          </p:cNvSpPr>
          <p:nvPr/>
        </p:nvSpPr>
        <p:spPr>
          <a:xfrm>
            <a:off x="397817" y="4560058"/>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100</a:t>
            </a:r>
          </a:p>
        </p:txBody>
      </p:sp>
      <p:sp>
        <p:nvSpPr>
          <p:cNvPr id="116" name="text_115">
            <a:extLst>
              <a:ext uri="{FF2B5EF4-FFF2-40B4-BE49-F238E27FC236}">
                <a16:creationId xmlns:a16="http://schemas.microsoft.com/office/drawing/2014/main" id="{44ED2D8A-8C2A-4DC8-BE59-6749F561484E}"/>
              </a:ext>
            </a:extLst>
          </p:cNvPr>
          <p:cNvSpPr>
            <a:spLocks noGrp="1"/>
          </p:cNvSpPr>
          <p:nvPr/>
        </p:nvSpPr>
        <p:spPr>
          <a:xfrm rot="-5400000">
            <a:off x="-180819" y="5173719"/>
            <a:ext cx="989192" cy="129178"/>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rPr sz="814"/>
              <a:t>Mean completion (%)</a:t>
            </a:r>
          </a:p>
        </p:txBody>
      </p:sp>
      <p:sp>
        <p:nvSpPr>
          <p:cNvPr id="117" name="direct_116">
            <a:extLst>
              <a:ext uri="{FF2B5EF4-FFF2-40B4-BE49-F238E27FC236}">
                <a16:creationId xmlns:a16="http://schemas.microsoft.com/office/drawing/2014/main" id="{1DFEEF13-F9D3-4EB3-A883-61BE760B9CE2}"/>
              </a:ext>
            </a:extLst>
          </p:cNvPr>
          <p:cNvSpPr>
            <a:spLocks noGrp="1"/>
          </p:cNvSpPr>
          <p:nvPr/>
        </p:nvSpPr>
        <p:spPr>
          <a:xfrm>
            <a:off x="895681" y="5440217"/>
            <a:ext cx="260012" cy="435593"/>
          </a:xfrm>
          <a:custGeom>
            <a:avLst/>
            <a:gdLst/>
            <a:ahLst/>
            <a:cxnLst/>
            <a:rect l="0" t="0" r="0" b="0"/>
            <a:pathLst>
              <a:path w="255628" h="428249">
                <a:moveTo>
                  <a:pt x="0" y="428249"/>
                </a:moveTo>
                <a:lnTo>
                  <a:pt x="255628" y="428249"/>
                </a:lnTo>
                <a:lnTo>
                  <a:pt x="255628" y="0"/>
                </a:lnTo>
                <a:lnTo>
                  <a:pt x="0" y="0"/>
                </a:lnTo>
                <a:lnTo>
                  <a:pt x="0" y="428249"/>
                </a:lnTo>
                <a:close/>
              </a:path>
            </a:pathLst>
          </a:custGeom>
          <a:solidFill>
            <a:srgbClr val="A5ADB4"/>
          </a:solidFill>
          <a:ln w="0">
            <a:noFill/>
            <a:prstDash val="solid"/>
          </a:ln>
        </p:spPr>
      </p:sp>
      <p:sp>
        <p:nvSpPr>
          <p:cNvPr id="118" name="direct_117">
            <a:extLst>
              <a:ext uri="{FF2B5EF4-FFF2-40B4-BE49-F238E27FC236}">
                <a16:creationId xmlns:a16="http://schemas.microsoft.com/office/drawing/2014/main" id="{6F1AD2F3-0949-46C3-A0B2-BA74C3ABDFC0}"/>
              </a:ext>
            </a:extLst>
          </p:cNvPr>
          <p:cNvSpPr>
            <a:spLocks noGrp="1"/>
          </p:cNvSpPr>
          <p:nvPr/>
        </p:nvSpPr>
        <p:spPr>
          <a:xfrm>
            <a:off x="2164031" y="5359702"/>
            <a:ext cx="260012" cy="516108"/>
          </a:xfrm>
          <a:custGeom>
            <a:avLst/>
            <a:gdLst/>
            <a:ahLst/>
            <a:cxnLst/>
            <a:rect l="0" t="0" r="0" b="0"/>
            <a:pathLst>
              <a:path w="255628" h="507407">
                <a:moveTo>
                  <a:pt x="0" y="507407"/>
                </a:moveTo>
                <a:lnTo>
                  <a:pt x="255628" y="507407"/>
                </a:lnTo>
                <a:lnTo>
                  <a:pt x="255628" y="0"/>
                </a:lnTo>
                <a:lnTo>
                  <a:pt x="0" y="0"/>
                </a:lnTo>
                <a:lnTo>
                  <a:pt x="0" y="507407"/>
                </a:lnTo>
                <a:close/>
              </a:path>
            </a:pathLst>
          </a:custGeom>
          <a:solidFill>
            <a:srgbClr val="A5ADB4"/>
          </a:solidFill>
          <a:ln w="0">
            <a:noFill/>
            <a:prstDash val="solid"/>
          </a:ln>
        </p:spPr>
      </p:sp>
      <p:sp>
        <p:nvSpPr>
          <p:cNvPr id="119" name="direct_118">
            <a:extLst>
              <a:ext uri="{FF2B5EF4-FFF2-40B4-BE49-F238E27FC236}">
                <a16:creationId xmlns:a16="http://schemas.microsoft.com/office/drawing/2014/main" id="{98B557BB-92CB-4D81-964B-118672764279}"/>
              </a:ext>
            </a:extLst>
          </p:cNvPr>
          <p:cNvSpPr>
            <a:spLocks noGrp="1"/>
          </p:cNvSpPr>
          <p:nvPr/>
        </p:nvSpPr>
        <p:spPr>
          <a:xfrm>
            <a:off x="1193744" y="5215416"/>
            <a:ext cx="260012" cy="660394"/>
          </a:xfrm>
          <a:custGeom>
            <a:avLst/>
            <a:gdLst/>
            <a:ahLst/>
            <a:cxnLst/>
            <a:rect l="0" t="0" r="0" b="0"/>
            <a:pathLst>
              <a:path w="255628" h="649260">
                <a:moveTo>
                  <a:pt x="0" y="649260"/>
                </a:moveTo>
                <a:lnTo>
                  <a:pt x="255628" y="649260"/>
                </a:lnTo>
                <a:lnTo>
                  <a:pt x="255628" y="0"/>
                </a:lnTo>
                <a:lnTo>
                  <a:pt x="0" y="0"/>
                </a:lnTo>
                <a:lnTo>
                  <a:pt x="0" y="649260"/>
                </a:lnTo>
                <a:close/>
              </a:path>
            </a:pathLst>
          </a:custGeom>
          <a:solidFill>
            <a:srgbClr val="5B74BC"/>
          </a:solidFill>
          <a:ln w="0">
            <a:noFill/>
            <a:prstDash val="solid"/>
          </a:ln>
        </p:spPr>
      </p:sp>
      <p:sp>
        <p:nvSpPr>
          <p:cNvPr id="120" name="direct_119">
            <a:extLst>
              <a:ext uri="{FF2B5EF4-FFF2-40B4-BE49-F238E27FC236}">
                <a16:creationId xmlns:a16="http://schemas.microsoft.com/office/drawing/2014/main" id="{A78C1FDB-7CF6-4DFF-AF1D-9AE846A26BFB}"/>
              </a:ext>
            </a:extLst>
          </p:cNvPr>
          <p:cNvSpPr>
            <a:spLocks noGrp="1"/>
          </p:cNvSpPr>
          <p:nvPr/>
        </p:nvSpPr>
        <p:spPr>
          <a:xfrm>
            <a:off x="2462094" y="5127090"/>
            <a:ext cx="260012" cy="748720"/>
          </a:xfrm>
          <a:custGeom>
            <a:avLst/>
            <a:gdLst/>
            <a:ahLst/>
            <a:cxnLst/>
            <a:rect l="0" t="0" r="0" b="0"/>
            <a:pathLst>
              <a:path w="255628" h="736097">
                <a:moveTo>
                  <a:pt x="0" y="736097"/>
                </a:moveTo>
                <a:lnTo>
                  <a:pt x="255628" y="736097"/>
                </a:lnTo>
                <a:lnTo>
                  <a:pt x="255628" y="0"/>
                </a:lnTo>
                <a:lnTo>
                  <a:pt x="0" y="0"/>
                </a:lnTo>
                <a:lnTo>
                  <a:pt x="0" y="736097"/>
                </a:lnTo>
                <a:close/>
              </a:path>
            </a:pathLst>
          </a:custGeom>
          <a:solidFill>
            <a:srgbClr val="5B74BC"/>
          </a:solidFill>
          <a:ln w="0">
            <a:noFill/>
            <a:prstDash val="solid"/>
          </a:ln>
        </p:spPr>
      </p:sp>
      <p:sp>
        <p:nvSpPr>
          <p:cNvPr id="121" name="direct_120">
            <a:extLst>
              <a:ext uri="{FF2B5EF4-FFF2-40B4-BE49-F238E27FC236}">
                <a16:creationId xmlns:a16="http://schemas.microsoft.com/office/drawing/2014/main" id="{234C7AA3-0617-4402-ABBC-5E34E42E5A6D}"/>
              </a:ext>
            </a:extLst>
          </p:cNvPr>
          <p:cNvSpPr>
            <a:spLocks noGrp="1"/>
          </p:cNvSpPr>
          <p:nvPr/>
        </p:nvSpPr>
        <p:spPr>
          <a:xfrm>
            <a:off x="1491806" y="5008881"/>
            <a:ext cx="260012" cy="866929"/>
          </a:xfrm>
          <a:custGeom>
            <a:avLst/>
            <a:gdLst/>
            <a:ahLst/>
            <a:cxnLst/>
            <a:rect l="0" t="0" r="0" b="0"/>
            <a:pathLst>
              <a:path w="255628" h="852313">
                <a:moveTo>
                  <a:pt x="0" y="852313"/>
                </a:moveTo>
                <a:lnTo>
                  <a:pt x="255628" y="852313"/>
                </a:lnTo>
                <a:lnTo>
                  <a:pt x="255628" y="0"/>
                </a:lnTo>
                <a:lnTo>
                  <a:pt x="0" y="0"/>
                </a:lnTo>
                <a:lnTo>
                  <a:pt x="0" y="852313"/>
                </a:lnTo>
                <a:close/>
              </a:path>
            </a:pathLst>
          </a:custGeom>
          <a:solidFill>
            <a:srgbClr val="168D8D"/>
          </a:solidFill>
          <a:ln w="0">
            <a:noFill/>
            <a:prstDash val="solid"/>
          </a:ln>
        </p:spPr>
      </p:sp>
      <p:sp>
        <p:nvSpPr>
          <p:cNvPr id="122" name="direct_121">
            <a:extLst>
              <a:ext uri="{FF2B5EF4-FFF2-40B4-BE49-F238E27FC236}">
                <a16:creationId xmlns:a16="http://schemas.microsoft.com/office/drawing/2014/main" id="{1DC0126E-659D-417D-91BD-10DA849B66C6}"/>
              </a:ext>
            </a:extLst>
          </p:cNvPr>
          <p:cNvSpPr>
            <a:spLocks noGrp="1"/>
          </p:cNvSpPr>
          <p:nvPr/>
        </p:nvSpPr>
        <p:spPr>
          <a:xfrm>
            <a:off x="2760157" y="4996462"/>
            <a:ext cx="260012" cy="879348"/>
          </a:xfrm>
          <a:custGeom>
            <a:avLst/>
            <a:gdLst/>
            <a:ahLst/>
            <a:cxnLst/>
            <a:rect l="0" t="0" r="0" b="0"/>
            <a:pathLst>
              <a:path w="255628" h="864523">
                <a:moveTo>
                  <a:pt x="0" y="864523"/>
                </a:moveTo>
                <a:lnTo>
                  <a:pt x="255628" y="864523"/>
                </a:lnTo>
                <a:lnTo>
                  <a:pt x="255628" y="0"/>
                </a:lnTo>
                <a:lnTo>
                  <a:pt x="0" y="0"/>
                </a:lnTo>
                <a:lnTo>
                  <a:pt x="0" y="864523"/>
                </a:lnTo>
                <a:close/>
              </a:path>
            </a:pathLst>
          </a:custGeom>
          <a:solidFill>
            <a:srgbClr val="168D8D"/>
          </a:solidFill>
          <a:ln w="0">
            <a:noFill/>
            <a:prstDash val="solid"/>
          </a:ln>
        </p:spPr>
      </p:sp>
      <p:sp>
        <p:nvSpPr>
          <p:cNvPr id="123" name="direct_122">
            <a:extLst>
              <a:ext uri="{FF2B5EF4-FFF2-40B4-BE49-F238E27FC236}">
                <a16:creationId xmlns:a16="http://schemas.microsoft.com/office/drawing/2014/main" id="{73191425-E6DE-4E4D-B13E-890E1B9D5575}"/>
              </a:ext>
            </a:extLst>
          </p:cNvPr>
          <p:cNvSpPr>
            <a:spLocks noGrp="1"/>
          </p:cNvSpPr>
          <p:nvPr/>
        </p:nvSpPr>
        <p:spPr>
          <a:xfrm>
            <a:off x="626158" y="4600806"/>
            <a:ext cx="194" cy="1275004"/>
          </a:xfrm>
          <a:custGeom>
            <a:avLst/>
            <a:gdLst/>
            <a:ahLst/>
            <a:cxnLst/>
            <a:rect l="0" t="0" r="0" b="0"/>
            <a:pathLst>
              <a:path w="191" h="1253508">
                <a:moveTo>
                  <a:pt x="0" y="1253508"/>
                </a:moveTo>
                <a:lnTo>
                  <a:pt x="0" y="0"/>
                </a:lnTo>
              </a:path>
            </a:pathLst>
          </a:custGeom>
          <a:noFill/>
          <a:ln w="7620">
            <a:solidFill>
              <a:srgbClr val="000000"/>
            </a:solidFill>
            <a:prstDash val="solid"/>
          </a:ln>
        </p:spPr>
      </p:sp>
      <p:sp>
        <p:nvSpPr>
          <p:cNvPr id="124" name="direct_123">
            <a:extLst>
              <a:ext uri="{FF2B5EF4-FFF2-40B4-BE49-F238E27FC236}">
                <a16:creationId xmlns:a16="http://schemas.microsoft.com/office/drawing/2014/main" id="{73637197-DC90-4E4F-9A92-BD450D86B260}"/>
              </a:ext>
            </a:extLst>
          </p:cNvPr>
          <p:cNvSpPr>
            <a:spLocks noGrp="1"/>
          </p:cNvSpPr>
          <p:nvPr/>
        </p:nvSpPr>
        <p:spPr>
          <a:xfrm>
            <a:off x="626157" y="5875810"/>
            <a:ext cx="2663535" cy="194"/>
          </a:xfrm>
          <a:custGeom>
            <a:avLst/>
            <a:gdLst/>
            <a:ahLst/>
            <a:cxnLst/>
            <a:rect l="0" t="0" r="0" b="0"/>
            <a:pathLst>
              <a:path w="2618630" h="191">
                <a:moveTo>
                  <a:pt x="0" y="0"/>
                </a:moveTo>
                <a:lnTo>
                  <a:pt x="2618630" y="0"/>
                </a:lnTo>
              </a:path>
            </a:pathLst>
          </a:custGeom>
          <a:noFill/>
          <a:ln w="7620">
            <a:solidFill>
              <a:srgbClr val="000000"/>
            </a:solidFill>
            <a:prstDash val="solid"/>
          </a:ln>
        </p:spPr>
      </p:sp>
      <p:sp>
        <p:nvSpPr>
          <p:cNvPr id="125" name="direct_124">
            <a:extLst>
              <a:ext uri="{FF2B5EF4-FFF2-40B4-BE49-F238E27FC236}">
                <a16:creationId xmlns:a16="http://schemas.microsoft.com/office/drawing/2014/main" id="{F66D3F72-0392-4E7B-8D82-0A7FC42121D3}"/>
              </a:ext>
            </a:extLst>
          </p:cNvPr>
          <p:cNvSpPr>
            <a:spLocks noGrp="1"/>
          </p:cNvSpPr>
          <p:nvPr/>
        </p:nvSpPr>
        <p:spPr>
          <a:xfrm>
            <a:off x="1025689" y="5315730"/>
            <a:ext cx="194" cy="245157"/>
          </a:xfrm>
          <a:custGeom>
            <a:avLst/>
            <a:gdLst/>
            <a:ahLst/>
            <a:cxnLst/>
            <a:rect l="0" t="0" r="0" b="0"/>
            <a:pathLst>
              <a:path w="191" h="241024">
                <a:moveTo>
                  <a:pt x="0" y="241024"/>
                </a:moveTo>
                <a:lnTo>
                  <a:pt x="0" y="0"/>
                </a:lnTo>
              </a:path>
            </a:pathLst>
          </a:custGeom>
          <a:noFill/>
          <a:ln w="8255">
            <a:solidFill>
              <a:srgbClr val="44505A"/>
            </a:solidFill>
            <a:prstDash val="solid"/>
          </a:ln>
        </p:spPr>
      </p:sp>
      <p:sp>
        <p:nvSpPr>
          <p:cNvPr id="126" name="direct_125">
            <a:extLst>
              <a:ext uri="{FF2B5EF4-FFF2-40B4-BE49-F238E27FC236}">
                <a16:creationId xmlns:a16="http://schemas.microsoft.com/office/drawing/2014/main" id="{F70C3116-BC74-427C-BF9F-989CB90F2C78}"/>
              </a:ext>
            </a:extLst>
          </p:cNvPr>
          <p:cNvSpPr>
            <a:spLocks noGrp="1"/>
          </p:cNvSpPr>
          <p:nvPr/>
        </p:nvSpPr>
        <p:spPr>
          <a:xfrm>
            <a:off x="2294038" y="5229016"/>
            <a:ext cx="194" cy="258367"/>
          </a:xfrm>
          <a:custGeom>
            <a:avLst/>
            <a:gdLst/>
            <a:ahLst/>
            <a:cxnLst/>
            <a:rect l="0" t="0" r="0" b="0"/>
            <a:pathLst>
              <a:path w="191" h="254011">
                <a:moveTo>
                  <a:pt x="0" y="254011"/>
                </a:moveTo>
                <a:lnTo>
                  <a:pt x="0" y="0"/>
                </a:lnTo>
              </a:path>
            </a:pathLst>
          </a:custGeom>
          <a:noFill/>
          <a:ln w="8255">
            <a:solidFill>
              <a:srgbClr val="44505A"/>
            </a:solidFill>
            <a:prstDash val="solid"/>
          </a:ln>
        </p:spPr>
      </p:sp>
      <p:sp>
        <p:nvSpPr>
          <p:cNvPr id="127" name="direct_126">
            <a:extLst>
              <a:ext uri="{FF2B5EF4-FFF2-40B4-BE49-F238E27FC236}">
                <a16:creationId xmlns:a16="http://schemas.microsoft.com/office/drawing/2014/main" id="{2BFFB79A-F6DE-4B33-911A-AAC9C6B0006A}"/>
              </a:ext>
            </a:extLst>
          </p:cNvPr>
          <p:cNvSpPr>
            <a:spLocks noGrp="1"/>
          </p:cNvSpPr>
          <p:nvPr/>
        </p:nvSpPr>
        <p:spPr>
          <a:xfrm>
            <a:off x="998560" y="5560888"/>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28" name="direct_127">
            <a:extLst>
              <a:ext uri="{FF2B5EF4-FFF2-40B4-BE49-F238E27FC236}">
                <a16:creationId xmlns:a16="http://schemas.microsoft.com/office/drawing/2014/main" id="{05A085BA-B89A-43F0-B23D-3BB684F75227}"/>
              </a:ext>
            </a:extLst>
          </p:cNvPr>
          <p:cNvSpPr>
            <a:spLocks noGrp="1"/>
          </p:cNvSpPr>
          <p:nvPr/>
        </p:nvSpPr>
        <p:spPr>
          <a:xfrm>
            <a:off x="2266910" y="5487385"/>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29" name="direct_128">
            <a:extLst>
              <a:ext uri="{FF2B5EF4-FFF2-40B4-BE49-F238E27FC236}">
                <a16:creationId xmlns:a16="http://schemas.microsoft.com/office/drawing/2014/main" id="{C6D78952-B838-4991-9201-E86D2E922D03}"/>
              </a:ext>
            </a:extLst>
          </p:cNvPr>
          <p:cNvSpPr>
            <a:spLocks noGrp="1"/>
          </p:cNvSpPr>
          <p:nvPr/>
        </p:nvSpPr>
        <p:spPr>
          <a:xfrm>
            <a:off x="998560" y="5315731"/>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0" name="direct_129">
            <a:extLst>
              <a:ext uri="{FF2B5EF4-FFF2-40B4-BE49-F238E27FC236}">
                <a16:creationId xmlns:a16="http://schemas.microsoft.com/office/drawing/2014/main" id="{0AC87FDE-7E01-4E01-B767-CBA3E13DCAC6}"/>
              </a:ext>
            </a:extLst>
          </p:cNvPr>
          <p:cNvSpPr>
            <a:spLocks noGrp="1"/>
          </p:cNvSpPr>
          <p:nvPr/>
        </p:nvSpPr>
        <p:spPr>
          <a:xfrm>
            <a:off x="2266910" y="5229017"/>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1" name="text_130">
            <a:extLst>
              <a:ext uri="{FF2B5EF4-FFF2-40B4-BE49-F238E27FC236}">
                <a16:creationId xmlns:a16="http://schemas.microsoft.com/office/drawing/2014/main" id="{BF3E1EBA-8341-4B5F-A67C-5D96096562A0}"/>
              </a:ext>
            </a:extLst>
          </p:cNvPr>
          <p:cNvSpPr>
            <a:spLocks noGrp="1"/>
          </p:cNvSpPr>
          <p:nvPr/>
        </p:nvSpPr>
        <p:spPr>
          <a:xfrm>
            <a:off x="935190" y="5195719"/>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34.2</a:t>
            </a:r>
          </a:p>
        </p:txBody>
      </p:sp>
      <p:sp>
        <p:nvSpPr>
          <p:cNvPr id="132" name="text_131">
            <a:extLst>
              <a:ext uri="{FF2B5EF4-FFF2-40B4-BE49-F238E27FC236}">
                <a16:creationId xmlns:a16="http://schemas.microsoft.com/office/drawing/2014/main" id="{86780E3B-56EC-4800-B790-850270C63241}"/>
              </a:ext>
            </a:extLst>
          </p:cNvPr>
          <p:cNvSpPr>
            <a:spLocks noGrp="1"/>
          </p:cNvSpPr>
          <p:nvPr/>
        </p:nvSpPr>
        <p:spPr>
          <a:xfrm>
            <a:off x="2203541" y="5109005"/>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40.5</a:t>
            </a:r>
          </a:p>
        </p:txBody>
      </p:sp>
      <p:sp>
        <p:nvSpPr>
          <p:cNvPr id="133" name="direct_132">
            <a:extLst>
              <a:ext uri="{FF2B5EF4-FFF2-40B4-BE49-F238E27FC236}">
                <a16:creationId xmlns:a16="http://schemas.microsoft.com/office/drawing/2014/main" id="{0EBF2B9B-39C4-4C07-8972-B85A382CBC86}"/>
              </a:ext>
            </a:extLst>
          </p:cNvPr>
          <p:cNvSpPr>
            <a:spLocks noGrp="1"/>
          </p:cNvSpPr>
          <p:nvPr/>
        </p:nvSpPr>
        <p:spPr>
          <a:xfrm>
            <a:off x="1323751" y="5090834"/>
            <a:ext cx="194" cy="250428"/>
          </a:xfrm>
          <a:custGeom>
            <a:avLst/>
            <a:gdLst/>
            <a:ahLst/>
            <a:cxnLst/>
            <a:rect l="0" t="0" r="0" b="0"/>
            <a:pathLst>
              <a:path w="191" h="246206">
                <a:moveTo>
                  <a:pt x="0" y="246206"/>
                </a:moveTo>
                <a:lnTo>
                  <a:pt x="0" y="0"/>
                </a:lnTo>
              </a:path>
            </a:pathLst>
          </a:custGeom>
          <a:noFill/>
          <a:ln w="8255">
            <a:solidFill>
              <a:srgbClr val="44505A"/>
            </a:solidFill>
            <a:prstDash val="solid"/>
          </a:ln>
        </p:spPr>
      </p:sp>
      <p:sp>
        <p:nvSpPr>
          <p:cNvPr id="134" name="direct_133">
            <a:extLst>
              <a:ext uri="{FF2B5EF4-FFF2-40B4-BE49-F238E27FC236}">
                <a16:creationId xmlns:a16="http://schemas.microsoft.com/office/drawing/2014/main" id="{219113B1-35CD-4FD0-AB42-9BAFDE386447}"/>
              </a:ext>
            </a:extLst>
          </p:cNvPr>
          <p:cNvSpPr>
            <a:spLocks noGrp="1"/>
          </p:cNvSpPr>
          <p:nvPr/>
        </p:nvSpPr>
        <p:spPr>
          <a:xfrm>
            <a:off x="2592100" y="5002804"/>
            <a:ext cx="194" cy="251883"/>
          </a:xfrm>
          <a:custGeom>
            <a:avLst/>
            <a:gdLst/>
            <a:ahLst/>
            <a:cxnLst/>
            <a:rect l="0" t="0" r="0" b="0"/>
            <a:pathLst>
              <a:path w="191" h="247636">
                <a:moveTo>
                  <a:pt x="0" y="247636"/>
                </a:moveTo>
                <a:lnTo>
                  <a:pt x="0" y="0"/>
                </a:lnTo>
              </a:path>
            </a:pathLst>
          </a:custGeom>
          <a:noFill/>
          <a:ln w="8255">
            <a:solidFill>
              <a:srgbClr val="44505A"/>
            </a:solidFill>
            <a:prstDash val="solid"/>
          </a:ln>
        </p:spPr>
      </p:sp>
      <p:sp>
        <p:nvSpPr>
          <p:cNvPr id="135" name="direct_134">
            <a:extLst>
              <a:ext uri="{FF2B5EF4-FFF2-40B4-BE49-F238E27FC236}">
                <a16:creationId xmlns:a16="http://schemas.microsoft.com/office/drawing/2014/main" id="{86C0D735-753F-4E16-BB3A-B088CDF24791}"/>
              </a:ext>
            </a:extLst>
          </p:cNvPr>
          <p:cNvSpPr>
            <a:spLocks noGrp="1"/>
          </p:cNvSpPr>
          <p:nvPr/>
        </p:nvSpPr>
        <p:spPr>
          <a:xfrm>
            <a:off x="1296623" y="5341263"/>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6" name="direct_135">
            <a:extLst>
              <a:ext uri="{FF2B5EF4-FFF2-40B4-BE49-F238E27FC236}">
                <a16:creationId xmlns:a16="http://schemas.microsoft.com/office/drawing/2014/main" id="{D9CD2AD7-9A78-459C-9EF6-3A8D7AE166BC}"/>
              </a:ext>
            </a:extLst>
          </p:cNvPr>
          <p:cNvSpPr>
            <a:spLocks noGrp="1"/>
          </p:cNvSpPr>
          <p:nvPr/>
        </p:nvSpPr>
        <p:spPr>
          <a:xfrm>
            <a:off x="2564972" y="5254687"/>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7" name="direct_136">
            <a:extLst>
              <a:ext uri="{FF2B5EF4-FFF2-40B4-BE49-F238E27FC236}">
                <a16:creationId xmlns:a16="http://schemas.microsoft.com/office/drawing/2014/main" id="{DD422E9F-E911-4500-AD72-5135BA3E7F66}"/>
              </a:ext>
            </a:extLst>
          </p:cNvPr>
          <p:cNvSpPr>
            <a:spLocks noGrp="1"/>
          </p:cNvSpPr>
          <p:nvPr/>
        </p:nvSpPr>
        <p:spPr>
          <a:xfrm>
            <a:off x="1296623" y="5090835"/>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8" name="direct_137">
            <a:extLst>
              <a:ext uri="{FF2B5EF4-FFF2-40B4-BE49-F238E27FC236}">
                <a16:creationId xmlns:a16="http://schemas.microsoft.com/office/drawing/2014/main" id="{E7E5463C-EED9-4D85-9FD4-D12894DE9A7F}"/>
              </a:ext>
            </a:extLst>
          </p:cNvPr>
          <p:cNvSpPr>
            <a:spLocks noGrp="1"/>
          </p:cNvSpPr>
          <p:nvPr/>
        </p:nvSpPr>
        <p:spPr>
          <a:xfrm>
            <a:off x="2564972" y="5002805"/>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9" name="text_138">
            <a:extLst>
              <a:ext uri="{FF2B5EF4-FFF2-40B4-BE49-F238E27FC236}">
                <a16:creationId xmlns:a16="http://schemas.microsoft.com/office/drawing/2014/main" id="{E47F3130-1BD7-4CE1-BCA6-2397556D1577}"/>
              </a:ext>
            </a:extLst>
          </p:cNvPr>
          <p:cNvSpPr>
            <a:spLocks noGrp="1"/>
          </p:cNvSpPr>
          <p:nvPr/>
        </p:nvSpPr>
        <p:spPr>
          <a:xfrm>
            <a:off x="1233253" y="4970822"/>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51.8</a:t>
            </a:r>
          </a:p>
        </p:txBody>
      </p:sp>
      <p:sp>
        <p:nvSpPr>
          <p:cNvPr id="140" name="text_139">
            <a:extLst>
              <a:ext uri="{FF2B5EF4-FFF2-40B4-BE49-F238E27FC236}">
                <a16:creationId xmlns:a16="http://schemas.microsoft.com/office/drawing/2014/main" id="{E62B6C54-15CE-4339-96B6-34D2E9D46A8E}"/>
              </a:ext>
            </a:extLst>
          </p:cNvPr>
          <p:cNvSpPr>
            <a:spLocks noGrp="1"/>
          </p:cNvSpPr>
          <p:nvPr/>
        </p:nvSpPr>
        <p:spPr>
          <a:xfrm>
            <a:off x="2501603" y="4882793"/>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58.7</a:t>
            </a:r>
          </a:p>
        </p:txBody>
      </p:sp>
      <p:sp>
        <p:nvSpPr>
          <p:cNvPr id="141" name="direct_140">
            <a:extLst>
              <a:ext uri="{FF2B5EF4-FFF2-40B4-BE49-F238E27FC236}">
                <a16:creationId xmlns:a16="http://schemas.microsoft.com/office/drawing/2014/main" id="{4CA2B153-328F-4BFF-8618-5AE4630A9B19}"/>
              </a:ext>
            </a:extLst>
          </p:cNvPr>
          <p:cNvSpPr>
            <a:spLocks noGrp="1"/>
          </p:cNvSpPr>
          <p:nvPr/>
        </p:nvSpPr>
        <p:spPr>
          <a:xfrm>
            <a:off x="1621813" y="4892879"/>
            <a:ext cx="194" cy="239270"/>
          </a:xfrm>
          <a:custGeom>
            <a:avLst/>
            <a:gdLst/>
            <a:ahLst/>
            <a:cxnLst/>
            <a:rect l="0" t="0" r="0" b="0"/>
            <a:pathLst>
              <a:path w="191" h="235236">
                <a:moveTo>
                  <a:pt x="0" y="235236"/>
                </a:moveTo>
                <a:lnTo>
                  <a:pt x="0" y="0"/>
                </a:lnTo>
              </a:path>
            </a:pathLst>
          </a:custGeom>
          <a:noFill/>
          <a:ln w="8255">
            <a:solidFill>
              <a:srgbClr val="44505A"/>
            </a:solidFill>
            <a:prstDash val="solid"/>
          </a:ln>
        </p:spPr>
      </p:sp>
      <p:sp>
        <p:nvSpPr>
          <p:cNvPr id="142" name="direct_141">
            <a:extLst>
              <a:ext uri="{FF2B5EF4-FFF2-40B4-BE49-F238E27FC236}">
                <a16:creationId xmlns:a16="http://schemas.microsoft.com/office/drawing/2014/main" id="{2D246762-E001-44B9-AB69-3E4E9CF0EC04}"/>
              </a:ext>
            </a:extLst>
          </p:cNvPr>
          <p:cNvSpPr>
            <a:spLocks noGrp="1"/>
          </p:cNvSpPr>
          <p:nvPr/>
        </p:nvSpPr>
        <p:spPr>
          <a:xfrm>
            <a:off x="2890163" y="4879081"/>
            <a:ext cx="194" cy="241480"/>
          </a:xfrm>
          <a:custGeom>
            <a:avLst/>
            <a:gdLst/>
            <a:ahLst/>
            <a:cxnLst/>
            <a:rect l="0" t="0" r="0" b="0"/>
            <a:pathLst>
              <a:path w="191" h="237409">
                <a:moveTo>
                  <a:pt x="0" y="237409"/>
                </a:moveTo>
                <a:lnTo>
                  <a:pt x="0" y="0"/>
                </a:lnTo>
              </a:path>
            </a:pathLst>
          </a:custGeom>
          <a:noFill/>
          <a:ln w="8255">
            <a:solidFill>
              <a:srgbClr val="44505A"/>
            </a:solidFill>
            <a:prstDash val="solid"/>
          </a:ln>
        </p:spPr>
      </p:sp>
      <p:sp>
        <p:nvSpPr>
          <p:cNvPr id="143" name="direct_142">
            <a:extLst>
              <a:ext uri="{FF2B5EF4-FFF2-40B4-BE49-F238E27FC236}">
                <a16:creationId xmlns:a16="http://schemas.microsoft.com/office/drawing/2014/main" id="{F3556608-1D14-4866-80B7-46BC5A451184}"/>
              </a:ext>
            </a:extLst>
          </p:cNvPr>
          <p:cNvSpPr>
            <a:spLocks noGrp="1"/>
          </p:cNvSpPr>
          <p:nvPr/>
        </p:nvSpPr>
        <p:spPr>
          <a:xfrm>
            <a:off x="1594685" y="5132150"/>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44" name="direct_143">
            <a:extLst>
              <a:ext uri="{FF2B5EF4-FFF2-40B4-BE49-F238E27FC236}">
                <a16:creationId xmlns:a16="http://schemas.microsoft.com/office/drawing/2014/main" id="{9D202F82-6D76-4388-A8F4-E5B7D8E7EA7E}"/>
              </a:ext>
            </a:extLst>
          </p:cNvPr>
          <p:cNvSpPr>
            <a:spLocks noGrp="1"/>
          </p:cNvSpPr>
          <p:nvPr/>
        </p:nvSpPr>
        <p:spPr>
          <a:xfrm>
            <a:off x="2863035" y="5120561"/>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45" name="direct_144">
            <a:extLst>
              <a:ext uri="{FF2B5EF4-FFF2-40B4-BE49-F238E27FC236}">
                <a16:creationId xmlns:a16="http://schemas.microsoft.com/office/drawing/2014/main" id="{940EF1C6-57BD-4687-8A41-44B2B9F9D220}"/>
              </a:ext>
            </a:extLst>
          </p:cNvPr>
          <p:cNvSpPr>
            <a:spLocks noGrp="1"/>
          </p:cNvSpPr>
          <p:nvPr/>
        </p:nvSpPr>
        <p:spPr>
          <a:xfrm>
            <a:off x="1594685" y="4892880"/>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46" name="direct_145">
            <a:extLst>
              <a:ext uri="{FF2B5EF4-FFF2-40B4-BE49-F238E27FC236}">
                <a16:creationId xmlns:a16="http://schemas.microsoft.com/office/drawing/2014/main" id="{166A1579-DBCD-4B9F-8A08-9CACE4EDB962}"/>
              </a:ext>
            </a:extLst>
          </p:cNvPr>
          <p:cNvSpPr>
            <a:spLocks noGrp="1"/>
          </p:cNvSpPr>
          <p:nvPr/>
        </p:nvSpPr>
        <p:spPr>
          <a:xfrm>
            <a:off x="2863035" y="4879081"/>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47" name="text_146">
            <a:extLst>
              <a:ext uri="{FF2B5EF4-FFF2-40B4-BE49-F238E27FC236}">
                <a16:creationId xmlns:a16="http://schemas.microsoft.com/office/drawing/2014/main" id="{50EE705D-3F8B-4ED0-94FD-D811CAF21CF3}"/>
              </a:ext>
            </a:extLst>
          </p:cNvPr>
          <p:cNvSpPr>
            <a:spLocks noGrp="1"/>
          </p:cNvSpPr>
          <p:nvPr/>
        </p:nvSpPr>
        <p:spPr>
          <a:xfrm>
            <a:off x="1531316" y="4772868"/>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68.0</a:t>
            </a:r>
          </a:p>
        </p:txBody>
      </p:sp>
      <p:sp>
        <p:nvSpPr>
          <p:cNvPr id="148" name="text_147">
            <a:extLst>
              <a:ext uri="{FF2B5EF4-FFF2-40B4-BE49-F238E27FC236}">
                <a16:creationId xmlns:a16="http://schemas.microsoft.com/office/drawing/2014/main" id="{8123111A-38FD-4623-B978-B03906930B2A}"/>
              </a:ext>
            </a:extLst>
          </p:cNvPr>
          <p:cNvSpPr>
            <a:spLocks noGrp="1"/>
          </p:cNvSpPr>
          <p:nvPr/>
        </p:nvSpPr>
        <p:spPr>
          <a:xfrm>
            <a:off x="2799665" y="4759068"/>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69.0</a:t>
            </a:r>
          </a:p>
        </p:txBody>
      </p:sp>
      <p:sp>
        <p:nvSpPr>
          <p:cNvPr id="149" name="text_148">
            <a:extLst>
              <a:ext uri="{FF2B5EF4-FFF2-40B4-BE49-F238E27FC236}">
                <a16:creationId xmlns:a16="http://schemas.microsoft.com/office/drawing/2014/main" id="{ECBC9467-EE8F-4B77-9122-316FE7FE6AB1}"/>
              </a:ext>
            </a:extLst>
          </p:cNvPr>
          <p:cNvSpPr>
            <a:spLocks noGrp="1"/>
          </p:cNvSpPr>
          <p:nvPr/>
        </p:nvSpPr>
        <p:spPr>
          <a:xfrm>
            <a:off x="406555" y="4382495"/>
            <a:ext cx="84741" cy="161472"/>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17"/>
              <a:t>c</a:t>
            </a:r>
          </a:p>
        </p:txBody>
      </p:sp>
      <p:sp>
        <p:nvSpPr>
          <p:cNvPr id="150" name="text_149">
            <a:extLst>
              <a:ext uri="{FF2B5EF4-FFF2-40B4-BE49-F238E27FC236}">
                <a16:creationId xmlns:a16="http://schemas.microsoft.com/office/drawing/2014/main" id="{78944279-0009-4F8D-888F-1B8F0665BA91}"/>
              </a:ext>
            </a:extLst>
          </p:cNvPr>
          <p:cNvSpPr>
            <a:spLocks noGrp="1"/>
          </p:cNvSpPr>
          <p:nvPr/>
        </p:nvSpPr>
        <p:spPr>
          <a:xfrm>
            <a:off x="626158" y="4396783"/>
            <a:ext cx="1176728" cy="138866"/>
          </a:xfrm>
          <a:prstGeom prst="rect">
            <a:avLst/>
          </a:prstGeom>
          <a:noFill/>
          <a:ln w="0">
            <a:noFill/>
          </a:ln>
        </p:spPr>
        <p:txBody>
          <a:bodyPr wrap="none" lIns="0" tIns="0" rIns="0" bIns="0" anchor="ctr">
            <a:noAutofit/>
          </a:bodyPr>
          <a:lstStyle>
            <a:defPPr algn="l">
              <a:defRPr sz="860" b="0">
                <a:solidFill>
                  <a:srgbClr val="273744"/>
                </a:solidFill>
                <a:latin typeface="Arial"/>
                <a:ea typeface="Arial"/>
                <a:cs typeface="Arial"/>
              </a:defRPr>
            </a:defPPr>
            <a:lvl1pPr algn="l">
              <a:defRPr sz="860" b="0">
                <a:solidFill>
                  <a:srgbClr val="273744"/>
                </a:solidFill>
                <a:latin typeface="Arial"/>
                <a:ea typeface="Arial"/>
                <a:cs typeface="Arial"/>
              </a:defRPr>
            </a:lvl1pPr>
            <a:lvl2pPr algn="l">
              <a:defRPr sz="860" b="0">
                <a:solidFill>
                  <a:srgbClr val="273744"/>
                </a:solidFill>
                <a:latin typeface="Arial"/>
                <a:ea typeface="Arial"/>
                <a:cs typeface="Arial"/>
              </a:defRPr>
            </a:lvl2pPr>
            <a:lvl3pPr algn="l">
              <a:defRPr sz="860" b="0">
                <a:solidFill>
                  <a:srgbClr val="273744"/>
                </a:solidFill>
                <a:latin typeface="Arial"/>
                <a:ea typeface="Arial"/>
                <a:cs typeface="Arial"/>
              </a:defRPr>
            </a:lvl3pPr>
            <a:lvl4pPr algn="l">
              <a:defRPr sz="860" b="0">
                <a:solidFill>
                  <a:srgbClr val="273744"/>
                </a:solidFill>
                <a:latin typeface="Arial"/>
                <a:ea typeface="Arial"/>
                <a:cs typeface="Arial"/>
              </a:defRPr>
            </a:lvl4pPr>
            <a:lvl5pPr algn="l">
              <a:defRPr sz="860" b="0">
                <a:solidFill>
                  <a:srgbClr val="273744"/>
                </a:solidFill>
                <a:latin typeface="Arial"/>
                <a:ea typeface="Arial"/>
                <a:cs typeface="Arial"/>
              </a:defRPr>
            </a:lvl5pPr>
            <a:lvl6pPr algn="l">
              <a:defRPr sz="860" b="0">
                <a:solidFill>
                  <a:srgbClr val="273744"/>
                </a:solidFill>
                <a:latin typeface="Arial"/>
                <a:ea typeface="Arial"/>
                <a:cs typeface="Arial"/>
              </a:defRPr>
            </a:lvl6pPr>
            <a:lvl7pPr algn="l">
              <a:defRPr sz="860" b="0">
                <a:solidFill>
                  <a:srgbClr val="273744"/>
                </a:solidFill>
                <a:latin typeface="Arial"/>
                <a:ea typeface="Arial"/>
                <a:cs typeface="Arial"/>
              </a:defRPr>
            </a:lvl7pPr>
            <a:lvl8pPr algn="l">
              <a:defRPr sz="860" b="0">
                <a:solidFill>
                  <a:srgbClr val="273744"/>
                </a:solidFill>
                <a:latin typeface="Arial"/>
                <a:ea typeface="Arial"/>
                <a:cs typeface="Arial"/>
              </a:defRPr>
            </a:lvl8pPr>
            <a:lvl9pPr algn="l">
              <a:defRPr sz="860" b="0">
                <a:solidFill>
                  <a:srgbClr val="273744"/>
                </a:solidFill>
                <a:latin typeface="Arial"/>
                <a:ea typeface="Arial"/>
                <a:cs typeface="Arial"/>
              </a:defRPr>
            </a:lvl9pPr>
          </a:lstStyle>
          <a:p>
            <a:pPr algn="l">
              <a:defRPr sz="860" b="0">
                <a:solidFill>
                  <a:srgbClr val="273744"/>
                </a:solidFill>
                <a:latin typeface="Arial"/>
                <a:ea typeface="Arial"/>
                <a:cs typeface="Arial"/>
              </a:defRPr>
            </a:pPr>
            <a:r>
              <a:rPr sz="875" dirty="0"/>
              <a:t>Best-of-50, RMSD &lt;2 Å</a:t>
            </a:r>
          </a:p>
        </p:txBody>
      </p:sp>
      <p:sp>
        <p:nvSpPr>
          <p:cNvPr id="151" name="direct_150">
            <a:extLst>
              <a:ext uri="{FF2B5EF4-FFF2-40B4-BE49-F238E27FC236}">
                <a16:creationId xmlns:a16="http://schemas.microsoft.com/office/drawing/2014/main" id="{20907600-7950-42CA-8B5A-E1FADCACA27B}"/>
              </a:ext>
            </a:extLst>
          </p:cNvPr>
          <p:cNvSpPr>
            <a:spLocks noGrp="1"/>
          </p:cNvSpPr>
          <p:nvPr/>
        </p:nvSpPr>
        <p:spPr>
          <a:xfrm>
            <a:off x="3795765" y="4600806"/>
            <a:ext cx="2663535" cy="1275004"/>
          </a:xfrm>
          <a:custGeom>
            <a:avLst/>
            <a:gdLst/>
            <a:ahLst/>
            <a:cxnLst/>
            <a:rect l="0" t="0" r="0" b="0"/>
            <a:pathLst>
              <a:path w="2618630" h="1253508">
                <a:moveTo>
                  <a:pt x="0" y="1253508"/>
                </a:moveTo>
                <a:lnTo>
                  <a:pt x="2618630" y="1253508"/>
                </a:lnTo>
                <a:lnTo>
                  <a:pt x="2618630" y="0"/>
                </a:lnTo>
                <a:lnTo>
                  <a:pt x="0" y="0"/>
                </a:lnTo>
                <a:lnTo>
                  <a:pt x="0" y="1253508"/>
                </a:lnTo>
                <a:close/>
              </a:path>
            </a:pathLst>
          </a:custGeom>
          <a:solidFill>
            <a:srgbClr val="FFFFFF"/>
          </a:solidFill>
          <a:ln w="0">
            <a:noFill/>
            <a:prstDash val="solid"/>
          </a:ln>
        </p:spPr>
      </p:sp>
      <p:sp>
        <p:nvSpPr>
          <p:cNvPr id="152" name="direct_151">
            <a:extLst>
              <a:ext uri="{FF2B5EF4-FFF2-40B4-BE49-F238E27FC236}">
                <a16:creationId xmlns:a16="http://schemas.microsoft.com/office/drawing/2014/main" id="{36745309-46FB-49A1-8866-7F70E4A07662}"/>
              </a:ext>
            </a:extLst>
          </p:cNvPr>
          <p:cNvSpPr>
            <a:spLocks noGrp="1"/>
          </p:cNvSpPr>
          <p:nvPr/>
        </p:nvSpPr>
        <p:spPr>
          <a:xfrm>
            <a:off x="4493358" y="5875810"/>
            <a:ext cx="194" cy="32294"/>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153" name="text_152">
            <a:extLst>
              <a:ext uri="{FF2B5EF4-FFF2-40B4-BE49-F238E27FC236}">
                <a16:creationId xmlns:a16="http://schemas.microsoft.com/office/drawing/2014/main" id="{D857E781-A938-4C33-AF32-30FE4448814C}"/>
              </a:ext>
            </a:extLst>
          </p:cNvPr>
          <p:cNvSpPr>
            <a:spLocks noGrp="1"/>
          </p:cNvSpPr>
          <p:nvPr/>
        </p:nvSpPr>
        <p:spPr>
          <a:xfrm>
            <a:off x="4414710" y="5939858"/>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100</a:t>
            </a:r>
          </a:p>
        </p:txBody>
      </p:sp>
      <p:sp>
        <p:nvSpPr>
          <p:cNvPr id="154" name="direct_153">
            <a:extLst>
              <a:ext uri="{FF2B5EF4-FFF2-40B4-BE49-F238E27FC236}">
                <a16:creationId xmlns:a16="http://schemas.microsoft.com/office/drawing/2014/main" id="{E8842ABE-61ED-473E-91A1-70245B656461}"/>
              </a:ext>
            </a:extLst>
          </p:cNvPr>
          <p:cNvSpPr>
            <a:spLocks noGrp="1"/>
          </p:cNvSpPr>
          <p:nvPr/>
        </p:nvSpPr>
        <p:spPr>
          <a:xfrm>
            <a:off x="5761708" y="5875810"/>
            <a:ext cx="194" cy="32294"/>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155" name="text_154">
            <a:extLst>
              <a:ext uri="{FF2B5EF4-FFF2-40B4-BE49-F238E27FC236}">
                <a16:creationId xmlns:a16="http://schemas.microsoft.com/office/drawing/2014/main" id="{6362D1C0-AB32-41F2-BB28-76E6F80A2ECB}"/>
              </a:ext>
            </a:extLst>
          </p:cNvPr>
          <p:cNvSpPr>
            <a:spLocks noGrp="1"/>
          </p:cNvSpPr>
          <p:nvPr/>
        </p:nvSpPr>
        <p:spPr>
          <a:xfrm>
            <a:off x="5683061" y="5939858"/>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300</a:t>
            </a:r>
          </a:p>
        </p:txBody>
      </p:sp>
      <p:sp>
        <p:nvSpPr>
          <p:cNvPr id="156" name="direct_155">
            <a:extLst>
              <a:ext uri="{FF2B5EF4-FFF2-40B4-BE49-F238E27FC236}">
                <a16:creationId xmlns:a16="http://schemas.microsoft.com/office/drawing/2014/main" id="{A310F203-BBEF-42C3-8F18-FCF501FA786D}"/>
              </a:ext>
            </a:extLst>
          </p:cNvPr>
          <p:cNvSpPr>
            <a:spLocks noGrp="1"/>
          </p:cNvSpPr>
          <p:nvPr/>
        </p:nvSpPr>
        <p:spPr>
          <a:xfrm>
            <a:off x="3763470" y="5875810"/>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57" name="text_156">
            <a:extLst>
              <a:ext uri="{FF2B5EF4-FFF2-40B4-BE49-F238E27FC236}">
                <a16:creationId xmlns:a16="http://schemas.microsoft.com/office/drawing/2014/main" id="{4948DDAE-2507-42B6-9484-579675F3D559}"/>
              </a:ext>
            </a:extLst>
          </p:cNvPr>
          <p:cNvSpPr>
            <a:spLocks noGrp="1"/>
          </p:cNvSpPr>
          <p:nvPr/>
        </p:nvSpPr>
        <p:spPr>
          <a:xfrm>
            <a:off x="3672286" y="5835062"/>
            <a:ext cx="65349"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0</a:t>
            </a:r>
          </a:p>
        </p:txBody>
      </p:sp>
      <p:sp>
        <p:nvSpPr>
          <p:cNvPr id="158" name="direct_157">
            <a:extLst>
              <a:ext uri="{FF2B5EF4-FFF2-40B4-BE49-F238E27FC236}">
                <a16:creationId xmlns:a16="http://schemas.microsoft.com/office/drawing/2014/main" id="{B4D205BB-B5CC-4CD4-A2AA-4FDB5C175460}"/>
              </a:ext>
            </a:extLst>
          </p:cNvPr>
          <p:cNvSpPr>
            <a:spLocks noGrp="1"/>
          </p:cNvSpPr>
          <p:nvPr/>
        </p:nvSpPr>
        <p:spPr>
          <a:xfrm>
            <a:off x="3763470" y="5557059"/>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59" name="text_158">
            <a:extLst>
              <a:ext uri="{FF2B5EF4-FFF2-40B4-BE49-F238E27FC236}">
                <a16:creationId xmlns:a16="http://schemas.microsoft.com/office/drawing/2014/main" id="{59F8C1A2-DC02-44E4-BF1C-88D57964442F}"/>
              </a:ext>
            </a:extLst>
          </p:cNvPr>
          <p:cNvSpPr>
            <a:spLocks noGrp="1"/>
          </p:cNvSpPr>
          <p:nvPr/>
        </p:nvSpPr>
        <p:spPr>
          <a:xfrm>
            <a:off x="3619855" y="5516311"/>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25</a:t>
            </a:r>
          </a:p>
        </p:txBody>
      </p:sp>
      <p:sp>
        <p:nvSpPr>
          <p:cNvPr id="160" name="direct_159">
            <a:extLst>
              <a:ext uri="{FF2B5EF4-FFF2-40B4-BE49-F238E27FC236}">
                <a16:creationId xmlns:a16="http://schemas.microsoft.com/office/drawing/2014/main" id="{9622B5CA-8868-4A40-8285-B2BAD6C6BE61}"/>
              </a:ext>
            </a:extLst>
          </p:cNvPr>
          <p:cNvSpPr>
            <a:spLocks noGrp="1"/>
          </p:cNvSpPr>
          <p:nvPr/>
        </p:nvSpPr>
        <p:spPr>
          <a:xfrm>
            <a:off x="3763470" y="5238308"/>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61" name="text_160">
            <a:extLst>
              <a:ext uri="{FF2B5EF4-FFF2-40B4-BE49-F238E27FC236}">
                <a16:creationId xmlns:a16="http://schemas.microsoft.com/office/drawing/2014/main" id="{409EDCF6-5E67-4A7B-BC58-AB2B908321DB}"/>
              </a:ext>
            </a:extLst>
          </p:cNvPr>
          <p:cNvSpPr>
            <a:spLocks noGrp="1"/>
          </p:cNvSpPr>
          <p:nvPr/>
        </p:nvSpPr>
        <p:spPr>
          <a:xfrm>
            <a:off x="3619855" y="5197560"/>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50</a:t>
            </a:r>
          </a:p>
        </p:txBody>
      </p:sp>
      <p:sp>
        <p:nvSpPr>
          <p:cNvPr id="162" name="direct_161">
            <a:extLst>
              <a:ext uri="{FF2B5EF4-FFF2-40B4-BE49-F238E27FC236}">
                <a16:creationId xmlns:a16="http://schemas.microsoft.com/office/drawing/2014/main" id="{014AEF73-5B33-42F2-BB3C-23F71DDF0FA9}"/>
              </a:ext>
            </a:extLst>
          </p:cNvPr>
          <p:cNvSpPr>
            <a:spLocks noGrp="1"/>
          </p:cNvSpPr>
          <p:nvPr/>
        </p:nvSpPr>
        <p:spPr>
          <a:xfrm>
            <a:off x="3763470" y="4919557"/>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63" name="text_162">
            <a:extLst>
              <a:ext uri="{FF2B5EF4-FFF2-40B4-BE49-F238E27FC236}">
                <a16:creationId xmlns:a16="http://schemas.microsoft.com/office/drawing/2014/main" id="{7F47E669-A126-4D79-8539-77D91EA1292A}"/>
              </a:ext>
            </a:extLst>
          </p:cNvPr>
          <p:cNvSpPr>
            <a:spLocks noGrp="1"/>
          </p:cNvSpPr>
          <p:nvPr/>
        </p:nvSpPr>
        <p:spPr>
          <a:xfrm>
            <a:off x="3619855" y="4878809"/>
            <a:ext cx="11778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75</a:t>
            </a:r>
          </a:p>
        </p:txBody>
      </p:sp>
      <p:sp>
        <p:nvSpPr>
          <p:cNvPr id="164" name="direct_163">
            <a:extLst>
              <a:ext uri="{FF2B5EF4-FFF2-40B4-BE49-F238E27FC236}">
                <a16:creationId xmlns:a16="http://schemas.microsoft.com/office/drawing/2014/main" id="{1E78E9C5-0290-4647-92F4-D8908B429928}"/>
              </a:ext>
            </a:extLst>
          </p:cNvPr>
          <p:cNvSpPr>
            <a:spLocks noGrp="1"/>
          </p:cNvSpPr>
          <p:nvPr/>
        </p:nvSpPr>
        <p:spPr>
          <a:xfrm>
            <a:off x="3763470" y="4600806"/>
            <a:ext cx="32294" cy="194"/>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65" name="text_164">
            <a:extLst>
              <a:ext uri="{FF2B5EF4-FFF2-40B4-BE49-F238E27FC236}">
                <a16:creationId xmlns:a16="http://schemas.microsoft.com/office/drawing/2014/main" id="{FF3F21A3-68FD-4FD3-8156-B8BFDFEB5DA4}"/>
              </a:ext>
            </a:extLst>
          </p:cNvPr>
          <p:cNvSpPr>
            <a:spLocks noGrp="1"/>
          </p:cNvSpPr>
          <p:nvPr/>
        </p:nvSpPr>
        <p:spPr>
          <a:xfrm>
            <a:off x="3567425" y="4560058"/>
            <a:ext cx="170210" cy="117875"/>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rPr sz="742"/>
              <a:t>100</a:t>
            </a:r>
          </a:p>
        </p:txBody>
      </p:sp>
      <p:sp>
        <p:nvSpPr>
          <p:cNvPr id="166" name="direct_165">
            <a:extLst>
              <a:ext uri="{FF2B5EF4-FFF2-40B4-BE49-F238E27FC236}">
                <a16:creationId xmlns:a16="http://schemas.microsoft.com/office/drawing/2014/main" id="{218ABE12-2D2D-457B-9968-5F1325B4B25E}"/>
              </a:ext>
            </a:extLst>
          </p:cNvPr>
          <p:cNvSpPr>
            <a:spLocks noGrp="1"/>
          </p:cNvSpPr>
          <p:nvPr/>
        </p:nvSpPr>
        <p:spPr>
          <a:xfrm>
            <a:off x="4065288" y="5333657"/>
            <a:ext cx="260012" cy="542153"/>
          </a:xfrm>
          <a:custGeom>
            <a:avLst/>
            <a:gdLst/>
            <a:ahLst/>
            <a:cxnLst/>
            <a:rect l="0" t="0" r="0" b="0"/>
            <a:pathLst>
              <a:path w="255628" h="533013">
                <a:moveTo>
                  <a:pt x="0" y="533013"/>
                </a:moveTo>
                <a:lnTo>
                  <a:pt x="255628" y="533013"/>
                </a:lnTo>
                <a:lnTo>
                  <a:pt x="255628" y="0"/>
                </a:lnTo>
                <a:lnTo>
                  <a:pt x="0" y="0"/>
                </a:lnTo>
                <a:lnTo>
                  <a:pt x="0" y="533013"/>
                </a:lnTo>
                <a:close/>
              </a:path>
            </a:pathLst>
          </a:custGeom>
          <a:solidFill>
            <a:srgbClr val="A5ADB4"/>
          </a:solidFill>
          <a:ln w="0">
            <a:noFill/>
            <a:prstDash val="solid"/>
          </a:ln>
        </p:spPr>
      </p:sp>
      <p:sp>
        <p:nvSpPr>
          <p:cNvPr id="167" name="direct_166">
            <a:extLst>
              <a:ext uri="{FF2B5EF4-FFF2-40B4-BE49-F238E27FC236}">
                <a16:creationId xmlns:a16="http://schemas.microsoft.com/office/drawing/2014/main" id="{80DBBDFB-F126-4CC6-AEDE-9592267AC925}"/>
              </a:ext>
            </a:extLst>
          </p:cNvPr>
          <p:cNvSpPr>
            <a:spLocks noGrp="1"/>
          </p:cNvSpPr>
          <p:nvPr/>
        </p:nvSpPr>
        <p:spPr>
          <a:xfrm>
            <a:off x="5333639" y="5238651"/>
            <a:ext cx="260012" cy="637158"/>
          </a:xfrm>
          <a:custGeom>
            <a:avLst/>
            <a:gdLst/>
            <a:ahLst/>
            <a:cxnLst/>
            <a:rect l="0" t="0" r="0" b="0"/>
            <a:pathLst>
              <a:path w="255628" h="626416">
                <a:moveTo>
                  <a:pt x="0" y="626416"/>
                </a:moveTo>
                <a:lnTo>
                  <a:pt x="255628" y="626416"/>
                </a:lnTo>
                <a:lnTo>
                  <a:pt x="255628" y="0"/>
                </a:lnTo>
                <a:lnTo>
                  <a:pt x="0" y="0"/>
                </a:lnTo>
                <a:lnTo>
                  <a:pt x="0" y="626416"/>
                </a:lnTo>
                <a:close/>
              </a:path>
            </a:pathLst>
          </a:custGeom>
          <a:solidFill>
            <a:srgbClr val="A5ADB4"/>
          </a:solidFill>
          <a:ln w="0">
            <a:noFill/>
            <a:prstDash val="solid"/>
          </a:ln>
        </p:spPr>
      </p:sp>
      <p:sp>
        <p:nvSpPr>
          <p:cNvPr id="168" name="direct_167">
            <a:extLst>
              <a:ext uri="{FF2B5EF4-FFF2-40B4-BE49-F238E27FC236}">
                <a16:creationId xmlns:a16="http://schemas.microsoft.com/office/drawing/2014/main" id="{9AD076A8-72C9-4C1B-9302-87141E360AA3}"/>
              </a:ext>
            </a:extLst>
          </p:cNvPr>
          <p:cNvSpPr>
            <a:spLocks noGrp="1"/>
          </p:cNvSpPr>
          <p:nvPr/>
        </p:nvSpPr>
        <p:spPr>
          <a:xfrm>
            <a:off x="4363351" y="5135752"/>
            <a:ext cx="260012" cy="740058"/>
          </a:xfrm>
          <a:custGeom>
            <a:avLst/>
            <a:gdLst/>
            <a:ahLst/>
            <a:cxnLst/>
            <a:rect l="0" t="0" r="0" b="0"/>
            <a:pathLst>
              <a:path w="255628" h="727581">
                <a:moveTo>
                  <a:pt x="0" y="727581"/>
                </a:moveTo>
                <a:lnTo>
                  <a:pt x="255628" y="727581"/>
                </a:lnTo>
                <a:lnTo>
                  <a:pt x="255628" y="0"/>
                </a:lnTo>
                <a:lnTo>
                  <a:pt x="0" y="0"/>
                </a:lnTo>
                <a:lnTo>
                  <a:pt x="0" y="727581"/>
                </a:lnTo>
                <a:close/>
              </a:path>
            </a:pathLst>
          </a:custGeom>
          <a:solidFill>
            <a:srgbClr val="5B74BC"/>
          </a:solidFill>
          <a:ln w="0">
            <a:noFill/>
            <a:prstDash val="solid"/>
          </a:ln>
        </p:spPr>
      </p:sp>
      <p:sp>
        <p:nvSpPr>
          <p:cNvPr id="169" name="direct_168">
            <a:extLst>
              <a:ext uri="{FF2B5EF4-FFF2-40B4-BE49-F238E27FC236}">
                <a16:creationId xmlns:a16="http://schemas.microsoft.com/office/drawing/2014/main" id="{0FDC91AE-FE1D-49BB-8242-92C33C78BC68}"/>
              </a:ext>
            </a:extLst>
          </p:cNvPr>
          <p:cNvSpPr>
            <a:spLocks noGrp="1"/>
          </p:cNvSpPr>
          <p:nvPr/>
        </p:nvSpPr>
        <p:spPr>
          <a:xfrm>
            <a:off x="5631701" y="5030866"/>
            <a:ext cx="260012" cy="844943"/>
          </a:xfrm>
          <a:custGeom>
            <a:avLst/>
            <a:gdLst/>
            <a:ahLst/>
            <a:cxnLst/>
            <a:rect l="0" t="0" r="0" b="0"/>
            <a:pathLst>
              <a:path w="255628" h="830698">
                <a:moveTo>
                  <a:pt x="0" y="830698"/>
                </a:moveTo>
                <a:lnTo>
                  <a:pt x="255628" y="830698"/>
                </a:lnTo>
                <a:lnTo>
                  <a:pt x="255628" y="0"/>
                </a:lnTo>
                <a:lnTo>
                  <a:pt x="0" y="0"/>
                </a:lnTo>
                <a:lnTo>
                  <a:pt x="0" y="830698"/>
                </a:lnTo>
                <a:close/>
              </a:path>
            </a:pathLst>
          </a:custGeom>
          <a:solidFill>
            <a:srgbClr val="5B74BC"/>
          </a:solidFill>
          <a:ln w="0">
            <a:noFill/>
            <a:prstDash val="solid"/>
          </a:ln>
        </p:spPr>
      </p:sp>
      <p:sp>
        <p:nvSpPr>
          <p:cNvPr id="170" name="direct_169">
            <a:extLst>
              <a:ext uri="{FF2B5EF4-FFF2-40B4-BE49-F238E27FC236}">
                <a16:creationId xmlns:a16="http://schemas.microsoft.com/office/drawing/2014/main" id="{1E5CB37A-327F-46BD-8BE2-D188B5C6C6D7}"/>
              </a:ext>
            </a:extLst>
          </p:cNvPr>
          <p:cNvSpPr>
            <a:spLocks noGrp="1"/>
          </p:cNvSpPr>
          <p:nvPr/>
        </p:nvSpPr>
        <p:spPr>
          <a:xfrm>
            <a:off x="4661414" y="4977051"/>
            <a:ext cx="260012" cy="898758"/>
          </a:xfrm>
          <a:custGeom>
            <a:avLst/>
            <a:gdLst/>
            <a:ahLst/>
            <a:cxnLst/>
            <a:rect l="0" t="0" r="0" b="0"/>
            <a:pathLst>
              <a:path w="255628" h="883606">
                <a:moveTo>
                  <a:pt x="0" y="883606"/>
                </a:moveTo>
                <a:lnTo>
                  <a:pt x="255628" y="883606"/>
                </a:lnTo>
                <a:lnTo>
                  <a:pt x="255628" y="0"/>
                </a:lnTo>
                <a:lnTo>
                  <a:pt x="0" y="0"/>
                </a:lnTo>
                <a:lnTo>
                  <a:pt x="0" y="883606"/>
                </a:lnTo>
                <a:close/>
              </a:path>
            </a:pathLst>
          </a:custGeom>
          <a:solidFill>
            <a:srgbClr val="168D8D"/>
          </a:solidFill>
          <a:ln w="0">
            <a:noFill/>
            <a:prstDash val="solid"/>
          </a:ln>
        </p:spPr>
      </p:sp>
      <p:sp>
        <p:nvSpPr>
          <p:cNvPr id="171" name="direct_170">
            <a:extLst>
              <a:ext uri="{FF2B5EF4-FFF2-40B4-BE49-F238E27FC236}">
                <a16:creationId xmlns:a16="http://schemas.microsoft.com/office/drawing/2014/main" id="{2423980F-C38E-41AF-8FB4-63B7D167FE81}"/>
              </a:ext>
            </a:extLst>
          </p:cNvPr>
          <p:cNvSpPr>
            <a:spLocks noGrp="1"/>
          </p:cNvSpPr>
          <p:nvPr/>
        </p:nvSpPr>
        <p:spPr>
          <a:xfrm>
            <a:off x="5929763" y="4964633"/>
            <a:ext cx="260012" cy="911177"/>
          </a:xfrm>
          <a:custGeom>
            <a:avLst/>
            <a:gdLst/>
            <a:ahLst/>
            <a:cxnLst/>
            <a:rect l="0" t="0" r="0" b="0"/>
            <a:pathLst>
              <a:path w="255628" h="895815">
                <a:moveTo>
                  <a:pt x="0" y="895815"/>
                </a:moveTo>
                <a:lnTo>
                  <a:pt x="255628" y="895815"/>
                </a:lnTo>
                <a:lnTo>
                  <a:pt x="255628" y="0"/>
                </a:lnTo>
                <a:lnTo>
                  <a:pt x="0" y="0"/>
                </a:lnTo>
                <a:lnTo>
                  <a:pt x="0" y="895815"/>
                </a:lnTo>
                <a:close/>
              </a:path>
            </a:pathLst>
          </a:custGeom>
          <a:solidFill>
            <a:srgbClr val="168D8D"/>
          </a:solidFill>
          <a:ln w="0">
            <a:noFill/>
            <a:prstDash val="solid"/>
          </a:ln>
        </p:spPr>
      </p:sp>
      <p:sp>
        <p:nvSpPr>
          <p:cNvPr id="172" name="direct_171">
            <a:extLst>
              <a:ext uri="{FF2B5EF4-FFF2-40B4-BE49-F238E27FC236}">
                <a16:creationId xmlns:a16="http://schemas.microsoft.com/office/drawing/2014/main" id="{01F95790-8167-41C7-8494-6BD32E7F2A50}"/>
              </a:ext>
            </a:extLst>
          </p:cNvPr>
          <p:cNvSpPr>
            <a:spLocks noGrp="1"/>
          </p:cNvSpPr>
          <p:nvPr/>
        </p:nvSpPr>
        <p:spPr>
          <a:xfrm>
            <a:off x="3795765" y="4600806"/>
            <a:ext cx="194" cy="1275004"/>
          </a:xfrm>
          <a:custGeom>
            <a:avLst/>
            <a:gdLst/>
            <a:ahLst/>
            <a:cxnLst/>
            <a:rect l="0" t="0" r="0" b="0"/>
            <a:pathLst>
              <a:path w="191" h="1253508">
                <a:moveTo>
                  <a:pt x="0" y="1253508"/>
                </a:moveTo>
                <a:lnTo>
                  <a:pt x="0" y="0"/>
                </a:lnTo>
              </a:path>
            </a:pathLst>
          </a:custGeom>
          <a:noFill/>
          <a:ln w="7620">
            <a:solidFill>
              <a:srgbClr val="000000"/>
            </a:solidFill>
            <a:prstDash val="solid"/>
          </a:ln>
        </p:spPr>
      </p:sp>
      <p:sp>
        <p:nvSpPr>
          <p:cNvPr id="173" name="direct_172">
            <a:extLst>
              <a:ext uri="{FF2B5EF4-FFF2-40B4-BE49-F238E27FC236}">
                <a16:creationId xmlns:a16="http://schemas.microsoft.com/office/drawing/2014/main" id="{7613F507-9AD4-46F5-858F-ED7E62EF6034}"/>
              </a:ext>
            </a:extLst>
          </p:cNvPr>
          <p:cNvSpPr>
            <a:spLocks noGrp="1"/>
          </p:cNvSpPr>
          <p:nvPr/>
        </p:nvSpPr>
        <p:spPr>
          <a:xfrm>
            <a:off x="3795765" y="5875810"/>
            <a:ext cx="2663535" cy="194"/>
          </a:xfrm>
          <a:custGeom>
            <a:avLst/>
            <a:gdLst/>
            <a:ahLst/>
            <a:cxnLst/>
            <a:rect l="0" t="0" r="0" b="0"/>
            <a:pathLst>
              <a:path w="2618630" h="191">
                <a:moveTo>
                  <a:pt x="0" y="0"/>
                </a:moveTo>
                <a:lnTo>
                  <a:pt x="2618630" y="0"/>
                </a:lnTo>
              </a:path>
            </a:pathLst>
          </a:custGeom>
          <a:noFill/>
          <a:ln w="7620">
            <a:solidFill>
              <a:srgbClr val="000000"/>
            </a:solidFill>
            <a:prstDash val="solid"/>
          </a:ln>
        </p:spPr>
      </p:sp>
      <p:sp>
        <p:nvSpPr>
          <p:cNvPr id="174" name="direct_173">
            <a:extLst>
              <a:ext uri="{FF2B5EF4-FFF2-40B4-BE49-F238E27FC236}">
                <a16:creationId xmlns:a16="http://schemas.microsoft.com/office/drawing/2014/main" id="{B939410B-3FA1-4233-B0EF-075E0C58CA80}"/>
              </a:ext>
            </a:extLst>
          </p:cNvPr>
          <p:cNvSpPr>
            <a:spLocks noGrp="1"/>
          </p:cNvSpPr>
          <p:nvPr/>
        </p:nvSpPr>
        <p:spPr>
          <a:xfrm>
            <a:off x="4195295" y="5204844"/>
            <a:ext cx="194" cy="258228"/>
          </a:xfrm>
          <a:custGeom>
            <a:avLst/>
            <a:gdLst/>
            <a:ahLst/>
            <a:cxnLst/>
            <a:rect l="0" t="0" r="0" b="0"/>
            <a:pathLst>
              <a:path w="191" h="253874">
                <a:moveTo>
                  <a:pt x="0" y="253874"/>
                </a:moveTo>
                <a:lnTo>
                  <a:pt x="0" y="0"/>
                </a:lnTo>
              </a:path>
            </a:pathLst>
          </a:custGeom>
          <a:noFill/>
          <a:ln w="8255">
            <a:solidFill>
              <a:srgbClr val="44505A"/>
            </a:solidFill>
            <a:prstDash val="solid"/>
          </a:ln>
        </p:spPr>
      </p:sp>
      <p:sp>
        <p:nvSpPr>
          <p:cNvPr id="175" name="direct_174">
            <a:extLst>
              <a:ext uri="{FF2B5EF4-FFF2-40B4-BE49-F238E27FC236}">
                <a16:creationId xmlns:a16="http://schemas.microsoft.com/office/drawing/2014/main" id="{F50C0E6D-7FDB-4BC4-A2AF-111311AC3281}"/>
              </a:ext>
            </a:extLst>
          </p:cNvPr>
          <p:cNvSpPr>
            <a:spLocks noGrp="1"/>
          </p:cNvSpPr>
          <p:nvPr/>
        </p:nvSpPr>
        <p:spPr>
          <a:xfrm>
            <a:off x="5463646" y="5104480"/>
            <a:ext cx="194" cy="267118"/>
          </a:xfrm>
          <a:custGeom>
            <a:avLst/>
            <a:gdLst/>
            <a:ahLst/>
            <a:cxnLst/>
            <a:rect l="0" t="0" r="0" b="0"/>
            <a:pathLst>
              <a:path w="191" h="262615">
                <a:moveTo>
                  <a:pt x="0" y="262615"/>
                </a:moveTo>
                <a:lnTo>
                  <a:pt x="0" y="0"/>
                </a:lnTo>
              </a:path>
            </a:pathLst>
          </a:custGeom>
          <a:noFill/>
          <a:ln w="8255">
            <a:solidFill>
              <a:srgbClr val="44505A"/>
            </a:solidFill>
            <a:prstDash val="solid"/>
          </a:ln>
        </p:spPr>
      </p:sp>
      <p:sp>
        <p:nvSpPr>
          <p:cNvPr id="176" name="direct_175">
            <a:extLst>
              <a:ext uri="{FF2B5EF4-FFF2-40B4-BE49-F238E27FC236}">
                <a16:creationId xmlns:a16="http://schemas.microsoft.com/office/drawing/2014/main" id="{950AA5E0-CAF5-414A-BB21-76263BE4E278}"/>
              </a:ext>
            </a:extLst>
          </p:cNvPr>
          <p:cNvSpPr>
            <a:spLocks noGrp="1"/>
          </p:cNvSpPr>
          <p:nvPr/>
        </p:nvSpPr>
        <p:spPr>
          <a:xfrm>
            <a:off x="4168167" y="5463073"/>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77" name="direct_176">
            <a:extLst>
              <a:ext uri="{FF2B5EF4-FFF2-40B4-BE49-F238E27FC236}">
                <a16:creationId xmlns:a16="http://schemas.microsoft.com/office/drawing/2014/main" id="{2A2CCFE1-1732-48FA-A1EC-336681001C19}"/>
              </a:ext>
            </a:extLst>
          </p:cNvPr>
          <p:cNvSpPr>
            <a:spLocks noGrp="1"/>
          </p:cNvSpPr>
          <p:nvPr/>
        </p:nvSpPr>
        <p:spPr>
          <a:xfrm>
            <a:off x="5436517" y="5371598"/>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78" name="direct_177">
            <a:extLst>
              <a:ext uri="{FF2B5EF4-FFF2-40B4-BE49-F238E27FC236}">
                <a16:creationId xmlns:a16="http://schemas.microsoft.com/office/drawing/2014/main" id="{30410FF8-EB36-47DA-A78C-5E015CA5AF9D}"/>
              </a:ext>
            </a:extLst>
          </p:cNvPr>
          <p:cNvSpPr>
            <a:spLocks noGrp="1"/>
          </p:cNvSpPr>
          <p:nvPr/>
        </p:nvSpPr>
        <p:spPr>
          <a:xfrm>
            <a:off x="4168167" y="5204845"/>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79" name="direct_178">
            <a:extLst>
              <a:ext uri="{FF2B5EF4-FFF2-40B4-BE49-F238E27FC236}">
                <a16:creationId xmlns:a16="http://schemas.microsoft.com/office/drawing/2014/main" id="{9CDEBE99-59C8-4A80-BBF5-26F54AA4424A}"/>
              </a:ext>
            </a:extLst>
          </p:cNvPr>
          <p:cNvSpPr>
            <a:spLocks noGrp="1"/>
          </p:cNvSpPr>
          <p:nvPr/>
        </p:nvSpPr>
        <p:spPr>
          <a:xfrm>
            <a:off x="5436517" y="5104480"/>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0" name="text_179">
            <a:extLst>
              <a:ext uri="{FF2B5EF4-FFF2-40B4-BE49-F238E27FC236}">
                <a16:creationId xmlns:a16="http://schemas.microsoft.com/office/drawing/2014/main" id="{1B027C56-DFB8-4FB7-8A7F-BD7377F9352D}"/>
              </a:ext>
            </a:extLst>
          </p:cNvPr>
          <p:cNvSpPr>
            <a:spLocks noGrp="1"/>
          </p:cNvSpPr>
          <p:nvPr/>
        </p:nvSpPr>
        <p:spPr>
          <a:xfrm>
            <a:off x="4104798" y="5084832"/>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42.5</a:t>
            </a:r>
          </a:p>
        </p:txBody>
      </p:sp>
      <p:sp>
        <p:nvSpPr>
          <p:cNvPr id="181" name="text_180">
            <a:extLst>
              <a:ext uri="{FF2B5EF4-FFF2-40B4-BE49-F238E27FC236}">
                <a16:creationId xmlns:a16="http://schemas.microsoft.com/office/drawing/2014/main" id="{4B348BF4-7421-431F-92A0-2BDE593650CC}"/>
              </a:ext>
            </a:extLst>
          </p:cNvPr>
          <p:cNvSpPr>
            <a:spLocks noGrp="1"/>
          </p:cNvSpPr>
          <p:nvPr/>
        </p:nvSpPr>
        <p:spPr>
          <a:xfrm>
            <a:off x="5373148" y="4984468"/>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50.0</a:t>
            </a:r>
          </a:p>
        </p:txBody>
      </p:sp>
      <p:sp>
        <p:nvSpPr>
          <p:cNvPr id="182" name="direct_181">
            <a:extLst>
              <a:ext uri="{FF2B5EF4-FFF2-40B4-BE49-F238E27FC236}">
                <a16:creationId xmlns:a16="http://schemas.microsoft.com/office/drawing/2014/main" id="{ADA4CF47-00D9-4D25-8E87-DE686427A2AA}"/>
              </a:ext>
            </a:extLst>
          </p:cNvPr>
          <p:cNvSpPr>
            <a:spLocks noGrp="1"/>
          </p:cNvSpPr>
          <p:nvPr/>
        </p:nvSpPr>
        <p:spPr>
          <a:xfrm>
            <a:off x="4493358" y="5017909"/>
            <a:ext cx="194" cy="238922"/>
          </a:xfrm>
          <a:custGeom>
            <a:avLst/>
            <a:gdLst/>
            <a:ahLst/>
            <a:cxnLst/>
            <a:rect l="0" t="0" r="0" b="0"/>
            <a:pathLst>
              <a:path w="191" h="234894">
                <a:moveTo>
                  <a:pt x="0" y="234894"/>
                </a:moveTo>
                <a:lnTo>
                  <a:pt x="0" y="0"/>
                </a:lnTo>
              </a:path>
            </a:pathLst>
          </a:custGeom>
          <a:noFill/>
          <a:ln w="8255">
            <a:solidFill>
              <a:srgbClr val="44505A"/>
            </a:solidFill>
            <a:prstDash val="solid"/>
          </a:ln>
        </p:spPr>
      </p:sp>
      <p:sp>
        <p:nvSpPr>
          <p:cNvPr id="183" name="direct_182">
            <a:extLst>
              <a:ext uri="{FF2B5EF4-FFF2-40B4-BE49-F238E27FC236}">
                <a16:creationId xmlns:a16="http://schemas.microsoft.com/office/drawing/2014/main" id="{4EC08B11-526B-492F-8D33-127C5550010E}"/>
              </a:ext>
            </a:extLst>
          </p:cNvPr>
          <p:cNvSpPr>
            <a:spLocks noGrp="1"/>
          </p:cNvSpPr>
          <p:nvPr/>
        </p:nvSpPr>
        <p:spPr>
          <a:xfrm>
            <a:off x="5761708" y="4912657"/>
            <a:ext cx="194" cy="240558"/>
          </a:xfrm>
          <a:custGeom>
            <a:avLst/>
            <a:gdLst/>
            <a:ahLst/>
            <a:cxnLst/>
            <a:rect l="0" t="0" r="0" b="0"/>
            <a:pathLst>
              <a:path w="191" h="236502">
                <a:moveTo>
                  <a:pt x="0" y="236502"/>
                </a:moveTo>
                <a:lnTo>
                  <a:pt x="0" y="0"/>
                </a:lnTo>
              </a:path>
            </a:pathLst>
          </a:custGeom>
          <a:noFill/>
          <a:ln w="8255">
            <a:solidFill>
              <a:srgbClr val="44505A"/>
            </a:solidFill>
            <a:prstDash val="solid"/>
          </a:ln>
        </p:spPr>
      </p:sp>
      <p:sp>
        <p:nvSpPr>
          <p:cNvPr id="184" name="direct_183">
            <a:extLst>
              <a:ext uri="{FF2B5EF4-FFF2-40B4-BE49-F238E27FC236}">
                <a16:creationId xmlns:a16="http://schemas.microsoft.com/office/drawing/2014/main" id="{EB8C04E9-AE89-4363-BCBB-397323D153A3}"/>
              </a:ext>
            </a:extLst>
          </p:cNvPr>
          <p:cNvSpPr>
            <a:spLocks noGrp="1"/>
          </p:cNvSpPr>
          <p:nvPr/>
        </p:nvSpPr>
        <p:spPr>
          <a:xfrm>
            <a:off x="4466230" y="5256832"/>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5" name="direct_184">
            <a:extLst>
              <a:ext uri="{FF2B5EF4-FFF2-40B4-BE49-F238E27FC236}">
                <a16:creationId xmlns:a16="http://schemas.microsoft.com/office/drawing/2014/main" id="{C137E134-6B6A-4DB4-B507-F72E08AA29C6}"/>
              </a:ext>
            </a:extLst>
          </p:cNvPr>
          <p:cNvSpPr>
            <a:spLocks noGrp="1"/>
          </p:cNvSpPr>
          <p:nvPr/>
        </p:nvSpPr>
        <p:spPr>
          <a:xfrm>
            <a:off x="5734580" y="5153216"/>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6" name="direct_185">
            <a:extLst>
              <a:ext uri="{FF2B5EF4-FFF2-40B4-BE49-F238E27FC236}">
                <a16:creationId xmlns:a16="http://schemas.microsoft.com/office/drawing/2014/main" id="{C9A8BFD3-756D-45BC-86AF-E4488F40B51B}"/>
              </a:ext>
            </a:extLst>
          </p:cNvPr>
          <p:cNvSpPr>
            <a:spLocks noGrp="1"/>
          </p:cNvSpPr>
          <p:nvPr/>
        </p:nvSpPr>
        <p:spPr>
          <a:xfrm>
            <a:off x="4466230" y="5017910"/>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7" name="direct_186">
            <a:extLst>
              <a:ext uri="{FF2B5EF4-FFF2-40B4-BE49-F238E27FC236}">
                <a16:creationId xmlns:a16="http://schemas.microsoft.com/office/drawing/2014/main" id="{B1AEBA21-9085-4892-8468-9BEB76428FFA}"/>
              </a:ext>
            </a:extLst>
          </p:cNvPr>
          <p:cNvSpPr>
            <a:spLocks noGrp="1"/>
          </p:cNvSpPr>
          <p:nvPr/>
        </p:nvSpPr>
        <p:spPr>
          <a:xfrm>
            <a:off x="5734580" y="4912658"/>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8" name="text_187">
            <a:extLst>
              <a:ext uri="{FF2B5EF4-FFF2-40B4-BE49-F238E27FC236}">
                <a16:creationId xmlns:a16="http://schemas.microsoft.com/office/drawing/2014/main" id="{CB2A6E9F-528E-4888-93D1-6E1957601A9B}"/>
              </a:ext>
            </a:extLst>
          </p:cNvPr>
          <p:cNvSpPr>
            <a:spLocks noGrp="1"/>
          </p:cNvSpPr>
          <p:nvPr/>
        </p:nvSpPr>
        <p:spPr>
          <a:xfrm>
            <a:off x="4402860" y="4897898"/>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58.0</a:t>
            </a:r>
          </a:p>
        </p:txBody>
      </p:sp>
      <p:sp>
        <p:nvSpPr>
          <p:cNvPr id="189" name="text_188">
            <a:extLst>
              <a:ext uri="{FF2B5EF4-FFF2-40B4-BE49-F238E27FC236}">
                <a16:creationId xmlns:a16="http://schemas.microsoft.com/office/drawing/2014/main" id="{B638146B-8B57-4A8D-8358-1D6E4607D06C}"/>
              </a:ext>
            </a:extLst>
          </p:cNvPr>
          <p:cNvSpPr>
            <a:spLocks noGrp="1"/>
          </p:cNvSpPr>
          <p:nvPr/>
        </p:nvSpPr>
        <p:spPr>
          <a:xfrm>
            <a:off x="5671211" y="4792645"/>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66.3</a:t>
            </a:r>
          </a:p>
        </p:txBody>
      </p:sp>
      <p:sp>
        <p:nvSpPr>
          <p:cNvPr id="190" name="direct_189">
            <a:extLst>
              <a:ext uri="{FF2B5EF4-FFF2-40B4-BE49-F238E27FC236}">
                <a16:creationId xmlns:a16="http://schemas.microsoft.com/office/drawing/2014/main" id="{845DE575-E6EC-4B00-98AA-1F65E78BF143}"/>
              </a:ext>
            </a:extLst>
          </p:cNvPr>
          <p:cNvSpPr>
            <a:spLocks noGrp="1"/>
          </p:cNvSpPr>
          <p:nvPr/>
        </p:nvSpPr>
        <p:spPr>
          <a:xfrm>
            <a:off x="4791420" y="4862522"/>
            <a:ext cx="194" cy="239178"/>
          </a:xfrm>
          <a:custGeom>
            <a:avLst/>
            <a:gdLst/>
            <a:ahLst/>
            <a:cxnLst/>
            <a:rect l="0" t="0" r="0" b="0"/>
            <a:pathLst>
              <a:path w="191" h="235146">
                <a:moveTo>
                  <a:pt x="0" y="235146"/>
                </a:moveTo>
                <a:lnTo>
                  <a:pt x="0" y="0"/>
                </a:lnTo>
              </a:path>
            </a:pathLst>
          </a:custGeom>
          <a:noFill/>
          <a:ln w="8255">
            <a:solidFill>
              <a:srgbClr val="44505A"/>
            </a:solidFill>
            <a:prstDash val="solid"/>
          </a:ln>
        </p:spPr>
      </p:sp>
      <p:sp>
        <p:nvSpPr>
          <p:cNvPr id="191" name="direct_190">
            <a:extLst>
              <a:ext uri="{FF2B5EF4-FFF2-40B4-BE49-F238E27FC236}">
                <a16:creationId xmlns:a16="http://schemas.microsoft.com/office/drawing/2014/main" id="{F67D945F-58A9-4FAF-8E46-32A88B526D02}"/>
              </a:ext>
            </a:extLst>
          </p:cNvPr>
          <p:cNvSpPr>
            <a:spLocks noGrp="1"/>
          </p:cNvSpPr>
          <p:nvPr/>
        </p:nvSpPr>
        <p:spPr>
          <a:xfrm>
            <a:off x="6059770" y="4850563"/>
            <a:ext cx="194" cy="239638"/>
          </a:xfrm>
          <a:custGeom>
            <a:avLst/>
            <a:gdLst/>
            <a:ahLst/>
            <a:cxnLst/>
            <a:rect l="0" t="0" r="0" b="0"/>
            <a:pathLst>
              <a:path w="191" h="235598">
                <a:moveTo>
                  <a:pt x="0" y="235598"/>
                </a:moveTo>
                <a:lnTo>
                  <a:pt x="0" y="0"/>
                </a:lnTo>
              </a:path>
            </a:pathLst>
          </a:custGeom>
          <a:noFill/>
          <a:ln w="8255">
            <a:solidFill>
              <a:srgbClr val="44505A"/>
            </a:solidFill>
            <a:prstDash val="solid"/>
          </a:ln>
        </p:spPr>
      </p:sp>
      <p:sp>
        <p:nvSpPr>
          <p:cNvPr id="192" name="direct_191">
            <a:extLst>
              <a:ext uri="{FF2B5EF4-FFF2-40B4-BE49-F238E27FC236}">
                <a16:creationId xmlns:a16="http://schemas.microsoft.com/office/drawing/2014/main" id="{8140C814-8FE7-4422-81EE-7984DFABB51A}"/>
              </a:ext>
            </a:extLst>
          </p:cNvPr>
          <p:cNvSpPr>
            <a:spLocks noGrp="1"/>
          </p:cNvSpPr>
          <p:nvPr/>
        </p:nvSpPr>
        <p:spPr>
          <a:xfrm>
            <a:off x="4764292" y="5101700"/>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93" name="direct_192">
            <a:extLst>
              <a:ext uri="{FF2B5EF4-FFF2-40B4-BE49-F238E27FC236}">
                <a16:creationId xmlns:a16="http://schemas.microsoft.com/office/drawing/2014/main" id="{8194D0F2-D43A-49F6-9222-4AFD811AB676}"/>
              </a:ext>
            </a:extLst>
          </p:cNvPr>
          <p:cNvSpPr>
            <a:spLocks noGrp="1"/>
          </p:cNvSpPr>
          <p:nvPr/>
        </p:nvSpPr>
        <p:spPr>
          <a:xfrm>
            <a:off x="6032642" y="5090201"/>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94" name="direct_193">
            <a:extLst>
              <a:ext uri="{FF2B5EF4-FFF2-40B4-BE49-F238E27FC236}">
                <a16:creationId xmlns:a16="http://schemas.microsoft.com/office/drawing/2014/main" id="{B78FF648-3749-4D29-871F-3D56CF027B9E}"/>
              </a:ext>
            </a:extLst>
          </p:cNvPr>
          <p:cNvSpPr>
            <a:spLocks noGrp="1"/>
          </p:cNvSpPr>
          <p:nvPr/>
        </p:nvSpPr>
        <p:spPr>
          <a:xfrm>
            <a:off x="4764292" y="4862523"/>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95" name="direct_194">
            <a:extLst>
              <a:ext uri="{FF2B5EF4-FFF2-40B4-BE49-F238E27FC236}">
                <a16:creationId xmlns:a16="http://schemas.microsoft.com/office/drawing/2014/main" id="{4E6544BA-C1E2-481C-82C1-887209582AF0}"/>
              </a:ext>
            </a:extLst>
          </p:cNvPr>
          <p:cNvSpPr>
            <a:spLocks noGrp="1"/>
          </p:cNvSpPr>
          <p:nvPr/>
        </p:nvSpPr>
        <p:spPr>
          <a:xfrm>
            <a:off x="6032642" y="4850563"/>
            <a:ext cx="54255" cy="194"/>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96" name="text_195">
            <a:extLst>
              <a:ext uri="{FF2B5EF4-FFF2-40B4-BE49-F238E27FC236}">
                <a16:creationId xmlns:a16="http://schemas.microsoft.com/office/drawing/2014/main" id="{95B16364-6BA6-456E-A92D-99DA7C9C75D2}"/>
              </a:ext>
            </a:extLst>
          </p:cNvPr>
          <p:cNvSpPr>
            <a:spLocks noGrp="1"/>
          </p:cNvSpPr>
          <p:nvPr/>
        </p:nvSpPr>
        <p:spPr>
          <a:xfrm>
            <a:off x="4700923" y="4742510"/>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70.5</a:t>
            </a:r>
          </a:p>
        </p:txBody>
      </p:sp>
      <p:sp>
        <p:nvSpPr>
          <p:cNvPr id="197" name="text_196">
            <a:extLst>
              <a:ext uri="{FF2B5EF4-FFF2-40B4-BE49-F238E27FC236}">
                <a16:creationId xmlns:a16="http://schemas.microsoft.com/office/drawing/2014/main" id="{C6873DE9-22F6-49DB-A494-6FC4EC6344C7}"/>
              </a:ext>
            </a:extLst>
          </p:cNvPr>
          <p:cNvSpPr>
            <a:spLocks noGrp="1"/>
          </p:cNvSpPr>
          <p:nvPr/>
        </p:nvSpPr>
        <p:spPr>
          <a:xfrm>
            <a:off x="5969273" y="4730551"/>
            <a:ext cx="193911" cy="11626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rPr sz="732"/>
              <a:t>71.5</a:t>
            </a:r>
          </a:p>
        </p:txBody>
      </p:sp>
      <p:sp>
        <p:nvSpPr>
          <p:cNvPr id="198" name="text_197">
            <a:extLst>
              <a:ext uri="{FF2B5EF4-FFF2-40B4-BE49-F238E27FC236}">
                <a16:creationId xmlns:a16="http://schemas.microsoft.com/office/drawing/2014/main" id="{AD566749-68BF-4757-B96A-EA7962A059FB}"/>
              </a:ext>
            </a:extLst>
          </p:cNvPr>
          <p:cNvSpPr>
            <a:spLocks noGrp="1"/>
          </p:cNvSpPr>
          <p:nvPr/>
        </p:nvSpPr>
        <p:spPr>
          <a:xfrm>
            <a:off x="3576163" y="4382495"/>
            <a:ext cx="91845" cy="161472"/>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rPr sz="1017"/>
              <a:t>d</a:t>
            </a:r>
          </a:p>
        </p:txBody>
      </p:sp>
      <p:sp>
        <p:nvSpPr>
          <p:cNvPr id="199" name="text_198">
            <a:extLst>
              <a:ext uri="{FF2B5EF4-FFF2-40B4-BE49-F238E27FC236}">
                <a16:creationId xmlns:a16="http://schemas.microsoft.com/office/drawing/2014/main" id="{E6381AAE-1735-41EE-BE75-155F49E3ABB5}"/>
              </a:ext>
            </a:extLst>
          </p:cNvPr>
          <p:cNvSpPr>
            <a:spLocks noGrp="1"/>
          </p:cNvSpPr>
          <p:nvPr/>
        </p:nvSpPr>
        <p:spPr>
          <a:xfrm>
            <a:off x="3795765" y="4396783"/>
            <a:ext cx="1176728" cy="138866"/>
          </a:xfrm>
          <a:prstGeom prst="rect">
            <a:avLst/>
          </a:prstGeom>
          <a:noFill/>
          <a:ln w="0">
            <a:noFill/>
          </a:ln>
        </p:spPr>
        <p:txBody>
          <a:bodyPr wrap="none" lIns="0" tIns="0" rIns="0" bIns="0" anchor="ctr">
            <a:noAutofit/>
          </a:bodyPr>
          <a:lstStyle>
            <a:defPPr algn="l">
              <a:defRPr sz="860" b="0">
                <a:solidFill>
                  <a:srgbClr val="273744"/>
                </a:solidFill>
                <a:latin typeface="Arial"/>
                <a:ea typeface="Arial"/>
                <a:cs typeface="Arial"/>
              </a:defRPr>
            </a:defPPr>
            <a:lvl1pPr algn="l">
              <a:defRPr sz="860" b="0">
                <a:solidFill>
                  <a:srgbClr val="273744"/>
                </a:solidFill>
                <a:latin typeface="Arial"/>
                <a:ea typeface="Arial"/>
                <a:cs typeface="Arial"/>
              </a:defRPr>
            </a:lvl1pPr>
            <a:lvl2pPr algn="l">
              <a:defRPr sz="860" b="0">
                <a:solidFill>
                  <a:srgbClr val="273744"/>
                </a:solidFill>
                <a:latin typeface="Arial"/>
                <a:ea typeface="Arial"/>
                <a:cs typeface="Arial"/>
              </a:defRPr>
            </a:lvl2pPr>
            <a:lvl3pPr algn="l">
              <a:defRPr sz="860" b="0">
                <a:solidFill>
                  <a:srgbClr val="273744"/>
                </a:solidFill>
                <a:latin typeface="Arial"/>
                <a:ea typeface="Arial"/>
                <a:cs typeface="Arial"/>
              </a:defRPr>
            </a:lvl3pPr>
            <a:lvl4pPr algn="l">
              <a:defRPr sz="860" b="0">
                <a:solidFill>
                  <a:srgbClr val="273744"/>
                </a:solidFill>
                <a:latin typeface="Arial"/>
                <a:ea typeface="Arial"/>
                <a:cs typeface="Arial"/>
              </a:defRPr>
            </a:lvl4pPr>
            <a:lvl5pPr algn="l">
              <a:defRPr sz="860" b="0">
                <a:solidFill>
                  <a:srgbClr val="273744"/>
                </a:solidFill>
                <a:latin typeface="Arial"/>
                <a:ea typeface="Arial"/>
                <a:cs typeface="Arial"/>
              </a:defRPr>
            </a:lvl5pPr>
            <a:lvl6pPr algn="l">
              <a:defRPr sz="860" b="0">
                <a:solidFill>
                  <a:srgbClr val="273744"/>
                </a:solidFill>
                <a:latin typeface="Arial"/>
                <a:ea typeface="Arial"/>
                <a:cs typeface="Arial"/>
              </a:defRPr>
            </a:lvl6pPr>
            <a:lvl7pPr algn="l">
              <a:defRPr sz="860" b="0">
                <a:solidFill>
                  <a:srgbClr val="273744"/>
                </a:solidFill>
                <a:latin typeface="Arial"/>
                <a:ea typeface="Arial"/>
                <a:cs typeface="Arial"/>
              </a:defRPr>
            </a:lvl7pPr>
            <a:lvl8pPr algn="l">
              <a:defRPr sz="860" b="0">
                <a:solidFill>
                  <a:srgbClr val="273744"/>
                </a:solidFill>
                <a:latin typeface="Arial"/>
                <a:ea typeface="Arial"/>
                <a:cs typeface="Arial"/>
              </a:defRPr>
            </a:lvl8pPr>
            <a:lvl9pPr algn="l">
              <a:defRPr sz="860" b="0">
                <a:solidFill>
                  <a:srgbClr val="273744"/>
                </a:solidFill>
                <a:latin typeface="Arial"/>
                <a:ea typeface="Arial"/>
                <a:cs typeface="Arial"/>
              </a:defRPr>
            </a:lvl9pPr>
          </a:lstStyle>
          <a:p>
            <a:pPr algn="l">
              <a:defRPr sz="860" b="0">
                <a:solidFill>
                  <a:srgbClr val="273744"/>
                </a:solidFill>
                <a:latin typeface="Arial"/>
                <a:ea typeface="Arial"/>
                <a:cs typeface="Arial"/>
              </a:defRPr>
            </a:pPr>
            <a:r>
              <a:rPr sz="875"/>
              <a:t>Best-of-50, RMSD &lt;3 Å</a:t>
            </a:r>
          </a:p>
        </p:txBody>
      </p:sp>
      <p:sp>
        <p:nvSpPr>
          <p:cNvPr id="200" name="text_199">
            <a:extLst>
              <a:ext uri="{FF2B5EF4-FFF2-40B4-BE49-F238E27FC236}">
                <a16:creationId xmlns:a16="http://schemas.microsoft.com/office/drawing/2014/main" id="{A60E994B-E128-48B9-B372-1F82C4A5BC4A}"/>
              </a:ext>
            </a:extLst>
          </p:cNvPr>
          <p:cNvSpPr>
            <a:spLocks noGrp="1"/>
          </p:cNvSpPr>
          <p:nvPr/>
        </p:nvSpPr>
        <p:spPr>
          <a:xfrm>
            <a:off x="2615124" y="6219645"/>
            <a:ext cx="1373793" cy="137252"/>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rPr sz="865"/>
              <a:t>Relative attempt budget (%)</a:t>
            </a:r>
          </a:p>
        </p:txBody>
      </p:sp>
      <p:sp>
        <p:nvSpPr>
          <p:cNvPr id="201" name="direct_200">
            <a:extLst>
              <a:ext uri="{FF2B5EF4-FFF2-40B4-BE49-F238E27FC236}">
                <a16:creationId xmlns:a16="http://schemas.microsoft.com/office/drawing/2014/main" id="{3BCC9B50-C8BD-4E2F-B8C5-9C43184CEB30}"/>
              </a:ext>
            </a:extLst>
          </p:cNvPr>
          <p:cNvSpPr>
            <a:spLocks noGrp="1"/>
          </p:cNvSpPr>
          <p:nvPr/>
        </p:nvSpPr>
        <p:spPr>
          <a:xfrm>
            <a:off x="646663" y="2274494"/>
            <a:ext cx="113677" cy="79057"/>
          </a:xfrm>
          <a:custGeom>
            <a:avLst/>
            <a:gdLst/>
            <a:ahLst/>
            <a:cxnLst/>
            <a:rect l="0" t="0" r="0" b="0"/>
            <a:pathLst>
              <a:path w="111760" h="77724">
                <a:moveTo>
                  <a:pt x="0" y="77724"/>
                </a:moveTo>
                <a:lnTo>
                  <a:pt x="111760" y="77724"/>
                </a:lnTo>
                <a:lnTo>
                  <a:pt x="111760" y="0"/>
                </a:lnTo>
                <a:lnTo>
                  <a:pt x="0" y="0"/>
                </a:lnTo>
                <a:lnTo>
                  <a:pt x="0" y="77724"/>
                </a:lnTo>
                <a:close/>
              </a:path>
            </a:pathLst>
          </a:custGeom>
          <a:solidFill>
            <a:srgbClr val="A5ADB4"/>
          </a:solidFill>
          <a:ln w="0">
            <a:noFill/>
            <a:prstDash val="solid"/>
          </a:ln>
        </p:spPr>
      </p:sp>
      <p:sp>
        <p:nvSpPr>
          <p:cNvPr id="202" name="text_201">
            <a:extLst>
              <a:ext uri="{FF2B5EF4-FFF2-40B4-BE49-F238E27FC236}">
                <a16:creationId xmlns:a16="http://schemas.microsoft.com/office/drawing/2014/main" id="{266F6188-3112-4D85-A6AF-F295AB515CE6}"/>
              </a:ext>
            </a:extLst>
          </p:cNvPr>
          <p:cNvSpPr>
            <a:spLocks noGrp="1"/>
          </p:cNvSpPr>
          <p:nvPr/>
        </p:nvSpPr>
        <p:spPr>
          <a:xfrm>
            <a:off x="822345" y="2268293"/>
            <a:ext cx="443649" cy="129178"/>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rPr sz="814"/>
              <a:t>Emap2lig</a:t>
            </a:r>
          </a:p>
        </p:txBody>
      </p:sp>
      <p:sp>
        <p:nvSpPr>
          <p:cNvPr id="203" name="direct_202">
            <a:extLst>
              <a:ext uri="{FF2B5EF4-FFF2-40B4-BE49-F238E27FC236}">
                <a16:creationId xmlns:a16="http://schemas.microsoft.com/office/drawing/2014/main" id="{875E586C-0519-4D37-B83D-4E44791B46CF}"/>
              </a:ext>
            </a:extLst>
          </p:cNvPr>
          <p:cNvSpPr>
            <a:spLocks noGrp="1"/>
          </p:cNvSpPr>
          <p:nvPr/>
        </p:nvSpPr>
        <p:spPr>
          <a:xfrm>
            <a:off x="1501174" y="2274494"/>
            <a:ext cx="113677" cy="79057"/>
          </a:xfrm>
          <a:custGeom>
            <a:avLst/>
            <a:gdLst/>
            <a:ahLst/>
            <a:cxnLst/>
            <a:rect l="0" t="0" r="0" b="0"/>
            <a:pathLst>
              <a:path w="111760" h="77724">
                <a:moveTo>
                  <a:pt x="0" y="77724"/>
                </a:moveTo>
                <a:lnTo>
                  <a:pt x="111760" y="77724"/>
                </a:lnTo>
                <a:lnTo>
                  <a:pt x="111760" y="0"/>
                </a:lnTo>
                <a:lnTo>
                  <a:pt x="0" y="0"/>
                </a:lnTo>
                <a:lnTo>
                  <a:pt x="0" y="77724"/>
                </a:lnTo>
                <a:close/>
              </a:path>
            </a:pathLst>
          </a:custGeom>
          <a:solidFill>
            <a:srgbClr val="5B74BC"/>
          </a:solidFill>
          <a:ln w="0">
            <a:noFill/>
            <a:prstDash val="solid"/>
          </a:ln>
        </p:spPr>
      </p:sp>
      <p:sp>
        <p:nvSpPr>
          <p:cNvPr id="204" name="text_203">
            <a:extLst>
              <a:ext uri="{FF2B5EF4-FFF2-40B4-BE49-F238E27FC236}">
                <a16:creationId xmlns:a16="http://schemas.microsoft.com/office/drawing/2014/main" id="{6547CDC4-5F0F-4C9C-BB18-C79A30413778}"/>
              </a:ext>
            </a:extLst>
          </p:cNvPr>
          <p:cNvSpPr>
            <a:spLocks noGrp="1"/>
          </p:cNvSpPr>
          <p:nvPr/>
        </p:nvSpPr>
        <p:spPr>
          <a:xfrm>
            <a:off x="1676856" y="2268293"/>
            <a:ext cx="857224" cy="129178"/>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rPr sz="814"/>
              <a:t>LigandSeek (CA2)</a:t>
            </a:r>
          </a:p>
        </p:txBody>
      </p:sp>
      <p:sp>
        <p:nvSpPr>
          <p:cNvPr id="205" name="direct_204">
            <a:extLst>
              <a:ext uri="{FF2B5EF4-FFF2-40B4-BE49-F238E27FC236}">
                <a16:creationId xmlns:a16="http://schemas.microsoft.com/office/drawing/2014/main" id="{6A1FF413-F5C8-415D-8038-C776E3B15BE3}"/>
              </a:ext>
            </a:extLst>
          </p:cNvPr>
          <p:cNvSpPr>
            <a:spLocks noGrp="1"/>
          </p:cNvSpPr>
          <p:nvPr/>
        </p:nvSpPr>
        <p:spPr>
          <a:xfrm>
            <a:off x="2769281" y="2274494"/>
            <a:ext cx="113677" cy="79057"/>
          </a:xfrm>
          <a:custGeom>
            <a:avLst/>
            <a:gdLst/>
            <a:ahLst/>
            <a:cxnLst/>
            <a:rect l="0" t="0" r="0" b="0"/>
            <a:pathLst>
              <a:path w="111760" h="77724">
                <a:moveTo>
                  <a:pt x="0" y="77724"/>
                </a:moveTo>
                <a:lnTo>
                  <a:pt x="111760" y="77724"/>
                </a:lnTo>
                <a:lnTo>
                  <a:pt x="111760" y="0"/>
                </a:lnTo>
                <a:lnTo>
                  <a:pt x="0" y="0"/>
                </a:lnTo>
                <a:lnTo>
                  <a:pt x="0" y="77724"/>
                </a:lnTo>
                <a:close/>
              </a:path>
            </a:pathLst>
          </a:custGeom>
          <a:solidFill>
            <a:srgbClr val="168D8D"/>
          </a:solidFill>
          <a:ln w="0">
            <a:noFill/>
            <a:prstDash val="solid"/>
          </a:ln>
        </p:spPr>
      </p:sp>
      <p:sp>
        <p:nvSpPr>
          <p:cNvPr id="206" name="text_205">
            <a:extLst>
              <a:ext uri="{FF2B5EF4-FFF2-40B4-BE49-F238E27FC236}">
                <a16:creationId xmlns:a16="http://schemas.microsoft.com/office/drawing/2014/main" id="{0789B530-3328-40A2-AEFB-3D96344F8ADE}"/>
              </a:ext>
            </a:extLst>
          </p:cNvPr>
          <p:cNvSpPr>
            <a:spLocks noGrp="1"/>
          </p:cNvSpPr>
          <p:nvPr/>
        </p:nvSpPr>
        <p:spPr>
          <a:xfrm>
            <a:off x="2944962" y="2268293"/>
            <a:ext cx="799766" cy="129178"/>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rPr sz="814"/>
              <a:t>LigandSeek (GT)</a:t>
            </a:r>
          </a:p>
        </p:txBody>
      </p:sp>
    </p:spTree>
    <p:extLst>
      <p:ext uri="{BB962C8B-B14F-4D97-AF65-F5344CB8AC3E}">
        <p14:creationId xmlns:p14="http://schemas.microsoft.com/office/powerpoint/2010/main" val="400529911"/>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8" name="组合 207">
            <a:extLst>
              <a:ext uri="{FF2B5EF4-FFF2-40B4-BE49-F238E27FC236}">
                <a16:creationId xmlns:a16="http://schemas.microsoft.com/office/drawing/2014/main" id="{4E90F1AD-DF07-F933-DB47-DD7DC55FD37D}"/>
              </a:ext>
            </a:extLst>
          </p:cNvPr>
          <p:cNvGrpSpPr>
            <a:grpSpLocks/>
          </p:cNvGrpSpPr>
          <p:nvPr/>
        </p:nvGrpSpPr>
        <p:grpSpPr>
          <a:xfrm>
            <a:off x="0" y="2159882"/>
            <a:ext cx="6591122" cy="4320847"/>
            <a:chOff x="0" y="0"/>
            <a:chExt cx="6480000" cy="4248000"/>
          </a:xfrm>
        </p:grpSpPr>
        <p:sp>
          <p:nvSpPr>
            <p:cNvPr id="207" name="direct_0">
              <a:extLst>
                <a:ext uri="{FF2B5EF4-FFF2-40B4-BE49-F238E27FC236}">
                  <a16:creationId xmlns:a16="http://schemas.microsoft.com/office/drawing/2014/main" id="{63021078-87F9-4FC2-8680-DC85708CE33B}"/>
                </a:ext>
              </a:extLst>
            </p:cNvPr>
            <p:cNvSpPr>
              <a:spLocks/>
            </p:cNvSpPr>
            <p:nvPr/>
          </p:nvSpPr>
          <p:spPr>
            <a:xfrm>
              <a:off x="0" y="0"/>
              <a:ext cx="6480000" cy="4248000"/>
            </a:xfrm>
            <a:custGeom>
              <a:avLst/>
              <a:gdLst/>
              <a:ahLst/>
              <a:cxnLst/>
              <a:rect l="0" t="0" r="0" b="0"/>
              <a:pathLst>
                <a:path w="6480000" h="4248000">
                  <a:moveTo>
                    <a:pt x="0" y="4248000"/>
                  </a:moveTo>
                  <a:lnTo>
                    <a:pt x="6480000" y="4248000"/>
                  </a:lnTo>
                  <a:lnTo>
                    <a:pt x="6480000" y="0"/>
                  </a:lnTo>
                  <a:lnTo>
                    <a:pt x="0" y="0"/>
                  </a:lnTo>
                  <a:lnTo>
                    <a:pt x="0" y="4248000"/>
                  </a:lnTo>
                  <a:close/>
                </a:path>
              </a:pathLst>
            </a:custGeom>
            <a:solidFill>
              <a:srgbClr val="FFFFFF"/>
            </a:solidFill>
            <a:ln w="0">
              <a:noFill/>
              <a:prstDash val="solid"/>
            </a:ln>
          </p:spPr>
        </p:sp>
        <p:sp>
          <p:nvSpPr>
            <p:cNvPr id="2" name="direct_1">
              <a:extLst>
                <a:ext uri="{FF2B5EF4-FFF2-40B4-BE49-F238E27FC236}">
                  <a16:creationId xmlns:a16="http://schemas.microsoft.com/office/drawing/2014/main" id="{DA9AFAC9-A9BF-4D8F-B9FF-28E68FC8460F}"/>
                </a:ext>
              </a:extLst>
            </p:cNvPr>
            <p:cNvSpPr>
              <a:spLocks/>
            </p:cNvSpPr>
            <p:nvPr/>
          </p:nvSpPr>
          <p:spPr>
            <a:xfrm>
              <a:off x="615600" y="594720"/>
              <a:ext cx="2618630" cy="1253508"/>
            </a:xfrm>
            <a:custGeom>
              <a:avLst/>
              <a:gdLst/>
              <a:ahLst/>
              <a:cxnLst/>
              <a:rect l="0" t="0" r="0" b="0"/>
              <a:pathLst>
                <a:path w="2618630" h="1253508">
                  <a:moveTo>
                    <a:pt x="0" y="1253508"/>
                  </a:moveTo>
                  <a:lnTo>
                    <a:pt x="2618630" y="1253508"/>
                  </a:lnTo>
                  <a:lnTo>
                    <a:pt x="2618630" y="0"/>
                  </a:lnTo>
                  <a:lnTo>
                    <a:pt x="0" y="0"/>
                  </a:lnTo>
                  <a:lnTo>
                    <a:pt x="0" y="1253508"/>
                  </a:lnTo>
                  <a:close/>
                </a:path>
              </a:pathLst>
            </a:custGeom>
            <a:solidFill>
              <a:srgbClr val="FFFFFF"/>
            </a:solidFill>
            <a:ln w="0">
              <a:noFill/>
              <a:prstDash val="solid"/>
            </a:ln>
          </p:spPr>
        </p:sp>
        <p:sp>
          <p:nvSpPr>
            <p:cNvPr id="3" name="direct_2">
              <a:extLst>
                <a:ext uri="{FF2B5EF4-FFF2-40B4-BE49-F238E27FC236}">
                  <a16:creationId xmlns:a16="http://schemas.microsoft.com/office/drawing/2014/main" id="{264AE308-CAD1-4953-B2BD-2339C317F34B}"/>
                </a:ext>
              </a:extLst>
            </p:cNvPr>
            <p:cNvSpPr>
              <a:spLocks/>
            </p:cNvSpPr>
            <p:nvPr/>
          </p:nvSpPr>
          <p:spPr>
            <a:xfrm>
              <a:off x="1301432" y="1848228"/>
              <a:ext cx="191" cy="31750"/>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4" name="text_3">
              <a:extLst>
                <a:ext uri="{FF2B5EF4-FFF2-40B4-BE49-F238E27FC236}">
                  <a16:creationId xmlns:a16="http://schemas.microsoft.com/office/drawing/2014/main" id="{1635C3ED-EFB4-4856-9F66-318C985AF285}"/>
                </a:ext>
              </a:extLst>
            </p:cNvPr>
            <p:cNvSpPr>
              <a:spLocks/>
            </p:cNvSpPr>
            <p:nvPr/>
          </p:nvSpPr>
          <p:spPr>
            <a:xfrm>
              <a:off x="1224112" y="191119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5" name="direct_4">
              <a:extLst>
                <a:ext uri="{FF2B5EF4-FFF2-40B4-BE49-F238E27FC236}">
                  <a16:creationId xmlns:a16="http://schemas.microsoft.com/office/drawing/2014/main" id="{274DF629-80AD-44B7-AEC7-2C575754BF83}"/>
                </a:ext>
              </a:extLst>
            </p:cNvPr>
            <p:cNvSpPr>
              <a:spLocks/>
            </p:cNvSpPr>
            <p:nvPr/>
          </p:nvSpPr>
          <p:spPr>
            <a:xfrm>
              <a:off x="2548398" y="1848228"/>
              <a:ext cx="191" cy="31750"/>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6" name="text_5">
              <a:extLst>
                <a:ext uri="{FF2B5EF4-FFF2-40B4-BE49-F238E27FC236}">
                  <a16:creationId xmlns:a16="http://schemas.microsoft.com/office/drawing/2014/main" id="{0B0FDCEB-29B6-4E9F-B2AC-681CD2B9DA01}"/>
                </a:ext>
              </a:extLst>
            </p:cNvPr>
            <p:cNvSpPr>
              <a:spLocks/>
            </p:cNvSpPr>
            <p:nvPr/>
          </p:nvSpPr>
          <p:spPr>
            <a:xfrm>
              <a:off x="2471078" y="191119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300</a:t>
              </a:r>
            </a:p>
          </p:txBody>
        </p:sp>
        <p:sp>
          <p:nvSpPr>
            <p:cNvPr id="7" name="direct_6">
              <a:extLst>
                <a:ext uri="{FF2B5EF4-FFF2-40B4-BE49-F238E27FC236}">
                  <a16:creationId xmlns:a16="http://schemas.microsoft.com/office/drawing/2014/main" id="{49AAB8F7-2DC5-4D67-A383-F34AFCE42CDC}"/>
                </a:ext>
              </a:extLst>
            </p:cNvPr>
            <p:cNvSpPr>
              <a:spLocks/>
            </p:cNvSpPr>
            <p:nvPr/>
          </p:nvSpPr>
          <p:spPr>
            <a:xfrm>
              <a:off x="583850" y="1848228"/>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8" name="text_7">
              <a:extLst>
                <a:ext uri="{FF2B5EF4-FFF2-40B4-BE49-F238E27FC236}">
                  <a16:creationId xmlns:a16="http://schemas.microsoft.com/office/drawing/2014/main" id="{75FE4D5C-332F-4CD1-83DB-6FD6F8502044}"/>
                </a:ext>
              </a:extLst>
            </p:cNvPr>
            <p:cNvSpPr>
              <a:spLocks/>
            </p:cNvSpPr>
            <p:nvPr/>
          </p:nvSpPr>
          <p:spPr>
            <a:xfrm>
              <a:off x="494203" y="1808167"/>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9" name="direct_8">
              <a:extLst>
                <a:ext uri="{FF2B5EF4-FFF2-40B4-BE49-F238E27FC236}">
                  <a16:creationId xmlns:a16="http://schemas.microsoft.com/office/drawing/2014/main" id="{A0474EFD-27C1-4535-97E2-3E8665375C7B}"/>
                </a:ext>
              </a:extLst>
            </p:cNvPr>
            <p:cNvSpPr>
              <a:spLocks/>
            </p:cNvSpPr>
            <p:nvPr/>
          </p:nvSpPr>
          <p:spPr>
            <a:xfrm>
              <a:off x="583850" y="1534851"/>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0" name="text_9">
              <a:extLst>
                <a:ext uri="{FF2B5EF4-FFF2-40B4-BE49-F238E27FC236}">
                  <a16:creationId xmlns:a16="http://schemas.microsoft.com/office/drawing/2014/main" id="{17BD7FDD-9FEC-43E0-9FE9-44978AB2426B}"/>
                </a:ext>
              </a:extLst>
            </p:cNvPr>
            <p:cNvSpPr>
              <a:spLocks/>
            </p:cNvSpPr>
            <p:nvPr/>
          </p:nvSpPr>
          <p:spPr>
            <a:xfrm>
              <a:off x="442656" y="149479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25</a:t>
              </a:r>
            </a:p>
          </p:txBody>
        </p:sp>
        <p:sp>
          <p:nvSpPr>
            <p:cNvPr id="11" name="direct_10">
              <a:extLst>
                <a:ext uri="{FF2B5EF4-FFF2-40B4-BE49-F238E27FC236}">
                  <a16:creationId xmlns:a16="http://schemas.microsoft.com/office/drawing/2014/main" id="{3AF9828F-9231-411E-AD34-EC1128E1016D}"/>
                </a:ext>
              </a:extLst>
            </p:cNvPr>
            <p:cNvSpPr>
              <a:spLocks/>
            </p:cNvSpPr>
            <p:nvPr/>
          </p:nvSpPr>
          <p:spPr>
            <a:xfrm>
              <a:off x="583850" y="1221474"/>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2" name="text_11">
              <a:extLst>
                <a:ext uri="{FF2B5EF4-FFF2-40B4-BE49-F238E27FC236}">
                  <a16:creationId xmlns:a16="http://schemas.microsoft.com/office/drawing/2014/main" id="{0D547F8D-094C-4605-A9F5-B31F6BC6B0E4}"/>
                </a:ext>
              </a:extLst>
            </p:cNvPr>
            <p:cNvSpPr>
              <a:spLocks/>
            </p:cNvSpPr>
            <p:nvPr/>
          </p:nvSpPr>
          <p:spPr>
            <a:xfrm>
              <a:off x="442656" y="1181413"/>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13" name="direct_12">
              <a:extLst>
                <a:ext uri="{FF2B5EF4-FFF2-40B4-BE49-F238E27FC236}">
                  <a16:creationId xmlns:a16="http://schemas.microsoft.com/office/drawing/2014/main" id="{8F9BECB6-057D-485A-8D2B-B0B0D483B497}"/>
                </a:ext>
              </a:extLst>
            </p:cNvPr>
            <p:cNvSpPr>
              <a:spLocks/>
            </p:cNvSpPr>
            <p:nvPr/>
          </p:nvSpPr>
          <p:spPr>
            <a:xfrm>
              <a:off x="583850" y="908097"/>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4" name="text_13">
              <a:extLst>
                <a:ext uri="{FF2B5EF4-FFF2-40B4-BE49-F238E27FC236}">
                  <a16:creationId xmlns:a16="http://schemas.microsoft.com/office/drawing/2014/main" id="{1E6F218D-43DD-496C-92F3-A40ED5C12466}"/>
                </a:ext>
              </a:extLst>
            </p:cNvPr>
            <p:cNvSpPr>
              <a:spLocks/>
            </p:cNvSpPr>
            <p:nvPr/>
          </p:nvSpPr>
          <p:spPr>
            <a:xfrm>
              <a:off x="442656" y="868036"/>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75</a:t>
              </a:r>
            </a:p>
          </p:txBody>
        </p:sp>
        <p:sp>
          <p:nvSpPr>
            <p:cNvPr id="15" name="direct_14">
              <a:extLst>
                <a:ext uri="{FF2B5EF4-FFF2-40B4-BE49-F238E27FC236}">
                  <a16:creationId xmlns:a16="http://schemas.microsoft.com/office/drawing/2014/main" id="{19C0CA4A-61D2-482D-8FD3-D5DA11D8814F}"/>
                </a:ext>
              </a:extLst>
            </p:cNvPr>
            <p:cNvSpPr>
              <a:spLocks/>
            </p:cNvSpPr>
            <p:nvPr/>
          </p:nvSpPr>
          <p:spPr>
            <a:xfrm>
              <a:off x="583850" y="594720"/>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6" name="text_15">
              <a:extLst>
                <a:ext uri="{FF2B5EF4-FFF2-40B4-BE49-F238E27FC236}">
                  <a16:creationId xmlns:a16="http://schemas.microsoft.com/office/drawing/2014/main" id="{73A3F60C-44AE-4C53-A60B-D168BD328DD1}"/>
                </a:ext>
              </a:extLst>
            </p:cNvPr>
            <p:cNvSpPr>
              <a:spLocks/>
            </p:cNvSpPr>
            <p:nvPr/>
          </p:nvSpPr>
          <p:spPr>
            <a:xfrm>
              <a:off x="391110" y="55465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17" name="text_16">
              <a:extLst>
                <a:ext uri="{FF2B5EF4-FFF2-40B4-BE49-F238E27FC236}">
                  <a16:creationId xmlns:a16="http://schemas.microsoft.com/office/drawing/2014/main" id="{F71A532D-3BD6-435F-8229-40D7A97211ED}"/>
                </a:ext>
              </a:extLst>
            </p:cNvPr>
            <p:cNvSpPr>
              <a:spLocks/>
            </p:cNvSpPr>
            <p:nvPr/>
          </p:nvSpPr>
          <p:spPr>
            <a:xfrm rot="-5400000">
              <a:off x="-177772" y="1157974"/>
              <a:ext cx="972515"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t>Mean completion (%)</a:t>
              </a:r>
            </a:p>
          </p:txBody>
        </p:sp>
        <p:sp>
          <p:nvSpPr>
            <p:cNvPr id="18" name="direct_17">
              <a:extLst>
                <a:ext uri="{FF2B5EF4-FFF2-40B4-BE49-F238E27FC236}">
                  <a16:creationId xmlns:a16="http://schemas.microsoft.com/office/drawing/2014/main" id="{7E724D83-3066-4693-8AF4-413F029C55F6}"/>
                </a:ext>
              </a:extLst>
            </p:cNvPr>
            <p:cNvSpPr>
              <a:spLocks/>
            </p:cNvSpPr>
            <p:nvPr/>
          </p:nvSpPr>
          <p:spPr>
            <a:xfrm>
              <a:off x="880580" y="1486853"/>
              <a:ext cx="255628" cy="361375"/>
            </a:xfrm>
            <a:custGeom>
              <a:avLst/>
              <a:gdLst/>
              <a:ahLst/>
              <a:cxnLst/>
              <a:rect l="0" t="0" r="0" b="0"/>
              <a:pathLst>
                <a:path w="255628" h="361375">
                  <a:moveTo>
                    <a:pt x="0" y="361375"/>
                  </a:moveTo>
                  <a:lnTo>
                    <a:pt x="255628" y="361375"/>
                  </a:lnTo>
                  <a:lnTo>
                    <a:pt x="255628" y="0"/>
                  </a:lnTo>
                  <a:lnTo>
                    <a:pt x="0" y="0"/>
                  </a:lnTo>
                  <a:lnTo>
                    <a:pt x="0" y="361375"/>
                  </a:lnTo>
                  <a:close/>
                </a:path>
              </a:pathLst>
            </a:custGeom>
            <a:solidFill>
              <a:srgbClr val="A5ADB4"/>
            </a:solidFill>
            <a:ln w="0">
              <a:noFill/>
              <a:prstDash val="solid"/>
            </a:ln>
          </p:spPr>
        </p:sp>
        <p:sp>
          <p:nvSpPr>
            <p:cNvPr id="19" name="direct_18">
              <a:extLst>
                <a:ext uri="{FF2B5EF4-FFF2-40B4-BE49-F238E27FC236}">
                  <a16:creationId xmlns:a16="http://schemas.microsoft.com/office/drawing/2014/main" id="{FE9E7E2D-6B84-4A6D-AC6B-F81EB7B3134C}"/>
                </a:ext>
              </a:extLst>
            </p:cNvPr>
            <p:cNvSpPr>
              <a:spLocks/>
            </p:cNvSpPr>
            <p:nvPr/>
          </p:nvSpPr>
          <p:spPr>
            <a:xfrm>
              <a:off x="2127547" y="1473268"/>
              <a:ext cx="255628" cy="374960"/>
            </a:xfrm>
            <a:custGeom>
              <a:avLst/>
              <a:gdLst/>
              <a:ahLst/>
              <a:cxnLst/>
              <a:rect l="0" t="0" r="0" b="0"/>
              <a:pathLst>
                <a:path w="255628" h="374960">
                  <a:moveTo>
                    <a:pt x="0" y="374960"/>
                  </a:moveTo>
                  <a:lnTo>
                    <a:pt x="255628" y="374960"/>
                  </a:lnTo>
                  <a:lnTo>
                    <a:pt x="255628" y="0"/>
                  </a:lnTo>
                  <a:lnTo>
                    <a:pt x="0" y="0"/>
                  </a:lnTo>
                  <a:lnTo>
                    <a:pt x="0" y="374960"/>
                  </a:lnTo>
                  <a:close/>
                </a:path>
              </a:pathLst>
            </a:custGeom>
            <a:solidFill>
              <a:srgbClr val="A5ADB4"/>
            </a:solidFill>
            <a:ln w="0">
              <a:noFill/>
              <a:prstDash val="solid"/>
            </a:ln>
          </p:spPr>
        </p:sp>
        <p:sp>
          <p:nvSpPr>
            <p:cNvPr id="20" name="direct_19">
              <a:extLst>
                <a:ext uri="{FF2B5EF4-FFF2-40B4-BE49-F238E27FC236}">
                  <a16:creationId xmlns:a16="http://schemas.microsoft.com/office/drawing/2014/main" id="{D29A55AC-8D4E-4DDC-A9A4-0752B65BFCB8}"/>
                </a:ext>
              </a:extLst>
            </p:cNvPr>
            <p:cNvSpPr>
              <a:spLocks/>
            </p:cNvSpPr>
            <p:nvPr/>
          </p:nvSpPr>
          <p:spPr>
            <a:xfrm>
              <a:off x="1173618" y="1311469"/>
              <a:ext cx="255628" cy="536759"/>
            </a:xfrm>
            <a:custGeom>
              <a:avLst/>
              <a:gdLst/>
              <a:ahLst/>
              <a:cxnLst/>
              <a:rect l="0" t="0" r="0" b="0"/>
              <a:pathLst>
                <a:path w="255628" h="536759">
                  <a:moveTo>
                    <a:pt x="0" y="536759"/>
                  </a:moveTo>
                  <a:lnTo>
                    <a:pt x="255628" y="536759"/>
                  </a:lnTo>
                  <a:lnTo>
                    <a:pt x="255628" y="0"/>
                  </a:lnTo>
                  <a:lnTo>
                    <a:pt x="0" y="0"/>
                  </a:lnTo>
                  <a:lnTo>
                    <a:pt x="0" y="536759"/>
                  </a:lnTo>
                  <a:close/>
                </a:path>
              </a:pathLst>
            </a:custGeom>
            <a:solidFill>
              <a:srgbClr val="5B74BC"/>
            </a:solidFill>
            <a:ln w="0">
              <a:noFill/>
              <a:prstDash val="solid"/>
            </a:ln>
          </p:spPr>
        </p:sp>
        <p:sp>
          <p:nvSpPr>
            <p:cNvPr id="21" name="direct_20">
              <a:extLst>
                <a:ext uri="{FF2B5EF4-FFF2-40B4-BE49-F238E27FC236}">
                  <a16:creationId xmlns:a16="http://schemas.microsoft.com/office/drawing/2014/main" id="{39B09463-5688-46E3-B92B-C51D16B5E94C}"/>
                </a:ext>
              </a:extLst>
            </p:cNvPr>
            <p:cNvSpPr>
              <a:spLocks/>
            </p:cNvSpPr>
            <p:nvPr/>
          </p:nvSpPr>
          <p:spPr>
            <a:xfrm>
              <a:off x="2420584" y="1261384"/>
              <a:ext cx="255628" cy="586845"/>
            </a:xfrm>
            <a:custGeom>
              <a:avLst/>
              <a:gdLst/>
              <a:ahLst/>
              <a:cxnLst/>
              <a:rect l="0" t="0" r="0" b="0"/>
              <a:pathLst>
                <a:path w="255628" h="586845">
                  <a:moveTo>
                    <a:pt x="0" y="586845"/>
                  </a:moveTo>
                  <a:lnTo>
                    <a:pt x="255628" y="586845"/>
                  </a:lnTo>
                  <a:lnTo>
                    <a:pt x="255628" y="0"/>
                  </a:lnTo>
                  <a:lnTo>
                    <a:pt x="0" y="0"/>
                  </a:lnTo>
                  <a:lnTo>
                    <a:pt x="0" y="586845"/>
                  </a:lnTo>
                  <a:close/>
                </a:path>
              </a:pathLst>
            </a:custGeom>
            <a:solidFill>
              <a:srgbClr val="5B74BC"/>
            </a:solidFill>
            <a:ln w="0">
              <a:noFill/>
              <a:prstDash val="solid"/>
            </a:ln>
          </p:spPr>
        </p:sp>
        <p:sp>
          <p:nvSpPr>
            <p:cNvPr id="22" name="direct_21">
              <a:extLst>
                <a:ext uri="{FF2B5EF4-FFF2-40B4-BE49-F238E27FC236}">
                  <a16:creationId xmlns:a16="http://schemas.microsoft.com/office/drawing/2014/main" id="{6B434788-5C1D-4C4B-846D-98114C66E04C}"/>
                </a:ext>
              </a:extLst>
            </p:cNvPr>
            <p:cNvSpPr>
              <a:spLocks/>
            </p:cNvSpPr>
            <p:nvPr/>
          </p:nvSpPr>
          <p:spPr>
            <a:xfrm>
              <a:off x="1466655" y="1118522"/>
              <a:ext cx="255628" cy="729706"/>
            </a:xfrm>
            <a:custGeom>
              <a:avLst/>
              <a:gdLst/>
              <a:ahLst/>
              <a:cxnLst/>
              <a:rect l="0" t="0" r="0" b="0"/>
              <a:pathLst>
                <a:path w="255628" h="729706">
                  <a:moveTo>
                    <a:pt x="0" y="729706"/>
                  </a:moveTo>
                  <a:lnTo>
                    <a:pt x="255628" y="729706"/>
                  </a:lnTo>
                  <a:lnTo>
                    <a:pt x="255628" y="0"/>
                  </a:lnTo>
                  <a:lnTo>
                    <a:pt x="0" y="0"/>
                  </a:lnTo>
                  <a:lnTo>
                    <a:pt x="0" y="729706"/>
                  </a:lnTo>
                  <a:close/>
                </a:path>
              </a:pathLst>
            </a:custGeom>
            <a:solidFill>
              <a:srgbClr val="168D8D"/>
            </a:solidFill>
            <a:ln w="0">
              <a:noFill/>
              <a:prstDash val="solid"/>
            </a:ln>
          </p:spPr>
        </p:sp>
        <p:sp>
          <p:nvSpPr>
            <p:cNvPr id="23" name="direct_22">
              <a:extLst>
                <a:ext uri="{FF2B5EF4-FFF2-40B4-BE49-F238E27FC236}">
                  <a16:creationId xmlns:a16="http://schemas.microsoft.com/office/drawing/2014/main" id="{B82C6C27-C560-4944-BA92-DFCCA8BE5445}"/>
                </a:ext>
              </a:extLst>
            </p:cNvPr>
            <p:cNvSpPr>
              <a:spLocks/>
            </p:cNvSpPr>
            <p:nvPr/>
          </p:nvSpPr>
          <p:spPr>
            <a:xfrm>
              <a:off x="2713622" y="1118522"/>
              <a:ext cx="255628" cy="729706"/>
            </a:xfrm>
            <a:custGeom>
              <a:avLst/>
              <a:gdLst/>
              <a:ahLst/>
              <a:cxnLst/>
              <a:rect l="0" t="0" r="0" b="0"/>
              <a:pathLst>
                <a:path w="255628" h="729706">
                  <a:moveTo>
                    <a:pt x="0" y="729706"/>
                  </a:moveTo>
                  <a:lnTo>
                    <a:pt x="255628" y="729706"/>
                  </a:lnTo>
                  <a:lnTo>
                    <a:pt x="255628" y="0"/>
                  </a:lnTo>
                  <a:lnTo>
                    <a:pt x="0" y="0"/>
                  </a:lnTo>
                  <a:lnTo>
                    <a:pt x="0" y="729706"/>
                  </a:lnTo>
                  <a:close/>
                </a:path>
              </a:pathLst>
            </a:custGeom>
            <a:solidFill>
              <a:srgbClr val="168D8D"/>
            </a:solidFill>
            <a:ln w="0">
              <a:noFill/>
              <a:prstDash val="solid"/>
            </a:ln>
          </p:spPr>
        </p:sp>
        <p:sp>
          <p:nvSpPr>
            <p:cNvPr id="24" name="direct_23">
              <a:extLst>
                <a:ext uri="{FF2B5EF4-FFF2-40B4-BE49-F238E27FC236}">
                  <a16:creationId xmlns:a16="http://schemas.microsoft.com/office/drawing/2014/main" id="{1FAB3109-3755-43A8-8288-0CF3BE8C274B}"/>
                </a:ext>
              </a:extLst>
            </p:cNvPr>
            <p:cNvSpPr>
              <a:spLocks/>
            </p:cNvSpPr>
            <p:nvPr/>
          </p:nvSpPr>
          <p:spPr>
            <a:xfrm>
              <a:off x="615600" y="594720"/>
              <a:ext cx="191" cy="1253508"/>
            </a:xfrm>
            <a:custGeom>
              <a:avLst/>
              <a:gdLst/>
              <a:ahLst/>
              <a:cxnLst/>
              <a:rect l="0" t="0" r="0" b="0"/>
              <a:pathLst>
                <a:path w="191" h="1253508">
                  <a:moveTo>
                    <a:pt x="0" y="1253508"/>
                  </a:moveTo>
                  <a:lnTo>
                    <a:pt x="0" y="0"/>
                  </a:lnTo>
                </a:path>
              </a:pathLst>
            </a:custGeom>
            <a:noFill/>
            <a:ln w="7620">
              <a:solidFill>
                <a:srgbClr val="000000"/>
              </a:solidFill>
              <a:prstDash val="solid"/>
            </a:ln>
          </p:spPr>
        </p:sp>
        <p:sp>
          <p:nvSpPr>
            <p:cNvPr id="25" name="direct_24">
              <a:extLst>
                <a:ext uri="{FF2B5EF4-FFF2-40B4-BE49-F238E27FC236}">
                  <a16:creationId xmlns:a16="http://schemas.microsoft.com/office/drawing/2014/main" id="{65E092D7-ED48-4C52-9C1C-FE4FEF97DBAD}"/>
                </a:ext>
              </a:extLst>
            </p:cNvPr>
            <p:cNvSpPr>
              <a:spLocks/>
            </p:cNvSpPr>
            <p:nvPr/>
          </p:nvSpPr>
          <p:spPr>
            <a:xfrm>
              <a:off x="615600" y="1848228"/>
              <a:ext cx="2618630" cy="191"/>
            </a:xfrm>
            <a:custGeom>
              <a:avLst/>
              <a:gdLst/>
              <a:ahLst/>
              <a:cxnLst/>
              <a:rect l="0" t="0" r="0" b="0"/>
              <a:pathLst>
                <a:path w="2618630" h="191">
                  <a:moveTo>
                    <a:pt x="0" y="0"/>
                  </a:moveTo>
                  <a:lnTo>
                    <a:pt x="2618630" y="0"/>
                  </a:lnTo>
                </a:path>
              </a:pathLst>
            </a:custGeom>
            <a:noFill/>
            <a:ln w="7620">
              <a:solidFill>
                <a:srgbClr val="000000"/>
              </a:solidFill>
              <a:prstDash val="solid"/>
            </a:ln>
          </p:spPr>
        </p:sp>
        <p:sp>
          <p:nvSpPr>
            <p:cNvPr id="26" name="direct_25">
              <a:extLst>
                <a:ext uri="{FF2B5EF4-FFF2-40B4-BE49-F238E27FC236}">
                  <a16:creationId xmlns:a16="http://schemas.microsoft.com/office/drawing/2014/main" id="{AECE0AD4-F7AD-4562-B3C2-CF6FCB260348}"/>
                </a:ext>
              </a:extLst>
            </p:cNvPr>
            <p:cNvSpPr>
              <a:spLocks/>
            </p:cNvSpPr>
            <p:nvPr/>
          </p:nvSpPr>
          <p:spPr>
            <a:xfrm>
              <a:off x="1008395" y="1371029"/>
              <a:ext cx="191" cy="224546"/>
            </a:xfrm>
            <a:custGeom>
              <a:avLst/>
              <a:gdLst/>
              <a:ahLst/>
              <a:cxnLst/>
              <a:rect l="0" t="0" r="0" b="0"/>
              <a:pathLst>
                <a:path w="191" h="224546">
                  <a:moveTo>
                    <a:pt x="0" y="224546"/>
                  </a:moveTo>
                  <a:lnTo>
                    <a:pt x="0" y="0"/>
                  </a:lnTo>
                </a:path>
              </a:pathLst>
            </a:custGeom>
            <a:noFill/>
            <a:ln w="8255">
              <a:solidFill>
                <a:srgbClr val="44505A"/>
              </a:solidFill>
              <a:prstDash val="solid"/>
            </a:ln>
          </p:spPr>
        </p:sp>
        <p:sp>
          <p:nvSpPr>
            <p:cNvPr id="27" name="direct_26">
              <a:extLst>
                <a:ext uri="{FF2B5EF4-FFF2-40B4-BE49-F238E27FC236}">
                  <a16:creationId xmlns:a16="http://schemas.microsoft.com/office/drawing/2014/main" id="{68E3009C-B875-4C65-8AF7-5AEB8F3494D5}"/>
                </a:ext>
              </a:extLst>
            </p:cNvPr>
            <p:cNvSpPr>
              <a:spLocks/>
            </p:cNvSpPr>
            <p:nvPr/>
          </p:nvSpPr>
          <p:spPr>
            <a:xfrm>
              <a:off x="2255361" y="1355182"/>
              <a:ext cx="191" cy="229185"/>
            </a:xfrm>
            <a:custGeom>
              <a:avLst/>
              <a:gdLst/>
              <a:ahLst/>
              <a:cxnLst/>
              <a:rect l="0" t="0" r="0" b="0"/>
              <a:pathLst>
                <a:path w="191" h="229185">
                  <a:moveTo>
                    <a:pt x="0" y="229185"/>
                  </a:moveTo>
                  <a:lnTo>
                    <a:pt x="0" y="0"/>
                  </a:lnTo>
                </a:path>
              </a:pathLst>
            </a:custGeom>
            <a:noFill/>
            <a:ln w="8255">
              <a:solidFill>
                <a:srgbClr val="44505A"/>
              </a:solidFill>
              <a:prstDash val="solid"/>
            </a:ln>
          </p:spPr>
        </p:sp>
        <p:sp>
          <p:nvSpPr>
            <p:cNvPr id="28" name="direct_27">
              <a:extLst>
                <a:ext uri="{FF2B5EF4-FFF2-40B4-BE49-F238E27FC236}">
                  <a16:creationId xmlns:a16="http://schemas.microsoft.com/office/drawing/2014/main" id="{B29BEAA0-B652-48AB-9478-2805D8D54D2F}"/>
                </a:ext>
              </a:extLst>
            </p:cNvPr>
            <p:cNvSpPr>
              <a:spLocks/>
            </p:cNvSpPr>
            <p:nvPr/>
          </p:nvSpPr>
          <p:spPr>
            <a:xfrm>
              <a:off x="981725" y="1595575"/>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29" name="direct_28">
              <a:extLst>
                <a:ext uri="{FF2B5EF4-FFF2-40B4-BE49-F238E27FC236}">
                  <a16:creationId xmlns:a16="http://schemas.microsoft.com/office/drawing/2014/main" id="{CB7E2C58-FE23-498C-9035-7FA300DA1F4D}"/>
                </a:ext>
              </a:extLst>
            </p:cNvPr>
            <p:cNvSpPr>
              <a:spLocks/>
            </p:cNvSpPr>
            <p:nvPr/>
          </p:nvSpPr>
          <p:spPr>
            <a:xfrm>
              <a:off x="2228691" y="1584367"/>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0" name="direct_29">
              <a:extLst>
                <a:ext uri="{FF2B5EF4-FFF2-40B4-BE49-F238E27FC236}">
                  <a16:creationId xmlns:a16="http://schemas.microsoft.com/office/drawing/2014/main" id="{D86D957B-52F0-408E-8F6D-ABF8CE924895}"/>
                </a:ext>
              </a:extLst>
            </p:cNvPr>
            <p:cNvSpPr>
              <a:spLocks/>
            </p:cNvSpPr>
            <p:nvPr/>
          </p:nvSpPr>
          <p:spPr>
            <a:xfrm>
              <a:off x="981725" y="1371029"/>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1" name="direct_30">
              <a:extLst>
                <a:ext uri="{FF2B5EF4-FFF2-40B4-BE49-F238E27FC236}">
                  <a16:creationId xmlns:a16="http://schemas.microsoft.com/office/drawing/2014/main" id="{E08F3A02-9D18-4C2C-A0A6-AB9678707E5D}"/>
                </a:ext>
              </a:extLst>
            </p:cNvPr>
            <p:cNvSpPr>
              <a:spLocks/>
            </p:cNvSpPr>
            <p:nvPr/>
          </p:nvSpPr>
          <p:spPr>
            <a:xfrm>
              <a:off x="2228691" y="1355182"/>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2" name="text_31">
              <a:extLst>
                <a:ext uri="{FF2B5EF4-FFF2-40B4-BE49-F238E27FC236}">
                  <a16:creationId xmlns:a16="http://schemas.microsoft.com/office/drawing/2014/main" id="{7C36BC2C-A81D-4C0D-BCC2-69926D2B2F3B}"/>
                </a:ext>
              </a:extLst>
            </p:cNvPr>
            <p:cNvSpPr>
              <a:spLocks/>
            </p:cNvSpPr>
            <p:nvPr/>
          </p:nvSpPr>
          <p:spPr>
            <a:xfrm>
              <a:off x="919423" y="1253041"/>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28.8</a:t>
              </a:r>
            </a:p>
          </p:txBody>
        </p:sp>
        <p:sp>
          <p:nvSpPr>
            <p:cNvPr id="33" name="text_32">
              <a:extLst>
                <a:ext uri="{FF2B5EF4-FFF2-40B4-BE49-F238E27FC236}">
                  <a16:creationId xmlns:a16="http://schemas.microsoft.com/office/drawing/2014/main" id="{B5618F93-39C0-47A2-9591-F0946DFA3BEC}"/>
                </a:ext>
              </a:extLst>
            </p:cNvPr>
            <p:cNvSpPr>
              <a:spLocks/>
            </p:cNvSpPr>
            <p:nvPr/>
          </p:nvSpPr>
          <p:spPr>
            <a:xfrm>
              <a:off x="2166390" y="1237193"/>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29.9</a:t>
              </a:r>
            </a:p>
          </p:txBody>
        </p:sp>
        <p:sp>
          <p:nvSpPr>
            <p:cNvPr id="34" name="direct_33">
              <a:extLst>
                <a:ext uri="{FF2B5EF4-FFF2-40B4-BE49-F238E27FC236}">
                  <a16:creationId xmlns:a16="http://schemas.microsoft.com/office/drawing/2014/main" id="{5149CAA9-B850-433F-970B-2119C6A044B0}"/>
                </a:ext>
              </a:extLst>
            </p:cNvPr>
            <p:cNvSpPr>
              <a:spLocks/>
            </p:cNvSpPr>
            <p:nvPr/>
          </p:nvSpPr>
          <p:spPr>
            <a:xfrm>
              <a:off x="1301432" y="1186876"/>
              <a:ext cx="191" cy="244874"/>
            </a:xfrm>
            <a:custGeom>
              <a:avLst/>
              <a:gdLst/>
              <a:ahLst/>
              <a:cxnLst/>
              <a:rect l="0" t="0" r="0" b="0"/>
              <a:pathLst>
                <a:path w="191" h="244874">
                  <a:moveTo>
                    <a:pt x="0" y="244874"/>
                  </a:moveTo>
                  <a:lnTo>
                    <a:pt x="0" y="0"/>
                  </a:lnTo>
                </a:path>
              </a:pathLst>
            </a:custGeom>
            <a:noFill/>
            <a:ln w="8255">
              <a:solidFill>
                <a:srgbClr val="44505A"/>
              </a:solidFill>
              <a:prstDash val="solid"/>
            </a:ln>
          </p:spPr>
        </p:sp>
        <p:sp>
          <p:nvSpPr>
            <p:cNvPr id="35" name="direct_34">
              <a:extLst>
                <a:ext uri="{FF2B5EF4-FFF2-40B4-BE49-F238E27FC236}">
                  <a16:creationId xmlns:a16="http://schemas.microsoft.com/office/drawing/2014/main" id="{3D4AAF35-EE60-43B4-A587-52563DEE07A9}"/>
                </a:ext>
              </a:extLst>
            </p:cNvPr>
            <p:cNvSpPr>
              <a:spLocks/>
            </p:cNvSpPr>
            <p:nvPr/>
          </p:nvSpPr>
          <p:spPr>
            <a:xfrm>
              <a:off x="2548398" y="1135759"/>
              <a:ext cx="191" cy="248514"/>
            </a:xfrm>
            <a:custGeom>
              <a:avLst/>
              <a:gdLst/>
              <a:ahLst/>
              <a:cxnLst/>
              <a:rect l="0" t="0" r="0" b="0"/>
              <a:pathLst>
                <a:path w="191" h="248514">
                  <a:moveTo>
                    <a:pt x="0" y="248514"/>
                  </a:moveTo>
                  <a:lnTo>
                    <a:pt x="0" y="0"/>
                  </a:lnTo>
                </a:path>
              </a:pathLst>
            </a:custGeom>
            <a:noFill/>
            <a:ln w="8255">
              <a:solidFill>
                <a:srgbClr val="44505A"/>
              </a:solidFill>
              <a:prstDash val="solid"/>
            </a:ln>
          </p:spPr>
        </p:sp>
        <p:sp>
          <p:nvSpPr>
            <p:cNvPr id="36" name="direct_35">
              <a:extLst>
                <a:ext uri="{FF2B5EF4-FFF2-40B4-BE49-F238E27FC236}">
                  <a16:creationId xmlns:a16="http://schemas.microsoft.com/office/drawing/2014/main" id="{DB87B0DC-52BB-4C98-89C3-55B7B488E05C}"/>
                </a:ext>
              </a:extLst>
            </p:cNvPr>
            <p:cNvSpPr>
              <a:spLocks/>
            </p:cNvSpPr>
            <p:nvPr/>
          </p:nvSpPr>
          <p:spPr>
            <a:xfrm>
              <a:off x="1274762" y="1431750"/>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7" name="direct_36">
              <a:extLst>
                <a:ext uri="{FF2B5EF4-FFF2-40B4-BE49-F238E27FC236}">
                  <a16:creationId xmlns:a16="http://schemas.microsoft.com/office/drawing/2014/main" id="{184388A0-E7C1-4C20-A413-2FA16A95D266}"/>
                </a:ext>
              </a:extLst>
            </p:cNvPr>
            <p:cNvSpPr>
              <a:spLocks/>
            </p:cNvSpPr>
            <p:nvPr/>
          </p:nvSpPr>
          <p:spPr>
            <a:xfrm>
              <a:off x="2521728" y="1384273"/>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8" name="direct_37">
              <a:extLst>
                <a:ext uri="{FF2B5EF4-FFF2-40B4-BE49-F238E27FC236}">
                  <a16:creationId xmlns:a16="http://schemas.microsoft.com/office/drawing/2014/main" id="{1B73D90A-7495-4880-8F44-6D381BB3D94A}"/>
                </a:ext>
              </a:extLst>
            </p:cNvPr>
            <p:cNvSpPr>
              <a:spLocks/>
            </p:cNvSpPr>
            <p:nvPr/>
          </p:nvSpPr>
          <p:spPr>
            <a:xfrm>
              <a:off x="1274762" y="1186876"/>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39" name="direct_38">
              <a:extLst>
                <a:ext uri="{FF2B5EF4-FFF2-40B4-BE49-F238E27FC236}">
                  <a16:creationId xmlns:a16="http://schemas.microsoft.com/office/drawing/2014/main" id="{E5419D6B-F5B0-42DE-855B-94FAFF87C4B9}"/>
                </a:ext>
              </a:extLst>
            </p:cNvPr>
            <p:cNvSpPr>
              <a:spLocks/>
            </p:cNvSpPr>
            <p:nvPr/>
          </p:nvSpPr>
          <p:spPr>
            <a:xfrm>
              <a:off x="2521728" y="1135759"/>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0" name="text_39">
              <a:extLst>
                <a:ext uri="{FF2B5EF4-FFF2-40B4-BE49-F238E27FC236}">
                  <a16:creationId xmlns:a16="http://schemas.microsoft.com/office/drawing/2014/main" id="{3D452044-39AE-4D52-B2AA-6D0EB08C5758}"/>
                </a:ext>
              </a:extLst>
            </p:cNvPr>
            <p:cNvSpPr>
              <a:spLocks/>
            </p:cNvSpPr>
            <p:nvPr/>
          </p:nvSpPr>
          <p:spPr>
            <a:xfrm>
              <a:off x="1212461" y="1068887"/>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42.8</a:t>
              </a:r>
            </a:p>
          </p:txBody>
        </p:sp>
        <p:sp>
          <p:nvSpPr>
            <p:cNvPr id="41" name="text_40">
              <a:extLst>
                <a:ext uri="{FF2B5EF4-FFF2-40B4-BE49-F238E27FC236}">
                  <a16:creationId xmlns:a16="http://schemas.microsoft.com/office/drawing/2014/main" id="{502CE5CB-1E04-49B9-A07A-8E91A452B1B5}"/>
                </a:ext>
              </a:extLst>
            </p:cNvPr>
            <p:cNvSpPr>
              <a:spLocks/>
            </p:cNvSpPr>
            <p:nvPr/>
          </p:nvSpPr>
          <p:spPr>
            <a:xfrm>
              <a:off x="2459427" y="1017771"/>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46.8</a:t>
              </a:r>
            </a:p>
          </p:txBody>
        </p:sp>
        <p:sp>
          <p:nvSpPr>
            <p:cNvPr id="42" name="direct_41">
              <a:extLst>
                <a:ext uri="{FF2B5EF4-FFF2-40B4-BE49-F238E27FC236}">
                  <a16:creationId xmlns:a16="http://schemas.microsoft.com/office/drawing/2014/main" id="{35D8B034-911F-45E5-9D92-01F91F65829C}"/>
                </a:ext>
              </a:extLst>
            </p:cNvPr>
            <p:cNvSpPr>
              <a:spLocks/>
            </p:cNvSpPr>
            <p:nvPr/>
          </p:nvSpPr>
          <p:spPr>
            <a:xfrm>
              <a:off x="1594469" y="995522"/>
              <a:ext cx="191" cy="248271"/>
            </a:xfrm>
            <a:custGeom>
              <a:avLst/>
              <a:gdLst/>
              <a:ahLst/>
              <a:cxnLst/>
              <a:rect l="0" t="0" r="0" b="0"/>
              <a:pathLst>
                <a:path w="191" h="248271">
                  <a:moveTo>
                    <a:pt x="0" y="248271"/>
                  </a:moveTo>
                  <a:lnTo>
                    <a:pt x="0" y="0"/>
                  </a:lnTo>
                </a:path>
              </a:pathLst>
            </a:custGeom>
            <a:noFill/>
            <a:ln w="8255">
              <a:solidFill>
                <a:srgbClr val="44505A"/>
              </a:solidFill>
              <a:prstDash val="solid"/>
            </a:ln>
          </p:spPr>
        </p:sp>
        <p:sp>
          <p:nvSpPr>
            <p:cNvPr id="43" name="direct_42">
              <a:extLst>
                <a:ext uri="{FF2B5EF4-FFF2-40B4-BE49-F238E27FC236}">
                  <a16:creationId xmlns:a16="http://schemas.microsoft.com/office/drawing/2014/main" id="{55D821D3-7A3A-485F-8A1C-51EBEC720446}"/>
                </a:ext>
              </a:extLst>
            </p:cNvPr>
            <p:cNvSpPr>
              <a:spLocks/>
            </p:cNvSpPr>
            <p:nvPr/>
          </p:nvSpPr>
          <p:spPr>
            <a:xfrm>
              <a:off x="2841436" y="995522"/>
              <a:ext cx="191" cy="248271"/>
            </a:xfrm>
            <a:custGeom>
              <a:avLst/>
              <a:gdLst/>
              <a:ahLst/>
              <a:cxnLst/>
              <a:rect l="0" t="0" r="0" b="0"/>
              <a:pathLst>
                <a:path w="191" h="248271">
                  <a:moveTo>
                    <a:pt x="0" y="248271"/>
                  </a:moveTo>
                  <a:lnTo>
                    <a:pt x="0" y="0"/>
                  </a:lnTo>
                </a:path>
              </a:pathLst>
            </a:custGeom>
            <a:noFill/>
            <a:ln w="8255">
              <a:solidFill>
                <a:srgbClr val="44505A"/>
              </a:solidFill>
              <a:prstDash val="solid"/>
            </a:ln>
          </p:spPr>
        </p:sp>
        <p:sp>
          <p:nvSpPr>
            <p:cNvPr id="44" name="direct_43">
              <a:extLst>
                <a:ext uri="{FF2B5EF4-FFF2-40B4-BE49-F238E27FC236}">
                  <a16:creationId xmlns:a16="http://schemas.microsoft.com/office/drawing/2014/main" id="{0701C5B9-7B3D-429A-9C8C-83272E900EB6}"/>
                </a:ext>
              </a:extLst>
            </p:cNvPr>
            <p:cNvSpPr>
              <a:spLocks/>
            </p:cNvSpPr>
            <p:nvPr/>
          </p:nvSpPr>
          <p:spPr>
            <a:xfrm>
              <a:off x="1567799" y="1243793"/>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5" name="direct_44">
              <a:extLst>
                <a:ext uri="{FF2B5EF4-FFF2-40B4-BE49-F238E27FC236}">
                  <a16:creationId xmlns:a16="http://schemas.microsoft.com/office/drawing/2014/main" id="{72060073-B515-4232-8730-41ECF98CEA59}"/>
                </a:ext>
              </a:extLst>
            </p:cNvPr>
            <p:cNvSpPr>
              <a:spLocks/>
            </p:cNvSpPr>
            <p:nvPr/>
          </p:nvSpPr>
          <p:spPr>
            <a:xfrm>
              <a:off x="2814766" y="1243793"/>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6" name="direct_45">
              <a:extLst>
                <a:ext uri="{FF2B5EF4-FFF2-40B4-BE49-F238E27FC236}">
                  <a16:creationId xmlns:a16="http://schemas.microsoft.com/office/drawing/2014/main" id="{1D2AE172-1B59-48F4-A5E2-2B5C5DE8367B}"/>
                </a:ext>
              </a:extLst>
            </p:cNvPr>
            <p:cNvSpPr>
              <a:spLocks/>
            </p:cNvSpPr>
            <p:nvPr/>
          </p:nvSpPr>
          <p:spPr>
            <a:xfrm>
              <a:off x="1567799" y="995522"/>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7" name="direct_46">
              <a:extLst>
                <a:ext uri="{FF2B5EF4-FFF2-40B4-BE49-F238E27FC236}">
                  <a16:creationId xmlns:a16="http://schemas.microsoft.com/office/drawing/2014/main" id="{CE21153C-CAD2-4DFA-9C0A-55D8306E8C67}"/>
                </a:ext>
              </a:extLst>
            </p:cNvPr>
            <p:cNvSpPr>
              <a:spLocks/>
            </p:cNvSpPr>
            <p:nvPr/>
          </p:nvSpPr>
          <p:spPr>
            <a:xfrm>
              <a:off x="2814766" y="995522"/>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48" name="text_47">
              <a:extLst>
                <a:ext uri="{FF2B5EF4-FFF2-40B4-BE49-F238E27FC236}">
                  <a16:creationId xmlns:a16="http://schemas.microsoft.com/office/drawing/2014/main" id="{E97868AF-AF68-47E8-801D-E17484849937}"/>
                </a:ext>
              </a:extLst>
            </p:cNvPr>
            <p:cNvSpPr>
              <a:spLocks/>
            </p:cNvSpPr>
            <p:nvPr/>
          </p:nvSpPr>
          <p:spPr>
            <a:xfrm>
              <a:off x="1505498" y="877534"/>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58.2</a:t>
              </a:r>
            </a:p>
          </p:txBody>
        </p:sp>
        <p:sp>
          <p:nvSpPr>
            <p:cNvPr id="49" name="text_48">
              <a:extLst>
                <a:ext uri="{FF2B5EF4-FFF2-40B4-BE49-F238E27FC236}">
                  <a16:creationId xmlns:a16="http://schemas.microsoft.com/office/drawing/2014/main" id="{92AB8388-496D-4113-925F-4CE7C8EBF45F}"/>
                </a:ext>
              </a:extLst>
            </p:cNvPr>
            <p:cNvSpPr>
              <a:spLocks/>
            </p:cNvSpPr>
            <p:nvPr/>
          </p:nvSpPr>
          <p:spPr>
            <a:xfrm>
              <a:off x="2752464" y="877534"/>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58.2</a:t>
              </a:r>
            </a:p>
          </p:txBody>
        </p:sp>
        <p:sp>
          <p:nvSpPr>
            <p:cNvPr id="50" name="text_49">
              <a:extLst>
                <a:ext uri="{FF2B5EF4-FFF2-40B4-BE49-F238E27FC236}">
                  <a16:creationId xmlns:a16="http://schemas.microsoft.com/office/drawing/2014/main" id="{4E28188E-C9EB-4275-8FFA-A24D1D5F6BD3}"/>
                </a:ext>
              </a:extLst>
            </p:cNvPr>
            <p:cNvSpPr>
              <a:spLocks/>
            </p:cNvSpPr>
            <p:nvPr/>
          </p:nvSpPr>
          <p:spPr>
            <a:xfrm>
              <a:off x="399700" y="380090"/>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a</a:t>
              </a:r>
            </a:p>
          </p:txBody>
        </p:sp>
        <p:sp>
          <p:nvSpPr>
            <p:cNvPr id="51" name="text_50">
              <a:extLst>
                <a:ext uri="{FF2B5EF4-FFF2-40B4-BE49-F238E27FC236}">
                  <a16:creationId xmlns:a16="http://schemas.microsoft.com/office/drawing/2014/main" id="{F1195DAF-7927-4D03-9206-25248B806191}"/>
                </a:ext>
              </a:extLst>
            </p:cNvPr>
            <p:cNvSpPr>
              <a:spLocks/>
            </p:cNvSpPr>
            <p:nvPr/>
          </p:nvSpPr>
          <p:spPr>
            <a:xfrm>
              <a:off x="615600" y="394136"/>
              <a:ext cx="938150" cy="136525"/>
            </a:xfrm>
            <a:prstGeom prst="rect">
              <a:avLst/>
            </a:prstGeom>
            <a:noFill/>
            <a:ln w="0">
              <a:noFill/>
            </a:ln>
          </p:spPr>
          <p:txBody>
            <a:bodyPr wrap="none" lIns="0" tIns="0" rIns="0" bIns="0" anchor="ctr">
              <a:noAutofit/>
            </a:bodyPr>
            <a:lstStyle>
              <a:defPPr algn="l">
                <a:defRPr sz="860" b="0">
                  <a:solidFill>
                    <a:srgbClr val="273744"/>
                  </a:solidFill>
                  <a:latin typeface="Arial"/>
                  <a:ea typeface="Arial"/>
                  <a:cs typeface="Arial"/>
                </a:defRPr>
              </a:defPPr>
              <a:lvl1pPr algn="l">
                <a:defRPr sz="860" b="0">
                  <a:solidFill>
                    <a:srgbClr val="273744"/>
                  </a:solidFill>
                  <a:latin typeface="Arial"/>
                  <a:ea typeface="Arial"/>
                  <a:cs typeface="Arial"/>
                </a:defRPr>
              </a:lvl1pPr>
              <a:lvl2pPr algn="l">
                <a:defRPr sz="860" b="0">
                  <a:solidFill>
                    <a:srgbClr val="273744"/>
                  </a:solidFill>
                  <a:latin typeface="Arial"/>
                  <a:ea typeface="Arial"/>
                  <a:cs typeface="Arial"/>
                </a:defRPr>
              </a:lvl2pPr>
              <a:lvl3pPr algn="l">
                <a:defRPr sz="860" b="0">
                  <a:solidFill>
                    <a:srgbClr val="273744"/>
                  </a:solidFill>
                  <a:latin typeface="Arial"/>
                  <a:ea typeface="Arial"/>
                  <a:cs typeface="Arial"/>
                </a:defRPr>
              </a:lvl3pPr>
              <a:lvl4pPr algn="l">
                <a:defRPr sz="860" b="0">
                  <a:solidFill>
                    <a:srgbClr val="273744"/>
                  </a:solidFill>
                  <a:latin typeface="Arial"/>
                  <a:ea typeface="Arial"/>
                  <a:cs typeface="Arial"/>
                </a:defRPr>
              </a:lvl4pPr>
              <a:lvl5pPr algn="l">
                <a:defRPr sz="860" b="0">
                  <a:solidFill>
                    <a:srgbClr val="273744"/>
                  </a:solidFill>
                  <a:latin typeface="Arial"/>
                  <a:ea typeface="Arial"/>
                  <a:cs typeface="Arial"/>
                </a:defRPr>
              </a:lvl5pPr>
              <a:lvl6pPr algn="l">
                <a:defRPr sz="860" b="0">
                  <a:solidFill>
                    <a:srgbClr val="273744"/>
                  </a:solidFill>
                  <a:latin typeface="Arial"/>
                  <a:ea typeface="Arial"/>
                  <a:cs typeface="Arial"/>
                </a:defRPr>
              </a:lvl6pPr>
              <a:lvl7pPr algn="l">
                <a:defRPr sz="860" b="0">
                  <a:solidFill>
                    <a:srgbClr val="273744"/>
                  </a:solidFill>
                  <a:latin typeface="Arial"/>
                  <a:ea typeface="Arial"/>
                  <a:cs typeface="Arial"/>
                </a:defRPr>
              </a:lvl7pPr>
              <a:lvl8pPr algn="l">
                <a:defRPr sz="860" b="0">
                  <a:solidFill>
                    <a:srgbClr val="273744"/>
                  </a:solidFill>
                  <a:latin typeface="Arial"/>
                  <a:ea typeface="Arial"/>
                  <a:cs typeface="Arial"/>
                </a:defRPr>
              </a:lvl8pPr>
              <a:lvl9pPr algn="l">
                <a:defRPr sz="860" b="0">
                  <a:solidFill>
                    <a:srgbClr val="273744"/>
                  </a:solidFill>
                  <a:latin typeface="Arial"/>
                  <a:ea typeface="Arial"/>
                  <a:cs typeface="Arial"/>
                </a:defRPr>
              </a:lvl9pPr>
            </a:lstStyle>
            <a:p>
              <a:pPr algn="l">
                <a:defRPr sz="860" b="0">
                  <a:solidFill>
                    <a:srgbClr val="273744"/>
                  </a:solidFill>
                  <a:latin typeface="Arial"/>
                  <a:ea typeface="Arial"/>
                  <a:cs typeface="Arial"/>
                </a:defRPr>
              </a:pPr>
              <a:r>
                <a:t>Top-1, RMSD &lt;2 Å</a:t>
              </a:r>
            </a:p>
          </p:txBody>
        </p:sp>
        <p:sp>
          <p:nvSpPr>
            <p:cNvPr id="52" name="direct_51">
              <a:extLst>
                <a:ext uri="{FF2B5EF4-FFF2-40B4-BE49-F238E27FC236}">
                  <a16:creationId xmlns:a16="http://schemas.microsoft.com/office/drawing/2014/main" id="{E8B51C7A-F986-468A-A729-56C298AFFAC3}"/>
                </a:ext>
              </a:extLst>
            </p:cNvPr>
            <p:cNvSpPr>
              <a:spLocks/>
            </p:cNvSpPr>
            <p:nvPr/>
          </p:nvSpPr>
          <p:spPr>
            <a:xfrm>
              <a:off x="3731770" y="594720"/>
              <a:ext cx="2618630" cy="1253508"/>
            </a:xfrm>
            <a:custGeom>
              <a:avLst/>
              <a:gdLst/>
              <a:ahLst/>
              <a:cxnLst/>
              <a:rect l="0" t="0" r="0" b="0"/>
              <a:pathLst>
                <a:path w="2618630" h="1253508">
                  <a:moveTo>
                    <a:pt x="0" y="1253508"/>
                  </a:moveTo>
                  <a:lnTo>
                    <a:pt x="2618630" y="1253508"/>
                  </a:lnTo>
                  <a:lnTo>
                    <a:pt x="2618630" y="0"/>
                  </a:lnTo>
                  <a:lnTo>
                    <a:pt x="0" y="0"/>
                  </a:lnTo>
                  <a:lnTo>
                    <a:pt x="0" y="1253508"/>
                  </a:lnTo>
                  <a:close/>
                </a:path>
              </a:pathLst>
            </a:custGeom>
            <a:solidFill>
              <a:srgbClr val="FFFFFF"/>
            </a:solidFill>
            <a:ln w="0">
              <a:noFill/>
              <a:prstDash val="solid"/>
            </a:ln>
          </p:spPr>
        </p:sp>
        <p:sp>
          <p:nvSpPr>
            <p:cNvPr id="53" name="direct_52">
              <a:extLst>
                <a:ext uri="{FF2B5EF4-FFF2-40B4-BE49-F238E27FC236}">
                  <a16:creationId xmlns:a16="http://schemas.microsoft.com/office/drawing/2014/main" id="{7FC74F0D-3B19-478E-B19D-7B413318F2CF}"/>
                </a:ext>
              </a:extLst>
            </p:cNvPr>
            <p:cNvSpPr>
              <a:spLocks/>
            </p:cNvSpPr>
            <p:nvPr/>
          </p:nvSpPr>
          <p:spPr>
            <a:xfrm>
              <a:off x="4417602" y="1848228"/>
              <a:ext cx="191" cy="31750"/>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54" name="text_53">
              <a:extLst>
                <a:ext uri="{FF2B5EF4-FFF2-40B4-BE49-F238E27FC236}">
                  <a16:creationId xmlns:a16="http://schemas.microsoft.com/office/drawing/2014/main" id="{D3A17063-19E5-4925-92A2-585B0D852D73}"/>
                </a:ext>
              </a:extLst>
            </p:cNvPr>
            <p:cNvSpPr>
              <a:spLocks/>
            </p:cNvSpPr>
            <p:nvPr/>
          </p:nvSpPr>
          <p:spPr>
            <a:xfrm>
              <a:off x="4340281" y="191119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55" name="direct_54">
              <a:extLst>
                <a:ext uri="{FF2B5EF4-FFF2-40B4-BE49-F238E27FC236}">
                  <a16:creationId xmlns:a16="http://schemas.microsoft.com/office/drawing/2014/main" id="{0A43C1F5-502E-4FFE-85B4-BEF1007B9FC2}"/>
                </a:ext>
              </a:extLst>
            </p:cNvPr>
            <p:cNvSpPr>
              <a:spLocks/>
            </p:cNvSpPr>
            <p:nvPr/>
          </p:nvSpPr>
          <p:spPr>
            <a:xfrm>
              <a:off x="5664568" y="1848228"/>
              <a:ext cx="191" cy="31750"/>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56" name="text_55">
              <a:extLst>
                <a:ext uri="{FF2B5EF4-FFF2-40B4-BE49-F238E27FC236}">
                  <a16:creationId xmlns:a16="http://schemas.microsoft.com/office/drawing/2014/main" id="{32AE6356-DB8D-4953-9F74-50AD0847F5AD}"/>
                </a:ext>
              </a:extLst>
            </p:cNvPr>
            <p:cNvSpPr>
              <a:spLocks/>
            </p:cNvSpPr>
            <p:nvPr/>
          </p:nvSpPr>
          <p:spPr>
            <a:xfrm>
              <a:off x="5587248" y="191119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300</a:t>
              </a:r>
            </a:p>
          </p:txBody>
        </p:sp>
        <p:sp>
          <p:nvSpPr>
            <p:cNvPr id="57" name="direct_56">
              <a:extLst>
                <a:ext uri="{FF2B5EF4-FFF2-40B4-BE49-F238E27FC236}">
                  <a16:creationId xmlns:a16="http://schemas.microsoft.com/office/drawing/2014/main" id="{9EA6C363-1C35-4B73-8BA9-E4F2B0687185}"/>
                </a:ext>
              </a:extLst>
            </p:cNvPr>
            <p:cNvSpPr>
              <a:spLocks/>
            </p:cNvSpPr>
            <p:nvPr/>
          </p:nvSpPr>
          <p:spPr>
            <a:xfrm>
              <a:off x="3700020" y="1848228"/>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58" name="text_57">
              <a:extLst>
                <a:ext uri="{FF2B5EF4-FFF2-40B4-BE49-F238E27FC236}">
                  <a16:creationId xmlns:a16="http://schemas.microsoft.com/office/drawing/2014/main" id="{D505818D-62F4-4DFC-889F-BA5DCD138D4E}"/>
                </a:ext>
              </a:extLst>
            </p:cNvPr>
            <p:cNvSpPr>
              <a:spLocks/>
            </p:cNvSpPr>
            <p:nvPr/>
          </p:nvSpPr>
          <p:spPr>
            <a:xfrm>
              <a:off x="3610373" y="1808167"/>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59" name="direct_58">
              <a:extLst>
                <a:ext uri="{FF2B5EF4-FFF2-40B4-BE49-F238E27FC236}">
                  <a16:creationId xmlns:a16="http://schemas.microsoft.com/office/drawing/2014/main" id="{7BFCAFB3-142C-47C4-9C03-4B4D4B09138D}"/>
                </a:ext>
              </a:extLst>
            </p:cNvPr>
            <p:cNvSpPr>
              <a:spLocks/>
            </p:cNvSpPr>
            <p:nvPr/>
          </p:nvSpPr>
          <p:spPr>
            <a:xfrm>
              <a:off x="3700020" y="1534851"/>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60" name="text_59">
              <a:extLst>
                <a:ext uri="{FF2B5EF4-FFF2-40B4-BE49-F238E27FC236}">
                  <a16:creationId xmlns:a16="http://schemas.microsoft.com/office/drawing/2014/main" id="{FB7CD316-7724-42CB-B6B9-D4EB3FDAF9E7}"/>
                </a:ext>
              </a:extLst>
            </p:cNvPr>
            <p:cNvSpPr>
              <a:spLocks/>
            </p:cNvSpPr>
            <p:nvPr/>
          </p:nvSpPr>
          <p:spPr>
            <a:xfrm>
              <a:off x="3558826" y="149479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25</a:t>
              </a:r>
            </a:p>
          </p:txBody>
        </p:sp>
        <p:sp>
          <p:nvSpPr>
            <p:cNvPr id="61" name="direct_60">
              <a:extLst>
                <a:ext uri="{FF2B5EF4-FFF2-40B4-BE49-F238E27FC236}">
                  <a16:creationId xmlns:a16="http://schemas.microsoft.com/office/drawing/2014/main" id="{C84813E2-4C0B-41B5-A1DE-598D26F28A66}"/>
                </a:ext>
              </a:extLst>
            </p:cNvPr>
            <p:cNvSpPr>
              <a:spLocks/>
            </p:cNvSpPr>
            <p:nvPr/>
          </p:nvSpPr>
          <p:spPr>
            <a:xfrm>
              <a:off x="3700020" y="1221474"/>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62" name="text_61">
              <a:extLst>
                <a:ext uri="{FF2B5EF4-FFF2-40B4-BE49-F238E27FC236}">
                  <a16:creationId xmlns:a16="http://schemas.microsoft.com/office/drawing/2014/main" id="{F94CA9D9-18EF-4E3D-84A3-DD41C7051DBB}"/>
                </a:ext>
              </a:extLst>
            </p:cNvPr>
            <p:cNvSpPr>
              <a:spLocks/>
            </p:cNvSpPr>
            <p:nvPr/>
          </p:nvSpPr>
          <p:spPr>
            <a:xfrm>
              <a:off x="3558826" y="1181413"/>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63" name="direct_62">
              <a:extLst>
                <a:ext uri="{FF2B5EF4-FFF2-40B4-BE49-F238E27FC236}">
                  <a16:creationId xmlns:a16="http://schemas.microsoft.com/office/drawing/2014/main" id="{6CF46030-A3B9-40CD-90D7-F6FA39B506A1}"/>
                </a:ext>
              </a:extLst>
            </p:cNvPr>
            <p:cNvSpPr>
              <a:spLocks/>
            </p:cNvSpPr>
            <p:nvPr/>
          </p:nvSpPr>
          <p:spPr>
            <a:xfrm>
              <a:off x="3700020" y="908097"/>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64" name="text_63">
              <a:extLst>
                <a:ext uri="{FF2B5EF4-FFF2-40B4-BE49-F238E27FC236}">
                  <a16:creationId xmlns:a16="http://schemas.microsoft.com/office/drawing/2014/main" id="{64B71A87-ED83-4294-86F7-2A776C74E2CC}"/>
                </a:ext>
              </a:extLst>
            </p:cNvPr>
            <p:cNvSpPr>
              <a:spLocks/>
            </p:cNvSpPr>
            <p:nvPr/>
          </p:nvSpPr>
          <p:spPr>
            <a:xfrm>
              <a:off x="3558826" y="868036"/>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75</a:t>
              </a:r>
            </a:p>
          </p:txBody>
        </p:sp>
        <p:sp>
          <p:nvSpPr>
            <p:cNvPr id="65" name="direct_64">
              <a:extLst>
                <a:ext uri="{FF2B5EF4-FFF2-40B4-BE49-F238E27FC236}">
                  <a16:creationId xmlns:a16="http://schemas.microsoft.com/office/drawing/2014/main" id="{837BA574-8DE2-47C1-AE38-6B8A6D45299F}"/>
                </a:ext>
              </a:extLst>
            </p:cNvPr>
            <p:cNvSpPr>
              <a:spLocks/>
            </p:cNvSpPr>
            <p:nvPr/>
          </p:nvSpPr>
          <p:spPr>
            <a:xfrm>
              <a:off x="3700020" y="594720"/>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66" name="text_65">
              <a:extLst>
                <a:ext uri="{FF2B5EF4-FFF2-40B4-BE49-F238E27FC236}">
                  <a16:creationId xmlns:a16="http://schemas.microsoft.com/office/drawing/2014/main" id="{8491E818-618E-42A6-9EB7-1347864CC64F}"/>
                </a:ext>
              </a:extLst>
            </p:cNvPr>
            <p:cNvSpPr>
              <a:spLocks/>
            </p:cNvSpPr>
            <p:nvPr/>
          </p:nvSpPr>
          <p:spPr>
            <a:xfrm>
              <a:off x="3507280" y="55465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67" name="direct_66">
              <a:extLst>
                <a:ext uri="{FF2B5EF4-FFF2-40B4-BE49-F238E27FC236}">
                  <a16:creationId xmlns:a16="http://schemas.microsoft.com/office/drawing/2014/main" id="{F9737B53-AC6C-4EA4-B408-58AC5B030E5F}"/>
                </a:ext>
              </a:extLst>
            </p:cNvPr>
            <p:cNvSpPr>
              <a:spLocks/>
            </p:cNvSpPr>
            <p:nvPr/>
          </p:nvSpPr>
          <p:spPr>
            <a:xfrm>
              <a:off x="3996750" y="1348383"/>
              <a:ext cx="255628" cy="499845"/>
            </a:xfrm>
            <a:custGeom>
              <a:avLst/>
              <a:gdLst/>
              <a:ahLst/>
              <a:cxnLst/>
              <a:rect l="0" t="0" r="0" b="0"/>
              <a:pathLst>
                <a:path w="255628" h="499845">
                  <a:moveTo>
                    <a:pt x="0" y="499845"/>
                  </a:moveTo>
                  <a:lnTo>
                    <a:pt x="255628" y="499845"/>
                  </a:lnTo>
                  <a:lnTo>
                    <a:pt x="255628" y="0"/>
                  </a:lnTo>
                  <a:lnTo>
                    <a:pt x="0" y="0"/>
                  </a:lnTo>
                  <a:lnTo>
                    <a:pt x="0" y="499845"/>
                  </a:lnTo>
                  <a:close/>
                </a:path>
              </a:pathLst>
            </a:custGeom>
            <a:solidFill>
              <a:srgbClr val="A5ADB4"/>
            </a:solidFill>
            <a:ln w="0">
              <a:noFill/>
              <a:prstDash val="solid"/>
            </a:ln>
          </p:spPr>
        </p:sp>
        <p:sp>
          <p:nvSpPr>
            <p:cNvPr id="68" name="direct_67">
              <a:extLst>
                <a:ext uri="{FF2B5EF4-FFF2-40B4-BE49-F238E27FC236}">
                  <a16:creationId xmlns:a16="http://schemas.microsoft.com/office/drawing/2014/main" id="{EC711C7F-4CC7-45CC-98A0-87963374E093}"/>
                </a:ext>
              </a:extLst>
            </p:cNvPr>
            <p:cNvSpPr>
              <a:spLocks/>
            </p:cNvSpPr>
            <p:nvPr/>
          </p:nvSpPr>
          <p:spPr>
            <a:xfrm>
              <a:off x="5243717" y="1300947"/>
              <a:ext cx="255628" cy="547281"/>
            </a:xfrm>
            <a:custGeom>
              <a:avLst/>
              <a:gdLst/>
              <a:ahLst/>
              <a:cxnLst/>
              <a:rect l="0" t="0" r="0" b="0"/>
              <a:pathLst>
                <a:path w="255628" h="547281">
                  <a:moveTo>
                    <a:pt x="0" y="547281"/>
                  </a:moveTo>
                  <a:lnTo>
                    <a:pt x="255628" y="547281"/>
                  </a:lnTo>
                  <a:lnTo>
                    <a:pt x="255628" y="0"/>
                  </a:lnTo>
                  <a:lnTo>
                    <a:pt x="0" y="0"/>
                  </a:lnTo>
                  <a:lnTo>
                    <a:pt x="0" y="547281"/>
                  </a:lnTo>
                  <a:close/>
                </a:path>
              </a:pathLst>
            </a:custGeom>
            <a:solidFill>
              <a:srgbClr val="A5ADB4"/>
            </a:solidFill>
            <a:ln w="0">
              <a:noFill/>
              <a:prstDash val="solid"/>
            </a:ln>
          </p:spPr>
        </p:sp>
        <p:sp>
          <p:nvSpPr>
            <p:cNvPr id="69" name="direct_68">
              <a:extLst>
                <a:ext uri="{FF2B5EF4-FFF2-40B4-BE49-F238E27FC236}">
                  <a16:creationId xmlns:a16="http://schemas.microsoft.com/office/drawing/2014/main" id="{AC4EF7E0-EFC0-4868-A720-E0DF68FCD4AA}"/>
                </a:ext>
              </a:extLst>
            </p:cNvPr>
            <p:cNvSpPr>
              <a:spLocks/>
            </p:cNvSpPr>
            <p:nvPr/>
          </p:nvSpPr>
          <p:spPr>
            <a:xfrm>
              <a:off x="4289787" y="1226208"/>
              <a:ext cx="255628" cy="622020"/>
            </a:xfrm>
            <a:custGeom>
              <a:avLst/>
              <a:gdLst/>
              <a:ahLst/>
              <a:cxnLst/>
              <a:rect l="0" t="0" r="0" b="0"/>
              <a:pathLst>
                <a:path w="255628" h="622020">
                  <a:moveTo>
                    <a:pt x="0" y="622020"/>
                  </a:moveTo>
                  <a:lnTo>
                    <a:pt x="255628" y="622020"/>
                  </a:lnTo>
                  <a:lnTo>
                    <a:pt x="255628" y="0"/>
                  </a:lnTo>
                  <a:lnTo>
                    <a:pt x="0" y="0"/>
                  </a:lnTo>
                  <a:lnTo>
                    <a:pt x="0" y="622020"/>
                  </a:lnTo>
                  <a:close/>
                </a:path>
              </a:pathLst>
            </a:custGeom>
            <a:solidFill>
              <a:srgbClr val="5B74BC"/>
            </a:solidFill>
            <a:ln w="0">
              <a:noFill/>
              <a:prstDash val="solid"/>
            </a:ln>
          </p:spPr>
        </p:sp>
        <p:sp>
          <p:nvSpPr>
            <p:cNvPr id="70" name="direct_69">
              <a:extLst>
                <a:ext uri="{FF2B5EF4-FFF2-40B4-BE49-F238E27FC236}">
                  <a16:creationId xmlns:a16="http://schemas.microsoft.com/office/drawing/2014/main" id="{219E970C-D418-43BF-859B-3418E1A7F72D}"/>
                </a:ext>
              </a:extLst>
            </p:cNvPr>
            <p:cNvSpPr>
              <a:spLocks/>
            </p:cNvSpPr>
            <p:nvPr/>
          </p:nvSpPr>
          <p:spPr>
            <a:xfrm>
              <a:off x="5536754" y="1158363"/>
              <a:ext cx="255628" cy="689865"/>
            </a:xfrm>
            <a:custGeom>
              <a:avLst/>
              <a:gdLst/>
              <a:ahLst/>
              <a:cxnLst/>
              <a:rect l="0" t="0" r="0" b="0"/>
              <a:pathLst>
                <a:path w="255628" h="689865">
                  <a:moveTo>
                    <a:pt x="0" y="689865"/>
                  </a:moveTo>
                  <a:lnTo>
                    <a:pt x="255628" y="689865"/>
                  </a:lnTo>
                  <a:lnTo>
                    <a:pt x="255628" y="0"/>
                  </a:lnTo>
                  <a:lnTo>
                    <a:pt x="0" y="0"/>
                  </a:lnTo>
                  <a:lnTo>
                    <a:pt x="0" y="689865"/>
                  </a:lnTo>
                  <a:close/>
                </a:path>
              </a:pathLst>
            </a:custGeom>
            <a:solidFill>
              <a:srgbClr val="5B74BC"/>
            </a:solidFill>
            <a:ln w="0">
              <a:noFill/>
              <a:prstDash val="solid"/>
            </a:ln>
          </p:spPr>
        </p:sp>
        <p:sp>
          <p:nvSpPr>
            <p:cNvPr id="71" name="direct_70">
              <a:extLst>
                <a:ext uri="{FF2B5EF4-FFF2-40B4-BE49-F238E27FC236}">
                  <a16:creationId xmlns:a16="http://schemas.microsoft.com/office/drawing/2014/main" id="{2C2F9EF2-09F3-4006-A4FA-198F3CD853A5}"/>
                </a:ext>
              </a:extLst>
            </p:cNvPr>
            <p:cNvSpPr>
              <a:spLocks/>
            </p:cNvSpPr>
            <p:nvPr/>
          </p:nvSpPr>
          <p:spPr>
            <a:xfrm>
              <a:off x="4582825" y="1055748"/>
              <a:ext cx="255628" cy="792480"/>
            </a:xfrm>
            <a:custGeom>
              <a:avLst/>
              <a:gdLst/>
              <a:ahLst/>
              <a:cxnLst/>
              <a:rect l="0" t="0" r="0" b="0"/>
              <a:pathLst>
                <a:path w="255628" h="792480">
                  <a:moveTo>
                    <a:pt x="0" y="792480"/>
                  </a:moveTo>
                  <a:lnTo>
                    <a:pt x="255628" y="792480"/>
                  </a:lnTo>
                  <a:lnTo>
                    <a:pt x="255628" y="0"/>
                  </a:lnTo>
                  <a:lnTo>
                    <a:pt x="0" y="0"/>
                  </a:lnTo>
                  <a:lnTo>
                    <a:pt x="0" y="792480"/>
                  </a:lnTo>
                  <a:close/>
                </a:path>
              </a:pathLst>
            </a:custGeom>
            <a:solidFill>
              <a:srgbClr val="168D8D"/>
            </a:solidFill>
            <a:ln w="0">
              <a:noFill/>
              <a:prstDash val="solid"/>
            </a:ln>
          </p:spPr>
        </p:sp>
        <p:sp>
          <p:nvSpPr>
            <p:cNvPr id="72" name="direct_71">
              <a:extLst>
                <a:ext uri="{FF2B5EF4-FFF2-40B4-BE49-F238E27FC236}">
                  <a16:creationId xmlns:a16="http://schemas.microsoft.com/office/drawing/2014/main" id="{6094C0DF-0BE0-4644-B2E5-65F58CA95954}"/>
                </a:ext>
              </a:extLst>
            </p:cNvPr>
            <p:cNvSpPr>
              <a:spLocks/>
            </p:cNvSpPr>
            <p:nvPr/>
          </p:nvSpPr>
          <p:spPr>
            <a:xfrm>
              <a:off x="5829791" y="1043538"/>
              <a:ext cx="255628" cy="804690"/>
            </a:xfrm>
            <a:custGeom>
              <a:avLst/>
              <a:gdLst/>
              <a:ahLst/>
              <a:cxnLst/>
              <a:rect l="0" t="0" r="0" b="0"/>
              <a:pathLst>
                <a:path w="255628" h="804690">
                  <a:moveTo>
                    <a:pt x="0" y="804690"/>
                  </a:moveTo>
                  <a:lnTo>
                    <a:pt x="255628" y="804690"/>
                  </a:lnTo>
                  <a:lnTo>
                    <a:pt x="255628" y="0"/>
                  </a:lnTo>
                  <a:lnTo>
                    <a:pt x="0" y="0"/>
                  </a:lnTo>
                  <a:lnTo>
                    <a:pt x="0" y="804690"/>
                  </a:lnTo>
                  <a:close/>
                </a:path>
              </a:pathLst>
            </a:custGeom>
            <a:solidFill>
              <a:srgbClr val="168D8D"/>
            </a:solidFill>
            <a:ln w="0">
              <a:noFill/>
              <a:prstDash val="solid"/>
            </a:ln>
          </p:spPr>
        </p:sp>
        <p:sp>
          <p:nvSpPr>
            <p:cNvPr id="73" name="direct_72">
              <a:extLst>
                <a:ext uri="{FF2B5EF4-FFF2-40B4-BE49-F238E27FC236}">
                  <a16:creationId xmlns:a16="http://schemas.microsoft.com/office/drawing/2014/main" id="{91032A0A-8C4D-4CC5-82FD-DDF8F70D5AC8}"/>
                </a:ext>
              </a:extLst>
            </p:cNvPr>
            <p:cNvSpPr>
              <a:spLocks/>
            </p:cNvSpPr>
            <p:nvPr/>
          </p:nvSpPr>
          <p:spPr>
            <a:xfrm>
              <a:off x="3731770" y="594720"/>
              <a:ext cx="191" cy="1253508"/>
            </a:xfrm>
            <a:custGeom>
              <a:avLst/>
              <a:gdLst/>
              <a:ahLst/>
              <a:cxnLst/>
              <a:rect l="0" t="0" r="0" b="0"/>
              <a:pathLst>
                <a:path w="191" h="1253508">
                  <a:moveTo>
                    <a:pt x="0" y="1253508"/>
                  </a:moveTo>
                  <a:lnTo>
                    <a:pt x="0" y="0"/>
                  </a:lnTo>
                </a:path>
              </a:pathLst>
            </a:custGeom>
            <a:noFill/>
            <a:ln w="7620">
              <a:solidFill>
                <a:srgbClr val="000000"/>
              </a:solidFill>
              <a:prstDash val="solid"/>
            </a:ln>
          </p:spPr>
        </p:sp>
        <p:sp>
          <p:nvSpPr>
            <p:cNvPr id="74" name="direct_73">
              <a:extLst>
                <a:ext uri="{FF2B5EF4-FFF2-40B4-BE49-F238E27FC236}">
                  <a16:creationId xmlns:a16="http://schemas.microsoft.com/office/drawing/2014/main" id="{5549B15A-9CA0-4485-BB81-71C0679A456F}"/>
                </a:ext>
              </a:extLst>
            </p:cNvPr>
            <p:cNvSpPr>
              <a:spLocks/>
            </p:cNvSpPr>
            <p:nvPr/>
          </p:nvSpPr>
          <p:spPr>
            <a:xfrm>
              <a:off x="3731770" y="1848228"/>
              <a:ext cx="2618630" cy="191"/>
            </a:xfrm>
            <a:custGeom>
              <a:avLst/>
              <a:gdLst/>
              <a:ahLst/>
              <a:cxnLst/>
              <a:rect l="0" t="0" r="0" b="0"/>
              <a:pathLst>
                <a:path w="2618630" h="191">
                  <a:moveTo>
                    <a:pt x="0" y="0"/>
                  </a:moveTo>
                  <a:lnTo>
                    <a:pt x="2618630" y="0"/>
                  </a:lnTo>
                </a:path>
              </a:pathLst>
            </a:custGeom>
            <a:noFill/>
            <a:ln w="7620">
              <a:solidFill>
                <a:srgbClr val="000000"/>
              </a:solidFill>
              <a:prstDash val="solid"/>
            </a:ln>
          </p:spPr>
        </p:sp>
        <p:sp>
          <p:nvSpPr>
            <p:cNvPr id="75" name="direct_74">
              <a:extLst>
                <a:ext uri="{FF2B5EF4-FFF2-40B4-BE49-F238E27FC236}">
                  <a16:creationId xmlns:a16="http://schemas.microsoft.com/office/drawing/2014/main" id="{8570A549-6F4B-4C6C-8D66-E25915387173}"/>
                </a:ext>
              </a:extLst>
            </p:cNvPr>
            <p:cNvSpPr>
              <a:spLocks/>
            </p:cNvSpPr>
            <p:nvPr/>
          </p:nvSpPr>
          <p:spPr>
            <a:xfrm>
              <a:off x="4124564" y="1222854"/>
              <a:ext cx="191" cy="248388"/>
            </a:xfrm>
            <a:custGeom>
              <a:avLst/>
              <a:gdLst/>
              <a:ahLst/>
              <a:cxnLst/>
              <a:rect l="0" t="0" r="0" b="0"/>
              <a:pathLst>
                <a:path w="191" h="248388">
                  <a:moveTo>
                    <a:pt x="0" y="248388"/>
                  </a:moveTo>
                  <a:lnTo>
                    <a:pt x="0" y="0"/>
                  </a:lnTo>
                </a:path>
              </a:pathLst>
            </a:custGeom>
            <a:noFill/>
            <a:ln w="8255">
              <a:solidFill>
                <a:srgbClr val="44505A"/>
              </a:solidFill>
              <a:prstDash val="solid"/>
            </a:ln>
          </p:spPr>
        </p:sp>
        <p:sp>
          <p:nvSpPr>
            <p:cNvPr id="76" name="direct_75">
              <a:extLst>
                <a:ext uri="{FF2B5EF4-FFF2-40B4-BE49-F238E27FC236}">
                  <a16:creationId xmlns:a16="http://schemas.microsoft.com/office/drawing/2014/main" id="{0D8B8375-AB88-4C7E-94FE-5DB1B7FD541F}"/>
                </a:ext>
              </a:extLst>
            </p:cNvPr>
            <p:cNvSpPr>
              <a:spLocks/>
            </p:cNvSpPr>
            <p:nvPr/>
          </p:nvSpPr>
          <p:spPr>
            <a:xfrm>
              <a:off x="5371531" y="1173065"/>
              <a:ext cx="191" cy="254788"/>
            </a:xfrm>
            <a:custGeom>
              <a:avLst/>
              <a:gdLst/>
              <a:ahLst/>
              <a:cxnLst/>
              <a:rect l="0" t="0" r="0" b="0"/>
              <a:pathLst>
                <a:path w="191" h="254788">
                  <a:moveTo>
                    <a:pt x="0" y="254788"/>
                  </a:moveTo>
                  <a:lnTo>
                    <a:pt x="0" y="0"/>
                  </a:lnTo>
                </a:path>
              </a:pathLst>
            </a:custGeom>
            <a:noFill/>
            <a:ln w="8255">
              <a:solidFill>
                <a:srgbClr val="44505A"/>
              </a:solidFill>
              <a:prstDash val="solid"/>
            </a:ln>
          </p:spPr>
        </p:sp>
        <p:sp>
          <p:nvSpPr>
            <p:cNvPr id="77" name="direct_76">
              <a:extLst>
                <a:ext uri="{FF2B5EF4-FFF2-40B4-BE49-F238E27FC236}">
                  <a16:creationId xmlns:a16="http://schemas.microsoft.com/office/drawing/2014/main" id="{E650114C-357F-4490-96E9-8B1CCBFEA229}"/>
                </a:ext>
              </a:extLst>
            </p:cNvPr>
            <p:cNvSpPr>
              <a:spLocks/>
            </p:cNvSpPr>
            <p:nvPr/>
          </p:nvSpPr>
          <p:spPr>
            <a:xfrm>
              <a:off x="4097894" y="1471242"/>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78" name="direct_77">
              <a:extLst>
                <a:ext uri="{FF2B5EF4-FFF2-40B4-BE49-F238E27FC236}">
                  <a16:creationId xmlns:a16="http://schemas.microsoft.com/office/drawing/2014/main" id="{35A504EA-355F-4B39-BAD1-FA8D2B5D0B59}"/>
                </a:ext>
              </a:extLst>
            </p:cNvPr>
            <p:cNvSpPr>
              <a:spLocks/>
            </p:cNvSpPr>
            <p:nvPr/>
          </p:nvSpPr>
          <p:spPr>
            <a:xfrm>
              <a:off x="5344861" y="1427853"/>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79" name="direct_78">
              <a:extLst>
                <a:ext uri="{FF2B5EF4-FFF2-40B4-BE49-F238E27FC236}">
                  <a16:creationId xmlns:a16="http://schemas.microsoft.com/office/drawing/2014/main" id="{FC81B29D-31B6-4384-A2AE-6CB0106D8D7E}"/>
                </a:ext>
              </a:extLst>
            </p:cNvPr>
            <p:cNvSpPr>
              <a:spLocks/>
            </p:cNvSpPr>
            <p:nvPr/>
          </p:nvSpPr>
          <p:spPr>
            <a:xfrm>
              <a:off x="4097894" y="1222854"/>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0" name="direct_79">
              <a:extLst>
                <a:ext uri="{FF2B5EF4-FFF2-40B4-BE49-F238E27FC236}">
                  <a16:creationId xmlns:a16="http://schemas.microsoft.com/office/drawing/2014/main" id="{3FF475BE-322E-4513-BAB6-F5849FCABC3C}"/>
                </a:ext>
              </a:extLst>
            </p:cNvPr>
            <p:cNvSpPr>
              <a:spLocks/>
            </p:cNvSpPr>
            <p:nvPr/>
          </p:nvSpPr>
          <p:spPr>
            <a:xfrm>
              <a:off x="5344861" y="1173065"/>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1" name="text_80">
              <a:extLst>
                <a:ext uri="{FF2B5EF4-FFF2-40B4-BE49-F238E27FC236}">
                  <a16:creationId xmlns:a16="http://schemas.microsoft.com/office/drawing/2014/main" id="{1C29F86D-9923-4B51-9AC1-860939E9D67D}"/>
                </a:ext>
              </a:extLst>
            </p:cNvPr>
            <p:cNvSpPr>
              <a:spLocks/>
            </p:cNvSpPr>
            <p:nvPr/>
          </p:nvSpPr>
          <p:spPr>
            <a:xfrm>
              <a:off x="4035593" y="1104866"/>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39.9</a:t>
              </a:r>
            </a:p>
          </p:txBody>
        </p:sp>
        <p:sp>
          <p:nvSpPr>
            <p:cNvPr id="82" name="text_81">
              <a:extLst>
                <a:ext uri="{FF2B5EF4-FFF2-40B4-BE49-F238E27FC236}">
                  <a16:creationId xmlns:a16="http://schemas.microsoft.com/office/drawing/2014/main" id="{9DA165B8-F112-4DB4-940B-2683E57956DB}"/>
                </a:ext>
              </a:extLst>
            </p:cNvPr>
            <p:cNvSpPr>
              <a:spLocks/>
            </p:cNvSpPr>
            <p:nvPr/>
          </p:nvSpPr>
          <p:spPr>
            <a:xfrm>
              <a:off x="5282560" y="1055076"/>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43.7</a:t>
              </a:r>
            </a:p>
          </p:txBody>
        </p:sp>
        <p:sp>
          <p:nvSpPr>
            <p:cNvPr id="83" name="direct_82">
              <a:extLst>
                <a:ext uri="{FF2B5EF4-FFF2-40B4-BE49-F238E27FC236}">
                  <a16:creationId xmlns:a16="http://schemas.microsoft.com/office/drawing/2014/main" id="{E31D0111-B9B3-4662-B9EB-54B37AA946A1}"/>
                </a:ext>
              </a:extLst>
            </p:cNvPr>
            <p:cNvSpPr>
              <a:spLocks/>
            </p:cNvSpPr>
            <p:nvPr/>
          </p:nvSpPr>
          <p:spPr>
            <a:xfrm>
              <a:off x="4417602" y="1101745"/>
              <a:ext cx="191" cy="247573"/>
            </a:xfrm>
            <a:custGeom>
              <a:avLst/>
              <a:gdLst/>
              <a:ahLst/>
              <a:cxnLst/>
              <a:rect l="0" t="0" r="0" b="0"/>
              <a:pathLst>
                <a:path w="191" h="247573">
                  <a:moveTo>
                    <a:pt x="0" y="247573"/>
                  </a:moveTo>
                  <a:lnTo>
                    <a:pt x="0" y="0"/>
                  </a:lnTo>
                </a:path>
              </a:pathLst>
            </a:custGeom>
            <a:noFill/>
            <a:ln w="8255">
              <a:solidFill>
                <a:srgbClr val="44505A"/>
              </a:solidFill>
              <a:prstDash val="solid"/>
            </a:ln>
          </p:spPr>
        </p:sp>
        <p:sp>
          <p:nvSpPr>
            <p:cNvPr id="84" name="direct_83">
              <a:extLst>
                <a:ext uri="{FF2B5EF4-FFF2-40B4-BE49-F238E27FC236}">
                  <a16:creationId xmlns:a16="http://schemas.microsoft.com/office/drawing/2014/main" id="{27048E1B-3FEE-4019-8FDA-FC184FAA03BC}"/>
                </a:ext>
              </a:extLst>
            </p:cNvPr>
            <p:cNvSpPr>
              <a:spLocks/>
            </p:cNvSpPr>
            <p:nvPr/>
          </p:nvSpPr>
          <p:spPr>
            <a:xfrm>
              <a:off x="5664568" y="1034713"/>
              <a:ext cx="191" cy="248896"/>
            </a:xfrm>
            <a:custGeom>
              <a:avLst/>
              <a:gdLst/>
              <a:ahLst/>
              <a:cxnLst/>
              <a:rect l="0" t="0" r="0" b="0"/>
              <a:pathLst>
                <a:path w="191" h="248896">
                  <a:moveTo>
                    <a:pt x="0" y="248896"/>
                  </a:moveTo>
                  <a:lnTo>
                    <a:pt x="0" y="0"/>
                  </a:lnTo>
                </a:path>
              </a:pathLst>
            </a:custGeom>
            <a:noFill/>
            <a:ln w="8255">
              <a:solidFill>
                <a:srgbClr val="44505A"/>
              </a:solidFill>
              <a:prstDash val="solid"/>
            </a:ln>
          </p:spPr>
        </p:sp>
        <p:sp>
          <p:nvSpPr>
            <p:cNvPr id="85" name="direct_84">
              <a:extLst>
                <a:ext uri="{FF2B5EF4-FFF2-40B4-BE49-F238E27FC236}">
                  <a16:creationId xmlns:a16="http://schemas.microsoft.com/office/drawing/2014/main" id="{F8C1F8A7-D7D8-42A4-A005-5EF2ED267647}"/>
                </a:ext>
              </a:extLst>
            </p:cNvPr>
            <p:cNvSpPr>
              <a:spLocks/>
            </p:cNvSpPr>
            <p:nvPr/>
          </p:nvSpPr>
          <p:spPr>
            <a:xfrm>
              <a:off x="4390932" y="1349318"/>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6" name="direct_85">
              <a:extLst>
                <a:ext uri="{FF2B5EF4-FFF2-40B4-BE49-F238E27FC236}">
                  <a16:creationId xmlns:a16="http://schemas.microsoft.com/office/drawing/2014/main" id="{AB42D6B1-D4D1-48EC-B63E-68ADAEDD1F18}"/>
                </a:ext>
              </a:extLst>
            </p:cNvPr>
            <p:cNvSpPr>
              <a:spLocks/>
            </p:cNvSpPr>
            <p:nvPr/>
          </p:nvSpPr>
          <p:spPr>
            <a:xfrm>
              <a:off x="5637898" y="1283610"/>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7" name="direct_86">
              <a:extLst>
                <a:ext uri="{FF2B5EF4-FFF2-40B4-BE49-F238E27FC236}">
                  <a16:creationId xmlns:a16="http://schemas.microsoft.com/office/drawing/2014/main" id="{65137C89-115B-436F-AD7C-ECB60CD03384}"/>
                </a:ext>
              </a:extLst>
            </p:cNvPr>
            <p:cNvSpPr>
              <a:spLocks/>
            </p:cNvSpPr>
            <p:nvPr/>
          </p:nvSpPr>
          <p:spPr>
            <a:xfrm>
              <a:off x="4390932" y="1101745"/>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8" name="direct_87">
              <a:extLst>
                <a:ext uri="{FF2B5EF4-FFF2-40B4-BE49-F238E27FC236}">
                  <a16:creationId xmlns:a16="http://schemas.microsoft.com/office/drawing/2014/main" id="{9104620B-625D-4640-804A-F72341830A6B}"/>
                </a:ext>
              </a:extLst>
            </p:cNvPr>
            <p:cNvSpPr>
              <a:spLocks/>
            </p:cNvSpPr>
            <p:nvPr/>
          </p:nvSpPr>
          <p:spPr>
            <a:xfrm>
              <a:off x="5637898" y="1034713"/>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89" name="text_88">
              <a:extLst>
                <a:ext uri="{FF2B5EF4-FFF2-40B4-BE49-F238E27FC236}">
                  <a16:creationId xmlns:a16="http://schemas.microsoft.com/office/drawing/2014/main" id="{4365E8B9-5BF2-4C54-B396-D46591DFDB8C}"/>
                </a:ext>
              </a:extLst>
            </p:cNvPr>
            <p:cNvSpPr>
              <a:spLocks/>
            </p:cNvSpPr>
            <p:nvPr/>
          </p:nvSpPr>
          <p:spPr>
            <a:xfrm>
              <a:off x="4328630" y="983756"/>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49.6</a:t>
              </a:r>
            </a:p>
          </p:txBody>
        </p:sp>
        <p:sp>
          <p:nvSpPr>
            <p:cNvPr id="90" name="text_89">
              <a:extLst>
                <a:ext uri="{FF2B5EF4-FFF2-40B4-BE49-F238E27FC236}">
                  <a16:creationId xmlns:a16="http://schemas.microsoft.com/office/drawing/2014/main" id="{09395452-8FA0-45B6-A64A-4D7352D260F3}"/>
                </a:ext>
              </a:extLst>
            </p:cNvPr>
            <p:cNvSpPr>
              <a:spLocks/>
            </p:cNvSpPr>
            <p:nvPr/>
          </p:nvSpPr>
          <p:spPr>
            <a:xfrm>
              <a:off x="5575597" y="916725"/>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55.0</a:t>
              </a:r>
            </a:p>
          </p:txBody>
        </p:sp>
        <p:sp>
          <p:nvSpPr>
            <p:cNvPr id="91" name="direct_90">
              <a:extLst>
                <a:ext uri="{FF2B5EF4-FFF2-40B4-BE49-F238E27FC236}">
                  <a16:creationId xmlns:a16="http://schemas.microsoft.com/office/drawing/2014/main" id="{DAEC051D-1512-4074-814F-A3AB4196557D}"/>
                </a:ext>
              </a:extLst>
            </p:cNvPr>
            <p:cNvSpPr>
              <a:spLocks/>
            </p:cNvSpPr>
            <p:nvPr/>
          </p:nvSpPr>
          <p:spPr>
            <a:xfrm>
              <a:off x="4710639" y="935456"/>
              <a:ext cx="191" cy="243330"/>
            </a:xfrm>
            <a:custGeom>
              <a:avLst/>
              <a:gdLst/>
              <a:ahLst/>
              <a:cxnLst/>
              <a:rect l="0" t="0" r="0" b="0"/>
              <a:pathLst>
                <a:path w="191" h="243330">
                  <a:moveTo>
                    <a:pt x="0" y="243330"/>
                  </a:moveTo>
                  <a:lnTo>
                    <a:pt x="0" y="0"/>
                  </a:lnTo>
                </a:path>
              </a:pathLst>
            </a:custGeom>
            <a:noFill/>
            <a:ln w="8255">
              <a:solidFill>
                <a:srgbClr val="44505A"/>
              </a:solidFill>
              <a:prstDash val="solid"/>
            </a:ln>
          </p:spPr>
        </p:sp>
        <p:sp>
          <p:nvSpPr>
            <p:cNvPr id="92" name="direct_91">
              <a:extLst>
                <a:ext uri="{FF2B5EF4-FFF2-40B4-BE49-F238E27FC236}">
                  <a16:creationId xmlns:a16="http://schemas.microsoft.com/office/drawing/2014/main" id="{4C44128A-E664-4066-8F6C-057851EB138E}"/>
                </a:ext>
              </a:extLst>
            </p:cNvPr>
            <p:cNvSpPr>
              <a:spLocks/>
            </p:cNvSpPr>
            <p:nvPr/>
          </p:nvSpPr>
          <p:spPr>
            <a:xfrm>
              <a:off x="5957605" y="922438"/>
              <a:ext cx="191" cy="244592"/>
            </a:xfrm>
            <a:custGeom>
              <a:avLst/>
              <a:gdLst/>
              <a:ahLst/>
              <a:cxnLst/>
              <a:rect l="0" t="0" r="0" b="0"/>
              <a:pathLst>
                <a:path w="191" h="244592">
                  <a:moveTo>
                    <a:pt x="0" y="244592"/>
                  </a:moveTo>
                  <a:lnTo>
                    <a:pt x="0" y="0"/>
                  </a:lnTo>
                </a:path>
              </a:pathLst>
            </a:custGeom>
            <a:noFill/>
            <a:ln w="8255">
              <a:solidFill>
                <a:srgbClr val="44505A"/>
              </a:solidFill>
              <a:prstDash val="solid"/>
            </a:ln>
          </p:spPr>
        </p:sp>
        <p:sp>
          <p:nvSpPr>
            <p:cNvPr id="93" name="direct_92">
              <a:extLst>
                <a:ext uri="{FF2B5EF4-FFF2-40B4-BE49-F238E27FC236}">
                  <a16:creationId xmlns:a16="http://schemas.microsoft.com/office/drawing/2014/main" id="{C6FB96B0-48CD-43BF-AA27-47275340CBDA}"/>
                </a:ext>
              </a:extLst>
            </p:cNvPr>
            <p:cNvSpPr>
              <a:spLocks/>
            </p:cNvSpPr>
            <p:nvPr/>
          </p:nvSpPr>
          <p:spPr>
            <a:xfrm>
              <a:off x="4683969" y="1178786"/>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94" name="direct_93">
              <a:extLst>
                <a:ext uri="{FF2B5EF4-FFF2-40B4-BE49-F238E27FC236}">
                  <a16:creationId xmlns:a16="http://schemas.microsoft.com/office/drawing/2014/main" id="{61D48FD8-15F3-4CD1-A282-3319B86D290C}"/>
                </a:ext>
              </a:extLst>
            </p:cNvPr>
            <p:cNvSpPr>
              <a:spLocks/>
            </p:cNvSpPr>
            <p:nvPr/>
          </p:nvSpPr>
          <p:spPr>
            <a:xfrm>
              <a:off x="5930935" y="1167030"/>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95" name="direct_94">
              <a:extLst>
                <a:ext uri="{FF2B5EF4-FFF2-40B4-BE49-F238E27FC236}">
                  <a16:creationId xmlns:a16="http://schemas.microsoft.com/office/drawing/2014/main" id="{7789FD26-27DD-4709-8EE7-3F96A0358C85}"/>
                </a:ext>
              </a:extLst>
            </p:cNvPr>
            <p:cNvSpPr>
              <a:spLocks/>
            </p:cNvSpPr>
            <p:nvPr/>
          </p:nvSpPr>
          <p:spPr>
            <a:xfrm>
              <a:off x="4683969" y="935456"/>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96" name="direct_95">
              <a:extLst>
                <a:ext uri="{FF2B5EF4-FFF2-40B4-BE49-F238E27FC236}">
                  <a16:creationId xmlns:a16="http://schemas.microsoft.com/office/drawing/2014/main" id="{ABDF3E54-E1F3-4753-B9D2-BE3E7A72377C}"/>
                </a:ext>
              </a:extLst>
            </p:cNvPr>
            <p:cNvSpPr>
              <a:spLocks/>
            </p:cNvSpPr>
            <p:nvPr/>
          </p:nvSpPr>
          <p:spPr>
            <a:xfrm>
              <a:off x="5930935" y="922438"/>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97" name="text_96">
              <a:extLst>
                <a:ext uri="{FF2B5EF4-FFF2-40B4-BE49-F238E27FC236}">
                  <a16:creationId xmlns:a16="http://schemas.microsoft.com/office/drawing/2014/main" id="{46A2B2D6-6CAC-4355-A490-9A23ACE8F622}"/>
                </a:ext>
              </a:extLst>
            </p:cNvPr>
            <p:cNvSpPr>
              <a:spLocks/>
            </p:cNvSpPr>
            <p:nvPr/>
          </p:nvSpPr>
          <p:spPr>
            <a:xfrm>
              <a:off x="4621668" y="817468"/>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63.2</a:t>
              </a:r>
            </a:p>
          </p:txBody>
        </p:sp>
        <p:sp>
          <p:nvSpPr>
            <p:cNvPr id="98" name="text_97">
              <a:extLst>
                <a:ext uri="{FF2B5EF4-FFF2-40B4-BE49-F238E27FC236}">
                  <a16:creationId xmlns:a16="http://schemas.microsoft.com/office/drawing/2014/main" id="{BFB29056-4A1F-4341-ABB9-275195E02BEC}"/>
                </a:ext>
              </a:extLst>
            </p:cNvPr>
            <p:cNvSpPr>
              <a:spLocks/>
            </p:cNvSpPr>
            <p:nvPr/>
          </p:nvSpPr>
          <p:spPr>
            <a:xfrm>
              <a:off x="5868634" y="804450"/>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64.2</a:t>
              </a:r>
            </a:p>
          </p:txBody>
        </p:sp>
        <p:sp>
          <p:nvSpPr>
            <p:cNvPr id="99" name="text_98">
              <a:extLst>
                <a:ext uri="{FF2B5EF4-FFF2-40B4-BE49-F238E27FC236}">
                  <a16:creationId xmlns:a16="http://schemas.microsoft.com/office/drawing/2014/main" id="{50A08794-A9E9-4EC5-9122-7D85F7EAB310}"/>
                </a:ext>
              </a:extLst>
            </p:cNvPr>
            <p:cNvSpPr>
              <a:spLocks/>
            </p:cNvSpPr>
            <p:nvPr/>
          </p:nvSpPr>
          <p:spPr>
            <a:xfrm>
              <a:off x="3515870" y="380090"/>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b</a:t>
              </a:r>
            </a:p>
          </p:txBody>
        </p:sp>
        <p:sp>
          <p:nvSpPr>
            <p:cNvPr id="100" name="text_99">
              <a:extLst>
                <a:ext uri="{FF2B5EF4-FFF2-40B4-BE49-F238E27FC236}">
                  <a16:creationId xmlns:a16="http://schemas.microsoft.com/office/drawing/2014/main" id="{B08ADE95-0255-4371-87F2-64F1642E09EF}"/>
                </a:ext>
              </a:extLst>
            </p:cNvPr>
            <p:cNvSpPr>
              <a:spLocks/>
            </p:cNvSpPr>
            <p:nvPr/>
          </p:nvSpPr>
          <p:spPr>
            <a:xfrm>
              <a:off x="3731770" y="394136"/>
              <a:ext cx="938150" cy="136525"/>
            </a:xfrm>
            <a:prstGeom prst="rect">
              <a:avLst/>
            </a:prstGeom>
            <a:noFill/>
            <a:ln w="0">
              <a:noFill/>
            </a:ln>
          </p:spPr>
          <p:txBody>
            <a:bodyPr wrap="none" lIns="0" tIns="0" rIns="0" bIns="0" anchor="ctr">
              <a:noAutofit/>
            </a:bodyPr>
            <a:lstStyle>
              <a:defPPr algn="l">
                <a:defRPr sz="860" b="0">
                  <a:solidFill>
                    <a:srgbClr val="273744"/>
                  </a:solidFill>
                  <a:latin typeface="Arial"/>
                  <a:ea typeface="Arial"/>
                  <a:cs typeface="Arial"/>
                </a:defRPr>
              </a:defPPr>
              <a:lvl1pPr algn="l">
                <a:defRPr sz="860" b="0">
                  <a:solidFill>
                    <a:srgbClr val="273744"/>
                  </a:solidFill>
                  <a:latin typeface="Arial"/>
                  <a:ea typeface="Arial"/>
                  <a:cs typeface="Arial"/>
                </a:defRPr>
              </a:lvl1pPr>
              <a:lvl2pPr algn="l">
                <a:defRPr sz="860" b="0">
                  <a:solidFill>
                    <a:srgbClr val="273744"/>
                  </a:solidFill>
                  <a:latin typeface="Arial"/>
                  <a:ea typeface="Arial"/>
                  <a:cs typeface="Arial"/>
                </a:defRPr>
              </a:lvl2pPr>
              <a:lvl3pPr algn="l">
                <a:defRPr sz="860" b="0">
                  <a:solidFill>
                    <a:srgbClr val="273744"/>
                  </a:solidFill>
                  <a:latin typeface="Arial"/>
                  <a:ea typeface="Arial"/>
                  <a:cs typeface="Arial"/>
                </a:defRPr>
              </a:lvl3pPr>
              <a:lvl4pPr algn="l">
                <a:defRPr sz="860" b="0">
                  <a:solidFill>
                    <a:srgbClr val="273744"/>
                  </a:solidFill>
                  <a:latin typeface="Arial"/>
                  <a:ea typeface="Arial"/>
                  <a:cs typeface="Arial"/>
                </a:defRPr>
              </a:lvl4pPr>
              <a:lvl5pPr algn="l">
                <a:defRPr sz="860" b="0">
                  <a:solidFill>
                    <a:srgbClr val="273744"/>
                  </a:solidFill>
                  <a:latin typeface="Arial"/>
                  <a:ea typeface="Arial"/>
                  <a:cs typeface="Arial"/>
                </a:defRPr>
              </a:lvl5pPr>
              <a:lvl6pPr algn="l">
                <a:defRPr sz="860" b="0">
                  <a:solidFill>
                    <a:srgbClr val="273744"/>
                  </a:solidFill>
                  <a:latin typeface="Arial"/>
                  <a:ea typeface="Arial"/>
                  <a:cs typeface="Arial"/>
                </a:defRPr>
              </a:lvl6pPr>
              <a:lvl7pPr algn="l">
                <a:defRPr sz="860" b="0">
                  <a:solidFill>
                    <a:srgbClr val="273744"/>
                  </a:solidFill>
                  <a:latin typeface="Arial"/>
                  <a:ea typeface="Arial"/>
                  <a:cs typeface="Arial"/>
                </a:defRPr>
              </a:lvl7pPr>
              <a:lvl8pPr algn="l">
                <a:defRPr sz="860" b="0">
                  <a:solidFill>
                    <a:srgbClr val="273744"/>
                  </a:solidFill>
                  <a:latin typeface="Arial"/>
                  <a:ea typeface="Arial"/>
                  <a:cs typeface="Arial"/>
                </a:defRPr>
              </a:lvl8pPr>
              <a:lvl9pPr algn="l">
                <a:defRPr sz="860" b="0">
                  <a:solidFill>
                    <a:srgbClr val="273744"/>
                  </a:solidFill>
                  <a:latin typeface="Arial"/>
                  <a:ea typeface="Arial"/>
                  <a:cs typeface="Arial"/>
                </a:defRPr>
              </a:lvl9pPr>
            </a:lstStyle>
            <a:p>
              <a:pPr algn="l">
                <a:defRPr sz="860" b="0">
                  <a:solidFill>
                    <a:srgbClr val="273744"/>
                  </a:solidFill>
                  <a:latin typeface="Arial"/>
                  <a:ea typeface="Arial"/>
                  <a:cs typeface="Arial"/>
                </a:defRPr>
              </a:pPr>
              <a:r>
                <a:t>Top-1, RMSD &lt;3 Å</a:t>
              </a:r>
            </a:p>
          </p:txBody>
        </p:sp>
        <p:sp>
          <p:nvSpPr>
            <p:cNvPr id="101" name="direct_100">
              <a:extLst>
                <a:ext uri="{FF2B5EF4-FFF2-40B4-BE49-F238E27FC236}">
                  <a16:creationId xmlns:a16="http://schemas.microsoft.com/office/drawing/2014/main" id="{ED3F1C98-E62C-49CA-B75A-D848660CD5AF}"/>
                </a:ext>
              </a:extLst>
            </p:cNvPr>
            <p:cNvSpPr>
              <a:spLocks/>
            </p:cNvSpPr>
            <p:nvPr/>
          </p:nvSpPr>
          <p:spPr>
            <a:xfrm>
              <a:off x="615600" y="2399772"/>
              <a:ext cx="2618630" cy="1253508"/>
            </a:xfrm>
            <a:custGeom>
              <a:avLst/>
              <a:gdLst/>
              <a:ahLst/>
              <a:cxnLst/>
              <a:rect l="0" t="0" r="0" b="0"/>
              <a:pathLst>
                <a:path w="2618630" h="1253508">
                  <a:moveTo>
                    <a:pt x="0" y="1253508"/>
                  </a:moveTo>
                  <a:lnTo>
                    <a:pt x="2618630" y="1253508"/>
                  </a:lnTo>
                  <a:lnTo>
                    <a:pt x="2618630" y="0"/>
                  </a:lnTo>
                  <a:lnTo>
                    <a:pt x="0" y="0"/>
                  </a:lnTo>
                  <a:lnTo>
                    <a:pt x="0" y="1253508"/>
                  </a:lnTo>
                  <a:close/>
                </a:path>
              </a:pathLst>
            </a:custGeom>
            <a:solidFill>
              <a:srgbClr val="FFFFFF"/>
            </a:solidFill>
            <a:ln w="0">
              <a:noFill/>
              <a:prstDash val="solid"/>
            </a:ln>
          </p:spPr>
        </p:sp>
        <p:sp>
          <p:nvSpPr>
            <p:cNvPr id="102" name="direct_101">
              <a:extLst>
                <a:ext uri="{FF2B5EF4-FFF2-40B4-BE49-F238E27FC236}">
                  <a16:creationId xmlns:a16="http://schemas.microsoft.com/office/drawing/2014/main" id="{4845862F-DA2F-4A2C-AF3E-16D08C2BA74F}"/>
                </a:ext>
              </a:extLst>
            </p:cNvPr>
            <p:cNvSpPr>
              <a:spLocks/>
            </p:cNvSpPr>
            <p:nvPr/>
          </p:nvSpPr>
          <p:spPr>
            <a:xfrm>
              <a:off x="1301432" y="3653280"/>
              <a:ext cx="191" cy="31750"/>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103" name="text_102">
              <a:extLst>
                <a:ext uri="{FF2B5EF4-FFF2-40B4-BE49-F238E27FC236}">
                  <a16:creationId xmlns:a16="http://schemas.microsoft.com/office/drawing/2014/main" id="{6B7CB9B3-2A1C-45DD-A447-81D14DB95363}"/>
                </a:ext>
              </a:extLst>
            </p:cNvPr>
            <p:cNvSpPr>
              <a:spLocks/>
            </p:cNvSpPr>
            <p:nvPr/>
          </p:nvSpPr>
          <p:spPr>
            <a:xfrm>
              <a:off x="1224112" y="371624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104" name="direct_103">
              <a:extLst>
                <a:ext uri="{FF2B5EF4-FFF2-40B4-BE49-F238E27FC236}">
                  <a16:creationId xmlns:a16="http://schemas.microsoft.com/office/drawing/2014/main" id="{C6BF7E00-EEA8-4978-A581-059B1B1DC6BF}"/>
                </a:ext>
              </a:extLst>
            </p:cNvPr>
            <p:cNvSpPr>
              <a:spLocks/>
            </p:cNvSpPr>
            <p:nvPr/>
          </p:nvSpPr>
          <p:spPr>
            <a:xfrm>
              <a:off x="2548398" y="3653280"/>
              <a:ext cx="191" cy="31750"/>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105" name="text_104">
              <a:extLst>
                <a:ext uri="{FF2B5EF4-FFF2-40B4-BE49-F238E27FC236}">
                  <a16:creationId xmlns:a16="http://schemas.microsoft.com/office/drawing/2014/main" id="{3A8DA1E5-2401-4DF2-972E-A52F8E667276}"/>
                </a:ext>
              </a:extLst>
            </p:cNvPr>
            <p:cNvSpPr>
              <a:spLocks/>
            </p:cNvSpPr>
            <p:nvPr/>
          </p:nvSpPr>
          <p:spPr>
            <a:xfrm>
              <a:off x="2471078" y="371624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300</a:t>
              </a:r>
            </a:p>
          </p:txBody>
        </p:sp>
        <p:sp>
          <p:nvSpPr>
            <p:cNvPr id="106" name="direct_105">
              <a:extLst>
                <a:ext uri="{FF2B5EF4-FFF2-40B4-BE49-F238E27FC236}">
                  <a16:creationId xmlns:a16="http://schemas.microsoft.com/office/drawing/2014/main" id="{088CA97F-E729-424E-AE1F-8BB558653A3C}"/>
                </a:ext>
              </a:extLst>
            </p:cNvPr>
            <p:cNvSpPr>
              <a:spLocks/>
            </p:cNvSpPr>
            <p:nvPr/>
          </p:nvSpPr>
          <p:spPr>
            <a:xfrm>
              <a:off x="583850" y="3653280"/>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07" name="text_106">
              <a:extLst>
                <a:ext uri="{FF2B5EF4-FFF2-40B4-BE49-F238E27FC236}">
                  <a16:creationId xmlns:a16="http://schemas.microsoft.com/office/drawing/2014/main" id="{EA4788EB-99CF-4C92-8E5C-A33CD51F1CFF}"/>
                </a:ext>
              </a:extLst>
            </p:cNvPr>
            <p:cNvSpPr>
              <a:spLocks/>
            </p:cNvSpPr>
            <p:nvPr/>
          </p:nvSpPr>
          <p:spPr>
            <a:xfrm>
              <a:off x="494203" y="361321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108" name="direct_107">
              <a:extLst>
                <a:ext uri="{FF2B5EF4-FFF2-40B4-BE49-F238E27FC236}">
                  <a16:creationId xmlns:a16="http://schemas.microsoft.com/office/drawing/2014/main" id="{2DE70903-85E1-4DDD-B962-06630CDEC2CC}"/>
                </a:ext>
              </a:extLst>
            </p:cNvPr>
            <p:cNvSpPr>
              <a:spLocks/>
            </p:cNvSpPr>
            <p:nvPr/>
          </p:nvSpPr>
          <p:spPr>
            <a:xfrm>
              <a:off x="583850" y="3339903"/>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09" name="text_108">
              <a:extLst>
                <a:ext uri="{FF2B5EF4-FFF2-40B4-BE49-F238E27FC236}">
                  <a16:creationId xmlns:a16="http://schemas.microsoft.com/office/drawing/2014/main" id="{6C8F23D2-519E-4ADB-AA04-1A939979DF7A}"/>
                </a:ext>
              </a:extLst>
            </p:cNvPr>
            <p:cNvSpPr>
              <a:spLocks/>
            </p:cNvSpPr>
            <p:nvPr/>
          </p:nvSpPr>
          <p:spPr>
            <a:xfrm>
              <a:off x="442656" y="3299842"/>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25</a:t>
              </a:r>
            </a:p>
          </p:txBody>
        </p:sp>
        <p:sp>
          <p:nvSpPr>
            <p:cNvPr id="110" name="direct_109">
              <a:extLst>
                <a:ext uri="{FF2B5EF4-FFF2-40B4-BE49-F238E27FC236}">
                  <a16:creationId xmlns:a16="http://schemas.microsoft.com/office/drawing/2014/main" id="{89EE8077-8357-4349-A1A4-917904C16BB5}"/>
                </a:ext>
              </a:extLst>
            </p:cNvPr>
            <p:cNvSpPr>
              <a:spLocks/>
            </p:cNvSpPr>
            <p:nvPr/>
          </p:nvSpPr>
          <p:spPr>
            <a:xfrm>
              <a:off x="583850" y="3026526"/>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11" name="text_110">
              <a:extLst>
                <a:ext uri="{FF2B5EF4-FFF2-40B4-BE49-F238E27FC236}">
                  <a16:creationId xmlns:a16="http://schemas.microsoft.com/office/drawing/2014/main" id="{013BF244-B101-4154-981D-E02D5F562C17}"/>
                </a:ext>
              </a:extLst>
            </p:cNvPr>
            <p:cNvSpPr>
              <a:spLocks/>
            </p:cNvSpPr>
            <p:nvPr/>
          </p:nvSpPr>
          <p:spPr>
            <a:xfrm>
              <a:off x="442656" y="2986465"/>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112" name="direct_111">
              <a:extLst>
                <a:ext uri="{FF2B5EF4-FFF2-40B4-BE49-F238E27FC236}">
                  <a16:creationId xmlns:a16="http://schemas.microsoft.com/office/drawing/2014/main" id="{1BFC84E4-C918-46FD-9D35-60B645B8D765}"/>
                </a:ext>
              </a:extLst>
            </p:cNvPr>
            <p:cNvSpPr>
              <a:spLocks/>
            </p:cNvSpPr>
            <p:nvPr/>
          </p:nvSpPr>
          <p:spPr>
            <a:xfrm>
              <a:off x="583850" y="2713149"/>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13" name="text_112">
              <a:extLst>
                <a:ext uri="{FF2B5EF4-FFF2-40B4-BE49-F238E27FC236}">
                  <a16:creationId xmlns:a16="http://schemas.microsoft.com/office/drawing/2014/main" id="{166C5CB2-4C2A-4E39-97B4-4372BE76A594}"/>
                </a:ext>
              </a:extLst>
            </p:cNvPr>
            <p:cNvSpPr>
              <a:spLocks/>
            </p:cNvSpPr>
            <p:nvPr/>
          </p:nvSpPr>
          <p:spPr>
            <a:xfrm>
              <a:off x="442656" y="267308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75</a:t>
              </a:r>
            </a:p>
          </p:txBody>
        </p:sp>
        <p:sp>
          <p:nvSpPr>
            <p:cNvPr id="114" name="direct_113">
              <a:extLst>
                <a:ext uri="{FF2B5EF4-FFF2-40B4-BE49-F238E27FC236}">
                  <a16:creationId xmlns:a16="http://schemas.microsoft.com/office/drawing/2014/main" id="{FA0B30A7-55C6-4CC5-9FBD-4DF4EFF75702}"/>
                </a:ext>
              </a:extLst>
            </p:cNvPr>
            <p:cNvSpPr>
              <a:spLocks/>
            </p:cNvSpPr>
            <p:nvPr/>
          </p:nvSpPr>
          <p:spPr>
            <a:xfrm>
              <a:off x="583850" y="2399772"/>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15" name="text_114">
              <a:extLst>
                <a:ext uri="{FF2B5EF4-FFF2-40B4-BE49-F238E27FC236}">
                  <a16:creationId xmlns:a16="http://schemas.microsoft.com/office/drawing/2014/main" id="{9289ED81-E0FF-42A2-BF57-5C57C5506828}"/>
                </a:ext>
              </a:extLst>
            </p:cNvPr>
            <p:cNvSpPr>
              <a:spLocks/>
            </p:cNvSpPr>
            <p:nvPr/>
          </p:nvSpPr>
          <p:spPr>
            <a:xfrm>
              <a:off x="391110" y="2359711"/>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116" name="text_115">
              <a:extLst>
                <a:ext uri="{FF2B5EF4-FFF2-40B4-BE49-F238E27FC236}">
                  <a16:creationId xmlns:a16="http://schemas.microsoft.com/office/drawing/2014/main" id="{976B35BA-7D6B-4557-A5C5-D4420450F988}"/>
                </a:ext>
              </a:extLst>
            </p:cNvPr>
            <p:cNvSpPr>
              <a:spLocks/>
            </p:cNvSpPr>
            <p:nvPr/>
          </p:nvSpPr>
          <p:spPr>
            <a:xfrm rot="-5400000">
              <a:off x="-177772" y="2963026"/>
              <a:ext cx="972515"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t>Mean completion (%)</a:t>
              </a:r>
            </a:p>
          </p:txBody>
        </p:sp>
        <p:sp>
          <p:nvSpPr>
            <p:cNvPr id="117" name="direct_116">
              <a:extLst>
                <a:ext uri="{FF2B5EF4-FFF2-40B4-BE49-F238E27FC236}">
                  <a16:creationId xmlns:a16="http://schemas.microsoft.com/office/drawing/2014/main" id="{E0B98DA1-841B-424B-92F3-A6422C490CF0}"/>
                </a:ext>
              </a:extLst>
            </p:cNvPr>
            <p:cNvSpPr>
              <a:spLocks/>
            </p:cNvSpPr>
            <p:nvPr/>
          </p:nvSpPr>
          <p:spPr>
            <a:xfrm>
              <a:off x="880580" y="3167996"/>
              <a:ext cx="255628" cy="485284"/>
            </a:xfrm>
            <a:custGeom>
              <a:avLst/>
              <a:gdLst/>
              <a:ahLst/>
              <a:cxnLst/>
              <a:rect l="0" t="0" r="0" b="0"/>
              <a:pathLst>
                <a:path w="255628" h="485284">
                  <a:moveTo>
                    <a:pt x="0" y="485284"/>
                  </a:moveTo>
                  <a:lnTo>
                    <a:pt x="255628" y="485284"/>
                  </a:lnTo>
                  <a:lnTo>
                    <a:pt x="255628" y="0"/>
                  </a:lnTo>
                  <a:lnTo>
                    <a:pt x="0" y="0"/>
                  </a:lnTo>
                  <a:lnTo>
                    <a:pt x="0" y="485284"/>
                  </a:lnTo>
                  <a:close/>
                </a:path>
              </a:pathLst>
            </a:custGeom>
            <a:solidFill>
              <a:srgbClr val="A5ADB4"/>
            </a:solidFill>
            <a:ln w="0">
              <a:noFill/>
              <a:prstDash val="solid"/>
            </a:ln>
          </p:spPr>
        </p:sp>
        <p:sp>
          <p:nvSpPr>
            <p:cNvPr id="118" name="direct_117">
              <a:extLst>
                <a:ext uri="{FF2B5EF4-FFF2-40B4-BE49-F238E27FC236}">
                  <a16:creationId xmlns:a16="http://schemas.microsoft.com/office/drawing/2014/main" id="{0ABC7522-6BC4-4618-81CC-01CEF4E3C73B}"/>
                </a:ext>
              </a:extLst>
            </p:cNvPr>
            <p:cNvSpPr>
              <a:spLocks/>
            </p:cNvSpPr>
            <p:nvPr/>
          </p:nvSpPr>
          <p:spPr>
            <a:xfrm>
              <a:off x="2127547" y="3107389"/>
              <a:ext cx="255628" cy="545891"/>
            </a:xfrm>
            <a:custGeom>
              <a:avLst/>
              <a:gdLst/>
              <a:ahLst/>
              <a:cxnLst/>
              <a:rect l="0" t="0" r="0" b="0"/>
              <a:pathLst>
                <a:path w="255628" h="545891">
                  <a:moveTo>
                    <a:pt x="0" y="545891"/>
                  </a:moveTo>
                  <a:lnTo>
                    <a:pt x="255628" y="545891"/>
                  </a:lnTo>
                  <a:lnTo>
                    <a:pt x="255628" y="0"/>
                  </a:lnTo>
                  <a:lnTo>
                    <a:pt x="0" y="0"/>
                  </a:lnTo>
                  <a:lnTo>
                    <a:pt x="0" y="545891"/>
                  </a:lnTo>
                  <a:close/>
                </a:path>
              </a:pathLst>
            </a:custGeom>
            <a:solidFill>
              <a:srgbClr val="A5ADB4"/>
            </a:solidFill>
            <a:ln w="0">
              <a:noFill/>
              <a:prstDash val="solid"/>
            </a:ln>
          </p:spPr>
        </p:sp>
        <p:sp>
          <p:nvSpPr>
            <p:cNvPr id="119" name="direct_118">
              <a:extLst>
                <a:ext uri="{FF2B5EF4-FFF2-40B4-BE49-F238E27FC236}">
                  <a16:creationId xmlns:a16="http://schemas.microsoft.com/office/drawing/2014/main" id="{4D27D131-EEFC-4305-88F8-ED68769E54A3}"/>
                </a:ext>
              </a:extLst>
            </p:cNvPr>
            <p:cNvSpPr>
              <a:spLocks/>
            </p:cNvSpPr>
            <p:nvPr/>
          </p:nvSpPr>
          <p:spPr>
            <a:xfrm>
              <a:off x="1173618" y="3004020"/>
              <a:ext cx="255628" cy="649260"/>
            </a:xfrm>
            <a:custGeom>
              <a:avLst/>
              <a:gdLst/>
              <a:ahLst/>
              <a:cxnLst/>
              <a:rect l="0" t="0" r="0" b="0"/>
              <a:pathLst>
                <a:path w="255628" h="649260">
                  <a:moveTo>
                    <a:pt x="0" y="649260"/>
                  </a:moveTo>
                  <a:lnTo>
                    <a:pt x="255628" y="649260"/>
                  </a:lnTo>
                  <a:lnTo>
                    <a:pt x="255628" y="0"/>
                  </a:lnTo>
                  <a:lnTo>
                    <a:pt x="0" y="0"/>
                  </a:lnTo>
                  <a:lnTo>
                    <a:pt x="0" y="649260"/>
                  </a:lnTo>
                  <a:close/>
                </a:path>
              </a:pathLst>
            </a:custGeom>
            <a:solidFill>
              <a:srgbClr val="5B74BC"/>
            </a:solidFill>
            <a:ln w="0">
              <a:noFill/>
              <a:prstDash val="solid"/>
            </a:ln>
          </p:spPr>
        </p:sp>
        <p:sp>
          <p:nvSpPr>
            <p:cNvPr id="120" name="direct_119">
              <a:extLst>
                <a:ext uri="{FF2B5EF4-FFF2-40B4-BE49-F238E27FC236}">
                  <a16:creationId xmlns:a16="http://schemas.microsoft.com/office/drawing/2014/main" id="{91AA6F95-248B-40D4-84D4-520B04E3BF1F}"/>
                </a:ext>
              </a:extLst>
            </p:cNvPr>
            <p:cNvSpPr>
              <a:spLocks/>
            </p:cNvSpPr>
            <p:nvPr/>
          </p:nvSpPr>
          <p:spPr>
            <a:xfrm>
              <a:off x="2420584" y="2917183"/>
              <a:ext cx="255628" cy="736097"/>
            </a:xfrm>
            <a:custGeom>
              <a:avLst/>
              <a:gdLst/>
              <a:ahLst/>
              <a:cxnLst/>
              <a:rect l="0" t="0" r="0" b="0"/>
              <a:pathLst>
                <a:path w="255628" h="736097">
                  <a:moveTo>
                    <a:pt x="0" y="736097"/>
                  </a:moveTo>
                  <a:lnTo>
                    <a:pt x="255628" y="736097"/>
                  </a:lnTo>
                  <a:lnTo>
                    <a:pt x="255628" y="0"/>
                  </a:lnTo>
                  <a:lnTo>
                    <a:pt x="0" y="0"/>
                  </a:lnTo>
                  <a:lnTo>
                    <a:pt x="0" y="736097"/>
                  </a:lnTo>
                  <a:close/>
                </a:path>
              </a:pathLst>
            </a:custGeom>
            <a:solidFill>
              <a:srgbClr val="5B74BC"/>
            </a:solidFill>
            <a:ln w="0">
              <a:noFill/>
              <a:prstDash val="solid"/>
            </a:ln>
          </p:spPr>
        </p:sp>
        <p:sp>
          <p:nvSpPr>
            <p:cNvPr id="121" name="direct_120">
              <a:extLst>
                <a:ext uri="{FF2B5EF4-FFF2-40B4-BE49-F238E27FC236}">
                  <a16:creationId xmlns:a16="http://schemas.microsoft.com/office/drawing/2014/main" id="{D24579D7-79E6-42A8-B0B7-4ECB04907871}"/>
                </a:ext>
              </a:extLst>
            </p:cNvPr>
            <p:cNvSpPr>
              <a:spLocks/>
            </p:cNvSpPr>
            <p:nvPr/>
          </p:nvSpPr>
          <p:spPr>
            <a:xfrm>
              <a:off x="1466655" y="2800967"/>
              <a:ext cx="255628" cy="852313"/>
            </a:xfrm>
            <a:custGeom>
              <a:avLst/>
              <a:gdLst/>
              <a:ahLst/>
              <a:cxnLst/>
              <a:rect l="0" t="0" r="0" b="0"/>
              <a:pathLst>
                <a:path w="255628" h="852313">
                  <a:moveTo>
                    <a:pt x="0" y="852313"/>
                  </a:moveTo>
                  <a:lnTo>
                    <a:pt x="255628" y="852313"/>
                  </a:lnTo>
                  <a:lnTo>
                    <a:pt x="255628" y="0"/>
                  </a:lnTo>
                  <a:lnTo>
                    <a:pt x="0" y="0"/>
                  </a:lnTo>
                  <a:lnTo>
                    <a:pt x="0" y="852313"/>
                  </a:lnTo>
                  <a:close/>
                </a:path>
              </a:pathLst>
            </a:custGeom>
            <a:solidFill>
              <a:srgbClr val="168D8D"/>
            </a:solidFill>
            <a:ln w="0">
              <a:noFill/>
              <a:prstDash val="solid"/>
            </a:ln>
          </p:spPr>
        </p:sp>
        <p:sp>
          <p:nvSpPr>
            <p:cNvPr id="122" name="direct_121">
              <a:extLst>
                <a:ext uri="{FF2B5EF4-FFF2-40B4-BE49-F238E27FC236}">
                  <a16:creationId xmlns:a16="http://schemas.microsoft.com/office/drawing/2014/main" id="{229D96FD-B521-4085-86F3-EE80BDCA7666}"/>
                </a:ext>
              </a:extLst>
            </p:cNvPr>
            <p:cNvSpPr>
              <a:spLocks/>
            </p:cNvSpPr>
            <p:nvPr/>
          </p:nvSpPr>
          <p:spPr>
            <a:xfrm>
              <a:off x="2713622" y="2788757"/>
              <a:ext cx="255628" cy="864523"/>
            </a:xfrm>
            <a:custGeom>
              <a:avLst/>
              <a:gdLst/>
              <a:ahLst/>
              <a:cxnLst/>
              <a:rect l="0" t="0" r="0" b="0"/>
              <a:pathLst>
                <a:path w="255628" h="864523">
                  <a:moveTo>
                    <a:pt x="0" y="864523"/>
                  </a:moveTo>
                  <a:lnTo>
                    <a:pt x="255628" y="864523"/>
                  </a:lnTo>
                  <a:lnTo>
                    <a:pt x="255628" y="0"/>
                  </a:lnTo>
                  <a:lnTo>
                    <a:pt x="0" y="0"/>
                  </a:lnTo>
                  <a:lnTo>
                    <a:pt x="0" y="864523"/>
                  </a:lnTo>
                  <a:close/>
                </a:path>
              </a:pathLst>
            </a:custGeom>
            <a:solidFill>
              <a:srgbClr val="168D8D"/>
            </a:solidFill>
            <a:ln w="0">
              <a:noFill/>
              <a:prstDash val="solid"/>
            </a:ln>
          </p:spPr>
        </p:sp>
        <p:sp>
          <p:nvSpPr>
            <p:cNvPr id="123" name="direct_122">
              <a:extLst>
                <a:ext uri="{FF2B5EF4-FFF2-40B4-BE49-F238E27FC236}">
                  <a16:creationId xmlns:a16="http://schemas.microsoft.com/office/drawing/2014/main" id="{E79966EE-CBD0-49CA-846E-43E299ECA1C7}"/>
                </a:ext>
              </a:extLst>
            </p:cNvPr>
            <p:cNvSpPr>
              <a:spLocks/>
            </p:cNvSpPr>
            <p:nvPr/>
          </p:nvSpPr>
          <p:spPr>
            <a:xfrm>
              <a:off x="615600" y="2399772"/>
              <a:ext cx="191" cy="1253508"/>
            </a:xfrm>
            <a:custGeom>
              <a:avLst/>
              <a:gdLst/>
              <a:ahLst/>
              <a:cxnLst/>
              <a:rect l="0" t="0" r="0" b="0"/>
              <a:pathLst>
                <a:path w="191" h="1253508">
                  <a:moveTo>
                    <a:pt x="0" y="1253508"/>
                  </a:moveTo>
                  <a:lnTo>
                    <a:pt x="0" y="0"/>
                  </a:lnTo>
                </a:path>
              </a:pathLst>
            </a:custGeom>
            <a:noFill/>
            <a:ln w="7620">
              <a:solidFill>
                <a:srgbClr val="000000"/>
              </a:solidFill>
              <a:prstDash val="solid"/>
            </a:ln>
          </p:spPr>
        </p:sp>
        <p:sp>
          <p:nvSpPr>
            <p:cNvPr id="124" name="direct_123">
              <a:extLst>
                <a:ext uri="{FF2B5EF4-FFF2-40B4-BE49-F238E27FC236}">
                  <a16:creationId xmlns:a16="http://schemas.microsoft.com/office/drawing/2014/main" id="{51F48C78-2C57-4D6C-96F8-69E2BB379DC6}"/>
                </a:ext>
              </a:extLst>
            </p:cNvPr>
            <p:cNvSpPr>
              <a:spLocks/>
            </p:cNvSpPr>
            <p:nvPr/>
          </p:nvSpPr>
          <p:spPr>
            <a:xfrm>
              <a:off x="615600" y="3653280"/>
              <a:ext cx="2618630" cy="191"/>
            </a:xfrm>
            <a:custGeom>
              <a:avLst/>
              <a:gdLst/>
              <a:ahLst/>
              <a:cxnLst/>
              <a:rect l="0" t="0" r="0" b="0"/>
              <a:pathLst>
                <a:path w="2618630" h="191">
                  <a:moveTo>
                    <a:pt x="0" y="0"/>
                  </a:moveTo>
                  <a:lnTo>
                    <a:pt x="2618630" y="0"/>
                  </a:lnTo>
                </a:path>
              </a:pathLst>
            </a:custGeom>
            <a:noFill/>
            <a:ln w="7620">
              <a:solidFill>
                <a:srgbClr val="000000"/>
              </a:solidFill>
              <a:prstDash val="solid"/>
            </a:ln>
          </p:spPr>
        </p:sp>
        <p:sp>
          <p:nvSpPr>
            <p:cNvPr id="125" name="direct_124">
              <a:extLst>
                <a:ext uri="{FF2B5EF4-FFF2-40B4-BE49-F238E27FC236}">
                  <a16:creationId xmlns:a16="http://schemas.microsoft.com/office/drawing/2014/main" id="{1D73F453-3A99-4B2B-B6E8-CC02E37940BD}"/>
                </a:ext>
              </a:extLst>
            </p:cNvPr>
            <p:cNvSpPr>
              <a:spLocks/>
            </p:cNvSpPr>
            <p:nvPr/>
          </p:nvSpPr>
          <p:spPr>
            <a:xfrm>
              <a:off x="1008395" y="3046756"/>
              <a:ext cx="191" cy="241497"/>
            </a:xfrm>
            <a:custGeom>
              <a:avLst/>
              <a:gdLst/>
              <a:ahLst/>
              <a:cxnLst/>
              <a:rect l="0" t="0" r="0" b="0"/>
              <a:pathLst>
                <a:path w="191" h="241497">
                  <a:moveTo>
                    <a:pt x="0" y="241497"/>
                  </a:moveTo>
                  <a:lnTo>
                    <a:pt x="0" y="0"/>
                  </a:lnTo>
                </a:path>
              </a:pathLst>
            </a:custGeom>
            <a:noFill/>
            <a:ln w="8255">
              <a:solidFill>
                <a:srgbClr val="44505A"/>
              </a:solidFill>
              <a:prstDash val="solid"/>
            </a:ln>
          </p:spPr>
        </p:sp>
        <p:sp>
          <p:nvSpPr>
            <p:cNvPr id="126" name="direct_125">
              <a:extLst>
                <a:ext uri="{FF2B5EF4-FFF2-40B4-BE49-F238E27FC236}">
                  <a16:creationId xmlns:a16="http://schemas.microsoft.com/office/drawing/2014/main" id="{1A4FC1DD-5315-4176-A903-2927E7D4F552}"/>
                </a:ext>
              </a:extLst>
            </p:cNvPr>
            <p:cNvSpPr>
              <a:spLocks/>
            </p:cNvSpPr>
            <p:nvPr/>
          </p:nvSpPr>
          <p:spPr>
            <a:xfrm>
              <a:off x="2255361" y="2980863"/>
              <a:ext cx="191" cy="252161"/>
            </a:xfrm>
            <a:custGeom>
              <a:avLst/>
              <a:gdLst/>
              <a:ahLst/>
              <a:cxnLst/>
              <a:rect l="0" t="0" r="0" b="0"/>
              <a:pathLst>
                <a:path w="191" h="252161">
                  <a:moveTo>
                    <a:pt x="0" y="252161"/>
                  </a:moveTo>
                  <a:lnTo>
                    <a:pt x="0" y="0"/>
                  </a:lnTo>
                </a:path>
              </a:pathLst>
            </a:custGeom>
            <a:noFill/>
            <a:ln w="8255">
              <a:solidFill>
                <a:srgbClr val="44505A"/>
              </a:solidFill>
              <a:prstDash val="solid"/>
            </a:ln>
          </p:spPr>
        </p:sp>
        <p:sp>
          <p:nvSpPr>
            <p:cNvPr id="127" name="direct_126">
              <a:extLst>
                <a:ext uri="{FF2B5EF4-FFF2-40B4-BE49-F238E27FC236}">
                  <a16:creationId xmlns:a16="http://schemas.microsoft.com/office/drawing/2014/main" id="{D021D45A-9308-49F2-9A6D-4DB92E565753}"/>
                </a:ext>
              </a:extLst>
            </p:cNvPr>
            <p:cNvSpPr>
              <a:spLocks/>
            </p:cNvSpPr>
            <p:nvPr/>
          </p:nvSpPr>
          <p:spPr>
            <a:xfrm>
              <a:off x="981725" y="3288254"/>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28" name="direct_127">
              <a:extLst>
                <a:ext uri="{FF2B5EF4-FFF2-40B4-BE49-F238E27FC236}">
                  <a16:creationId xmlns:a16="http://schemas.microsoft.com/office/drawing/2014/main" id="{E4F3ECFC-2F1B-4957-B521-08E845B6F835}"/>
                </a:ext>
              </a:extLst>
            </p:cNvPr>
            <p:cNvSpPr>
              <a:spLocks/>
            </p:cNvSpPr>
            <p:nvPr/>
          </p:nvSpPr>
          <p:spPr>
            <a:xfrm>
              <a:off x="2228691" y="3233024"/>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29" name="direct_128">
              <a:extLst>
                <a:ext uri="{FF2B5EF4-FFF2-40B4-BE49-F238E27FC236}">
                  <a16:creationId xmlns:a16="http://schemas.microsoft.com/office/drawing/2014/main" id="{794045E7-68F3-4C48-9870-68F38C2CA3B9}"/>
                </a:ext>
              </a:extLst>
            </p:cNvPr>
            <p:cNvSpPr>
              <a:spLocks/>
            </p:cNvSpPr>
            <p:nvPr/>
          </p:nvSpPr>
          <p:spPr>
            <a:xfrm>
              <a:off x="981725" y="3046756"/>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0" name="direct_129">
              <a:extLst>
                <a:ext uri="{FF2B5EF4-FFF2-40B4-BE49-F238E27FC236}">
                  <a16:creationId xmlns:a16="http://schemas.microsoft.com/office/drawing/2014/main" id="{D53EF3D9-6F64-4B8F-846D-E5CB85C9A1EA}"/>
                </a:ext>
              </a:extLst>
            </p:cNvPr>
            <p:cNvSpPr>
              <a:spLocks/>
            </p:cNvSpPr>
            <p:nvPr/>
          </p:nvSpPr>
          <p:spPr>
            <a:xfrm>
              <a:off x="2228691" y="2980863"/>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1" name="text_130">
              <a:extLst>
                <a:ext uri="{FF2B5EF4-FFF2-40B4-BE49-F238E27FC236}">
                  <a16:creationId xmlns:a16="http://schemas.microsoft.com/office/drawing/2014/main" id="{DB1497C8-833A-4671-8105-3FA6AF18DA63}"/>
                </a:ext>
              </a:extLst>
            </p:cNvPr>
            <p:cNvSpPr>
              <a:spLocks/>
            </p:cNvSpPr>
            <p:nvPr/>
          </p:nvSpPr>
          <p:spPr>
            <a:xfrm>
              <a:off x="919423" y="2928768"/>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38.7</a:t>
              </a:r>
            </a:p>
          </p:txBody>
        </p:sp>
        <p:sp>
          <p:nvSpPr>
            <p:cNvPr id="132" name="text_131">
              <a:extLst>
                <a:ext uri="{FF2B5EF4-FFF2-40B4-BE49-F238E27FC236}">
                  <a16:creationId xmlns:a16="http://schemas.microsoft.com/office/drawing/2014/main" id="{5897B558-BE08-4632-913B-8083A2E6F45C}"/>
                </a:ext>
              </a:extLst>
            </p:cNvPr>
            <p:cNvSpPr>
              <a:spLocks/>
            </p:cNvSpPr>
            <p:nvPr/>
          </p:nvSpPr>
          <p:spPr>
            <a:xfrm>
              <a:off x="2166390" y="2862875"/>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43.5</a:t>
              </a:r>
            </a:p>
          </p:txBody>
        </p:sp>
        <p:sp>
          <p:nvSpPr>
            <p:cNvPr id="133" name="direct_132">
              <a:extLst>
                <a:ext uri="{FF2B5EF4-FFF2-40B4-BE49-F238E27FC236}">
                  <a16:creationId xmlns:a16="http://schemas.microsoft.com/office/drawing/2014/main" id="{D44F1FD7-418B-4E8C-8CD3-D33E00C65437}"/>
                </a:ext>
              </a:extLst>
            </p:cNvPr>
            <p:cNvSpPr>
              <a:spLocks/>
            </p:cNvSpPr>
            <p:nvPr/>
          </p:nvSpPr>
          <p:spPr>
            <a:xfrm>
              <a:off x="1301432" y="2881539"/>
              <a:ext cx="191" cy="246206"/>
            </a:xfrm>
            <a:custGeom>
              <a:avLst/>
              <a:gdLst/>
              <a:ahLst/>
              <a:cxnLst/>
              <a:rect l="0" t="0" r="0" b="0"/>
              <a:pathLst>
                <a:path w="191" h="246206">
                  <a:moveTo>
                    <a:pt x="0" y="246206"/>
                  </a:moveTo>
                  <a:lnTo>
                    <a:pt x="0" y="0"/>
                  </a:lnTo>
                </a:path>
              </a:pathLst>
            </a:custGeom>
            <a:noFill/>
            <a:ln w="8255">
              <a:solidFill>
                <a:srgbClr val="44505A"/>
              </a:solidFill>
              <a:prstDash val="solid"/>
            </a:ln>
          </p:spPr>
        </p:sp>
        <p:sp>
          <p:nvSpPr>
            <p:cNvPr id="134" name="direct_133">
              <a:extLst>
                <a:ext uri="{FF2B5EF4-FFF2-40B4-BE49-F238E27FC236}">
                  <a16:creationId xmlns:a16="http://schemas.microsoft.com/office/drawing/2014/main" id="{8CCBACAE-0486-4B30-9C69-F2D7FA8F7B84}"/>
                </a:ext>
              </a:extLst>
            </p:cNvPr>
            <p:cNvSpPr>
              <a:spLocks/>
            </p:cNvSpPr>
            <p:nvPr/>
          </p:nvSpPr>
          <p:spPr>
            <a:xfrm>
              <a:off x="2548398" y="2794993"/>
              <a:ext cx="191" cy="247636"/>
            </a:xfrm>
            <a:custGeom>
              <a:avLst/>
              <a:gdLst/>
              <a:ahLst/>
              <a:cxnLst/>
              <a:rect l="0" t="0" r="0" b="0"/>
              <a:pathLst>
                <a:path w="191" h="247636">
                  <a:moveTo>
                    <a:pt x="0" y="247636"/>
                  </a:moveTo>
                  <a:lnTo>
                    <a:pt x="0" y="0"/>
                  </a:lnTo>
                </a:path>
              </a:pathLst>
            </a:custGeom>
            <a:noFill/>
            <a:ln w="8255">
              <a:solidFill>
                <a:srgbClr val="44505A"/>
              </a:solidFill>
              <a:prstDash val="solid"/>
            </a:ln>
          </p:spPr>
        </p:sp>
        <p:sp>
          <p:nvSpPr>
            <p:cNvPr id="135" name="direct_134">
              <a:extLst>
                <a:ext uri="{FF2B5EF4-FFF2-40B4-BE49-F238E27FC236}">
                  <a16:creationId xmlns:a16="http://schemas.microsoft.com/office/drawing/2014/main" id="{85BDD664-29F4-4BAD-B9F7-7C06678DB92D}"/>
                </a:ext>
              </a:extLst>
            </p:cNvPr>
            <p:cNvSpPr>
              <a:spLocks/>
            </p:cNvSpPr>
            <p:nvPr/>
          </p:nvSpPr>
          <p:spPr>
            <a:xfrm>
              <a:off x="1274762" y="3127745"/>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6" name="direct_135">
              <a:extLst>
                <a:ext uri="{FF2B5EF4-FFF2-40B4-BE49-F238E27FC236}">
                  <a16:creationId xmlns:a16="http://schemas.microsoft.com/office/drawing/2014/main" id="{F7314BB6-2DCA-4382-8C60-BFF234A0CD3B}"/>
                </a:ext>
              </a:extLst>
            </p:cNvPr>
            <p:cNvSpPr>
              <a:spLocks/>
            </p:cNvSpPr>
            <p:nvPr/>
          </p:nvSpPr>
          <p:spPr>
            <a:xfrm>
              <a:off x="2521728" y="3042629"/>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7" name="direct_136">
              <a:extLst>
                <a:ext uri="{FF2B5EF4-FFF2-40B4-BE49-F238E27FC236}">
                  <a16:creationId xmlns:a16="http://schemas.microsoft.com/office/drawing/2014/main" id="{4E2129B9-052E-43F7-AB4C-FC0B6E0214F7}"/>
                </a:ext>
              </a:extLst>
            </p:cNvPr>
            <p:cNvSpPr>
              <a:spLocks/>
            </p:cNvSpPr>
            <p:nvPr/>
          </p:nvSpPr>
          <p:spPr>
            <a:xfrm>
              <a:off x="1274762" y="2881539"/>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8" name="direct_137">
              <a:extLst>
                <a:ext uri="{FF2B5EF4-FFF2-40B4-BE49-F238E27FC236}">
                  <a16:creationId xmlns:a16="http://schemas.microsoft.com/office/drawing/2014/main" id="{914B1ACC-8652-4531-93AE-D443659ACC31}"/>
                </a:ext>
              </a:extLst>
            </p:cNvPr>
            <p:cNvSpPr>
              <a:spLocks/>
            </p:cNvSpPr>
            <p:nvPr/>
          </p:nvSpPr>
          <p:spPr>
            <a:xfrm>
              <a:off x="2521728" y="2794993"/>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39" name="text_138">
              <a:extLst>
                <a:ext uri="{FF2B5EF4-FFF2-40B4-BE49-F238E27FC236}">
                  <a16:creationId xmlns:a16="http://schemas.microsoft.com/office/drawing/2014/main" id="{1FBA08E1-1042-47B6-A4E9-30220466FA05}"/>
                </a:ext>
              </a:extLst>
            </p:cNvPr>
            <p:cNvSpPr>
              <a:spLocks/>
            </p:cNvSpPr>
            <p:nvPr/>
          </p:nvSpPr>
          <p:spPr>
            <a:xfrm>
              <a:off x="1212461" y="2763550"/>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51.8</a:t>
              </a:r>
            </a:p>
          </p:txBody>
        </p:sp>
        <p:sp>
          <p:nvSpPr>
            <p:cNvPr id="140" name="text_139">
              <a:extLst>
                <a:ext uri="{FF2B5EF4-FFF2-40B4-BE49-F238E27FC236}">
                  <a16:creationId xmlns:a16="http://schemas.microsoft.com/office/drawing/2014/main" id="{D6B2EF80-368A-4EC4-8D29-DC69A33AECE0}"/>
                </a:ext>
              </a:extLst>
            </p:cNvPr>
            <p:cNvSpPr>
              <a:spLocks/>
            </p:cNvSpPr>
            <p:nvPr/>
          </p:nvSpPr>
          <p:spPr>
            <a:xfrm>
              <a:off x="2459427" y="2677005"/>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58.7</a:t>
              </a:r>
            </a:p>
          </p:txBody>
        </p:sp>
        <p:sp>
          <p:nvSpPr>
            <p:cNvPr id="141" name="direct_140">
              <a:extLst>
                <a:ext uri="{FF2B5EF4-FFF2-40B4-BE49-F238E27FC236}">
                  <a16:creationId xmlns:a16="http://schemas.microsoft.com/office/drawing/2014/main" id="{E449F2E3-7D3E-4F4B-9ADC-4E58DD06BD26}"/>
                </a:ext>
              </a:extLst>
            </p:cNvPr>
            <p:cNvSpPr>
              <a:spLocks/>
            </p:cNvSpPr>
            <p:nvPr/>
          </p:nvSpPr>
          <p:spPr>
            <a:xfrm>
              <a:off x="1594469" y="2686921"/>
              <a:ext cx="191" cy="235236"/>
            </a:xfrm>
            <a:custGeom>
              <a:avLst/>
              <a:gdLst/>
              <a:ahLst/>
              <a:cxnLst/>
              <a:rect l="0" t="0" r="0" b="0"/>
              <a:pathLst>
                <a:path w="191" h="235236">
                  <a:moveTo>
                    <a:pt x="0" y="235236"/>
                  </a:moveTo>
                  <a:lnTo>
                    <a:pt x="0" y="0"/>
                  </a:lnTo>
                </a:path>
              </a:pathLst>
            </a:custGeom>
            <a:noFill/>
            <a:ln w="8255">
              <a:solidFill>
                <a:srgbClr val="44505A"/>
              </a:solidFill>
              <a:prstDash val="solid"/>
            </a:ln>
          </p:spPr>
        </p:sp>
        <p:sp>
          <p:nvSpPr>
            <p:cNvPr id="142" name="direct_141">
              <a:extLst>
                <a:ext uri="{FF2B5EF4-FFF2-40B4-BE49-F238E27FC236}">
                  <a16:creationId xmlns:a16="http://schemas.microsoft.com/office/drawing/2014/main" id="{E359B3E7-F798-4AE7-B035-9582980D6614}"/>
                </a:ext>
              </a:extLst>
            </p:cNvPr>
            <p:cNvSpPr>
              <a:spLocks/>
            </p:cNvSpPr>
            <p:nvPr/>
          </p:nvSpPr>
          <p:spPr>
            <a:xfrm>
              <a:off x="2841436" y="2673355"/>
              <a:ext cx="191" cy="237409"/>
            </a:xfrm>
            <a:custGeom>
              <a:avLst/>
              <a:gdLst/>
              <a:ahLst/>
              <a:cxnLst/>
              <a:rect l="0" t="0" r="0" b="0"/>
              <a:pathLst>
                <a:path w="191" h="237409">
                  <a:moveTo>
                    <a:pt x="0" y="237409"/>
                  </a:moveTo>
                  <a:lnTo>
                    <a:pt x="0" y="0"/>
                  </a:lnTo>
                </a:path>
              </a:pathLst>
            </a:custGeom>
            <a:noFill/>
            <a:ln w="8255">
              <a:solidFill>
                <a:srgbClr val="44505A"/>
              </a:solidFill>
              <a:prstDash val="solid"/>
            </a:ln>
          </p:spPr>
        </p:sp>
        <p:sp>
          <p:nvSpPr>
            <p:cNvPr id="143" name="direct_142">
              <a:extLst>
                <a:ext uri="{FF2B5EF4-FFF2-40B4-BE49-F238E27FC236}">
                  <a16:creationId xmlns:a16="http://schemas.microsoft.com/office/drawing/2014/main" id="{3A9C6216-C481-4A77-A9C0-6D7C6C86BE25}"/>
                </a:ext>
              </a:extLst>
            </p:cNvPr>
            <p:cNvSpPr>
              <a:spLocks/>
            </p:cNvSpPr>
            <p:nvPr/>
          </p:nvSpPr>
          <p:spPr>
            <a:xfrm>
              <a:off x="1567799" y="2922157"/>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44" name="direct_143">
              <a:extLst>
                <a:ext uri="{FF2B5EF4-FFF2-40B4-BE49-F238E27FC236}">
                  <a16:creationId xmlns:a16="http://schemas.microsoft.com/office/drawing/2014/main" id="{809E9656-5582-4775-A9B1-C0EEB33A2C36}"/>
                </a:ext>
              </a:extLst>
            </p:cNvPr>
            <p:cNvSpPr>
              <a:spLocks/>
            </p:cNvSpPr>
            <p:nvPr/>
          </p:nvSpPr>
          <p:spPr>
            <a:xfrm>
              <a:off x="2814766" y="2910764"/>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45" name="direct_144">
              <a:extLst>
                <a:ext uri="{FF2B5EF4-FFF2-40B4-BE49-F238E27FC236}">
                  <a16:creationId xmlns:a16="http://schemas.microsoft.com/office/drawing/2014/main" id="{4D6BEA4A-3F74-419B-8602-A4543058A154}"/>
                </a:ext>
              </a:extLst>
            </p:cNvPr>
            <p:cNvSpPr>
              <a:spLocks/>
            </p:cNvSpPr>
            <p:nvPr/>
          </p:nvSpPr>
          <p:spPr>
            <a:xfrm>
              <a:off x="1567799" y="2686921"/>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46" name="direct_145">
              <a:extLst>
                <a:ext uri="{FF2B5EF4-FFF2-40B4-BE49-F238E27FC236}">
                  <a16:creationId xmlns:a16="http://schemas.microsoft.com/office/drawing/2014/main" id="{D4738D7A-CAF4-4B2B-87B0-2586EFF1DA31}"/>
                </a:ext>
              </a:extLst>
            </p:cNvPr>
            <p:cNvSpPr>
              <a:spLocks/>
            </p:cNvSpPr>
            <p:nvPr/>
          </p:nvSpPr>
          <p:spPr>
            <a:xfrm>
              <a:off x="2814766" y="2673355"/>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47" name="text_146">
              <a:extLst>
                <a:ext uri="{FF2B5EF4-FFF2-40B4-BE49-F238E27FC236}">
                  <a16:creationId xmlns:a16="http://schemas.microsoft.com/office/drawing/2014/main" id="{4942E42E-96D0-4E8B-B132-3A9D83E6876B}"/>
                </a:ext>
              </a:extLst>
            </p:cNvPr>
            <p:cNvSpPr>
              <a:spLocks/>
            </p:cNvSpPr>
            <p:nvPr/>
          </p:nvSpPr>
          <p:spPr>
            <a:xfrm>
              <a:off x="1505498" y="2568933"/>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68.0</a:t>
              </a:r>
            </a:p>
          </p:txBody>
        </p:sp>
        <p:sp>
          <p:nvSpPr>
            <p:cNvPr id="148" name="text_147">
              <a:extLst>
                <a:ext uri="{FF2B5EF4-FFF2-40B4-BE49-F238E27FC236}">
                  <a16:creationId xmlns:a16="http://schemas.microsoft.com/office/drawing/2014/main" id="{875D6A8D-56EB-45C0-95D8-E37B4A0B69C1}"/>
                </a:ext>
              </a:extLst>
            </p:cNvPr>
            <p:cNvSpPr>
              <a:spLocks/>
            </p:cNvSpPr>
            <p:nvPr/>
          </p:nvSpPr>
          <p:spPr>
            <a:xfrm>
              <a:off x="2752464" y="2555366"/>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69.0</a:t>
              </a:r>
            </a:p>
          </p:txBody>
        </p:sp>
        <p:sp>
          <p:nvSpPr>
            <p:cNvPr id="149" name="text_148">
              <a:extLst>
                <a:ext uri="{FF2B5EF4-FFF2-40B4-BE49-F238E27FC236}">
                  <a16:creationId xmlns:a16="http://schemas.microsoft.com/office/drawing/2014/main" id="{7F105339-ADFF-4360-864E-40EF1452614C}"/>
                </a:ext>
              </a:extLst>
            </p:cNvPr>
            <p:cNvSpPr>
              <a:spLocks/>
            </p:cNvSpPr>
            <p:nvPr/>
          </p:nvSpPr>
          <p:spPr>
            <a:xfrm>
              <a:off x="399700" y="2185142"/>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c</a:t>
              </a:r>
            </a:p>
          </p:txBody>
        </p:sp>
        <p:sp>
          <p:nvSpPr>
            <p:cNvPr id="150" name="text_149">
              <a:extLst>
                <a:ext uri="{FF2B5EF4-FFF2-40B4-BE49-F238E27FC236}">
                  <a16:creationId xmlns:a16="http://schemas.microsoft.com/office/drawing/2014/main" id="{E164A2A0-A180-442A-A84F-5047F8C3E299}"/>
                </a:ext>
              </a:extLst>
            </p:cNvPr>
            <p:cNvSpPr>
              <a:spLocks/>
            </p:cNvSpPr>
            <p:nvPr/>
          </p:nvSpPr>
          <p:spPr>
            <a:xfrm>
              <a:off x="615600" y="2199188"/>
              <a:ext cx="1156889" cy="136525"/>
            </a:xfrm>
            <a:prstGeom prst="rect">
              <a:avLst/>
            </a:prstGeom>
            <a:noFill/>
            <a:ln w="0">
              <a:noFill/>
            </a:ln>
          </p:spPr>
          <p:txBody>
            <a:bodyPr wrap="none" lIns="0" tIns="0" rIns="0" bIns="0" anchor="ctr">
              <a:noAutofit/>
            </a:bodyPr>
            <a:lstStyle>
              <a:defPPr algn="l">
                <a:defRPr sz="860" b="0">
                  <a:solidFill>
                    <a:srgbClr val="273744"/>
                  </a:solidFill>
                  <a:latin typeface="Arial"/>
                  <a:ea typeface="Arial"/>
                  <a:cs typeface="Arial"/>
                </a:defRPr>
              </a:defPPr>
              <a:lvl1pPr algn="l">
                <a:defRPr sz="860" b="0">
                  <a:solidFill>
                    <a:srgbClr val="273744"/>
                  </a:solidFill>
                  <a:latin typeface="Arial"/>
                  <a:ea typeface="Arial"/>
                  <a:cs typeface="Arial"/>
                </a:defRPr>
              </a:lvl1pPr>
              <a:lvl2pPr algn="l">
                <a:defRPr sz="860" b="0">
                  <a:solidFill>
                    <a:srgbClr val="273744"/>
                  </a:solidFill>
                  <a:latin typeface="Arial"/>
                  <a:ea typeface="Arial"/>
                  <a:cs typeface="Arial"/>
                </a:defRPr>
              </a:lvl2pPr>
              <a:lvl3pPr algn="l">
                <a:defRPr sz="860" b="0">
                  <a:solidFill>
                    <a:srgbClr val="273744"/>
                  </a:solidFill>
                  <a:latin typeface="Arial"/>
                  <a:ea typeface="Arial"/>
                  <a:cs typeface="Arial"/>
                </a:defRPr>
              </a:lvl3pPr>
              <a:lvl4pPr algn="l">
                <a:defRPr sz="860" b="0">
                  <a:solidFill>
                    <a:srgbClr val="273744"/>
                  </a:solidFill>
                  <a:latin typeface="Arial"/>
                  <a:ea typeface="Arial"/>
                  <a:cs typeface="Arial"/>
                </a:defRPr>
              </a:lvl4pPr>
              <a:lvl5pPr algn="l">
                <a:defRPr sz="860" b="0">
                  <a:solidFill>
                    <a:srgbClr val="273744"/>
                  </a:solidFill>
                  <a:latin typeface="Arial"/>
                  <a:ea typeface="Arial"/>
                  <a:cs typeface="Arial"/>
                </a:defRPr>
              </a:lvl5pPr>
              <a:lvl6pPr algn="l">
                <a:defRPr sz="860" b="0">
                  <a:solidFill>
                    <a:srgbClr val="273744"/>
                  </a:solidFill>
                  <a:latin typeface="Arial"/>
                  <a:ea typeface="Arial"/>
                  <a:cs typeface="Arial"/>
                </a:defRPr>
              </a:lvl6pPr>
              <a:lvl7pPr algn="l">
                <a:defRPr sz="860" b="0">
                  <a:solidFill>
                    <a:srgbClr val="273744"/>
                  </a:solidFill>
                  <a:latin typeface="Arial"/>
                  <a:ea typeface="Arial"/>
                  <a:cs typeface="Arial"/>
                </a:defRPr>
              </a:lvl7pPr>
              <a:lvl8pPr algn="l">
                <a:defRPr sz="860" b="0">
                  <a:solidFill>
                    <a:srgbClr val="273744"/>
                  </a:solidFill>
                  <a:latin typeface="Arial"/>
                  <a:ea typeface="Arial"/>
                  <a:cs typeface="Arial"/>
                </a:defRPr>
              </a:lvl8pPr>
              <a:lvl9pPr algn="l">
                <a:defRPr sz="860" b="0">
                  <a:solidFill>
                    <a:srgbClr val="273744"/>
                  </a:solidFill>
                  <a:latin typeface="Arial"/>
                  <a:ea typeface="Arial"/>
                  <a:cs typeface="Arial"/>
                </a:defRPr>
              </a:lvl9pPr>
            </a:lstStyle>
            <a:p>
              <a:pPr algn="l">
                <a:defRPr sz="860" b="0">
                  <a:solidFill>
                    <a:srgbClr val="273744"/>
                  </a:solidFill>
                  <a:latin typeface="Arial"/>
                  <a:ea typeface="Arial"/>
                  <a:cs typeface="Arial"/>
                </a:defRPr>
              </a:pPr>
              <a:r>
                <a:t>Best-of-50, RMSD &lt;2 Å</a:t>
              </a:r>
            </a:p>
          </p:txBody>
        </p:sp>
        <p:sp>
          <p:nvSpPr>
            <p:cNvPr id="151" name="direct_150">
              <a:extLst>
                <a:ext uri="{FF2B5EF4-FFF2-40B4-BE49-F238E27FC236}">
                  <a16:creationId xmlns:a16="http://schemas.microsoft.com/office/drawing/2014/main" id="{0EE8ACE9-1FDB-4EC1-9457-1C9589B1EB0B}"/>
                </a:ext>
              </a:extLst>
            </p:cNvPr>
            <p:cNvSpPr>
              <a:spLocks/>
            </p:cNvSpPr>
            <p:nvPr/>
          </p:nvSpPr>
          <p:spPr>
            <a:xfrm>
              <a:off x="3731770" y="2399772"/>
              <a:ext cx="2618630" cy="1253508"/>
            </a:xfrm>
            <a:custGeom>
              <a:avLst/>
              <a:gdLst/>
              <a:ahLst/>
              <a:cxnLst/>
              <a:rect l="0" t="0" r="0" b="0"/>
              <a:pathLst>
                <a:path w="2618630" h="1253508">
                  <a:moveTo>
                    <a:pt x="0" y="1253508"/>
                  </a:moveTo>
                  <a:lnTo>
                    <a:pt x="2618630" y="1253508"/>
                  </a:lnTo>
                  <a:lnTo>
                    <a:pt x="2618630" y="0"/>
                  </a:lnTo>
                  <a:lnTo>
                    <a:pt x="0" y="0"/>
                  </a:lnTo>
                  <a:lnTo>
                    <a:pt x="0" y="1253508"/>
                  </a:lnTo>
                  <a:close/>
                </a:path>
              </a:pathLst>
            </a:custGeom>
            <a:solidFill>
              <a:srgbClr val="FFFFFF"/>
            </a:solidFill>
            <a:ln w="0">
              <a:noFill/>
              <a:prstDash val="solid"/>
            </a:ln>
          </p:spPr>
        </p:sp>
        <p:sp>
          <p:nvSpPr>
            <p:cNvPr id="152" name="direct_151">
              <a:extLst>
                <a:ext uri="{FF2B5EF4-FFF2-40B4-BE49-F238E27FC236}">
                  <a16:creationId xmlns:a16="http://schemas.microsoft.com/office/drawing/2014/main" id="{04E606E4-29FB-4583-B52F-92A3AC90CC55}"/>
                </a:ext>
              </a:extLst>
            </p:cNvPr>
            <p:cNvSpPr>
              <a:spLocks/>
            </p:cNvSpPr>
            <p:nvPr/>
          </p:nvSpPr>
          <p:spPr>
            <a:xfrm>
              <a:off x="4417602" y="3653280"/>
              <a:ext cx="191" cy="31750"/>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153" name="text_152">
              <a:extLst>
                <a:ext uri="{FF2B5EF4-FFF2-40B4-BE49-F238E27FC236}">
                  <a16:creationId xmlns:a16="http://schemas.microsoft.com/office/drawing/2014/main" id="{CDBA204E-3C66-4522-9C55-A710A49A792C}"/>
                </a:ext>
              </a:extLst>
            </p:cNvPr>
            <p:cNvSpPr>
              <a:spLocks/>
            </p:cNvSpPr>
            <p:nvPr/>
          </p:nvSpPr>
          <p:spPr>
            <a:xfrm>
              <a:off x="4340281" y="371624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154" name="direct_153">
              <a:extLst>
                <a:ext uri="{FF2B5EF4-FFF2-40B4-BE49-F238E27FC236}">
                  <a16:creationId xmlns:a16="http://schemas.microsoft.com/office/drawing/2014/main" id="{F492E333-C2BF-467E-9C57-2F871EEB8DE5}"/>
                </a:ext>
              </a:extLst>
            </p:cNvPr>
            <p:cNvSpPr>
              <a:spLocks/>
            </p:cNvSpPr>
            <p:nvPr/>
          </p:nvSpPr>
          <p:spPr>
            <a:xfrm>
              <a:off x="5664568" y="3653280"/>
              <a:ext cx="191" cy="31750"/>
            </a:xfrm>
            <a:custGeom>
              <a:avLst/>
              <a:gdLst/>
              <a:ahLst/>
              <a:cxnLst/>
              <a:rect l="0" t="0" r="0" b="0"/>
              <a:pathLst>
                <a:path w="191" h="31750">
                  <a:moveTo>
                    <a:pt x="0" y="0"/>
                  </a:moveTo>
                  <a:lnTo>
                    <a:pt x="0" y="31750"/>
                  </a:lnTo>
                </a:path>
              </a:pathLst>
            </a:custGeom>
            <a:solidFill>
              <a:srgbClr val="273744"/>
            </a:solidFill>
            <a:ln w="6985">
              <a:solidFill>
                <a:srgbClr val="273744"/>
              </a:solidFill>
              <a:prstDash val="solid"/>
            </a:ln>
          </p:spPr>
        </p:sp>
        <p:sp>
          <p:nvSpPr>
            <p:cNvPr id="155" name="text_154">
              <a:extLst>
                <a:ext uri="{FF2B5EF4-FFF2-40B4-BE49-F238E27FC236}">
                  <a16:creationId xmlns:a16="http://schemas.microsoft.com/office/drawing/2014/main" id="{13C6A5DF-E2F0-4B67-89C3-E4F2CAF91E3B}"/>
                </a:ext>
              </a:extLst>
            </p:cNvPr>
            <p:cNvSpPr>
              <a:spLocks/>
            </p:cNvSpPr>
            <p:nvPr/>
          </p:nvSpPr>
          <p:spPr>
            <a:xfrm>
              <a:off x="5587248" y="371624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300</a:t>
              </a:r>
            </a:p>
          </p:txBody>
        </p:sp>
        <p:sp>
          <p:nvSpPr>
            <p:cNvPr id="156" name="direct_155">
              <a:extLst>
                <a:ext uri="{FF2B5EF4-FFF2-40B4-BE49-F238E27FC236}">
                  <a16:creationId xmlns:a16="http://schemas.microsoft.com/office/drawing/2014/main" id="{081656F1-B4B7-4D1A-8D0D-E3AF3A8D37D7}"/>
                </a:ext>
              </a:extLst>
            </p:cNvPr>
            <p:cNvSpPr>
              <a:spLocks/>
            </p:cNvSpPr>
            <p:nvPr/>
          </p:nvSpPr>
          <p:spPr>
            <a:xfrm>
              <a:off x="3700020" y="3653280"/>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57" name="text_156">
              <a:extLst>
                <a:ext uri="{FF2B5EF4-FFF2-40B4-BE49-F238E27FC236}">
                  <a16:creationId xmlns:a16="http://schemas.microsoft.com/office/drawing/2014/main" id="{4F1BCB30-AD1B-4EF4-B1AC-DDB8A49F4E82}"/>
                </a:ext>
              </a:extLst>
            </p:cNvPr>
            <p:cNvSpPr>
              <a:spLocks/>
            </p:cNvSpPr>
            <p:nvPr/>
          </p:nvSpPr>
          <p:spPr>
            <a:xfrm>
              <a:off x="3610373" y="361321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158" name="direct_157">
              <a:extLst>
                <a:ext uri="{FF2B5EF4-FFF2-40B4-BE49-F238E27FC236}">
                  <a16:creationId xmlns:a16="http://schemas.microsoft.com/office/drawing/2014/main" id="{627FC4AC-99F2-443E-9831-93ACA5DF6CB1}"/>
                </a:ext>
              </a:extLst>
            </p:cNvPr>
            <p:cNvSpPr>
              <a:spLocks/>
            </p:cNvSpPr>
            <p:nvPr/>
          </p:nvSpPr>
          <p:spPr>
            <a:xfrm>
              <a:off x="3700020" y="3339903"/>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59" name="text_158">
              <a:extLst>
                <a:ext uri="{FF2B5EF4-FFF2-40B4-BE49-F238E27FC236}">
                  <a16:creationId xmlns:a16="http://schemas.microsoft.com/office/drawing/2014/main" id="{A242A405-FD07-4747-8A6D-8E3681986F04}"/>
                </a:ext>
              </a:extLst>
            </p:cNvPr>
            <p:cNvSpPr>
              <a:spLocks/>
            </p:cNvSpPr>
            <p:nvPr/>
          </p:nvSpPr>
          <p:spPr>
            <a:xfrm>
              <a:off x="3558826" y="3299842"/>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25</a:t>
              </a:r>
            </a:p>
          </p:txBody>
        </p:sp>
        <p:sp>
          <p:nvSpPr>
            <p:cNvPr id="160" name="direct_159">
              <a:extLst>
                <a:ext uri="{FF2B5EF4-FFF2-40B4-BE49-F238E27FC236}">
                  <a16:creationId xmlns:a16="http://schemas.microsoft.com/office/drawing/2014/main" id="{D977ABA1-B6C8-4088-BEC3-806F9E8B65F8}"/>
                </a:ext>
              </a:extLst>
            </p:cNvPr>
            <p:cNvSpPr>
              <a:spLocks/>
            </p:cNvSpPr>
            <p:nvPr/>
          </p:nvSpPr>
          <p:spPr>
            <a:xfrm>
              <a:off x="3700020" y="3026526"/>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61" name="text_160">
              <a:extLst>
                <a:ext uri="{FF2B5EF4-FFF2-40B4-BE49-F238E27FC236}">
                  <a16:creationId xmlns:a16="http://schemas.microsoft.com/office/drawing/2014/main" id="{FE3DB820-A8DA-4A56-B7EE-4DECEC99AA90}"/>
                </a:ext>
              </a:extLst>
            </p:cNvPr>
            <p:cNvSpPr>
              <a:spLocks/>
            </p:cNvSpPr>
            <p:nvPr/>
          </p:nvSpPr>
          <p:spPr>
            <a:xfrm>
              <a:off x="3558826" y="2986465"/>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162" name="direct_161">
              <a:extLst>
                <a:ext uri="{FF2B5EF4-FFF2-40B4-BE49-F238E27FC236}">
                  <a16:creationId xmlns:a16="http://schemas.microsoft.com/office/drawing/2014/main" id="{00FA03F2-235C-4630-98D3-A8C1338E708E}"/>
                </a:ext>
              </a:extLst>
            </p:cNvPr>
            <p:cNvSpPr>
              <a:spLocks/>
            </p:cNvSpPr>
            <p:nvPr/>
          </p:nvSpPr>
          <p:spPr>
            <a:xfrm>
              <a:off x="3700020" y="2713149"/>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63" name="text_162">
              <a:extLst>
                <a:ext uri="{FF2B5EF4-FFF2-40B4-BE49-F238E27FC236}">
                  <a16:creationId xmlns:a16="http://schemas.microsoft.com/office/drawing/2014/main" id="{F32F097B-8A17-4A69-992C-E0FC7350F741}"/>
                </a:ext>
              </a:extLst>
            </p:cNvPr>
            <p:cNvSpPr>
              <a:spLocks/>
            </p:cNvSpPr>
            <p:nvPr/>
          </p:nvSpPr>
          <p:spPr>
            <a:xfrm>
              <a:off x="3558826" y="267308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75</a:t>
              </a:r>
            </a:p>
          </p:txBody>
        </p:sp>
        <p:sp>
          <p:nvSpPr>
            <p:cNvPr id="164" name="direct_163">
              <a:extLst>
                <a:ext uri="{FF2B5EF4-FFF2-40B4-BE49-F238E27FC236}">
                  <a16:creationId xmlns:a16="http://schemas.microsoft.com/office/drawing/2014/main" id="{6B06F505-8465-4A91-9E5B-1718AD4CB779}"/>
                </a:ext>
              </a:extLst>
            </p:cNvPr>
            <p:cNvSpPr>
              <a:spLocks/>
            </p:cNvSpPr>
            <p:nvPr/>
          </p:nvSpPr>
          <p:spPr>
            <a:xfrm>
              <a:off x="3700020" y="2399772"/>
              <a:ext cx="31750" cy="191"/>
            </a:xfrm>
            <a:custGeom>
              <a:avLst/>
              <a:gdLst/>
              <a:ahLst/>
              <a:cxnLst/>
              <a:rect l="0" t="0" r="0" b="0"/>
              <a:pathLst>
                <a:path w="31750" h="191">
                  <a:moveTo>
                    <a:pt x="31750" y="0"/>
                  </a:moveTo>
                  <a:lnTo>
                    <a:pt x="0" y="0"/>
                  </a:lnTo>
                </a:path>
              </a:pathLst>
            </a:custGeom>
            <a:solidFill>
              <a:srgbClr val="273744"/>
            </a:solidFill>
            <a:ln w="6985">
              <a:solidFill>
                <a:srgbClr val="273744"/>
              </a:solidFill>
              <a:prstDash val="solid"/>
            </a:ln>
          </p:spPr>
        </p:sp>
        <p:sp>
          <p:nvSpPr>
            <p:cNvPr id="165" name="text_164">
              <a:extLst>
                <a:ext uri="{FF2B5EF4-FFF2-40B4-BE49-F238E27FC236}">
                  <a16:creationId xmlns:a16="http://schemas.microsoft.com/office/drawing/2014/main" id="{2F6D7E01-EBDA-49D5-AE1F-B1AA9698EAEB}"/>
                </a:ext>
              </a:extLst>
            </p:cNvPr>
            <p:cNvSpPr>
              <a:spLocks/>
            </p:cNvSpPr>
            <p:nvPr/>
          </p:nvSpPr>
          <p:spPr>
            <a:xfrm>
              <a:off x="3507280" y="2359711"/>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166" name="direct_165">
              <a:extLst>
                <a:ext uri="{FF2B5EF4-FFF2-40B4-BE49-F238E27FC236}">
                  <a16:creationId xmlns:a16="http://schemas.microsoft.com/office/drawing/2014/main" id="{B66856B5-8722-467E-A6AF-C062B4C36449}"/>
                </a:ext>
              </a:extLst>
            </p:cNvPr>
            <p:cNvSpPr>
              <a:spLocks/>
            </p:cNvSpPr>
            <p:nvPr/>
          </p:nvSpPr>
          <p:spPr>
            <a:xfrm>
              <a:off x="3996750" y="3084822"/>
              <a:ext cx="255628" cy="568458"/>
            </a:xfrm>
            <a:custGeom>
              <a:avLst/>
              <a:gdLst/>
              <a:ahLst/>
              <a:cxnLst/>
              <a:rect l="0" t="0" r="0" b="0"/>
              <a:pathLst>
                <a:path w="255628" h="568458">
                  <a:moveTo>
                    <a:pt x="0" y="568458"/>
                  </a:moveTo>
                  <a:lnTo>
                    <a:pt x="255628" y="568458"/>
                  </a:lnTo>
                  <a:lnTo>
                    <a:pt x="255628" y="0"/>
                  </a:lnTo>
                  <a:lnTo>
                    <a:pt x="0" y="0"/>
                  </a:lnTo>
                  <a:lnTo>
                    <a:pt x="0" y="568458"/>
                  </a:lnTo>
                  <a:close/>
                </a:path>
              </a:pathLst>
            </a:custGeom>
            <a:solidFill>
              <a:srgbClr val="A5ADB4"/>
            </a:solidFill>
            <a:ln w="0">
              <a:noFill/>
              <a:prstDash val="solid"/>
            </a:ln>
          </p:spPr>
        </p:sp>
        <p:sp>
          <p:nvSpPr>
            <p:cNvPr id="167" name="direct_166">
              <a:extLst>
                <a:ext uri="{FF2B5EF4-FFF2-40B4-BE49-F238E27FC236}">
                  <a16:creationId xmlns:a16="http://schemas.microsoft.com/office/drawing/2014/main" id="{9DE9FF0B-BE8A-4B6E-8A37-52E2ADB23991}"/>
                </a:ext>
              </a:extLst>
            </p:cNvPr>
            <p:cNvSpPr>
              <a:spLocks/>
            </p:cNvSpPr>
            <p:nvPr/>
          </p:nvSpPr>
          <p:spPr>
            <a:xfrm>
              <a:off x="5243717" y="3011882"/>
              <a:ext cx="255628" cy="641398"/>
            </a:xfrm>
            <a:custGeom>
              <a:avLst/>
              <a:gdLst/>
              <a:ahLst/>
              <a:cxnLst/>
              <a:rect l="0" t="0" r="0" b="0"/>
              <a:pathLst>
                <a:path w="255628" h="641398">
                  <a:moveTo>
                    <a:pt x="0" y="641398"/>
                  </a:moveTo>
                  <a:lnTo>
                    <a:pt x="255628" y="641398"/>
                  </a:lnTo>
                  <a:lnTo>
                    <a:pt x="255628" y="0"/>
                  </a:lnTo>
                  <a:lnTo>
                    <a:pt x="0" y="0"/>
                  </a:lnTo>
                  <a:lnTo>
                    <a:pt x="0" y="641398"/>
                  </a:lnTo>
                  <a:close/>
                </a:path>
              </a:pathLst>
            </a:custGeom>
            <a:solidFill>
              <a:srgbClr val="A5ADB4"/>
            </a:solidFill>
            <a:ln w="0">
              <a:noFill/>
              <a:prstDash val="solid"/>
            </a:ln>
          </p:spPr>
        </p:sp>
        <p:sp>
          <p:nvSpPr>
            <p:cNvPr id="168" name="direct_167">
              <a:extLst>
                <a:ext uri="{FF2B5EF4-FFF2-40B4-BE49-F238E27FC236}">
                  <a16:creationId xmlns:a16="http://schemas.microsoft.com/office/drawing/2014/main" id="{D95CC823-142E-4B21-B69D-42DEE50D315F}"/>
                </a:ext>
              </a:extLst>
            </p:cNvPr>
            <p:cNvSpPr>
              <a:spLocks/>
            </p:cNvSpPr>
            <p:nvPr/>
          </p:nvSpPr>
          <p:spPr>
            <a:xfrm>
              <a:off x="4289787" y="2925699"/>
              <a:ext cx="255628" cy="727581"/>
            </a:xfrm>
            <a:custGeom>
              <a:avLst/>
              <a:gdLst/>
              <a:ahLst/>
              <a:cxnLst/>
              <a:rect l="0" t="0" r="0" b="0"/>
              <a:pathLst>
                <a:path w="255628" h="727581">
                  <a:moveTo>
                    <a:pt x="0" y="727581"/>
                  </a:moveTo>
                  <a:lnTo>
                    <a:pt x="255628" y="727581"/>
                  </a:lnTo>
                  <a:lnTo>
                    <a:pt x="255628" y="0"/>
                  </a:lnTo>
                  <a:lnTo>
                    <a:pt x="0" y="0"/>
                  </a:lnTo>
                  <a:lnTo>
                    <a:pt x="0" y="727581"/>
                  </a:lnTo>
                  <a:close/>
                </a:path>
              </a:pathLst>
            </a:custGeom>
            <a:solidFill>
              <a:srgbClr val="5B74BC"/>
            </a:solidFill>
            <a:ln w="0">
              <a:noFill/>
              <a:prstDash val="solid"/>
            </a:ln>
          </p:spPr>
        </p:sp>
        <p:sp>
          <p:nvSpPr>
            <p:cNvPr id="169" name="direct_168">
              <a:extLst>
                <a:ext uri="{FF2B5EF4-FFF2-40B4-BE49-F238E27FC236}">
                  <a16:creationId xmlns:a16="http://schemas.microsoft.com/office/drawing/2014/main" id="{3BBBA118-0E17-413D-8648-5F2538B4ECDF}"/>
                </a:ext>
              </a:extLst>
            </p:cNvPr>
            <p:cNvSpPr>
              <a:spLocks/>
            </p:cNvSpPr>
            <p:nvPr/>
          </p:nvSpPr>
          <p:spPr>
            <a:xfrm>
              <a:off x="5536754" y="2822582"/>
              <a:ext cx="255628" cy="830698"/>
            </a:xfrm>
            <a:custGeom>
              <a:avLst/>
              <a:gdLst/>
              <a:ahLst/>
              <a:cxnLst/>
              <a:rect l="0" t="0" r="0" b="0"/>
              <a:pathLst>
                <a:path w="255628" h="830698">
                  <a:moveTo>
                    <a:pt x="0" y="830698"/>
                  </a:moveTo>
                  <a:lnTo>
                    <a:pt x="255628" y="830698"/>
                  </a:lnTo>
                  <a:lnTo>
                    <a:pt x="255628" y="0"/>
                  </a:lnTo>
                  <a:lnTo>
                    <a:pt x="0" y="0"/>
                  </a:lnTo>
                  <a:lnTo>
                    <a:pt x="0" y="830698"/>
                  </a:lnTo>
                  <a:close/>
                </a:path>
              </a:pathLst>
            </a:custGeom>
            <a:solidFill>
              <a:srgbClr val="5B74BC"/>
            </a:solidFill>
            <a:ln w="0">
              <a:noFill/>
              <a:prstDash val="solid"/>
            </a:ln>
          </p:spPr>
        </p:sp>
        <p:sp>
          <p:nvSpPr>
            <p:cNvPr id="170" name="direct_169">
              <a:extLst>
                <a:ext uri="{FF2B5EF4-FFF2-40B4-BE49-F238E27FC236}">
                  <a16:creationId xmlns:a16="http://schemas.microsoft.com/office/drawing/2014/main" id="{A278CCD1-E11D-476D-BD77-D77DE43E1C11}"/>
                </a:ext>
              </a:extLst>
            </p:cNvPr>
            <p:cNvSpPr>
              <a:spLocks/>
            </p:cNvSpPr>
            <p:nvPr/>
          </p:nvSpPr>
          <p:spPr>
            <a:xfrm>
              <a:off x="4582825" y="2769674"/>
              <a:ext cx="255628" cy="883606"/>
            </a:xfrm>
            <a:custGeom>
              <a:avLst/>
              <a:gdLst/>
              <a:ahLst/>
              <a:cxnLst/>
              <a:rect l="0" t="0" r="0" b="0"/>
              <a:pathLst>
                <a:path w="255628" h="883606">
                  <a:moveTo>
                    <a:pt x="0" y="883606"/>
                  </a:moveTo>
                  <a:lnTo>
                    <a:pt x="255628" y="883606"/>
                  </a:lnTo>
                  <a:lnTo>
                    <a:pt x="255628" y="0"/>
                  </a:lnTo>
                  <a:lnTo>
                    <a:pt x="0" y="0"/>
                  </a:lnTo>
                  <a:lnTo>
                    <a:pt x="0" y="883606"/>
                  </a:lnTo>
                  <a:close/>
                </a:path>
              </a:pathLst>
            </a:custGeom>
            <a:solidFill>
              <a:srgbClr val="168D8D"/>
            </a:solidFill>
            <a:ln w="0">
              <a:noFill/>
              <a:prstDash val="solid"/>
            </a:ln>
          </p:spPr>
        </p:sp>
        <p:sp>
          <p:nvSpPr>
            <p:cNvPr id="171" name="direct_170">
              <a:extLst>
                <a:ext uri="{FF2B5EF4-FFF2-40B4-BE49-F238E27FC236}">
                  <a16:creationId xmlns:a16="http://schemas.microsoft.com/office/drawing/2014/main" id="{2D1876FB-311C-4BA0-8DA8-7CB79F75CFAA}"/>
                </a:ext>
              </a:extLst>
            </p:cNvPr>
            <p:cNvSpPr>
              <a:spLocks/>
            </p:cNvSpPr>
            <p:nvPr/>
          </p:nvSpPr>
          <p:spPr>
            <a:xfrm>
              <a:off x="5829791" y="2757465"/>
              <a:ext cx="255628" cy="895815"/>
            </a:xfrm>
            <a:custGeom>
              <a:avLst/>
              <a:gdLst/>
              <a:ahLst/>
              <a:cxnLst/>
              <a:rect l="0" t="0" r="0" b="0"/>
              <a:pathLst>
                <a:path w="255628" h="895815">
                  <a:moveTo>
                    <a:pt x="0" y="895815"/>
                  </a:moveTo>
                  <a:lnTo>
                    <a:pt x="255628" y="895815"/>
                  </a:lnTo>
                  <a:lnTo>
                    <a:pt x="255628" y="0"/>
                  </a:lnTo>
                  <a:lnTo>
                    <a:pt x="0" y="0"/>
                  </a:lnTo>
                  <a:lnTo>
                    <a:pt x="0" y="895815"/>
                  </a:lnTo>
                  <a:close/>
                </a:path>
              </a:pathLst>
            </a:custGeom>
            <a:solidFill>
              <a:srgbClr val="168D8D"/>
            </a:solidFill>
            <a:ln w="0">
              <a:noFill/>
              <a:prstDash val="solid"/>
            </a:ln>
          </p:spPr>
        </p:sp>
        <p:sp>
          <p:nvSpPr>
            <p:cNvPr id="172" name="direct_171">
              <a:extLst>
                <a:ext uri="{FF2B5EF4-FFF2-40B4-BE49-F238E27FC236}">
                  <a16:creationId xmlns:a16="http://schemas.microsoft.com/office/drawing/2014/main" id="{FD2CC4DE-53AD-4255-893B-592F96ECD49D}"/>
                </a:ext>
              </a:extLst>
            </p:cNvPr>
            <p:cNvSpPr>
              <a:spLocks/>
            </p:cNvSpPr>
            <p:nvPr/>
          </p:nvSpPr>
          <p:spPr>
            <a:xfrm>
              <a:off x="3731770" y="2399772"/>
              <a:ext cx="191" cy="1253508"/>
            </a:xfrm>
            <a:custGeom>
              <a:avLst/>
              <a:gdLst/>
              <a:ahLst/>
              <a:cxnLst/>
              <a:rect l="0" t="0" r="0" b="0"/>
              <a:pathLst>
                <a:path w="191" h="1253508">
                  <a:moveTo>
                    <a:pt x="0" y="1253508"/>
                  </a:moveTo>
                  <a:lnTo>
                    <a:pt x="0" y="0"/>
                  </a:lnTo>
                </a:path>
              </a:pathLst>
            </a:custGeom>
            <a:noFill/>
            <a:ln w="7620">
              <a:solidFill>
                <a:srgbClr val="000000"/>
              </a:solidFill>
              <a:prstDash val="solid"/>
            </a:ln>
          </p:spPr>
        </p:sp>
        <p:sp>
          <p:nvSpPr>
            <p:cNvPr id="173" name="direct_172">
              <a:extLst>
                <a:ext uri="{FF2B5EF4-FFF2-40B4-BE49-F238E27FC236}">
                  <a16:creationId xmlns:a16="http://schemas.microsoft.com/office/drawing/2014/main" id="{44AEEFA8-2CA6-488C-A050-8017AEE405E4}"/>
                </a:ext>
              </a:extLst>
            </p:cNvPr>
            <p:cNvSpPr>
              <a:spLocks/>
            </p:cNvSpPr>
            <p:nvPr/>
          </p:nvSpPr>
          <p:spPr>
            <a:xfrm>
              <a:off x="3731770" y="3653280"/>
              <a:ext cx="2618630" cy="191"/>
            </a:xfrm>
            <a:custGeom>
              <a:avLst/>
              <a:gdLst/>
              <a:ahLst/>
              <a:cxnLst/>
              <a:rect l="0" t="0" r="0" b="0"/>
              <a:pathLst>
                <a:path w="2618630" h="191">
                  <a:moveTo>
                    <a:pt x="0" y="0"/>
                  </a:moveTo>
                  <a:lnTo>
                    <a:pt x="2618630" y="0"/>
                  </a:lnTo>
                </a:path>
              </a:pathLst>
            </a:custGeom>
            <a:noFill/>
            <a:ln w="7620">
              <a:solidFill>
                <a:srgbClr val="000000"/>
              </a:solidFill>
              <a:prstDash val="solid"/>
            </a:ln>
          </p:spPr>
        </p:sp>
        <p:sp>
          <p:nvSpPr>
            <p:cNvPr id="174" name="direct_173">
              <a:extLst>
                <a:ext uri="{FF2B5EF4-FFF2-40B4-BE49-F238E27FC236}">
                  <a16:creationId xmlns:a16="http://schemas.microsoft.com/office/drawing/2014/main" id="{03A418BD-417D-4E50-A94C-C5119F67DAB9}"/>
                </a:ext>
              </a:extLst>
            </p:cNvPr>
            <p:cNvSpPr>
              <a:spLocks/>
            </p:cNvSpPr>
            <p:nvPr/>
          </p:nvSpPr>
          <p:spPr>
            <a:xfrm>
              <a:off x="4124564" y="2965862"/>
              <a:ext cx="191" cy="239553"/>
            </a:xfrm>
            <a:custGeom>
              <a:avLst/>
              <a:gdLst/>
              <a:ahLst/>
              <a:cxnLst/>
              <a:rect l="0" t="0" r="0" b="0"/>
              <a:pathLst>
                <a:path w="191" h="239553">
                  <a:moveTo>
                    <a:pt x="0" y="239553"/>
                  </a:moveTo>
                  <a:lnTo>
                    <a:pt x="0" y="0"/>
                  </a:lnTo>
                </a:path>
              </a:pathLst>
            </a:custGeom>
            <a:noFill/>
            <a:ln w="8255">
              <a:solidFill>
                <a:srgbClr val="44505A"/>
              </a:solidFill>
              <a:prstDash val="solid"/>
            </a:ln>
          </p:spPr>
        </p:sp>
        <p:sp>
          <p:nvSpPr>
            <p:cNvPr id="175" name="direct_174">
              <a:extLst>
                <a:ext uri="{FF2B5EF4-FFF2-40B4-BE49-F238E27FC236}">
                  <a16:creationId xmlns:a16="http://schemas.microsoft.com/office/drawing/2014/main" id="{F0DB58AF-09A2-4498-A1A6-2FC92FC9CB85}"/>
                </a:ext>
              </a:extLst>
            </p:cNvPr>
            <p:cNvSpPr>
              <a:spLocks/>
            </p:cNvSpPr>
            <p:nvPr/>
          </p:nvSpPr>
          <p:spPr>
            <a:xfrm>
              <a:off x="5371531" y="2886132"/>
              <a:ext cx="191" cy="252768"/>
            </a:xfrm>
            <a:custGeom>
              <a:avLst/>
              <a:gdLst/>
              <a:ahLst/>
              <a:cxnLst/>
              <a:rect l="0" t="0" r="0" b="0"/>
              <a:pathLst>
                <a:path w="191" h="252768">
                  <a:moveTo>
                    <a:pt x="0" y="252768"/>
                  </a:moveTo>
                  <a:lnTo>
                    <a:pt x="0" y="0"/>
                  </a:lnTo>
                </a:path>
              </a:pathLst>
            </a:custGeom>
            <a:noFill/>
            <a:ln w="8255">
              <a:solidFill>
                <a:srgbClr val="44505A"/>
              </a:solidFill>
              <a:prstDash val="solid"/>
            </a:ln>
          </p:spPr>
        </p:sp>
        <p:sp>
          <p:nvSpPr>
            <p:cNvPr id="176" name="direct_175">
              <a:extLst>
                <a:ext uri="{FF2B5EF4-FFF2-40B4-BE49-F238E27FC236}">
                  <a16:creationId xmlns:a16="http://schemas.microsoft.com/office/drawing/2014/main" id="{E8ACC56E-597A-4FC6-9EFA-19796D8D6399}"/>
                </a:ext>
              </a:extLst>
            </p:cNvPr>
            <p:cNvSpPr>
              <a:spLocks/>
            </p:cNvSpPr>
            <p:nvPr/>
          </p:nvSpPr>
          <p:spPr>
            <a:xfrm>
              <a:off x="4097894" y="3205416"/>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77" name="direct_176">
              <a:extLst>
                <a:ext uri="{FF2B5EF4-FFF2-40B4-BE49-F238E27FC236}">
                  <a16:creationId xmlns:a16="http://schemas.microsoft.com/office/drawing/2014/main" id="{A4C17209-DEC1-4989-B407-E65DF0C56E42}"/>
                </a:ext>
              </a:extLst>
            </p:cNvPr>
            <p:cNvSpPr>
              <a:spLocks/>
            </p:cNvSpPr>
            <p:nvPr/>
          </p:nvSpPr>
          <p:spPr>
            <a:xfrm>
              <a:off x="5344861" y="3138900"/>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78" name="direct_177">
              <a:extLst>
                <a:ext uri="{FF2B5EF4-FFF2-40B4-BE49-F238E27FC236}">
                  <a16:creationId xmlns:a16="http://schemas.microsoft.com/office/drawing/2014/main" id="{FDFA0BC5-A9CC-4157-9343-1B69726063B7}"/>
                </a:ext>
              </a:extLst>
            </p:cNvPr>
            <p:cNvSpPr>
              <a:spLocks/>
            </p:cNvSpPr>
            <p:nvPr/>
          </p:nvSpPr>
          <p:spPr>
            <a:xfrm>
              <a:off x="4097894" y="2965862"/>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79" name="direct_178">
              <a:extLst>
                <a:ext uri="{FF2B5EF4-FFF2-40B4-BE49-F238E27FC236}">
                  <a16:creationId xmlns:a16="http://schemas.microsoft.com/office/drawing/2014/main" id="{0DCFE530-878C-4BE7-9581-71223C5CC00A}"/>
                </a:ext>
              </a:extLst>
            </p:cNvPr>
            <p:cNvSpPr>
              <a:spLocks/>
            </p:cNvSpPr>
            <p:nvPr/>
          </p:nvSpPr>
          <p:spPr>
            <a:xfrm>
              <a:off x="5344861" y="2886132"/>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0" name="text_179">
              <a:extLst>
                <a:ext uri="{FF2B5EF4-FFF2-40B4-BE49-F238E27FC236}">
                  <a16:creationId xmlns:a16="http://schemas.microsoft.com/office/drawing/2014/main" id="{76C59FA5-B89A-4214-8A61-DEB6E8D574BD}"/>
                </a:ext>
              </a:extLst>
            </p:cNvPr>
            <p:cNvSpPr>
              <a:spLocks/>
            </p:cNvSpPr>
            <p:nvPr/>
          </p:nvSpPr>
          <p:spPr>
            <a:xfrm>
              <a:off x="4035593" y="2847874"/>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45.3</a:t>
              </a:r>
            </a:p>
          </p:txBody>
        </p:sp>
        <p:sp>
          <p:nvSpPr>
            <p:cNvPr id="181" name="text_180">
              <a:extLst>
                <a:ext uri="{FF2B5EF4-FFF2-40B4-BE49-F238E27FC236}">
                  <a16:creationId xmlns:a16="http://schemas.microsoft.com/office/drawing/2014/main" id="{D330DC4F-2BC7-4575-9D18-CBE070491D96}"/>
                </a:ext>
              </a:extLst>
            </p:cNvPr>
            <p:cNvSpPr>
              <a:spLocks/>
            </p:cNvSpPr>
            <p:nvPr/>
          </p:nvSpPr>
          <p:spPr>
            <a:xfrm>
              <a:off x="5282560" y="2768144"/>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51.2</a:t>
              </a:r>
            </a:p>
          </p:txBody>
        </p:sp>
        <p:sp>
          <p:nvSpPr>
            <p:cNvPr id="182" name="direct_181">
              <a:extLst>
                <a:ext uri="{FF2B5EF4-FFF2-40B4-BE49-F238E27FC236}">
                  <a16:creationId xmlns:a16="http://schemas.microsoft.com/office/drawing/2014/main" id="{912861B5-061B-4E75-98E7-C578540271A3}"/>
                </a:ext>
              </a:extLst>
            </p:cNvPr>
            <p:cNvSpPr>
              <a:spLocks/>
            </p:cNvSpPr>
            <p:nvPr/>
          </p:nvSpPr>
          <p:spPr>
            <a:xfrm>
              <a:off x="4417602" y="2809843"/>
              <a:ext cx="191" cy="234894"/>
            </a:xfrm>
            <a:custGeom>
              <a:avLst/>
              <a:gdLst/>
              <a:ahLst/>
              <a:cxnLst/>
              <a:rect l="0" t="0" r="0" b="0"/>
              <a:pathLst>
                <a:path w="191" h="234894">
                  <a:moveTo>
                    <a:pt x="0" y="234894"/>
                  </a:moveTo>
                  <a:lnTo>
                    <a:pt x="0" y="0"/>
                  </a:lnTo>
                </a:path>
              </a:pathLst>
            </a:custGeom>
            <a:noFill/>
            <a:ln w="8255">
              <a:solidFill>
                <a:srgbClr val="44505A"/>
              </a:solidFill>
              <a:prstDash val="solid"/>
            </a:ln>
          </p:spPr>
        </p:sp>
        <p:sp>
          <p:nvSpPr>
            <p:cNvPr id="183" name="direct_182">
              <a:extLst>
                <a:ext uri="{FF2B5EF4-FFF2-40B4-BE49-F238E27FC236}">
                  <a16:creationId xmlns:a16="http://schemas.microsoft.com/office/drawing/2014/main" id="{D8A447EA-588A-4292-8E36-87896070E42F}"/>
                </a:ext>
              </a:extLst>
            </p:cNvPr>
            <p:cNvSpPr>
              <a:spLocks/>
            </p:cNvSpPr>
            <p:nvPr/>
          </p:nvSpPr>
          <p:spPr>
            <a:xfrm>
              <a:off x="5664568" y="2706366"/>
              <a:ext cx="191" cy="236502"/>
            </a:xfrm>
            <a:custGeom>
              <a:avLst/>
              <a:gdLst/>
              <a:ahLst/>
              <a:cxnLst/>
              <a:rect l="0" t="0" r="0" b="0"/>
              <a:pathLst>
                <a:path w="191" h="236502">
                  <a:moveTo>
                    <a:pt x="0" y="236502"/>
                  </a:moveTo>
                  <a:lnTo>
                    <a:pt x="0" y="0"/>
                  </a:lnTo>
                </a:path>
              </a:pathLst>
            </a:custGeom>
            <a:noFill/>
            <a:ln w="8255">
              <a:solidFill>
                <a:srgbClr val="44505A"/>
              </a:solidFill>
              <a:prstDash val="solid"/>
            </a:ln>
          </p:spPr>
        </p:sp>
        <p:sp>
          <p:nvSpPr>
            <p:cNvPr id="184" name="direct_183">
              <a:extLst>
                <a:ext uri="{FF2B5EF4-FFF2-40B4-BE49-F238E27FC236}">
                  <a16:creationId xmlns:a16="http://schemas.microsoft.com/office/drawing/2014/main" id="{33F82B36-7950-4DED-B4A4-41B517E9B6B2}"/>
                </a:ext>
              </a:extLst>
            </p:cNvPr>
            <p:cNvSpPr>
              <a:spLocks/>
            </p:cNvSpPr>
            <p:nvPr/>
          </p:nvSpPr>
          <p:spPr>
            <a:xfrm>
              <a:off x="4390932" y="3044737"/>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5" name="direct_184">
              <a:extLst>
                <a:ext uri="{FF2B5EF4-FFF2-40B4-BE49-F238E27FC236}">
                  <a16:creationId xmlns:a16="http://schemas.microsoft.com/office/drawing/2014/main" id="{955D32BE-456F-49ED-89E7-DE9CC59899D7}"/>
                </a:ext>
              </a:extLst>
            </p:cNvPr>
            <p:cNvSpPr>
              <a:spLocks/>
            </p:cNvSpPr>
            <p:nvPr/>
          </p:nvSpPr>
          <p:spPr>
            <a:xfrm>
              <a:off x="5637898" y="2942868"/>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6" name="direct_185">
              <a:extLst>
                <a:ext uri="{FF2B5EF4-FFF2-40B4-BE49-F238E27FC236}">
                  <a16:creationId xmlns:a16="http://schemas.microsoft.com/office/drawing/2014/main" id="{23157538-4D00-4A56-98C6-DF77C3A436C8}"/>
                </a:ext>
              </a:extLst>
            </p:cNvPr>
            <p:cNvSpPr>
              <a:spLocks/>
            </p:cNvSpPr>
            <p:nvPr/>
          </p:nvSpPr>
          <p:spPr>
            <a:xfrm>
              <a:off x="4390932" y="2809843"/>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7" name="direct_186">
              <a:extLst>
                <a:ext uri="{FF2B5EF4-FFF2-40B4-BE49-F238E27FC236}">
                  <a16:creationId xmlns:a16="http://schemas.microsoft.com/office/drawing/2014/main" id="{38AD0276-F69B-4EA5-B8D1-C5DBE8C54CDC}"/>
                </a:ext>
              </a:extLst>
            </p:cNvPr>
            <p:cNvSpPr>
              <a:spLocks/>
            </p:cNvSpPr>
            <p:nvPr/>
          </p:nvSpPr>
          <p:spPr>
            <a:xfrm>
              <a:off x="5637898" y="2706366"/>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88" name="text_187">
              <a:extLst>
                <a:ext uri="{FF2B5EF4-FFF2-40B4-BE49-F238E27FC236}">
                  <a16:creationId xmlns:a16="http://schemas.microsoft.com/office/drawing/2014/main" id="{A177067C-FF09-450F-AC74-4580E7F361EA}"/>
                </a:ext>
              </a:extLst>
            </p:cNvPr>
            <p:cNvSpPr>
              <a:spLocks/>
            </p:cNvSpPr>
            <p:nvPr/>
          </p:nvSpPr>
          <p:spPr>
            <a:xfrm>
              <a:off x="4328630" y="2691855"/>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58.0</a:t>
              </a:r>
            </a:p>
          </p:txBody>
        </p:sp>
        <p:sp>
          <p:nvSpPr>
            <p:cNvPr id="189" name="text_188">
              <a:extLst>
                <a:ext uri="{FF2B5EF4-FFF2-40B4-BE49-F238E27FC236}">
                  <a16:creationId xmlns:a16="http://schemas.microsoft.com/office/drawing/2014/main" id="{94A0F4CE-4FCA-47F5-B096-655E3092F212}"/>
                </a:ext>
              </a:extLst>
            </p:cNvPr>
            <p:cNvSpPr>
              <a:spLocks/>
            </p:cNvSpPr>
            <p:nvPr/>
          </p:nvSpPr>
          <p:spPr>
            <a:xfrm>
              <a:off x="5575597" y="2588377"/>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66.3</a:t>
              </a:r>
            </a:p>
          </p:txBody>
        </p:sp>
        <p:sp>
          <p:nvSpPr>
            <p:cNvPr id="190" name="direct_189">
              <a:extLst>
                <a:ext uri="{FF2B5EF4-FFF2-40B4-BE49-F238E27FC236}">
                  <a16:creationId xmlns:a16="http://schemas.microsoft.com/office/drawing/2014/main" id="{BDA638C8-2570-40CE-BB0E-190F52F4C5D3}"/>
                </a:ext>
              </a:extLst>
            </p:cNvPr>
            <p:cNvSpPr>
              <a:spLocks/>
            </p:cNvSpPr>
            <p:nvPr/>
          </p:nvSpPr>
          <p:spPr>
            <a:xfrm>
              <a:off x="4710639" y="2657076"/>
              <a:ext cx="191" cy="235146"/>
            </a:xfrm>
            <a:custGeom>
              <a:avLst/>
              <a:gdLst/>
              <a:ahLst/>
              <a:cxnLst/>
              <a:rect l="0" t="0" r="0" b="0"/>
              <a:pathLst>
                <a:path w="191" h="235146">
                  <a:moveTo>
                    <a:pt x="0" y="235146"/>
                  </a:moveTo>
                  <a:lnTo>
                    <a:pt x="0" y="0"/>
                  </a:lnTo>
                </a:path>
              </a:pathLst>
            </a:custGeom>
            <a:noFill/>
            <a:ln w="8255">
              <a:solidFill>
                <a:srgbClr val="44505A"/>
              </a:solidFill>
              <a:prstDash val="solid"/>
            </a:ln>
          </p:spPr>
        </p:sp>
        <p:sp>
          <p:nvSpPr>
            <p:cNvPr id="191" name="direct_190">
              <a:extLst>
                <a:ext uri="{FF2B5EF4-FFF2-40B4-BE49-F238E27FC236}">
                  <a16:creationId xmlns:a16="http://schemas.microsoft.com/office/drawing/2014/main" id="{943771A3-C44C-4FD3-A9CE-9A47B68847AC}"/>
                </a:ext>
              </a:extLst>
            </p:cNvPr>
            <p:cNvSpPr>
              <a:spLocks/>
            </p:cNvSpPr>
            <p:nvPr/>
          </p:nvSpPr>
          <p:spPr>
            <a:xfrm>
              <a:off x="5957605" y="2645318"/>
              <a:ext cx="191" cy="235598"/>
            </a:xfrm>
            <a:custGeom>
              <a:avLst/>
              <a:gdLst/>
              <a:ahLst/>
              <a:cxnLst/>
              <a:rect l="0" t="0" r="0" b="0"/>
              <a:pathLst>
                <a:path w="191" h="235598">
                  <a:moveTo>
                    <a:pt x="0" y="235598"/>
                  </a:moveTo>
                  <a:lnTo>
                    <a:pt x="0" y="0"/>
                  </a:lnTo>
                </a:path>
              </a:pathLst>
            </a:custGeom>
            <a:noFill/>
            <a:ln w="8255">
              <a:solidFill>
                <a:srgbClr val="44505A"/>
              </a:solidFill>
              <a:prstDash val="solid"/>
            </a:ln>
          </p:spPr>
        </p:sp>
        <p:sp>
          <p:nvSpPr>
            <p:cNvPr id="192" name="direct_191">
              <a:extLst>
                <a:ext uri="{FF2B5EF4-FFF2-40B4-BE49-F238E27FC236}">
                  <a16:creationId xmlns:a16="http://schemas.microsoft.com/office/drawing/2014/main" id="{D0F8AF69-8B3E-41AD-821F-5E0D8E98F5DC}"/>
                </a:ext>
              </a:extLst>
            </p:cNvPr>
            <p:cNvSpPr>
              <a:spLocks/>
            </p:cNvSpPr>
            <p:nvPr/>
          </p:nvSpPr>
          <p:spPr>
            <a:xfrm>
              <a:off x="4683969" y="2892221"/>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93" name="direct_192">
              <a:extLst>
                <a:ext uri="{FF2B5EF4-FFF2-40B4-BE49-F238E27FC236}">
                  <a16:creationId xmlns:a16="http://schemas.microsoft.com/office/drawing/2014/main" id="{1E8C98CC-E32E-4232-B3DD-2CE8F2103E55}"/>
                </a:ext>
              </a:extLst>
            </p:cNvPr>
            <p:cNvSpPr>
              <a:spLocks/>
            </p:cNvSpPr>
            <p:nvPr/>
          </p:nvSpPr>
          <p:spPr>
            <a:xfrm>
              <a:off x="5930935" y="2880916"/>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94" name="direct_193">
              <a:extLst>
                <a:ext uri="{FF2B5EF4-FFF2-40B4-BE49-F238E27FC236}">
                  <a16:creationId xmlns:a16="http://schemas.microsoft.com/office/drawing/2014/main" id="{8F6EE5FB-A0B0-4C13-8EAE-B0C658A45625}"/>
                </a:ext>
              </a:extLst>
            </p:cNvPr>
            <p:cNvSpPr>
              <a:spLocks/>
            </p:cNvSpPr>
            <p:nvPr/>
          </p:nvSpPr>
          <p:spPr>
            <a:xfrm>
              <a:off x="4683969" y="2657076"/>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95" name="direct_194">
              <a:extLst>
                <a:ext uri="{FF2B5EF4-FFF2-40B4-BE49-F238E27FC236}">
                  <a16:creationId xmlns:a16="http://schemas.microsoft.com/office/drawing/2014/main" id="{30621630-D610-4009-B62B-1E550A5DB5D7}"/>
                </a:ext>
              </a:extLst>
            </p:cNvPr>
            <p:cNvSpPr>
              <a:spLocks/>
            </p:cNvSpPr>
            <p:nvPr/>
          </p:nvSpPr>
          <p:spPr>
            <a:xfrm>
              <a:off x="5930935" y="2645318"/>
              <a:ext cx="53340" cy="191"/>
            </a:xfrm>
            <a:custGeom>
              <a:avLst/>
              <a:gdLst/>
              <a:ahLst/>
              <a:cxnLst/>
              <a:rect l="0" t="0" r="0" b="0"/>
              <a:pathLst>
                <a:path w="53340" h="191">
                  <a:moveTo>
                    <a:pt x="53340" y="0"/>
                  </a:moveTo>
                  <a:lnTo>
                    <a:pt x="0" y="0"/>
                  </a:lnTo>
                </a:path>
              </a:pathLst>
            </a:custGeom>
            <a:solidFill>
              <a:srgbClr val="44505A"/>
            </a:solidFill>
            <a:ln w="8255">
              <a:solidFill>
                <a:srgbClr val="44505A"/>
              </a:solidFill>
              <a:prstDash val="solid"/>
            </a:ln>
          </p:spPr>
        </p:sp>
        <p:sp>
          <p:nvSpPr>
            <p:cNvPr id="196" name="text_195">
              <a:extLst>
                <a:ext uri="{FF2B5EF4-FFF2-40B4-BE49-F238E27FC236}">
                  <a16:creationId xmlns:a16="http://schemas.microsoft.com/office/drawing/2014/main" id="{B464E96A-06DB-4755-A9F4-9C2EBB83FE16}"/>
                </a:ext>
              </a:extLst>
            </p:cNvPr>
            <p:cNvSpPr>
              <a:spLocks/>
            </p:cNvSpPr>
            <p:nvPr/>
          </p:nvSpPr>
          <p:spPr>
            <a:xfrm>
              <a:off x="4621668" y="2539087"/>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70.5</a:t>
              </a:r>
            </a:p>
          </p:txBody>
        </p:sp>
        <p:sp>
          <p:nvSpPr>
            <p:cNvPr id="197" name="text_196">
              <a:extLst>
                <a:ext uri="{FF2B5EF4-FFF2-40B4-BE49-F238E27FC236}">
                  <a16:creationId xmlns:a16="http://schemas.microsoft.com/office/drawing/2014/main" id="{2DAC1CD9-9928-4262-8C25-14E555C15D07}"/>
                </a:ext>
              </a:extLst>
            </p:cNvPr>
            <p:cNvSpPr>
              <a:spLocks/>
            </p:cNvSpPr>
            <p:nvPr/>
          </p:nvSpPr>
          <p:spPr>
            <a:xfrm>
              <a:off x="5868634" y="2527330"/>
              <a:ext cx="190642" cy="114300"/>
            </a:xfrm>
            <a:prstGeom prst="rect">
              <a:avLst/>
            </a:prstGeom>
            <a:noFill/>
            <a:ln w="0">
              <a:noFill/>
            </a:ln>
          </p:spPr>
          <p:txBody>
            <a:bodyPr wrap="none" lIns="0" tIns="0" rIns="0" bIns="0" anchor="ctr">
              <a:noAutofit/>
            </a:bodyPr>
            <a:lstStyle>
              <a:defPPr algn="l">
                <a:defRPr sz="720" b="0">
                  <a:solidFill>
                    <a:srgbClr val="273744"/>
                  </a:solidFill>
                  <a:latin typeface="Arial"/>
                  <a:ea typeface="Arial"/>
                  <a:cs typeface="Arial"/>
                </a:defRPr>
              </a:defPPr>
              <a:lvl1pPr algn="l">
                <a:defRPr sz="720" b="0">
                  <a:solidFill>
                    <a:srgbClr val="273744"/>
                  </a:solidFill>
                  <a:latin typeface="Arial"/>
                  <a:ea typeface="Arial"/>
                  <a:cs typeface="Arial"/>
                </a:defRPr>
              </a:lvl1pPr>
              <a:lvl2pPr algn="l">
                <a:defRPr sz="720" b="0">
                  <a:solidFill>
                    <a:srgbClr val="273744"/>
                  </a:solidFill>
                  <a:latin typeface="Arial"/>
                  <a:ea typeface="Arial"/>
                  <a:cs typeface="Arial"/>
                </a:defRPr>
              </a:lvl2pPr>
              <a:lvl3pPr algn="l">
                <a:defRPr sz="720" b="0">
                  <a:solidFill>
                    <a:srgbClr val="273744"/>
                  </a:solidFill>
                  <a:latin typeface="Arial"/>
                  <a:ea typeface="Arial"/>
                  <a:cs typeface="Arial"/>
                </a:defRPr>
              </a:lvl3pPr>
              <a:lvl4pPr algn="l">
                <a:defRPr sz="720" b="0">
                  <a:solidFill>
                    <a:srgbClr val="273744"/>
                  </a:solidFill>
                  <a:latin typeface="Arial"/>
                  <a:ea typeface="Arial"/>
                  <a:cs typeface="Arial"/>
                </a:defRPr>
              </a:lvl4pPr>
              <a:lvl5pPr algn="l">
                <a:defRPr sz="720" b="0">
                  <a:solidFill>
                    <a:srgbClr val="273744"/>
                  </a:solidFill>
                  <a:latin typeface="Arial"/>
                  <a:ea typeface="Arial"/>
                  <a:cs typeface="Arial"/>
                </a:defRPr>
              </a:lvl5pPr>
              <a:lvl6pPr algn="l">
                <a:defRPr sz="720" b="0">
                  <a:solidFill>
                    <a:srgbClr val="273744"/>
                  </a:solidFill>
                  <a:latin typeface="Arial"/>
                  <a:ea typeface="Arial"/>
                  <a:cs typeface="Arial"/>
                </a:defRPr>
              </a:lvl6pPr>
              <a:lvl7pPr algn="l">
                <a:defRPr sz="720" b="0">
                  <a:solidFill>
                    <a:srgbClr val="273744"/>
                  </a:solidFill>
                  <a:latin typeface="Arial"/>
                  <a:ea typeface="Arial"/>
                  <a:cs typeface="Arial"/>
                </a:defRPr>
              </a:lvl7pPr>
              <a:lvl8pPr algn="l">
                <a:defRPr sz="720" b="0">
                  <a:solidFill>
                    <a:srgbClr val="273744"/>
                  </a:solidFill>
                  <a:latin typeface="Arial"/>
                  <a:ea typeface="Arial"/>
                  <a:cs typeface="Arial"/>
                </a:defRPr>
              </a:lvl8pPr>
              <a:lvl9pPr algn="l">
                <a:defRPr sz="720" b="0">
                  <a:solidFill>
                    <a:srgbClr val="273744"/>
                  </a:solidFill>
                  <a:latin typeface="Arial"/>
                  <a:ea typeface="Arial"/>
                  <a:cs typeface="Arial"/>
                </a:defRPr>
              </a:lvl9pPr>
            </a:lstStyle>
            <a:p>
              <a:pPr algn="l">
                <a:defRPr sz="720" b="0">
                  <a:solidFill>
                    <a:srgbClr val="273744"/>
                  </a:solidFill>
                  <a:latin typeface="Arial"/>
                  <a:ea typeface="Arial"/>
                  <a:cs typeface="Arial"/>
                </a:defRPr>
              </a:pPr>
              <a:r>
                <a:t>71.5</a:t>
              </a:r>
            </a:p>
          </p:txBody>
        </p:sp>
        <p:sp>
          <p:nvSpPr>
            <p:cNvPr id="198" name="text_197">
              <a:extLst>
                <a:ext uri="{FF2B5EF4-FFF2-40B4-BE49-F238E27FC236}">
                  <a16:creationId xmlns:a16="http://schemas.microsoft.com/office/drawing/2014/main" id="{F77B8604-B18A-41CD-8083-83106A3F1D57}"/>
                </a:ext>
              </a:extLst>
            </p:cNvPr>
            <p:cNvSpPr>
              <a:spLocks/>
            </p:cNvSpPr>
            <p:nvPr/>
          </p:nvSpPr>
          <p:spPr>
            <a:xfrm>
              <a:off x="3515870" y="2185142"/>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d</a:t>
              </a:r>
            </a:p>
          </p:txBody>
        </p:sp>
        <p:sp>
          <p:nvSpPr>
            <p:cNvPr id="199" name="text_198">
              <a:extLst>
                <a:ext uri="{FF2B5EF4-FFF2-40B4-BE49-F238E27FC236}">
                  <a16:creationId xmlns:a16="http://schemas.microsoft.com/office/drawing/2014/main" id="{871C7952-6EC3-410C-B77B-7052868FED6F}"/>
                </a:ext>
              </a:extLst>
            </p:cNvPr>
            <p:cNvSpPr>
              <a:spLocks/>
            </p:cNvSpPr>
            <p:nvPr/>
          </p:nvSpPr>
          <p:spPr>
            <a:xfrm>
              <a:off x="3731770" y="2199188"/>
              <a:ext cx="1156889" cy="136525"/>
            </a:xfrm>
            <a:prstGeom prst="rect">
              <a:avLst/>
            </a:prstGeom>
            <a:noFill/>
            <a:ln w="0">
              <a:noFill/>
            </a:ln>
          </p:spPr>
          <p:txBody>
            <a:bodyPr wrap="none" lIns="0" tIns="0" rIns="0" bIns="0" anchor="ctr">
              <a:noAutofit/>
            </a:bodyPr>
            <a:lstStyle>
              <a:defPPr algn="l">
                <a:defRPr sz="860" b="0">
                  <a:solidFill>
                    <a:srgbClr val="273744"/>
                  </a:solidFill>
                  <a:latin typeface="Arial"/>
                  <a:ea typeface="Arial"/>
                  <a:cs typeface="Arial"/>
                </a:defRPr>
              </a:defPPr>
              <a:lvl1pPr algn="l">
                <a:defRPr sz="860" b="0">
                  <a:solidFill>
                    <a:srgbClr val="273744"/>
                  </a:solidFill>
                  <a:latin typeface="Arial"/>
                  <a:ea typeface="Arial"/>
                  <a:cs typeface="Arial"/>
                </a:defRPr>
              </a:lvl1pPr>
              <a:lvl2pPr algn="l">
                <a:defRPr sz="860" b="0">
                  <a:solidFill>
                    <a:srgbClr val="273744"/>
                  </a:solidFill>
                  <a:latin typeface="Arial"/>
                  <a:ea typeface="Arial"/>
                  <a:cs typeface="Arial"/>
                </a:defRPr>
              </a:lvl2pPr>
              <a:lvl3pPr algn="l">
                <a:defRPr sz="860" b="0">
                  <a:solidFill>
                    <a:srgbClr val="273744"/>
                  </a:solidFill>
                  <a:latin typeface="Arial"/>
                  <a:ea typeface="Arial"/>
                  <a:cs typeface="Arial"/>
                </a:defRPr>
              </a:lvl3pPr>
              <a:lvl4pPr algn="l">
                <a:defRPr sz="860" b="0">
                  <a:solidFill>
                    <a:srgbClr val="273744"/>
                  </a:solidFill>
                  <a:latin typeface="Arial"/>
                  <a:ea typeface="Arial"/>
                  <a:cs typeface="Arial"/>
                </a:defRPr>
              </a:lvl4pPr>
              <a:lvl5pPr algn="l">
                <a:defRPr sz="860" b="0">
                  <a:solidFill>
                    <a:srgbClr val="273744"/>
                  </a:solidFill>
                  <a:latin typeface="Arial"/>
                  <a:ea typeface="Arial"/>
                  <a:cs typeface="Arial"/>
                </a:defRPr>
              </a:lvl5pPr>
              <a:lvl6pPr algn="l">
                <a:defRPr sz="860" b="0">
                  <a:solidFill>
                    <a:srgbClr val="273744"/>
                  </a:solidFill>
                  <a:latin typeface="Arial"/>
                  <a:ea typeface="Arial"/>
                  <a:cs typeface="Arial"/>
                </a:defRPr>
              </a:lvl6pPr>
              <a:lvl7pPr algn="l">
                <a:defRPr sz="860" b="0">
                  <a:solidFill>
                    <a:srgbClr val="273744"/>
                  </a:solidFill>
                  <a:latin typeface="Arial"/>
                  <a:ea typeface="Arial"/>
                  <a:cs typeface="Arial"/>
                </a:defRPr>
              </a:lvl7pPr>
              <a:lvl8pPr algn="l">
                <a:defRPr sz="860" b="0">
                  <a:solidFill>
                    <a:srgbClr val="273744"/>
                  </a:solidFill>
                  <a:latin typeface="Arial"/>
                  <a:ea typeface="Arial"/>
                  <a:cs typeface="Arial"/>
                </a:defRPr>
              </a:lvl8pPr>
              <a:lvl9pPr algn="l">
                <a:defRPr sz="860" b="0">
                  <a:solidFill>
                    <a:srgbClr val="273744"/>
                  </a:solidFill>
                  <a:latin typeface="Arial"/>
                  <a:ea typeface="Arial"/>
                  <a:cs typeface="Arial"/>
                </a:defRPr>
              </a:lvl9pPr>
            </a:lstStyle>
            <a:p>
              <a:pPr algn="l">
                <a:defRPr sz="860" b="0">
                  <a:solidFill>
                    <a:srgbClr val="273744"/>
                  </a:solidFill>
                  <a:latin typeface="Arial"/>
                  <a:ea typeface="Arial"/>
                  <a:cs typeface="Arial"/>
                </a:defRPr>
              </a:pPr>
              <a:r>
                <a:t>Best-of-50, RMSD &lt;3 Å</a:t>
              </a:r>
            </a:p>
          </p:txBody>
        </p:sp>
        <p:sp>
          <p:nvSpPr>
            <p:cNvPr id="200" name="text_199">
              <a:extLst>
                <a:ext uri="{FF2B5EF4-FFF2-40B4-BE49-F238E27FC236}">
                  <a16:creationId xmlns:a16="http://schemas.microsoft.com/office/drawing/2014/main" id="{2A0D8192-CFE8-4D3D-AF9B-D99B3EEBE34A}"/>
                </a:ext>
              </a:extLst>
            </p:cNvPr>
            <p:cNvSpPr>
              <a:spLocks/>
            </p:cNvSpPr>
            <p:nvPr/>
          </p:nvSpPr>
          <p:spPr>
            <a:xfrm>
              <a:off x="2571034" y="3991319"/>
              <a:ext cx="1350632"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Relative attempt budget (%)</a:t>
              </a:r>
            </a:p>
          </p:txBody>
        </p:sp>
        <p:sp>
          <p:nvSpPr>
            <p:cNvPr id="201" name="direct_200">
              <a:extLst>
                <a:ext uri="{FF2B5EF4-FFF2-40B4-BE49-F238E27FC236}">
                  <a16:creationId xmlns:a16="http://schemas.microsoft.com/office/drawing/2014/main" id="{3CED8CEF-BA11-4894-92F5-A2A71D9D4194}"/>
                </a:ext>
              </a:extLst>
            </p:cNvPr>
            <p:cNvSpPr>
              <a:spLocks/>
            </p:cNvSpPr>
            <p:nvPr/>
          </p:nvSpPr>
          <p:spPr>
            <a:xfrm>
              <a:off x="635760" y="112680"/>
              <a:ext cx="111760" cy="77724"/>
            </a:xfrm>
            <a:custGeom>
              <a:avLst/>
              <a:gdLst/>
              <a:ahLst/>
              <a:cxnLst/>
              <a:rect l="0" t="0" r="0" b="0"/>
              <a:pathLst>
                <a:path w="111760" h="77724">
                  <a:moveTo>
                    <a:pt x="0" y="77724"/>
                  </a:moveTo>
                  <a:lnTo>
                    <a:pt x="111760" y="77724"/>
                  </a:lnTo>
                  <a:lnTo>
                    <a:pt x="111760" y="0"/>
                  </a:lnTo>
                  <a:lnTo>
                    <a:pt x="0" y="0"/>
                  </a:lnTo>
                  <a:lnTo>
                    <a:pt x="0" y="77724"/>
                  </a:lnTo>
                  <a:close/>
                </a:path>
              </a:pathLst>
            </a:custGeom>
            <a:solidFill>
              <a:srgbClr val="A5ADB4"/>
            </a:solidFill>
            <a:ln w="0">
              <a:noFill/>
              <a:prstDash val="solid"/>
            </a:ln>
          </p:spPr>
        </p:sp>
        <p:sp>
          <p:nvSpPr>
            <p:cNvPr id="202" name="text_201">
              <a:extLst>
                <a:ext uri="{FF2B5EF4-FFF2-40B4-BE49-F238E27FC236}">
                  <a16:creationId xmlns:a16="http://schemas.microsoft.com/office/drawing/2014/main" id="{8709F517-2DF7-41B4-8CD9-36BD3B435777}"/>
                </a:ext>
              </a:extLst>
            </p:cNvPr>
            <p:cNvSpPr>
              <a:spLocks/>
            </p:cNvSpPr>
            <p:nvPr/>
          </p:nvSpPr>
          <p:spPr>
            <a:xfrm>
              <a:off x="808480" y="106584"/>
              <a:ext cx="436169"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t>Emap2lig</a:t>
              </a:r>
            </a:p>
          </p:txBody>
        </p:sp>
        <p:sp>
          <p:nvSpPr>
            <p:cNvPr id="203" name="direct_202">
              <a:extLst>
                <a:ext uri="{FF2B5EF4-FFF2-40B4-BE49-F238E27FC236}">
                  <a16:creationId xmlns:a16="http://schemas.microsoft.com/office/drawing/2014/main" id="{32792F83-A737-47DD-9B56-7582DEBB81EB}"/>
                </a:ext>
              </a:extLst>
            </p:cNvPr>
            <p:cNvSpPr>
              <a:spLocks/>
            </p:cNvSpPr>
            <p:nvPr/>
          </p:nvSpPr>
          <p:spPr>
            <a:xfrm>
              <a:off x="1475865" y="112680"/>
              <a:ext cx="111760" cy="77724"/>
            </a:xfrm>
            <a:custGeom>
              <a:avLst/>
              <a:gdLst/>
              <a:ahLst/>
              <a:cxnLst/>
              <a:rect l="0" t="0" r="0" b="0"/>
              <a:pathLst>
                <a:path w="111760" h="77724">
                  <a:moveTo>
                    <a:pt x="0" y="77724"/>
                  </a:moveTo>
                  <a:lnTo>
                    <a:pt x="111760" y="77724"/>
                  </a:lnTo>
                  <a:lnTo>
                    <a:pt x="111760" y="0"/>
                  </a:lnTo>
                  <a:lnTo>
                    <a:pt x="0" y="0"/>
                  </a:lnTo>
                  <a:lnTo>
                    <a:pt x="0" y="77724"/>
                  </a:lnTo>
                  <a:close/>
                </a:path>
              </a:pathLst>
            </a:custGeom>
            <a:solidFill>
              <a:srgbClr val="5B74BC"/>
            </a:solidFill>
            <a:ln w="0">
              <a:noFill/>
              <a:prstDash val="solid"/>
            </a:ln>
          </p:spPr>
        </p:sp>
        <p:sp>
          <p:nvSpPr>
            <p:cNvPr id="204" name="text_203">
              <a:extLst>
                <a:ext uri="{FF2B5EF4-FFF2-40B4-BE49-F238E27FC236}">
                  <a16:creationId xmlns:a16="http://schemas.microsoft.com/office/drawing/2014/main" id="{8C1E27BA-EAD3-474C-ADD6-018219CB8B75}"/>
                </a:ext>
              </a:extLst>
            </p:cNvPr>
            <p:cNvSpPr>
              <a:spLocks/>
            </p:cNvSpPr>
            <p:nvPr/>
          </p:nvSpPr>
          <p:spPr>
            <a:xfrm>
              <a:off x="1648585" y="106584"/>
              <a:ext cx="842772"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t>LigandSeek (CA2)</a:t>
              </a:r>
            </a:p>
          </p:txBody>
        </p:sp>
        <p:sp>
          <p:nvSpPr>
            <p:cNvPr id="205" name="direct_204">
              <a:extLst>
                <a:ext uri="{FF2B5EF4-FFF2-40B4-BE49-F238E27FC236}">
                  <a16:creationId xmlns:a16="http://schemas.microsoft.com/office/drawing/2014/main" id="{0B7C188D-C6EA-4018-95B2-6D688FA65F99}"/>
                </a:ext>
              </a:extLst>
            </p:cNvPr>
            <p:cNvSpPr>
              <a:spLocks/>
            </p:cNvSpPr>
            <p:nvPr/>
          </p:nvSpPr>
          <p:spPr>
            <a:xfrm>
              <a:off x="2722592" y="112680"/>
              <a:ext cx="111760" cy="77724"/>
            </a:xfrm>
            <a:custGeom>
              <a:avLst/>
              <a:gdLst/>
              <a:ahLst/>
              <a:cxnLst/>
              <a:rect l="0" t="0" r="0" b="0"/>
              <a:pathLst>
                <a:path w="111760" h="77724">
                  <a:moveTo>
                    <a:pt x="0" y="77724"/>
                  </a:moveTo>
                  <a:lnTo>
                    <a:pt x="111760" y="77724"/>
                  </a:lnTo>
                  <a:lnTo>
                    <a:pt x="111760" y="0"/>
                  </a:lnTo>
                  <a:lnTo>
                    <a:pt x="0" y="0"/>
                  </a:lnTo>
                  <a:lnTo>
                    <a:pt x="0" y="77724"/>
                  </a:lnTo>
                  <a:close/>
                </a:path>
              </a:pathLst>
            </a:custGeom>
            <a:solidFill>
              <a:srgbClr val="168D8D"/>
            </a:solidFill>
            <a:ln w="0">
              <a:noFill/>
              <a:prstDash val="solid"/>
            </a:ln>
          </p:spPr>
        </p:sp>
        <p:sp>
          <p:nvSpPr>
            <p:cNvPr id="206" name="text_205">
              <a:extLst>
                <a:ext uri="{FF2B5EF4-FFF2-40B4-BE49-F238E27FC236}">
                  <a16:creationId xmlns:a16="http://schemas.microsoft.com/office/drawing/2014/main" id="{C38AF726-31A3-4D4C-9145-C3C6A60C4D59}"/>
                </a:ext>
              </a:extLst>
            </p:cNvPr>
            <p:cNvSpPr>
              <a:spLocks/>
            </p:cNvSpPr>
            <p:nvPr/>
          </p:nvSpPr>
          <p:spPr>
            <a:xfrm>
              <a:off x="2895312" y="106584"/>
              <a:ext cx="786282"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t>LigandSeek (GT)</a:t>
              </a:r>
            </a:p>
          </p:txBody>
        </p:sp>
      </p:grpSp>
    </p:spTree>
    <p:extLst>
      <p:ext uri="{BB962C8B-B14F-4D97-AF65-F5344CB8AC3E}">
        <p14:creationId xmlns:p14="http://schemas.microsoft.com/office/powerpoint/2010/main" val="3746447624"/>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24" name="组合 4123">
            <a:extLst>
              <a:ext uri="{FF2B5EF4-FFF2-40B4-BE49-F238E27FC236}">
                <a16:creationId xmlns:a16="http://schemas.microsoft.com/office/drawing/2014/main" id="{41CFA733-7F86-4EAA-132B-4339946DB2CC}"/>
              </a:ext>
            </a:extLst>
          </p:cNvPr>
          <p:cNvGrpSpPr>
            <a:grpSpLocks/>
          </p:cNvGrpSpPr>
          <p:nvPr/>
        </p:nvGrpSpPr>
        <p:grpSpPr>
          <a:xfrm>
            <a:off x="55563" y="324000"/>
            <a:ext cx="6480000" cy="7992000"/>
            <a:chOff x="0" y="324000"/>
            <a:chExt cx="6480000" cy="7992000"/>
          </a:xfrm>
        </p:grpSpPr>
        <p:sp>
          <p:nvSpPr>
            <p:cNvPr id="4123" name="03_assume_matched_0">
              <a:extLst>
                <a:ext uri="{FF2B5EF4-FFF2-40B4-BE49-F238E27FC236}">
                  <a16:creationId xmlns:a16="http://schemas.microsoft.com/office/drawing/2014/main" id="{F213AA4D-3925-4187-93F9-4FED92094D0E}"/>
                </a:ext>
              </a:extLst>
            </p:cNvPr>
            <p:cNvSpPr>
              <a:spLocks/>
            </p:cNvSpPr>
            <p:nvPr/>
          </p:nvSpPr>
          <p:spPr>
            <a:xfrm>
              <a:off x="0" y="324000"/>
              <a:ext cx="6480000" cy="7992000"/>
            </a:xfrm>
            <a:custGeom>
              <a:avLst/>
              <a:gdLst/>
              <a:ahLst/>
              <a:cxnLst/>
              <a:rect l="0" t="0" r="0" b="0"/>
              <a:pathLst>
                <a:path w="6480000" h="7992000">
                  <a:moveTo>
                    <a:pt x="0" y="7992000"/>
                  </a:moveTo>
                  <a:lnTo>
                    <a:pt x="6480000" y="7992000"/>
                  </a:lnTo>
                  <a:lnTo>
                    <a:pt x="6480000" y="0"/>
                  </a:lnTo>
                  <a:lnTo>
                    <a:pt x="0" y="0"/>
                  </a:lnTo>
                  <a:lnTo>
                    <a:pt x="0" y="7992000"/>
                  </a:lnTo>
                  <a:close/>
                </a:path>
              </a:pathLst>
            </a:custGeom>
            <a:solidFill>
              <a:srgbClr val="FFFFFF"/>
            </a:solidFill>
            <a:ln w="0">
              <a:noFill/>
              <a:prstDash val="solid"/>
            </a:ln>
          </p:spPr>
        </p:sp>
        <p:sp>
          <p:nvSpPr>
            <p:cNvPr id="2" name="03_assume_matched_1">
              <a:extLst>
                <a:ext uri="{FF2B5EF4-FFF2-40B4-BE49-F238E27FC236}">
                  <a16:creationId xmlns:a16="http://schemas.microsoft.com/office/drawing/2014/main" id="{CAB26593-44AC-4EB7-8A29-7A3AAB4D3E74}"/>
                </a:ext>
              </a:extLst>
            </p:cNvPr>
            <p:cNvSpPr>
              <a:spLocks/>
            </p:cNvSpPr>
            <p:nvPr/>
          </p:nvSpPr>
          <p:spPr>
            <a:xfrm>
              <a:off x="712800" y="1362960"/>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 name="03_assume_matched_2">
              <a:extLst>
                <a:ext uri="{FF2B5EF4-FFF2-40B4-BE49-F238E27FC236}">
                  <a16:creationId xmlns:a16="http://schemas.microsoft.com/office/drawing/2014/main" id="{5146AB78-4375-48D0-A641-A94772D7D28F}"/>
                </a:ext>
              </a:extLst>
            </p:cNvPr>
            <p:cNvSpPr>
              <a:spLocks/>
            </p:cNvSpPr>
            <p:nvPr/>
          </p:nvSpPr>
          <p:spPr>
            <a:xfrm>
              <a:off x="1014554" y="1392203"/>
              <a:ext cx="196140" cy="584869"/>
            </a:xfrm>
            <a:custGeom>
              <a:avLst/>
              <a:gdLst/>
              <a:ahLst/>
              <a:cxnLst/>
              <a:rect l="0" t="0" r="0" b="0"/>
              <a:pathLst>
                <a:path w="196140" h="584869">
                  <a:moveTo>
                    <a:pt x="196140" y="584869"/>
                  </a:moveTo>
                  <a:lnTo>
                    <a:pt x="0" y="584869"/>
                  </a:lnTo>
                  <a:lnTo>
                    <a:pt x="1105" y="579995"/>
                  </a:lnTo>
                  <a:lnTo>
                    <a:pt x="4346" y="575121"/>
                  </a:lnTo>
                  <a:lnTo>
                    <a:pt x="9507" y="570247"/>
                  </a:lnTo>
                  <a:lnTo>
                    <a:pt x="16255" y="565373"/>
                  </a:lnTo>
                  <a:lnTo>
                    <a:pt x="24174" y="560500"/>
                  </a:lnTo>
                  <a:lnTo>
                    <a:pt x="32809" y="555626"/>
                  </a:lnTo>
                  <a:lnTo>
                    <a:pt x="41709" y="550752"/>
                  </a:lnTo>
                  <a:lnTo>
                    <a:pt x="50461" y="545878"/>
                  </a:lnTo>
                  <a:lnTo>
                    <a:pt x="58721" y="541004"/>
                  </a:lnTo>
                  <a:lnTo>
                    <a:pt x="66233" y="536130"/>
                  </a:lnTo>
                  <a:lnTo>
                    <a:pt x="72831" y="531256"/>
                  </a:lnTo>
                  <a:lnTo>
                    <a:pt x="78439" y="526382"/>
                  </a:lnTo>
                  <a:lnTo>
                    <a:pt x="83051" y="521508"/>
                  </a:lnTo>
                  <a:lnTo>
                    <a:pt x="86725" y="516634"/>
                  </a:lnTo>
                  <a:lnTo>
                    <a:pt x="89552" y="511760"/>
                  </a:lnTo>
                  <a:lnTo>
                    <a:pt x="91649" y="506887"/>
                  </a:lnTo>
                  <a:lnTo>
                    <a:pt x="93139" y="502013"/>
                  </a:lnTo>
                  <a:lnTo>
                    <a:pt x="94140" y="497139"/>
                  </a:lnTo>
                  <a:lnTo>
                    <a:pt x="94758" y="492265"/>
                  </a:lnTo>
                  <a:lnTo>
                    <a:pt x="95084" y="487391"/>
                  </a:lnTo>
                  <a:lnTo>
                    <a:pt x="95194" y="482517"/>
                  </a:lnTo>
                  <a:lnTo>
                    <a:pt x="95147" y="477643"/>
                  </a:lnTo>
                  <a:lnTo>
                    <a:pt x="94988" y="472769"/>
                  </a:lnTo>
                  <a:lnTo>
                    <a:pt x="94750" y="467895"/>
                  </a:lnTo>
                  <a:lnTo>
                    <a:pt x="94458" y="463021"/>
                  </a:lnTo>
                  <a:lnTo>
                    <a:pt x="94131" y="458147"/>
                  </a:lnTo>
                  <a:lnTo>
                    <a:pt x="93781" y="453274"/>
                  </a:lnTo>
                  <a:lnTo>
                    <a:pt x="93419" y="448400"/>
                  </a:lnTo>
                  <a:lnTo>
                    <a:pt x="93052" y="443526"/>
                  </a:lnTo>
                  <a:lnTo>
                    <a:pt x="92687" y="438652"/>
                  </a:lnTo>
                  <a:lnTo>
                    <a:pt x="92328" y="433778"/>
                  </a:lnTo>
                  <a:lnTo>
                    <a:pt x="91982" y="428904"/>
                  </a:lnTo>
                  <a:lnTo>
                    <a:pt x="91655" y="424030"/>
                  </a:lnTo>
                  <a:lnTo>
                    <a:pt x="91353" y="419156"/>
                  </a:lnTo>
                  <a:lnTo>
                    <a:pt x="91083" y="414282"/>
                  </a:lnTo>
                  <a:lnTo>
                    <a:pt x="90853" y="409408"/>
                  </a:lnTo>
                  <a:lnTo>
                    <a:pt x="90668" y="404534"/>
                  </a:lnTo>
                  <a:lnTo>
                    <a:pt x="90534" y="399661"/>
                  </a:lnTo>
                  <a:lnTo>
                    <a:pt x="90452" y="394787"/>
                  </a:lnTo>
                  <a:lnTo>
                    <a:pt x="90421" y="389913"/>
                  </a:lnTo>
                  <a:lnTo>
                    <a:pt x="90435" y="385039"/>
                  </a:lnTo>
                  <a:lnTo>
                    <a:pt x="90483" y="380165"/>
                  </a:lnTo>
                  <a:lnTo>
                    <a:pt x="90553" y="375291"/>
                  </a:lnTo>
                  <a:lnTo>
                    <a:pt x="90625" y="370417"/>
                  </a:lnTo>
                  <a:lnTo>
                    <a:pt x="90681" y="365543"/>
                  </a:lnTo>
                  <a:lnTo>
                    <a:pt x="90699" y="360669"/>
                  </a:lnTo>
                  <a:lnTo>
                    <a:pt x="90663" y="355795"/>
                  </a:lnTo>
                  <a:lnTo>
                    <a:pt x="90555" y="350921"/>
                  </a:lnTo>
                  <a:lnTo>
                    <a:pt x="90366" y="346048"/>
                  </a:lnTo>
                  <a:lnTo>
                    <a:pt x="90094" y="341174"/>
                  </a:lnTo>
                  <a:lnTo>
                    <a:pt x="89741" y="336300"/>
                  </a:lnTo>
                  <a:lnTo>
                    <a:pt x="89323" y="331426"/>
                  </a:lnTo>
                  <a:lnTo>
                    <a:pt x="88861" y="326552"/>
                  </a:lnTo>
                  <a:lnTo>
                    <a:pt x="88386" y="321678"/>
                  </a:lnTo>
                  <a:lnTo>
                    <a:pt x="87934" y="316804"/>
                  </a:lnTo>
                  <a:lnTo>
                    <a:pt x="87543" y="311930"/>
                  </a:lnTo>
                  <a:lnTo>
                    <a:pt x="87253" y="307056"/>
                  </a:lnTo>
                  <a:lnTo>
                    <a:pt x="87098" y="302182"/>
                  </a:lnTo>
                  <a:lnTo>
                    <a:pt x="87107" y="297308"/>
                  </a:lnTo>
                  <a:lnTo>
                    <a:pt x="87294" y="292435"/>
                  </a:lnTo>
                  <a:lnTo>
                    <a:pt x="87665" y="287561"/>
                  </a:lnTo>
                  <a:lnTo>
                    <a:pt x="88210" y="282687"/>
                  </a:lnTo>
                  <a:lnTo>
                    <a:pt x="88908" y="277813"/>
                  </a:lnTo>
                  <a:lnTo>
                    <a:pt x="89727" y="272939"/>
                  </a:lnTo>
                  <a:lnTo>
                    <a:pt x="90628" y="268065"/>
                  </a:lnTo>
                  <a:lnTo>
                    <a:pt x="91571" y="263191"/>
                  </a:lnTo>
                  <a:lnTo>
                    <a:pt x="92515" y="258317"/>
                  </a:lnTo>
                  <a:lnTo>
                    <a:pt x="93424" y="253443"/>
                  </a:lnTo>
                  <a:lnTo>
                    <a:pt x="94269" y="248569"/>
                  </a:lnTo>
                  <a:lnTo>
                    <a:pt x="95028" y="243695"/>
                  </a:lnTo>
                  <a:lnTo>
                    <a:pt x="95689" y="238822"/>
                  </a:lnTo>
                  <a:lnTo>
                    <a:pt x="96247" y="233948"/>
                  </a:lnTo>
                  <a:lnTo>
                    <a:pt x="96706" y="229074"/>
                  </a:lnTo>
                  <a:lnTo>
                    <a:pt x="97072" y="224200"/>
                  </a:lnTo>
                  <a:lnTo>
                    <a:pt x="97356" y="219326"/>
                  </a:lnTo>
                  <a:lnTo>
                    <a:pt x="97571" y="214452"/>
                  </a:lnTo>
                  <a:lnTo>
                    <a:pt x="97729" y="209578"/>
                  </a:lnTo>
                  <a:lnTo>
                    <a:pt x="97842" y="204704"/>
                  </a:lnTo>
                  <a:lnTo>
                    <a:pt x="97921" y="199830"/>
                  </a:lnTo>
                  <a:lnTo>
                    <a:pt x="97975" y="194956"/>
                  </a:lnTo>
                  <a:lnTo>
                    <a:pt x="98011" y="190082"/>
                  </a:lnTo>
                  <a:lnTo>
                    <a:pt x="98034" y="185209"/>
                  </a:lnTo>
                  <a:lnTo>
                    <a:pt x="98049" y="180335"/>
                  </a:lnTo>
                  <a:lnTo>
                    <a:pt x="98058" y="175461"/>
                  </a:lnTo>
                  <a:lnTo>
                    <a:pt x="98063" y="170587"/>
                  </a:lnTo>
                  <a:lnTo>
                    <a:pt x="98066" y="165713"/>
                  </a:lnTo>
                  <a:lnTo>
                    <a:pt x="98068" y="160839"/>
                  </a:lnTo>
                  <a:lnTo>
                    <a:pt x="98069" y="155965"/>
                  </a:lnTo>
                  <a:lnTo>
                    <a:pt x="98070"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0" y="146217"/>
                  </a:lnTo>
                  <a:lnTo>
                    <a:pt x="98071" y="151091"/>
                  </a:lnTo>
                  <a:lnTo>
                    <a:pt x="98071" y="155965"/>
                  </a:lnTo>
                  <a:lnTo>
                    <a:pt x="98072" y="160839"/>
                  </a:lnTo>
                  <a:lnTo>
                    <a:pt x="98074" y="165713"/>
                  </a:lnTo>
                  <a:lnTo>
                    <a:pt x="98077" y="170587"/>
                  </a:lnTo>
                  <a:lnTo>
                    <a:pt x="98083" y="175461"/>
                  </a:lnTo>
                  <a:lnTo>
                    <a:pt x="98092" y="180335"/>
                  </a:lnTo>
                  <a:lnTo>
                    <a:pt x="98106" y="185209"/>
                  </a:lnTo>
                  <a:lnTo>
                    <a:pt x="98130" y="190082"/>
                  </a:lnTo>
                  <a:lnTo>
                    <a:pt x="98165" y="194956"/>
                  </a:lnTo>
                  <a:lnTo>
                    <a:pt x="98219" y="199830"/>
                  </a:lnTo>
                  <a:lnTo>
                    <a:pt x="98298" y="204704"/>
                  </a:lnTo>
                  <a:lnTo>
                    <a:pt x="98412" y="209578"/>
                  </a:lnTo>
                  <a:lnTo>
                    <a:pt x="98570" y="214452"/>
                  </a:lnTo>
                  <a:lnTo>
                    <a:pt x="98784" y="219326"/>
                  </a:lnTo>
                  <a:lnTo>
                    <a:pt x="99068" y="224200"/>
                  </a:lnTo>
                  <a:lnTo>
                    <a:pt x="99434" y="229074"/>
                  </a:lnTo>
                  <a:lnTo>
                    <a:pt x="99893" y="233948"/>
                  </a:lnTo>
                  <a:lnTo>
                    <a:pt x="100452" y="238822"/>
                  </a:lnTo>
                  <a:lnTo>
                    <a:pt x="101113" y="243695"/>
                  </a:lnTo>
                  <a:lnTo>
                    <a:pt x="101872" y="248569"/>
                  </a:lnTo>
                  <a:lnTo>
                    <a:pt x="102716" y="253443"/>
                  </a:lnTo>
                  <a:lnTo>
                    <a:pt x="103625" y="258317"/>
                  </a:lnTo>
                  <a:lnTo>
                    <a:pt x="104569" y="263191"/>
                  </a:lnTo>
                  <a:lnTo>
                    <a:pt x="105512" y="268065"/>
                  </a:lnTo>
                  <a:lnTo>
                    <a:pt x="106413" y="272939"/>
                  </a:lnTo>
                  <a:lnTo>
                    <a:pt x="107232" y="277813"/>
                  </a:lnTo>
                  <a:lnTo>
                    <a:pt x="107930" y="282687"/>
                  </a:lnTo>
                  <a:lnTo>
                    <a:pt x="108475" y="287561"/>
                  </a:lnTo>
                  <a:lnTo>
                    <a:pt x="108846" y="292435"/>
                  </a:lnTo>
                  <a:lnTo>
                    <a:pt x="109034" y="297308"/>
                  </a:lnTo>
                  <a:lnTo>
                    <a:pt x="109042" y="302182"/>
                  </a:lnTo>
                  <a:lnTo>
                    <a:pt x="108888" y="307056"/>
                  </a:lnTo>
                  <a:lnTo>
                    <a:pt x="108597" y="311930"/>
                  </a:lnTo>
                  <a:lnTo>
                    <a:pt x="108207" y="316804"/>
                  </a:lnTo>
                  <a:lnTo>
                    <a:pt x="107754" y="321678"/>
                  </a:lnTo>
                  <a:lnTo>
                    <a:pt x="107279" y="326552"/>
                  </a:lnTo>
                  <a:lnTo>
                    <a:pt x="106817" y="331426"/>
                  </a:lnTo>
                  <a:lnTo>
                    <a:pt x="106399" y="336300"/>
                  </a:lnTo>
                  <a:lnTo>
                    <a:pt x="106047" y="341174"/>
                  </a:lnTo>
                  <a:lnTo>
                    <a:pt x="105774" y="346048"/>
                  </a:lnTo>
                  <a:lnTo>
                    <a:pt x="105585" y="350921"/>
                  </a:lnTo>
                  <a:lnTo>
                    <a:pt x="105478" y="355795"/>
                  </a:lnTo>
                  <a:lnTo>
                    <a:pt x="105441" y="360669"/>
                  </a:lnTo>
                  <a:lnTo>
                    <a:pt x="105460" y="365543"/>
                  </a:lnTo>
                  <a:lnTo>
                    <a:pt x="105515" y="370417"/>
                  </a:lnTo>
                  <a:lnTo>
                    <a:pt x="105588" y="375291"/>
                  </a:lnTo>
                  <a:lnTo>
                    <a:pt x="105657" y="380165"/>
                  </a:lnTo>
                  <a:lnTo>
                    <a:pt x="105706" y="385039"/>
                  </a:lnTo>
                  <a:lnTo>
                    <a:pt x="105720" y="389913"/>
                  </a:lnTo>
                  <a:lnTo>
                    <a:pt x="105688" y="394787"/>
                  </a:lnTo>
                  <a:lnTo>
                    <a:pt x="105606" y="399661"/>
                  </a:lnTo>
                  <a:lnTo>
                    <a:pt x="105472" y="404534"/>
                  </a:lnTo>
                  <a:lnTo>
                    <a:pt x="105287" y="409408"/>
                  </a:lnTo>
                  <a:lnTo>
                    <a:pt x="105057" y="414282"/>
                  </a:lnTo>
                  <a:lnTo>
                    <a:pt x="104787" y="419156"/>
                  </a:lnTo>
                  <a:lnTo>
                    <a:pt x="104485" y="424030"/>
                  </a:lnTo>
                  <a:lnTo>
                    <a:pt x="104158" y="428904"/>
                  </a:lnTo>
                  <a:lnTo>
                    <a:pt x="103812" y="433778"/>
                  </a:lnTo>
                  <a:lnTo>
                    <a:pt x="103454" y="438652"/>
                  </a:lnTo>
                  <a:lnTo>
                    <a:pt x="103088" y="443526"/>
                  </a:lnTo>
                  <a:lnTo>
                    <a:pt x="102721" y="448400"/>
                  </a:lnTo>
                  <a:lnTo>
                    <a:pt x="102359" y="453274"/>
                  </a:lnTo>
                  <a:lnTo>
                    <a:pt x="102010" y="458147"/>
                  </a:lnTo>
                  <a:lnTo>
                    <a:pt x="101683" y="463021"/>
                  </a:lnTo>
                  <a:lnTo>
                    <a:pt x="101391" y="467895"/>
                  </a:lnTo>
                  <a:lnTo>
                    <a:pt x="101153" y="472769"/>
                  </a:lnTo>
                  <a:lnTo>
                    <a:pt x="100993" y="477643"/>
                  </a:lnTo>
                  <a:lnTo>
                    <a:pt x="100946" y="482517"/>
                  </a:lnTo>
                  <a:lnTo>
                    <a:pt x="101056" y="487391"/>
                  </a:lnTo>
                  <a:lnTo>
                    <a:pt x="101383" y="492265"/>
                  </a:lnTo>
                  <a:lnTo>
                    <a:pt x="102001" y="497139"/>
                  </a:lnTo>
                  <a:lnTo>
                    <a:pt x="103001" y="502013"/>
                  </a:lnTo>
                  <a:lnTo>
                    <a:pt x="104491" y="506887"/>
                  </a:lnTo>
                  <a:lnTo>
                    <a:pt x="106588" y="511760"/>
                  </a:lnTo>
                  <a:lnTo>
                    <a:pt x="109416" y="516634"/>
                  </a:lnTo>
                  <a:lnTo>
                    <a:pt x="113089" y="521508"/>
                  </a:lnTo>
                  <a:lnTo>
                    <a:pt x="117702" y="526382"/>
                  </a:lnTo>
                  <a:lnTo>
                    <a:pt x="123309" y="531256"/>
                  </a:lnTo>
                  <a:lnTo>
                    <a:pt x="129908" y="536130"/>
                  </a:lnTo>
                  <a:lnTo>
                    <a:pt x="137420" y="541004"/>
                  </a:lnTo>
                  <a:lnTo>
                    <a:pt x="145680" y="545878"/>
                  </a:lnTo>
                  <a:lnTo>
                    <a:pt x="154431" y="550752"/>
                  </a:lnTo>
                  <a:lnTo>
                    <a:pt x="163331" y="555626"/>
                  </a:lnTo>
                  <a:lnTo>
                    <a:pt x="171967" y="560500"/>
                  </a:lnTo>
                  <a:lnTo>
                    <a:pt x="179886" y="565373"/>
                  </a:lnTo>
                  <a:lnTo>
                    <a:pt x="186633" y="570247"/>
                  </a:lnTo>
                  <a:lnTo>
                    <a:pt x="191794" y="575121"/>
                  </a:lnTo>
                  <a:lnTo>
                    <a:pt x="195035"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4" name="03_assume_matched_3">
              <a:extLst>
                <a:ext uri="{FF2B5EF4-FFF2-40B4-BE49-F238E27FC236}">
                  <a16:creationId xmlns:a16="http://schemas.microsoft.com/office/drawing/2014/main" id="{FC22A105-94CE-450F-BD42-D407CC003900}"/>
                </a:ext>
              </a:extLst>
            </p:cNvPr>
            <p:cNvSpPr>
              <a:spLocks/>
            </p:cNvSpPr>
            <p:nvPr/>
          </p:nvSpPr>
          <p:spPr>
            <a:xfrm>
              <a:off x="1391747" y="1392203"/>
              <a:ext cx="196140" cy="584869"/>
            </a:xfrm>
            <a:custGeom>
              <a:avLst/>
              <a:gdLst/>
              <a:ahLst/>
              <a:cxnLst/>
              <a:rect l="0" t="0" r="0" b="0"/>
              <a:pathLst>
                <a:path w="196140" h="584869">
                  <a:moveTo>
                    <a:pt x="196140" y="584869"/>
                  </a:moveTo>
                  <a:lnTo>
                    <a:pt x="0" y="584869"/>
                  </a:lnTo>
                  <a:lnTo>
                    <a:pt x="1092" y="579995"/>
                  </a:lnTo>
                  <a:lnTo>
                    <a:pt x="4295" y="575121"/>
                  </a:lnTo>
                  <a:lnTo>
                    <a:pt x="9393" y="570247"/>
                  </a:lnTo>
                  <a:lnTo>
                    <a:pt x="16056" y="565373"/>
                  </a:lnTo>
                  <a:lnTo>
                    <a:pt x="23870" y="560500"/>
                  </a:lnTo>
                  <a:lnTo>
                    <a:pt x="32383" y="555626"/>
                  </a:lnTo>
                  <a:lnTo>
                    <a:pt x="41149" y="550752"/>
                  </a:lnTo>
                  <a:lnTo>
                    <a:pt x="49759" y="545878"/>
                  </a:lnTo>
                  <a:lnTo>
                    <a:pt x="57876" y="541004"/>
                  </a:lnTo>
                  <a:lnTo>
                    <a:pt x="65249" y="536130"/>
                  </a:lnTo>
                  <a:lnTo>
                    <a:pt x="71720" y="531256"/>
                  </a:lnTo>
                  <a:lnTo>
                    <a:pt x="77217" y="526382"/>
                  </a:lnTo>
                  <a:lnTo>
                    <a:pt x="81743" y="521508"/>
                  </a:lnTo>
                  <a:lnTo>
                    <a:pt x="85357" y="516634"/>
                  </a:lnTo>
                  <a:lnTo>
                    <a:pt x="88157" y="511760"/>
                  </a:lnTo>
                  <a:lnTo>
                    <a:pt x="90261" y="506887"/>
                  </a:lnTo>
                  <a:lnTo>
                    <a:pt x="91790" y="502013"/>
                  </a:lnTo>
                  <a:lnTo>
                    <a:pt x="92862" y="497139"/>
                  </a:lnTo>
                  <a:lnTo>
                    <a:pt x="93578" y="492265"/>
                  </a:lnTo>
                  <a:lnTo>
                    <a:pt x="94027" y="487391"/>
                  </a:lnTo>
                  <a:lnTo>
                    <a:pt x="94278" y="482517"/>
                  </a:lnTo>
                  <a:lnTo>
                    <a:pt x="94386" y="477643"/>
                  </a:lnTo>
                  <a:lnTo>
                    <a:pt x="94394" y="472769"/>
                  </a:lnTo>
                  <a:lnTo>
                    <a:pt x="94333" y="467895"/>
                  </a:lnTo>
                  <a:lnTo>
                    <a:pt x="94229" y="463021"/>
                  </a:lnTo>
                  <a:lnTo>
                    <a:pt x="94100" y="458147"/>
                  </a:lnTo>
                  <a:lnTo>
                    <a:pt x="93964" y="453274"/>
                  </a:lnTo>
                  <a:lnTo>
                    <a:pt x="93832" y="448400"/>
                  </a:lnTo>
                  <a:lnTo>
                    <a:pt x="93713" y="443526"/>
                  </a:lnTo>
                  <a:lnTo>
                    <a:pt x="93615" y="438652"/>
                  </a:lnTo>
                  <a:lnTo>
                    <a:pt x="93541" y="433778"/>
                  </a:lnTo>
                  <a:lnTo>
                    <a:pt x="93492" y="428904"/>
                  </a:lnTo>
                  <a:lnTo>
                    <a:pt x="93469" y="424030"/>
                  </a:lnTo>
                  <a:lnTo>
                    <a:pt x="93469" y="419156"/>
                  </a:lnTo>
                  <a:lnTo>
                    <a:pt x="93493" y="414282"/>
                  </a:lnTo>
                  <a:lnTo>
                    <a:pt x="93538" y="409408"/>
                  </a:lnTo>
                  <a:lnTo>
                    <a:pt x="93604" y="404534"/>
                  </a:lnTo>
                  <a:lnTo>
                    <a:pt x="93693" y="399661"/>
                  </a:lnTo>
                  <a:lnTo>
                    <a:pt x="93807" y="394787"/>
                  </a:lnTo>
                  <a:lnTo>
                    <a:pt x="93946" y="389913"/>
                  </a:lnTo>
                  <a:lnTo>
                    <a:pt x="94113" y="385039"/>
                  </a:lnTo>
                  <a:lnTo>
                    <a:pt x="94306" y="380165"/>
                  </a:lnTo>
                  <a:lnTo>
                    <a:pt x="94523" y="375291"/>
                  </a:lnTo>
                  <a:lnTo>
                    <a:pt x="94757" y="370417"/>
                  </a:lnTo>
                  <a:lnTo>
                    <a:pt x="95002" y="365543"/>
                  </a:lnTo>
                  <a:lnTo>
                    <a:pt x="95246" y="360669"/>
                  </a:lnTo>
                  <a:lnTo>
                    <a:pt x="95478" y="355795"/>
                  </a:lnTo>
                  <a:lnTo>
                    <a:pt x="95687" y="350921"/>
                  </a:lnTo>
                  <a:lnTo>
                    <a:pt x="95863" y="346048"/>
                  </a:lnTo>
                  <a:lnTo>
                    <a:pt x="95997" y="341174"/>
                  </a:lnTo>
                  <a:lnTo>
                    <a:pt x="96084" y="336300"/>
                  </a:lnTo>
                  <a:lnTo>
                    <a:pt x="96125" y="331426"/>
                  </a:lnTo>
                  <a:lnTo>
                    <a:pt x="96121" y="326552"/>
                  </a:lnTo>
                  <a:lnTo>
                    <a:pt x="96080" y="321678"/>
                  </a:lnTo>
                  <a:lnTo>
                    <a:pt x="96011" y="316804"/>
                  </a:lnTo>
                  <a:lnTo>
                    <a:pt x="95925" y="311930"/>
                  </a:lnTo>
                  <a:lnTo>
                    <a:pt x="95834" y="307056"/>
                  </a:lnTo>
                  <a:lnTo>
                    <a:pt x="95750" y="302182"/>
                  </a:lnTo>
                  <a:lnTo>
                    <a:pt x="95681" y="297308"/>
                  </a:lnTo>
                  <a:lnTo>
                    <a:pt x="95635" y="292435"/>
                  </a:lnTo>
                  <a:lnTo>
                    <a:pt x="95615" y="287561"/>
                  </a:lnTo>
                  <a:lnTo>
                    <a:pt x="95621" y="282687"/>
                  </a:lnTo>
                  <a:lnTo>
                    <a:pt x="95650" y="277813"/>
                  </a:lnTo>
                  <a:lnTo>
                    <a:pt x="95696" y="272939"/>
                  </a:lnTo>
                  <a:lnTo>
                    <a:pt x="95752" y="268065"/>
                  </a:lnTo>
                  <a:lnTo>
                    <a:pt x="95812" y="263191"/>
                  </a:lnTo>
                  <a:lnTo>
                    <a:pt x="95866" y="258317"/>
                  </a:lnTo>
                  <a:lnTo>
                    <a:pt x="95911" y="253443"/>
                  </a:lnTo>
                  <a:lnTo>
                    <a:pt x="95940" y="248569"/>
                  </a:lnTo>
                  <a:lnTo>
                    <a:pt x="95951" y="243695"/>
                  </a:lnTo>
                  <a:lnTo>
                    <a:pt x="95941" y="238822"/>
                  </a:lnTo>
                  <a:lnTo>
                    <a:pt x="95909" y="233948"/>
                  </a:lnTo>
                  <a:lnTo>
                    <a:pt x="95855" y="229074"/>
                  </a:lnTo>
                  <a:lnTo>
                    <a:pt x="95778" y="224200"/>
                  </a:lnTo>
                  <a:lnTo>
                    <a:pt x="95676" y="219326"/>
                  </a:lnTo>
                  <a:lnTo>
                    <a:pt x="95549" y="214452"/>
                  </a:lnTo>
                  <a:lnTo>
                    <a:pt x="95395" y="209578"/>
                  </a:lnTo>
                  <a:lnTo>
                    <a:pt x="95215" y="204704"/>
                  </a:lnTo>
                  <a:lnTo>
                    <a:pt x="95009" y="199830"/>
                  </a:lnTo>
                  <a:lnTo>
                    <a:pt x="94780" y="194956"/>
                  </a:lnTo>
                  <a:lnTo>
                    <a:pt x="94531" y="190082"/>
                  </a:lnTo>
                  <a:lnTo>
                    <a:pt x="94271" y="185209"/>
                  </a:lnTo>
                  <a:lnTo>
                    <a:pt x="94010" y="180335"/>
                  </a:lnTo>
                  <a:lnTo>
                    <a:pt x="93759" y="175461"/>
                  </a:lnTo>
                  <a:lnTo>
                    <a:pt x="93531" y="170587"/>
                  </a:lnTo>
                  <a:lnTo>
                    <a:pt x="93341" y="165713"/>
                  </a:lnTo>
                  <a:lnTo>
                    <a:pt x="93201" y="160839"/>
                  </a:lnTo>
                  <a:lnTo>
                    <a:pt x="93121" y="155965"/>
                  </a:lnTo>
                  <a:lnTo>
                    <a:pt x="93108" y="151091"/>
                  </a:lnTo>
                  <a:lnTo>
                    <a:pt x="93164" y="146217"/>
                  </a:lnTo>
                  <a:lnTo>
                    <a:pt x="93287" y="141343"/>
                  </a:lnTo>
                  <a:lnTo>
                    <a:pt x="93472" y="136469"/>
                  </a:lnTo>
                  <a:lnTo>
                    <a:pt x="93706" y="131596"/>
                  </a:lnTo>
                  <a:lnTo>
                    <a:pt x="93978" y="126722"/>
                  </a:lnTo>
                  <a:lnTo>
                    <a:pt x="94274" y="121848"/>
                  </a:lnTo>
                  <a:lnTo>
                    <a:pt x="94576" y="116974"/>
                  </a:lnTo>
                  <a:lnTo>
                    <a:pt x="94871" y="112100"/>
                  </a:lnTo>
                  <a:lnTo>
                    <a:pt x="95142" y="107226"/>
                  </a:lnTo>
                  <a:lnTo>
                    <a:pt x="95374" y="102352"/>
                  </a:lnTo>
                  <a:lnTo>
                    <a:pt x="95549" y="97478"/>
                  </a:lnTo>
                  <a:lnTo>
                    <a:pt x="95648" y="92604"/>
                  </a:lnTo>
                  <a:lnTo>
                    <a:pt x="95647" y="87730"/>
                  </a:lnTo>
                  <a:lnTo>
                    <a:pt x="95517" y="82856"/>
                  </a:lnTo>
                  <a:lnTo>
                    <a:pt x="95227" y="77983"/>
                  </a:lnTo>
                  <a:lnTo>
                    <a:pt x="94739" y="73109"/>
                  </a:lnTo>
                  <a:lnTo>
                    <a:pt x="94016" y="68235"/>
                  </a:lnTo>
                  <a:lnTo>
                    <a:pt x="93020" y="63361"/>
                  </a:lnTo>
                  <a:lnTo>
                    <a:pt x="91722" y="58487"/>
                  </a:lnTo>
                  <a:lnTo>
                    <a:pt x="90102" y="53613"/>
                  </a:lnTo>
                  <a:lnTo>
                    <a:pt x="88161" y="48739"/>
                  </a:lnTo>
                  <a:lnTo>
                    <a:pt x="85922" y="43865"/>
                  </a:lnTo>
                  <a:lnTo>
                    <a:pt x="83437" y="38991"/>
                  </a:lnTo>
                  <a:lnTo>
                    <a:pt x="80784" y="34117"/>
                  </a:lnTo>
                  <a:lnTo>
                    <a:pt x="78072" y="29243"/>
                  </a:lnTo>
                  <a:lnTo>
                    <a:pt x="75430" y="24370"/>
                  </a:lnTo>
                  <a:lnTo>
                    <a:pt x="73000" y="19496"/>
                  </a:lnTo>
                  <a:lnTo>
                    <a:pt x="70925" y="14622"/>
                  </a:lnTo>
                  <a:lnTo>
                    <a:pt x="69336" y="9748"/>
                  </a:lnTo>
                  <a:lnTo>
                    <a:pt x="68337" y="4874"/>
                  </a:lnTo>
                  <a:lnTo>
                    <a:pt x="67996" y="0"/>
                  </a:lnTo>
                  <a:lnTo>
                    <a:pt x="128145" y="0"/>
                  </a:lnTo>
                  <a:lnTo>
                    <a:pt x="128145" y="0"/>
                  </a:lnTo>
                  <a:lnTo>
                    <a:pt x="127804" y="4874"/>
                  </a:lnTo>
                  <a:lnTo>
                    <a:pt x="126805" y="9748"/>
                  </a:lnTo>
                  <a:lnTo>
                    <a:pt x="125215" y="14622"/>
                  </a:lnTo>
                  <a:lnTo>
                    <a:pt x="123140" y="19496"/>
                  </a:lnTo>
                  <a:lnTo>
                    <a:pt x="120710" y="24370"/>
                  </a:lnTo>
                  <a:lnTo>
                    <a:pt x="118068" y="29243"/>
                  </a:lnTo>
                  <a:lnTo>
                    <a:pt x="115356" y="34117"/>
                  </a:lnTo>
                  <a:lnTo>
                    <a:pt x="112704" y="38991"/>
                  </a:lnTo>
                  <a:lnTo>
                    <a:pt x="110218" y="43865"/>
                  </a:lnTo>
                  <a:lnTo>
                    <a:pt x="107979" y="48739"/>
                  </a:lnTo>
                  <a:lnTo>
                    <a:pt x="106038" y="53613"/>
                  </a:lnTo>
                  <a:lnTo>
                    <a:pt x="104419" y="58487"/>
                  </a:lnTo>
                  <a:lnTo>
                    <a:pt x="103120" y="63361"/>
                  </a:lnTo>
                  <a:lnTo>
                    <a:pt x="102124" y="68235"/>
                  </a:lnTo>
                  <a:lnTo>
                    <a:pt x="101401" y="73109"/>
                  </a:lnTo>
                  <a:lnTo>
                    <a:pt x="100913" y="77983"/>
                  </a:lnTo>
                  <a:lnTo>
                    <a:pt x="100623" y="82856"/>
                  </a:lnTo>
                  <a:lnTo>
                    <a:pt x="100494" y="87730"/>
                  </a:lnTo>
                  <a:lnTo>
                    <a:pt x="100492" y="92604"/>
                  </a:lnTo>
                  <a:lnTo>
                    <a:pt x="100591" y="97478"/>
                  </a:lnTo>
                  <a:lnTo>
                    <a:pt x="100766" y="102352"/>
                  </a:lnTo>
                  <a:lnTo>
                    <a:pt x="100998" y="107226"/>
                  </a:lnTo>
                  <a:lnTo>
                    <a:pt x="101269" y="112100"/>
                  </a:lnTo>
                  <a:lnTo>
                    <a:pt x="101564" y="116974"/>
                  </a:lnTo>
                  <a:lnTo>
                    <a:pt x="101867" y="121848"/>
                  </a:lnTo>
                  <a:lnTo>
                    <a:pt x="102162" y="126722"/>
                  </a:lnTo>
                  <a:lnTo>
                    <a:pt x="102434" y="131596"/>
                  </a:lnTo>
                  <a:lnTo>
                    <a:pt x="102669" y="136469"/>
                  </a:lnTo>
                  <a:lnTo>
                    <a:pt x="102853" y="141343"/>
                  </a:lnTo>
                  <a:lnTo>
                    <a:pt x="102977" y="146217"/>
                  </a:lnTo>
                  <a:lnTo>
                    <a:pt x="103033" y="151091"/>
                  </a:lnTo>
                  <a:lnTo>
                    <a:pt x="103020" y="155965"/>
                  </a:lnTo>
                  <a:lnTo>
                    <a:pt x="102940" y="160839"/>
                  </a:lnTo>
                  <a:lnTo>
                    <a:pt x="102800" y="165713"/>
                  </a:lnTo>
                  <a:lnTo>
                    <a:pt x="102609" y="170587"/>
                  </a:lnTo>
                  <a:lnTo>
                    <a:pt x="102382" y="175461"/>
                  </a:lnTo>
                  <a:lnTo>
                    <a:pt x="102131" y="180335"/>
                  </a:lnTo>
                  <a:lnTo>
                    <a:pt x="101869" y="185209"/>
                  </a:lnTo>
                  <a:lnTo>
                    <a:pt x="101609" y="190082"/>
                  </a:lnTo>
                  <a:lnTo>
                    <a:pt x="101361" y="194956"/>
                  </a:lnTo>
                  <a:lnTo>
                    <a:pt x="101131" y="199830"/>
                  </a:lnTo>
                  <a:lnTo>
                    <a:pt x="100925" y="204704"/>
                  </a:lnTo>
                  <a:lnTo>
                    <a:pt x="100745" y="209578"/>
                  </a:lnTo>
                  <a:lnTo>
                    <a:pt x="100592" y="214452"/>
                  </a:lnTo>
                  <a:lnTo>
                    <a:pt x="100464" y="219326"/>
                  </a:lnTo>
                  <a:lnTo>
                    <a:pt x="100363" y="224200"/>
                  </a:lnTo>
                  <a:lnTo>
                    <a:pt x="100285" y="229074"/>
                  </a:lnTo>
                  <a:lnTo>
                    <a:pt x="100231" y="233948"/>
                  </a:lnTo>
                  <a:lnTo>
                    <a:pt x="100199" y="238822"/>
                  </a:lnTo>
                  <a:lnTo>
                    <a:pt x="100190" y="243695"/>
                  </a:lnTo>
                  <a:lnTo>
                    <a:pt x="100200" y="248569"/>
                  </a:lnTo>
                  <a:lnTo>
                    <a:pt x="100230" y="253443"/>
                  </a:lnTo>
                  <a:lnTo>
                    <a:pt x="100274" y="258317"/>
                  </a:lnTo>
                  <a:lnTo>
                    <a:pt x="100329" y="263191"/>
                  </a:lnTo>
                  <a:lnTo>
                    <a:pt x="100388" y="268065"/>
                  </a:lnTo>
                  <a:lnTo>
                    <a:pt x="100444" y="272939"/>
                  </a:lnTo>
                  <a:lnTo>
                    <a:pt x="100490" y="277813"/>
                  </a:lnTo>
                  <a:lnTo>
                    <a:pt x="100519" y="282687"/>
                  </a:lnTo>
                  <a:lnTo>
                    <a:pt x="100525" y="287561"/>
                  </a:lnTo>
                  <a:lnTo>
                    <a:pt x="100505" y="292435"/>
                  </a:lnTo>
                  <a:lnTo>
                    <a:pt x="100459" y="297308"/>
                  </a:lnTo>
                  <a:lnTo>
                    <a:pt x="100391" y="302182"/>
                  </a:lnTo>
                  <a:lnTo>
                    <a:pt x="100306" y="307056"/>
                  </a:lnTo>
                  <a:lnTo>
                    <a:pt x="100216" y="311930"/>
                  </a:lnTo>
                  <a:lnTo>
                    <a:pt x="100130" y="316804"/>
                  </a:lnTo>
                  <a:lnTo>
                    <a:pt x="100060" y="321678"/>
                  </a:lnTo>
                  <a:lnTo>
                    <a:pt x="100019" y="326552"/>
                  </a:lnTo>
                  <a:lnTo>
                    <a:pt x="100015" y="331426"/>
                  </a:lnTo>
                  <a:lnTo>
                    <a:pt x="100056" y="336300"/>
                  </a:lnTo>
                  <a:lnTo>
                    <a:pt x="100144" y="341174"/>
                  </a:lnTo>
                  <a:lnTo>
                    <a:pt x="100278" y="346048"/>
                  </a:lnTo>
                  <a:lnTo>
                    <a:pt x="100453" y="350921"/>
                  </a:lnTo>
                  <a:lnTo>
                    <a:pt x="100662" y="355795"/>
                  </a:lnTo>
                  <a:lnTo>
                    <a:pt x="100895" y="360669"/>
                  </a:lnTo>
                  <a:lnTo>
                    <a:pt x="101139" y="365543"/>
                  </a:lnTo>
                  <a:lnTo>
                    <a:pt x="101383" y="370417"/>
                  </a:lnTo>
                  <a:lnTo>
                    <a:pt x="101618" y="375291"/>
                  </a:lnTo>
                  <a:lnTo>
                    <a:pt x="101834" y="380165"/>
                  </a:lnTo>
                  <a:lnTo>
                    <a:pt x="102027" y="385039"/>
                  </a:lnTo>
                  <a:lnTo>
                    <a:pt x="102194" y="389913"/>
                  </a:lnTo>
                  <a:lnTo>
                    <a:pt x="102334" y="394787"/>
                  </a:lnTo>
                  <a:lnTo>
                    <a:pt x="102447" y="399661"/>
                  </a:lnTo>
                  <a:lnTo>
                    <a:pt x="102536" y="404534"/>
                  </a:lnTo>
                  <a:lnTo>
                    <a:pt x="102603" y="409408"/>
                  </a:lnTo>
                  <a:lnTo>
                    <a:pt x="102648" y="414282"/>
                  </a:lnTo>
                  <a:lnTo>
                    <a:pt x="102671" y="419156"/>
                  </a:lnTo>
                  <a:lnTo>
                    <a:pt x="102672" y="424030"/>
                  </a:lnTo>
                  <a:lnTo>
                    <a:pt x="102648" y="428904"/>
                  </a:lnTo>
                  <a:lnTo>
                    <a:pt x="102600" y="433778"/>
                  </a:lnTo>
                  <a:lnTo>
                    <a:pt x="102525" y="438652"/>
                  </a:lnTo>
                  <a:lnTo>
                    <a:pt x="102427" y="443526"/>
                  </a:lnTo>
                  <a:lnTo>
                    <a:pt x="102308" y="448400"/>
                  </a:lnTo>
                  <a:lnTo>
                    <a:pt x="102176" y="453274"/>
                  </a:lnTo>
                  <a:lnTo>
                    <a:pt x="102040" y="458147"/>
                  </a:lnTo>
                  <a:lnTo>
                    <a:pt x="101912" y="463021"/>
                  </a:lnTo>
                  <a:lnTo>
                    <a:pt x="101808" y="467895"/>
                  </a:lnTo>
                  <a:lnTo>
                    <a:pt x="101747" y="472769"/>
                  </a:lnTo>
                  <a:lnTo>
                    <a:pt x="101754" y="477643"/>
                  </a:lnTo>
                  <a:lnTo>
                    <a:pt x="101862" y="482517"/>
                  </a:lnTo>
                  <a:lnTo>
                    <a:pt x="102113" y="487391"/>
                  </a:lnTo>
                  <a:lnTo>
                    <a:pt x="102562" y="492265"/>
                  </a:lnTo>
                  <a:lnTo>
                    <a:pt x="103279" y="497139"/>
                  </a:lnTo>
                  <a:lnTo>
                    <a:pt x="104350" y="502013"/>
                  </a:lnTo>
                  <a:lnTo>
                    <a:pt x="105879" y="506887"/>
                  </a:lnTo>
                  <a:lnTo>
                    <a:pt x="107983" y="511760"/>
                  </a:lnTo>
                  <a:lnTo>
                    <a:pt x="110783" y="516634"/>
                  </a:lnTo>
                  <a:lnTo>
                    <a:pt x="114398" y="521508"/>
                  </a:lnTo>
                  <a:lnTo>
                    <a:pt x="118924" y="526382"/>
                  </a:lnTo>
                  <a:lnTo>
                    <a:pt x="124420" y="531256"/>
                  </a:lnTo>
                  <a:lnTo>
                    <a:pt x="130891" y="536130"/>
                  </a:lnTo>
                  <a:lnTo>
                    <a:pt x="138264" y="541004"/>
                  </a:lnTo>
                  <a:lnTo>
                    <a:pt x="146381" y="545878"/>
                  </a:lnTo>
                  <a:lnTo>
                    <a:pt x="154991" y="550752"/>
                  </a:lnTo>
                  <a:lnTo>
                    <a:pt x="163757" y="555626"/>
                  </a:lnTo>
                  <a:lnTo>
                    <a:pt x="172271" y="560500"/>
                  </a:lnTo>
                  <a:lnTo>
                    <a:pt x="180085" y="565373"/>
                  </a:lnTo>
                  <a:lnTo>
                    <a:pt x="186747" y="570247"/>
                  </a:lnTo>
                  <a:lnTo>
                    <a:pt x="191845" y="575121"/>
                  </a:lnTo>
                  <a:lnTo>
                    <a:pt x="195048"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5" name="03_assume_matched_4">
              <a:extLst>
                <a:ext uri="{FF2B5EF4-FFF2-40B4-BE49-F238E27FC236}">
                  <a16:creationId xmlns:a16="http://schemas.microsoft.com/office/drawing/2014/main" id="{2980F8C5-7915-41AA-B441-7C251346BF14}"/>
                </a:ext>
              </a:extLst>
            </p:cNvPr>
            <p:cNvSpPr>
              <a:spLocks/>
            </p:cNvSpPr>
            <p:nvPr/>
          </p:nvSpPr>
          <p:spPr>
            <a:xfrm>
              <a:off x="2146133" y="1392203"/>
              <a:ext cx="196140" cy="584869"/>
            </a:xfrm>
            <a:custGeom>
              <a:avLst/>
              <a:gdLst/>
              <a:ahLst/>
              <a:cxnLst/>
              <a:rect l="0" t="0" r="0" b="0"/>
              <a:pathLst>
                <a:path w="196140" h="584869">
                  <a:moveTo>
                    <a:pt x="196140" y="584869"/>
                  </a:moveTo>
                  <a:lnTo>
                    <a:pt x="0" y="584869"/>
                  </a:lnTo>
                  <a:lnTo>
                    <a:pt x="1095" y="579995"/>
                  </a:lnTo>
                  <a:lnTo>
                    <a:pt x="4304" y="575121"/>
                  </a:lnTo>
                  <a:lnTo>
                    <a:pt x="9415" y="570247"/>
                  </a:lnTo>
                  <a:lnTo>
                    <a:pt x="16096" y="565373"/>
                  </a:lnTo>
                  <a:lnTo>
                    <a:pt x="23935" y="560500"/>
                  </a:lnTo>
                  <a:lnTo>
                    <a:pt x="32482" y="555626"/>
                  </a:lnTo>
                  <a:lnTo>
                    <a:pt x="41291" y="550752"/>
                  </a:lnTo>
                  <a:lnTo>
                    <a:pt x="49954" y="545878"/>
                  </a:lnTo>
                  <a:lnTo>
                    <a:pt x="58135" y="541004"/>
                  </a:lnTo>
                  <a:lnTo>
                    <a:pt x="65583" y="536130"/>
                  </a:lnTo>
                  <a:lnTo>
                    <a:pt x="72138" y="531256"/>
                  </a:lnTo>
                  <a:lnTo>
                    <a:pt x="77727" y="526382"/>
                  </a:lnTo>
                  <a:lnTo>
                    <a:pt x="82351" y="521508"/>
                  </a:lnTo>
                  <a:lnTo>
                    <a:pt x="86064" y="516634"/>
                  </a:lnTo>
                  <a:lnTo>
                    <a:pt x="88960" y="511760"/>
                  </a:lnTo>
                  <a:lnTo>
                    <a:pt x="91151" y="506887"/>
                  </a:lnTo>
                  <a:lnTo>
                    <a:pt x="92755" y="502013"/>
                  </a:lnTo>
                  <a:lnTo>
                    <a:pt x="93882" y="497139"/>
                  </a:lnTo>
                  <a:lnTo>
                    <a:pt x="94633" y="492265"/>
                  </a:lnTo>
                  <a:lnTo>
                    <a:pt x="95090" y="487391"/>
                  </a:lnTo>
                  <a:lnTo>
                    <a:pt x="95324" y="482517"/>
                  </a:lnTo>
                  <a:lnTo>
                    <a:pt x="95390" y="477643"/>
                  </a:lnTo>
                  <a:lnTo>
                    <a:pt x="95330" y="472769"/>
                  </a:lnTo>
                  <a:lnTo>
                    <a:pt x="95181" y="467895"/>
                  </a:lnTo>
                  <a:lnTo>
                    <a:pt x="94972" y="463021"/>
                  </a:lnTo>
                  <a:lnTo>
                    <a:pt x="94727" y="458147"/>
                  </a:lnTo>
                  <a:lnTo>
                    <a:pt x="94465" y="453274"/>
                  </a:lnTo>
                  <a:lnTo>
                    <a:pt x="94205" y="448400"/>
                  </a:lnTo>
                  <a:lnTo>
                    <a:pt x="93960" y="443526"/>
                  </a:lnTo>
                  <a:lnTo>
                    <a:pt x="93740" y="438652"/>
                  </a:lnTo>
                  <a:lnTo>
                    <a:pt x="93554" y="433778"/>
                  </a:lnTo>
                  <a:lnTo>
                    <a:pt x="93405" y="428904"/>
                  </a:lnTo>
                  <a:lnTo>
                    <a:pt x="93298" y="424030"/>
                  </a:lnTo>
                  <a:lnTo>
                    <a:pt x="93233" y="419156"/>
                  </a:lnTo>
                  <a:lnTo>
                    <a:pt x="93210" y="414282"/>
                  </a:lnTo>
                  <a:lnTo>
                    <a:pt x="93229" y="409408"/>
                  </a:lnTo>
                  <a:lnTo>
                    <a:pt x="93290" y="404534"/>
                  </a:lnTo>
                  <a:lnTo>
                    <a:pt x="93392" y="399661"/>
                  </a:lnTo>
                  <a:lnTo>
                    <a:pt x="93533" y="394787"/>
                  </a:lnTo>
                  <a:lnTo>
                    <a:pt x="93710" y="389913"/>
                  </a:lnTo>
                  <a:lnTo>
                    <a:pt x="93918" y="385039"/>
                  </a:lnTo>
                  <a:lnTo>
                    <a:pt x="94149" y="380165"/>
                  </a:lnTo>
                  <a:lnTo>
                    <a:pt x="94392" y="375291"/>
                  </a:lnTo>
                  <a:lnTo>
                    <a:pt x="94637" y="370417"/>
                  </a:lnTo>
                  <a:lnTo>
                    <a:pt x="94870" y="365543"/>
                  </a:lnTo>
                  <a:lnTo>
                    <a:pt x="95078" y="360669"/>
                  </a:lnTo>
                  <a:lnTo>
                    <a:pt x="95250" y="355795"/>
                  </a:lnTo>
                  <a:lnTo>
                    <a:pt x="95378" y="350921"/>
                  </a:lnTo>
                  <a:lnTo>
                    <a:pt x="95456" y="346048"/>
                  </a:lnTo>
                  <a:lnTo>
                    <a:pt x="95483" y="341174"/>
                  </a:lnTo>
                  <a:lnTo>
                    <a:pt x="95463" y="336300"/>
                  </a:lnTo>
                  <a:lnTo>
                    <a:pt x="95404" y="331426"/>
                  </a:lnTo>
                  <a:lnTo>
                    <a:pt x="95315" y="326552"/>
                  </a:lnTo>
                  <a:lnTo>
                    <a:pt x="95210" y="321678"/>
                  </a:lnTo>
                  <a:lnTo>
                    <a:pt x="95103" y="316804"/>
                  </a:lnTo>
                  <a:lnTo>
                    <a:pt x="95007" y="311930"/>
                  </a:lnTo>
                  <a:lnTo>
                    <a:pt x="94933" y="307056"/>
                  </a:lnTo>
                  <a:lnTo>
                    <a:pt x="94892" y="302182"/>
                  </a:lnTo>
                  <a:lnTo>
                    <a:pt x="94887" y="297308"/>
                  </a:lnTo>
                  <a:lnTo>
                    <a:pt x="94922" y="292435"/>
                  </a:lnTo>
                  <a:lnTo>
                    <a:pt x="94993" y="287561"/>
                  </a:lnTo>
                  <a:lnTo>
                    <a:pt x="95098" y="282687"/>
                  </a:lnTo>
                  <a:lnTo>
                    <a:pt x="95228" y="277813"/>
                  </a:lnTo>
                  <a:lnTo>
                    <a:pt x="95376" y="272939"/>
                  </a:lnTo>
                  <a:lnTo>
                    <a:pt x="95533" y="268065"/>
                  </a:lnTo>
                  <a:lnTo>
                    <a:pt x="95691" y="263191"/>
                  </a:lnTo>
                  <a:lnTo>
                    <a:pt x="95845" y="258317"/>
                  </a:lnTo>
                  <a:lnTo>
                    <a:pt x="95989" y="253443"/>
                  </a:lnTo>
                  <a:lnTo>
                    <a:pt x="96120" y="248569"/>
                  </a:lnTo>
                  <a:lnTo>
                    <a:pt x="96237" y="243695"/>
                  </a:lnTo>
                  <a:lnTo>
                    <a:pt x="96340" y="238822"/>
                  </a:lnTo>
                  <a:lnTo>
                    <a:pt x="96427" y="233948"/>
                  </a:lnTo>
                  <a:lnTo>
                    <a:pt x="96496" y="229074"/>
                  </a:lnTo>
                  <a:lnTo>
                    <a:pt x="96547" y="224200"/>
                  </a:lnTo>
                  <a:lnTo>
                    <a:pt x="96575" y="219326"/>
                  </a:lnTo>
                  <a:lnTo>
                    <a:pt x="96577" y="214452"/>
                  </a:lnTo>
                  <a:lnTo>
                    <a:pt x="96547" y="209578"/>
                  </a:lnTo>
                  <a:lnTo>
                    <a:pt x="96482" y="204704"/>
                  </a:lnTo>
                  <a:lnTo>
                    <a:pt x="96378" y="199830"/>
                  </a:lnTo>
                  <a:lnTo>
                    <a:pt x="96234" y="194956"/>
                  </a:lnTo>
                  <a:lnTo>
                    <a:pt x="96052" y="190082"/>
                  </a:lnTo>
                  <a:lnTo>
                    <a:pt x="95837" y="185209"/>
                  </a:lnTo>
                  <a:lnTo>
                    <a:pt x="95595" y="180335"/>
                  </a:lnTo>
                  <a:lnTo>
                    <a:pt x="95338" y="175461"/>
                  </a:lnTo>
                  <a:lnTo>
                    <a:pt x="95076" y="170587"/>
                  </a:lnTo>
                  <a:lnTo>
                    <a:pt x="94822" y="165713"/>
                  </a:lnTo>
                  <a:lnTo>
                    <a:pt x="94587" y="160839"/>
                  </a:lnTo>
                  <a:lnTo>
                    <a:pt x="94384" y="155965"/>
                  </a:lnTo>
                  <a:lnTo>
                    <a:pt x="94219" y="151091"/>
                  </a:lnTo>
                  <a:lnTo>
                    <a:pt x="94098" y="146217"/>
                  </a:lnTo>
                  <a:lnTo>
                    <a:pt x="94023" y="141343"/>
                  </a:lnTo>
                  <a:lnTo>
                    <a:pt x="93994" y="136469"/>
                  </a:lnTo>
                  <a:lnTo>
                    <a:pt x="94009" y="131596"/>
                  </a:lnTo>
                  <a:lnTo>
                    <a:pt x="94062" y="126722"/>
                  </a:lnTo>
                  <a:lnTo>
                    <a:pt x="94149" y="121848"/>
                  </a:lnTo>
                  <a:lnTo>
                    <a:pt x="94262" y="116974"/>
                  </a:lnTo>
                  <a:lnTo>
                    <a:pt x="94394" y="112100"/>
                  </a:lnTo>
                  <a:lnTo>
                    <a:pt x="94532" y="107226"/>
                  </a:lnTo>
                  <a:lnTo>
                    <a:pt x="94666" y="102352"/>
                  </a:lnTo>
                  <a:lnTo>
                    <a:pt x="94777" y="97478"/>
                  </a:lnTo>
                  <a:lnTo>
                    <a:pt x="94842" y="92604"/>
                  </a:lnTo>
                  <a:lnTo>
                    <a:pt x="94833" y="87730"/>
                  </a:lnTo>
                  <a:lnTo>
                    <a:pt x="94716" y="82856"/>
                  </a:lnTo>
                  <a:lnTo>
                    <a:pt x="94447" y="77983"/>
                  </a:lnTo>
                  <a:lnTo>
                    <a:pt x="93982" y="73109"/>
                  </a:lnTo>
                  <a:lnTo>
                    <a:pt x="93273" y="68235"/>
                  </a:lnTo>
                  <a:lnTo>
                    <a:pt x="92275" y="63361"/>
                  </a:lnTo>
                  <a:lnTo>
                    <a:pt x="90950" y="58487"/>
                  </a:lnTo>
                  <a:lnTo>
                    <a:pt x="89277" y="53613"/>
                  </a:lnTo>
                  <a:lnTo>
                    <a:pt x="87252" y="48739"/>
                  </a:lnTo>
                  <a:lnTo>
                    <a:pt x="84900" y="43865"/>
                  </a:lnTo>
                  <a:lnTo>
                    <a:pt x="82275" y="38991"/>
                  </a:lnTo>
                  <a:lnTo>
                    <a:pt x="79464" y="34117"/>
                  </a:lnTo>
                  <a:lnTo>
                    <a:pt x="76581" y="29243"/>
                  </a:lnTo>
                  <a:lnTo>
                    <a:pt x="73768" y="24370"/>
                  </a:lnTo>
                  <a:lnTo>
                    <a:pt x="71176" y="19496"/>
                  </a:lnTo>
                  <a:lnTo>
                    <a:pt x="68961" y="14622"/>
                  </a:lnTo>
                  <a:lnTo>
                    <a:pt x="67263" y="9748"/>
                  </a:lnTo>
                  <a:lnTo>
                    <a:pt x="66196" y="4874"/>
                  </a:lnTo>
                  <a:lnTo>
                    <a:pt x="65832" y="0"/>
                  </a:lnTo>
                  <a:lnTo>
                    <a:pt x="130309" y="0"/>
                  </a:lnTo>
                  <a:lnTo>
                    <a:pt x="130309" y="0"/>
                  </a:lnTo>
                  <a:lnTo>
                    <a:pt x="129944" y="4874"/>
                  </a:lnTo>
                  <a:lnTo>
                    <a:pt x="128877" y="9748"/>
                  </a:lnTo>
                  <a:lnTo>
                    <a:pt x="127179" y="14622"/>
                  </a:lnTo>
                  <a:lnTo>
                    <a:pt x="124964" y="19496"/>
                  </a:lnTo>
                  <a:lnTo>
                    <a:pt x="122373" y="24370"/>
                  </a:lnTo>
                  <a:lnTo>
                    <a:pt x="119559" y="29243"/>
                  </a:lnTo>
                  <a:lnTo>
                    <a:pt x="116677" y="34117"/>
                  </a:lnTo>
                  <a:lnTo>
                    <a:pt x="113865" y="38991"/>
                  </a:lnTo>
                  <a:lnTo>
                    <a:pt x="111240" y="43865"/>
                  </a:lnTo>
                  <a:lnTo>
                    <a:pt x="108888" y="48739"/>
                  </a:lnTo>
                  <a:lnTo>
                    <a:pt x="106863" y="53613"/>
                  </a:lnTo>
                  <a:lnTo>
                    <a:pt x="105190" y="58487"/>
                  </a:lnTo>
                  <a:lnTo>
                    <a:pt x="103866" y="63361"/>
                  </a:lnTo>
                  <a:lnTo>
                    <a:pt x="102868" y="68235"/>
                  </a:lnTo>
                  <a:lnTo>
                    <a:pt x="102158" y="73109"/>
                  </a:lnTo>
                  <a:lnTo>
                    <a:pt x="101693" y="77983"/>
                  </a:lnTo>
                  <a:lnTo>
                    <a:pt x="101425" y="82856"/>
                  </a:lnTo>
                  <a:lnTo>
                    <a:pt x="101307" y="87730"/>
                  </a:lnTo>
                  <a:lnTo>
                    <a:pt x="101298" y="92604"/>
                  </a:lnTo>
                  <a:lnTo>
                    <a:pt x="101364" y="97478"/>
                  </a:lnTo>
                  <a:lnTo>
                    <a:pt x="101474" y="102352"/>
                  </a:lnTo>
                  <a:lnTo>
                    <a:pt x="101608" y="107226"/>
                  </a:lnTo>
                  <a:lnTo>
                    <a:pt x="101747" y="112100"/>
                  </a:lnTo>
                  <a:lnTo>
                    <a:pt x="101878" y="116974"/>
                  </a:lnTo>
                  <a:lnTo>
                    <a:pt x="101991" y="121848"/>
                  </a:lnTo>
                  <a:lnTo>
                    <a:pt x="102078" y="126722"/>
                  </a:lnTo>
                  <a:lnTo>
                    <a:pt x="102132" y="131596"/>
                  </a:lnTo>
                  <a:lnTo>
                    <a:pt x="102146" y="136469"/>
                  </a:lnTo>
                  <a:lnTo>
                    <a:pt x="102117" y="141343"/>
                  </a:lnTo>
                  <a:lnTo>
                    <a:pt x="102043" y="146217"/>
                  </a:lnTo>
                  <a:lnTo>
                    <a:pt x="101922" y="151091"/>
                  </a:lnTo>
                  <a:lnTo>
                    <a:pt x="101757" y="155965"/>
                  </a:lnTo>
                  <a:lnTo>
                    <a:pt x="101553" y="160839"/>
                  </a:lnTo>
                  <a:lnTo>
                    <a:pt x="101319" y="165713"/>
                  </a:lnTo>
                  <a:lnTo>
                    <a:pt x="101065" y="170587"/>
                  </a:lnTo>
                  <a:lnTo>
                    <a:pt x="100803" y="175461"/>
                  </a:lnTo>
                  <a:lnTo>
                    <a:pt x="100545" y="180335"/>
                  </a:lnTo>
                  <a:lnTo>
                    <a:pt x="100303" y="185209"/>
                  </a:lnTo>
                  <a:lnTo>
                    <a:pt x="100088" y="190082"/>
                  </a:lnTo>
                  <a:lnTo>
                    <a:pt x="99906" y="194956"/>
                  </a:lnTo>
                  <a:lnTo>
                    <a:pt x="99763" y="199830"/>
                  </a:lnTo>
                  <a:lnTo>
                    <a:pt x="99659" y="204704"/>
                  </a:lnTo>
                  <a:lnTo>
                    <a:pt x="99593" y="209578"/>
                  </a:lnTo>
                  <a:lnTo>
                    <a:pt x="99563" y="214452"/>
                  </a:lnTo>
                  <a:lnTo>
                    <a:pt x="99565" y="219326"/>
                  </a:lnTo>
                  <a:lnTo>
                    <a:pt x="99593" y="224200"/>
                  </a:lnTo>
                  <a:lnTo>
                    <a:pt x="99644" y="229074"/>
                  </a:lnTo>
                  <a:lnTo>
                    <a:pt x="99714" y="233948"/>
                  </a:lnTo>
                  <a:lnTo>
                    <a:pt x="99801" y="238822"/>
                  </a:lnTo>
                  <a:lnTo>
                    <a:pt x="99903" y="243695"/>
                  </a:lnTo>
                  <a:lnTo>
                    <a:pt x="100020" y="248569"/>
                  </a:lnTo>
                  <a:lnTo>
                    <a:pt x="100152" y="253443"/>
                  </a:lnTo>
                  <a:lnTo>
                    <a:pt x="100296" y="258317"/>
                  </a:lnTo>
                  <a:lnTo>
                    <a:pt x="100449" y="263191"/>
                  </a:lnTo>
                  <a:lnTo>
                    <a:pt x="100607" y="268065"/>
                  </a:lnTo>
                  <a:lnTo>
                    <a:pt x="100764" y="272939"/>
                  </a:lnTo>
                  <a:lnTo>
                    <a:pt x="100912" y="277813"/>
                  </a:lnTo>
                  <a:lnTo>
                    <a:pt x="101042" y="282687"/>
                  </a:lnTo>
                  <a:lnTo>
                    <a:pt x="101147" y="287561"/>
                  </a:lnTo>
                  <a:lnTo>
                    <a:pt x="101219" y="292435"/>
                  </a:lnTo>
                  <a:lnTo>
                    <a:pt x="101253" y="297308"/>
                  </a:lnTo>
                  <a:lnTo>
                    <a:pt x="101249" y="302182"/>
                  </a:lnTo>
                  <a:lnTo>
                    <a:pt x="101207" y="307056"/>
                  </a:lnTo>
                  <a:lnTo>
                    <a:pt x="101134" y="311930"/>
                  </a:lnTo>
                  <a:lnTo>
                    <a:pt x="101037" y="316804"/>
                  </a:lnTo>
                  <a:lnTo>
                    <a:pt x="100930" y="321678"/>
                  </a:lnTo>
                  <a:lnTo>
                    <a:pt x="100825" y="326552"/>
                  </a:lnTo>
                  <a:lnTo>
                    <a:pt x="100737" y="331426"/>
                  </a:lnTo>
                  <a:lnTo>
                    <a:pt x="100677" y="336300"/>
                  </a:lnTo>
                  <a:lnTo>
                    <a:pt x="100657" y="341174"/>
                  </a:lnTo>
                  <a:lnTo>
                    <a:pt x="100684" y="346048"/>
                  </a:lnTo>
                  <a:lnTo>
                    <a:pt x="100762" y="350921"/>
                  </a:lnTo>
                  <a:lnTo>
                    <a:pt x="100890" y="355795"/>
                  </a:lnTo>
                  <a:lnTo>
                    <a:pt x="101062" y="360669"/>
                  </a:lnTo>
                  <a:lnTo>
                    <a:pt x="101271" y="365543"/>
                  </a:lnTo>
                  <a:lnTo>
                    <a:pt x="101503" y="370417"/>
                  </a:lnTo>
                  <a:lnTo>
                    <a:pt x="101748" y="375291"/>
                  </a:lnTo>
                  <a:lnTo>
                    <a:pt x="101992" y="380165"/>
                  </a:lnTo>
                  <a:lnTo>
                    <a:pt x="102222" y="385039"/>
                  </a:lnTo>
                  <a:lnTo>
                    <a:pt x="102430" y="389913"/>
                  </a:lnTo>
                  <a:lnTo>
                    <a:pt x="102607" y="394787"/>
                  </a:lnTo>
                  <a:lnTo>
                    <a:pt x="102748" y="399661"/>
                  </a:lnTo>
                  <a:lnTo>
                    <a:pt x="102850" y="404534"/>
                  </a:lnTo>
                  <a:lnTo>
                    <a:pt x="102911" y="409408"/>
                  </a:lnTo>
                  <a:lnTo>
                    <a:pt x="102931" y="414282"/>
                  </a:lnTo>
                  <a:lnTo>
                    <a:pt x="102908" y="419156"/>
                  </a:lnTo>
                  <a:lnTo>
                    <a:pt x="102842" y="424030"/>
                  </a:lnTo>
                  <a:lnTo>
                    <a:pt x="102735" y="428904"/>
                  </a:lnTo>
                  <a:lnTo>
                    <a:pt x="102587" y="433778"/>
                  </a:lnTo>
                  <a:lnTo>
                    <a:pt x="102400" y="438652"/>
                  </a:lnTo>
                  <a:lnTo>
                    <a:pt x="102181" y="443526"/>
                  </a:lnTo>
                  <a:lnTo>
                    <a:pt x="101935" y="448400"/>
                  </a:lnTo>
                  <a:lnTo>
                    <a:pt x="101675" y="453274"/>
                  </a:lnTo>
                  <a:lnTo>
                    <a:pt x="101414" y="458147"/>
                  </a:lnTo>
                  <a:lnTo>
                    <a:pt x="101168" y="463021"/>
                  </a:lnTo>
                  <a:lnTo>
                    <a:pt x="100959" y="467895"/>
                  </a:lnTo>
                  <a:lnTo>
                    <a:pt x="100810" y="472769"/>
                  </a:lnTo>
                  <a:lnTo>
                    <a:pt x="100751" y="477643"/>
                  </a:lnTo>
                  <a:lnTo>
                    <a:pt x="100816" y="482517"/>
                  </a:lnTo>
                  <a:lnTo>
                    <a:pt x="101050" y="487391"/>
                  </a:lnTo>
                  <a:lnTo>
                    <a:pt x="101508" y="492265"/>
                  </a:lnTo>
                  <a:lnTo>
                    <a:pt x="102258" y="497139"/>
                  </a:lnTo>
                  <a:lnTo>
                    <a:pt x="103385" y="502013"/>
                  </a:lnTo>
                  <a:lnTo>
                    <a:pt x="104989" y="506887"/>
                  </a:lnTo>
                  <a:lnTo>
                    <a:pt x="107180" y="511760"/>
                  </a:lnTo>
                  <a:lnTo>
                    <a:pt x="110076" y="516634"/>
                  </a:lnTo>
                  <a:lnTo>
                    <a:pt x="113790" y="521508"/>
                  </a:lnTo>
                  <a:lnTo>
                    <a:pt x="118413" y="526382"/>
                  </a:lnTo>
                  <a:lnTo>
                    <a:pt x="124003" y="531256"/>
                  </a:lnTo>
                  <a:lnTo>
                    <a:pt x="130558" y="536130"/>
                  </a:lnTo>
                  <a:lnTo>
                    <a:pt x="138006" y="541004"/>
                  </a:lnTo>
                  <a:lnTo>
                    <a:pt x="146186" y="545878"/>
                  </a:lnTo>
                  <a:lnTo>
                    <a:pt x="154849" y="550752"/>
                  </a:lnTo>
                  <a:lnTo>
                    <a:pt x="163658" y="555626"/>
                  </a:lnTo>
                  <a:lnTo>
                    <a:pt x="172205" y="560500"/>
                  </a:lnTo>
                  <a:lnTo>
                    <a:pt x="180045" y="565373"/>
                  </a:lnTo>
                  <a:lnTo>
                    <a:pt x="186725" y="570247"/>
                  </a:lnTo>
                  <a:lnTo>
                    <a:pt x="191836" y="575121"/>
                  </a:lnTo>
                  <a:lnTo>
                    <a:pt x="195046"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 name="03_assume_matched_5">
              <a:extLst>
                <a:ext uri="{FF2B5EF4-FFF2-40B4-BE49-F238E27FC236}">
                  <a16:creationId xmlns:a16="http://schemas.microsoft.com/office/drawing/2014/main" id="{648F03C6-D660-43E2-9C16-A5FA70E0B4FD}"/>
                </a:ext>
              </a:extLst>
            </p:cNvPr>
            <p:cNvSpPr>
              <a:spLocks/>
            </p:cNvSpPr>
            <p:nvPr/>
          </p:nvSpPr>
          <p:spPr>
            <a:xfrm>
              <a:off x="2900519" y="1392203"/>
              <a:ext cx="196140" cy="584869"/>
            </a:xfrm>
            <a:custGeom>
              <a:avLst/>
              <a:gdLst/>
              <a:ahLst/>
              <a:cxnLst/>
              <a:rect l="0" t="0" r="0" b="0"/>
              <a:pathLst>
                <a:path w="196140" h="584869">
                  <a:moveTo>
                    <a:pt x="196140" y="584869"/>
                  </a:moveTo>
                  <a:lnTo>
                    <a:pt x="0" y="584869"/>
                  </a:lnTo>
                  <a:lnTo>
                    <a:pt x="1095" y="579995"/>
                  </a:lnTo>
                  <a:lnTo>
                    <a:pt x="4304" y="575121"/>
                  </a:lnTo>
                  <a:lnTo>
                    <a:pt x="9415" y="570247"/>
                  </a:lnTo>
                  <a:lnTo>
                    <a:pt x="16096" y="565373"/>
                  </a:lnTo>
                  <a:lnTo>
                    <a:pt x="23935" y="560500"/>
                  </a:lnTo>
                  <a:lnTo>
                    <a:pt x="32482" y="555626"/>
                  </a:lnTo>
                  <a:lnTo>
                    <a:pt x="41291" y="550752"/>
                  </a:lnTo>
                  <a:lnTo>
                    <a:pt x="49954" y="545878"/>
                  </a:lnTo>
                  <a:lnTo>
                    <a:pt x="58135" y="541004"/>
                  </a:lnTo>
                  <a:lnTo>
                    <a:pt x="65583" y="536130"/>
                  </a:lnTo>
                  <a:lnTo>
                    <a:pt x="72138" y="531256"/>
                  </a:lnTo>
                  <a:lnTo>
                    <a:pt x="77727" y="526382"/>
                  </a:lnTo>
                  <a:lnTo>
                    <a:pt x="82351" y="521508"/>
                  </a:lnTo>
                  <a:lnTo>
                    <a:pt x="86064" y="516634"/>
                  </a:lnTo>
                  <a:lnTo>
                    <a:pt x="88961" y="511760"/>
                  </a:lnTo>
                  <a:lnTo>
                    <a:pt x="91153" y="506887"/>
                  </a:lnTo>
                  <a:lnTo>
                    <a:pt x="92757" y="502013"/>
                  </a:lnTo>
                  <a:lnTo>
                    <a:pt x="93886" y="497139"/>
                  </a:lnTo>
                  <a:lnTo>
                    <a:pt x="94639" y="492265"/>
                  </a:lnTo>
                  <a:lnTo>
                    <a:pt x="95101" y="487391"/>
                  </a:lnTo>
                  <a:lnTo>
                    <a:pt x="95341" y="482517"/>
                  </a:lnTo>
                  <a:lnTo>
                    <a:pt x="95416" y="477643"/>
                  </a:lnTo>
                  <a:lnTo>
                    <a:pt x="95369" y="472769"/>
                  </a:lnTo>
                  <a:lnTo>
                    <a:pt x="95238" y="467895"/>
                  </a:lnTo>
                  <a:lnTo>
                    <a:pt x="95053" y="463021"/>
                  </a:lnTo>
                  <a:lnTo>
                    <a:pt x="94840" y="458147"/>
                  </a:lnTo>
                  <a:lnTo>
                    <a:pt x="94620" y="453274"/>
                  </a:lnTo>
                  <a:lnTo>
                    <a:pt x="94411" y="448400"/>
                  </a:lnTo>
                  <a:lnTo>
                    <a:pt x="94227" y="443526"/>
                  </a:lnTo>
                  <a:lnTo>
                    <a:pt x="94081" y="438652"/>
                  </a:lnTo>
                  <a:lnTo>
                    <a:pt x="93977" y="433778"/>
                  </a:lnTo>
                  <a:lnTo>
                    <a:pt x="93920" y="428904"/>
                  </a:lnTo>
                  <a:lnTo>
                    <a:pt x="93909" y="424030"/>
                  </a:lnTo>
                  <a:lnTo>
                    <a:pt x="93942" y="419156"/>
                  </a:lnTo>
                  <a:lnTo>
                    <a:pt x="94015" y="414282"/>
                  </a:lnTo>
                  <a:lnTo>
                    <a:pt x="94121" y="409408"/>
                  </a:lnTo>
                  <a:lnTo>
                    <a:pt x="94256" y="404534"/>
                  </a:lnTo>
                  <a:lnTo>
                    <a:pt x="94413" y="399661"/>
                  </a:lnTo>
                  <a:lnTo>
                    <a:pt x="94588" y="394787"/>
                  </a:lnTo>
                  <a:lnTo>
                    <a:pt x="94773" y="389913"/>
                  </a:lnTo>
                  <a:lnTo>
                    <a:pt x="94962" y="385039"/>
                  </a:lnTo>
                  <a:lnTo>
                    <a:pt x="95148" y="380165"/>
                  </a:lnTo>
                  <a:lnTo>
                    <a:pt x="95322" y="375291"/>
                  </a:lnTo>
                  <a:lnTo>
                    <a:pt x="95474" y="370417"/>
                  </a:lnTo>
                  <a:lnTo>
                    <a:pt x="95594" y="365543"/>
                  </a:lnTo>
                  <a:lnTo>
                    <a:pt x="95675" y="360669"/>
                  </a:lnTo>
                  <a:lnTo>
                    <a:pt x="95708" y="355795"/>
                  </a:lnTo>
                  <a:lnTo>
                    <a:pt x="95687" y="350921"/>
                  </a:lnTo>
                  <a:lnTo>
                    <a:pt x="95612" y="346048"/>
                  </a:lnTo>
                  <a:lnTo>
                    <a:pt x="95483" y="341174"/>
                  </a:lnTo>
                  <a:lnTo>
                    <a:pt x="95307" y="336300"/>
                  </a:lnTo>
                  <a:lnTo>
                    <a:pt x="95094" y="331426"/>
                  </a:lnTo>
                  <a:lnTo>
                    <a:pt x="94857" y="326552"/>
                  </a:lnTo>
                  <a:lnTo>
                    <a:pt x="94613" y="321678"/>
                  </a:lnTo>
                  <a:lnTo>
                    <a:pt x="94378" y="316804"/>
                  </a:lnTo>
                  <a:lnTo>
                    <a:pt x="94170" y="311930"/>
                  </a:lnTo>
                  <a:lnTo>
                    <a:pt x="94004" y="307056"/>
                  </a:lnTo>
                  <a:lnTo>
                    <a:pt x="93892" y="302182"/>
                  </a:lnTo>
                  <a:lnTo>
                    <a:pt x="93843" y="297308"/>
                  </a:lnTo>
                  <a:lnTo>
                    <a:pt x="93859" y="292435"/>
                  </a:lnTo>
                  <a:lnTo>
                    <a:pt x="93939" y="287561"/>
                  </a:lnTo>
                  <a:lnTo>
                    <a:pt x="94077" y="282687"/>
                  </a:lnTo>
                  <a:lnTo>
                    <a:pt x="94263" y="277813"/>
                  </a:lnTo>
                  <a:lnTo>
                    <a:pt x="94484" y="272939"/>
                  </a:lnTo>
                  <a:lnTo>
                    <a:pt x="94728" y="268065"/>
                  </a:lnTo>
                  <a:lnTo>
                    <a:pt x="94982" y="263191"/>
                  </a:lnTo>
                  <a:lnTo>
                    <a:pt x="95233" y="258317"/>
                  </a:lnTo>
                  <a:lnTo>
                    <a:pt x="95474" y="253443"/>
                  </a:lnTo>
                  <a:lnTo>
                    <a:pt x="95696" y="248569"/>
                  </a:lnTo>
                  <a:lnTo>
                    <a:pt x="95897" y="243695"/>
                  </a:lnTo>
                  <a:lnTo>
                    <a:pt x="96072" y="238822"/>
                  </a:lnTo>
                  <a:lnTo>
                    <a:pt x="96221" y="233948"/>
                  </a:lnTo>
                  <a:lnTo>
                    <a:pt x="96342" y="229074"/>
                  </a:lnTo>
                  <a:lnTo>
                    <a:pt x="96434" y="224200"/>
                  </a:lnTo>
                  <a:lnTo>
                    <a:pt x="96494" y="219326"/>
                  </a:lnTo>
                  <a:lnTo>
                    <a:pt x="96520" y="214452"/>
                  </a:lnTo>
                  <a:lnTo>
                    <a:pt x="96508" y="209578"/>
                  </a:lnTo>
                  <a:lnTo>
                    <a:pt x="96456" y="204704"/>
                  </a:lnTo>
                  <a:lnTo>
                    <a:pt x="96361" y="199830"/>
                  </a:lnTo>
                  <a:lnTo>
                    <a:pt x="96223" y="194956"/>
                  </a:lnTo>
                  <a:lnTo>
                    <a:pt x="96046" y="190082"/>
                  </a:lnTo>
                  <a:lnTo>
                    <a:pt x="95833" y="185209"/>
                  </a:lnTo>
                  <a:lnTo>
                    <a:pt x="95593" y="180335"/>
                  </a:lnTo>
                  <a:lnTo>
                    <a:pt x="95336" y="175461"/>
                  </a:lnTo>
                  <a:lnTo>
                    <a:pt x="95075" y="170587"/>
                  </a:lnTo>
                  <a:lnTo>
                    <a:pt x="94821" y="165713"/>
                  </a:lnTo>
                  <a:lnTo>
                    <a:pt x="94587" y="160839"/>
                  </a:lnTo>
                  <a:lnTo>
                    <a:pt x="94384" y="155965"/>
                  </a:lnTo>
                  <a:lnTo>
                    <a:pt x="94219" y="151091"/>
                  </a:lnTo>
                  <a:lnTo>
                    <a:pt x="94098" y="146217"/>
                  </a:lnTo>
                  <a:lnTo>
                    <a:pt x="94023" y="141343"/>
                  </a:lnTo>
                  <a:lnTo>
                    <a:pt x="93994" y="136469"/>
                  </a:lnTo>
                  <a:lnTo>
                    <a:pt x="94009" y="131596"/>
                  </a:lnTo>
                  <a:lnTo>
                    <a:pt x="94062" y="126722"/>
                  </a:lnTo>
                  <a:lnTo>
                    <a:pt x="94149" y="121848"/>
                  </a:lnTo>
                  <a:lnTo>
                    <a:pt x="94262" y="116974"/>
                  </a:lnTo>
                  <a:lnTo>
                    <a:pt x="94394" y="112100"/>
                  </a:lnTo>
                  <a:lnTo>
                    <a:pt x="94532" y="107226"/>
                  </a:lnTo>
                  <a:lnTo>
                    <a:pt x="94666" y="102352"/>
                  </a:lnTo>
                  <a:lnTo>
                    <a:pt x="94777" y="97478"/>
                  </a:lnTo>
                  <a:lnTo>
                    <a:pt x="94842" y="92604"/>
                  </a:lnTo>
                  <a:lnTo>
                    <a:pt x="94833" y="87730"/>
                  </a:lnTo>
                  <a:lnTo>
                    <a:pt x="94716" y="82856"/>
                  </a:lnTo>
                  <a:lnTo>
                    <a:pt x="94447" y="77983"/>
                  </a:lnTo>
                  <a:lnTo>
                    <a:pt x="93982" y="73109"/>
                  </a:lnTo>
                  <a:lnTo>
                    <a:pt x="93273" y="68235"/>
                  </a:lnTo>
                  <a:lnTo>
                    <a:pt x="92275" y="63361"/>
                  </a:lnTo>
                  <a:lnTo>
                    <a:pt x="90950" y="58487"/>
                  </a:lnTo>
                  <a:lnTo>
                    <a:pt x="89277" y="53613"/>
                  </a:lnTo>
                  <a:lnTo>
                    <a:pt x="87252" y="48739"/>
                  </a:lnTo>
                  <a:lnTo>
                    <a:pt x="84900" y="43865"/>
                  </a:lnTo>
                  <a:lnTo>
                    <a:pt x="82275" y="38991"/>
                  </a:lnTo>
                  <a:lnTo>
                    <a:pt x="79464" y="34117"/>
                  </a:lnTo>
                  <a:lnTo>
                    <a:pt x="76581" y="29243"/>
                  </a:lnTo>
                  <a:lnTo>
                    <a:pt x="73768" y="24370"/>
                  </a:lnTo>
                  <a:lnTo>
                    <a:pt x="71176" y="19496"/>
                  </a:lnTo>
                  <a:lnTo>
                    <a:pt x="68961" y="14622"/>
                  </a:lnTo>
                  <a:lnTo>
                    <a:pt x="67263" y="9748"/>
                  </a:lnTo>
                  <a:lnTo>
                    <a:pt x="66196" y="4874"/>
                  </a:lnTo>
                  <a:lnTo>
                    <a:pt x="65832" y="0"/>
                  </a:lnTo>
                  <a:lnTo>
                    <a:pt x="130309" y="0"/>
                  </a:lnTo>
                  <a:lnTo>
                    <a:pt x="130309" y="0"/>
                  </a:lnTo>
                  <a:lnTo>
                    <a:pt x="129944" y="4874"/>
                  </a:lnTo>
                  <a:lnTo>
                    <a:pt x="128877" y="9748"/>
                  </a:lnTo>
                  <a:lnTo>
                    <a:pt x="127179" y="14622"/>
                  </a:lnTo>
                  <a:lnTo>
                    <a:pt x="124964" y="19496"/>
                  </a:lnTo>
                  <a:lnTo>
                    <a:pt x="122373" y="24370"/>
                  </a:lnTo>
                  <a:lnTo>
                    <a:pt x="119559" y="29243"/>
                  </a:lnTo>
                  <a:lnTo>
                    <a:pt x="116677" y="34117"/>
                  </a:lnTo>
                  <a:lnTo>
                    <a:pt x="113865" y="38991"/>
                  </a:lnTo>
                  <a:lnTo>
                    <a:pt x="111240" y="43865"/>
                  </a:lnTo>
                  <a:lnTo>
                    <a:pt x="108888" y="48739"/>
                  </a:lnTo>
                  <a:lnTo>
                    <a:pt x="106863" y="53613"/>
                  </a:lnTo>
                  <a:lnTo>
                    <a:pt x="105190" y="58487"/>
                  </a:lnTo>
                  <a:lnTo>
                    <a:pt x="103866" y="63361"/>
                  </a:lnTo>
                  <a:lnTo>
                    <a:pt x="102868" y="68235"/>
                  </a:lnTo>
                  <a:lnTo>
                    <a:pt x="102158" y="73109"/>
                  </a:lnTo>
                  <a:lnTo>
                    <a:pt x="101693" y="77983"/>
                  </a:lnTo>
                  <a:lnTo>
                    <a:pt x="101425" y="82856"/>
                  </a:lnTo>
                  <a:lnTo>
                    <a:pt x="101307" y="87730"/>
                  </a:lnTo>
                  <a:lnTo>
                    <a:pt x="101298" y="92604"/>
                  </a:lnTo>
                  <a:lnTo>
                    <a:pt x="101364" y="97478"/>
                  </a:lnTo>
                  <a:lnTo>
                    <a:pt x="101474" y="102352"/>
                  </a:lnTo>
                  <a:lnTo>
                    <a:pt x="101608" y="107226"/>
                  </a:lnTo>
                  <a:lnTo>
                    <a:pt x="101747" y="112100"/>
                  </a:lnTo>
                  <a:lnTo>
                    <a:pt x="101878" y="116974"/>
                  </a:lnTo>
                  <a:lnTo>
                    <a:pt x="101991" y="121848"/>
                  </a:lnTo>
                  <a:lnTo>
                    <a:pt x="102078" y="126722"/>
                  </a:lnTo>
                  <a:lnTo>
                    <a:pt x="102132" y="131596"/>
                  </a:lnTo>
                  <a:lnTo>
                    <a:pt x="102146" y="136469"/>
                  </a:lnTo>
                  <a:lnTo>
                    <a:pt x="102117" y="141343"/>
                  </a:lnTo>
                  <a:lnTo>
                    <a:pt x="102043" y="146217"/>
                  </a:lnTo>
                  <a:lnTo>
                    <a:pt x="101922" y="151091"/>
                  </a:lnTo>
                  <a:lnTo>
                    <a:pt x="101757" y="155965"/>
                  </a:lnTo>
                  <a:lnTo>
                    <a:pt x="101553" y="160839"/>
                  </a:lnTo>
                  <a:lnTo>
                    <a:pt x="101319" y="165713"/>
                  </a:lnTo>
                  <a:lnTo>
                    <a:pt x="101065" y="170587"/>
                  </a:lnTo>
                  <a:lnTo>
                    <a:pt x="100804" y="175461"/>
                  </a:lnTo>
                  <a:lnTo>
                    <a:pt x="100547" y="180335"/>
                  </a:lnTo>
                  <a:lnTo>
                    <a:pt x="100308" y="185209"/>
                  </a:lnTo>
                  <a:lnTo>
                    <a:pt x="100095" y="190082"/>
                  </a:lnTo>
                  <a:lnTo>
                    <a:pt x="99917" y="194956"/>
                  </a:lnTo>
                  <a:lnTo>
                    <a:pt x="99780" y="199830"/>
                  </a:lnTo>
                  <a:lnTo>
                    <a:pt x="99685" y="204704"/>
                  </a:lnTo>
                  <a:lnTo>
                    <a:pt x="99632" y="209578"/>
                  </a:lnTo>
                  <a:lnTo>
                    <a:pt x="99620" y="214452"/>
                  </a:lnTo>
                  <a:lnTo>
                    <a:pt x="99646" y="219326"/>
                  </a:lnTo>
                  <a:lnTo>
                    <a:pt x="99706" y="224200"/>
                  </a:lnTo>
                  <a:lnTo>
                    <a:pt x="99798" y="229074"/>
                  </a:lnTo>
                  <a:lnTo>
                    <a:pt x="99919" y="233948"/>
                  </a:lnTo>
                  <a:lnTo>
                    <a:pt x="100068" y="238822"/>
                  </a:lnTo>
                  <a:lnTo>
                    <a:pt x="100244" y="243695"/>
                  </a:lnTo>
                  <a:lnTo>
                    <a:pt x="100444" y="248569"/>
                  </a:lnTo>
                  <a:lnTo>
                    <a:pt x="100667" y="253443"/>
                  </a:lnTo>
                  <a:lnTo>
                    <a:pt x="100907" y="258317"/>
                  </a:lnTo>
                  <a:lnTo>
                    <a:pt x="101159" y="263191"/>
                  </a:lnTo>
                  <a:lnTo>
                    <a:pt x="101412" y="268065"/>
                  </a:lnTo>
                  <a:lnTo>
                    <a:pt x="101656" y="272939"/>
                  </a:lnTo>
                  <a:lnTo>
                    <a:pt x="101878" y="277813"/>
                  </a:lnTo>
                  <a:lnTo>
                    <a:pt x="102063" y="282687"/>
                  </a:lnTo>
                  <a:lnTo>
                    <a:pt x="102201" y="287561"/>
                  </a:lnTo>
                  <a:lnTo>
                    <a:pt x="102281" y="292435"/>
                  </a:lnTo>
                  <a:lnTo>
                    <a:pt x="102298" y="297308"/>
                  </a:lnTo>
                  <a:lnTo>
                    <a:pt x="102248" y="302182"/>
                  </a:lnTo>
                  <a:lnTo>
                    <a:pt x="102136" y="307056"/>
                  </a:lnTo>
                  <a:lnTo>
                    <a:pt x="101970" y="311930"/>
                  </a:lnTo>
                  <a:lnTo>
                    <a:pt x="101762" y="316804"/>
                  </a:lnTo>
                  <a:lnTo>
                    <a:pt x="101527" y="321678"/>
                  </a:lnTo>
                  <a:lnTo>
                    <a:pt x="101283" y="326552"/>
                  </a:lnTo>
                  <a:lnTo>
                    <a:pt x="101046" y="331426"/>
                  </a:lnTo>
                  <a:lnTo>
                    <a:pt x="100833" y="336300"/>
                  </a:lnTo>
                  <a:lnTo>
                    <a:pt x="100657" y="341174"/>
                  </a:lnTo>
                  <a:lnTo>
                    <a:pt x="100528" y="346048"/>
                  </a:lnTo>
                  <a:lnTo>
                    <a:pt x="100453" y="350921"/>
                  </a:lnTo>
                  <a:lnTo>
                    <a:pt x="100433" y="355795"/>
                  </a:lnTo>
                  <a:lnTo>
                    <a:pt x="100465" y="360669"/>
                  </a:lnTo>
                  <a:lnTo>
                    <a:pt x="100546" y="365543"/>
                  </a:lnTo>
                  <a:lnTo>
                    <a:pt x="100667" y="370417"/>
                  </a:lnTo>
                  <a:lnTo>
                    <a:pt x="100819" y="375291"/>
                  </a:lnTo>
                  <a:lnTo>
                    <a:pt x="100992" y="380165"/>
                  </a:lnTo>
                  <a:lnTo>
                    <a:pt x="101178" y="385039"/>
                  </a:lnTo>
                  <a:lnTo>
                    <a:pt x="101367" y="389913"/>
                  </a:lnTo>
                  <a:lnTo>
                    <a:pt x="101553" y="394787"/>
                  </a:lnTo>
                  <a:lnTo>
                    <a:pt x="101727" y="399661"/>
                  </a:lnTo>
                  <a:lnTo>
                    <a:pt x="101885" y="404534"/>
                  </a:lnTo>
                  <a:lnTo>
                    <a:pt x="102019" y="409408"/>
                  </a:lnTo>
                  <a:lnTo>
                    <a:pt x="102126" y="414282"/>
                  </a:lnTo>
                  <a:lnTo>
                    <a:pt x="102198" y="419156"/>
                  </a:lnTo>
                  <a:lnTo>
                    <a:pt x="102231" y="424030"/>
                  </a:lnTo>
                  <a:lnTo>
                    <a:pt x="102220" y="428904"/>
                  </a:lnTo>
                  <a:lnTo>
                    <a:pt x="102163" y="433778"/>
                  </a:lnTo>
                  <a:lnTo>
                    <a:pt x="102060" y="438652"/>
                  </a:lnTo>
                  <a:lnTo>
                    <a:pt x="101913" y="443526"/>
                  </a:lnTo>
                  <a:lnTo>
                    <a:pt x="101730" y="448400"/>
                  </a:lnTo>
                  <a:lnTo>
                    <a:pt x="101521" y="453274"/>
                  </a:lnTo>
                  <a:lnTo>
                    <a:pt x="101301" y="458147"/>
                  </a:lnTo>
                  <a:lnTo>
                    <a:pt x="101087" y="463021"/>
                  </a:lnTo>
                  <a:lnTo>
                    <a:pt x="100902" y="467895"/>
                  </a:lnTo>
                  <a:lnTo>
                    <a:pt x="100771" y="472769"/>
                  </a:lnTo>
                  <a:lnTo>
                    <a:pt x="100725" y="477643"/>
                  </a:lnTo>
                  <a:lnTo>
                    <a:pt x="100799" y="482517"/>
                  </a:lnTo>
                  <a:lnTo>
                    <a:pt x="101039" y="487391"/>
                  </a:lnTo>
                  <a:lnTo>
                    <a:pt x="101501" y="492265"/>
                  </a:lnTo>
                  <a:lnTo>
                    <a:pt x="102254" y="497139"/>
                  </a:lnTo>
                  <a:lnTo>
                    <a:pt x="103383" y="502013"/>
                  </a:lnTo>
                  <a:lnTo>
                    <a:pt x="104987" y="506887"/>
                  </a:lnTo>
                  <a:lnTo>
                    <a:pt x="107179" y="511760"/>
                  </a:lnTo>
                  <a:lnTo>
                    <a:pt x="110076" y="516634"/>
                  </a:lnTo>
                  <a:lnTo>
                    <a:pt x="113790" y="521508"/>
                  </a:lnTo>
                  <a:lnTo>
                    <a:pt x="118413" y="526382"/>
                  </a:lnTo>
                  <a:lnTo>
                    <a:pt x="124003" y="531256"/>
                  </a:lnTo>
                  <a:lnTo>
                    <a:pt x="130558" y="536130"/>
                  </a:lnTo>
                  <a:lnTo>
                    <a:pt x="138006" y="541004"/>
                  </a:lnTo>
                  <a:lnTo>
                    <a:pt x="146186" y="545878"/>
                  </a:lnTo>
                  <a:lnTo>
                    <a:pt x="154849" y="550752"/>
                  </a:lnTo>
                  <a:lnTo>
                    <a:pt x="163658" y="555626"/>
                  </a:lnTo>
                  <a:lnTo>
                    <a:pt x="172205" y="560500"/>
                  </a:lnTo>
                  <a:lnTo>
                    <a:pt x="180045" y="565373"/>
                  </a:lnTo>
                  <a:lnTo>
                    <a:pt x="186725" y="570247"/>
                  </a:lnTo>
                  <a:lnTo>
                    <a:pt x="191836" y="575121"/>
                  </a:lnTo>
                  <a:lnTo>
                    <a:pt x="195046"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7" name="03_assume_matched_6">
              <a:extLst>
                <a:ext uri="{FF2B5EF4-FFF2-40B4-BE49-F238E27FC236}">
                  <a16:creationId xmlns:a16="http://schemas.microsoft.com/office/drawing/2014/main" id="{3C52A908-0D29-4395-A870-045485780AC8}"/>
                </a:ext>
              </a:extLst>
            </p:cNvPr>
            <p:cNvSpPr>
              <a:spLocks/>
            </p:cNvSpPr>
            <p:nvPr/>
          </p:nvSpPr>
          <p:spPr>
            <a:xfrm>
              <a:off x="735432"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8" name="03_assume_matched_7">
              <a:extLst>
                <a:ext uri="{FF2B5EF4-FFF2-40B4-BE49-F238E27FC236}">
                  <a16:creationId xmlns:a16="http://schemas.microsoft.com/office/drawing/2014/main" id="{6FD3D8BB-1023-413D-9DFD-D3D59046C77C}"/>
                </a:ext>
              </a:extLst>
            </p:cNvPr>
            <p:cNvSpPr>
              <a:spLocks/>
            </p:cNvSpPr>
            <p:nvPr/>
          </p:nvSpPr>
          <p:spPr>
            <a:xfrm>
              <a:off x="1112625"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9" name="03_assume_matched_8">
              <a:extLst>
                <a:ext uri="{FF2B5EF4-FFF2-40B4-BE49-F238E27FC236}">
                  <a16:creationId xmlns:a16="http://schemas.microsoft.com/office/drawing/2014/main" id="{EFA6FE2C-646D-4E96-BA71-5DE1AA3E9C0B}"/>
                </a:ext>
              </a:extLst>
            </p:cNvPr>
            <p:cNvSpPr>
              <a:spLocks/>
            </p:cNvSpPr>
            <p:nvPr/>
          </p:nvSpPr>
          <p:spPr>
            <a:xfrm>
              <a:off x="1489818"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 name="03_assume_matched_9">
              <a:extLst>
                <a:ext uri="{FF2B5EF4-FFF2-40B4-BE49-F238E27FC236}">
                  <a16:creationId xmlns:a16="http://schemas.microsoft.com/office/drawing/2014/main" id="{0ED558AD-30FE-447D-AB42-9897F397010D}"/>
                </a:ext>
              </a:extLst>
            </p:cNvPr>
            <p:cNvSpPr>
              <a:spLocks/>
            </p:cNvSpPr>
            <p:nvPr/>
          </p:nvSpPr>
          <p:spPr>
            <a:xfrm>
              <a:off x="2244204"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1" name="03_assume_matched_10">
              <a:extLst>
                <a:ext uri="{FF2B5EF4-FFF2-40B4-BE49-F238E27FC236}">
                  <a16:creationId xmlns:a16="http://schemas.microsoft.com/office/drawing/2014/main" id="{20F6AE7D-2B6B-4A3D-BAB5-7CB650D43418}"/>
                </a:ext>
              </a:extLst>
            </p:cNvPr>
            <p:cNvSpPr>
              <a:spLocks/>
            </p:cNvSpPr>
            <p:nvPr/>
          </p:nvSpPr>
          <p:spPr>
            <a:xfrm>
              <a:off x="2998589"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2" name="03_assume_matched_11">
              <a:extLst>
                <a:ext uri="{FF2B5EF4-FFF2-40B4-BE49-F238E27FC236}">
                  <a16:creationId xmlns:a16="http://schemas.microsoft.com/office/drawing/2014/main" id="{0C773916-CC54-4470-9DA8-19163DFDF7C2}"/>
                </a:ext>
              </a:extLst>
            </p:cNvPr>
            <p:cNvSpPr>
              <a:spLocks/>
            </p:cNvSpPr>
            <p:nvPr/>
          </p:nvSpPr>
          <p:spPr>
            <a:xfrm>
              <a:off x="712800" y="197707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 name="03_assume_matched_12">
              <a:extLst>
                <a:ext uri="{FF2B5EF4-FFF2-40B4-BE49-F238E27FC236}">
                  <a16:creationId xmlns:a16="http://schemas.microsoft.com/office/drawing/2014/main" id="{13F1DC59-BDDC-4BFC-9278-4182511E0B53}"/>
                </a:ext>
              </a:extLst>
            </p:cNvPr>
            <p:cNvSpPr>
              <a:spLocks/>
            </p:cNvSpPr>
            <p:nvPr/>
          </p:nvSpPr>
          <p:spPr>
            <a:xfrm>
              <a:off x="674700" y="197707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4" name="text_13">
              <a:extLst>
                <a:ext uri="{FF2B5EF4-FFF2-40B4-BE49-F238E27FC236}">
                  <a16:creationId xmlns:a16="http://schemas.microsoft.com/office/drawing/2014/main" id="{1C72709A-773C-4805-92FF-68DE3411FE6C}"/>
                </a:ext>
              </a:extLst>
            </p:cNvPr>
            <p:cNvSpPr>
              <a:spLocks/>
            </p:cNvSpPr>
            <p:nvPr/>
          </p:nvSpPr>
          <p:spPr>
            <a:xfrm>
              <a:off x="585053" y="193701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15" name="03_assume_matched_14">
              <a:extLst>
                <a:ext uri="{FF2B5EF4-FFF2-40B4-BE49-F238E27FC236}">
                  <a16:creationId xmlns:a16="http://schemas.microsoft.com/office/drawing/2014/main" id="{8494A3C3-8844-4072-90F0-F07DDE0D61AD}"/>
                </a:ext>
              </a:extLst>
            </p:cNvPr>
            <p:cNvSpPr>
              <a:spLocks/>
            </p:cNvSpPr>
            <p:nvPr/>
          </p:nvSpPr>
          <p:spPr>
            <a:xfrm>
              <a:off x="712800" y="168463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6" name="03_assume_matched_15">
              <a:extLst>
                <a:ext uri="{FF2B5EF4-FFF2-40B4-BE49-F238E27FC236}">
                  <a16:creationId xmlns:a16="http://schemas.microsoft.com/office/drawing/2014/main" id="{336F8252-FD85-48A6-B038-EC21C90B60D8}"/>
                </a:ext>
              </a:extLst>
            </p:cNvPr>
            <p:cNvSpPr>
              <a:spLocks/>
            </p:cNvSpPr>
            <p:nvPr/>
          </p:nvSpPr>
          <p:spPr>
            <a:xfrm>
              <a:off x="674700" y="168463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 name="text_16">
              <a:extLst>
                <a:ext uri="{FF2B5EF4-FFF2-40B4-BE49-F238E27FC236}">
                  <a16:creationId xmlns:a16="http://schemas.microsoft.com/office/drawing/2014/main" id="{1B657B54-9398-4DD2-AE3F-B9F6DEF1E6AC}"/>
                </a:ext>
              </a:extLst>
            </p:cNvPr>
            <p:cNvSpPr>
              <a:spLocks/>
            </p:cNvSpPr>
            <p:nvPr/>
          </p:nvSpPr>
          <p:spPr>
            <a:xfrm>
              <a:off x="533506" y="1644577"/>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18" name="03_assume_matched_17">
              <a:extLst>
                <a:ext uri="{FF2B5EF4-FFF2-40B4-BE49-F238E27FC236}">
                  <a16:creationId xmlns:a16="http://schemas.microsoft.com/office/drawing/2014/main" id="{A4F59837-A31D-4679-8C44-CE949ADF4ED7}"/>
                </a:ext>
              </a:extLst>
            </p:cNvPr>
            <p:cNvSpPr>
              <a:spLocks/>
            </p:cNvSpPr>
            <p:nvPr/>
          </p:nvSpPr>
          <p:spPr>
            <a:xfrm>
              <a:off x="712800" y="139220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9" name="03_assume_matched_18">
              <a:extLst>
                <a:ext uri="{FF2B5EF4-FFF2-40B4-BE49-F238E27FC236}">
                  <a16:creationId xmlns:a16="http://schemas.microsoft.com/office/drawing/2014/main" id="{75A85F9A-8798-4E0E-BC8D-FFF980B4DEA1}"/>
                </a:ext>
              </a:extLst>
            </p:cNvPr>
            <p:cNvSpPr>
              <a:spLocks/>
            </p:cNvSpPr>
            <p:nvPr/>
          </p:nvSpPr>
          <p:spPr>
            <a:xfrm>
              <a:off x="674700" y="139220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 name="text_19">
              <a:extLst>
                <a:ext uri="{FF2B5EF4-FFF2-40B4-BE49-F238E27FC236}">
                  <a16:creationId xmlns:a16="http://schemas.microsoft.com/office/drawing/2014/main" id="{CAAF2D2A-02B9-47C4-8234-372BE8C24B5F}"/>
                </a:ext>
              </a:extLst>
            </p:cNvPr>
            <p:cNvSpPr>
              <a:spLocks/>
            </p:cNvSpPr>
            <p:nvPr/>
          </p:nvSpPr>
          <p:spPr>
            <a:xfrm>
              <a:off x="481960" y="135214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21" name="text_20">
              <a:extLst>
                <a:ext uri="{FF2B5EF4-FFF2-40B4-BE49-F238E27FC236}">
                  <a16:creationId xmlns:a16="http://schemas.microsoft.com/office/drawing/2014/main" id="{C17FE3A8-318E-48C4-B19C-56852F3BC2C1}"/>
                </a:ext>
              </a:extLst>
            </p:cNvPr>
            <p:cNvSpPr>
              <a:spLocks/>
            </p:cNvSpPr>
            <p:nvPr/>
          </p:nvSpPr>
          <p:spPr>
            <a:xfrm rot="-5400000">
              <a:off x="67234" y="1625107"/>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t>Completion (%)</a:t>
              </a:r>
            </a:p>
          </p:txBody>
        </p:sp>
        <p:sp>
          <p:nvSpPr>
            <p:cNvPr id="22" name="03_assume_matched_21">
              <a:extLst>
                <a:ext uri="{FF2B5EF4-FFF2-40B4-BE49-F238E27FC236}">
                  <a16:creationId xmlns:a16="http://schemas.microsoft.com/office/drawing/2014/main" id="{0536EC2F-1477-4B4D-B27C-44F06FE562D4}"/>
                </a:ext>
              </a:extLst>
            </p:cNvPr>
            <p:cNvSpPr>
              <a:spLocks/>
            </p:cNvSpPr>
            <p:nvPr/>
          </p:nvSpPr>
          <p:spPr>
            <a:xfrm>
              <a:off x="1150377" y="1730426"/>
              <a:ext cx="28398" cy="28398"/>
            </a:xfrm>
            <a:prstGeom prst="ellipse">
              <a:avLst/>
            </a:prstGeom>
            <a:solidFill>
              <a:srgbClr val="7F8C97">
                <a:alpha val="48000"/>
              </a:srgbClr>
            </a:solidFill>
            <a:ln w="0">
              <a:noFill/>
              <a:prstDash val="solid"/>
            </a:ln>
          </p:spPr>
        </p:sp>
        <p:sp>
          <p:nvSpPr>
            <p:cNvPr id="23" name="03_assume_matched_22">
              <a:extLst>
                <a:ext uri="{FF2B5EF4-FFF2-40B4-BE49-F238E27FC236}">
                  <a16:creationId xmlns:a16="http://schemas.microsoft.com/office/drawing/2014/main" id="{4F9C76BF-D305-4CD5-9071-F7A472702FBF}"/>
                </a:ext>
              </a:extLst>
            </p:cNvPr>
            <p:cNvSpPr>
              <a:spLocks/>
            </p:cNvSpPr>
            <p:nvPr/>
          </p:nvSpPr>
          <p:spPr>
            <a:xfrm>
              <a:off x="1138864" y="1962874"/>
              <a:ext cx="28398" cy="28398"/>
            </a:xfrm>
            <a:prstGeom prst="ellipse">
              <a:avLst/>
            </a:prstGeom>
            <a:solidFill>
              <a:srgbClr val="7F8C97">
                <a:alpha val="48000"/>
              </a:srgbClr>
            </a:solidFill>
            <a:ln w="0">
              <a:noFill/>
              <a:prstDash val="solid"/>
            </a:ln>
          </p:spPr>
        </p:sp>
        <p:sp>
          <p:nvSpPr>
            <p:cNvPr id="24" name="03_assume_matched_23">
              <a:extLst>
                <a:ext uri="{FF2B5EF4-FFF2-40B4-BE49-F238E27FC236}">
                  <a16:creationId xmlns:a16="http://schemas.microsoft.com/office/drawing/2014/main" id="{58756520-FF85-4A61-B05D-CF53D07F61F2}"/>
                </a:ext>
              </a:extLst>
            </p:cNvPr>
            <p:cNvSpPr>
              <a:spLocks/>
            </p:cNvSpPr>
            <p:nvPr/>
          </p:nvSpPr>
          <p:spPr>
            <a:xfrm>
              <a:off x="1081732" y="1962874"/>
              <a:ext cx="28398" cy="28398"/>
            </a:xfrm>
            <a:prstGeom prst="ellipse">
              <a:avLst/>
            </a:prstGeom>
            <a:solidFill>
              <a:srgbClr val="7F8C97">
                <a:alpha val="48000"/>
              </a:srgbClr>
            </a:solidFill>
            <a:ln w="0">
              <a:noFill/>
              <a:prstDash val="solid"/>
            </a:ln>
          </p:spPr>
        </p:sp>
        <p:sp>
          <p:nvSpPr>
            <p:cNvPr id="25" name="03_assume_matched_24">
              <a:extLst>
                <a:ext uri="{FF2B5EF4-FFF2-40B4-BE49-F238E27FC236}">
                  <a16:creationId xmlns:a16="http://schemas.microsoft.com/office/drawing/2014/main" id="{A8AE658A-561D-4F86-A7B2-C24F91A7DB8E}"/>
                </a:ext>
              </a:extLst>
            </p:cNvPr>
            <p:cNvSpPr>
              <a:spLocks/>
            </p:cNvSpPr>
            <p:nvPr/>
          </p:nvSpPr>
          <p:spPr>
            <a:xfrm>
              <a:off x="1160594" y="1670439"/>
              <a:ext cx="28398" cy="28398"/>
            </a:xfrm>
            <a:prstGeom prst="ellipse">
              <a:avLst/>
            </a:prstGeom>
            <a:solidFill>
              <a:srgbClr val="7F8C97">
                <a:alpha val="48000"/>
              </a:srgbClr>
            </a:solidFill>
            <a:ln w="0">
              <a:noFill/>
              <a:prstDash val="solid"/>
            </a:ln>
          </p:spPr>
        </p:sp>
        <p:sp>
          <p:nvSpPr>
            <p:cNvPr id="26" name="03_assume_matched_25">
              <a:extLst>
                <a:ext uri="{FF2B5EF4-FFF2-40B4-BE49-F238E27FC236}">
                  <a16:creationId xmlns:a16="http://schemas.microsoft.com/office/drawing/2014/main" id="{E989AF5F-B032-4B87-9713-A41B70383DB6}"/>
                </a:ext>
              </a:extLst>
            </p:cNvPr>
            <p:cNvSpPr>
              <a:spLocks/>
            </p:cNvSpPr>
            <p:nvPr/>
          </p:nvSpPr>
          <p:spPr>
            <a:xfrm>
              <a:off x="1128359" y="1712215"/>
              <a:ext cx="28398" cy="28398"/>
            </a:xfrm>
            <a:prstGeom prst="ellipse">
              <a:avLst/>
            </a:prstGeom>
            <a:solidFill>
              <a:srgbClr val="7F8C97">
                <a:alpha val="48000"/>
              </a:srgbClr>
            </a:solidFill>
            <a:ln w="0">
              <a:noFill/>
              <a:prstDash val="solid"/>
            </a:ln>
          </p:spPr>
        </p:sp>
        <p:sp>
          <p:nvSpPr>
            <p:cNvPr id="27" name="03_assume_matched_26">
              <a:extLst>
                <a:ext uri="{FF2B5EF4-FFF2-40B4-BE49-F238E27FC236}">
                  <a16:creationId xmlns:a16="http://schemas.microsoft.com/office/drawing/2014/main" id="{43D32123-9012-477D-987B-CA3942B41F70}"/>
                </a:ext>
              </a:extLst>
            </p:cNvPr>
            <p:cNvSpPr>
              <a:spLocks/>
            </p:cNvSpPr>
            <p:nvPr/>
          </p:nvSpPr>
          <p:spPr>
            <a:xfrm>
              <a:off x="1033091" y="1697024"/>
              <a:ext cx="28398" cy="28398"/>
            </a:xfrm>
            <a:prstGeom prst="ellipse">
              <a:avLst/>
            </a:prstGeom>
            <a:solidFill>
              <a:srgbClr val="7F8C97">
                <a:alpha val="48000"/>
              </a:srgbClr>
            </a:solidFill>
            <a:ln w="0">
              <a:noFill/>
              <a:prstDash val="solid"/>
            </a:ln>
          </p:spPr>
        </p:sp>
        <p:sp>
          <p:nvSpPr>
            <p:cNvPr id="28" name="03_assume_matched_27">
              <a:extLst>
                <a:ext uri="{FF2B5EF4-FFF2-40B4-BE49-F238E27FC236}">
                  <a16:creationId xmlns:a16="http://schemas.microsoft.com/office/drawing/2014/main" id="{CAD6F475-18F9-46F3-9DD1-C301DBB03D2A}"/>
                </a:ext>
              </a:extLst>
            </p:cNvPr>
            <p:cNvSpPr>
              <a:spLocks/>
            </p:cNvSpPr>
            <p:nvPr/>
          </p:nvSpPr>
          <p:spPr>
            <a:xfrm>
              <a:off x="1063743" y="1962874"/>
              <a:ext cx="28398" cy="28398"/>
            </a:xfrm>
            <a:prstGeom prst="ellipse">
              <a:avLst/>
            </a:prstGeom>
            <a:solidFill>
              <a:srgbClr val="7F8C97">
                <a:alpha val="48000"/>
              </a:srgbClr>
            </a:solidFill>
            <a:ln w="0">
              <a:noFill/>
              <a:prstDash val="solid"/>
            </a:ln>
          </p:spPr>
        </p:sp>
        <p:sp>
          <p:nvSpPr>
            <p:cNvPr id="29" name="03_assume_matched_28">
              <a:extLst>
                <a:ext uri="{FF2B5EF4-FFF2-40B4-BE49-F238E27FC236}">
                  <a16:creationId xmlns:a16="http://schemas.microsoft.com/office/drawing/2014/main" id="{08E6A80B-4303-4541-902E-4AB98ACA0537}"/>
                </a:ext>
              </a:extLst>
            </p:cNvPr>
            <p:cNvSpPr>
              <a:spLocks/>
            </p:cNvSpPr>
            <p:nvPr/>
          </p:nvSpPr>
          <p:spPr>
            <a:xfrm>
              <a:off x="1032803" y="1962874"/>
              <a:ext cx="28398" cy="28398"/>
            </a:xfrm>
            <a:prstGeom prst="ellipse">
              <a:avLst/>
            </a:prstGeom>
            <a:solidFill>
              <a:srgbClr val="7F8C97">
                <a:alpha val="48000"/>
              </a:srgbClr>
            </a:solidFill>
            <a:ln w="0">
              <a:noFill/>
              <a:prstDash val="solid"/>
            </a:ln>
          </p:spPr>
        </p:sp>
        <p:sp>
          <p:nvSpPr>
            <p:cNvPr id="30" name="03_assume_matched_29">
              <a:extLst>
                <a:ext uri="{FF2B5EF4-FFF2-40B4-BE49-F238E27FC236}">
                  <a16:creationId xmlns:a16="http://schemas.microsoft.com/office/drawing/2014/main" id="{EF3963BC-A07F-4D40-ABDD-222C75D9AF2F}"/>
                </a:ext>
              </a:extLst>
            </p:cNvPr>
            <p:cNvSpPr>
              <a:spLocks/>
            </p:cNvSpPr>
            <p:nvPr/>
          </p:nvSpPr>
          <p:spPr>
            <a:xfrm>
              <a:off x="1114112" y="1962874"/>
              <a:ext cx="28398" cy="28398"/>
            </a:xfrm>
            <a:prstGeom prst="ellipse">
              <a:avLst/>
            </a:prstGeom>
            <a:solidFill>
              <a:srgbClr val="7F8C97">
                <a:alpha val="48000"/>
              </a:srgbClr>
            </a:solidFill>
            <a:ln w="0">
              <a:noFill/>
              <a:prstDash val="solid"/>
            </a:ln>
          </p:spPr>
        </p:sp>
        <p:sp>
          <p:nvSpPr>
            <p:cNvPr id="31" name="03_assume_matched_30">
              <a:extLst>
                <a:ext uri="{FF2B5EF4-FFF2-40B4-BE49-F238E27FC236}">
                  <a16:creationId xmlns:a16="http://schemas.microsoft.com/office/drawing/2014/main" id="{8E6F3DF9-817C-4058-AF91-9E4A8498EB8F}"/>
                </a:ext>
              </a:extLst>
            </p:cNvPr>
            <p:cNvSpPr>
              <a:spLocks/>
            </p:cNvSpPr>
            <p:nvPr/>
          </p:nvSpPr>
          <p:spPr>
            <a:xfrm>
              <a:off x="1095403" y="1962874"/>
              <a:ext cx="28398" cy="28398"/>
            </a:xfrm>
            <a:prstGeom prst="ellipse">
              <a:avLst/>
            </a:prstGeom>
            <a:solidFill>
              <a:srgbClr val="7F8C97">
                <a:alpha val="48000"/>
              </a:srgbClr>
            </a:solidFill>
            <a:ln w="0">
              <a:noFill/>
              <a:prstDash val="solid"/>
            </a:ln>
          </p:spPr>
        </p:sp>
        <p:sp>
          <p:nvSpPr>
            <p:cNvPr id="32" name="03_assume_matched_31">
              <a:extLst>
                <a:ext uri="{FF2B5EF4-FFF2-40B4-BE49-F238E27FC236}">
                  <a16:creationId xmlns:a16="http://schemas.microsoft.com/office/drawing/2014/main" id="{5A3D7AF9-9641-4BDC-B00C-7B45739AA96C}"/>
                </a:ext>
              </a:extLst>
            </p:cNvPr>
            <p:cNvSpPr>
              <a:spLocks/>
            </p:cNvSpPr>
            <p:nvPr/>
          </p:nvSpPr>
          <p:spPr>
            <a:xfrm>
              <a:off x="1080149" y="1962874"/>
              <a:ext cx="28398" cy="28398"/>
            </a:xfrm>
            <a:prstGeom prst="ellipse">
              <a:avLst/>
            </a:prstGeom>
            <a:solidFill>
              <a:srgbClr val="7F8C97">
                <a:alpha val="48000"/>
              </a:srgbClr>
            </a:solidFill>
            <a:ln w="0">
              <a:noFill/>
              <a:prstDash val="solid"/>
            </a:ln>
          </p:spPr>
        </p:sp>
        <p:sp>
          <p:nvSpPr>
            <p:cNvPr id="33" name="03_assume_matched_32">
              <a:extLst>
                <a:ext uri="{FF2B5EF4-FFF2-40B4-BE49-F238E27FC236}">
                  <a16:creationId xmlns:a16="http://schemas.microsoft.com/office/drawing/2014/main" id="{DAA9217F-A74A-4E34-98AF-A7A8246C5EC0}"/>
                </a:ext>
              </a:extLst>
            </p:cNvPr>
            <p:cNvSpPr>
              <a:spLocks/>
            </p:cNvSpPr>
            <p:nvPr/>
          </p:nvSpPr>
          <p:spPr>
            <a:xfrm>
              <a:off x="1065902" y="1962874"/>
              <a:ext cx="28398" cy="28398"/>
            </a:xfrm>
            <a:prstGeom prst="ellipse">
              <a:avLst/>
            </a:prstGeom>
            <a:solidFill>
              <a:srgbClr val="7F8C97">
                <a:alpha val="48000"/>
              </a:srgbClr>
            </a:solidFill>
            <a:ln w="0">
              <a:noFill/>
              <a:prstDash val="solid"/>
            </a:ln>
          </p:spPr>
        </p:sp>
        <p:sp>
          <p:nvSpPr>
            <p:cNvPr id="34" name="03_assume_matched_33">
              <a:extLst>
                <a:ext uri="{FF2B5EF4-FFF2-40B4-BE49-F238E27FC236}">
                  <a16:creationId xmlns:a16="http://schemas.microsoft.com/office/drawing/2014/main" id="{E64F7352-CC32-4154-8352-E91668AB6740}"/>
                </a:ext>
              </a:extLst>
            </p:cNvPr>
            <p:cNvSpPr>
              <a:spLocks/>
            </p:cNvSpPr>
            <p:nvPr/>
          </p:nvSpPr>
          <p:spPr>
            <a:xfrm>
              <a:off x="1082308" y="1962874"/>
              <a:ext cx="28398" cy="28398"/>
            </a:xfrm>
            <a:prstGeom prst="ellipse">
              <a:avLst/>
            </a:prstGeom>
            <a:solidFill>
              <a:srgbClr val="7F8C97">
                <a:alpha val="48000"/>
              </a:srgbClr>
            </a:solidFill>
            <a:ln w="0">
              <a:noFill/>
              <a:prstDash val="solid"/>
            </a:ln>
          </p:spPr>
        </p:sp>
        <p:sp>
          <p:nvSpPr>
            <p:cNvPr id="35" name="03_assume_matched_34">
              <a:extLst>
                <a:ext uri="{FF2B5EF4-FFF2-40B4-BE49-F238E27FC236}">
                  <a16:creationId xmlns:a16="http://schemas.microsoft.com/office/drawing/2014/main" id="{D80E06A6-21D8-4212-80EC-0C909726AE82}"/>
                </a:ext>
              </a:extLst>
            </p:cNvPr>
            <p:cNvSpPr>
              <a:spLocks/>
            </p:cNvSpPr>
            <p:nvPr/>
          </p:nvSpPr>
          <p:spPr>
            <a:xfrm>
              <a:off x="1167502" y="1816656"/>
              <a:ext cx="28398" cy="28398"/>
            </a:xfrm>
            <a:prstGeom prst="ellipse">
              <a:avLst/>
            </a:prstGeom>
            <a:solidFill>
              <a:srgbClr val="7F8C97">
                <a:alpha val="48000"/>
              </a:srgbClr>
            </a:solidFill>
            <a:ln w="0">
              <a:noFill/>
              <a:prstDash val="solid"/>
            </a:ln>
          </p:spPr>
        </p:sp>
        <p:sp>
          <p:nvSpPr>
            <p:cNvPr id="36" name="03_assume_matched_35">
              <a:extLst>
                <a:ext uri="{FF2B5EF4-FFF2-40B4-BE49-F238E27FC236}">
                  <a16:creationId xmlns:a16="http://schemas.microsoft.com/office/drawing/2014/main" id="{EDA7E7C5-396B-4BA7-82C9-A55C1D46C9C4}"/>
                </a:ext>
              </a:extLst>
            </p:cNvPr>
            <p:cNvSpPr>
              <a:spLocks/>
            </p:cNvSpPr>
            <p:nvPr/>
          </p:nvSpPr>
          <p:spPr>
            <a:xfrm>
              <a:off x="1122458" y="1767917"/>
              <a:ext cx="28398" cy="28398"/>
            </a:xfrm>
            <a:prstGeom prst="ellipse">
              <a:avLst/>
            </a:prstGeom>
            <a:solidFill>
              <a:srgbClr val="7F8C97">
                <a:alpha val="48000"/>
              </a:srgbClr>
            </a:solidFill>
            <a:ln w="0">
              <a:noFill/>
              <a:prstDash val="solid"/>
            </a:ln>
          </p:spPr>
        </p:sp>
        <p:sp>
          <p:nvSpPr>
            <p:cNvPr id="37" name="03_assume_matched_36">
              <a:extLst>
                <a:ext uri="{FF2B5EF4-FFF2-40B4-BE49-F238E27FC236}">
                  <a16:creationId xmlns:a16="http://schemas.microsoft.com/office/drawing/2014/main" id="{915D356D-B10C-4767-957C-F10D346DA929}"/>
                </a:ext>
              </a:extLst>
            </p:cNvPr>
            <p:cNvSpPr>
              <a:spLocks/>
            </p:cNvSpPr>
            <p:nvPr/>
          </p:nvSpPr>
          <p:spPr>
            <a:xfrm>
              <a:off x="1132244" y="1962874"/>
              <a:ext cx="28398" cy="28398"/>
            </a:xfrm>
            <a:prstGeom prst="ellipse">
              <a:avLst/>
            </a:prstGeom>
            <a:solidFill>
              <a:srgbClr val="7F8C97">
                <a:alpha val="48000"/>
              </a:srgbClr>
            </a:solidFill>
            <a:ln w="0">
              <a:noFill/>
              <a:prstDash val="solid"/>
            </a:ln>
          </p:spPr>
        </p:sp>
        <p:sp>
          <p:nvSpPr>
            <p:cNvPr id="38" name="03_assume_matched_37">
              <a:extLst>
                <a:ext uri="{FF2B5EF4-FFF2-40B4-BE49-F238E27FC236}">
                  <a16:creationId xmlns:a16="http://schemas.microsoft.com/office/drawing/2014/main" id="{41724C35-8F39-4C46-B83C-FD09300D0279}"/>
                </a:ext>
              </a:extLst>
            </p:cNvPr>
            <p:cNvSpPr>
              <a:spLocks/>
            </p:cNvSpPr>
            <p:nvPr/>
          </p:nvSpPr>
          <p:spPr>
            <a:xfrm>
              <a:off x="1069068" y="1930381"/>
              <a:ext cx="28398" cy="28398"/>
            </a:xfrm>
            <a:prstGeom prst="ellipse">
              <a:avLst/>
            </a:prstGeom>
            <a:solidFill>
              <a:srgbClr val="7F8C97">
                <a:alpha val="48000"/>
              </a:srgbClr>
            </a:solidFill>
            <a:ln w="0">
              <a:noFill/>
              <a:prstDash val="solid"/>
            </a:ln>
          </p:spPr>
        </p:sp>
        <p:sp>
          <p:nvSpPr>
            <p:cNvPr id="39" name="03_assume_matched_38">
              <a:extLst>
                <a:ext uri="{FF2B5EF4-FFF2-40B4-BE49-F238E27FC236}">
                  <a16:creationId xmlns:a16="http://schemas.microsoft.com/office/drawing/2014/main" id="{063ABB36-8173-4A66-AA15-ADAC0682CD43}"/>
                </a:ext>
              </a:extLst>
            </p:cNvPr>
            <p:cNvSpPr>
              <a:spLocks/>
            </p:cNvSpPr>
            <p:nvPr/>
          </p:nvSpPr>
          <p:spPr>
            <a:xfrm>
              <a:off x="1159443" y="1962874"/>
              <a:ext cx="28398" cy="28398"/>
            </a:xfrm>
            <a:prstGeom prst="ellipse">
              <a:avLst/>
            </a:prstGeom>
            <a:solidFill>
              <a:srgbClr val="7F8C97">
                <a:alpha val="48000"/>
              </a:srgbClr>
            </a:solidFill>
            <a:ln w="0">
              <a:noFill/>
              <a:prstDash val="solid"/>
            </a:ln>
          </p:spPr>
        </p:sp>
        <p:sp>
          <p:nvSpPr>
            <p:cNvPr id="40" name="03_assume_matched_39">
              <a:extLst>
                <a:ext uri="{FF2B5EF4-FFF2-40B4-BE49-F238E27FC236}">
                  <a16:creationId xmlns:a16="http://schemas.microsoft.com/office/drawing/2014/main" id="{D017D067-B45C-4AA5-A165-2F644BD6D01C}"/>
                </a:ext>
              </a:extLst>
            </p:cNvPr>
            <p:cNvSpPr>
              <a:spLocks/>
            </p:cNvSpPr>
            <p:nvPr/>
          </p:nvSpPr>
          <p:spPr>
            <a:xfrm>
              <a:off x="1132532" y="1856534"/>
              <a:ext cx="28398" cy="28398"/>
            </a:xfrm>
            <a:prstGeom prst="ellipse">
              <a:avLst/>
            </a:prstGeom>
            <a:solidFill>
              <a:srgbClr val="7F8C97">
                <a:alpha val="48000"/>
              </a:srgbClr>
            </a:solidFill>
            <a:ln w="0">
              <a:noFill/>
              <a:prstDash val="solid"/>
            </a:ln>
          </p:spPr>
        </p:sp>
        <p:sp>
          <p:nvSpPr>
            <p:cNvPr id="41" name="03_assume_matched_40">
              <a:extLst>
                <a:ext uri="{FF2B5EF4-FFF2-40B4-BE49-F238E27FC236}">
                  <a16:creationId xmlns:a16="http://schemas.microsoft.com/office/drawing/2014/main" id="{3E27932F-D473-414F-B6DB-ACCC1634BC45}"/>
                </a:ext>
              </a:extLst>
            </p:cNvPr>
            <p:cNvSpPr>
              <a:spLocks/>
            </p:cNvSpPr>
            <p:nvPr/>
          </p:nvSpPr>
          <p:spPr>
            <a:xfrm>
              <a:off x="1050360" y="1962874"/>
              <a:ext cx="28398" cy="28398"/>
            </a:xfrm>
            <a:prstGeom prst="ellipse">
              <a:avLst/>
            </a:prstGeom>
            <a:solidFill>
              <a:srgbClr val="7F8C97">
                <a:alpha val="48000"/>
              </a:srgbClr>
            </a:solidFill>
            <a:ln w="0">
              <a:noFill/>
              <a:prstDash val="solid"/>
            </a:ln>
          </p:spPr>
        </p:sp>
        <p:sp>
          <p:nvSpPr>
            <p:cNvPr id="42" name="03_assume_matched_41">
              <a:extLst>
                <a:ext uri="{FF2B5EF4-FFF2-40B4-BE49-F238E27FC236}">
                  <a16:creationId xmlns:a16="http://schemas.microsoft.com/office/drawing/2014/main" id="{C33ADDEF-7A4C-42CE-9373-27F782C9F02C}"/>
                </a:ext>
              </a:extLst>
            </p:cNvPr>
            <p:cNvSpPr>
              <a:spLocks/>
            </p:cNvSpPr>
            <p:nvPr/>
          </p:nvSpPr>
          <p:spPr>
            <a:xfrm>
              <a:off x="1057699" y="1962874"/>
              <a:ext cx="28398" cy="28398"/>
            </a:xfrm>
            <a:prstGeom prst="ellipse">
              <a:avLst/>
            </a:prstGeom>
            <a:solidFill>
              <a:srgbClr val="7F8C97">
                <a:alpha val="48000"/>
              </a:srgbClr>
            </a:solidFill>
            <a:ln w="0">
              <a:noFill/>
              <a:prstDash val="solid"/>
            </a:ln>
          </p:spPr>
        </p:sp>
        <p:sp>
          <p:nvSpPr>
            <p:cNvPr id="43" name="03_assume_matched_42">
              <a:extLst>
                <a:ext uri="{FF2B5EF4-FFF2-40B4-BE49-F238E27FC236}">
                  <a16:creationId xmlns:a16="http://schemas.microsoft.com/office/drawing/2014/main" id="{71294F38-EA1F-4213-A223-AA8EAE2565AA}"/>
                </a:ext>
              </a:extLst>
            </p:cNvPr>
            <p:cNvSpPr>
              <a:spLocks/>
            </p:cNvSpPr>
            <p:nvPr/>
          </p:nvSpPr>
          <p:spPr>
            <a:xfrm>
              <a:off x="1068924" y="1767917"/>
              <a:ext cx="28398" cy="28398"/>
            </a:xfrm>
            <a:prstGeom prst="ellipse">
              <a:avLst/>
            </a:prstGeom>
            <a:solidFill>
              <a:srgbClr val="7F8C97">
                <a:alpha val="48000"/>
              </a:srgbClr>
            </a:solidFill>
            <a:ln w="0">
              <a:noFill/>
              <a:prstDash val="solid"/>
            </a:ln>
          </p:spPr>
        </p:sp>
        <p:sp>
          <p:nvSpPr>
            <p:cNvPr id="44" name="03_assume_matched_43">
              <a:extLst>
                <a:ext uri="{FF2B5EF4-FFF2-40B4-BE49-F238E27FC236}">
                  <a16:creationId xmlns:a16="http://schemas.microsoft.com/office/drawing/2014/main" id="{AB15A496-BE99-434B-98EC-B88127D8B425}"/>
                </a:ext>
              </a:extLst>
            </p:cNvPr>
            <p:cNvSpPr>
              <a:spLocks/>
            </p:cNvSpPr>
            <p:nvPr/>
          </p:nvSpPr>
          <p:spPr>
            <a:xfrm>
              <a:off x="1158292" y="1962874"/>
              <a:ext cx="28398" cy="28398"/>
            </a:xfrm>
            <a:prstGeom prst="ellipse">
              <a:avLst/>
            </a:prstGeom>
            <a:solidFill>
              <a:srgbClr val="7F8C97">
                <a:alpha val="48000"/>
              </a:srgbClr>
            </a:solidFill>
            <a:ln w="0">
              <a:noFill/>
              <a:prstDash val="solid"/>
            </a:ln>
          </p:spPr>
        </p:sp>
        <p:sp>
          <p:nvSpPr>
            <p:cNvPr id="45" name="03_assume_matched_44">
              <a:extLst>
                <a:ext uri="{FF2B5EF4-FFF2-40B4-BE49-F238E27FC236}">
                  <a16:creationId xmlns:a16="http://schemas.microsoft.com/office/drawing/2014/main" id="{B2F1F281-BE90-4753-BCB8-31C3BAF21B44}"/>
                </a:ext>
              </a:extLst>
            </p:cNvPr>
            <p:cNvSpPr>
              <a:spLocks/>
            </p:cNvSpPr>
            <p:nvPr/>
          </p:nvSpPr>
          <p:spPr>
            <a:xfrm>
              <a:off x="1071227" y="1670439"/>
              <a:ext cx="28398" cy="28398"/>
            </a:xfrm>
            <a:prstGeom prst="ellipse">
              <a:avLst/>
            </a:prstGeom>
            <a:solidFill>
              <a:srgbClr val="7F8C97">
                <a:alpha val="48000"/>
              </a:srgbClr>
            </a:solidFill>
            <a:ln w="0">
              <a:noFill/>
              <a:prstDash val="solid"/>
            </a:ln>
          </p:spPr>
        </p:sp>
        <p:sp>
          <p:nvSpPr>
            <p:cNvPr id="46" name="03_assume_matched_45">
              <a:extLst>
                <a:ext uri="{FF2B5EF4-FFF2-40B4-BE49-F238E27FC236}">
                  <a16:creationId xmlns:a16="http://schemas.microsoft.com/office/drawing/2014/main" id="{3223B573-3706-44C8-AAF1-97BD415510A4}"/>
                </a:ext>
              </a:extLst>
            </p:cNvPr>
            <p:cNvSpPr>
              <a:spLocks/>
            </p:cNvSpPr>
            <p:nvPr/>
          </p:nvSpPr>
          <p:spPr>
            <a:xfrm>
              <a:off x="1150233" y="1962874"/>
              <a:ext cx="28398" cy="28398"/>
            </a:xfrm>
            <a:prstGeom prst="ellipse">
              <a:avLst/>
            </a:prstGeom>
            <a:solidFill>
              <a:srgbClr val="7F8C97">
                <a:alpha val="48000"/>
              </a:srgbClr>
            </a:solidFill>
            <a:ln w="0">
              <a:noFill/>
              <a:prstDash val="solid"/>
            </a:ln>
          </p:spPr>
        </p:sp>
        <p:sp>
          <p:nvSpPr>
            <p:cNvPr id="47" name="03_assume_matched_46">
              <a:extLst>
                <a:ext uri="{FF2B5EF4-FFF2-40B4-BE49-F238E27FC236}">
                  <a16:creationId xmlns:a16="http://schemas.microsoft.com/office/drawing/2014/main" id="{ED8981C7-2D9E-4096-82E7-BB7AA17EE03B}"/>
                </a:ext>
              </a:extLst>
            </p:cNvPr>
            <p:cNvSpPr>
              <a:spLocks/>
            </p:cNvSpPr>
            <p:nvPr/>
          </p:nvSpPr>
          <p:spPr>
            <a:xfrm>
              <a:off x="1151384" y="1767917"/>
              <a:ext cx="28398" cy="28398"/>
            </a:xfrm>
            <a:prstGeom prst="ellipse">
              <a:avLst/>
            </a:prstGeom>
            <a:solidFill>
              <a:srgbClr val="7F8C97">
                <a:alpha val="48000"/>
              </a:srgbClr>
            </a:solidFill>
            <a:ln w="0">
              <a:noFill/>
              <a:prstDash val="solid"/>
            </a:ln>
          </p:spPr>
        </p:sp>
        <p:sp>
          <p:nvSpPr>
            <p:cNvPr id="48" name="03_assume_matched_47">
              <a:extLst>
                <a:ext uri="{FF2B5EF4-FFF2-40B4-BE49-F238E27FC236}">
                  <a16:creationId xmlns:a16="http://schemas.microsoft.com/office/drawing/2014/main" id="{C666D38F-48C6-4338-9E15-02430A7A728A}"/>
                </a:ext>
              </a:extLst>
            </p:cNvPr>
            <p:cNvSpPr>
              <a:spLocks/>
            </p:cNvSpPr>
            <p:nvPr/>
          </p:nvSpPr>
          <p:spPr>
            <a:xfrm>
              <a:off x="1155126" y="1962874"/>
              <a:ext cx="28398" cy="28398"/>
            </a:xfrm>
            <a:prstGeom prst="ellipse">
              <a:avLst/>
            </a:prstGeom>
            <a:solidFill>
              <a:srgbClr val="7F8C97">
                <a:alpha val="48000"/>
              </a:srgbClr>
            </a:solidFill>
            <a:ln w="0">
              <a:noFill/>
              <a:prstDash val="solid"/>
            </a:ln>
          </p:spPr>
        </p:sp>
        <p:sp>
          <p:nvSpPr>
            <p:cNvPr id="49" name="03_assume_matched_48">
              <a:extLst>
                <a:ext uri="{FF2B5EF4-FFF2-40B4-BE49-F238E27FC236}">
                  <a16:creationId xmlns:a16="http://schemas.microsoft.com/office/drawing/2014/main" id="{ED91C1A1-2482-4BD9-A64F-601D61B1D1C8}"/>
                </a:ext>
              </a:extLst>
            </p:cNvPr>
            <p:cNvSpPr>
              <a:spLocks/>
            </p:cNvSpPr>
            <p:nvPr/>
          </p:nvSpPr>
          <p:spPr>
            <a:xfrm>
              <a:off x="1072378" y="1962874"/>
              <a:ext cx="28398" cy="28398"/>
            </a:xfrm>
            <a:prstGeom prst="ellipse">
              <a:avLst/>
            </a:prstGeom>
            <a:solidFill>
              <a:srgbClr val="7F8C97">
                <a:alpha val="48000"/>
              </a:srgbClr>
            </a:solidFill>
            <a:ln w="0">
              <a:noFill/>
              <a:prstDash val="solid"/>
            </a:ln>
          </p:spPr>
        </p:sp>
        <p:sp>
          <p:nvSpPr>
            <p:cNvPr id="50" name="03_assume_matched_49">
              <a:extLst>
                <a:ext uri="{FF2B5EF4-FFF2-40B4-BE49-F238E27FC236}">
                  <a16:creationId xmlns:a16="http://schemas.microsoft.com/office/drawing/2014/main" id="{E61BCE6B-97E7-4B43-A9BA-B6F446476600}"/>
                </a:ext>
              </a:extLst>
            </p:cNvPr>
            <p:cNvSpPr>
              <a:spLocks/>
            </p:cNvSpPr>
            <p:nvPr/>
          </p:nvSpPr>
          <p:spPr>
            <a:xfrm>
              <a:off x="1050648" y="1670439"/>
              <a:ext cx="28398" cy="28398"/>
            </a:xfrm>
            <a:prstGeom prst="ellipse">
              <a:avLst/>
            </a:prstGeom>
            <a:solidFill>
              <a:srgbClr val="7F8C97">
                <a:alpha val="48000"/>
              </a:srgbClr>
            </a:solidFill>
            <a:ln w="0">
              <a:noFill/>
              <a:prstDash val="solid"/>
            </a:ln>
          </p:spPr>
        </p:sp>
        <p:sp>
          <p:nvSpPr>
            <p:cNvPr id="51" name="03_assume_matched_50">
              <a:extLst>
                <a:ext uri="{FF2B5EF4-FFF2-40B4-BE49-F238E27FC236}">
                  <a16:creationId xmlns:a16="http://schemas.microsoft.com/office/drawing/2014/main" id="{5494FCA6-8D44-41A4-A926-76D060B7BF6E}"/>
                </a:ext>
              </a:extLst>
            </p:cNvPr>
            <p:cNvSpPr>
              <a:spLocks/>
            </p:cNvSpPr>
            <p:nvPr/>
          </p:nvSpPr>
          <p:spPr>
            <a:xfrm>
              <a:off x="1134403" y="1962874"/>
              <a:ext cx="28398" cy="28398"/>
            </a:xfrm>
            <a:prstGeom prst="ellipse">
              <a:avLst/>
            </a:prstGeom>
            <a:solidFill>
              <a:srgbClr val="7F8C97">
                <a:alpha val="48000"/>
              </a:srgbClr>
            </a:solidFill>
            <a:ln w="0">
              <a:noFill/>
              <a:prstDash val="solid"/>
            </a:ln>
          </p:spPr>
        </p:sp>
        <p:sp>
          <p:nvSpPr>
            <p:cNvPr id="52" name="03_assume_matched_51">
              <a:extLst>
                <a:ext uri="{FF2B5EF4-FFF2-40B4-BE49-F238E27FC236}">
                  <a16:creationId xmlns:a16="http://schemas.microsoft.com/office/drawing/2014/main" id="{76676A9E-32A3-4117-9091-3CE599926351}"/>
                </a:ext>
              </a:extLst>
            </p:cNvPr>
            <p:cNvSpPr>
              <a:spLocks/>
            </p:cNvSpPr>
            <p:nvPr/>
          </p:nvSpPr>
          <p:spPr>
            <a:xfrm>
              <a:off x="1043884" y="1962874"/>
              <a:ext cx="28398" cy="28398"/>
            </a:xfrm>
            <a:prstGeom prst="ellipse">
              <a:avLst/>
            </a:prstGeom>
            <a:solidFill>
              <a:srgbClr val="7F8C97">
                <a:alpha val="48000"/>
              </a:srgbClr>
            </a:solidFill>
            <a:ln w="0">
              <a:noFill/>
              <a:prstDash val="solid"/>
            </a:ln>
          </p:spPr>
        </p:sp>
        <p:sp>
          <p:nvSpPr>
            <p:cNvPr id="53" name="03_assume_matched_52">
              <a:extLst>
                <a:ext uri="{FF2B5EF4-FFF2-40B4-BE49-F238E27FC236}">
                  <a16:creationId xmlns:a16="http://schemas.microsoft.com/office/drawing/2014/main" id="{8511019B-BF36-4FF2-9377-3DBBB5B21D41}"/>
                </a:ext>
              </a:extLst>
            </p:cNvPr>
            <p:cNvSpPr>
              <a:spLocks/>
            </p:cNvSpPr>
            <p:nvPr/>
          </p:nvSpPr>
          <p:spPr>
            <a:xfrm>
              <a:off x="1138000" y="1728926"/>
              <a:ext cx="28398" cy="28398"/>
            </a:xfrm>
            <a:prstGeom prst="ellipse">
              <a:avLst/>
            </a:prstGeom>
            <a:solidFill>
              <a:srgbClr val="7F8C97">
                <a:alpha val="48000"/>
              </a:srgbClr>
            </a:solidFill>
            <a:ln w="0">
              <a:noFill/>
              <a:prstDash val="solid"/>
            </a:ln>
          </p:spPr>
        </p:sp>
        <p:sp>
          <p:nvSpPr>
            <p:cNvPr id="54" name="03_assume_matched_53">
              <a:extLst>
                <a:ext uri="{FF2B5EF4-FFF2-40B4-BE49-F238E27FC236}">
                  <a16:creationId xmlns:a16="http://schemas.microsoft.com/office/drawing/2014/main" id="{DFC3C748-92D3-4679-B9AB-38891298ED65}"/>
                </a:ext>
              </a:extLst>
            </p:cNvPr>
            <p:cNvSpPr>
              <a:spLocks/>
            </p:cNvSpPr>
            <p:nvPr/>
          </p:nvSpPr>
          <p:spPr>
            <a:xfrm>
              <a:off x="1045179" y="1962874"/>
              <a:ext cx="28398" cy="28398"/>
            </a:xfrm>
            <a:prstGeom prst="ellipse">
              <a:avLst/>
            </a:prstGeom>
            <a:solidFill>
              <a:srgbClr val="7F8C97">
                <a:alpha val="48000"/>
              </a:srgbClr>
            </a:solidFill>
            <a:ln w="0">
              <a:noFill/>
              <a:prstDash val="solid"/>
            </a:ln>
          </p:spPr>
        </p:sp>
        <p:sp>
          <p:nvSpPr>
            <p:cNvPr id="55" name="03_assume_matched_54">
              <a:extLst>
                <a:ext uri="{FF2B5EF4-FFF2-40B4-BE49-F238E27FC236}">
                  <a16:creationId xmlns:a16="http://schemas.microsoft.com/office/drawing/2014/main" id="{8826D8E7-3FFB-409B-950E-6C787B945BC8}"/>
                </a:ext>
              </a:extLst>
            </p:cNvPr>
            <p:cNvSpPr>
              <a:spLocks/>
            </p:cNvSpPr>
            <p:nvPr/>
          </p:nvSpPr>
          <p:spPr>
            <a:xfrm>
              <a:off x="1165631" y="1962874"/>
              <a:ext cx="28398" cy="28398"/>
            </a:xfrm>
            <a:prstGeom prst="ellipse">
              <a:avLst/>
            </a:prstGeom>
            <a:solidFill>
              <a:srgbClr val="7F8C97">
                <a:alpha val="48000"/>
              </a:srgbClr>
            </a:solidFill>
            <a:ln w="0">
              <a:noFill/>
              <a:prstDash val="solid"/>
            </a:ln>
          </p:spPr>
        </p:sp>
        <p:sp>
          <p:nvSpPr>
            <p:cNvPr id="56" name="03_assume_matched_55">
              <a:extLst>
                <a:ext uri="{FF2B5EF4-FFF2-40B4-BE49-F238E27FC236}">
                  <a16:creationId xmlns:a16="http://schemas.microsoft.com/office/drawing/2014/main" id="{FA727A28-6A59-49E1-BB14-7147BC055A78}"/>
                </a:ext>
              </a:extLst>
            </p:cNvPr>
            <p:cNvSpPr>
              <a:spLocks/>
            </p:cNvSpPr>
            <p:nvPr/>
          </p:nvSpPr>
          <p:spPr>
            <a:xfrm>
              <a:off x="1143613" y="1962874"/>
              <a:ext cx="28398" cy="28398"/>
            </a:xfrm>
            <a:prstGeom prst="ellipse">
              <a:avLst/>
            </a:prstGeom>
            <a:solidFill>
              <a:srgbClr val="7F8C97">
                <a:alpha val="48000"/>
              </a:srgbClr>
            </a:solidFill>
            <a:ln w="0">
              <a:noFill/>
              <a:prstDash val="solid"/>
            </a:ln>
          </p:spPr>
        </p:sp>
        <p:sp>
          <p:nvSpPr>
            <p:cNvPr id="57" name="03_assume_matched_56">
              <a:extLst>
                <a:ext uri="{FF2B5EF4-FFF2-40B4-BE49-F238E27FC236}">
                  <a16:creationId xmlns:a16="http://schemas.microsoft.com/office/drawing/2014/main" id="{280D2870-943A-4614-AF82-6C829723C315}"/>
                </a:ext>
              </a:extLst>
            </p:cNvPr>
            <p:cNvSpPr>
              <a:spLocks/>
            </p:cNvSpPr>
            <p:nvPr/>
          </p:nvSpPr>
          <p:spPr>
            <a:xfrm>
              <a:off x="1091518" y="1962874"/>
              <a:ext cx="28398" cy="28398"/>
            </a:xfrm>
            <a:prstGeom prst="ellipse">
              <a:avLst/>
            </a:prstGeom>
            <a:solidFill>
              <a:srgbClr val="7F8C97">
                <a:alpha val="48000"/>
              </a:srgbClr>
            </a:solidFill>
            <a:ln w="0">
              <a:noFill/>
              <a:prstDash val="solid"/>
            </a:ln>
          </p:spPr>
        </p:sp>
        <p:sp>
          <p:nvSpPr>
            <p:cNvPr id="58" name="03_assume_matched_57">
              <a:extLst>
                <a:ext uri="{FF2B5EF4-FFF2-40B4-BE49-F238E27FC236}">
                  <a16:creationId xmlns:a16="http://schemas.microsoft.com/office/drawing/2014/main" id="{DBDA2825-7B5A-4235-87CB-FD2127E222F7}"/>
                </a:ext>
              </a:extLst>
            </p:cNvPr>
            <p:cNvSpPr>
              <a:spLocks/>
            </p:cNvSpPr>
            <p:nvPr/>
          </p:nvSpPr>
          <p:spPr>
            <a:xfrm>
              <a:off x="1067197" y="1962874"/>
              <a:ext cx="28398" cy="28398"/>
            </a:xfrm>
            <a:prstGeom prst="ellipse">
              <a:avLst/>
            </a:prstGeom>
            <a:solidFill>
              <a:srgbClr val="7F8C97">
                <a:alpha val="48000"/>
              </a:srgbClr>
            </a:solidFill>
            <a:ln w="0">
              <a:noFill/>
              <a:prstDash val="solid"/>
            </a:ln>
          </p:spPr>
        </p:sp>
        <p:sp>
          <p:nvSpPr>
            <p:cNvPr id="59" name="03_assume_matched_58">
              <a:extLst>
                <a:ext uri="{FF2B5EF4-FFF2-40B4-BE49-F238E27FC236}">
                  <a16:creationId xmlns:a16="http://schemas.microsoft.com/office/drawing/2014/main" id="{2D157509-3978-4578-A3B9-956E64244938}"/>
                </a:ext>
              </a:extLst>
            </p:cNvPr>
            <p:cNvSpPr>
              <a:spLocks/>
            </p:cNvSpPr>
            <p:nvPr/>
          </p:nvSpPr>
          <p:spPr>
            <a:xfrm>
              <a:off x="1169660" y="1962874"/>
              <a:ext cx="28398" cy="28398"/>
            </a:xfrm>
            <a:prstGeom prst="ellipse">
              <a:avLst/>
            </a:prstGeom>
            <a:solidFill>
              <a:srgbClr val="7F8C97">
                <a:alpha val="48000"/>
              </a:srgbClr>
            </a:solidFill>
            <a:ln w="0">
              <a:noFill/>
              <a:prstDash val="solid"/>
            </a:ln>
          </p:spPr>
        </p:sp>
        <p:sp>
          <p:nvSpPr>
            <p:cNvPr id="60" name="03_assume_matched_59">
              <a:extLst>
                <a:ext uri="{FF2B5EF4-FFF2-40B4-BE49-F238E27FC236}">
                  <a16:creationId xmlns:a16="http://schemas.microsoft.com/office/drawing/2014/main" id="{C655D182-C6D7-4A97-AC49-922FB4FA73EE}"/>
                </a:ext>
              </a:extLst>
            </p:cNvPr>
            <p:cNvSpPr>
              <a:spLocks/>
            </p:cNvSpPr>
            <p:nvPr/>
          </p:nvSpPr>
          <p:spPr>
            <a:xfrm>
              <a:off x="1117422" y="1962874"/>
              <a:ext cx="28398" cy="28398"/>
            </a:xfrm>
            <a:prstGeom prst="ellipse">
              <a:avLst/>
            </a:prstGeom>
            <a:solidFill>
              <a:srgbClr val="7F8C97">
                <a:alpha val="48000"/>
              </a:srgbClr>
            </a:solidFill>
            <a:ln w="0">
              <a:noFill/>
              <a:prstDash val="solid"/>
            </a:ln>
          </p:spPr>
        </p:sp>
        <p:sp>
          <p:nvSpPr>
            <p:cNvPr id="61" name="03_assume_matched_60">
              <a:extLst>
                <a:ext uri="{FF2B5EF4-FFF2-40B4-BE49-F238E27FC236}">
                  <a16:creationId xmlns:a16="http://schemas.microsoft.com/office/drawing/2014/main" id="{4594E808-F0A7-43FE-8716-F33AB09D7B88}"/>
                </a:ext>
              </a:extLst>
            </p:cNvPr>
            <p:cNvSpPr>
              <a:spLocks/>
            </p:cNvSpPr>
            <p:nvPr/>
          </p:nvSpPr>
          <p:spPr>
            <a:xfrm>
              <a:off x="1150233" y="1962874"/>
              <a:ext cx="28398" cy="28398"/>
            </a:xfrm>
            <a:prstGeom prst="ellipse">
              <a:avLst/>
            </a:prstGeom>
            <a:solidFill>
              <a:srgbClr val="7F8C97">
                <a:alpha val="48000"/>
              </a:srgbClr>
            </a:solidFill>
            <a:ln w="0">
              <a:noFill/>
              <a:prstDash val="solid"/>
            </a:ln>
          </p:spPr>
        </p:sp>
        <p:sp>
          <p:nvSpPr>
            <p:cNvPr id="62" name="03_assume_matched_61">
              <a:extLst>
                <a:ext uri="{FF2B5EF4-FFF2-40B4-BE49-F238E27FC236}">
                  <a16:creationId xmlns:a16="http://schemas.microsoft.com/office/drawing/2014/main" id="{8D822D5F-AEB4-470A-BAA3-F7958C00CA1A}"/>
                </a:ext>
              </a:extLst>
            </p:cNvPr>
            <p:cNvSpPr>
              <a:spLocks/>
            </p:cNvSpPr>
            <p:nvPr/>
          </p:nvSpPr>
          <p:spPr>
            <a:xfrm>
              <a:off x="1049353" y="1962874"/>
              <a:ext cx="28398" cy="28398"/>
            </a:xfrm>
            <a:prstGeom prst="ellipse">
              <a:avLst/>
            </a:prstGeom>
            <a:solidFill>
              <a:srgbClr val="7F8C97">
                <a:alpha val="48000"/>
              </a:srgbClr>
            </a:solidFill>
            <a:ln w="0">
              <a:noFill/>
              <a:prstDash val="solid"/>
            </a:ln>
          </p:spPr>
        </p:sp>
        <p:sp>
          <p:nvSpPr>
            <p:cNvPr id="63" name="03_assume_matched_62">
              <a:extLst>
                <a:ext uri="{FF2B5EF4-FFF2-40B4-BE49-F238E27FC236}">
                  <a16:creationId xmlns:a16="http://schemas.microsoft.com/office/drawing/2014/main" id="{6ABD5926-592B-4B6F-85CC-9869DADAB42A}"/>
                </a:ext>
              </a:extLst>
            </p:cNvPr>
            <p:cNvSpPr>
              <a:spLocks/>
            </p:cNvSpPr>
            <p:nvPr/>
          </p:nvSpPr>
          <p:spPr>
            <a:xfrm>
              <a:off x="1141310" y="1962874"/>
              <a:ext cx="28398" cy="28398"/>
            </a:xfrm>
            <a:prstGeom prst="ellipse">
              <a:avLst/>
            </a:prstGeom>
            <a:solidFill>
              <a:srgbClr val="7F8C97">
                <a:alpha val="48000"/>
              </a:srgbClr>
            </a:solidFill>
            <a:ln w="0">
              <a:noFill/>
              <a:prstDash val="solid"/>
            </a:ln>
          </p:spPr>
        </p:sp>
        <p:sp>
          <p:nvSpPr>
            <p:cNvPr id="64" name="03_assume_matched_63">
              <a:extLst>
                <a:ext uri="{FF2B5EF4-FFF2-40B4-BE49-F238E27FC236}">
                  <a16:creationId xmlns:a16="http://schemas.microsoft.com/office/drawing/2014/main" id="{A39E6034-E018-4BFC-9AE8-AA5DCB6BF0A5}"/>
                </a:ext>
              </a:extLst>
            </p:cNvPr>
            <p:cNvSpPr>
              <a:spLocks/>
            </p:cNvSpPr>
            <p:nvPr/>
          </p:nvSpPr>
          <p:spPr>
            <a:xfrm>
              <a:off x="1120444" y="1962874"/>
              <a:ext cx="28398" cy="28398"/>
            </a:xfrm>
            <a:prstGeom prst="ellipse">
              <a:avLst/>
            </a:prstGeom>
            <a:solidFill>
              <a:srgbClr val="7F8C97">
                <a:alpha val="48000"/>
              </a:srgbClr>
            </a:solidFill>
            <a:ln w="0">
              <a:noFill/>
              <a:prstDash val="solid"/>
            </a:ln>
          </p:spPr>
        </p:sp>
        <p:sp>
          <p:nvSpPr>
            <p:cNvPr id="65" name="03_assume_matched_64">
              <a:extLst>
                <a:ext uri="{FF2B5EF4-FFF2-40B4-BE49-F238E27FC236}">
                  <a16:creationId xmlns:a16="http://schemas.microsoft.com/office/drawing/2014/main" id="{3840E588-5069-494A-AE17-5BAC575AC35D}"/>
                </a:ext>
              </a:extLst>
            </p:cNvPr>
            <p:cNvSpPr>
              <a:spLocks/>
            </p:cNvSpPr>
            <p:nvPr/>
          </p:nvSpPr>
          <p:spPr>
            <a:xfrm>
              <a:off x="1029061" y="1670439"/>
              <a:ext cx="28398" cy="28398"/>
            </a:xfrm>
            <a:prstGeom prst="ellipse">
              <a:avLst/>
            </a:prstGeom>
            <a:solidFill>
              <a:srgbClr val="7F8C97">
                <a:alpha val="48000"/>
              </a:srgbClr>
            </a:solidFill>
            <a:ln w="0">
              <a:noFill/>
              <a:prstDash val="solid"/>
            </a:ln>
          </p:spPr>
        </p:sp>
        <p:sp>
          <p:nvSpPr>
            <p:cNvPr id="66" name="03_assume_matched_65">
              <a:extLst>
                <a:ext uri="{FF2B5EF4-FFF2-40B4-BE49-F238E27FC236}">
                  <a16:creationId xmlns:a16="http://schemas.microsoft.com/office/drawing/2014/main" id="{716B0D71-EB43-47C4-948C-247114566BD8}"/>
                </a:ext>
              </a:extLst>
            </p:cNvPr>
            <p:cNvSpPr>
              <a:spLocks/>
            </p:cNvSpPr>
            <p:nvPr/>
          </p:nvSpPr>
          <p:spPr>
            <a:xfrm>
              <a:off x="1088352" y="1962874"/>
              <a:ext cx="28398" cy="28398"/>
            </a:xfrm>
            <a:prstGeom prst="ellipse">
              <a:avLst/>
            </a:prstGeom>
            <a:solidFill>
              <a:srgbClr val="7F8C97">
                <a:alpha val="48000"/>
              </a:srgbClr>
            </a:solidFill>
            <a:ln w="0">
              <a:noFill/>
              <a:prstDash val="solid"/>
            </a:ln>
          </p:spPr>
        </p:sp>
        <p:sp>
          <p:nvSpPr>
            <p:cNvPr id="67" name="03_assume_matched_66">
              <a:extLst>
                <a:ext uri="{FF2B5EF4-FFF2-40B4-BE49-F238E27FC236}">
                  <a16:creationId xmlns:a16="http://schemas.microsoft.com/office/drawing/2014/main" id="{05CC8D65-5379-440B-B8F2-D27E01E5651F}"/>
                </a:ext>
              </a:extLst>
            </p:cNvPr>
            <p:cNvSpPr>
              <a:spLocks/>
            </p:cNvSpPr>
            <p:nvPr/>
          </p:nvSpPr>
          <p:spPr>
            <a:xfrm>
              <a:off x="1070507" y="1962874"/>
              <a:ext cx="28398" cy="28398"/>
            </a:xfrm>
            <a:prstGeom prst="ellipse">
              <a:avLst/>
            </a:prstGeom>
            <a:solidFill>
              <a:srgbClr val="7F8C97">
                <a:alpha val="48000"/>
              </a:srgbClr>
            </a:solidFill>
            <a:ln w="0">
              <a:noFill/>
              <a:prstDash val="solid"/>
            </a:ln>
          </p:spPr>
        </p:sp>
        <p:sp>
          <p:nvSpPr>
            <p:cNvPr id="68" name="03_assume_matched_67">
              <a:extLst>
                <a:ext uri="{FF2B5EF4-FFF2-40B4-BE49-F238E27FC236}">
                  <a16:creationId xmlns:a16="http://schemas.microsoft.com/office/drawing/2014/main" id="{1CDCE255-3D15-4BBE-B45F-3D456A2A3332}"/>
                </a:ext>
              </a:extLst>
            </p:cNvPr>
            <p:cNvSpPr>
              <a:spLocks/>
            </p:cNvSpPr>
            <p:nvPr/>
          </p:nvSpPr>
          <p:spPr>
            <a:xfrm>
              <a:off x="1102743" y="1767917"/>
              <a:ext cx="28398" cy="28398"/>
            </a:xfrm>
            <a:prstGeom prst="ellipse">
              <a:avLst/>
            </a:prstGeom>
            <a:solidFill>
              <a:srgbClr val="7F8C97">
                <a:alpha val="48000"/>
              </a:srgbClr>
            </a:solidFill>
            <a:ln w="0">
              <a:noFill/>
              <a:prstDash val="solid"/>
            </a:ln>
          </p:spPr>
        </p:sp>
        <p:sp>
          <p:nvSpPr>
            <p:cNvPr id="69" name="03_assume_matched_68">
              <a:extLst>
                <a:ext uri="{FF2B5EF4-FFF2-40B4-BE49-F238E27FC236}">
                  <a16:creationId xmlns:a16="http://schemas.microsoft.com/office/drawing/2014/main" id="{9EBF9546-61A6-4858-BD75-BA17A26A2860}"/>
                </a:ext>
              </a:extLst>
            </p:cNvPr>
            <p:cNvSpPr>
              <a:spLocks/>
            </p:cNvSpPr>
            <p:nvPr/>
          </p:nvSpPr>
          <p:spPr>
            <a:xfrm>
              <a:off x="1084610" y="1816656"/>
              <a:ext cx="28398" cy="28398"/>
            </a:xfrm>
            <a:prstGeom prst="ellipse">
              <a:avLst/>
            </a:prstGeom>
            <a:solidFill>
              <a:srgbClr val="7F8C97">
                <a:alpha val="48000"/>
              </a:srgbClr>
            </a:solidFill>
            <a:ln w="0">
              <a:noFill/>
              <a:prstDash val="solid"/>
            </a:ln>
          </p:spPr>
        </p:sp>
        <p:sp>
          <p:nvSpPr>
            <p:cNvPr id="70" name="03_assume_matched_69">
              <a:extLst>
                <a:ext uri="{FF2B5EF4-FFF2-40B4-BE49-F238E27FC236}">
                  <a16:creationId xmlns:a16="http://schemas.microsoft.com/office/drawing/2014/main" id="{F5AE0BBD-7F6F-4454-9A5D-D54512582B95}"/>
                </a:ext>
              </a:extLst>
            </p:cNvPr>
            <p:cNvSpPr>
              <a:spLocks/>
            </p:cNvSpPr>
            <p:nvPr/>
          </p:nvSpPr>
          <p:spPr>
            <a:xfrm>
              <a:off x="1146779" y="1962874"/>
              <a:ext cx="28398" cy="28398"/>
            </a:xfrm>
            <a:prstGeom prst="ellipse">
              <a:avLst/>
            </a:prstGeom>
            <a:solidFill>
              <a:srgbClr val="7F8C97">
                <a:alpha val="48000"/>
              </a:srgbClr>
            </a:solidFill>
            <a:ln w="0">
              <a:noFill/>
              <a:prstDash val="solid"/>
            </a:ln>
          </p:spPr>
        </p:sp>
        <p:sp>
          <p:nvSpPr>
            <p:cNvPr id="71" name="03_assume_matched_70">
              <a:extLst>
                <a:ext uri="{FF2B5EF4-FFF2-40B4-BE49-F238E27FC236}">
                  <a16:creationId xmlns:a16="http://schemas.microsoft.com/office/drawing/2014/main" id="{8124CF04-A1F1-4F16-B958-4032429601F1}"/>
                </a:ext>
              </a:extLst>
            </p:cNvPr>
            <p:cNvSpPr>
              <a:spLocks/>
            </p:cNvSpPr>
            <p:nvPr/>
          </p:nvSpPr>
          <p:spPr>
            <a:xfrm>
              <a:off x="1044891" y="1787413"/>
              <a:ext cx="28398" cy="28398"/>
            </a:xfrm>
            <a:prstGeom prst="ellipse">
              <a:avLst/>
            </a:prstGeom>
            <a:solidFill>
              <a:srgbClr val="7F8C97">
                <a:alpha val="48000"/>
              </a:srgbClr>
            </a:solidFill>
            <a:ln w="0">
              <a:noFill/>
              <a:prstDash val="solid"/>
            </a:ln>
          </p:spPr>
        </p:sp>
        <p:sp>
          <p:nvSpPr>
            <p:cNvPr id="72" name="03_assume_matched_71">
              <a:extLst>
                <a:ext uri="{FF2B5EF4-FFF2-40B4-BE49-F238E27FC236}">
                  <a16:creationId xmlns:a16="http://schemas.microsoft.com/office/drawing/2014/main" id="{79E45F32-1FD6-447D-B662-C6578DD8C515}"/>
                </a:ext>
              </a:extLst>
            </p:cNvPr>
            <p:cNvSpPr>
              <a:spLocks/>
            </p:cNvSpPr>
            <p:nvPr/>
          </p:nvSpPr>
          <p:spPr>
            <a:xfrm>
              <a:off x="1051511" y="1962874"/>
              <a:ext cx="28398" cy="28398"/>
            </a:xfrm>
            <a:prstGeom prst="ellipse">
              <a:avLst/>
            </a:prstGeom>
            <a:solidFill>
              <a:srgbClr val="7F8C97">
                <a:alpha val="48000"/>
              </a:srgbClr>
            </a:solidFill>
            <a:ln w="0">
              <a:noFill/>
              <a:prstDash val="solid"/>
            </a:ln>
          </p:spPr>
        </p:sp>
        <p:sp>
          <p:nvSpPr>
            <p:cNvPr id="73" name="03_assume_matched_72">
              <a:extLst>
                <a:ext uri="{FF2B5EF4-FFF2-40B4-BE49-F238E27FC236}">
                  <a16:creationId xmlns:a16="http://schemas.microsoft.com/office/drawing/2014/main" id="{20607E7D-1E77-4E69-9A64-A5B414195B1C}"/>
                </a:ext>
              </a:extLst>
            </p:cNvPr>
            <p:cNvSpPr>
              <a:spLocks/>
            </p:cNvSpPr>
            <p:nvPr/>
          </p:nvSpPr>
          <p:spPr>
            <a:xfrm>
              <a:off x="1111377" y="1670439"/>
              <a:ext cx="28398" cy="28398"/>
            </a:xfrm>
            <a:prstGeom prst="ellipse">
              <a:avLst/>
            </a:prstGeom>
            <a:solidFill>
              <a:srgbClr val="7F8C97">
                <a:alpha val="48000"/>
              </a:srgbClr>
            </a:solidFill>
            <a:ln w="0">
              <a:noFill/>
              <a:prstDash val="solid"/>
            </a:ln>
          </p:spPr>
        </p:sp>
        <p:sp>
          <p:nvSpPr>
            <p:cNvPr id="74" name="03_assume_matched_73">
              <a:extLst>
                <a:ext uri="{FF2B5EF4-FFF2-40B4-BE49-F238E27FC236}">
                  <a16:creationId xmlns:a16="http://schemas.microsoft.com/office/drawing/2014/main" id="{EFA59265-5426-482A-AC97-86DDB7AADC64}"/>
                </a:ext>
              </a:extLst>
            </p:cNvPr>
            <p:cNvSpPr>
              <a:spLocks/>
            </p:cNvSpPr>
            <p:nvPr/>
          </p:nvSpPr>
          <p:spPr>
            <a:xfrm>
              <a:off x="1110082" y="1670439"/>
              <a:ext cx="28398" cy="28398"/>
            </a:xfrm>
            <a:prstGeom prst="ellipse">
              <a:avLst/>
            </a:prstGeom>
            <a:solidFill>
              <a:srgbClr val="7F8C97">
                <a:alpha val="48000"/>
              </a:srgbClr>
            </a:solidFill>
            <a:ln w="0">
              <a:noFill/>
              <a:prstDash val="solid"/>
            </a:ln>
          </p:spPr>
        </p:sp>
        <p:sp>
          <p:nvSpPr>
            <p:cNvPr id="75" name="03_assume_matched_74">
              <a:extLst>
                <a:ext uri="{FF2B5EF4-FFF2-40B4-BE49-F238E27FC236}">
                  <a16:creationId xmlns:a16="http://schemas.microsoft.com/office/drawing/2014/main" id="{83FBB472-F3A0-46DA-8BF9-23C56E0F066D}"/>
                </a:ext>
              </a:extLst>
            </p:cNvPr>
            <p:cNvSpPr>
              <a:spLocks/>
            </p:cNvSpPr>
            <p:nvPr/>
          </p:nvSpPr>
          <p:spPr>
            <a:xfrm>
              <a:off x="1156853" y="1962874"/>
              <a:ext cx="28398" cy="28398"/>
            </a:xfrm>
            <a:prstGeom prst="ellipse">
              <a:avLst/>
            </a:prstGeom>
            <a:solidFill>
              <a:srgbClr val="7F8C97">
                <a:alpha val="48000"/>
              </a:srgbClr>
            </a:solidFill>
            <a:ln w="0">
              <a:noFill/>
              <a:prstDash val="solid"/>
            </a:ln>
          </p:spPr>
        </p:sp>
        <p:sp>
          <p:nvSpPr>
            <p:cNvPr id="76" name="03_assume_matched_75">
              <a:extLst>
                <a:ext uri="{FF2B5EF4-FFF2-40B4-BE49-F238E27FC236}">
                  <a16:creationId xmlns:a16="http://schemas.microsoft.com/office/drawing/2014/main" id="{FC02538E-4141-44A7-8E48-612A249598FF}"/>
                </a:ext>
              </a:extLst>
            </p:cNvPr>
            <p:cNvSpPr>
              <a:spLocks/>
            </p:cNvSpPr>
            <p:nvPr/>
          </p:nvSpPr>
          <p:spPr>
            <a:xfrm>
              <a:off x="1135122" y="1816656"/>
              <a:ext cx="28398" cy="28398"/>
            </a:xfrm>
            <a:prstGeom prst="ellipse">
              <a:avLst/>
            </a:prstGeom>
            <a:solidFill>
              <a:srgbClr val="7F8C97">
                <a:alpha val="48000"/>
              </a:srgbClr>
            </a:solidFill>
            <a:ln w="0">
              <a:noFill/>
              <a:prstDash val="solid"/>
            </a:ln>
          </p:spPr>
        </p:sp>
        <p:sp>
          <p:nvSpPr>
            <p:cNvPr id="77" name="03_assume_matched_76">
              <a:extLst>
                <a:ext uri="{FF2B5EF4-FFF2-40B4-BE49-F238E27FC236}">
                  <a16:creationId xmlns:a16="http://schemas.microsoft.com/office/drawing/2014/main" id="{1D3A0CEB-7C0D-4BB6-9AA2-91BF64FDA1B7}"/>
                </a:ext>
              </a:extLst>
            </p:cNvPr>
            <p:cNvSpPr>
              <a:spLocks/>
            </p:cNvSpPr>
            <p:nvPr/>
          </p:nvSpPr>
          <p:spPr>
            <a:xfrm>
              <a:off x="1067197" y="1962874"/>
              <a:ext cx="28398" cy="28398"/>
            </a:xfrm>
            <a:prstGeom prst="ellipse">
              <a:avLst/>
            </a:prstGeom>
            <a:solidFill>
              <a:srgbClr val="7F8C97">
                <a:alpha val="48000"/>
              </a:srgbClr>
            </a:solidFill>
            <a:ln w="0">
              <a:noFill/>
              <a:prstDash val="solid"/>
            </a:ln>
          </p:spPr>
        </p:sp>
        <p:sp>
          <p:nvSpPr>
            <p:cNvPr id="78" name="03_assume_matched_77">
              <a:extLst>
                <a:ext uri="{FF2B5EF4-FFF2-40B4-BE49-F238E27FC236}">
                  <a16:creationId xmlns:a16="http://schemas.microsoft.com/office/drawing/2014/main" id="{0EA898D2-DE4A-4EA7-9FD1-2FCAABD0E8D3}"/>
                </a:ext>
              </a:extLst>
            </p:cNvPr>
            <p:cNvSpPr>
              <a:spLocks/>
            </p:cNvSpPr>
            <p:nvPr/>
          </p:nvSpPr>
          <p:spPr>
            <a:xfrm>
              <a:off x="1138000" y="1962874"/>
              <a:ext cx="28398" cy="28398"/>
            </a:xfrm>
            <a:prstGeom prst="ellipse">
              <a:avLst/>
            </a:prstGeom>
            <a:solidFill>
              <a:srgbClr val="7F8C97">
                <a:alpha val="48000"/>
              </a:srgbClr>
            </a:solidFill>
            <a:ln w="0">
              <a:noFill/>
              <a:prstDash val="solid"/>
            </a:ln>
          </p:spPr>
        </p:sp>
        <p:sp>
          <p:nvSpPr>
            <p:cNvPr id="79" name="03_assume_matched_78">
              <a:extLst>
                <a:ext uri="{FF2B5EF4-FFF2-40B4-BE49-F238E27FC236}">
                  <a16:creationId xmlns:a16="http://schemas.microsoft.com/office/drawing/2014/main" id="{E206886B-5F58-4BC9-B5B6-91A11BD506EA}"/>
                </a:ext>
              </a:extLst>
            </p:cNvPr>
            <p:cNvSpPr>
              <a:spLocks/>
            </p:cNvSpPr>
            <p:nvPr/>
          </p:nvSpPr>
          <p:spPr>
            <a:xfrm>
              <a:off x="1126344" y="1962874"/>
              <a:ext cx="28398" cy="28398"/>
            </a:xfrm>
            <a:prstGeom prst="ellipse">
              <a:avLst/>
            </a:prstGeom>
            <a:solidFill>
              <a:srgbClr val="7F8C97">
                <a:alpha val="48000"/>
              </a:srgbClr>
            </a:solidFill>
            <a:ln w="0">
              <a:noFill/>
              <a:prstDash val="solid"/>
            </a:ln>
          </p:spPr>
        </p:sp>
        <p:sp>
          <p:nvSpPr>
            <p:cNvPr id="80" name="03_assume_matched_79">
              <a:extLst>
                <a:ext uri="{FF2B5EF4-FFF2-40B4-BE49-F238E27FC236}">
                  <a16:creationId xmlns:a16="http://schemas.microsoft.com/office/drawing/2014/main" id="{BE887C32-8E86-4C19-A19C-5686E7014DF9}"/>
                </a:ext>
              </a:extLst>
            </p:cNvPr>
            <p:cNvSpPr>
              <a:spLocks/>
            </p:cNvSpPr>
            <p:nvPr/>
          </p:nvSpPr>
          <p:spPr>
            <a:xfrm>
              <a:off x="1132532" y="1962874"/>
              <a:ext cx="28398" cy="28398"/>
            </a:xfrm>
            <a:prstGeom prst="ellipse">
              <a:avLst/>
            </a:prstGeom>
            <a:solidFill>
              <a:srgbClr val="7F8C97">
                <a:alpha val="48000"/>
              </a:srgbClr>
            </a:solidFill>
            <a:ln w="0">
              <a:noFill/>
              <a:prstDash val="solid"/>
            </a:ln>
          </p:spPr>
        </p:sp>
        <p:sp>
          <p:nvSpPr>
            <p:cNvPr id="81" name="03_assume_matched_80">
              <a:extLst>
                <a:ext uri="{FF2B5EF4-FFF2-40B4-BE49-F238E27FC236}">
                  <a16:creationId xmlns:a16="http://schemas.microsoft.com/office/drawing/2014/main" id="{D67A53EB-AC3F-4DEF-A307-EC8574EBE168}"/>
                </a:ext>
              </a:extLst>
            </p:cNvPr>
            <p:cNvSpPr>
              <a:spLocks/>
            </p:cNvSpPr>
            <p:nvPr/>
          </p:nvSpPr>
          <p:spPr>
            <a:xfrm>
              <a:off x="1145915" y="1962874"/>
              <a:ext cx="28398" cy="28398"/>
            </a:xfrm>
            <a:prstGeom prst="ellipse">
              <a:avLst/>
            </a:prstGeom>
            <a:solidFill>
              <a:srgbClr val="7F8C97">
                <a:alpha val="48000"/>
              </a:srgbClr>
            </a:solidFill>
            <a:ln w="0">
              <a:noFill/>
              <a:prstDash val="solid"/>
            </a:ln>
          </p:spPr>
        </p:sp>
        <p:sp>
          <p:nvSpPr>
            <p:cNvPr id="82" name="03_assume_matched_81">
              <a:extLst>
                <a:ext uri="{FF2B5EF4-FFF2-40B4-BE49-F238E27FC236}">
                  <a16:creationId xmlns:a16="http://schemas.microsoft.com/office/drawing/2014/main" id="{951C3F80-6444-4D91-B44C-7B8A0B3DB4BC}"/>
                </a:ext>
              </a:extLst>
            </p:cNvPr>
            <p:cNvSpPr>
              <a:spLocks/>
            </p:cNvSpPr>
            <p:nvPr/>
          </p:nvSpPr>
          <p:spPr>
            <a:xfrm>
              <a:off x="1054533" y="1670439"/>
              <a:ext cx="28398" cy="28398"/>
            </a:xfrm>
            <a:prstGeom prst="ellipse">
              <a:avLst/>
            </a:prstGeom>
            <a:solidFill>
              <a:srgbClr val="7F8C97">
                <a:alpha val="48000"/>
              </a:srgbClr>
            </a:solidFill>
            <a:ln w="0">
              <a:noFill/>
              <a:prstDash val="solid"/>
            </a:ln>
          </p:spPr>
        </p:sp>
        <p:sp>
          <p:nvSpPr>
            <p:cNvPr id="83" name="03_assume_matched_82">
              <a:extLst>
                <a:ext uri="{FF2B5EF4-FFF2-40B4-BE49-F238E27FC236}">
                  <a16:creationId xmlns:a16="http://schemas.microsoft.com/office/drawing/2014/main" id="{160F51EE-E211-496E-B0D1-048CB3EB0E05}"/>
                </a:ext>
              </a:extLst>
            </p:cNvPr>
            <p:cNvSpPr>
              <a:spLocks/>
            </p:cNvSpPr>
            <p:nvPr/>
          </p:nvSpPr>
          <p:spPr>
            <a:xfrm>
              <a:off x="1043740" y="1962874"/>
              <a:ext cx="28398" cy="28398"/>
            </a:xfrm>
            <a:prstGeom prst="ellipse">
              <a:avLst/>
            </a:prstGeom>
            <a:solidFill>
              <a:srgbClr val="7F8C97">
                <a:alpha val="48000"/>
              </a:srgbClr>
            </a:solidFill>
            <a:ln w="0">
              <a:noFill/>
              <a:prstDash val="solid"/>
            </a:ln>
          </p:spPr>
        </p:sp>
        <p:sp>
          <p:nvSpPr>
            <p:cNvPr id="84" name="03_assume_matched_83">
              <a:extLst>
                <a:ext uri="{FF2B5EF4-FFF2-40B4-BE49-F238E27FC236}">
                  <a16:creationId xmlns:a16="http://schemas.microsoft.com/office/drawing/2014/main" id="{C472CDD3-F9AF-4BFA-B485-9A3ED90D47FA}"/>
                </a:ext>
              </a:extLst>
            </p:cNvPr>
            <p:cNvSpPr>
              <a:spLocks/>
            </p:cNvSpPr>
            <p:nvPr/>
          </p:nvSpPr>
          <p:spPr>
            <a:xfrm>
              <a:off x="1126632" y="1670439"/>
              <a:ext cx="28398" cy="28398"/>
            </a:xfrm>
            <a:prstGeom prst="ellipse">
              <a:avLst/>
            </a:prstGeom>
            <a:solidFill>
              <a:srgbClr val="7F8C97">
                <a:alpha val="48000"/>
              </a:srgbClr>
            </a:solidFill>
            <a:ln w="0">
              <a:noFill/>
              <a:prstDash val="solid"/>
            </a:ln>
          </p:spPr>
        </p:sp>
        <p:sp>
          <p:nvSpPr>
            <p:cNvPr id="85" name="03_assume_matched_84">
              <a:extLst>
                <a:ext uri="{FF2B5EF4-FFF2-40B4-BE49-F238E27FC236}">
                  <a16:creationId xmlns:a16="http://schemas.microsoft.com/office/drawing/2014/main" id="{0292E614-445D-4FC5-A60F-161929EC0D19}"/>
                </a:ext>
              </a:extLst>
            </p:cNvPr>
            <p:cNvSpPr>
              <a:spLocks/>
            </p:cNvSpPr>
            <p:nvPr/>
          </p:nvSpPr>
          <p:spPr>
            <a:xfrm>
              <a:off x="1163760" y="1962874"/>
              <a:ext cx="28398" cy="28398"/>
            </a:xfrm>
            <a:prstGeom prst="ellipse">
              <a:avLst/>
            </a:prstGeom>
            <a:solidFill>
              <a:srgbClr val="7F8C97">
                <a:alpha val="48000"/>
              </a:srgbClr>
            </a:solidFill>
            <a:ln w="0">
              <a:noFill/>
              <a:prstDash val="solid"/>
            </a:ln>
          </p:spPr>
        </p:sp>
        <p:sp>
          <p:nvSpPr>
            <p:cNvPr id="86" name="03_assume_matched_85">
              <a:extLst>
                <a:ext uri="{FF2B5EF4-FFF2-40B4-BE49-F238E27FC236}">
                  <a16:creationId xmlns:a16="http://schemas.microsoft.com/office/drawing/2014/main" id="{2171C2FA-9198-4566-9041-8EC100F624A7}"/>
                </a:ext>
              </a:extLst>
            </p:cNvPr>
            <p:cNvSpPr>
              <a:spLocks/>
            </p:cNvSpPr>
            <p:nvPr/>
          </p:nvSpPr>
          <p:spPr>
            <a:xfrm>
              <a:off x="1169948" y="1767917"/>
              <a:ext cx="28398" cy="28398"/>
            </a:xfrm>
            <a:prstGeom prst="ellipse">
              <a:avLst/>
            </a:prstGeom>
            <a:solidFill>
              <a:srgbClr val="7F8C97">
                <a:alpha val="48000"/>
              </a:srgbClr>
            </a:solidFill>
            <a:ln w="0">
              <a:noFill/>
              <a:prstDash val="solid"/>
            </a:ln>
          </p:spPr>
        </p:sp>
        <p:sp>
          <p:nvSpPr>
            <p:cNvPr id="87" name="03_assume_matched_86">
              <a:extLst>
                <a:ext uri="{FF2B5EF4-FFF2-40B4-BE49-F238E27FC236}">
                  <a16:creationId xmlns:a16="http://schemas.microsoft.com/office/drawing/2014/main" id="{C94C92F2-3B88-4407-912F-A1D91836E831}"/>
                </a:ext>
              </a:extLst>
            </p:cNvPr>
            <p:cNvSpPr>
              <a:spLocks/>
            </p:cNvSpPr>
            <p:nvPr/>
          </p:nvSpPr>
          <p:spPr>
            <a:xfrm>
              <a:off x="1081013" y="1962874"/>
              <a:ext cx="28398" cy="28398"/>
            </a:xfrm>
            <a:prstGeom prst="ellipse">
              <a:avLst/>
            </a:prstGeom>
            <a:solidFill>
              <a:srgbClr val="7F8C97">
                <a:alpha val="48000"/>
              </a:srgbClr>
            </a:solidFill>
            <a:ln w="0">
              <a:noFill/>
              <a:prstDash val="solid"/>
            </a:ln>
          </p:spPr>
        </p:sp>
        <p:sp>
          <p:nvSpPr>
            <p:cNvPr id="88" name="03_assume_matched_87">
              <a:extLst>
                <a:ext uri="{FF2B5EF4-FFF2-40B4-BE49-F238E27FC236}">
                  <a16:creationId xmlns:a16="http://schemas.microsoft.com/office/drawing/2014/main" id="{F66E0D15-778F-4F57-A49E-586D3B985A35}"/>
                </a:ext>
              </a:extLst>
            </p:cNvPr>
            <p:cNvSpPr>
              <a:spLocks/>
            </p:cNvSpPr>
            <p:nvPr/>
          </p:nvSpPr>
          <p:spPr>
            <a:xfrm>
              <a:off x="1133827" y="1962874"/>
              <a:ext cx="28398" cy="28398"/>
            </a:xfrm>
            <a:prstGeom prst="ellipse">
              <a:avLst/>
            </a:prstGeom>
            <a:solidFill>
              <a:srgbClr val="7F8C97">
                <a:alpha val="48000"/>
              </a:srgbClr>
            </a:solidFill>
            <a:ln w="0">
              <a:noFill/>
              <a:prstDash val="solid"/>
            </a:ln>
          </p:spPr>
        </p:sp>
        <p:sp>
          <p:nvSpPr>
            <p:cNvPr id="89" name="03_assume_matched_88">
              <a:extLst>
                <a:ext uri="{FF2B5EF4-FFF2-40B4-BE49-F238E27FC236}">
                  <a16:creationId xmlns:a16="http://schemas.microsoft.com/office/drawing/2014/main" id="{7E0FF30B-A513-4C7C-8963-7DEFFCC7EFCE}"/>
                </a:ext>
              </a:extLst>
            </p:cNvPr>
            <p:cNvSpPr>
              <a:spLocks/>
            </p:cNvSpPr>
            <p:nvPr/>
          </p:nvSpPr>
          <p:spPr>
            <a:xfrm>
              <a:off x="1144764" y="1962874"/>
              <a:ext cx="28398" cy="28398"/>
            </a:xfrm>
            <a:prstGeom prst="ellipse">
              <a:avLst/>
            </a:prstGeom>
            <a:solidFill>
              <a:srgbClr val="7F8C97">
                <a:alpha val="48000"/>
              </a:srgbClr>
            </a:solidFill>
            <a:ln w="0">
              <a:noFill/>
              <a:prstDash val="solid"/>
            </a:ln>
          </p:spPr>
        </p:sp>
        <p:sp>
          <p:nvSpPr>
            <p:cNvPr id="90" name="03_assume_matched_89">
              <a:extLst>
                <a:ext uri="{FF2B5EF4-FFF2-40B4-BE49-F238E27FC236}">
                  <a16:creationId xmlns:a16="http://schemas.microsoft.com/office/drawing/2014/main" id="{102A04BD-88A0-49B5-9D05-74C6CC5F235B}"/>
                </a:ext>
              </a:extLst>
            </p:cNvPr>
            <p:cNvSpPr>
              <a:spLocks/>
            </p:cNvSpPr>
            <p:nvPr/>
          </p:nvSpPr>
          <p:spPr>
            <a:xfrm>
              <a:off x="1162177" y="1962874"/>
              <a:ext cx="28398" cy="28398"/>
            </a:xfrm>
            <a:prstGeom prst="ellipse">
              <a:avLst/>
            </a:prstGeom>
            <a:solidFill>
              <a:srgbClr val="7F8C97">
                <a:alpha val="48000"/>
              </a:srgbClr>
            </a:solidFill>
            <a:ln w="0">
              <a:noFill/>
              <a:prstDash val="solid"/>
            </a:ln>
          </p:spPr>
        </p:sp>
        <p:sp>
          <p:nvSpPr>
            <p:cNvPr id="91" name="03_assume_matched_90">
              <a:extLst>
                <a:ext uri="{FF2B5EF4-FFF2-40B4-BE49-F238E27FC236}">
                  <a16:creationId xmlns:a16="http://schemas.microsoft.com/office/drawing/2014/main" id="{65EEC1A9-2FDA-4886-B67C-BB3F53CBF541}"/>
                </a:ext>
              </a:extLst>
            </p:cNvPr>
            <p:cNvSpPr>
              <a:spLocks/>
            </p:cNvSpPr>
            <p:nvPr/>
          </p:nvSpPr>
          <p:spPr>
            <a:xfrm>
              <a:off x="1146923" y="1962874"/>
              <a:ext cx="28398" cy="28398"/>
            </a:xfrm>
            <a:prstGeom prst="ellipse">
              <a:avLst/>
            </a:prstGeom>
            <a:solidFill>
              <a:srgbClr val="7F8C97">
                <a:alpha val="48000"/>
              </a:srgbClr>
            </a:solidFill>
            <a:ln w="0">
              <a:noFill/>
              <a:prstDash val="solid"/>
            </a:ln>
          </p:spPr>
        </p:sp>
        <p:sp>
          <p:nvSpPr>
            <p:cNvPr id="92" name="03_assume_matched_91">
              <a:extLst>
                <a:ext uri="{FF2B5EF4-FFF2-40B4-BE49-F238E27FC236}">
                  <a16:creationId xmlns:a16="http://schemas.microsoft.com/office/drawing/2014/main" id="{43124D48-AEDA-4737-AF0D-71A8ABD5224D}"/>
                </a:ext>
              </a:extLst>
            </p:cNvPr>
            <p:cNvSpPr>
              <a:spLocks/>
            </p:cNvSpPr>
            <p:nvPr/>
          </p:nvSpPr>
          <p:spPr>
            <a:xfrm>
              <a:off x="1125193" y="1962874"/>
              <a:ext cx="28398" cy="28398"/>
            </a:xfrm>
            <a:prstGeom prst="ellipse">
              <a:avLst/>
            </a:prstGeom>
            <a:solidFill>
              <a:srgbClr val="7F8C97">
                <a:alpha val="48000"/>
              </a:srgbClr>
            </a:solidFill>
            <a:ln w="0">
              <a:noFill/>
              <a:prstDash val="solid"/>
            </a:ln>
          </p:spPr>
        </p:sp>
        <p:sp>
          <p:nvSpPr>
            <p:cNvPr id="93" name="03_assume_matched_92">
              <a:extLst>
                <a:ext uri="{FF2B5EF4-FFF2-40B4-BE49-F238E27FC236}">
                  <a16:creationId xmlns:a16="http://schemas.microsoft.com/office/drawing/2014/main" id="{EC8725C3-F4DC-477F-82E3-2B3A3F0543E1}"/>
                </a:ext>
              </a:extLst>
            </p:cNvPr>
            <p:cNvSpPr>
              <a:spLocks/>
            </p:cNvSpPr>
            <p:nvPr/>
          </p:nvSpPr>
          <p:spPr>
            <a:xfrm>
              <a:off x="1036976" y="1670439"/>
              <a:ext cx="28398" cy="28398"/>
            </a:xfrm>
            <a:prstGeom prst="ellipse">
              <a:avLst/>
            </a:prstGeom>
            <a:solidFill>
              <a:srgbClr val="7F8C97">
                <a:alpha val="48000"/>
              </a:srgbClr>
            </a:solidFill>
            <a:ln w="0">
              <a:noFill/>
              <a:prstDash val="solid"/>
            </a:ln>
          </p:spPr>
        </p:sp>
        <p:sp>
          <p:nvSpPr>
            <p:cNvPr id="94" name="03_assume_matched_93">
              <a:extLst>
                <a:ext uri="{FF2B5EF4-FFF2-40B4-BE49-F238E27FC236}">
                  <a16:creationId xmlns:a16="http://schemas.microsoft.com/office/drawing/2014/main" id="{17115241-F193-4F2C-A328-C62732560015}"/>
                </a:ext>
              </a:extLst>
            </p:cNvPr>
            <p:cNvSpPr>
              <a:spLocks/>
            </p:cNvSpPr>
            <p:nvPr/>
          </p:nvSpPr>
          <p:spPr>
            <a:xfrm>
              <a:off x="1050936" y="1962874"/>
              <a:ext cx="28398" cy="28398"/>
            </a:xfrm>
            <a:prstGeom prst="ellipse">
              <a:avLst/>
            </a:prstGeom>
            <a:solidFill>
              <a:srgbClr val="7F8C97">
                <a:alpha val="48000"/>
              </a:srgbClr>
            </a:solidFill>
            <a:ln w="0">
              <a:noFill/>
              <a:prstDash val="solid"/>
            </a:ln>
          </p:spPr>
        </p:sp>
        <p:sp>
          <p:nvSpPr>
            <p:cNvPr id="95" name="03_assume_matched_94">
              <a:extLst>
                <a:ext uri="{FF2B5EF4-FFF2-40B4-BE49-F238E27FC236}">
                  <a16:creationId xmlns:a16="http://schemas.microsoft.com/office/drawing/2014/main" id="{5915D6F9-A24C-47DC-8608-1C412A5208C5}"/>
                </a:ext>
              </a:extLst>
            </p:cNvPr>
            <p:cNvSpPr>
              <a:spLocks/>
            </p:cNvSpPr>
            <p:nvPr/>
          </p:nvSpPr>
          <p:spPr>
            <a:xfrm>
              <a:off x="1112097" y="1670439"/>
              <a:ext cx="28398" cy="28398"/>
            </a:xfrm>
            <a:prstGeom prst="ellipse">
              <a:avLst/>
            </a:prstGeom>
            <a:solidFill>
              <a:srgbClr val="7F8C97">
                <a:alpha val="48000"/>
              </a:srgbClr>
            </a:solidFill>
            <a:ln w="0">
              <a:noFill/>
              <a:prstDash val="solid"/>
            </a:ln>
          </p:spPr>
        </p:sp>
        <p:sp>
          <p:nvSpPr>
            <p:cNvPr id="96" name="03_assume_matched_95">
              <a:extLst>
                <a:ext uri="{FF2B5EF4-FFF2-40B4-BE49-F238E27FC236}">
                  <a16:creationId xmlns:a16="http://schemas.microsoft.com/office/drawing/2014/main" id="{C34C6693-D4C5-41A1-A5DD-8A5C73691729}"/>
                </a:ext>
              </a:extLst>
            </p:cNvPr>
            <p:cNvSpPr>
              <a:spLocks/>
            </p:cNvSpPr>
            <p:nvPr/>
          </p:nvSpPr>
          <p:spPr>
            <a:xfrm>
              <a:off x="1056980" y="1962874"/>
              <a:ext cx="28398" cy="28398"/>
            </a:xfrm>
            <a:prstGeom prst="ellipse">
              <a:avLst/>
            </a:prstGeom>
            <a:solidFill>
              <a:srgbClr val="7F8C97">
                <a:alpha val="48000"/>
              </a:srgbClr>
            </a:solidFill>
            <a:ln w="0">
              <a:noFill/>
              <a:prstDash val="solid"/>
            </a:ln>
          </p:spPr>
        </p:sp>
        <p:sp>
          <p:nvSpPr>
            <p:cNvPr id="97" name="03_assume_matched_96">
              <a:extLst>
                <a:ext uri="{FF2B5EF4-FFF2-40B4-BE49-F238E27FC236}">
                  <a16:creationId xmlns:a16="http://schemas.microsoft.com/office/drawing/2014/main" id="{35459F75-5F28-4582-92D2-F2499CEE37A9}"/>
                </a:ext>
              </a:extLst>
            </p:cNvPr>
            <p:cNvSpPr>
              <a:spLocks/>
            </p:cNvSpPr>
            <p:nvPr/>
          </p:nvSpPr>
          <p:spPr>
            <a:xfrm>
              <a:off x="1083027" y="1962874"/>
              <a:ext cx="28398" cy="28398"/>
            </a:xfrm>
            <a:prstGeom prst="ellipse">
              <a:avLst/>
            </a:prstGeom>
            <a:solidFill>
              <a:srgbClr val="7F8C97">
                <a:alpha val="48000"/>
              </a:srgbClr>
            </a:solidFill>
            <a:ln w="0">
              <a:noFill/>
              <a:prstDash val="solid"/>
            </a:ln>
          </p:spPr>
        </p:sp>
        <p:sp>
          <p:nvSpPr>
            <p:cNvPr id="98" name="03_assume_matched_97">
              <a:extLst>
                <a:ext uri="{FF2B5EF4-FFF2-40B4-BE49-F238E27FC236}">
                  <a16:creationId xmlns:a16="http://schemas.microsoft.com/office/drawing/2014/main" id="{7994BD23-939E-4F1F-AE5D-85D56D61C6C3}"/>
                </a:ext>
              </a:extLst>
            </p:cNvPr>
            <p:cNvSpPr>
              <a:spLocks/>
            </p:cNvSpPr>
            <p:nvPr/>
          </p:nvSpPr>
          <p:spPr>
            <a:xfrm>
              <a:off x="1032083" y="1962874"/>
              <a:ext cx="28398" cy="28398"/>
            </a:xfrm>
            <a:prstGeom prst="ellipse">
              <a:avLst/>
            </a:prstGeom>
            <a:solidFill>
              <a:srgbClr val="7F8C97">
                <a:alpha val="48000"/>
              </a:srgbClr>
            </a:solidFill>
            <a:ln w="0">
              <a:noFill/>
              <a:prstDash val="solid"/>
            </a:ln>
          </p:spPr>
        </p:sp>
        <p:sp>
          <p:nvSpPr>
            <p:cNvPr id="99" name="03_assume_matched_98">
              <a:extLst>
                <a:ext uri="{FF2B5EF4-FFF2-40B4-BE49-F238E27FC236}">
                  <a16:creationId xmlns:a16="http://schemas.microsoft.com/office/drawing/2014/main" id="{97E7A7AD-A305-4AD1-A792-CCC158E31E11}"/>
                </a:ext>
              </a:extLst>
            </p:cNvPr>
            <p:cNvSpPr>
              <a:spLocks/>
            </p:cNvSpPr>
            <p:nvPr/>
          </p:nvSpPr>
          <p:spPr>
            <a:xfrm>
              <a:off x="1527570" y="1527971"/>
              <a:ext cx="28398" cy="28398"/>
            </a:xfrm>
            <a:prstGeom prst="ellipse">
              <a:avLst/>
            </a:prstGeom>
            <a:solidFill>
              <a:srgbClr val="7F8C97">
                <a:alpha val="48000"/>
              </a:srgbClr>
            </a:solidFill>
            <a:ln w="0">
              <a:noFill/>
              <a:prstDash val="solid"/>
            </a:ln>
          </p:spPr>
        </p:sp>
        <p:sp>
          <p:nvSpPr>
            <p:cNvPr id="100" name="03_assume_matched_99">
              <a:extLst>
                <a:ext uri="{FF2B5EF4-FFF2-40B4-BE49-F238E27FC236}">
                  <a16:creationId xmlns:a16="http://schemas.microsoft.com/office/drawing/2014/main" id="{76678B73-1C61-4D71-96F4-08B019686B24}"/>
                </a:ext>
              </a:extLst>
            </p:cNvPr>
            <p:cNvSpPr>
              <a:spLocks/>
            </p:cNvSpPr>
            <p:nvPr/>
          </p:nvSpPr>
          <p:spPr>
            <a:xfrm>
              <a:off x="1516057" y="1962874"/>
              <a:ext cx="28398" cy="28398"/>
            </a:xfrm>
            <a:prstGeom prst="ellipse">
              <a:avLst/>
            </a:prstGeom>
            <a:solidFill>
              <a:srgbClr val="7F8C97">
                <a:alpha val="48000"/>
              </a:srgbClr>
            </a:solidFill>
            <a:ln w="0">
              <a:noFill/>
              <a:prstDash val="solid"/>
            </a:ln>
          </p:spPr>
        </p:sp>
        <p:sp>
          <p:nvSpPr>
            <p:cNvPr id="101" name="03_assume_matched_100">
              <a:extLst>
                <a:ext uri="{FF2B5EF4-FFF2-40B4-BE49-F238E27FC236}">
                  <a16:creationId xmlns:a16="http://schemas.microsoft.com/office/drawing/2014/main" id="{8342E6ED-737A-4910-BDF2-64E4D6AABB9D}"/>
                </a:ext>
              </a:extLst>
            </p:cNvPr>
            <p:cNvSpPr>
              <a:spLocks/>
            </p:cNvSpPr>
            <p:nvPr/>
          </p:nvSpPr>
          <p:spPr>
            <a:xfrm>
              <a:off x="1458925" y="1962874"/>
              <a:ext cx="28398" cy="28398"/>
            </a:xfrm>
            <a:prstGeom prst="ellipse">
              <a:avLst/>
            </a:prstGeom>
            <a:solidFill>
              <a:srgbClr val="7F8C97">
                <a:alpha val="48000"/>
              </a:srgbClr>
            </a:solidFill>
            <a:ln w="0">
              <a:noFill/>
              <a:prstDash val="solid"/>
            </a:ln>
          </p:spPr>
        </p:sp>
        <p:sp>
          <p:nvSpPr>
            <p:cNvPr id="102" name="03_assume_matched_101">
              <a:extLst>
                <a:ext uri="{FF2B5EF4-FFF2-40B4-BE49-F238E27FC236}">
                  <a16:creationId xmlns:a16="http://schemas.microsoft.com/office/drawing/2014/main" id="{5DAD42C9-FD14-4A0C-8168-8B20D9D5D6C0}"/>
                </a:ext>
              </a:extLst>
            </p:cNvPr>
            <p:cNvSpPr>
              <a:spLocks/>
            </p:cNvSpPr>
            <p:nvPr/>
          </p:nvSpPr>
          <p:spPr>
            <a:xfrm>
              <a:off x="1537787" y="1378004"/>
              <a:ext cx="28398" cy="28398"/>
            </a:xfrm>
            <a:prstGeom prst="ellipse">
              <a:avLst/>
            </a:prstGeom>
            <a:solidFill>
              <a:srgbClr val="7F8C97">
                <a:alpha val="48000"/>
              </a:srgbClr>
            </a:solidFill>
            <a:ln w="0">
              <a:noFill/>
              <a:prstDash val="solid"/>
            </a:ln>
          </p:spPr>
        </p:sp>
        <p:sp>
          <p:nvSpPr>
            <p:cNvPr id="103" name="03_assume_matched_102">
              <a:extLst>
                <a:ext uri="{FF2B5EF4-FFF2-40B4-BE49-F238E27FC236}">
                  <a16:creationId xmlns:a16="http://schemas.microsoft.com/office/drawing/2014/main" id="{85624035-3337-4DDB-BB6F-B456C9741CAE}"/>
                </a:ext>
              </a:extLst>
            </p:cNvPr>
            <p:cNvSpPr>
              <a:spLocks/>
            </p:cNvSpPr>
            <p:nvPr/>
          </p:nvSpPr>
          <p:spPr>
            <a:xfrm>
              <a:off x="1505552" y="1378004"/>
              <a:ext cx="28398" cy="28398"/>
            </a:xfrm>
            <a:prstGeom prst="ellipse">
              <a:avLst/>
            </a:prstGeom>
            <a:solidFill>
              <a:srgbClr val="7F8C97">
                <a:alpha val="48000"/>
              </a:srgbClr>
            </a:solidFill>
            <a:ln w="0">
              <a:noFill/>
              <a:prstDash val="solid"/>
            </a:ln>
          </p:spPr>
        </p:sp>
        <p:sp>
          <p:nvSpPr>
            <p:cNvPr id="104" name="03_assume_matched_103">
              <a:extLst>
                <a:ext uri="{FF2B5EF4-FFF2-40B4-BE49-F238E27FC236}">
                  <a16:creationId xmlns:a16="http://schemas.microsoft.com/office/drawing/2014/main" id="{75BF77A1-F75E-4C2F-84B0-ABC8F5BC86D2}"/>
                </a:ext>
              </a:extLst>
            </p:cNvPr>
            <p:cNvSpPr>
              <a:spLocks/>
            </p:cNvSpPr>
            <p:nvPr/>
          </p:nvSpPr>
          <p:spPr>
            <a:xfrm>
              <a:off x="1410284" y="1537514"/>
              <a:ext cx="28398" cy="28398"/>
            </a:xfrm>
            <a:prstGeom prst="ellipse">
              <a:avLst/>
            </a:prstGeom>
            <a:solidFill>
              <a:srgbClr val="7F8C97">
                <a:alpha val="48000"/>
              </a:srgbClr>
            </a:solidFill>
            <a:ln w="0">
              <a:noFill/>
              <a:prstDash val="solid"/>
            </a:ln>
          </p:spPr>
        </p:sp>
        <p:sp>
          <p:nvSpPr>
            <p:cNvPr id="105" name="03_assume_matched_104">
              <a:extLst>
                <a:ext uri="{FF2B5EF4-FFF2-40B4-BE49-F238E27FC236}">
                  <a16:creationId xmlns:a16="http://schemas.microsoft.com/office/drawing/2014/main" id="{37872EDC-8F79-4241-A987-02463E38E47C}"/>
                </a:ext>
              </a:extLst>
            </p:cNvPr>
            <p:cNvSpPr>
              <a:spLocks/>
            </p:cNvSpPr>
            <p:nvPr/>
          </p:nvSpPr>
          <p:spPr>
            <a:xfrm>
              <a:off x="1440936" y="1962874"/>
              <a:ext cx="28398" cy="28398"/>
            </a:xfrm>
            <a:prstGeom prst="ellipse">
              <a:avLst/>
            </a:prstGeom>
            <a:solidFill>
              <a:srgbClr val="7F8C97">
                <a:alpha val="48000"/>
              </a:srgbClr>
            </a:solidFill>
            <a:ln w="0">
              <a:noFill/>
              <a:prstDash val="solid"/>
            </a:ln>
          </p:spPr>
        </p:sp>
        <p:sp>
          <p:nvSpPr>
            <p:cNvPr id="106" name="03_assume_matched_105">
              <a:extLst>
                <a:ext uri="{FF2B5EF4-FFF2-40B4-BE49-F238E27FC236}">
                  <a16:creationId xmlns:a16="http://schemas.microsoft.com/office/drawing/2014/main" id="{4137CA2F-22D4-49F3-A1DE-F4ECDE237ABB}"/>
                </a:ext>
              </a:extLst>
            </p:cNvPr>
            <p:cNvSpPr>
              <a:spLocks/>
            </p:cNvSpPr>
            <p:nvPr/>
          </p:nvSpPr>
          <p:spPr>
            <a:xfrm>
              <a:off x="1409996" y="1962874"/>
              <a:ext cx="28398" cy="28398"/>
            </a:xfrm>
            <a:prstGeom prst="ellipse">
              <a:avLst/>
            </a:prstGeom>
            <a:solidFill>
              <a:srgbClr val="7F8C97">
                <a:alpha val="48000"/>
              </a:srgbClr>
            </a:solidFill>
            <a:ln w="0">
              <a:noFill/>
              <a:prstDash val="solid"/>
            </a:ln>
          </p:spPr>
        </p:sp>
        <p:sp>
          <p:nvSpPr>
            <p:cNvPr id="107" name="03_assume_matched_106">
              <a:extLst>
                <a:ext uri="{FF2B5EF4-FFF2-40B4-BE49-F238E27FC236}">
                  <a16:creationId xmlns:a16="http://schemas.microsoft.com/office/drawing/2014/main" id="{84224184-9ECD-4199-AA37-B6FC3E069637}"/>
                </a:ext>
              </a:extLst>
            </p:cNvPr>
            <p:cNvSpPr>
              <a:spLocks/>
            </p:cNvSpPr>
            <p:nvPr/>
          </p:nvSpPr>
          <p:spPr>
            <a:xfrm>
              <a:off x="1491305" y="1962874"/>
              <a:ext cx="28398" cy="28398"/>
            </a:xfrm>
            <a:prstGeom prst="ellipse">
              <a:avLst/>
            </a:prstGeom>
            <a:solidFill>
              <a:srgbClr val="7F8C97">
                <a:alpha val="48000"/>
              </a:srgbClr>
            </a:solidFill>
            <a:ln w="0">
              <a:noFill/>
              <a:prstDash val="solid"/>
            </a:ln>
          </p:spPr>
        </p:sp>
        <p:sp>
          <p:nvSpPr>
            <p:cNvPr id="108" name="03_assume_matched_107">
              <a:extLst>
                <a:ext uri="{FF2B5EF4-FFF2-40B4-BE49-F238E27FC236}">
                  <a16:creationId xmlns:a16="http://schemas.microsoft.com/office/drawing/2014/main" id="{9EE923A2-8CD7-4BF9-AA43-DDB9347D38F3}"/>
                </a:ext>
              </a:extLst>
            </p:cNvPr>
            <p:cNvSpPr>
              <a:spLocks/>
            </p:cNvSpPr>
            <p:nvPr/>
          </p:nvSpPr>
          <p:spPr>
            <a:xfrm>
              <a:off x="1472596" y="1962874"/>
              <a:ext cx="28398" cy="28398"/>
            </a:xfrm>
            <a:prstGeom prst="ellipse">
              <a:avLst/>
            </a:prstGeom>
            <a:solidFill>
              <a:srgbClr val="7F8C97">
                <a:alpha val="48000"/>
              </a:srgbClr>
            </a:solidFill>
            <a:ln w="0">
              <a:noFill/>
              <a:prstDash val="solid"/>
            </a:ln>
          </p:spPr>
        </p:sp>
        <p:sp>
          <p:nvSpPr>
            <p:cNvPr id="109" name="03_assume_matched_108">
              <a:extLst>
                <a:ext uri="{FF2B5EF4-FFF2-40B4-BE49-F238E27FC236}">
                  <a16:creationId xmlns:a16="http://schemas.microsoft.com/office/drawing/2014/main" id="{E783E96A-C497-480D-9605-90B02FF5F992}"/>
                </a:ext>
              </a:extLst>
            </p:cNvPr>
            <p:cNvSpPr>
              <a:spLocks/>
            </p:cNvSpPr>
            <p:nvPr/>
          </p:nvSpPr>
          <p:spPr>
            <a:xfrm>
              <a:off x="1457342" y="1962874"/>
              <a:ext cx="28398" cy="28398"/>
            </a:xfrm>
            <a:prstGeom prst="ellipse">
              <a:avLst/>
            </a:prstGeom>
            <a:solidFill>
              <a:srgbClr val="7F8C97">
                <a:alpha val="48000"/>
              </a:srgbClr>
            </a:solidFill>
            <a:ln w="0">
              <a:noFill/>
              <a:prstDash val="solid"/>
            </a:ln>
          </p:spPr>
        </p:sp>
        <p:sp>
          <p:nvSpPr>
            <p:cNvPr id="110" name="03_assume_matched_109">
              <a:extLst>
                <a:ext uri="{FF2B5EF4-FFF2-40B4-BE49-F238E27FC236}">
                  <a16:creationId xmlns:a16="http://schemas.microsoft.com/office/drawing/2014/main" id="{BA5E4C85-7527-4CBF-B65A-B9984588EE9E}"/>
                </a:ext>
              </a:extLst>
            </p:cNvPr>
            <p:cNvSpPr>
              <a:spLocks/>
            </p:cNvSpPr>
            <p:nvPr/>
          </p:nvSpPr>
          <p:spPr>
            <a:xfrm>
              <a:off x="1443095" y="1962874"/>
              <a:ext cx="28398" cy="28398"/>
            </a:xfrm>
            <a:prstGeom prst="ellipse">
              <a:avLst/>
            </a:prstGeom>
            <a:solidFill>
              <a:srgbClr val="7F8C97">
                <a:alpha val="48000"/>
              </a:srgbClr>
            </a:solidFill>
            <a:ln w="0">
              <a:noFill/>
              <a:prstDash val="solid"/>
            </a:ln>
          </p:spPr>
        </p:sp>
        <p:sp>
          <p:nvSpPr>
            <p:cNvPr id="111" name="03_assume_matched_110">
              <a:extLst>
                <a:ext uri="{FF2B5EF4-FFF2-40B4-BE49-F238E27FC236}">
                  <a16:creationId xmlns:a16="http://schemas.microsoft.com/office/drawing/2014/main" id="{94D17F4C-A462-4900-9398-689121CC6876}"/>
                </a:ext>
              </a:extLst>
            </p:cNvPr>
            <p:cNvSpPr>
              <a:spLocks/>
            </p:cNvSpPr>
            <p:nvPr/>
          </p:nvSpPr>
          <p:spPr>
            <a:xfrm>
              <a:off x="1459501" y="1962874"/>
              <a:ext cx="28398" cy="28398"/>
            </a:xfrm>
            <a:prstGeom prst="ellipse">
              <a:avLst/>
            </a:prstGeom>
            <a:solidFill>
              <a:srgbClr val="7F8C97">
                <a:alpha val="48000"/>
              </a:srgbClr>
            </a:solidFill>
            <a:ln w="0">
              <a:noFill/>
              <a:prstDash val="solid"/>
            </a:ln>
          </p:spPr>
        </p:sp>
        <p:sp>
          <p:nvSpPr>
            <p:cNvPr id="112" name="03_assume_matched_111">
              <a:extLst>
                <a:ext uri="{FF2B5EF4-FFF2-40B4-BE49-F238E27FC236}">
                  <a16:creationId xmlns:a16="http://schemas.microsoft.com/office/drawing/2014/main" id="{85B0A957-4C5E-4EDF-BC9D-958A3D875D2D}"/>
                </a:ext>
              </a:extLst>
            </p:cNvPr>
            <p:cNvSpPr>
              <a:spLocks/>
            </p:cNvSpPr>
            <p:nvPr/>
          </p:nvSpPr>
          <p:spPr>
            <a:xfrm>
              <a:off x="1544695" y="1816656"/>
              <a:ext cx="28398" cy="28398"/>
            </a:xfrm>
            <a:prstGeom prst="ellipse">
              <a:avLst/>
            </a:prstGeom>
            <a:solidFill>
              <a:srgbClr val="7F8C97">
                <a:alpha val="48000"/>
              </a:srgbClr>
            </a:solidFill>
            <a:ln w="0">
              <a:noFill/>
              <a:prstDash val="solid"/>
            </a:ln>
          </p:spPr>
        </p:sp>
        <p:sp>
          <p:nvSpPr>
            <p:cNvPr id="113" name="03_assume_matched_112">
              <a:extLst>
                <a:ext uri="{FF2B5EF4-FFF2-40B4-BE49-F238E27FC236}">
                  <a16:creationId xmlns:a16="http://schemas.microsoft.com/office/drawing/2014/main" id="{772A8831-3F1C-4A7D-9AF7-947AD80C1D97}"/>
                </a:ext>
              </a:extLst>
            </p:cNvPr>
            <p:cNvSpPr>
              <a:spLocks/>
            </p:cNvSpPr>
            <p:nvPr/>
          </p:nvSpPr>
          <p:spPr>
            <a:xfrm>
              <a:off x="1499651" y="1767917"/>
              <a:ext cx="28398" cy="28398"/>
            </a:xfrm>
            <a:prstGeom prst="ellipse">
              <a:avLst/>
            </a:prstGeom>
            <a:solidFill>
              <a:srgbClr val="7F8C97">
                <a:alpha val="48000"/>
              </a:srgbClr>
            </a:solidFill>
            <a:ln w="0">
              <a:noFill/>
              <a:prstDash val="solid"/>
            </a:ln>
          </p:spPr>
        </p:sp>
        <p:sp>
          <p:nvSpPr>
            <p:cNvPr id="114" name="03_assume_matched_113">
              <a:extLst>
                <a:ext uri="{FF2B5EF4-FFF2-40B4-BE49-F238E27FC236}">
                  <a16:creationId xmlns:a16="http://schemas.microsoft.com/office/drawing/2014/main" id="{3AC30762-A9CD-4D1E-B881-4A871A7AEBE1}"/>
                </a:ext>
              </a:extLst>
            </p:cNvPr>
            <p:cNvSpPr>
              <a:spLocks/>
            </p:cNvSpPr>
            <p:nvPr/>
          </p:nvSpPr>
          <p:spPr>
            <a:xfrm>
              <a:off x="1509437" y="1962874"/>
              <a:ext cx="28398" cy="28398"/>
            </a:xfrm>
            <a:prstGeom prst="ellipse">
              <a:avLst/>
            </a:prstGeom>
            <a:solidFill>
              <a:srgbClr val="7F8C97">
                <a:alpha val="48000"/>
              </a:srgbClr>
            </a:solidFill>
            <a:ln w="0">
              <a:noFill/>
              <a:prstDash val="solid"/>
            </a:ln>
          </p:spPr>
        </p:sp>
        <p:sp>
          <p:nvSpPr>
            <p:cNvPr id="115" name="03_assume_matched_114">
              <a:extLst>
                <a:ext uri="{FF2B5EF4-FFF2-40B4-BE49-F238E27FC236}">
                  <a16:creationId xmlns:a16="http://schemas.microsoft.com/office/drawing/2014/main" id="{5D26915F-EFFB-442F-82A8-5E184694E44F}"/>
                </a:ext>
              </a:extLst>
            </p:cNvPr>
            <p:cNvSpPr>
              <a:spLocks/>
            </p:cNvSpPr>
            <p:nvPr/>
          </p:nvSpPr>
          <p:spPr>
            <a:xfrm>
              <a:off x="1446261" y="1930381"/>
              <a:ext cx="28398" cy="28398"/>
            </a:xfrm>
            <a:prstGeom prst="ellipse">
              <a:avLst/>
            </a:prstGeom>
            <a:solidFill>
              <a:srgbClr val="7F8C97">
                <a:alpha val="48000"/>
              </a:srgbClr>
            </a:solidFill>
            <a:ln w="0">
              <a:noFill/>
              <a:prstDash val="solid"/>
            </a:ln>
          </p:spPr>
        </p:sp>
        <p:sp>
          <p:nvSpPr>
            <p:cNvPr id="116" name="03_assume_matched_115">
              <a:extLst>
                <a:ext uri="{FF2B5EF4-FFF2-40B4-BE49-F238E27FC236}">
                  <a16:creationId xmlns:a16="http://schemas.microsoft.com/office/drawing/2014/main" id="{5D262D59-A36E-4885-8860-BA92113E02C0}"/>
                </a:ext>
              </a:extLst>
            </p:cNvPr>
            <p:cNvSpPr>
              <a:spLocks/>
            </p:cNvSpPr>
            <p:nvPr/>
          </p:nvSpPr>
          <p:spPr>
            <a:xfrm>
              <a:off x="1536636" y="1962874"/>
              <a:ext cx="28398" cy="28398"/>
            </a:xfrm>
            <a:prstGeom prst="ellipse">
              <a:avLst/>
            </a:prstGeom>
            <a:solidFill>
              <a:srgbClr val="7F8C97">
                <a:alpha val="48000"/>
              </a:srgbClr>
            </a:solidFill>
            <a:ln w="0">
              <a:noFill/>
              <a:prstDash val="solid"/>
            </a:ln>
          </p:spPr>
        </p:sp>
        <p:sp>
          <p:nvSpPr>
            <p:cNvPr id="117" name="03_assume_matched_116">
              <a:extLst>
                <a:ext uri="{FF2B5EF4-FFF2-40B4-BE49-F238E27FC236}">
                  <a16:creationId xmlns:a16="http://schemas.microsoft.com/office/drawing/2014/main" id="{ABED8006-AC7E-418B-BC80-968C20004E7E}"/>
                </a:ext>
              </a:extLst>
            </p:cNvPr>
            <p:cNvSpPr>
              <a:spLocks/>
            </p:cNvSpPr>
            <p:nvPr/>
          </p:nvSpPr>
          <p:spPr>
            <a:xfrm>
              <a:off x="1509725" y="1750194"/>
              <a:ext cx="28398" cy="28398"/>
            </a:xfrm>
            <a:prstGeom prst="ellipse">
              <a:avLst/>
            </a:prstGeom>
            <a:solidFill>
              <a:srgbClr val="7F8C97">
                <a:alpha val="48000"/>
              </a:srgbClr>
            </a:solidFill>
            <a:ln w="0">
              <a:noFill/>
              <a:prstDash val="solid"/>
            </a:ln>
          </p:spPr>
        </p:sp>
        <p:sp>
          <p:nvSpPr>
            <p:cNvPr id="118" name="03_assume_matched_117">
              <a:extLst>
                <a:ext uri="{FF2B5EF4-FFF2-40B4-BE49-F238E27FC236}">
                  <a16:creationId xmlns:a16="http://schemas.microsoft.com/office/drawing/2014/main" id="{48E496ED-75E6-4827-BD78-5EF8AAF2704C}"/>
                </a:ext>
              </a:extLst>
            </p:cNvPr>
            <p:cNvSpPr>
              <a:spLocks/>
            </p:cNvSpPr>
            <p:nvPr/>
          </p:nvSpPr>
          <p:spPr>
            <a:xfrm>
              <a:off x="1427553" y="1962874"/>
              <a:ext cx="28398" cy="28398"/>
            </a:xfrm>
            <a:prstGeom prst="ellipse">
              <a:avLst/>
            </a:prstGeom>
            <a:solidFill>
              <a:srgbClr val="7F8C97">
                <a:alpha val="48000"/>
              </a:srgbClr>
            </a:solidFill>
            <a:ln w="0">
              <a:noFill/>
              <a:prstDash val="solid"/>
            </a:ln>
          </p:spPr>
        </p:sp>
        <p:sp>
          <p:nvSpPr>
            <p:cNvPr id="119" name="03_assume_matched_118">
              <a:extLst>
                <a:ext uri="{FF2B5EF4-FFF2-40B4-BE49-F238E27FC236}">
                  <a16:creationId xmlns:a16="http://schemas.microsoft.com/office/drawing/2014/main" id="{A5D3CE19-749F-4087-8AB8-97CEFFA81FE9}"/>
                </a:ext>
              </a:extLst>
            </p:cNvPr>
            <p:cNvSpPr>
              <a:spLocks/>
            </p:cNvSpPr>
            <p:nvPr/>
          </p:nvSpPr>
          <p:spPr>
            <a:xfrm>
              <a:off x="1434892" y="1962874"/>
              <a:ext cx="28398" cy="28398"/>
            </a:xfrm>
            <a:prstGeom prst="ellipse">
              <a:avLst/>
            </a:prstGeom>
            <a:solidFill>
              <a:srgbClr val="7F8C97">
                <a:alpha val="48000"/>
              </a:srgbClr>
            </a:solidFill>
            <a:ln w="0">
              <a:noFill/>
              <a:prstDash val="solid"/>
            </a:ln>
          </p:spPr>
        </p:sp>
        <p:sp>
          <p:nvSpPr>
            <p:cNvPr id="120" name="03_assume_matched_119">
              <a:extLst>
                <a:ext uri="{FF2B5EF4-FFF2-40B4-BE49-F238E27FC236}">
                  <a16:creationId xmlns:a16="http://schemas.microsoft.com/office/drawing/2014/main" id="{5B597B14-9D03-464B-91BC-D4FB2F0DFC43}"/>
                </a:ext>
              </a:extLst>
            </p:cNvPr>
            <p:cNvSpPr>
              <a:spLocks/>
            </p:cNvSpPr>
            <p:nvPr/>
          </p:nvSpPr>
          <p:spPr>
            <a:xfrm>
              <a:off x="1446117" y="1767917"/>
              <a:ext cx="28398" cy="28398"/>
            </a:xfrm>
            <a:prstGeom prst="ellipse">
              <a:avLst/>
            </a:prstGeom>
            <a:solidFill>
              <a:srgbClr val="7F8C97">
                <a:alpha val="48000"/>
              </a:srgbClr>
            </a:solidFill>
            <a:ln w="0">
              <a:noFill/>
              <a:prstDash val="solid"/>
            </a:ln>
          </p:spPr>
        </p:sp>
        <p:sp>
          <p:nvSpPr>
            <p:cNvPr id="121" name="03_assume_matched_120">
              <a:extLst>
                <a:ext uri="{FF2B5EF4-FFF2-40B4-BE49-F238E27FC236}">
                  <a16:creationId xmlns:a16="http://schemas.microsoft.com/office/drawing/2014/main" id="{68C02DE2-0F6A-494F-B4AE-17C75F7BD9C1}"/>
                </a:ext>
              </a:extLst>
            </p:cNvPr>
            <p:cNvSpPr>
              <a:spLocks/>
            </p:cNvSpPr>
            <p:nvPr/>
          </p:nvSpPr>
          <p:spPr>
            <a:xfrm>
              <a:off x="1535485" y="1962874"/>
              <a:ext cx="28398" cy="28398"/>
            </a:xfrm>
            <a:prstGeom prst="ellipse">
              <a:avLst/>
            </a:prstGeom>
            <a:solidFill>
              <a:srgbClr val="7F8C97">
                <a:alpha val="48000"/>
              </a:srgbClr>
            </a:solidFill>
            <a:ln w="0">
              <a:noFill/>
              <a:prstDash val="solid"/>
            </a:ln>
          </p:spPr>
        </p:sp>
        <p:sp>
          <p:nvSpPr>
            <p:cNvPr id="122" name="03_assume_matched_121">
              <a:extLst>
                <a:ext uri="{FF2B5EF4-FFF2-40B4-BE49-F238E27FC236}">
                  <a16:creationId xmlns:a16="http://schemas.microsoft.com/office/drawing/2014/main" id="{4C46973A-C79A-493C-A54A-589E97CD3FB1}"/>
                </a:ext>
              </a:extLst>
            </p:cNvPr>
            <p:cNvSpPr>
              <a:spLocks/>
            </p:cNvSpPr>
            <p:nvPr/>
          </p:nvSpPr>
          <p:spPr>
            <a:xfrm>
              <a:off x="1448420" y="1378004"/>
              <a:ext cx="28398" cy="28398"/>
            </a:xfrm>
            <a:prstGeom prst="ellipse">
              <a:avLst/>
            </a:prstGeom>
            <a:solidFill>
              <a:srgbClr val="7F8C97">
                <a:alpha val="48000"/>
              </a:srgbClr>
            </a:solidFill>
            <a:ln w="0">
              <a:noFill/>
              <a:prstDash val="solid"/>
            </a:ln>
          </p:spPr>
        </p:sp>
        <p:sp>
          <p:nvSpPr>
            <p:cNvPr id="123" name="03_assume_matched_122">
              <a:extLst>
                <a:ext uri="{FF2B5EF4-FFF2-40B4-BE49-F238E27FC236}">
                  <a16:creationId xmlns:a16="http://schemas.microsoft.com/office/drawing/2014/main" id="{6B059F82-506B-48F3-A07E-13EF09C7CCF4}"/>
                </a:ext>
              </a:extLst>
            </p:cNvPr>
            <p:cNvSpPr>
              <a:spLocks/>
            </p:cNvSpPr>
            <p:nvPr/>
          </p:nvSpPr>
          <p:spPr>
            <a:xfrm>
              <a:off x="1527426" y="1962874"/>
              <a:ext cx="28398" cy="28398"/>
            </a:xfrm>
            <a:prstGeom prst="ellipse">
              <a:avLst/>
            </a:prstGeom>
            <a:solidFill>
              <a:srgbClr val="7F8C97">
                <a:alpha val="48000"/>
              </a:srgbClr>
            </a:solidFill>
            <a:ln w="0">
              <a:noFill/>
              <a:prstDash val="solid"/>
            </a:ln>
          </p:spPr>
        </p:sp>
        <p:sp>
          <p:nvSpPr>
            <p:cNvPr id="124" name="03_assume_matched_123">
              <a:extLst>
                <a:ext uri="{FF2B5EF4-FFF2-40B4-BE49-F238E27FC236}">
                  <a16:creationId xmlns:a16="http://schemas.microsoft.com/office/drawing/2014/main" id="{D2018E23-4E05-4626-8084-68E38B2017CF}"/>
                </a:ext>
              </a:extLst>
            </p:cNvPr>
            <p:cNvSpPr>
              <a:spLocks/>
            </p:cNvSpPr>
            <p:nvPr/>
          </p:nvSpPr>
          <p:spPr>
            <a:xfrm>
              <a:off x="1528577" y="1475483"/>
              <a:ext cx="28398" cy="28398"/>
            </a:xfrm>
            <a:prstGeom prst="ellipse">
              <a:avLst/>
            </a:prstGeom>
            <a:solidFill>
              <a:srgbClr val="7F8C97">
                <a:alpha val="48000"/>
              </a:srgbClr>
            </a:solidFill>
            <a:ln w="0">
              <a:noFill/>
              <a:prstDash val="solid"/>
            </a:ln>
          </p:spPr>
        </p:sp>
        <p:sp>
          <p:nvSpPr>
            <p:cNvPr id="125" name="03_assume_matched_124">
              <a:extLst>
                <a:ext uri="{FF2B5EF4-FFF2-40B4-BE49-F238E27FC236}">
                  <a16:creationId xmlns:a16="http://schemas.microsoft.com/office/drawing/2014/main" id="{51B81769-0170-4BAF-9DCC-015B4B0C13B2}"/>
                </a:ext>
              </a:extLst>
            </p:cNvPr>
            <p:cNvSpPr>
              <a:spLocks/>
            </p:cNvSpPr>
            <p:nvPr/>
          </p:nvSpPr>
          <p:spPr>
            <a:xfrm>
              <a:off x="1532319" y="1962874"/>
              <a:ext cx="28398" cy="28398"/>
            </a:xfrm>
            <a:prstGeom prst="ellipse">
              <a:avLst/>
            </a:prstGeom>
            <a:solidFill>
              <a:srgbClr val="7F8C97">
                <a:alpha val="48000"/>
              </a:srgbClr>
            </a:solidFill>
            <a:ln w="0">
              <a:noFill/>
              <a:prstDash val="solid"/>
            </a:ln>
          </p:spPr>
        </p:sp>
        <p:sp>
          <p:nvSpPr>
            <p:cNvPr id="126" name="03_assume_matched_125">
              <a:extLst>
                <a:ext uri="{FF2B5EF4-FFF2-40B4-BE49-F238E27FC236}">
                  <a16:creationId xmlns:a16="http://schemas.microsoft.com/office/drawing/2014/main" id="{FC688AAE-EEF3-4C25-9A0F-0E9CC4CE8FD7}"/>
                </a:ext>
              </a:extLst>
            </p:cNvPr>
            <p:cNvSpPr>
              <a:spLocks/>
            </p:cNvSpPr>
            <p:nvPr/>
          </p:nvSpPr>
          <p:spPr>
            <a:xfrm>
              <a:off x="1449571" y="1962874"/>
              <a:ext cx="28398" cy="28398"/>
            </a:xfrm>
            <a:prstGeom prst="ellipse">
              <a:avLst/>
            </a:prstGeom>
            <a:solidFill>
              <a:srgbClr val="7F8C97">
                <a:alpha val="48000"/>
              </a:srgbClr>
            </a:solidFill>
            <a:ln w="0">
              <a:noFill/>
              <a:prstDash val="solid"/>
            </a:ln>
          </p:spPr>
        </p:sp>
        <p:sp>
          <p:nvSpPr>
            <p:cNvPr id="127" name="03_assume_matched_126">
              <a:extLst>
                <a:ext uri="{FF2B5EF4-FFF2-40B4-BE49-F238E27FC236}">
                  <a16:creationId xmlns:a16="http://schemas.microsoft.com/office/drawing/2014/main" id="{E9152C57-3817-490B-8DC8-057C9E0961FB}"/>
                </a:ext>
              </a:extLst>
            </p:cNvPr>
            <p:cNvSpPr>
              <a:spLocks/>
            </p:cNvSpPr>
            <p:nvPr/>
          </p:nvSpPr>
          <p:spPr>
            <a:xfrm>
              <a:off x="1427841" y="1524222"/>
              <a:ext cx="28398" cy="28398"/>
            </a:xfrm>
            <a:prstGeom prst="ellipse">
              <a:avLst/>
            </a:prstGeom>
            <a:solidFill>
              <a:srgbClr val="7F8C97">
                <a:alpha val="48000"/>
              </a:srgbClr>
            </a:solidFill>
            <a:ln w="0">
              <a:noFill/>
              <a:prstDash val="solid"/>
            </a:ln>
          </p:spPr>
        </p:sp>
        <p:sp>
          <p:nvSpPr>
            <p:cNvPr id="128" name="03_assume_matched_127">
              <a:extLst>
                <a:ext uri="{FF2B5EF4-FFF2-40B4-BE49-F238E27FC236}">
                  <a16:creationId xmlns:a16="http://schemas.microsoft.com/office/drawing/2014/main" id="{84DC9730-1981-40DB-8A47-ECFCEEC777E9}"/>
                </a:ext>
              </a:extLst>
            </p:cNvPr>
            <p:cNvSpPr>
              <a:spLocks/>
            </p:cNvSpPr>
            <p:nvPr/>
          </p:nvSpPr>
          <p:spPr>
            <a:xfrm>
              <a:off x="1511596" y="1378004"/>
              <a:ext cx="28398" cy="28398"/>
            </a:xfrm>
            <a:prstGeom prst="ellipse">
              <a:avLst/>
            </a:prstGeom>
            <a:solidFill>
              <a:srgbClr val="7F8C97">
                <a:alpha val="48000"/>
              </a:srgbClr>
            </a:solidFill>
            <a:ln w="0">
              <a:noFill/>
              <a:prstDash val="solid"/>
            </a:ln>
          </p:spPr>
        </p:sp>
        <p:sp>
          <p:nvSpPr>
            <p:cNvPr id="129" name="03_assume_matched_128">
              <a:extLst>
                <a:ext uri="{FF2B5EF4-FFF2-40B4-BE49-F238E27FC236}">
                  <a16:creationId xmlns:a16="http://schemas.microsoft.com/office/drawing/2014/main" id="{727076BC-3F4D-4F22-920E-85BEE384BA0D}"/>
                </a:ext>
              </a:extLst>
            </p:cNvPr>
            <p:cNvSpPr>
              <a:spLocks/>
            </p:cNvSpPr>
            <p:nvPr/>
          </p:nvSpPr>
          <p:spPr>
            <a:xfrm>
              <a:off x="1421077" y="1962874"/>
              <a:ext cx="28398" cy="28398"/>
            </a:xfrm>
            <a:prstGeom prst="ellipse">
              <a:avLst/>
            </a:prstGeom>
            <a:solidFill>
              <a:srgbClr val="7F8C97">
                <a:alpha val="48000"/>
              </a:srgbClr>
            </a:solidFill>
            <a:ln w="0">
              <a:noFill/>
              <a:prstDash val="solid"/>
            </a:ln>
          </p:spPr>
        </p:sp>
        <p:sp>
          <p:nvSpPr>
            <p:cNvPr id="130" name="03_assume_matched_129">
              <a:extLst>
                <a:ext uri="{FF2B5EF4-FFF2-40B4-BE49-F238E27FC236}">
                  <a16:creationId xmlns:a16="http://schemas.microsoft.com/office/drawing/2014/main" id="{675CAB95-3FEF-417E-A826-C454783D3F4D}"/>
                </a:ext>
              </a:extLst>
            </p:cNvPr>
            <p:cNvSpPr>
              <a:spLocks/>
            </p:cNvSpPr>
            <p:nvPr/>
          </p:nvSpPr>
          <p:spPr>
            <a:xfrm>
              <a:off x="1515193" y="1378004"/>
              <a:ext cx="28398" cy="28398"/>
            </a:xfrm>
            <a:prstGeom prst="ellipse">
              <a:avLst/>
            </a:prstGeom>
            <a:solidFill>
              <a:srgbClr val="7F8C97">
                <a:alpha val="48000"/>
              </a:srgbClr>
            </a:solidFill>
            <a:ln w="0">
              <a:noFill/>
              <a:prstDash val="solid"/>
            </a:ln>
          </p:spPr>
        </p:sp>
        <p:sp>
          <p:nvSpPr>
            <p:cNvPr id="131" name="03_assume_matched_130">
              <a:extLst>
                <a:ext uri="{FF2B5EF4-FFF2-40B4-BE49-F238E27FC236}">
                  <a16:creationId xmlns:a16="http://schemas.microsoft.com/office/drawing/2014/main" id="{49F8C3B3-B0F0-4FB5-8E8A-AE61548242E0}"/>
                </a:ext>
              </a:extLst>
            </p:cNvPr>
            <p:cNvSpPr>
              <a:spLocks/>
            </p:cNvSpPr>
            <p:nvPr/>
          </p:nvSpPr>
          <p:spPr>
            <a:xfrm>
              <a:off x="1422372" y="1962874"/>
              <a:ext cx="28398" cy="28398"/>
            </a:xfrm>
            <a:prstGeom prst="ellipse">
              <a:avLst/>
            </a:prstGeom>
            <a:solidFill>
              <a:srgbClr val="7F8C97">
                <a:alpha val="48000"/>
              </a:srgbClr>
            </a:solidFill>
            <a:ln w="0">
              <a:noFill/>
              <a:prstDash val="solid"/>
            </a:ln>
          </p:spPr>
        </p:sp>
        <p:sp>
          <p:nvSpPr>
            <p:cNvPr id="132" name="03_assume_matched_131">
              <a:extLst>
                <a:ext uri="{FF2B5EF4-FFF2-40B4-BE49-F238E27FC236}">
                  <a16:creationId xmlns:a16="http://schemas.microsoft.com/office/drawing/2014/main" id="{2B16562F-03B3-41BF-8F98-975A55A2C981}"/>
                </a:ext>
              </a:extLst>
            </p:cNvPr>
            <p:cNvSpPr>
              <a:spLocks/>
            </p:cNvSpPr>
            <p:nvPr/>
          </p:nvSpPr>
          <p:spPr>
            <a:xfrm>
              <a:off x="1542824" y="1962874"/>
              <a:ext cx="28398" cy="28398"/>
            </a:xfrm>
            <a:prstGeom prst="ellipse">
              <a:avLst/>
            </a:prstGeom>
            <a:solidFill>
              <a:srgbClr val="7F8C97">
                <a:alpha val="48000"/>
              </a:srgbClr>
            </a:solidFill>
            <a:ln w="0">
              <a:noFill/>
              <a:prstDash val="solid"/>
            </a:ln>
          </p:spPr>
        </p:sp>
        <p:sp>
          <p:nvSpPr>
            <p:cNvPr id="133" name="03_assume_matched_132">
              <a:extLst>
                <a:ext uri="{FF2B5EF4-FFF2-40B4-BE49-F238E27FC236}">
                  <a16:creationId xmlns:a16="http://schemas.microsoft.com/office/drawing/2014/main" id="{201ABE62-CF49-4EFC-9895-8E04EEFAFC37}"/>
                </a:ext>
              </a:extLst>
            </p:cNvPr>
            <p:cNvSpPr>
              <a:spLocks/>
            </p:cNvSpPr>
            <p:nvPr/>
          </p:nvSpPr>
          <p:spPr>
            <a:xfrm>
              <a:off x="1520806" y="1962874"/>
              <a:ext cx="28398" cy="28398"/>
            </a:xfrm>
            <a:prstGeom prst="ellipse">
              <a:avLst/>
            </a:prstGeom>
            <a:solidFill>
              <a:srgbClr val="7F8C97">
                <a:alpha val="48000"/>
              </a:srgbClr>
            </a:solidFill>
            <a:ln w="0">
              <a:noFill/>
              <a:prstDash val="solid"/>
            </a:ln>
          </p:spPr>
        </p:sp>
        <p:sp>
          <p:nvSpPr>
            <p:cNvPr id="134" name="03_assume_matched_133">
              <a:extLst>
                <a:ext uri="{FF2B5EF4-FFF2-40B4-BE49-F238E27FC236}">
                  <a16:creationId xmlns:a16="http://schemas.microsoft.com/office/drawing/2014/main" id="{4986012F-C622-4A36-94E6-7099AECE28F5}"/>
                </a:ext>
              </a:extLst>
            </p:cNvPr>
            <p:cNvSpPr>
              <a:spLocks/>
            </p:cNvSpPr>
            <p:nvPr/>
          </p:nvSpPr>
          <p:spPr>
            <a:xfrm>
              <a:off x="1468711" y="1378004"/>
              <a:ext cx="28398" cy="28398"/>
            </a:xfrm>
            <a:prstGeom prst="ellipse">
              <a:avLst/>
            </a:prstGeom>
            <a:solidFill>
              <a:srgbClr val="7F8C97">
                <a:alpha val="48000"/>
              </a:srgbClr>
            </a:solidFill>
            <a:ln w="0">
              <a:noFill/>
              <a:prstDash val="solid"/>
            </a:ln>
          </p:spPr>
        </p:sp>
        <p:sp>
          <p:nvSpPr>
            <p:cNvPr id="135" name="03_assume_matched_134">
              <a:extLst>
                <a:ext uri="{FF2B5EF4-FFF2-40B4-BE49-F238E27FC236}">
                  <a16:creationId xmlns:a16="http://schemas.microsoft.com/office/drawing/2014/main" id="{0A2258E3-8F52-4DB9-96A2-018AFC7ACDDD}"/>
                </a:ext>
              </a:extLst>
            </p:cNvPr>
            <p:cNvSpPr>
              <a:spLocks/>
            </p:cNvSpPr>
            <p:nvPr/>
          </p:nvSpPr>
          <p:spPr>
            <a:xfrm>
              <a:off x="1444390" y="1962874"/>
              <a:ext cx="28398" cy="28398"/>
            </a:xfrm>
            <a:prstGeom prst="ellipse">
              <a:avLst/>
            </a:prstGeom>
            <a:solidFill>
              <a:srgbClr val="7F8C97">
                <a:alpha val="48000"/>
              </a:srgbClr>
            </a:solidFill>
            <a:ln w="0">
              <a:noFill/>
              <a:prstDash val="solid"/>
            </a:ln>
          </p:spPr>
        </p:sp>
        <p:sp>
          <p:nvSpPr>
            <p:cNvPr id="136" name="03_assume_matched_135">
              <a:extLst>
                <a:ext uri="{FF2B5EF4-FFF2-40B4-BE49-F238E27FC236}">
                  <a16:creationId xmlns:a16="http://schemas.microsoft.com/office/drawing/2014/main" id="{BB7B9D63-908C-4429-A2F6-4A4CEA834E69}"/>
                </a:ext>
              </a:extLst>
            </p:cNvPr>
            <p:cNvSpPr>
              <a:spLocks/>
            </p:cNvSpPr>
            <p:nvPr/>
          </p:nvSpPr>
          <p:spPr>
            <a:xfrm>
              <a:off x="1546853" y="1962874"/>
              <a:ext cx="28398" cy="28398"/>
            </a:xfrm>
            <a:prstGeom prst="ellipse">
              <a:avLst/>
            </a:prstGeom>
            <a:solidFill>
              <a:srgbClr val="7F8C97">
                <a:alpha val="48000"/>
              </a:srgbClr>
            </a:solidFill>
            <a:ln w="0">
              <a:noFill/>
              <a:prstDash val="solid"/>
            </a:ln>
          </p:spPr>
        </p:sp>
        <p:sp>
          <p:nvSpPr>
            <p:cNvPr id="137" name="03_assume_matched_136">
              <a:extLst>
                <a:ext uri="{FF2B5EF4-FFF2-40B4-BE49-F238E27FC236}">
                  <a16:creationId xmlns:a16="http://schemas.microsoft.com/office/drawing/2014/main" id="{2B047CC6-712D-418D-AABD-C007558FDE20}"/>
                </a:ext>
              </a:extLst>
            </p:cNvPr>
            <p:cNvSpPr>
              <a:spLocks/>
            </p:cNvSpPr>
            <p:nvPr/>
          </p:nvSpPr>
          <p:spPr>
            <a:xfrm>
              <a:off x="1494614" y="1962874"/>
              <a:ext cx="28398" cy="28398"/>
            </a:xfrm>
            <a:prstGeom prst="ellipse">
              <a:avLst/>
            </a:prstGeom>
            <a:solidFill>
              <a:srgbClr val="7F8C97">
                <a:alpha val="48000"/>
              </a:srgbClr>
            </a:solidFill>
            <a:ln w="0">
              <a:noFill/>
              <a:prstDash val="solid"/>
            </a:ln>
          </p:spPr>
        </p:sp>
        <p:sp>
          <p:nvSpPr>
            <p:cNvPr id="138" name="03_assume_matched_137">
              <a:extLst>
                <a:ext uri="{FF2B5EF4-FFF2-40B4-BE49-F238E27FC236}">
                  <a16:creationId xmlns:a16="http://schemas.microsoft.com/office/drawing/2014/main" id="{0F442841-415E-4FC8-9492-A3143F4A1555}"/>
                </a:ext>
              </a:extLst>
            </p:cNvPr>
            <p:cNvSpPr>
              <a:spLocks/>
            </p:cNvSpPr>
            <p:nvPr/>
          </p:nvSpPr>
          <p:spPr>
            <a:xfrm>
              <a:off x="1527426" y="1962874"/>
              <a:ext cx="28398" cy="28398"/>
            </a:xfrm>
            <a:prstGeom prst="ellipse">
              <a:avLst/>
            </a:prstGeom>
            <a:solidFill>
              <a:srgbClr val="7F8C97">
                <a:alpha val="48000"/>
              </a:srgbClr>
            </a:solidFill>
            <a:ln w="0">
              <a:noFill/>
              <a:prstDash val="solid"/>
            </a:ln>
          </p:spPr>
        </p:sp>
        <p:sp>
          <p:nvSpPr>
            <p:cNvPr id="139" name="03_assume_matched_138">
              <a:extLst>
                <a:ext uri="{FF2B5EF4-FFF2-40B4-BE49-F238E27FC236}">
                  <a16:creationId xmlns:a16="http://schemas.microsoft.com/office/drawing/2014/main" id="{CF48905F-08D0-4115-9211-7B664BE8EA64}"/>
                </a:ext>
              </a:extLst>
            </p:cNvPr>
            <p:cNvSpPr>
              <a:spLocks/>
            </p:cNvSpPr>
            <p:nvPr/>
          </p:nvSpPr>
          <p:spPr>
            <a:xfrm>
              <a:off x="1426546" y="1962874"/>
              <a:ext cx="28398" cy="28398"/>
            </a:xfrm>
            <a:prstGeom prst="ellipse">
              <a:avLst/>
            </a:prstGeom>
            <a:solidFill>
              <a:srgbClr val="7F8C97">
                <a:alpha val="48000"/>
              </a:srgbClr>
            </a:solidFill>
            <a:ln w="0">
              <a:noFill/>
              <a:prstDash val="solid"/>
            </a:ln>
          </p:spPr>
        </p:sp>
        <p:sp>
          <p:nvSpPr>
            <p:cNvPr id="140" name="03_assume_matched_139">
              <a:extLst>
                <a:ext uri="{FF2B5EF4-FFF2-40B4-BE49-F238E27FC236}">
                  <a16:creationId xmlns:a16="http://schemas.microsoft.com/office/drawing/2014/main" id="{FB00DE95-F349-4F7C-971E-201CDAD4B346}"/>
                </a:ext>
              </a:extLst>
            </p:cNvPr>
            <p:cNvSpPr>
              <a:spLocks/>
            </p:cNvSpPr>
            <p:nvPr/>
          </p:nvSpPr>
          <p:spPr>
            <a:xfrm>
              <a:off x="1518503" y="1962874"/>
              <a:ext cx="28398" cy="28398"/>
            </a:xfrm>
            <a:prstGeom prst="ellipse">
              <a:avLst/>
            </a:prstGeom>
            <a:solidFill>
              <a:srgbClr val="7F8C97">
                <a:alpha val="48000"/>
              </a:srgbClr>
            </a:solidFill>
            <a:ln w="0">
              <a:noFill/>
              <a:prstDash val="solid"/>
            </a:ln>
          </p:spPr>
        </p:sp>
        <p:sp>
          <p:nvSpPr>
            <p:cNvPr id="141" name="03_assume_matched_140">
              <a:extLst>
                <a:ext uri="{FF2B5EF4-FFF2-40B4-BE49-F238E27FC236}">
                  <a16:creationId xmlns:a16="http://schemas.microsoft.com/office/drawing/2014/main" id="{66F28120-085E-439B-B508-4C8AC268E787}"/>
                </a:ext>
              </a:extLst>
            </p:cNvPr>
            <p:cNvSpPr>
              <a:spLocks/>
            </p:cNvSpPr>
            <p:nvPr/>
          </p:nvSpPr>
          <p:spPr>
            <a:xfrm>
              <a:off x="1497637" y="1962874"/>
              <a:ext cx="28398" cy="28398"/>
            </a:xfrm>
            <a:prstGeom prst="ellipse">
              <a:avLst/>
            </a:prstGeom>
            <a:solidFill>
              <a:srgbClr val="7F8C97">
                <a:alpha val="48000"/>
              </a:srgbClr>
            </a:solidFill>
            <a:ln w="0">
              <a:noFill/>
              <a:prstDash val="solid"/>
            </a:ln>
          </p:spPr>
        </p:sp>
        <p:sp>
          <p:nvSpPr>
            <p:cNvPr id="142" name="03_assume_matched_141">
              <a:extLst>
                <a:ext uri="{FF2B5EF4-FFF2-40B4-BE49-F238E27FC236}">
                  <a16:creationId xmlns:a16="http://schemas.microsoft.com/office/drawing/2014/main" id="{F9ECB413-8E06-4BB9-9427-92DA31F89F51}"/>
                </a:ext>
              </a:extLst>
            </p:cNvPr>
            <p:cNvSpPr>
              <a:spLocks/>
            </p:cNvSpPr>
            <p:nvPr/>
          </p:nvSpPr>
          <p:spPr>
            <a:xfrm>
              <a:off x="1406254" y="1378004"/>
              <a:ext cx="28398" cy="28398"/>
            </a:xfrm>
            <a:prstGeom prst="ellipse">
              <a:avLst/>
            </a:prstGeom>
            <a:solidFill>
              <a:srgbClr val="7F8C97">
                <a:alpha val="48000"/>
              </a:srgbClr>
            </a:solidFill>
            <a:ln w="0">
              <a:noFill/>
              <a:prstDash val="solid"/>
            </a:ln>
          </p:spPr>
        </p:sp>
        <p:sp>
          <p:nvSpPr>
            <p:cNvPr id="143" name="03_assume_matched_142">
              <a:extLst>
                <a:ext uri="{FF2B5EF4-FFF2-40B4-BE49-F238E27FC236}">
                  <a16:creationId xmlns:a16="http://schemas.microsoft.com/office/drawing/2014/main" id="{BE4ADEDC-D680-4A9E-9E82-27E068097BC1}"/>
                </a:ext>
              </a:extLst>
            </p:cNvPr>
            <p:cNvSpPr>
              <a:spLocks/>
            </p:cNvSpPr>
            <p:nvPr/>
          </p:nvSpPr>
          <p:spPr>
            <a:xfrm>
              <a:off x="1465545" y="1962874"/>
              <a:ext cx="28398" cy="28398"/>
            </a:xfrm>
            <a:prstGeom prst="ellipse">
              <a:avLst/>
            </a:prstGeom>
            <a:solidFill>
              <a:srgbClr val="7F8C97">
                <a:alpha val="48000"/>
              </a:srgbClr>
            </a:solidFill>
            <a:ln w="0">
              <a:noFill/>
              <a:prstDash val="solid"/>
            </a:ln>
          </p:spPr>
        </p:sp>
        <p:sp>
          <p:nvSpPr>
            <p:cNvPr id="144" name="03_assume_matched_143">
              <a:extLst>
                <a:ext uri="{FF2B5EF4-FFF2-40B4-BE49-F238E27FC236}">
                  <a16:creationId xmlns:a16="http://schemas.microsoft.com/office/drawing/2014/main" id="{0F7B5F9F-3A86-4379-B6EF-709F4CBEE821}"/>
                </a:ext>
              </a:extLst>
            </p:cNvPr>
            <p:cNvSpPr>
              <a:spLocks/>
            </p:cNvSpPr>
            <p:nvPr/>
          </p:nvSpPr>
          <p:spPr>
            <a:xfrm>
              <a:off x="1447700" y="1889765"/>
              <a:ext cx="28398" cy="28398"/>
            </a:xfrm>
            <a:prstGeom prst="ellipse">
              <a:avLst/>
            </a:prstGeom>
            <a:solidFill>
              <a:srgbClr val="7F8C97">
                <a:alpha val="48000"/>
              </a:srgbClr>
            </a:solidFill>
            <a:ln w="0">
              <a:noFill/>
              <a:prstDash val="solid"/>
            </a:ln>
          </p:spPr>
        </p:sp>
        <p:sp>
          <p:nvSpPr>
            <p:cNvPr id="145" name="03_assume_matched_144">
              <a:extLst>
                <a:ext uri="{FF2B5EF4-FFF2-40B4-BE49-F238E27FC236}">
                  <a16:creationId xmlns:a16="http://schemas.microsoft.com/office/drawing/2014/main" id="{0EC78B7E-22EC-464E-953E-1E77097979AF}"/>
                </a:ext>
              </a:extLst>
            </p:cNvPr>
            <p:cNvSpPr>
              <a:spLocks/>
            </p:cNvSpPr>
            <p:nvPr/>
          </p:nvSpPr>
          <p:spPr>
            <a:xfrm>
              <a:off x="1479936" y="1670439"/>
              <a:ext cx="28398" cy="28398"/>
            </a:xfrm>
            <a:prstGeom prst="ellipse">
              <a:avLst/>
            </a:prstGeom>
            <a:solidFill>
              <a:srgbClr val="7F8C97">
                <a:alpha val="48000"/>
              </a:srgbClr>
            </a:solidFill>
            <a:ln w="0">
              <a:noFill/>
              <a:prstDash val="solid"/>
            </a:ln>
          </p:spPr>
        </p:sp>
        <p:sp>
          <p:nvSpPr>
            <p:cNvPr id="146" name="03_assume_matched_145">
              <a:extLst>
                <a:ext uri="{FF2B5EF4-FFF2-40B4-BE49-F238E27FC236}">
                  <a16:creationId xmlns:a16="http://schemas.microsoft.com/office/drawing/2014/main" id="{3F74B91C-21C5-4193-8E9D-BD1BD86432FF}"/>
                </a:ext>
              </a:extLst>
            </p:cNvPr>
            <p:cNvSpPr>
              <a:spLocks/>
            </p:cNvSpPr>
            <p:nvPr/>
          </p:nvSpPr>
          <p:spPr>
            <a:xfrm>
              <a:off x="1461803" y="1816656"/>
              <a:ext cx="28398" cy="28398"/>
            </a:xfrm>
            <a:prstGeom prst="ellipse">
              <a:avLst/>
            </a:prstGeom>
            <a:solidFill>
              <a:srgbClr val="7F8C97">
                <a:alpha val="48000"/>
              </a:srgbClr>
            </a:solidFill>
            <a:ln w="0">
              <a:noFill/>
              <a:prstDash val="solid"/>
            </a:ln>
          </p:spPr>
        </p:sp>
        <p:sp>
          <p:nvSpPr>
            <p:cNvPr id="147" name="03_assume_matched_146">
              <a:extLst>
                <a:ext uri="{FF2B5EF4-FFF2-40B4-BE49-F238E27FC236}">
                  <a16:creationId xmlns:a16="http://schemas.microsoft.com/office/drawing/2014/main" id="{5D3B90C1-FACA-48B4-8E84-398E140C087E}"/>
                </a:ext>
              </a:extLst>
            </p:cNvPr>
            <p:cNvSpPr>
              <a:spLocks/>
            </p:cNvSpPr>
            <p:nvPr/>
          </p:nvSpPr>
          <p:spPr>
            <a:xfrm>
              <a:off x="1523972" y="1962874"/>
              <a:ext cx="28398" cy="28398"/>
            </a:xfrm>
            <a:prstGeom prst="ellipse">
              <a:avLst/>
            </a:prstGeom>
            <a:solidFill>
              <a:srgbClr val="7F8C97">
                <a:alpha val="48000"/>
              </a:srgbClr>
            </a:solidFill>
            <a:ln w="0">
              <a:noFill/>
              <a:prstDash val="solid"/>
            </a:ln>
          </p:spPr>
        </p:sp>
        <p:sp>
          <p:nvSpPr>
            <p:cNvPr id="148" name="03_assume_matched_147">
              <a:extLst>
                <a:ext uri="{FF2B5EF4-FFF2-40B4-BE49-F238E27FC236}">
                  <a16:creationId xmlns:a16="http://schemas.microsoft.com/office/drawing/2014/main" id="{106A23CD-C0DD-40D4-8ED6-F4C6EF4FA01B}"/>
                </a:ext>
              </a:extLst>
            </p:cNvPr>
            <p:cNvSpPr>
              <a:spLocks/>
            </p:cNvSpPr>
            <p:nvPr/>
          </p:nvSpPr>
          <p:spPr>
            <a:xfrm>
              <a:off x="1422084" y="1611952"/>
              <a:ext cx="28398" cy="28398"/>
            </a:xfrm>
            <a:prstGeom prst="ellipse">
              <a:avLst/>
            </a:prstGeom>
            <a:solidFill>
              <a:srgbClr val="7F8C97">
                <a:alpha val="48000"/>
              </a:srgbClr>
            </a:solidFill>
            <a:ln w="0">
              <a:noFill/>
              <a:prstDash val="solid"/>
            </a:ln>
          </p:spPr>
        </p:sp>
        <p:sp>
          <p:nvSpPr>
            <p:cNvPr id="149" name="03_assume_matched_148">
              <a:extLst>
                <a:ext uri="{FF2B5EF4-FFF2-40B4-BE49-F238E27FC236}">
                  <a16:creationId xmlns:a16="http://schemas.microsoft.com/office/drawing/2014/main" id="{4473CEAF-12D2-4291-8347-32CCBD7E5DBD}"/>
                </a:ext>
              </a:extLst>
            </p:cNvPr>
            <p:cNvSpPr>
              <a:spLocks/>
            </p:cNvSpPr>
            <p:nvPr/>
          </p:nvSpPr>
          <p:spPr>
            <a:xfrm>
              <a:off x="1428704" y="1962874"/>
              <a:ext cx="28398" cy="28398"/>
            </a:xfrm>
            <a:prstGeom prst="ellipse">
              <a:avLst/>
            </a:prstGeom>
            <a:solidFill>
              <a:srgbClr val="7F8C97">
                <a:alpha val="48000"/>
              </a:srgbClr>
            </a:solidFill>
            <a:ln w="0">
              <a:noFill/>
              <a:prstDash val="solid"/>
            </a:ln>
          </p:spPr>
        </p:sp>
        <p:sp>
          <p:nvSpPr>
            <p:cNvPr id="150" name="03_assume_matched_149">
              <a:extLst>
                <a:ext uri="{FF2B5EF4-FFF2-40B4-BE49-F238E27FC236}">
                  <a16:creationId xmlns:a16="http://schemas.microsoft.com/office/drawing/2014/main" id="{6C51CF54-489F-42E6-8141-27631D95F980}"/>
                </a:ext>
              </a:extLst>
            </p:cNvPr>
            <p:cNvSpPr>
              <a:spLocks/>
            </p:cNvSpPr>
            <p:nvPr/>
          </p:nvSpPr>
          <p:spPr>
            <a:xfrm>
              <a:off x="1488570" y="1378004"/>
              <a:ext cx="28398" cy="28398"/>
            </a:xfrm>
            <a:prstGeom prst="ellipse">
              <a:avLst/>
            </a:prstGeom>
            <a:solidFill>
              <a:srgbClr val="7F8C97">
                <a:alpha val="48000"/>
              </a:srgbClr>
            </a:solidFill>
            <a:ln w="0">
              <a:noFill/>
              <a:prstDash val="solid"/>
            </a:ln>
          </p:spPr>
        </p:sp>
        <p:sp>
          <p:nvSpPr>
            <p:cNvPr id="151" name="03_assume_matched_150">
              <a:extLst>
                <a:ext uri="{FF2B5EF4-FFF2-40B4-BE49-F238E27FC236}">
                  <a16:creationId xmlns:a16="http://schemas.microsoft.com/office/drawing/2014/main" id="{1BE4B746-653C-4CFF-B7E2-F0584CBD5F9C}"/>
                </a:ext>
              </a:extLst>
            </p:cNvPr>
            <p:cNvSpPr>
              <a:spLocks/>
            </p:cNvSpPr>
            <p:nvPr/>
          </p:nvSpPr>
          <p:spPr>
            <a:xfrm>
              <a:off x="1487275" y="1670439"/>
              <a:ext cx="28398" cy="28398"/>
            </a:xfrm>
            <a:prstGeom prst="ellipse">
              <a:avLst/>
            </a:prstGeom>
            <a:solidFill>
              <a:srgbClr val="7F8C97">
                <a:alpha val="48000"/>
              </a:srgbClr>
            </a:solidFill>
            <a:ln w="0">
              <a:noFill/>
              <a:prstDash val="solid"/>
            </a:ln>
          </p:spPr>
        </p:sp>
        <p:sp>
          <p:nvSpPr>
            <p:cNvPr id="152" name="03_assume_matched_151">
              <a:extLst>
                <a:ext uri="{FF2B5EF4-FFF2-40B4-BE49-F238E27FC236}">
                  <a16:creationId xmlns:a16="http://schemas.microsoft.com/office/drawing/2014/main" id="{2E1C897A-C690-42A3-B575-D08D3BA0F817}"/>
                </a:ext>
              </a:extLst>
            </p:cNvPr>
            <p:cNvSpPr>
              <a:spLocks/>
            </p:cNvSpPr>
            <p:nvPr/>
          </p:nvSpPr>
          <p:spPr>
            <a:xfrm>
              <a:off x="1534046" y="1962874"/>
              <a:ext cx="28398" cy="28398"/>
            </a:xfrm>
            <a:prstGeom prst="ellipse">
              <a:avLst/>
            </a:prstGeom>
            <a:solidFill>
              <a:srgbClr val="7F8C97">
                <a:alpha val="48000"/>
              </a:srgbClr>
            </a:solidFill>
            <a:ln w="0">
              <a:noFill/>
              <a:prstDash val="solid"/>
            </a:ln>
          </p:spPr>
        </p:sp>
        <p:sp>
          <p:nvSpPr>
            <p:cNvPr id="153" name="03_assume_matched_152">
              <a:extLst>
                <a:ext uri="{FF2B5EF4-FFF2-40B4-BE49-F238E27FC236}">
                  <a16:creationId xmlns:a16="http://schemas.microsoft.com/office/drawing/2014/main" id="{6466070D-5A3F-42ED-9A0F-064232396CF0}"/>
                </a:ext>
              </a:extLst>
            </p:cNvPr>
            <p:cNvSpPr>
              <a:spLocks/>
            </p:cNvSpPr>
            <p:nvPr/>
          </p:nvSpPr>
          <p:spPr>
            <a:xfrm>
              <a:off x="1512315" y="1816656"/>
              <a:ext cx="28398" cy="28398"/>
            </a:xfrm>
            <a:prstGeom prst="ellipse">
              <a:avLst/>
            </a:prstGeom>
            <a:solidFill>
              <a:srgbClr val="7F8C97">
                <a:alpha val="48000"/>
              </a:srgbClr>
            </a:solidFill>
            <a:ln w="0">
              <a:noFill/>
              <a:prstDash val="solid"/>
            </a:ln>
          </p:spPr>
        </p:sp>
        <p:sp>
          <p:nvSpPr>
            <p:cNvPr id="154" name="03_assume_matched_153">
              <a:extLst>
                <a:ext uri="{FF2B5EF4-FFF2-40B4-BE49-F238E27FC236}">
                  <a16:creationId xmlns:a16="http://schemas.microsoft.com/office/drawing/2014/main" id="{0CC600FD-8BED-4E4C-84B5-11715EB2B987}"/>
                </a:ext>
              </a:extLst>
            </p:cNvPr>
            <p:cNvSpPr>
              <a:spLocks/>
            </p:cNvSpPr>
            <p:nvPr/>
          </p:nvSpPr>
          <p:spPr>
            <a:xfrm>
              <a:off x="1444390" y="1962874"/>
              <a:ext cx="28398" cy="28398"/>
            </a:xfrm>
            <a:prstGeom prst="ellipse">
              <a:avLst/>
            </a:prstGeom>
            <a:solidFill>
              <a:srgbClr val="7F8C97">
                <a:alpha val="48000"/>
              </a:srgbClr>
            </a:solidFill>
            <a:ln w="0">
              <a:noFill/>
              <a:prstDash val="solid"/>
            </a:ln>
          </p:spPr>
        </p:sp>
        <p:sp>
          <p:nvSpPr>
            <p:cNvPr id="155" name="03_assume_matched_154">
              <a:extLst>
                <a:ext uri="{FF2B5EF4-FFF2-40B4-BE49-F238E27FC236}">
                  <a16:creationId xmlns:a16="http://schemas.microsoft.com/office/drawing/2014/main" id="{3AEB27D3-1D9F-4C93-8A6B-C4425D19980E}"/>
                </a:ext>
              </a:extLst>
            </p:cNvPr>
            <p:cNvSpPr>
              <a:spLocks/>
            </p:cNvSpPr>
            <p:nvPr/>
          </p:nvSpPr>
          <p:spPr>
            <a:xfrm>
              <a:off x="1515193" y="1962874"/>
              <a:ext cx="28398" cy="28398"/>
            </a:xfrm>
            <a:prstGeom prst="ellipse">
              <a:avLst/>
            </a:prstGeom>
            <a:solidFill>
              <a:srgbClr val="7F8C97">
                <a:alpha val="48000"/>
              </a:srgbClr>
            </a:solidFill>
            <a:ln w="0">
              <a:noFill/>
              <a:prstDash val="solid"/>
            </a:ln>
          </p:spPr>
        </p:sp>
        <p:sp>
          <p:nvSpPr>
            <p:cNvPr id="156" name="03_assume_matched_155">
              <a:extLst>
                <a:ext uri="{FF2B5EF4-FFF2-40B4-BE49-F238E27FC236}">
                  <a16:creationId xmlns:a16="http://schemas.microsoft.com/office/drawing/2014/main" id="{39A9739C-90FE-40CE-9758-D8DA9FD783F9}"/>
                </a:ext>
              </a:extLst>
            </p:cNvPr>
            <p:cNvSpPr>
              <a:spLocks/>
            </p:cNvSpPr>
            <p:nvPr/>
          </p:nvSpPr>
          <p:spPr>
            <a:xfrm>
              <a:off x="1503537" y="1962874"/>
              <a:ext cx="28398" cy="28398"/>
            </a:xfrm>
            <a:prstGeom prst="ellipse">
              <a:avLst/>
            </a:prstGeom>
            <a:solidFill>
              <a:srgbClr val="7F8C97">
                <a:alpha val="48000"/>
              </a:srgbClr>
            </a:solidFill>
            <a:ln w="0">
              <a:noFill/>
              <a:prstDash val="solid"/>
            </a:ln>
          </p:spPr>
        </p:sp>
        <p:sp>
          <p:nvSpPr>
            <p:cNvPr id="157" name="03_assume_matched_156">
              <a:extLst>
                <a:ext uri="{FF2B5EF4-FFF2-40B4-BE49-F238E27FC236}">
                  <a16:creationId xmlns:a16="http://schemas.microsoft.com/office/drawing/2014/main" id="{A96B9F06-5111-4257-A9DB-904F6475869A}"/>
                </a:ext>
              </a:extLst>
            </p:cNvPr>
            <p:cNvSpPr>
              <a:spLocks/>
            </p:cNvSpPr>
            <p:nvPr/>
          </p:nvSpPr>
          <p:spPr>
            <a:xfrm>
              <a:off x="1509725" y="1962874"/>
              <a:ext cx="28398" cy="28398"/>
            </a:xfrm>
            <a:prstGeom prst="ellipse">
              <a:avLst/>
            </a:prstGeom>
            <a:solidFill>
              <a:srgbClr val="7F8C97">
                <a:alpha val="48000"/>
              </a:srgbClr>
            </a:solidFill>
            <a:ln w="0">
              <a:noFill/>
              <a:prstDash val="solid"/>
            </a:ln>
          </p:spPr>
        </p:sp>
        <p:sp>
          <p:nvSpPr>
            <p:cNvPr id="158" name="03_assume_matched_157">
              <a:extLst>
                <a:ext uri="{FF2B5EF4-FFF2-40B4-BE49-F238E27FC236}">
                  <a16:creationId xmlns:a16="http://schemas.microsoft.com/office/drawing/2014/main" id="{8F9C26C8-E137-4FAF-BA75-57FEDFEDCBB1}"/>
                </a:ext>
              </a:extLst>
            </p:cNvPr>
            <p:cNvSpPr>
              <a:spLocks/>
            </p:cNvSpPr>
            <p:nvPr/>
          </p:nvSpPr>
          <p:spPr>
            <a:xfrm>
              <a:off x="1523108" y="1962874"/>
              <a:ext cx="28398" cy="28398"/>
            </a:xfrm>
            <a:prstGeom prst="ellipse">
              <a:avLst/>
            </a:prstGeom>
            <a:solidFill>
              <a:srgbClr val="7F8C97">
                <a:alpha val="48000"/>
              </a:srgbClr>
            </a:solidFill>
            <a:ln w="0">
              <a:noFill/>
              <a:prstDash val="solid"/>
            </a:ln>
          </p:spPr>
        </p:sp>
        <p:sp>
          <p:nvSpPr>
            <p:cNvPr id="159" name="03_assume_matched_158">
              <a:extLst>
                <a:ext uri="{FF2B5EF4-FFF2-40B4-BE49-F238E27FC236}">
                  <a16:creationId xmlns:a16="http://schemas.microsoft.com/office/drawing/2014/main" id="{2E67A760-04EE-48C8-BFCD-49F5EC48B895}"/>
                </a:ext>
              </a:extLst>
            </p:cNvPr>
            <p:cNvSpPr>
              <a:spLocks/>
            </p:cNvSpPr>
            <p:nvPr/>
          </p:nvSpPr>
          <p:spPr>
            <a:xfrm>
              <a:off x="1431726" y="1378004"/>
              <a:ext cx="28398" cy="28398"/>
            </a:xfrm>
            <a:prstGeom prst="ellipse">
              <a:avLst/>
            </a:prstGeom>
            <a:solidFill>
              <a:srgbClr val="7F8C97">
                <a:alpha val="48000"/>
              </a:srgbClr>
            </a:solidFill>
            <a:ln w="0">
              <a:noFill/>
              <a:prstDash val="solid"/>
            </a:ln>
          </p:spPr>
        </p:sp>
        <p:sp>
          <p:nvSpPr>
            <p:cNvPr id="160" name="03_assume_matched_159">
              <a:extLst>
                <a:ext uri="{FF2B5EF4-FFF2-40B4-BE49-F238E27FC236}">
                  <a16:creationId xmlns:a16="http://schemas.microsoft.com/office/drawing/2014/main" id="{ED8588A2-2FA6-49C6-9667-42A3656A60A6}"/>
                </a:ext>
              </a:extLst>
            </p:cNvPr>
            <p:cNvSpPr>
              <a:spLocks/>
            </p:cNvSpPr>
            <p:nvPr/>
          </p:nvSpPr>
          <p:spPr>
            <a:xfrm>
              <a:off x="1420933" y="1865395"/>
              <a:ext cx="28398" cy="28398"/>
            </a:xfrm>
            <a:prstGeom prst="ellipse">
              <a:avLst/>
            </a:prstGeom>
            <a:solidFill>
              <a:srgbClr val="7F8C97">
                <a:alpha val="48000"/>
              </a:srgbClr>
            </a:solidFill>
            <a:ln w="0">
              <a:noFill/>
              <a:prstDash val="solid"/>
            </a:ln>
          </p:spPr>
        </p:sp>
        <p:sp>
          <p:nvSpPr>
            <p:cNvPr id="161" name="03_assume_matched_160">
              <a:extLst>
                <a:ext uri="{FF2B5EF4-FFF2-40B4-BE49-F238E27FC236}">
                  <a16:creationId xmlns:a16="http://schemas.microsoft.com/office/drawing/2014/main" id="{2EC50EBF-8A36-4269-9A1A-08981C182F0E}"/>
                </a:ext>
              </a:extLst>
            </p:cNvPr>
            <p:cNvSpPr>
              <a:spLocks/>
            </p:cNvSpPr>
            <p:nvPr/>
          </p:nvSpPr>
          <p:spPr>
            <a:xfrm>
              <a:off x="1503825" y="1524222"/>
              <a:ext cx="28398" cy="28398"/>
            </a:xfrm>
            <a:prstGeom prst="ellipse">
              <a:avLst/>
            </a:prstGeom>
            <a:solidFill>
              <a:srgbClr val="7F8C97">
                <a:alpha val="48000"/>
              </a:srgbClr>
            </a:solidFill>
            <a:ln w="0">
              <a:noFill/>
              <a:prstDash val="solid"/>
            </a:ln>
          </p:spPr>
        </p:sp>
        <p:sp>
          <p:nvSpPr>
            <p:cNvPr id="162" name="03_assume_matched_161">
              <a:extLst>
                <a:ext uri="{FF2B5EF4-FFF2-40B4-BE49-F238E27FC236}">
                  <a16:creationId xmlns:a16="http://schemas.microsoft.com/office/drawing/2014/main" id="{55F1AC7F-005E-4B46-B562-BDA548A26165}"/>
                </a:ext>
              </a:extLst>
            </p:cNvPr>
            <p:cNvSpPr>
              <a:spLocks/>
            </p:cNvSpPr>
            <p:nvPr/>
          </p:nvSpPr>
          <p:spPr>
            <a:xfrm>
              <a:off x="1540953" y="1962874"/>
              <a:ext cx="28398" cy="28398"/>
            </a:xfrm>
            <a:prstGeom prst="ellipse">
              <a:avLst/>
            </a:prstGeom>
            <a:solidFill>
              <a:srgbClr val="7F8C97">
                <a:alpha val="48000"/>
              </a:srgbClr>
            </a:solidFill>
            <a:ln w="0">
              <a:noFill/>
              <a:prstDash val="solid"/>
            </a:ln>
          </p:spPr>
        </p:sp>
        <p:sp>
          <p:nvSpPr>
            <p:cNvPr id="163" name="03_assume_matched_162">
              <a:extLst>
                <a:ext uri="{FF2B5EF4-FFF2-40B4-BE49-F238E27FC236}">
                  <a16:creationId xmlns:a16="http://schemas.microsoft.com/office/drawing/2014/main" id="{336B45FD-290C-479C-9B01-27CE3ECCD3D6}"/>
                </a:ext>
              </a:extLst>
            </p:cNvPr>
            <p:cNvSpPr>
              <a:spLocks/>
            </p:cNvSpPr>
            <p:nvPr/>
          </p:nvSpPr>
          <p:spPr>
            <a:xfrm>
              <a:off x="1547141" y="1572961"/>
              <a:ext cx="28398" cy="28398"/>
            </a:xfrm>
            <a:prstGeom prst="ellipse">
              <a:avLst/>
            </a:prstGeom>
            <a:solidFill>
              <a:srgbClr val="7F8C97">
                <a:alpha val="48000"/>
              </a:srgbClr>
            </a:solidFill>
            <a:ln w="0">
              <a:noFill/>
              <a:prstDash val="solid"/>
            </a:ln>
          </p:spPr>
        </p:sp>
        <p:sp>
          <p:nvSpPr>
            <p:cNvPr id="164" name="03_assume_matched_163">
              <a:extLst>
                <a:ext uri="{FF2B5EF4-FFF2-40B4-BE49-F238E27FC236}">
                  <a16:creationId xmlns:a16="http://schemas.microsoft.com/office/drawing/2014/main" id="{7F6BA0D5-B673-4F4D-BF19-D2E4FCD0FD23}"/>
                </a:ext>
              </a:extLst>
            </p:cNvPr>
            <p:cNvSpPr>
              <a:spLocks/>
            </p:cNvSpPr>
            <p:nvPr/>
          </p:nvSpPr>
          <p:spPr>
            <a:xfrm>
              <a:off x="1458206" y="1962874"/>
              <a:ext cx="28398" cy="28398"/>
            </a:xfrm>
            <a:prstGeom prst="ellipse">
              <a:avLst/>
            </a:prstGeom>
            <a:solidFill>
              <a:srgbClr val="7F8C97">
                <a:alpha val="48000"/>
              </a:srgbClr>
            </a:solidFill>
            <a:ln w="0">
              <a:noFill/>
              <a:prstDash val="solid"/>
            </a:ln>
          </p:spPr>
        </p:sp>
        <p:sp>
          <p:nvSpPr>
            <p:cNvPr id="165" name="03_assume_matched_164">
              <a:extLst>
                <a:ext uri="{FF2B5EF4-FFF2-40B4-BE49-F238E27FC236}">
                  <a16:creationId xmlns:a16="http://schemas.microsoft.com/office/drawing/2014/main" id="{98164165-6F22-4E72-A8A3-EA4532EA8B4B}"/>
                </a:ext>
              </a:extLst>
            </p:cNvPr>
            <p:cNvSpPr>
              <a:spLocks/>
            </p:cNvSpPr>
            <p:nvPr/>
          </p:nvSpPr>
          <p:spPr>
            <a:xfrm>
              <a:off x="1511020" y="1962874"/>
              <a:ext cx="28398" cy="28398"/>
            </a:xfrm>
            <a:prstGeom prst="ellipse">
              <a:avLst/>
            </a:prstGeom>
            <a:solidFill>
              <a:srgbClr val="7F8C97">
                <a:alpha val="48000"/>
              </a:srgbClr>
            </a:solidFill>
            <a:ln w="0">
              <a:noFill/>
              <a:prstDash val="solid"/>
            </a:ln>
          </p:spPr>
        </p:sp>
        <p:sp>
          <p:nvSpPr>
            <p:cNvPr id="166" name="03_assume_matched_165">
              <a:extLst>
                <a:ext uri="{FF2B5EF4-FFF2-40B4-BE49-F238E27FC236}">
                  <a16:creationId xmlns:a16="http://schemas.microsoft.com/office/drawing/2014/main" id="{657E3143-BE7C-4DDE-8729-BE8C830BE0AD}"/>
                </a:ext>
              </a:extLst>
            </p:cNvPr>
            <p:cNvSpPr>
              <a:spLocks/>
            </p:cNvSpPr>
            <p:nvPr/>
          </p:nvSpPr>
          <p:spPr>
            <a:xfrm>
              <a:off x="1521957" y="1378004"/>
              <a:ext cx="28398" cy="28398"/>
            </a:xfrm>
            <a:prstGeom prst="ellipse">
              <a:avLst/>
            </a:prstGeom>
            <a:solidFill>
              <a:srgbClr val="7F8C97">
                <a:alpha val="48000"/>
              </a:srgbClr>
            </a:solidFill>
            <a:ln w="0">
              <a:noFill/>
              <a:prstDash val="solid"/>
            </a:ln>
          </p:spPr>
        </p:sp>
        <p:sp>
          <p:nvSpPr>
            <p:cNvPr id="167" name="03_assume_matched_166">
              <a:extLst>
                <a:ext uri="{FF2B5EF4-FFF2-40B4-BE49-F238E27FC236}">
                  <a16:creationId xmlns:a16="http://schemas.microsoft.com/office/drawing/2014/main" id="{5FD33BD0-0B2F-44F4-BC66-AE3E1EDC6D2A}"/>
                </a:ext>
              </a:extLst>
            </p:cNvPr>
            <p:cNvSpPr>
              <a:spLocks/>
            </p:cNvSpPr>
            <p:nvPr/>
          </p:nvSpPr>
          <p:spPr>
            <a:xfrm>
              <a:off x="1539370" y="1378004"/>
              <a:ext cx="28398" cy="28398"/>
            </a:xfrm>
            <a:prstGeom prst="ellipse">
              <a:avLst/>
            </a:prstGeom>
            <a:solidFill>
              <a:srgbClr val="7F8C97">
                <a:alpha val="48000"/>
              </a:srgbClr>
            </a:solidFill>
            <a:ln w="0">
              <a:noFill/>
              <a:prstDash val="solid"/>
            </a:ln>
          </p:spPr>
        </p:sp>
        <p:sp>
          <p:nvSpPr>
            <p:cNvPr id="168" name="03_assume_matched_167">
              <a:extLst>
                <a:ext uri="{FF2B5EF4-FFF2-40B4-BE49-F238E27FC236}">
                  <a16:creationId xmlns:a16="http://schemas.microsoft.com/office/drawing/2014/main" id="{C4411B32-CC4F-4C27-BA65-69FBBCAA03DC}"/>
                </a:ext>
              </a:extLst>
            </p:cNvPr>
            <p:cNvSpPr>
              <a:spLocks/>
            </p:cNvSpPr>
            <p:nvPr/>
          </p:nvSpPr>
          <p:spPr>
            <a:xfrm>
              <a:off x="1524116" y="1378004"/>
              <a:ext cx="28398" cy="28398"/>
            </a:xfrm>
            <a:prstGeom prst="ellipse">
              <a:avLst/>
            </a:prstGeom>
            <a:solidFill>
              <a:srgbClr val="7F8C97">
                <a:alpha val="48000"/>
              </a:srgbClr>
            </a:solidFill>
            <a:ln w="0">
              <a:noFill/>
              <a:prstDash val="solid"/>
            </a:ln>
          </p:spPr>
        </p:sp>
        <p:sp>
          <p:nvSpPr>
            <p:cNvPr id="169" name="03_assume_matched_168">
              <a:extLst>
                <a:ext uri="{FF2B5EF4-FFF2-40B4-BE49-F238E27FC236}">
                  <a16:creationId xmlns:a16="http://schemas.microsoft.com/office/drawing/2014/main" id="{E1A5B5A4-65DB-4912-B836-FDF90BBFACF6}"/>
                </a:ext>
              </a:extLst>
            </p:cNvPr>
            <p:cNvSpPr>
              <a:spLocks/>
            </p:cNvSpPr>
            <p:nvPr/>
          </p:nvSpPr>
          <p:spPr>
            <a:xfrm>
              <a:off x="1502386" y="1962874"/>
              <a:ext cx="28398" cy="28398"/>
            </a:xfrm>
            <a:prstGeom prst="ellipse">
              <a:avLst/>
            </a:prstGeom>
            <a:solidFill>
              <a:srgbClr val="7F8C97">
                <a:alpha val="48000"/>
              </a:srgbClr>
            </a:solidFill>
            <a:ln w="0">
              <a:noFill/>
              <a:prstDash val="solid"/>
            </a:ln>
          </p:spPr>
        </p:sp>
        <p:sp>
          <p:nvSpPr>
            <p:cNvPr id="170" name="03_assume_matched_169">
              <a:extLst>
                <a:ext uri="{FF2B5EF4-FFF2-40B4-BE49-F238E27FC236}">
                  <a16:creationId xmlns:a16="http://schemas.microsoft.com/office/drawing/2014/main" id="{0899AA58-2AFB-4FE5-8E46-F614211D9DE5}"/>
                </a:ext>
              </a:extLst>
            </p:cNvPr>
            <p:cNvSpPr>
              <a:spLocks/>
            </p:cNvSpPr>
            <p:nvPr/>
          </p:nvSpPr>
          <p:spPr>
            <a:xfrm>
              <a:off x="1414169" y="1378004"/>
              <a:ext cx="28398" cy="28398"/>
            </a:xfrm>
            <a:prstGeom prst="ellipse">
              <a:avLst/>
            </a:prstGeom>
            <a:solidFill>
              <a:srgbClr val="7F8C97">
                <a:alpha val="48000"/>
              </a:srgbClr>
            </a:solidFill>
            <a:ln w="0">
              <a:noFill/>
              <a:prstDash val="solid"/>
            </a:ln>
          </p:spPr>
        </p:sp>
        <p:sp>
          <p:nvSpPr>
            <p:cNvPr id="171" name="03_assume_matched_170">
              <a:extLst>
                <a:ext uri="{FF2B5EF4-FFF2-40B4-BE49-F238E27FC236}">
                  <a16:creationId xmlns:a16="http://schemas.microsoft.com/office/drawing/2014/main" id="{783BF702-48B8-49FE-9488-6500B1EC5038}"/>
                </a:ext>
              </a:extLst>
            </p:cNvPr>
            <p:cNvSpPr>
              <a:spLocks/>
            </p:cNvSpPr>
            <p:nvPr/>
          </p:nvSpPr>
          <p:spPr>
            <a:xfrm>
              <a:off x="1428129" y="1962874"/>
              <a:ext cx="28398" cy="28398"/>
            </a:xfrm>
            <a:prstGeom prst="ellipse">
              <a:avLst/>
            </a:prstGeom>
            <a:solidFill>
              <a:srgbClr val="7F8C97">
                <a:alpha val="48000"/>
              </a:srgbClr>
            </a:solidFill>
            <a:ln w="0">
              <a:noFill/>
              <a:prstDash val="solid"/>
            </a:ln>
          </p:spPr>
        </p:sp>
        <p:sp>
          <p:nvSpPr>
            <p:cNvPr id="172" name="03_assume_matched_171">
              <a:extLst>
                <a:ext uri="{FF2B5EF4-FFF2-40B4-BE49-F238E27FC236}">
                  <a16:creationId xmlns:a16="http://schemas.microsoft.com/office/drawing/2014/main" id="{A4908D43-F7C8-4D85-900F-3B33D191404A}"/>
                </a:ext>
              </a:extLst>
            </p:cNvPr>
            <p:cNvSpPr>
              <a:spLocks/>
            </p:cNvSpPr>
            <p:nvPr/>
          </p:nvSpPr>
          <p:spPr>
            <a:xfrm>
              <a:off x="1489290" y="1378004"/>
              <a:ext cx="28398" cy="28398"/>
            </a:xfrm>
            <a:prstGeom prst="ellipse">
              <a:avLst/>
            </a:prstGeom>
            <a:solidFill>
              <a:srgbClr val="7F8C97">
                <a:alpha val="48000"/>
              </a:srgbClr>
            </a:solidFill>
            <a:ln w="0">
              <a:noFill/>
              <a:prstDash val="solid"/>
            </a:ln>
          </p:spPr>
        </p:sp>
        <p:sp>
          <p:nvSpPr>
            <p:cNvPr id="173" name="03_assume_matched_172">
              <a:extLst>
                <a:ext uri="{FF2B5EF4-FFF2-40B4-BE49-F238E27FC236}">
                  <a16:creationId xmlns:a16="http://schemas.microsoft.com/office/drawing/2014/main" id="{1140368D-6988-43DF-901C-56353BF0D249}"/>
                </a:ext>
              </a:extLst>
            </p:cNvPr>
            <p:cNvSpPr>
              <a:spLocks/>
            </p:cNvSpPr>
            <p:nvPr/>
          </p:nvSpPr>
          <p:spPr>
            <a:xfrm>
              <a:off x="1434173" y="1962874"/>
              <a:ext cx="28398" cy="28398"/>
            </a:xfrm>
            <a:prstGeom prst="ellipse">
              <a:avLst/>
            </a:prstGeom>
            <a:solidFill>
              <a:srgbClr val="7F8C97">
                <a:alpha val="48000"/>
              </a:srgbClr>
            </a:solidFill>
            <a:ln w="0">
              <a:noFill/>
              <a:prstDash val="solid"/>
            </a:ln>
          </p:spPr>
        </p:sp>
        <p:sp>
          <p:nvSpPr>
            <p:cNvPr id="174" name="03_assume_matched_173">
              <a:extLst>
                <a:ext uri="{FF2B5EF4-FFF2-40B4-BE49-F238E27FC236}">
                  <a16:creationId xmlns:a16="http://schemas.microsoft.com/office/drawing/2014/main" id="{876FF0AD-D983-4538-8410-D6227FE3E422}"/>
                </a:ext>
              </a:extLst>
            </p:cNvPr>
            <p:cNvSpPr>
              <a:spLocks/>
            </p:cNvSpPr>
            <p:nvPr/>
          </p:nvSpPr>
          <p:spPr>
            <a:xfrm>
              <a:off x="1460220" y="1962874"/>
              <a:ext cx="28398" cy="28398"/>
            </a:xfrm>
            <a:prstGeom prst="ellipse">
              <a:avLst/>
            </a:prstGeom>
            <a:solidFill>
              <a:srgbClr val="7F8C97">
                <a:alpha val="48000"/>
              </a:srgbClr>
            </a:solidFill>
            <a:ln w="0">
              <a:noFill/>
              <a:prstDash val="solid"/>
            </a:ln>
          </p:spPr>
        </p:sp>
        <p:sp>
          <p:nvSpPr>
            <p:cNvPr id="175" name="03_assume_matched_174">
              <a:extLst>
                <a:ext uri="{FF2B5EF4-FFF2-40B4-BE49-F238E27FC236}">
                  <a16:creationId xmlns:a16="http://schemas.microsoft.com/office/drawing/2014/main" id="{885990BA-0CAE-4DB4-B5D3-48B0FB7CCA3F}"/>
                </a:ext>
              </a:extLst>
            </p:cNvPr>
            <p:cNvSpPr>
              <a:spLocks/>
            </p:cNvSpPr>
            <p:nvPr/>
          </p:nvSpPr>
          <p:spPr>
            <a:xfrm>
              <a:off x="1409276" y="1962874"/>
              <a:ext cx="28398" cy="28398"/>
            </a:xfrm>
            <a:prstGeom prst="ellipse">
              <a:avLst/>
            </a:prstGeom>
            <a:solidFill>
              <a:srgbClr val="7F8C97">
                <a:alpha val="48000"/>
              </a:srgbClr>
            </a:solidFill>
            <a:ln w="0">
              <a:noFill/>
              <a:prstDash val="solid"/>
            </a:ln>
          </p:spPr>
        </p:sp>
        <p:sp>
          <p:nvSpPr>
            <p:cNvPr id="176" name="03_assume_matched_175">
              <a:extLst>
                <a:ext uri="{FF2B5EF4-FFF2-40B4-BE49-F238E27FC236}">
                  <a16:creationId xmlns:a16="http://schemas.microsoft.com/office/drawing/2014/main" id="{10C2972F-BB62-41E8-AB97-2D186E1B80B9}"/>
                </a:ext>
              </a:extLst>
            </p:cNvPr>
            <p:cNvSpPr>
              <a:spLocks/>
            </p:cNvSpPr>
            <p:nvPr/>
          </p:nvSpPr>
          <p:spPr>
            <a:xfrm>
              <a:off x="2281956" y="1482981"/>
              <a:ext cx="28398" cy="28398"/>
            </a:xfrm>
            <a:prstGeom prst="ellipse">
              <a:avLst/>
            </a:prstGeom>
            <a:solidFill>
              <a:srgbClr val="7F8C97">
                <a:alpha val="48000"/>
              </a:srgbClr>
            </a:solidFill>
            <a:ln w="0">
              <a:noFill/>
              <a:prstDash val="solid"/>
            </a:ln>
          </p:spPr>
        </p:sp>
        <p:sp>
          <p:nvSpPr>
            <p:cNvPr id="177" name="03_assume_matched_176">
              <a:extLst>
                <a:ext uri="{FF2B5EF4-FFF2-40B4-BE49-F238E27FC236}">
                  <a16:creationId xmlns:a16="http://schemas.microsoft.com/office/drawing/2014/main" id="{41E49B08-8FC7-42FC-BF3E-C81F12F1D88A}"/>
                </a:ext>
              </a:extLst>
            </p:cNvPr>
            <p:cNvSpPr>
              <a:spLocks/>
            </p:cNvSpPr>
            <p:nvPr/>
          </p:nvSpPr>
          <p:spPr>
            <a:xfrm>
              <a:off x="2270443" y="1962874"/>
              <a:ext cx="28398" cy="28398"/>
            </a:xfrm>
            <a:prstGeom prst="ellipse">
              <a:avLst/>
            </a:prstGeom>
            <a:solidFill>
              <a:srgbClr val="7F8C97">
                <a:alpha val="48000"/>
              </a:srgbClr>
            </a:solidFill>
            <a:ln w="0">
              <a:noFill/>
              <a:prstDash val="solid"/>
            </a:ln>
          </p:spPr>
        </p:sp>
        <p:sp>
          <p:nvSpPr>
            <p:cNvPr id="178" name="03_assume_matched_177">
              <a:extLst>
                <a:ext uri="{FF2B5EF4-FFF2-40B4-BE49-F238E27FC236}">
                  <a16:creationId xmlns:a16="http://schemas.microsoft.com/office/drawing/2014/main" id="{E927B1D0-3B8C-45BD-8E36-2ADFBF748976}"/>
                </a:ext>
              </a:extLst>
            </p:cNvPr>
            <p:cNvSpPr>
              <a:spLocks/>
            </p:cNvSpPr>
            <p:nvPr/>
          </p:nvSpPr>
          <p:spPr>
            <a:xfrm>
              <a:off x="2213311" y="1962874"/>
              <a:ext cx="28398" cy="28398"/>
            </a:xfrm>
            <a:prstGeom prst="ellipse">
              <a:avLst/>
            </a:prstGeom>
            <a:solidFill>
              <a:srgbClr val="7F8C97">
                <a:alpha val="48000"/>
              </a:srgbClr>
            </a:solidFill>
            <a:ln w="0">
              <a:noFill/>
              <a:prstDash val="solid"/>
            </a:ln>
          </p:spPr>
        </p:sp>
        <p:sp>
          <p:nvSpPr>
            <p:cNvPr id="179" name="03_assume_matched_178">
              <a:extLst>
                <a:ext uri="{FF2B5EF4-FFF2-40B4-BE49-F238E27FC236}">
                  <a16:creationId xmlns:a16="http://schemas.microsoft.com/office/drawing/2014/main" id="{8D0DEB4F-9415-4F3E-A942-4392E75F6C4C}"/>
                </a:ext>
              </a:extLst>
            </p:cNvPr>
            <p:cNvSpPr>
              <a:spLocks/>
            </p:cNvSpPr>
            <p:nvPr/>
          </p:nvSpPr>
          <p:spPr>
            <a:xfrm>
              <a:off x="2292173" y="1378004"/>
              <a:ext cx="28398" cy="28398"/>
            </a:xfrm>
            <a:prstGeom prst="ellipse">
              <a:avLst/>
            </a:prstGeom>
            <a:solidFill>
              <a:srgbClr val="7F8C97">
                <a:alpha val="48000"/>
              </a:srgbClr>
            </a:solidFill>
            <a:ln w="0">
              <a:noFill/>
              <a:prstDash val="solid"/>
            </a:ln>
          </p:spPr>
        </p:sp>
        <p:sp>
          <p:nvSpPr>
            <p:cNvPr id="180" name="03_assume_matched_179">
              <a:extLst>
                <a:ext uri="{FF2B5EF4-FFF2-40B4-BE49-F238E27FC236}">
                  <a16:creationId xmlns:a16="http://schemas.microsoft.com/office/drawing/2014/main" id="{1B94D174-3A65-417F-87D2-AC8AF472E5A5}"/>
                </a:ext>
              </a:extLst>
            </p:cNvPr>
            <p:cNvSpPr>
              <a:spLocks/>
            </p:cNvSpPr>
            <p:nvPr/>
          </p:nvSpPr>
          <p:spPr>
            <a:xfrm>
              <a:off x="2259938" y="1378004"/>
              <a:ext cx="28398" cy="28398"/>
            </a:xfrm>
            <a:prstGeom prst="ellipse">
              <a:avLst/>
            </a:prstGeom>
            <a:solidFill>
              <a:srgbClr val="7F8C97">
                <a:alpha val="48000"/>
              </a:srgbClr>
            </a:solidFill>
            <a:ln w="0">
              <a:noFill/>
              <a:prstDash val="solid"/>
            </a:ln>
          </p:spPr>
        </p:sp>
        <p:sp>
          <p:nvSpPr>
            <p:cNvPr id="181" name="03_assume_matched_180">
              <a:extLst>
                <a:ext uri="{FF2B5EF4-FFF2-40B4-BE49-F238E27FC236}">
                  <a16:creationId xmlns:a16="http://schemas.microsoft.com/office/drawing/2014/main" id="{E0EBA538-4B87-42FE-A508-ACD5CA09C552}"/>
                </a:ext>
              </a:extLst>
            </p:cNvPr>
            <p:cNvSpPr>
              <a:spLocks/>
            </p:cNvSpPr>
            <p:nvPr/>
          </p:nvSpPr>
          <p:spPr>
            <a:xfrm>
              <a:off x="2164670" y="1537514"/>
              <a:ext cx="28398" cy="28398"/>
            </a:xfrm>
            <a:prstGeom prst="ellipse">
              <a:avLst/>
            </a:prstGeom>
            <a:solidFill>
              <a:srgbClr val="7F8C97">
                <a:alpha val="48000"/>
              </a:srgbClr>
            </a:solidFill>
            <a:ln w="0">
              <a:noFill/>
              <a:prstDash val="solid"/>
            </a:ln>
          </p:spPr>
        </p:sp>
        <p:sp>
          <p:nvSpPr>
            <p:cNvPr id="182" name="03_assume_matched_181">
              <a:extLst>
                <a:ext uri="{FF2B5EF4-FFF2-40B4-BE49-F238E27FC236}">
                  <a16:creationId xmlns:a16="http://schemas.microsoft.com/office/drawing/2014/main" id="{A653063C-FBE6-494C-A27A-4E3E8CE7FA54}"/>
                </a:ext>
              </a:extLst>
            </p:cNvPr>
            <p:cNvSpPr>
              <a:spLocks/>
            </p:cNvSpPr>
            <p:nvPr/>
          </p:nvSpPr>
          <p:spPr>
            <a:xfrm>
              <a:off x="2195322" y="1962874"/>
              <a:ext cx="28398" cy="28398"/>
            </a:xfrm>
            <a:prstGeom prst="ellipse">
              <a:avLst/>
            </a:prstGeom>
            <a:solidFill>
              <a:srgbClr val="7F8C97">
                <a:alpha val="48000"/>
              </a:srgbClr>
            </a:solidFill>
            <a:ln w="0">
              <a:noFill/>
              <a:prstDash val="solid"/>
            </a:ln>
          </p:spPr>
        </p:sp>
        <p:sp>
          <p:nvSpPr>
            <p:cNvPr id="183" name="03_assume_matched_182">
              <a:extLst>
                <a:ext uri="{FF2B5EF4-FFF2-40B4-BE49-F238E27FC236}">
                  <a16:creationId xmlns:a16="http://schemas.microsoft.com/office/drawing/2014/main" id="{E0835B02-D1F4-4DDB-A866-12802482EB7C}"/>
                </a:ext>
              </a:extLst>
            </p:cNvPr>
            <p:cNvSpPr>
              <a:spLocks/>
            </p:cNvSpPr>
            <p:nvPr/>
          </p:nvSpPr>
          <p:spPr>
            <a:xfrm>
              <a:off x="2164382" y="1962874"/>
              <a:ext cx="28398" cy="28398"/>
            </a:xfrm>
            <a:prstGeom prst="ellipse">
              <a:avLst/>
            </a:prstGeom>
            <a:solidFill>
              <a:srgbClr val="7F8C97">
                <a:alpha val="48000"/>
              </a:srgbClr>
            </a:solidFill>
            <a:ln w="0">
              <a:noFill/>
              <a:prstDash val="solid"/>
            </a:ln>
          </p:spPr>
        </p:sp>
        <p:sp>
          <p:nvSpPr>
            <p:cNvPr id="184" name="03_assume_matched_183">
              <a:extLst>
                <a:ext uri="{FF2B5EF4-FFF2-40B4-BE49-F238E27FC236}">
                  <a16:creationId xmlns:a16="http://schemas.microsoft.com/office/drawing/2014/main" id="{10DE537B-25E9-4777-9499-7BB1B9C4CF8D}"/>
                </a:ext>
              </a:extLst>
            </p:cNvPr>
            <p:cNvSpPr>
              <a:spLocks/>
            </p:cNvSpPr>
            <p:nvPr/>
          </p:nvSpPr>
          <p:spPr>
            <a:xfrm>
              <a:off x="2245691" y="1962874"/>
              <a:ext cx="28398" cy="28398"/>
            </a:xfrm>
            <a:prstGeom prst="ellipse">
              <a:avLst/>
            </a:prstGeom>
            <a:solidFill>
              <a:srgbClr val="7F8C97">
                <a:alpha val="48000"/>
              </a:srgbClr>
            </a:solidFill>
            <a:ln w="0">
              <a:noFill/>
              <a:prstDash val="solid"/>
            </a:ln>
          </p:spPr>
        </p:sp>
        <p:sp>
          <p:nvSpPr>
            <p:cNvPr id="185" name="03_assume_matched_184">
              <a:extLst>
                <a:ext uri="{FF2B5EF4-FFF2-40B4-BE49-F238E27FC236}">
                  <a16:creationId xmlns:a16="http://schemas.microsoft.com/office/drawing/2014/main" id="{AC02C472-CB25-4AFD-95F7-EC436866FD2A}"/>
                </a:ext>
              </a:extLst>
            </p:cNvPr>
            <p:cNvSpPr>
              <a:spLocks/>
            </p:cNvSpPr>
            <p:nvPr/>
          </p:nvSpPr>
          <p:spPr>
            <a:xfrm>
              <a:off x="2226982" y="1962874"/>
              <a:ext cx="28398" cy="28398"/>
            </a:xfrm>
            <a:prstGeom prst="ellipse">
              <a:avLst/>
            </a:prstGeom>
            <a:solidFill>
              <a:srgbClr val="7F8C97">
                <a:alpha val="48000"/>
              </a:srgbClr>
            </a:solidFill>
            <a:ln w="0">
              <a:noFill/>
              <a:prstDash val="solid"/>
            </a:ln>
          </p:spPr>
        </p:sp>
        <p:sp>
          <p:nvSpPr>
            <p:cNvPr id="186" name="03_assume_matched_185">
              <a:extLst>
                <a:ext uri="{FF2B5EF4-FFF2-40B4-BE49-F238E27FC236}">
                  <a16:creationId xmlns:a16="http://schemas.microsoft.com/office/drawing/2014/main" id="{0D27D0FE-42D7-437A-A306-32E0189992FA}"/>
                </a:ext>
              </a:extLst>
            </p:cNvPr>
            <p:cNvSpPr>
              <a:spLocks/>
            </p:cNvSpPr>
            <p:nvPr/>
          </p:nvSpPr>
          <p:spPr>
            <a:xfrm>
              <a:off x="2211728" y="1962874"/>
              <a:ext cx="28398" cy="28398"/>
            </a:xfrm>
            <a:prstGeom prst="ellipse">
              <a:avLst/>
            </a:prstGeom>
            <a:solidFill>
              <a:srgbClr val="7F8C97">
                <a:alpha val="48000"/>
              </a:srgbClr>
            </a:solidFill>
            <a:ln w="0">
              <a:noFill/>
              <a:prstDash val="solid"/>
            </a:ln>
          </p:spPr>
        </p:sp>
        <p:sp>
          <p:nvSpPr>
            <p:cNvPr id="187" name="03_assume_matched_186">
              <a:extLst>
                <a:ext uri="{FF2B5EF4-FFF2-40B4-BE49-F238E27FC236}">
                  <a16:creationId xmlns:a16="http://schemas.microsoft.com/office/drawing/2014/main" id="{EE763C78-6343-467B-B06B-F5291C2050D6}"/>
                </a:ext>
              </a:extLst>
            </p:cNvPr>
            <p:cNvSpPr>
              <a:spLocks/>
            </p:cNvSpPr>
            <p:nvPr/>
          </p:nvSpPr>
          <p:spPr>
            <a:xfrm>
              <a:off x="2197481" y="1962874"/>
              <a:ext cx="28398" cy="28398"/>
            </a:xfrm>
            <a:prstGeom prst="ellipse">
              <a:avLst/>
            </a:prstGeom>
            <a:solidFill>
              <a:srgbClr val="7F8C97">
                <a:alpha val="48000"/>
              </a:srgbClr>
            </a:solidFill>
            <a:ln w="0">
              <a:noFill/>
              <a:prstDash val="solid"/>
            </a:ln>
          </p:spPr>
        </p:sp>
        <p:sp>
          <p:nvSpPr>
            <p:cNvPr id="188" name="03_assume_matched_187">
              <a:extLst>
                <a:ext uri="{FF2B5EF4-FFF2-40B4-BE49-F238E27FC236}">
                  <a16:creationId xmlns:a16="http://schemas.microsoft.com/office/drawing/2014/main" id="{7D5104EC-9E25-458E-9B60-678A44E6AEDE}"/>
                </a:ext>
              </a:extLst>
            </p:cNvPr>
            <p:cNvSpPr>
              <a:spLocks/>
            </p:cNvSpPr>
            <p:nvPr/>
          </p:nvSpPr>
          <p:spPr>
            <a:xfrm>
              <a:off x="2213887" y="1962874"/>
              <a:ext cx="28398" cy="28398"/>
            </a:xfrm>
            <a:prstGeom prst="ellipse">
              <a:avLst/>
            </a:prstGeom>
            <a:solidFill>
              <a:srgbClr val="7F8C97">
                <a:alpha val="48000"/>
              </a:srgbClr>
            </a:solidFill>
            <a:ln w="0">
              <a:noFill/>
              <a:prstDash val="solid"/>
            </a:ln>
          </p:spPr>
        </p:sp>
        <p:sp>
          <p:nvSpPr>
            <p:cNvPr id="189" name="03_assume_matched_188">
              <a:extLst>
                <a:ext uri="{FF2B5EF4-FFF2-40B4-BE49-F238E27FC236}">
                  <a16:creationId xmlns:a16="http://schemas.microsoft.com/office/drawing/2014/main" id="{9B5EBFF0-92EA-461C-8A68-2066BB9F1EF4}"/>
                </a:ext>
              </a:extLst>
            </p:cNvPr>
            <p:cNvSpPr>
              <a:spLocks/>
            </p:cNvSpPr>
            <p:nvPr/>
          </p:nvSpPr>
          <p:spPr>
            <a:xfrm>
              <a:off x="2299081" y="1816656"/>
              <a:ext cx="28398" cy="28398"/>
            </a:xfrm>
            <a:prstGeom prst="ellipse">
              <a:avLst/>
            </a:prstGeom>
            <a:solidFill>
              <a:srgbClr val="7F8C97">
                <a:alpha val="48000"/>
              </a:srgbClr>
            </a:solidFill>
            <a:ln w="0">
              <a:noFill/>
              <a:prstDash val="solid"/>
            </a:ln>
          </p:spPr>
        </p:sp>
        <p:sp>
          <p:nvSpPr>
            <p:cNvPr id="190" name="03_assume_matched_189">
              <a:extLst>
                <a:ext uri="{FF2B5EF4-FFF2-40B4-BE49-F238E27FC236}">
                  <a16:creationId xmlns:a16="http://schemas.microsoft.com/office/drawing/2014/main" id="{D89D9A53-7E19-4AE9-A5D9-FC3ECF1F4C75}"/>
                </a:ext>
              </a:extLst>
            </p:cNvPr>
            <p:cNvSpPr>
              <a:spLocks/>
            </p:cNvSpPr>
            <p:nvPr/>
          </p:nvSpPr>
          <p:spPr>
            <a:xfrm>
              <a:off x="2254037" y="1767917"/>
              <a:ext cx="28398" cy="28398"/>
            </a:xfrm>
            <a:prstGeom prst="ellipse">
              <a:avLst/>
            </a:prstGeom>
            <a:solidFill>
              <a:srgbClr val="7F8C97">
                <a:alpha val="48000"/>
              </a:srgbClr>
            </a:solidFill>
            <a:ln w="0">
              <a:noFill/>
              <a:prstDash val="solid"/>
            </a:ln>
          </p:spPr>
        </p:sp>
        <p:sp>
          <p:nvSpPr>
            <p:cNvPr id="191" name="03_assume_matched_190">
              <a:extLst>
                <a:ext uri="{FF2B5EF4-FFF2-40B4-BE49-F238E27FC236}">
                  <a16:creationId xmlns:a16="http://schemas.microsoft.com/office/drawing/2014/main" id="{D9588252-4CC9-41A8-AE8D-0A47A5F544A5}"/>
                </a:ext>
              </a:extLst>
            </p:cNvPr>
            <p:cNvSpPr>
              <a:spLocks/>
            </p:cNvSpPr>
            <p:nvPr/>
          </p:nvSpPr>
          <p:spPr>
            <a:xfrm>
              <a:off x="2263823" y="1962874"/>
              <a:ext cx="28398" cy="28398"/>
            </a:xfrm>
            <a:prstGeom prst="ellipse">
              <a:avLst/>
            </a:prstGeom>
            <a:solidFill>
              <a:srgbClr val="7F8C97">
                <a:alpha val="48000"/>
              </a:srgbClr>
            </a:solidFill>
            <a:ln w="0">
              <a:noFill/>
              <a:prstDash val="solid"/>
            </a:ln>
          </p:spPr>
        </p:sp>
        <p:sp>
          <p:nvSpPr>
            <p:cNvPr id="192" name="03_assume_matched_191">
              <a:extLst>
                <a:ext uri="{FF2B5EF4-FFF2-40B4-BE49-F238E27FC236}">
                  <a16:creationId xmlns:a16="http://schemas.microsoft.com/office/drawing/2014/main" id="{A59B344B-D319-4333-841E-6AC960FA9A6C}"/>
                </a:ext>
              </a:extLst>
            </p:cNvPr>
            <p:cNvSpPr>
              <a:spLocks/>
            </p:cNvSpPr>
            <p:nvPr/>
          </p:nvSpPr>
          <p:spPr>
            <a:xfrm>
              <a:off x="2200647" y="1930381"/>
              <a:ext cx="28398" cy="28398"/>
            </a:xfrm>
            <a:prstGeom prst="ellipse">
              <a:avLst/>
            </a:prstGeom>
            <a:solidFill>
              <a:srgbClr val="7F8C97">
                <a:alpha val="48000"/>
              </a:srgbClr>
            </a:solidFill>
            <a:ln w="0">
              <a:noFill/>
              <a:prstDash val="solid"/>
            </a:ln>
          </p:spPr>
        </p:sp>
        <p:sp>
          <p:nvSpPr>
            <p:cNvPr id="193" name="03_assume_matched_192">
              <a:extLst>
                <a:ext uri="{FF2B5EF4-FFF2-40B4-BE49-F238E27FC236}">
                  <a16:creationId xmlns:a16="http://schemas.microsoft.com/office/drawing/2014/main" id="{7D5F78D9-6D9E-4A74-9925-1FA7DD501C49}"/>
                </a:ext>
              </a:extLst>
            </p:cNvPr>
            <p:cNvSpPr>
              <a:spLocks/>
            </p:cNvSpPr>
            <p:nvPr/>
          </p:nvSpPr>
          <p:spPr>
            <a:xfrm>
              <a:off x="2291022" y="1962874"/>
              <a:ext cx="28398" cy="28398"/>
            </a:xfrm>
            <a:prstGeom prst="ellipse">
              <a:avLst/>
            </a:prstGeom>
            <a:solidFill>
              <a:srgbClr val="7F8C97">
                <a:alpha val="48000"/>
              </a:srgbClr>
            </a:solidFill>
            <a:ln w="0">
              <a:noFill/>
              <a:prstDash val="solid"/>
            </a:ln>
          </p:spPr>
        </p:sp>
        <p:sp>
          <p:nvSpPr>
            <p:cNvPr id="194" name="03_assume_matched_193">
              <a:extLst>
                <a:ext uri="{FF2B5EF4-FFF2-40B4-BE49-F238E27FC236}">
                  <a16:creationId xmlns:a16="http://schemas.microsoft.com/office/drawing/2014/main" id="{084B98BA-46B1-455D-97C6-B1F27797A647}"/>
                </a:ext>
              </a:extLst>
            </p:cNvPr>
            <p:cNvSpPr>
              <a:spLocks/>
            </p:cNvSpPr>
            <p:nvPr/>
          </p:nvSpPr>
          <p:spPr>
            <a:xfrm>
              <a:off x="2264111" y="1697024"/>
              <a:ext cx="28398" cy="28398"/>
            </a:xfrm>
            <a:prstGeom prst="ellipse">
              <a:avLst/>
            </a:prstGeom>
            <a:solidFill>
              <a:srgbClr val="7F8C97">
                <a:alpha val="48000"/>
              </a:srgbClr>
            </a:solidFill>
            <a:ln w="0">
              <a:noFill/>
              <a:prstDash val="solid"/>
            </a:ln>
          </p:spPr>
        </p:sp>
        <p:sp>
          <p:nvSpPr>
            <p:cNvPr id="195" name="03_assume_matched_194">
              <a:extLst>
                <a:ext uri="{FF2B5EF4-FFF2-40B4-BE49-F238E27FC236}">
                  <a16:creationId xmlns:a16="http://schemas.microsoft.com/office/drawing/2014/main" id="{06D1C840-E6AB-4282-A8AE-B7E8FC8AED00}"/>
                </a:ext>
              </a:extLst>
            </p:cNvPr>
            <p:cNvSpPr>
              <a:spLocks/>
            </p:cNvSpPr>
            <p:nvPr/>
          </p:nvSpPr>
          <p:spPr>
            <a:xfrm>
              <a:off x="2181939" y="1962874"/>
              <a:ext cx="28398" cy="28398"/>
            </a:xfrm>
            <a:prstGeom prst="ellipse">
              <a:avLst/>
            </a:prstGeom>
            <a:solidFill>
              <a:srgbClr val="7F8C97">
                <a:alpha val="48000"/>
              </a:srgbClr>
            </a:solidFill>
            <a:ln w="0">
              <a:noFill/>
              <a:prstDash val="solid"/>
            </a:ln>
          </p:spPr>
        </p:sp>
        <p:sp>
          <p:nvSpPr>
            <p:cNvPr id="196" name="03_assume_matched_195">
              <a:extLst>
                <a:ext uri="{FF2B5EF4-FFF2-40B4-BE49-F238E27FC236}">
                  <a16:creationId xmlns:a16="http://schemas.microsoft.com/office/drawing/2014/main" id="{B55F6CCB-FDA2-4C86-89A8-C16AFBAD78DC}"/>
                </a:ext>
              </a:extLst>
            </p:cNvPr>
            <p:cNvSpPr>
              <a:spLocks/>
            </p:cNvSpPr>
            <p:nvPr/>
          </p:nvSpPr>
          <p:spPr>
            <a:xfrm>
              <a:off x="2189278" y="1962874"/>
              <a:ext cx="28398" cy="28398"/>
            </a:xfrm>
            <a:prstGeom prst="ellipse">
              <a:avLst/>
            </a:prstGeom>
            <a:solidFill>
              <a:srgbClr val="7F8C97">
                <a:alpha val="48000"/>
              </a:srgbClr>
            </a:solidFill>
            <a:ln w="0">
              <a:noFill/>
              <a:prstDash val="solid"/>
            </a:ln>
          </p:spPr>
        </p:sp>
        <p:sp>
          <p:nvSpPr>
            <p:cNvPr id="197" name="03_assume_matched_196">
              <a:extLst>
                <a:ext uri="{FF2B5EF4-FFF2-40B4-BE49-F238E27FC236}">
                  <a16:creationId xmlns:a16="http://schemas.microsoft.com/office/drawing/2014/main" id="{9A111663-E974-4542-A971-4E97BCBE3C91}"/>
                </a:ext>
              </a:extLst>
            </p:cNvPr>
            <p:cNvSpPr>
              <a:spLocks/>
            </p:cNvSpPr>
            <p:nvPr/>
          </p:nvSpPr>
          <p:spPr>
            <a:xfrm>
              <a:off x="2200503" y="1767917"/>
              <a:ext cx="28398" cy="28398"/>
            </a:xfrm>
            <a:prstGeom prst="ellipse">
              <a:avLst/>
            </a:prstGeom>
            <a:solidFill>
              <a:srgbClr val="7F8C97">
                <a:alpha val="48000"/>
              </a:srgbClr>
            </a:solidFill>
            <a:ln w="0">
              <a:noFill/>
              <a:prstDash val="solid"/>
            </a:ln>
          </p:spPr>
        </p:sp>
        <p:sp>
          <p:nvSpPr>
            <p:cNvPr id="198" name="03_assume_matched_197">
              <a:extLst>
                <a:ext uri="{FF2B5EF4-FFF2-40B4-BE49-F238E27FC236}">
                  <a16:creationId xmlns:a16="http://schemas.microsoft.com/office/drawing/2014/main" id="{2A43E965-8B7D-4A09-A512-2784DEFF5ED6}"/>
                </a:ext>
              </a:extLst>
            </p:cNvPr>
            <p:cNvSpPr>
              <a:spLocks/>
            </p:cNvSpPr>
            <p:nvPr/>
          </p:nvSpPr>
          <p:spPr>
            <a:xfrm>
              <a:off x="2289871" y="1962874"/>
              <a:ext cx="28398" cy="28398"/>
            </a:xfrm>
            <a:prstGeom prst="ellipse">
              <a:avLst/>
            </a:prstGeom>
            <a:solidFill>
              <a:srgbClr val="7F8C97">
                <a:alpha val="48000"/>
              </a:srgbClr>
            </a:solidFill>
            <a:ln w="0">
              <a:noFill/>
              <a:prstDash val="solid"/>
            </a:ln>
          </p:spPr>
        </p:sp>
        <p:sp>
          <p:nvSpPr>
            <p:cNvPr id="199" name="03_assume_matched_198">
              <a:extLst>
                <a:ext uri="{FF2B5EF4-FFF2-40B4-BE49-F238E27FC236}">
                  <a16:creationId xmlns:a16="http://schemas.microsoft.com/office/drawing/2014/main" id="{8A5DAACC-FC4D-4B0B-AD80-C86308F6800A}"/>
                </a:ext>
              </a:extLst>
            </p:cNvPr>
            <p:cNvSpPr>
              <a:spLocks/>
            </p:cNvSpPr>
            <p:nvPr/>
          </p:nvSpPr>
          <p:spPr>
            <a:xfrm>
              <a:off x="2202806" y="1378004"/>
              <a:ext cx="28398" cy="28398"/>
            </a:xfrm>
            <a:prstGeom prst="ellipse">
              <a:avLst/>
            </a:prstGeom>
            <a:solidFill>
              <a:srgbClr val="7F8C97">
                <a:alpha val="48000"/>
              </a:srgbClr>
            </a:solidFill>
            <a:ln w="0">
              <a:noFill/>
              <a:prstDash val="solid"/>
            </a:ln>
          </p:spPr>
        </p:sp>
        <p:sp>
          <p:nvSpPr>
            <p:cNvPr id="200" name="03_assume_matched_199">
              <a:extLst>
                <a:ext uri="{FF2B5EF4-FFF2-40B4-BE49-F238E27FC236}">
                  <a16:creationId xmlns:a16="http://schemas.microsoft.com/office/drawing/2014/main" id="{461D1EF7-6742-4F43-B47D-BB97CFD85928}"/>
                </a:ext>
              </a:extLst>
            </p:cNvPr>
            <p:cNvSpPr>
              <a:spLocks/>
            </p:cNvSpPr>
            <p:nvPr/>
          </p:nvSpPr>
          <p:spPr>
            <a:xfrm>
              <a:off x="2281812" y="1962874"/>
              <a:ext cx="28398" cy="28398"/>
            </a:xfrm>
            <a:prstGeom prst="ellipse">
              <a:avLst/>
            </a:prstGeom>
            <a:solidFill>
              <a:srgbClr val="7F8C97">
                <a:alpha val="48000"/>
              </a:srgbClr>
            </a:solidFill>
            <a:ln w="0">
              <a:noFill/>
              <a:prstDash val="solid"/>
            </a:ln>
          </p:spPr>
        </p:sp>
        <p:sp>
          <p:nvSpPr>
            <p:cNvPr id="201" name="03_assume_matched_200">
              <a:extLst>
                <a:ext uri="{FF2B5EF4-FFF2-40B4-BE49-F238E27FC236}">
                  <a16:creationId xmlns:a16="http://schemas.microsoft.com/office/drawing/2014/main" id="{69EBCCC2-30CB-466A-8733-64EA27AE8AE0}"/>
                </a:ext>
              </a:extLst>
            </p:cNvPr>
            <p:cNvSpPr>
              <a:spLocks/>
            </p:cNvSpPr>
            <p:nvPr/>
          </p:nvSpPr>
          <p:spPr>
            <a:xfrm>
              <a:off x="2282963" y="1475483"/>
              <a:ext cx="28398" cy="28398"/>
            </a:xfrm>
            <a:prstGeom prst="ellipse">
              <a:avLst/>
            </a:prstGeom>
            <a:solidFill>
              <a:srgbClr val="7F8C97">
                <a:alpha val="48000"/>
              </a:srgbClr>
            </a:solidFill>
            <a:ln w="0">
              <a:noFill/>
              <a:prstDash val="solid"/>
            </a:ln>
          </p:spPr>
        </p:sp>
        <p:sp>
          <p:nvSpPr>
            <p:cNvPr id="202" name="03_assume_matched_201">
              <a:extLst>
                <a:ext uri="{FF2B5EF4-FFF2-40B4-BE49-F238E27FC236}">
                  <a16:creationId xmlns:a16="http://schemas.microsoft.com/office/drawing/2014/main" id="{917E15E1-C741-41D5-AE22-D3C711F2F078}"/>
                </a:ext>
              </a:extLst>
            </p:cNvPr>
            <p:cNvSpPr>
              <a:spLocks/>
            </p:cNvSpPr>
            <p:nvPr/>
          </p:nvSpPr>
          <p:spPr>
            <a:xfrm>
              <a:off x="2286705" y="1962874"/>
              <a:ext cx="28398" cy="28398"/>
            </a:xfrm>
            <a:prstGeom prst="ellipse">
              <a:avLst/>
            </a:prstGeom>
            <a:solidFill>
              <a:srgbClr val="7F8C97">
                <a:alpha val="48000"/>
              </a:srgbClr>
            </a:solidFill>
            <a:ln w="0">
              <a:noFill/>
              <a:prstDash val="solid"/>
            </a:ln>
          </p:spPr>
        </p:sp>
        <p:sp>
          <p:nvSpPr>
            <p:cNvPr id="203" name="03_assume_matched_202">
              <a:extLst>
                <a:ext uri="{FF2B5EF4-FFF2-40B4-BE49-F238E27FC236}">
                  <a16:creationId xmlns:a16="http://schemas.microsoft.com/office/drawing/2014/main" id="{240B61AD-9F64-408B-B849-59D5EB0DEBEC}"/>
                </a:ext>
              </a:extLst>
            </p:cNvPr>
            <p:cNvSpPr>
              <a:spLocks/>
            </p:cNvSpPr>
            <p:nvPr/>
          </p:nvSpPr>
          <p:spPr>
            <a:xfrm>
              <a:off x="2203957" y="1962874"/>
              <a:ext cx="28398" cy="28398"/>
            </a:xfrm>
            <a:prstGeom prst="ellipse">
              <a:avLst/>
            </a:prstGeom>
            <a:solidFill>
              <a:srgbClr val="7F8C97">
                <a:alpha val="48000"/>
              </a:srgbClr>
            </a:solidFill>
            <a:ln w="0">
              <a:noFill/>
              <a:prstDash val="solid"/>
            </a:ln>
          </p:spPr>
        </p:sp>
        <p:sp>
          <p:nvSpPr>
            <p:cNvPr id="204" name="03_assume_matched_203">
              <a:extLst>
                <a:ext uri="{FF2B5EF4-FFF2-40B4-BE49-F238E27FC236}">
                  <a16:creationId xmlns:a16="http://schemas.microsoft.com/office/drawing/2014/main" id="{973D1A6C-A513-4736-A33D-D1BF1A7BCA45}"/>
                </a:ext>
              </a:extLst>
            </p:cNvPr>
            <p:cNvSpPr>
              <a:spLocks/>
            </p:cNvSpPr>
            <p:nvPr/>
          </p:nvSpPr>
          <p:spPr>
            <a:xfrm>
              <a:off x="2182227" y="1524222"/>
              <a:ext cx="28398" cy="28398"/>
            </a:xfrm>
            <a:prstGeom prst="ellipse">
              <a:avLst/>
            </a:prstGeom>
            <a:solidFill>
              <a:srgbClr val="7F8C97">
                <a:alpha val="48000"/>
              </a:srgbClr>
            </a:solidFill>
            <a:ln w="0">
              <a:noFill/>
              <a:prstDash val="solid"/>
            </a:ln>
          </p:spPr>
        </p:sp>
        <p:sp>
          <p:nvSpPr>
            <p:cNvPr id="205" name="03_assume_matched_204">
              <a:extLst>
                <a:ext uri="{FF2B5EF4-FFF2-40B4-BE49-F238E27FC236}">
                  <a16:creationId xmlns:a16="http://schemas.microsoft.com/office/drawing/2014/main" id="{3999D8E4-D19E-470B-AEEE-62B577C584F6}"/>
                </a:ext>
              </a:extLst>
            </p:cNvPr>
            <p:cNvSpPr>
              <a:spLocks/>
            </p:cNvSpPr>
            <p:nvPr/>
          </p:nvSpPr>
          <p:spPr>
            <a:xfrm>
              <a:off x="2265982" y="1378004"/>
              <a:ext cx="28398" cy="28398"/>
            </a:xfrm>
            <a:prstGeom prst="ellipse">
              <a:avLst/>
            </a:prstGeom>
            <a:solidFill>
              <a:srgbClr val="7F8C97">
                <a:alpha val="48000"/>
              </a:srgbClr>
            </a:solidFill>
            <a:ln w="0">
              <a:noFill/>
              <a:prstDash val="solid"/>
            </a:ln>
          </p:spPr>
        </p:sp>
        <p:sp>
          <p:nvSpPr>
            <p:cNvPr id="206" name="03_assume_matched_205">
              <a:extLst>
                <a:ext uri="{FF2B5EF4-FFF2-40B4-BE49-F238E27FC236}">
                  <a16:creationId xmlns:a16="http://schemas.microsoft.com/office/drawing/2014/main" id="{7F4DC08E-4B38-4697-A74B-82A98B1D7F3C}"/>
                </a:ext>
              </a:extLst>
            </p:cNvPr>
            <p:cNvSpPr>
              <a:spLocks/>
            </p:cNvSpPr>
            <p:nvPr/>
          </p:nvSpPr>
          <p:spPr>
            <a:xfrm>
              <a:off x="2175463" y="1962874"/>
              <a:ext cx="28398" cy="28398"/>
            </a:xfrm>
            <a:prstGeom prst="ellipse">
              <a:avLst/>
            </a:prstGeom>
            <a:solidFill>
              <a:srgbClr val="7F8C97">
                <a:alpha val="48000"/>
              </a:srgbClr>
            </a:solidFill>
            <a:ln w="0">
              <a:noFill/>
              <a:prstDash val="solid"/>
            </a:ln>
          </p:spPr>
        </p:sp>
        <p:sp>
          <p:nvSpPr>
            <p:cNvPr id="207" name="03_assume_matched_206">
              <a:extLst>
                <a:ext uri="{FF2B5EF4-FFF2-40B4-BE49-F238E27FC236}">
                  <a16:creationId xmlns:a16="http://schemas.microsoft.com/office/drawing/2014/main" id="{1865C93F-3D10-49CF-8410-639027493A92}"/>
                </a:ext>
              </a:extLst>
            </p:cNvPr>
            <p:cNvSpPr>
              <a:spLocks/>
            </p:cNvSpPr>
            <p:nvPr/>
          </p:nvSpPr>
          <p:spPr>
            <a:xfrm>
              <a:off x="2269579" y="1378004"/>
              <a:ext cx="28398" cy="28398"/>
            </a:xfrm>
            <a:prstGeom prst="ellipse">
              <a:avLst/>
            </a:prstGeom>
            <a:solidFill>
              <a:srgbClr val="7F8C97">
                <a:alpha val="48000"/>
              </a:srgbClr>
            </a:solidFill>
            <a:ln w="0">
              <a:noFill/>
              <a:prstDash val="solid"/>
            </a:ln>
          </p:spPr>
        </p:sp>
        <p:sp>
          <p:nvSpPr>
            <p:cNvPr id="208" name="03_assume_matched_207">
              <a:extLst>
                <a:ext uri="{FF2B5EF4-FFF2-40B4-BE49-F238E27FC236}">
                  <a16:creationId xmlns:a16="http://schemas.microsoft.com/office/drawing/2014/main" id="{D675EC1A-CEB3-45E5-BAAA-DF252AEBDF58}"/>
                </a:ext>
              </a:extLst>
            </p:cNvPr>
            <p:cNvSpPr>
              <a:spLocks/>
            </p:cNvSpPr>
            <p:nvPr/>
          </p:nvSpPr>
          <p:spPr>
            <a:xfrm>
              <a:off x="2176758" y="1962874"/>
              <a:ext cx="28398" cy="28398"/>
            </a:xfrm>
            <a:prstGeom prst="ellipse">
              <a:avLst/>
            </a:prstGeom>
            <a:solidFill>
              <a:srgbClr val="7F8C97">
                <a:alpha val="48000"/>
              </a:srgbClr>
            </a:solidFill>
            <a:ln w="0">
              <a:noFill/>
              <a:prstDash val="solid"/>
            </a:ln>
          </p:spPr>
        </p:sp>
        <p:sp>
          <p:nvSpPr>
            <p:cNvPr id="209" name="03_assume_matched_208">
              <a:extLst>
                <a:ext uri="{FF2B5EF4-FFF2-40B4-BE49-F238E27FC236}">
                  <a16:creationId xmlns:a16="http://schemas.microsoft.com/office/drawing/2014/main" id="{A93E2AC1-338B-422E-B72B-73D9DA763159}"/>
                </a:ext>
              </a:extLst>
            </p:cNvPr>
            <p:cNvSpPr>
              <a:spLocks/>
            </p:cNvSpPr>
            <p:nvPr/>
          </p:nvSpPr>
          <p:spPr>
            <a:xfrm>
              <a:off x="2297210" y="1962874"/>
              <a:ext cx="28398" cy="28398"/>
            </a:xfrm>
            <a:prstGeom prst="ellipse">
              <a:avLst/>
            </a:prstGeom>
            <a:solidFill>
              <a:srgbClr val="7F8C97">
                <a:alpha val="48000"/>
              </a:srgbClr>
            </a:solidFill>
            <a:ln w="0">
              <a:noFill/>
              <a:prstDash val="solid"/>
            </a:ln>
          </p:spPr>
        </p:sp>
        <p:sp>
          <p:nvSpPr>
            <p:cNvPr id="210" name="03_assume_matched_209">
              <a:extLst>
                <a:ext uri="{FF2B5EF4-FFF2-40B4-BE49-F238E27FC236}">
                  <a16:creationId xmlns:a16="http://schemas.microsoft.com/office/drawing/2014/main" id="{6C2945B5-6399-48A6-857C-466878F02CEB}"/>
                </a:ext>
              </a:extLst>
            </p:cNvPr>
            <p:cNvSpPr>
              <a:spLocks/>
            </p:cNvSpPr>
            <p:nvPr/>
          </p:nvSpPr>
          <p:spPr>
            <a:xfrm>
              <a:off x="2275192" y="1962874"/>
              <a:ext cx="28398" cy="28398"/>
            </a:xfrm>
            <a:prstGeom prst="ellipse">
              <a:avLst/>
            </a:prstGeom>
            <a:solidFill>
              <a:srgbClr val="7F8C97">
                <a:alpha val="48000"/>
              </a:srgbClr>
            </a:solidFill>
            <a:ln w="0">
              <a:noFill/>
              <a:prstDash val="solid"/>
            </a:ln>
          </p:spPr>
        </p:sp>
        <p:sp>
          <p:nvSpPr>
            <p:cNvPr id="211" name="03_assume_matched_210">
              <a:extLst>
                <a:ext uri="{FF2B5EF4-FFF2-40B4-BE49-F238E27FC236}">
                  <a16:creationId xmlns:a16="http://schemas.microsoft.com/office/drawing/2014/main" id="{F48FD500-8FE1-453A-AFB0-571E919F887D}"/>
                </a:ext>
              </a:extLst>
            </p:cNvPr>
            <p:cNvSpPr>
              <a:spLocks/>
            </p:cNvSpPr>
            <p:nvPr/>
          </p:nvSpPr>
          <p:spPr>
            <a:xfrm>
              <a:off x="2223097" y="1378004"/>
              <a:ext cx="28398" cy="28398"/>
            </a:xfrm>
            <a:prstGeom prst="ellipse">
              <a:avLst/>
            </a:prstGeom>
            <a:solidFill>
              <a:srgbClr val="7F8C97">
                <a:alpha val="48000"/>
              </a:srgbClr>
            </a:solidFill>
            <a:ln w="0">
              <a:noFill/>
              <a:prstDash val="solid"/>
            </a:ln>
          </p:spPr>
        </p:sp>
        <p:sp>
          <p:nvSpPr>
            <p:cNvPr id="212" name="03_assume_matched_211">
              <a:extLst>
                <a:ext uri="{FF2B5EF4-FFF2-40B4-BE49-F238E27FC236}">
                  <a16:creationId xmlns:a16="http://schemas.microsoft.com/office/drawing/2014/main" id="{CFF15DE0-DDA7-43D9-9DFC-96A91BC28A7B}"/>
                </a:ext>
              </a:extLst>
            </p:cNvPr>
            <p:cNvSpPr>
              <a:spLocks/>
            </p:cNvSpPr>
            <p:nvPr/>
          </p:nvSpPr>
          <p:spPr>
            <a:xfrm>
              <a:off x="2198776" y="1962874"/>
              <a:ext cx="28398" cy="28398"/>
            </a:xfrm>
            <a:prstGeom prst="ellipse">
              <a:avLst/>
            </a:prstGeom>
            <a:solidFill>
              <a:srgbClr val="7F8C97">
                <a:alpha val="48000"/>
              </a:srgbClr>
            </a:solidFill>
            <a:ln w="0">
              <a:noFill/>
              <a:prstDash val="solid"/>
            </a:ln>
          </p:spPr>
        </p:sp>
        <p:sp>
          <p:nvSpPr>
            <p:cNvPr id="213" name="03_assume_matched_212">
              <a:extLst>
                <a:ext uri="{FF2B5EF4-FFF2-40B4-BE49-F238E27FC236}">
                  <a16:creationId xmlns:a16="http://schemas.microsoft.com/office/drawing/2014/main" id="{283077A1-D7BC-41B2-A1B1-684550515DFA}"/>
                </a:ext>
              </a:extLst>
            </p:cNvPr>
            <p:cNvSpPr>
              <a:spLocks/>
            </p:cNvSpPr>
            <p:nvPr/>
          </p:nvSpPr>
          <p:spPr>
            <a:xfrm>
              <a:off x="2301239" y="1962874"/>
              <a:ext cx="28398" cy="28398"/>
            </a:xfrm>
            <a:prstGeom prst="ellipse">
              <a:avLst/>
            </a:prstGeom>
            <a:solidFill>
              <a:srgbClr val="7F8C97">
                <a:alpha val="48000"/>
              </a:srgbClr>
            </a:solidFill>
            <a:ln w="0">
              <a:noFill/>
              <a:prstDash val="solid"/>
            </a:ln>
          </p:spPr>
        </p:sp>
        <p:sp>
          <p:nvSpPr>
            <p:cNvPr id="214" name="03_assume_matched_213">
              <a:extLst>
                <a:ext uri="{FF2B5EF4-FFF2-40B4-BE49-F238E27FC236}">
                  <a16:creationId xmlns:a16="http://schemas.microsoft.com/office/drawing/2014/main" id="{38842ED8-126B-42FE-8D51-2BB02C66170B}"/>
                </a:ext>
              </a:extLst>
            </p:cNvPr>
            <p:cNvSpPr>
              <a:spLocks/>
            </p:cNvSpPr>
            <p:nvPr/>
          </p:nvSpPr>
          <p:spPr>
            <a:xfrm>
              <a:off x="2249000" y="1962874"/>
              <a:ext cx="28398" cy="28398"/>
            </a:xfrm>
            <a:prstGeom prst="ellipse">
              <a:avLst/>
            </a:prstGeom>
            <a:solidFill>
              <a:srgbClr val="7F8C97">
                <a:alpha val="48000"/>
              </a:srgbClr>
            </a:solidFill>
            <a:ln w="0">
              <a:noFill/>
              <a:prstDash val="solid"/>
            </a:ln>
          </p:spPr>
        </p:sp>
        <p:sp>
          <p:nvSpPr>
            <p:cNvPr id="215" name="03_assume_matched_214">
              <a:extLst>
                <a:ext uri="{FF2B5EF4-FFF2-40B4-BE49-F238E27FC236}">
                  <a16:creationId xmlns:a16="http://schemas.microsoft.com/office/drawing/2014/main" id="{06855D76-92BE-4B38-BD9C-B179964EEC95}"/>
                </a:ext>
              </a:extLst>
            </p:cNvPr>
            <p:cNvSpPr>
              <a:spLocks/>
            </p:cNvSpPr>
            <p:nvPr/>
          </p:nvSpPr>
          <p:spPr>
            <a:xfrm>
              <a:off x="2281812" y="1962874"/>
              <a:ext cx="28398" cy="28398"/>
            </a:xfrm>
            <a:prstGeom prst="ellipse">
              <a:avLst/>
            </a:prstGeom>
            <a:solidFill>
              <a:srgbClr val="7F8C97">
                <a:alpha val="48000"/>
              </a:srgbClr>
            </a:solidFill>
            <a:ln w="0">
              <a:noFill/>
              <a:prstDash val="solid"/>
            </a:ln>
          </p:spPr>
        </p:sp>
        <p:sp>
          <p:nvSpPr>
            <p:cNvPr id="216" name="03_assume_matched_215">
              <a:extLst>
                <a:ext uri="{FF2B5EF4-FFF2-40B4-BE49-F238E27FC236}">
                  <a16:creationId xmlns:a16="http://schemas.microsoft.com/office/drawing/2014/main" id="{DB2E13FA-F876-4DBE-BCD7-CFC3E26EADA2}"/>
                </a:ext>
              </a:extLst>
            </p:cNvPr>
            <p:cNvSpPr>
              <a:spLocks/>
            </p:cNvSpPr>
            <p:nvPr/>
          </p:nvSpPr>
          <p:spPr>
            <a:xfrm>
              <a:off x="2180932" y="1962874"/>
              <a:ext cx="28398" cy="28398"/>
            </a:xfrm>
            <a:prstGeom prst="ellipse">
              <a:avLst/>
            </a:prstGeom>
            <a:solidFill>
              <a:srgbClr val="7F8C97">
                <a:alpha val="48000"/>
              </a:srgbClr>
            </a:solidFill>
            <a:ln w="0">
              <a:noFill/>
              <a:prstDash val="solid"/>
            </a:ln>
          </p:spPr>
        </p:sp>
        <p:sp>
          <p:nvSpPr>
            <p:cNvPr id="217" name="03_assume_matched_216">
              <a:extLst>
                <a:ext uri="{FF2B5EF4-FFF2-40B4-BE49-F238E27FC236}">
                  <a16:creationId xmlns:a16="http://schemas.microsoft.com/office/drawing/2014/main" id="{3390C06F-9524-4807-BC4D-0D171BC2E06A}"/>
                </a:ext>
              </a:extLst>
            </p:cNvPr>
            <p:cNvSpPr>
              <a:spLocks/>
            </p:cNvSpPr>
            <p:nvPr/>
          </p:nvSpPr>
          <p:spPr>
            <a:xfrm>
              <a:off x="2272889" y="1962874"/>
              <a:ext cx="28398" cy="28398"/>
            </a:xfrm>
            <a:prstGeom prst="ellipse">
              <a:avLst/>
            </a:prstGeom>
            <a:solidFill>
              <a:srgbClr val="7F8C97">
                <a:alpha val="48000"/>
              </a:srgbClr>
            </a:solidFill>
            <a:ln w="0">
              <a:noFill/>
              <a:prstDash val="solid"/>
            </a:ln>
          </p:spPr>
        </p:sp>
        <p:sp>
          <p:nvSpPr>
            <p:cNvPr id="218" name="03_assume_matched_217">
              <a:extLst>
                <a:ext uri="{FF2B5EF4-FFF2-40B4-BE49-F238E27FC236}">
                  <a16:creationId xmlns:a16="http://schemas.microsoft.com/office/drawing/2014/main" id="{213680CD-D1F5-4F92-AA48-1D034DB0F5BC}"/>
                </a:ext>
              </a:extLst>
            </p:cNvPr>
            <p:cNvSpPr>
              <a:spLocks/>
            </p:cNvSpPr>
            <p:nvPr/>
          </p:nvSpPr>
          <p:spPr>
            <a:xfrm>
              <a:off x="2252023" y="1962874"/>
              <a:ext cx="28398" cy="28398"/>
            </a:xfrm>
            <a:prstGeom prst="ellipse">
              <a:avLst/>
            </a:prstGeom>
            <a:solidFill>
              <a:srgbClr val="7F8C97">
                <a:alpha val="48000"/>
              </a:srgbClr>
            </a:solidFill>
            <a:ln w="0">
              <a:noFill/>
              <a:prstDash val="solid"/>
            </a:ln>
          </p:spPr>
        </p:sp>
        <p:sp>
          <p:nvSpPr>
            <p:cNvPr id="219" name="03_assume_matched_218">
              <a:extLst>
                <a:ext uri="{FF2B5EF4-FFF2-40B4-BE49-F238E27FC236}">
                  <a16:creationId xmlns:a16="http://schemas.microsoft.com/office/drawing/2014/main" id="{E2EE7203-9FC7-45FA-92EF-D0481F60FA9C}"/>
                </a:ext>
              </a:extLst>
            </p:cNvPr>
            <p:cNvSpPr>
              <a:spLocks/>
            </p:cNvSpPr>
            <p:nvPr/>
          </p:nvSpPr>
          <p:spPr>
            <a:xfrm>
              <a:off x="2160640" y="1378004"/>
              <a:ext cx="28398" cy="28398"/>
            </a:xfrm>
            <a:prstGeom prst="ellipse">
              <a:avLst/>
            </a:prstGeom>
            <a:solidFill>
              <a:srgbClr val="7F8C97">
                <a:alpha val="48000"/>
              </a:srgbClr>
            </a:solidFill>
            <a:ln w="0">
              <a:noFill/>
              <a:prstDash val="solid"/>
            </a:ln>
          </p:spPr>
        </p:sp>
        <p:sp>
          <p:nvSpPr>
            <p:cNvPr id="220" name="03_assume_matched_219">
              <a:extLst>
                <a:ext uri="{FF2B5EF4-FFF2-40B4-BE49-F238E27FC236}">
                  <a16:creationId xmlns:a16="http://schemas.microsoft.com/office/drawing/2014/main" id="{F72A3C02-4915-4DFB-93A1-C4F3E533F33C}"/>
                </a:ext>
              </a:extLst>
            </p:cNvPr>
            <p:cNvSpPr>
              <a:spLocks/>
            </p:cNvSpPr>
            <p:nvPr/>
          </p:nvSpPr>
          <p:spPr>
            <a:xfrm>
              <a:off x="2219931" y="1962874"/>
              <a:ext cx="28398" cy="28398"/>
            </a:xfrm>
            <a:prstGeom prst="ellipse">
              <a:avLst/>
            </a:prstGeom>
            <a:solidFill>
              <a:srgbClr val="7F8C97">
                <a:alpha val="48000"/>
              </a:srgbClr>
            </a:solidFill>
            <a:ln w="0">
              <a:noFill/>
              <a:prstDash val="solid"/>
            </a:ln>
          </p:spPr>
        </p:sp>
        <p:sp>
          <p:nvSpPr>
            <p:cNvPr id="221" name="03_assume_matched_220">
              <a:extLst>
                <a:ext uri="{FF2B5EF4-FFF2-40B4-BE49-F238E27FC236}">
                  <a16:creationId xmlns:a16="http://schemas.microsoft.com/office/drawing/2014/main" id="{86DA7245-29FF-4C9F-93F4-B1CE1586FB97}"/>
                </a:ext>
              </a:extLst>
            </p:cNvPr>
            <p:cNvSpPr>
              <a:spLocks/>
            </p:cNvSpPr>
            <p:nvPr/>
          </p:nvSpPr>
          <p:spPr>
            <a:xfrm>
              <a:off x="2202086" y="1889765"/>
              <a:ext cx="28398" cy="28398"/>
            </a:xfrm>
            <a:prstGeom prst="ellipse">
              <a:avLst/>
            </a:prstGeom>
            <a:solidFill>
              <a:srgbClr val="7F8C97">
                <a:alpha val="48000"/>
              </a:srgbClr>
            </a:solidFill>
            <a:ln w="0">
              <a:noFill/>
              <a:prstDash val="solid"/>
            </a:ln>
          </p:spPr>
        </p:sp>
        <p:sp>
          <p:nvSpPr>
            <p:cNvPr id="222" name="03_assume_matched_221">
              <a:extLst>
                <a:ext uri="{FF2B5EF4-FFF2-40B4-BE49-F238E27FC236}">
                  <a16:creationId xmlns:a16="http://schemas.microsoft.com/office/drawing/2014/main" id="{BA81A53B-55C3-42C2-99ED-9EAFE0231E5F}"/>
                </a:ext>
              </a:extLst>
            </p:cNvPr>
            <p:cNvSpPr>
              <a:spLocks/>
            </p:cNvSpPr>
            <p:nvPr/>
          </p:nvSpPr>
          <p:spPr>
            <a:xfrm>
              <a:off x="2234322" y="1670439"/>
              <a:ext cx="28398" cy="28398"/>
            </a:xfrm>
            <a:prstGeom prst="ellipse">
              <a:avLst/>
            </a:prstGeom>
            <a:solidFill>
              <a:srgbClr val="7F8C97">
                <a:alpha val="48000"/>
              </a:srgbClr>
            </a:solidFill>
            <a:ln w="0">
              <a:noFill/>
              <a:prstDash val="solid"/>
            </a:ln>
          </p:spPr>
        </p:sp>
        <p:sp>
          <p:nvSpPr>
            <p:cNvPr id="223" name="03_assume_matched_222">
              <a:extLst>
                <a:ext uri="{FF2B5EF4-FFF2-40B4-BE49-F238E27FC236}">
                  <a16:creationId xmlns:a16="http://schemas.microsoft.com/office/drawing/2014/main" id="{73567E45-F2E1-4D4A-9FBD-C4168467FA99}"/>
                </a:ext>
              </a:extLst>
            </p:cNvPr>
            <p:cNvSpPr>
              <a:spLocks/>
            </p:cNvSpPr>
            <p:nvPr/>
          </p:nvSpPr>
          <p:spPr>
            <a:xfrm>
              <a:off x="2216189" y="1816656"/>
              <a:ext cx="28398" cy="28398"/>
            </a:xfrm>
            <a:prstGeom prst="ellipse">
              <a:avLst/>
            </a:prstGeom>
            <a:solidFill>
              <a:srgbClr val="7F8C97">
                <a:alpha val="48000"/>
              </a:srgbClr>
            </a:solidFill>
            <a:ln w="0">
              <a:noFill/>
              <a:prstDash val="solid"/>
            </a:ln>
          </p:spPr>
        </p:sp>
        <p:sp>
          <p:nvSpPr>
            <p:cNvPr id="224" name="03_assume_matched_223">
              <a:extLst>
                <a:ext uri="{FF2B5EF4-FFF2-40B4-BE49-F238E27FC236}">
                  <a16:creationId xmlns:a16="http://schemas.microsoft.com/office/drawing/2014/main" id="{15FF220A-85CF-44CE-B924-F131243E2271}"/>
                </a:ext>
              </a:extLst>
            </p:cNvPr>
            <p:cNvSpPr>
              <a:spLocks/>
            </p:cNvSpPr>
            <p:nvPr/>
          </p:nvSpPr>
          <p:spPr>
            <a:xfrm>
              <a:off x="2278358" y="1962874"/>
              <a:ext cx="28398" cy="28398"/>
            </a:xfrm>
            <a:prstGeom prst="ellipse">
              <a:avLst/>
            </a:prstGeom>
            <a:solidFill>
              <a:srgbClr val="7F8C97">
                <a:alpha val="48000"/>
              </a:srgbClr>
            </a:solidFill>
            <a:ln w="0">
              <a:noFill/>
              <a:prstDash val="solid"/>
            </a:ln>
          </p:spPr>
        </p:sp>
        <p:sp>
          <p:nvSpPr>
            <p:cNvPr id="225" name="03_assume_matched_224">
              <a:extLst>
                <a:ext uri="{FF2B5EF4-FFF2-40B4-BE49-F238E27FC236}">
                  <a16:creationId xmlns:a16="http://schemas.microsoft.com/office/drawing/2014/main" id="{5230CD74-21E9-40E8-8B8E-1540C34117B4}"/>
                </a:ext>
              </a:extLst>
            </p:cNvPr>
            <p:cNvSpPr>
              <a:spLocks/>
            </p:cNvSpPr>
            <p:nvPr/>
          </p:nvSpPr>
          <p:spPr>
            <a:xfrm>
              <a:off x="2176470" y="1611952"/>
              <a:ext cx="28398" cy="28398"/>
            </a:xfrm>
            <a:prstGeom prst="ellipse">
              <a:avLst/>
            </a:prstGeom>
            <a:solidFill>
              <a:srgbClr val="7F8C97">
                <a:alpha val="48000"/>
              </a:srgbClr>
            </a:solidFill>
            <a:ln w="0">
              <a:noFill/>
              <a:prstDash val="solid"/>
            </a:ln>
          </p:spPr>
        </p:sp>
        <p:sp>
          <p:nvSpPr>
            <p:cNvPr id="226" name="03_assume_matched_225">
              <a:extLst>
                <a:ext uri="{FF2B5EF4-FFF2-40B4-BE49-F238E27FC236}">
                  <a16:creationId xmlns:a16="http://schemas.microsoft.com/office/drawing/2014/main" id="{5722C496-8E3B-4020-B5D5-70B50CC86F69}"/>
                </a:ext>
              </a:extLst>
            </p:cNvPr>
            <p:cNvSpPr>
              <a:spLocks/>
            </p:cNvSpPr>
            <p:nvPr/>
          </p:nvSpPr>
          <p:spPr>
            <a:xfrm>
              <a:off x="2183090" y="1962874"/>
              <a:ext cx="28398" cy="28398"/>
            </a:xfrm>
            <a:prstGeom prst="ellipse">
              <a:avLst/>
            </a:prstGeom>
            <a:solidFill>
              <a:srgbClr val="7F8C97">
                <a:alpha val="48000"/>
              </a:srgbClr>
            </a:solidFill>
            <a:ln w="0">
              <a:noFill/>
              <a:prstDash val="solid"/>
            </a:ln>
          </p:spPr>
        </p:sp>
        <p:sp>
          <p:nvSpPr>
            <p:cNvPr id="227" name="03_assume_matched_226">
              <a:extLst>
                <a:ext uri="{FF2B5EF4-FFF2-40B4-BE49-F238E27FC236}">
                  <a16:creationId xmlns:a16="http://schemas.microsoft.com/office/drawing/2014/main" id="{4E87613B-9FC0-4CD5-B059-BB7B5F91431E}"/>
                </a:ext>
              </a:extLst>
            </p:cNvPr>
            <p:cNvSpPr>
              <a:spLocks/>
            </p:cNvSpPr>
            <p:nvPr/>
          </p:nvSpPr>
          <p:spPr>
            <a:xfrm>
              <a:off x="2242956" y="1378004"/>
              <a:ext cx="28398" cy="28398"/>
            </a:xfrm>
            <a:prstGeom prst="ellipse">
              <a:avLst/>
            </a:prstGeom>
            <a:solidFill>
              <a:srgbClr val="7F8C97">
                <a:alpha val="48000"/>
              </a:srgbClr>
            </a:solidFill>
            <a:ln w="0">
              <a:noFill/>
              <a:prstDash val="solid"/>
            </a:ln>
          </p:spPr>
        </p:sp>
        <p:sp>
          <p:nvSpPr>
            <p:cNvPr id="228" name="03_assume_matched_227">
              <a:extLst>
                <a:ext uri="{FF2B5EF4-FFF2-40B4-BE49-F238E27FC236}">
                  <a16:creationId xmlns:a16="http://schemas.microsoft.com/office/drawing/2014/main" id="{15C7841E-EE02-4EA0-B3CA-B1C640AFAA84}"/>
                </a:ext>
              </a:extLst>
            </p:cNvPr>
            <p:cNvSpPr>
              <a:spLocks/>
            </p:cNvSpPr>
            <p:nvPr/>
          </p:nvSpPr>
          <p:spPr>
            <a:xfrm>
              <a:off x="2241661" y="1670439"/>
              <a:ext cx="28398" cy="28398"/>
            </a:xfrm>
            <a:prstGeom prst="ellipse">
              <a:avLst/>
            </a:prstGeom>
            <a:solidFill>
              <a:srgbClr val="7F8C97">
                <a:alpha val="48000"/>
              </a:srgbClr>
            </a:solidFill>
            <a:ln w="0">
              <a:noFill/>
              <a:prstDash val="solid"/>
            </a:ln>
          </p:spPr>
        </p:sp>
        <p:sp>
          <p:nvSpPr>
            <p:cNvPr id="229" name="03_assume_matched_228">
              <a:extLst>
                <a:ext uri="{FF2B5EF4-FFF2-40B4-BE49-F238E27FC236}">
                  <a16:creationId xmlns:a16="http://schemas.microsoft.com/office/drawing/2014/main" id="{1600C563-B439-449F-A4A9-2979BC8992AB}"/>
                </a:ext>
              </a:extLst>
            </p:cNvPr>
            <p:cNvSpPr>
              <a:spLocks/>
            </p:cNvSpPr>
            <p:nvPr/>
          </p:nvSpPr>
          <p:spPr>
            <a:xfrm>
              <a:off x="2288432" y="1962874"/>
              <a:ext cx="28398" cy="28398"/>
            </a:xfrm>
            <a:prstGeom prst="ellipse">
              <a:avLst/>
            </a:prstGeom>
            <a:solidFill>
              <a:srgbClr val="7F8C97">
                <a:alpha val="48000"/>
              </a:srgbClr>
            </a:solidFill>
            <a:ln w="0">
              <a:noFill/>
              <a:prstDash val="solid"/>
            </a:ln>
          </p:spPr>
        </p:sp>
        <p:sp>
          <p:nvSpPr>
            <p:cNvPr id="230" name="03_assume_matched_229">
              <a:extLst>
                <a:ext uri="{FF2B5EF4-FFF2-40B4-BE49-F238E27FC236}">
                  <a16:creationId xmlns:a16="http://schemas.microsoft.com/office/drawing/2014/main" id="{AC2025FC-0B04-4342-947B-E2877BA97F34}"/>
                </a:ext>
              </a:extLst>
            </p:cNvPr>
            <p:cNvSpPr>
              <a:spLocks/>
            </p:cNvSpPr>
            <p:nvPr/>
          </p:nvSpPr>
          <p:spPr>
            <a:xfrm>
              <a:off x="2266701" y="1816656"/>
              <a:ext cx="28398" cy="28398"/>
            </a:xfrm>
            <a:prstGeom prst="ellipse">
              <a:avLst/>
            </a:prstGeom>
            <a:solidFill>
              <a:srgbClr val="7F8C97">
                <a:alpha val="48000"/>
              </a:srgbClr>
            </a:solidFill>
            <a:ln w="0">
              <a:noFill/>
              <a:prstDash val="solid"/>
            </a:ln>
          </p:spPr>
        </p:sp>
        <p:sp>
          <p:nvSpPr>
            <p:cNvPr id="231" name="03_assume_matched_230">
              <a:extLst>
                <a:ext uri="{FF2B5EF4-FFF2-40B4-BE49-F238E27FC236}">
                  <a16:creationId xmlns:a16="http://schemas.microsoft.com/office/drawing/2014/main" id="{4D5C5C48-7AEE-43E4-97B9-145742817E82}"/>
                </a:ext>
              </a:extLst>
            </p:cNvPr>
            <p:cNvSpPr>
              <a:spLocks/>
            </p:cNvSpPr>
            <p:nvPr/>
          </p:nvSpPr>
          <p:spPr>
            <a:xfrm>
              <a:off x="2198776" y="1962874"/>
              <a:ext cx="28398" cy="28398"/>
            </a:xfrm>
            <a:prstGeom prst="ellipse">
              <a:avLst/>
            </a:prstGeom>
            <a:solidFill>
              <a:srgbClr val="7F8C97">
                <a:alpha val="48000"/>
              </a:srgbClr>
            </a:solidFill>
            <a:ln w="0">
              <a:noFill/>
              <a:prstDash val="solid"/>
            </a:ln>
          </p:spPr>
        </p:sp>
        <p:sp>
          <p:nvSpPr>
            <p:cNvPr id="232" name="03_assume_matched_231">
              <a:extLst>
                <a:ext uri="{FF2B5EF4-FFF2-40B4-BE49-F238E27FC236}">
                  <a16:creationId xmlns:a16="http://schemas.microsoft.com/office/drawing/2014/main" id="{DEA20458-4593-463A-8DE4-E98276A7FEA5}"/>
                </a:ext>
              </a:extLst>
            </p:cNvPr>
            <p:cNvSpPr>
              <a:spLocks/>
            </p:cNvSpPr>
            <p:nvPr/>
          </p:nvSpPr>
          <p:spPr>
            <a:xfrm>
              <a:off x="2269579" y="1962874"/>
              <a:ext cx="28398" cy="28398"/>
            </a:xfrm>
            <a:prstGeom prst="ellipse">
              <a:avLst/>
            </a:prstGeom>
            <a:solidFill>
              <a:srgbClr val="7F8C97">
                <a:alpha val="48000"/>
              </a:srgbClr>
            </a:solidFill>
            <a:ln w="0">
              <a:noFill/>
              <a:prstDash val="solid"/>
            </a:ln>
          </p:spPr>
        </p:sp>
        <p:sp>
          <p:nvSpPr>
            <p:cNvPr id="233" name="03_assume_matched_232">
              <a:extLst>
                <a:ext uri="{FF2B5EF4-FFF2-40B4-BE49-F238E27FC236}">
                  <a16:creationId xmlns:a16="http://schemas.microsoft.com/office/drawing/2014/main" id="{6DFF334E-56E5-453C-9A71-1D6C4F317D8E}"/>
                </a:ext>
              </a:extLst>
            </p:cNvPr>
            <p:cNvSpPr>
              <a:spLocks/>
            </p:cNvSpPr>
            <p:nvPr/>
          </p:nvSpPr>
          <p:spPr>
            <a:xfrm>
              <a:off x="2257923" y="1962874"/>
              <a:ext cx="28398" cy="28398"/>
            </a:xfrm>
            <a:prstGeom prst="ellipse">
              <a:avLst/>
            </a:prstGeom>
            <a:solidFill>
              <a:srgbClr val="7F8C97">
                <a:alpha val="48000"/>
              </a:srgbClr>
            </a:solidFill>
            <a:ln w="0">
              <a:noFill/>
              <a:prstDash val="solid"/>
            </a:ln>
          </p:spPr>
        </p:sp>
        <p:sp>
          <p:nvSpPr>
            <p:cNvPr id="234" name="03_assume_matched_233">
              <a:extLst>
                <a:ext uri="{FF2B5EF4-FFF2-40B4-BE49-F238E27FC236}">
                  <a16:creationId xmlns:a16="http://schemas.microsoft.com/office/drawing/2014/main" id="{645B524F-CE04-45B0-A11B-E7743BDEEFC2}"/>
                </a:ext>
              </a:extLst>
            </p:cNvPr>
            <p:cNvSpPr>
              <a:spLocks/>
            </p:cNvSpPr>
            <p:nvPr/>
          </p:nvSpPr>
          <p:spPr>
            <a:xfrm>
              <a:off x="2264111" y="1962874"/>
              <a:ext cx="28398" cy="28398"/>
            </a:xfrm>
            <a:prstGeom prst="ellipse">
              <a:avLst/>
            </a:prstGeom>
            <a:solidFill>
              <a:srgbClr val="7F8C97">
                <a:alpha val="48000"/>
              </a:srgbClr>
            </a:solidFill>
            <a:ln w="0">
              <a:noFill/>
              <a:prstDash val="solid"/>
            </a:ln>
          </p:spPr>
        </p:sp>
        <p:sp>
          <p:nvSpPr>
            <p:cNvPr id="235" name="03_assume_matched_234">
              <a:extLst>
                <a:ext uri="{FF2B5EF4-FFF2-40B4-BE49-F238E27FC236}">
                  <a16:creationId xmlns:a16="http://schemas.microsoft.com/office/drawing/2014/main" id="{9F58DD88-F32E-4662-BF12-FB50C0DF5D20}"/>
                </a:ext>
              </a:extLst>
            </p:cNvPr>
            <p:cNvSpPr>
              <a:spLocks/>
            </p:cNvSpPr>
            <p:nvPr/>
          </p:nvSpPr>
          <p:spPr>
            <a:xfrm>
              <a:off x="2277494" y="1962874"/>
              <a:ext cx="28398" cy="28398"/>
            </a:xfrm>
            <a:prstGeom prst="ellipse">
              <a:avLst/>
            </a:prstGeom>
            <a:solidFill>
              <a:srgbClr val="7F8C97">
                <a:alpha val="48000"/>
              </a:srgbClr>
            </a:solidFill>
            <a:ln w="0">
              <a:noFill/>
              <a:prstDash val="solid"/>
            </a:ln>
          </p:spPr>
        </p:sp>
        <p:sp>
          <p:nvSpPr>
            <p:cNvPr id="236" name="03_assume_matched_235">
              <a:extLst>
                <a:ext uri="{FF2B5EF4-FFF2-40B4-BE49-F238E27FC236}">
                  <a16:creationId xmlns:a16="http://schemas.microsoft.com/office/drawing/2014/main" id="{657E9889-BDAE-4732-AFFB-FE3CD9BCF560}"/>
                </a:ext>
              </a:extLst>
            </p:cNvPr>
            <p:cNvSpPr>
              <a:spLocks/>
            </p:cNvSpPr>
            <p:nvPr/>
          </p:nvSpPr>
          <p:spPr>
            <a:xfrm>
              <a:off x="2186112" y="1378004"/>
              <a:ext cx="28398" cy="28398"/>
            </a:xfrm>
            <a:prstGeom prst="ellipse">
              <a:avLst/>
            </a:prstGeom>
            <a:solidFill>
              <a:srgbClr val="7F8C97">
                <a:alpha val="48000"/>
              </a:srgbClr>
            </a:solidFill>
            <a:ln w="0">
              <a:noFill/>
              <a:prstDash val="solid"/>
            </a:ln>
          </p:spPr>
        </p:sp>
        <p:sp>
          <p:nvSpPr>
            <p:cNvPr id="237" name="03_assume_matched_236">
              <a:extLst>
                <a:ext uri="{FF2B5EF4-FFF2-40B4-BE49-F238E27FC236}">
                  <a16:creationId xmlns:a16="http://schemas.microsoft.com/office/drawing/2014/main" id="{2F5C7EDE-EE21-4A3B-A4DD-7713B4EC8627}"/>
                </a:ext>
              </a:extLst>
            </p:cNvPr>
            <p:cNvSpPr>
              <a:spLocks/>
            </p:cNvSpPr>
            <p:nvPr/>
          </p:nvSpPr>
          <p:spPr>
            <a:xfrm>
              <a:off x="2175319" y="1767917"/>
              <a:ext cx="28398" cy="28398"/>
            </a:xfrm>
            <a:prstGeom prst="ellipse">
              <a:avLst/>
            </a:prstGeom>
            <a:solidFill>
              <a:srgbClr val="7F8C97">
                <a:alpha val="48000"/>
              </a:srgbClr>
            </a:solidFill>
            <a:ln w="0">
              <a:noFill/>
              <a:prstDash val="solid"/>
            </a:ln>
          </p:spPr>
        </p:sp>
        <p:sp>
          <p:nvSpPr>
            <p:cNvPr id="238" name="03_assume_matched_237">
              <a:extLst>
                <a:ext uri="{FF2B5EF4-FFF2-40B4-BE49-F238E27FC236}">
                  <a16:creationId xmlns:a16="http://schemas.microsoft.com/office/drawing/2014/main" id="{1BAB5358-AF7D-4752-B1E0-06C80A36791D}"/>
                </a:ext>
              </a:extLst>
            </p:cNvPr>
            <p:cNvSpPr>
              <a:spLocks/>
            </p:cNvSpPr>
            <p:nvPr/>
          </p:nvSpPr>
          <p:spPr>
            <a:xfrm>
              <a:off x="2258211" y="1524222"/>
              <a:ext cx="28398" cy="28398"/>
            </a:xfrm>
            <a:prstGeom prst="ellipse">
              <a:avLst/>
            </a:prstGeom>
            <a:solidFill>
              <a:srgbClr val="7F8C97">
                <a:alpha val="48000"/>
              </a:srgbClr>
            </a:solidFill>
            <a:ln w="0">
              <a:noFill/>
              <a:prstDash val="solid"/>
            </a:ln>
          </p:spPr>
        </p:sp>
        <p:sp>
          <p:nvSpPr>
            <p:cNvPr id="239" name="03_assume_matched_238">
              <a:extLst>
                <a:ext uri="{FF2B5EF4-FFF2-40B4-BE49-F238E27FC236}">
                  <a16:creationId xmlns:a16="http://schemas.microsoft.com/office/drawing/2014/main" id="{95014E11-642D-463B-8681-A1E79FBB42E2}"/>
                </a:ext>
              </a:extLst>
            </p:cNvPr>
            <p:cNvSpPr>
              <a:spLocks/>
            </p:cNvSpPr>
            <p:nvPr/>
          </p:nvSpPr>
          <p:spPr>
            <a:xfrm>
              <a:off x="2295339" y="1962874"/>
              <a:ext cx="28398" cy="28398"/>
            </a:xfrm>
            <a:prstGeom prst="ellipse">
              <a:avLst/>
            </a:prstGeom>
            <a:solidFill>
              <a:srgbClr val="7F8C97">
                <a:alpha val="48000"/>
              </a:srgbClr>
            </a:solidFill>
            <a:ln w="0">
              <a:noFill/>
              <a:prstDash val="solid"/>
            </a:ln>
          </p:spPr>
        </p:sp>
        <p:sp>
          <p:nvSpPr>
            <p:cNvPr id="240" name="03_assume_matched_239">
              <a:extLst>
                <a:ext uri="{FF2B5EF4-FFF2-40B4-BE49-F238E27FC236}">
                  <a16:creationId xmlns:a16="http://schemas.microsoft.com/office/drawing/2014/main" id="{04200082-A66F-4C12-85EA-BB72D669C4F2}"/>
                </a:ext>
              </a:extLst>
            </p:cNvPr>
            <p:cNvSpPr>
              <a:spLocks/>
            </p:cNvSpPr>
            <p:nvPr/>
          </p:nvSpPr>
          <p:spPr>
            <a:xfrm>
              <a:off x="2301527" y="1378004"/>
              <a:ext cx="28398" cy="28398"/>
            </a:xfrm>
            <a:prstGeom prst="ellipse">
              <a:avLst/>
            </a:prstGeom>
            <a:solidFill>
              <a:srgbClr val="7F8C97">
                <a:alpha val="48000"/>
              </a:srgbClr>
            </a:solidFill>
            <a:ln w="0">
              <a:noFill/>
              <a:prstDash val="solid"/>
            </a:ln>
          </p:spPr>
        </p:sp>
        <p:sp>
          <p:nvSpPr>
            <p:cNvPr id="241" name="03_assume_matched_240">
              <a:extLst>
                <a:ext uri="{FF2B5EF4-FFF2-40B4-BE49-F238E27FC236}">
                  <a16:creationId xmlns:a16="http://schemas.microsoft.com/office/drawing/2014/main" id="{C8D1BEB8-0B32-4CAA-A49C-2FE8C3473884}"/>
                </a:ext>
              </a:extLst>
            </p:cNvPr>
            <p:cNvSpPr>
              <a:spLocks/>
            </p:cNvSpPr>
            <p:nvPr/>
          </p:nvSpPr>
          <p:spPr>
            <a:xfrm>
              <a:off x="2212591" y="1962874"/>
              <a:ext cx="28398" cy="28398"/>
            </a:xfrm>
            <a:prstGeom prst="ellipse">
              <a:avLst/>
            </a:prstGeom>
            <a:solidFill>
              <a:srgbClr val="7F8C97">
                <a:alpha val="48000"/>
              </a:srgbClr>
            </a:solidFill>
            <a:ln w="0">
              <a:noFill/>
              <a:prstDash val="solid"/>
            </a:ln>
          </p:spPr>
        </p:sp>
        <p:sp>
          <p:nvSpPr>
            <p:cNvPr id="242" name="03_assume_matched_241">
              <a:extLst>
                <a:ext uri="{FF2B5EF4-FFF2-40B4-BE49-F238E27FC236}">
                  <a16:creationId xmlns:a16="http://schemas.microsoft.com/office/drawing/2014/main" id="{7FDAC39E-961D-4176-A6D4-DF8F9C80E808}"/>
                </a:ext>
              </a:extLst>
            </p:cNvPr>
            <p:cNvSpPr>
              <a:spLocks/>
            </p:cNvSpPr>
            <p:nvPr/>
          </p:nvSpPr>
          <p:spPr>
            <a:xfrm>
              <a:off x="2265406" y="1962874"/>
              <a:ext cx="28398" cy="28398"/>
            </a:xfrm>
            <a:prstGeom prst="ellipse">
              <a:avLst/>
            </a:prstGeom>
            <a:solidFill>
              <a:srgbClr val="7F8C97">
                <a:alpha val="48000"/>
              </a:srgbClr>
            </a:solidFill>
            <a:ln w="0">
              <a:noFill/>
              <a:prstDash val="solid"/>
            </a:ln>
          </p:spPr>
        </p:sp>
        <p:sp>
          <p:nvSpPr>
            <p:cNvPr id="243" name="03_assume_matched_242">
              <a:extLst>
                <a:ext uri="{FF2B5EF4-FFF2-40B4-BE49-F238E27FC236}">
                  <a16:creationId xmlns:a16="http://schemas.microsoft.com/office/drawing/2014/main" id="{48ECF9FE-9445-48D1-9D81-EB7AEF34F357}"/>
                </a:ext>
              </a:extLst>
            </p:cNvPr>
            <p:cNvSpPr>
              <a:spLocks/>
            </p:cNvSpPr>
            <p:nvPr/>
          </p:nvSpPr>
          <p:spPr>
            <a:xfrm>
              <a:off x="2276343" y="1378004"/>
              <a:ext cx="28398" cy="28398"/>
            </a:xfrm>
            <a:prstGeom prst="ellipse">
              <a:avLst/>
            </a:prstGeom>
            <a:solidFill>
              <a:srgbClr val="7F8C97">
                <a:alpha val="48000"/>
              </a:srgbClr>
            </a:solidFill>
            <a:ln w="0">
              <a:noFill/>
              <a:prstDash val="solid"/>
            </a:ln>
          </p:spPr>
        </p:sp>
        <p:sp>
          <p:nvSpPr>
            <p:cNvPr id="244" name="03_assume_matched_243">
              <a:extLst>
                <a:ext uri="{FF2B5EF4-FFF2-40B4-BE49-F238E27FC236}">
                  <a16:creationId xmlns:a16="http://schemas.microsoft.com/office/drawing/2014/main" id="{01346B6D-A291-4D20-9D5A-833077938808}"/>
                </a:ext>
              </a:extLst>
            </p:cNvPr>
            <p:cNvSpPr>
              <a:spLocks/>
            </p:cNvSpPr>
            <p:nvPr/>
          </p:nvSpPr>
          <p:spPr>
            <a:xfrm>
              <a:off x="2293756" y="1378004"/>
              <a:ext cx="28398" cy="28398"/>
            </a:xfrm>
            <a:prstGeom prst="ellipse">
              <a:avLst/>
            </a:prstGeom>
            <a:solidFill>
              <a:srgbClr val="7F8C97">
                <a:alpha val="48000"/>
              </a:srgbClr>
            </a:solidFill>
            <a:ln w="0">
              <a:noFill/>
              <a:prstDash val="solid"/>
            </a:ln>
          </p:spPr>
        </p:sp>
        <p:sp>
          <p:nvSpPr>
            <p:cNvPr id="245" name="03_assume_matched_244">
              <a:extLst>
                <a:ext uri="{FF2B5EF4-FFF2-40B4-BE49-F238E27FC236}">
                  <a16:creationId xmlns:a16="http://schemas.microsoft.com/office/drawing/2014/main" id="{5AEAEE38-B78E-4B85-9823-03178BC0B624}"/>
                </a:ext>
              </a:extLst>
            </p:cNvPr>
            <p:cNvSpPr>
              <a:spLocks/>
            </p:cNvSpPr>
            <p:nvPr/>
          </p:nvSpPr>
          <p:spPr>
            <a:xfrm>
              <a:off x="2278502" y="1378004"/>
              <a:ext cx="28398" cy="28398"/>
            </a:xfrm>
            <a:prstGeom prst="ellipse">
              <a:avLst/>
            </a:prstGeom>
            <a:solidFill>
              <a:srgbClr val="7F8C97">
                <a:alpha val="48000"/>
              </a:srgbClr>
            </a:solidFill>
            <a:ln w="0">
              <a:noFill/>
              <a:prstDash val="solid"/>
            </a:ln>
          </p:spPr>
        </p:sp>
        <p:sp>
          <p:nvSpPr>
            <p:cNvPr id="246" name="03_assume_matched_245">
              <a:extLst>
                <a:ext uri="{FF2B5EF4-FFF2-40B4-BE49-F238E27FC236}">
                  <a16:creationId xmlns:a16="http://schemas.microsoft.com/office/drawing/2014/main" id="{85821937-A544-4BE6-8F9E-F2AE3398020F}"/>
                </a:ext>
              </a:extLst>
            </p:cNvPr>
            <p:cNvSpPr>
              <a:spLocks/>
            </p:cNvSpPr>
            <p:nvPr/>
          </p:nvSpPr>
          <p:spPr>
            <a:xfrm>
              <a:off x="2256772" y="1962874"/>
              <a:ext cx="28398" cy="28398"/>
            </a:xfrm>
            <a:prstGeom prst="ellipse">
              <a:avLst/>
            </a:prstGeom>
            <a:solidFill>
              <a:srgbClr val="7F8C97">
                <a:alpha val="48000"/>
              </a:srgbClr>
            </a:solidFill>
            <a:ln w="0">
              <a:noFill/>
              <a:prstDash val="solid"/>
            </a:ln>
          </p:spPr>
        </p:sp>
        <p:sp>
          <p:nvSpPr>
            <p:cNvPr id="247" name="03_assume_matched_246">
              <a:extLst>
                <a:ext uri="{FF2B5EF4-FFF2-40B4-BE49-F238E27FC236}">
                  <a16:creationId xmlns:a16="http://schemas.microsoft.com/office/drawing/2014/main" id="{FC9C9BD5-65B8-42C8-95A3-6449ED6D2054}"/>
                </a:ext>
              </a:extLst>
            </p:cNvPr>
            <p:cNvSpPr>
              <a:spLocks/>
            </p:cNvSpPr>
            <p:nvPr/>
          </p:nvSpPr>
          <p:spPr>
            <a:xfrm>
              <a:off x="2168555" y="1378004"/>
              <a:ext cx="28398" cy="28398"/>
            </a:xfrm>
            <a:prstGeom prst="ellipse">
              <a:avLst/>
            </a:prstGeom>
            <a:solidFill>
              <a:srgbClr val="7F8C97">
                <a:alpha val="48000"/>
              </a:srgbClr>
            </a:solidFill>
            <a:ln w="0">
              <a:noFill/>
              <a:prstDash val="solid"/>
            </a:ln>
          </p:spPr>
        </p:sp>
        <p:sp>
          <p:nvSpPr>
            <p:cNvPr id="248" name="03_assume_matched_247">
              <a:extLst>
                <a:ext uri="{FF2B5EF4-FFF2-40B4-BE49-F238E27FC236}">
                  <a16:creationId xmlns:a16="http://schemas.microsoft.com/office/drawing/2014/main" id="{8D8B220A-BF16-4BAD-A3C6-FAE3B9AA6D1F}"/>
                </a:ext>
              </a:extLst>
            </p:cNvPr>
            <p:cNvSpPr>
              <a:spLocks/>
            </p:cNvSpPr>
            <p:nvPr/>
          </p:nvSpPr>
          <p:spPr>
            <a:xfrm>
              <a:off x="2182515" y="1962874"/>
              <a:ext cx="28398" cy="28398"/>
            </a:xfrm>
            <a:prstGeom prst="ellipse">
              <a:avLst/>
            </a:prstGeom>
            <a:solidFill>
              <a:srgbClr val="7F8C97">
                <a:alpha val="48000"/>
              </a:srgbClr>
            </a:solidFill>
            <a:ln w="0">
              <a:noFill/>
              <a:prstDash val="solid"/>
            </a:ln>
          </p:spPr>
        </p:sp>
        <p:sp>
          <p:nvSpPr>
            <p:cNvPr id="249" name="03_assume_matched_248">
              <a:extLst>
                <a:ext uri="{FF2B5EF4-FFF2-40B4-BE49-F238E27FC236}">
                  <a16:creationId xmlns:a16="http://schemas.microsoft.com/office/drawing/2014/main" id="{2362256B-960C-49BF-BABC-370D61A791C5}"/>
                </a:ext>
              </a:extLst>
            </p:cNvPr>
            <p:cNvSpPr>
              <a:spLocks/>
            </p:cNvSpPr>
            <p:nvPr/>
          </p:nvSpPr>
          <p:spPr>
            <a:xfrm>
              <a:off x="2243676" y="1378004"/>
              <a:ext cx="28398" cy="28398"/>
            </a:xfrm>
            <a:prstGeom prst="ellipse">
              <a:avLst/>
            </a:prstGeom>
            <a:solidFill>
              <a:srgbClr val="7F8C97">
                <a:alpha val="48000"/>
              </a:srgbClr>
            </a:solidFill>
            <a:ln w="0">
              <a:noFill/>
              <a:prstDash val="solid"/>
            </a:ln>
          </p:spPr>
        </p:sp>
        <p:sp>
          <p:nvSpPr>
            <p:cNvPr id="250" name="03_assume_matched_249">
              <a:extLst>
                <a:ext uri="{FF2B5EF4-FFF2-40B4-BE49-F238E27FC236}">
                  <a16:creationId xmlns:a16="http://schemas.microsoft.com/office/drawing/2014/main" id="{A409568D-2826-475B-9E05-DD2BE480B102}"/>
                </a:ext>
              </a:extLst>
            </p:cNvPr>
            <p:cNvSpPr>
              <a:spLocks/>
            </p:cNvSpPr>
            <p:nvPr/>
          </p:nvSpPr>
          <p:spPr>
            <a:xfrm>
              <a:off x="2188559" y="1962874"/>
              <a:ext cx="28398" cy="28398"/>
            </a:xfrm>
            <a:prstGeom prst="ellipse">
              <a:avLst/>
            </a:prstGeom>
            <a:solidFill>
              <a:srgbClr val="7F8C97">
                <a:alpha val="48000"/>
              </a:srgbClr>
            </a:solidFill>
            <a:ln w="0">
              <a:noFill/>
              <a:prstDash val="solid"/>
            </a:ln>
          </p:spPr>
        </p:sp>
        <p:sp>
          <p:nvSpPr>
            <p:cNvPr id="251" name="03_assume_matched_250">
              <a:extLst>
                <a:ext uri="{FF2B5EF4-FFF2-40B4-BE49-F238E27FC236}">
                  <a16:creationId xmlns:a16="http://schemas.microsoft.com/office/drawing/2014/main" id="{F59D48C7-A0C6-47FD-80F3-A8439FE9BB77}"/>
                </a:ext>
              </a:extLst>
            </p:cNvPr>
            <p:cNvSpPr>
              <a:spLocks/>
            </p:cNvSpPr>
            <p:nvPr/>
          </p:nvSpPr>
          <p:spPr>
            <a:xfrm>
              <a:off x="2214606" y="1962874"/>
              <a:ext cx="28398" cy="28398"/>
            </a:xfrm>
            <a:prstGeom prst="ellipse">
              <a:avLst/>
            </a:prstGeom>
            <a:solidFill>
              <a:srgbClr val="7F8C97">
                <a:alpha val="48000"/>
              </a:srgbClr>
            </a:solidFill>
            <a:ln w="0">
              <a:noFill/>
              <a:prstDash val="solid"/>
            </a:ln>
          </p:spPr>
        </p:sp>
        <p:sp>
          <p:nvSpPr>
            <p:cNvPr id="252" name="03_assume_matched_251">
              <a:extLst>
                <a:ext uri="{FF2B5EF4-FFF2-40B4-BE49-F238E27FC236}">
                  <a16:creationId xmlns:a16="http://schemas.microsoft.com/office/drawing/2014/main" id="{611C628F-8BF2-46D1-A437-BA7F1943EBFF}"/>
                </a:ext>
              </a:extLst>
            </p:cNvPr>
            <p:cNvSpPr>
              <a:spLocks/>
            </p:cNvSpPr>
            <p:nvPr/>
          </p:nvSpPr>
          <p:spPr>
            <a:xfrm>
              <a:off x="2163662" y="1962874"/>
              <a:ext cx="28398" cy="28398"/>
            </a:xfrm>
            <a:prstGeom prst="ellipse">
              <a:avLst/>
            </a:prstGeom>
            <a:solidFill>
              <a:srgbClr val="7F8C97">
                <a:alpha val="48000"/>
              </a:srgbClr>
            </a:solidFill>
            <a:ln w="0">
              <a:noFill/>
              <a:prstDash val="solid"/>
            </a:ln>
          </p:spPr>
        </p:sp>
        <p:sp>
          <p:nvSpPr>
            <p:cNvPr id="253" name="03_assume_matched_252">
              <a:extLst>
                <a:ext uri="{FF2B5EF4-FFF2-40B4-BE49-F238E27FC236}">
                  <a16:creationId xmlns:a16="http://schemas.microsoft.com/office/drawing/2014/main" id="{A254D169-77F9-40A6-8974-208CEBB71774}"/>
                </a:ext>
              </a:extLst>
            </p:cNvPr>
            <p:cNvSpPr>
              <a:spLocks/>
            </p:cNvSpPr>
            <p:nvPr/>
          </p:nvSpPr>
          <p:spPr>
            <a:xfrm>
              <a:off x="3036342" y="1482981"/>
              <a:ext cx="28398" cy="28398"/>
            </a:xfrm>
            <a:prstGeom prst="ellipse">
              <a:avLst/>
            </a:prstGeom>
            <a:solidFill>
              <a:srgbClr val="7F8C97">
                <a:alpha val="48000"/>
              </a:srgbClr>
            </a:solidFill>
            <a:ln w="0">
              <a:noFill/>
              <a:prstDash val="solid"/>
            </a:ln>
          </p:spPr>
        </p:sp>
        <p:sp>
          <p:nvSpPr>
            <p:cNvPr id="254" name="03_assume_matched_253">
              <a:extLst>
                <a:ext uri="{FF2B5EF4-FFF2-40B4-BE49-F238E27FC236}">
                  <a16:creationId xmlns:a16="http://schemas.microsoft.com/office/drawing/2014/main" id="{3ADA2D83-586F-4CA5-BC5C-06A74D56807F}"/>
                </a:ext>
              </a:extLst>
            </p:cNvPr>
            <p:cNvSpPr>
              <a:spLocks/>
            </p:cNvSpPr>
            <p:nvPr/>
          </p:nvSpPr>
          <p:spPr>
            <a:xfrm>
              <a:off x="3024829" y="1962874"/>
              <a:ext cx="28398" cy="28398"/>
            </a:xfrm>
            <a:prstGeom prst="ellipse">
              <a:avLst/>
            </a:prstGeom>
            <a:solidFill>
              <a:srgbClr val="7F8C97">
                <a:alpha val="48000"/>
              </a:srgbClr>
            </a:solidFill>
            <a:ln w="0">
              <a:noFill/>
              <a:prstDash val="solid"/>
            </a:ln>
          </p:spPr>
        </p:sp>
        <p:sp>
          <p:nvSpPr>
            <p:cNvPr id="255" name="03_assume_matched_254">
              <a:extLst>
                <a:ext uri="{FF2B5EF4-FFF2-40B4-BE49-F238E27FC236}">
                  <a16:creationId xmlns:a16="http://schemas.microsoft.com/office/drawing/2014/main" id="{41ECDBA3-95AD-41E1-87E1-D851560300EE}"/>
                </a:ext>
              </a:extLst>
            </p:cNvPr>
            <p:cNvSpPr>
              <a:spLocks/>
            </p:cNvSpPr>
            <p:nvPr/>
          </p:nvSpPr>
          <p:spPr>
            <a:xfrm>
              <a:off x="2967697" y="1962874"/>
              <a:ext cx="28398" cy="28398"/>
            </a:xfrm>
            <a:prstGeom prst="ellipse">
              <a:avLst/>
            </a:prstGeom>
            <a:solidFill>
              <a:srgbClr val="7F8C97">
                <a:alpha val="48000"/>
              </a:srgbClr>
            </a:solidFill>
            <a:ln w="0">
              <a:noFill/>
              <a:prstDash val="solid"/>
            </a:ln>
          </p:spPr>
        </p:sp>
        <p:sp>
          <p:nvSpPr>
            <p:cNvPr id="256" name="03_assume_matched_255">
              <a:extLst>
                <a:ext uri="{FF2B5EF4-FFF2-40B4-BE49-F238E27FC236}">
                  <a16:creationId xmlns:a16="http://schemas.microsoft.com/office/drawing/2014/main" id="{91BC91E3-C951-487B-9BC6-2708D602090D}"/>
                </a:ext>
              </a:extLst>
            </p:cNvPr>
            <p:cNvSpPr>
              <a:spLocks/>
            </p:cNvSpPr>
            <p:nvPr/>
          </p:nvSpPr>
          <p:spPr>
            <a:xfrm>
              <a:off x="3046559" y="1378004"/>
              <a:ext cx="28398" cy="28398"/>
            </a:xfrm>
            <a:prstGeom prst="ellipse">
              <a:avLst/>
            </a:prstGeom>
            <a:solidFill>
              <a:srgbClr val="7F8C97">
                <a:alpha val="48000"/>
              </a:srgbClr>
            </a:solidFill>
            <a:ln w="0">
              <a:noFill/>
              <a:prstDash val="solid"/>
            </a:ln>
          </p:spPr>
        </p:sp>
        <p:sp>
          <p:nvSpPr>
            <p:cNvPr id="257" name="03_assume_matched_256">
              <a:extLst>
                <a:ext uri="{FF2B5EF4-FFF2-40B4-BE49-F238E27FC236}">
                  <a16:creationId xmlns:a16="http://schemas.microsoft.com/office/drawing/2014/main" id="{0D0AB546-DA20-4F8D-BE52-92754FDD33E5}"/>
                </a:ext>
              </a:extLst>
            </p:cNvPr>
            <p:cNvSpPr>
              <a:spLocks/>
            </p:cNvSpPr>
            <p:nvPr/>
          </p:nvSpPr>
          <p:spPr>
            <a:xfrm>
              <a:off x="3014324" y="1378004"/>
              <a:ext cx="28398" cy="28398"/>
            </a:xfrm>
            <a:prstGeom prst="ellipse">
              <a:avLst/>
            </a:prstGeom>
            <a:solidFill>
              <a:srgbClr val="7F8C97">
                <a:alpha val="48000"/>
              </a:srgbClr>
            </a:solidFill>
            <a:ln w="0">
              <a:noFill/>
              <a:prstDash val="solid"/>
            </a:ln>
          </p:spPr>
        </p:sp>
        <p:sp>
          <p:nvSpPr>
            <p:cNvPr id="258" name="03_assume_matched_257">
              <a:extLst>
                <a:ext uri="{FF2B5EF4-FFF2-40B4-BE49-F238E27FC236}">
                  <a16:creationId xmlns:a16="http://schemas.microsoft.com/office/drawing/2014/main" id="{E0544C8D-EEB1-4775-B6F9-DD21471EB756}"/>
                </a:ext>
              </a:extLst>
            </p:cNvPr>
            <p:cNvSpPr>
              <a:spLocks/>
            </p:cNvSpPr>
            <p:nvPr/>
          </p:nvSpPr>
          <p:spPr>
            <a:xfrm>
              <a:off x="2919056" y="1537514"/>
              <a:ext cx="28398" cy="28398"/>
            </a:xfrm>
            <a:prstGeom prst="ellipse">
              <a:avLst/>
            </a:prstGeom>
            <a:solidFill>
              <a:srgbClr val="7F8C97">
                <a:alpha val="48000"/>
              </a:srgbClr>
            </a:solidFill>
            <a:ln w="0">
              <a:noFill/>
              <a:prstDash val="solid"/>
            </a:ln>
          </p:spPr>
        </p:sp>
        <p:sp>
          <p:nvSpPr>
            <p:cNvPr id="259" name="03_assume_matched_258">
              <a:extLst>
                <a:ext uri="{FF2B5EF4-FFF2-40B4-BE49-F238E27FC236}">
                  <a16:creationId xmlns:a16="http://schemas.microsoft.com/office/drawing/2014/main" id="{B159AB7A-0225-4858-AE5D-29E6AD637B61}"/>
                </a:ext>
              </a:extLst>
            </p:cNvPr>
            <p:cNvSpPr>
              <a:spLocks/>
            </p:cNvSpPr>
            <p:nvPr/>
          </p:nvSpPr>
          <p:spPr>
            <a:xfrm>
              <a:off x="2949708" y="1962874"/>
              <a:ext cx="28398" cy="28398"/>
            </a:xfrm>
            <a:prstGeom prst="ellipse">
              <a:avLst/>
            </a:prstGeom>
            <a:solidFill>
              <a:srgbClr val="7F8C97">
                <a:alpha val="48000"/>
              </a:srgbClr>
            </a:solidFill>
            <a:ln w="0">
              <a:noFill/>
              <a:prstDash val="solid"/>
            </a:ln>
          </p:spPr>
        </p:sp>
        <p:sp>
          <p:nvSpPr>
            <p:cNvPr id="260" name="03_assume_matched_259">
              <a:extLst>
                <a:ext uri="{FF2B5EF4-FFF2-40B4-BE49-F238E27FC236}">
                  <a16:creationId xmlns:a16="http://schemas.microsoft.com/office/drawing/2014/main" id="{79C1ED40-A8A6-4639-95BF-46BDB9872EBB}"/>
                </a:ext>
              </a:extLst>
            </p:cNvPr>
            <p:cNvSpPr>
              <a:spLocks/>
            </p:cNvSpPr>
            <p:nvPr/>
          </p:nvSpPr>
          <p:spPr>
            <a:xfrm>
              <a:off x="2918768" y="1962874"/>
              <a:ext cx="28398" cy="28398"/>
            </a:xfrm>
            <a:prstGeom prst="ellipse">
              <a:avLst/>
            </a:prstGeom>
            <a:solidFill>
              <a:srgbClr val="7F8C97">
                <a:alpha val="48000"/>
              </a:srgbClr>
            </a:solidFill>
            <a:ln w="0">
              <a:noFill/>
              <a:prstDash val="solid"/>
            </a:ln>
          </p:spPr>
        </p:sp>
        <p:sp>
          <p:nvSpPr>
            <p:cNvPr id="261" name="03_assume_matched_260">
              <a:extLst>
                <a:ext uri="{FF2B5EF4-FFF2-40B4-BE49-F238E27FC236}">
                  <a16:creationId xmlns:a16="http://schemas.microsoft.com/office/drawing/2014/main" id="{A3C598C7-E089-4ACA-B3BD-BD685B7ADC36}"/>
                </a:ext>
              </a:extLst>
            </p:cNvPr>
            <p:cNvSpPr>
              <a:spLocks/>
            </p:cNvSpPr>
            <p:nvPr/>
          </p:nvSpPr>
          <p:spPr>
            <a:xfrm>
              <a:off x="3000077" y="1962874"/>
              <a:ext cx="28398" cy="28398"/>
            </a:xfrm>
            <a:prstGeom prst="ellipse">
              <a:avLst/>
            </a:prstGeom>
            <a:solidFill>
              <a:srgbClr val="7F8C97">
                <a:alpha val="48000"/>
              </a:srgbClr>
            </a:solidFill>
            <a:ln w="0">
              <a:noFill/>
              <a:prstDash val="solid"/>
            </a:ln>
          </p:spPr>
        </p:sp>
        <p:sp>
          <p:nvSpPr>
            <p:cNvPr id="262" name="03_assume_matched_261">
              <a:extLst>
                <a:ext uri="{FF2B5EF4-FFF2-40B4-BE49-F238E27FC236}">
                  <a16:creationId xmlns:a16="http://schemas.microsoft.com/office/drawing/2014/main" id="{61F7B4F5-2A9A-4A66-81D8-5D9439ED8523}"/>
                </a:ext>
              </a:extLst>
            </p:cNvPr>
            <p:cNvSpPr>
              <a:spLocks/>
            </p:cNvSpPr>
            <p:nvPr/>
          </p:nvSpPr>
          <p:spPr>
            <a:xfrm>
              <a:off x="2981368" y="1962874"/>
              <a:ext cx="28398" cy="28398"/>
            </a:xfrm>
            <a:prstGeom prst="ellipse">
              <a:avLst/>
            </a:prstGeom>
            <a:solidFill>
              <a:srgbClr val="7F8C97">
                <a:alpha val="48000"/>
              </a:srgbClr>
            </a:solidFill>
            <a:ln w="0">
              <a:noFill/>
              <a:prstDash val="solid"/>
            </a:ln>
          </p:spPr>
        </p:sp>
        <p:sp>
          <p:nvSpPr>
            <p:cNvPr id="263" name="03_assume_matched_262">
              <a:extLst>
                <a:ext uri="{FF2B5EF4-FFF2-40B4-BE49-F238E27FC236}">
                  <a16:creationId xmlns:a16="http://schemas.microsoft.com/office/drawing/2014/main" id="{B772E59B-44CB-4053-A720-C4095AD87F94}"/>
                </a:ext>
              </a:extLst>
            </p:cNvPr>
            <p:cNvSpPr>
              <a:spLocks/>
            </p:cNvSpPr>
            <p:nvPr/>
          </p:nvSpPr>
          <p:spPr>
            <a:xfrm>
              <a:off x="2966114" y="1962874"/>
              <a:ext cx="28398" cy="28398"/>
            </a:xfrm>
            <a:prstGeom prst="ellipse">
              <a:avLst/>
            </a:prstGeom>
            <a:solidFill>
              <a:srgbClr val="7F8C97">
                <a:alpha val="48000"/>
              </a:srgbClr>
            </a:solidFill>
            <a:ln w="0">
              <a:noFill/>
              <a:prstDash val="solid"/>
            </a:ln>
          </p:spPr>
        </p:sp>
        <p:sp>
          <p:nvSpPr>
            <p:cNvPr id="264" name="03_assume_matched_263">
              <a:extLst>
                <a:ext uri="{FF2B5EF4-FFF2-40B4-BE49-F238E27FC236}">
                  <a16:creationId xmlns:a16="http://schemas.microsoft.com/office/drawing/2014/main" id="{0DDB1892-0CE9-49C7-AF3E-9AB74D7F12D1}"/>
                </a:ext>
              </a:extLst>
            </p:cNvPr>
            <p:cNvSpPr>
              <a:spLocks/>
            </p:cNvSpPr>
            <p:nvPr/>
          </p:nvSpPr>
          <p:spPr>
            <a:xfrm>
              <a:off x="2951867" y="1962874"/>
              <a:ext cx="28398" cy="28398"/>
            </a:xfrm>
            <a:prstGeom prst="ellipse">
              <a:avLst/>
            </a:prstGeom>
            <a:solidFill>
              <a:srgbClr val="7F8C97">
                <a:alpha val="48000"/>
              </a:srgbClr>
            </a:solidFill>
            <a:ln w="0">
              <a:noFill/>
              <a:prstDash val="solid"/>
            </a:ln>
          </p:spPr>
        </p:sp>
        <p:sp>
          <p:nvSpPr>
            <p:cNvPr id="265" name="03_assume_matched_264">
              <a:extLst>
                <a:ext uri="{FF2B5EF4-FFF2-40B4-BE49-F238E27FC236}">
                  <a16:creationId xmlns:a16="http://schemas.microsoft.com/office/drawing/2014/main" id="{DB3A28E8-7174-4CA2-AC52-C6D78D92B315}"/>
                </a:ext>
              </a:extLst>
            </p:cNvPr>
            <p:cNvSpPr>
              <a:spLocks/>
            </p:cNvSpPr>
            <p:nvPr/>
          </p:nvSpPr>
          <p:spPr>
            <a:xfrm>
              <a:off x="2968273" y="1962874"/>
              <a:ext cx="28398" cy="28398"/>
            </a:xfrm>
            <a:prstGeom prst="ellipse">
              <a:avLst/>
            </a:prstGeom>
            <a:solidFill>
              <a:srgbClr val="7F8C97">
                <a:alpha val="48000"/>
              </a:srgbClr>
            </a:solidFill>
            <a:ln w="0">
              <a:noFill/>
              <a:prstDash val="solid"/>
            </a:ln>
          </p:spPr>
        </p:sp>
        <p:sp>
          <p:nvSpPr>
            <p:cNvPr id="266" name="03_assume_matched_265">
              <a:extLst>
                <a:ext uri="{FF2B5EF4-FFF2-40B4-BE49-F238E27FC236}">
                  <a16:creationId xmlns:a16="http://schemas.microsoft.com/office/drawing/2014/main" id="{13FDC184-7660-405A-A890-E741D52D4243}"/>
                </a:ext>
              </a:extLst>
            </p:cNvPr>
            <p:cNvSpPr>
              <a:spLocks/>
            </p:cNvSpPr>
            <p:nvPr/>
          </p:nvSpPr>
          <p:spPr>
            <a:xfrm>
              <a:off x="3053467" y="1816656"/>
              <a:ext cx="28398" cy="28398"/>
            </a:xfrm>
            <a:prstGeom prst="ellipse">
              <a:avLst/>
            </a:prstGeom>
            <a:solidFill>
              <a:srgbClr val="7F8C97">
                <a:alpha val="48000"/>
              </a:srgbClr>
            </a:solidFill>
            <a:ln w="0">
              <a:noFill/>
              <a:prstDash val="solid"/>
            </a:ln>
          </p:spPr>
        </p:sp>
        <p:sp>
          <p:nvSpPr>
            <p:cNvPr id="267" name="03_assume_matched_266">
              <a:extLst>
                <a:ext uri="{FF2B5EF4-FFF2-40B4-BE49-F238E27FC236}">
                  <a16:creationId xmlns:a16="http://schemas.microsoft.com/office/drawing/2014/main" id="{339F26E4-C6B7-4098-B831-0761397DEB5A}"/>
                </a:ext>
              </a:extLst>
            </p:cNvPr>
            <p:cNvSpPr>
              <a:spLocks/>
            </p:cNvSpPr>
            <p:nvPr/>
          </p:nvSpPr>
          <p:spPr>
            <a:xfrm>
              <a:off x="3008423" y="1767917"/>
              <a:ext cx="28398" cy="28398"/>
            </a:xfrm>
            <a:prstGeom prst="ellipse">
              <a:avLst/>
            </a:prstGeom>
            <a:solidFill>
              <a:srgbClr val="7F8C97">
                <a:alpha val="48000"/>
              </a:srgbClr>
            </a:solidFill>
            <a:ln w="0">
              <a:noFill/>
              <a:prstDash val="solid"/>
            </a:ln>
          </p:spPr>
        </p:sp>
        <p:sp>
          <p:nvSpPr>
            <p:cNvPr id="268" name="03_assume_matched_267">
              <a:extLst>
                <a:ext uri="{FF2B5EF4-FFF2-40B4-BE49-F238E27FC236}">
                  <a16:creationId xmlns:a16="http://schemas.microsoft.com/office/drawing/2014/main" id="{D5C6A542-D8F9-4BC3-848C-60CEE6C584C7}"/>
                </a:ext>
              </a:extLst>
            </p:cNvPr>
            <p:cNvSpPr>
              <a:spLocks/>
            </p:cNvSpPr>
            <p:nvPr/>
          </p:nvSpPr>
          <p:spPr>
            <a:xfrm>
              <a:off x="3018209" y="1962874"/>
              <a:ext cx="28398" cy="28398"/>
            </a:xfrm>
            <a:prstGeom prst="ellipse">
              <a:avLst/>
            </a:prstGeom>
            <a:solidFill>
              <a:srgbClr val="7F8C97">
                <a:alpha val="48000"/>
              </a:srgbClr>
            </a:solidFill>
            <a:ln w="0">
              <a:noFill/>
              <a:prstDash val="solid"/>
            </a:ln>
          </p:spPr>
        </p:sp>
        <p:sp>
          <p:nvSpPr>
            <p:cNvPr id="269" name="03_assume_matched_268">
              <a:extLst>
                <a:ext uri="{FF2B5EF4-FFF2-40B4-BE49-F238E27FC236}">
                  <a16:creationId xmlns:a16="http://schemas.microsoft.com/office/drawing/2014/main" id="{6B672946-B374-45E0-B5C3-E1C5CFB7A369}"/>
                </a:ext>
              </a:extLst>
            </p:cNvPr>
            <p:cNvSpPr>
              <a:spLocks/>
            </p:cNvSpPr>
            <p:nvPr/>
          </p:nvSpPr>
          <p:spPr>
            <a:xfrm>
              <a:off x="2955033" y="1930381"/>
              <a:ext cx="28398" cy="28398"/>
            </a:xfrm>
            <a:prstGeom prst="ellipse">
              <a:avLst/>
            </a:prstGeom>
            <a:solidFill>
              <a:srgbClr val="7F8C97">
                <a:alpha val="48000"/>
              </a:srgbClr>
            </a:solidFill>
            <a:ln w="0">
              <a:noFill/>
              <a:prstDash val="solid"/>
            </a:ln>
          </p:spPr>
        </p:sp>
        <p:sp>
          <p:nvSpPr>
            <p:cNvPr id="270" name="03_assume_matched_269">
              <a:extLst>
                <a:ext uri="{FF2B5EF4-FFF2-40B4-BE49-F238E27FC236}">
                  <a16:creationId xmlns:a16="http://schemas.microsoft.com/office/drawing/2014/main" id="{1E553C15-E38D-4988-8E45-7E38A2563333}"/>
                </a:ext>
              </a:extLst>
            </p:cNvPr>
            <p:cNvSpPr>
              <a:spLocks/>
            </p:cNvSpPr>
            <p:nvPr/>
          </p:nvSpPr>
          <p:spPr>
            <a:xfrm>
              <a:off x="3045408" y="1962874"/>
              <a:ext cx="28398" cy="28398"/>
            </a:xfrm>
            <a:prstGeom prst="ellipse">
              <a:avLst/>
            </a:prstGeom>
            <a:solidFill>
              <a:srgbClr val="7F8C97">
                <a:alpha val="48000"/>
              </a:srgbClr>
            </a:solidFill>
            <a:ln w="0">
              <a:noFill/>
              <a:prstDash val="solid"/>
            </a:ln>
          </p:spPr>
        </p:sp>
        <p:sp>
          <p:nvSpPr>
            <p:cNvPr id="271" name="03_assume_matched_270">
              <a:extLst>
                <a:ext uri="{FF2B5EF4-FFF2-40B4-BE49-F238E27FC236}">
                  <a16:creationId xmlns:a16="http://schemas.microsoft.com/office/drawing/2014/main" id="{C580C3EE-152D-468B-B2B7-131FF02FC52D}"/>
                </a:ext>
              </a:extLst>
            </p:cNvPr>
            <p:cNvSpPr>
              <a:spLocks/>
            </p:cNvSpPr>
            <p:nvPr/>
          </p:nvSpPr>
          <p:spPr>
            <a:xfrm>
              <a:off x="3018497" y="1697024"/>
              <a:ext cx="28398" cy="28398"/>
            </a:xfrm>
            <a:prstGeom prst="ellipse">
              <a:avLst/>
            </a:prstGeom>
            <a:solidFill>
              <a:srgbClr val="7F8C97">
                <a:alpha val="48000"/>
              </a:srgbClr>
            </a:solidFill>
            <a:ln w="0">
              <a:noFill/>
              <a:prstDash val="solid"/>
            </a:ln>
          </p:spPr>
        </p:sp>
        <p:sp>
          <p:nvSpPr>
            <p:cNvPr id="272" name="03_assume_matched_271">
              <a:extLst>
                <a:ext uri="{FF2B5EF4-FFF2-40B4-BE49-F238E27FC236}">
                  <a16:creationId xmlns:a16="http://schemas.microsoft.com/office/drawing/2014/main" id="{0D037A5E-1BBE-4D58-8C26-C3322E6F32E6}"/>
                </a:ext>
              </a:extLst>
            </p:cNvPr>
            <p:cNvSpPr>
              <a:spLocks/>
            </p:cNvSpPr>
            <p:nvPr/>
          </p:nvSpPr>
          <p:spPr>
            <a:xfrm>
              <a:off x="2936325" y="1962874"/>
              <a:ext cx="28398" cy="28398"/>
            </a:xfrm>
            <a:prstGeom prst="ellipse">
              <a:avLst/>
            </a:prstGeom>
            <a:solidFill>
              <a:srgbClr val="7F8C97">
                <a:alpha val="48000"/>
              </a:srgbClr>
            </a:solidFill>
            <a:ln w="0">
              <a:noFill/>
              <a:prstDash val="solid"/>
            </a:ln>
          </p:spPr>
        </p:sp>
        <p:sp>
          <p:nvSpPr>
            <p:cNvPr id="273" name="03_assume_matched_272">
              <a:extLst>
                <a:ext uri="{FF2B5EF4-FFF2-40B4-BE49-F238E27FC236}">
                  <a16:creationId xmlns:a16="http://schemas.microsoft.com/office/drawing/2014/main" id="{66AF46FC-2FAD-4BC4-8B10-C6B7F0488BC2}"/>
                </a:ext>
              </a:extLst>
            </p:cNvPr>
            <p:cNvSpPr>
              <a:spLocks/>
            </p:cNvSpPr>
            <p:nvPr/>
          </p:nvSpPr>
          <p:spPr>
            <a:xfrm>
              <a:off x="2943664" y="1962874"/>
              <a:ext cx="28398" cy="28398"/>
            </a:xfrm>
            <a:prstGeom prst="ellipse">
              <a:avLst/>
            </a:prstGeom>
            <a:solidFill>
              <a:srgbClr val="7F8C97">
                <a:alpha val="48000"/>
              </a:srgbClr>
            </a:solidFill>
            <a:ln w="0">
              <a:noFill/>
              <a:prstDash val="solid"/>
            </a:ln>
          </p:spPr>
        </p:sp>
        <p:sp>
          <p:nvSpPr>
            <p:cNvPr id="274" name="03_assume_matched_273">
              <a:extLst>
                <a:ext uri="{FF2B5EF4-FFF2-40B4-BE49-F238E27FC236}">
                  <a16:creationId xmlns:a16="http://schemas.microsoft.com/office/drawing/2014/main" id="{5C0B68EF-3580-4A91-9364-6B64BB59F30D}"/>
                </a:ext>
              </a:extLst>
            </p:cNvPr>
            <p:cNvSpPr>
              <a:spLocks/>
            </p:cNvSpPr>
            <p:nvPr/>
          </p:nvSpPr>
          <p:spPr>
            <a:xfrm>
              <a:off x="2954889" y="1767917"/>
              <a:ext cx="28398" cy="28398"/>
            </a:xfrm>
            <a:prstGeom prst="ellipse">
              <a:avLst/>
            </a:prstGeom>
            <a:solidFill>
              <a:srgbClr val="7F8C97">
                <a:alpha val="48000"/>
              </a:srgbClr>
            </a:solidFill>
            <a:ln w="0">
              <a:noFill/>
              <a:prstDash val="solid"/>
            </a:ln>
          </p:spPr>
        </p:sp>
        <p:sp>
          <p:nvSpPr>
            <p:cNvPr id="275" name="03_assume_matched_274">
              <a:extLst>
                <a:ext uri="{FF2B5EF4-FFF2-40B4-BE49-F238E27FC236}">
                  <a16:creationId xmlns:a16="http://schemas.microsoft.com/office/drawing/2014/main" id="{95376DDA-8536-407A-8F0A-ADB8257F97FB}"/>
                </a:ext>
              </a:extLst>
            </p:cNvPr>
            <p:cNvSpPr>
              <a:spLocks/>
            </p:cNvSpPr>
            <p:nvPr/>
          </p:nvSpPr>
          <p:spPr>
            <a:xfrm>
              <a:off x="3044257" y="1962874"/>
              <a:ext cx="28398" cy="28398"/>
            </a:xfrm>
            <a:prstGeom prst="ellipse">
              <a:avLst/>
            </a:prstGeom>
            <a:solidFill>
              <a:srgbClr val="7F8C97">
                <a:alpha val="48000"/>
              </a:srgbClr>
            </a:solidFill>
            <a:ln w="0">
              <a:noFill/>
              <a:prstDash val="solid"/>
            </a:ln>
          </p:spPr>
        </p:sp>
        <p:sp>
          <p:nvSpPr>
            <p:cNvPr id="276" name="03_assume_matched_275">
              <a:extLst>
                <a:ext uri="{FF2B5EF4-FFF2-40B4-BE49-F238E27FC236}">
                  <a16:creationId xmlns:a16="http://schemas.microsoft.com/office/drawing/2014/main" id="{22E473FE-5179-4448-B377-2D51BAEBCA0A}"/>
                </a:ext>
              </a:extLst>
            </p:cNvPr>
            <p:cNvSpPr>
              <a:spLocks/>
            </p:cNvSpPr>
            <p:nvPr/>
          </p:nvSpPr>
          <p:spPr>
            <a:xfrm>
              <a:off x="2957192" y="1378004"/>
              <a:ext cx="28398" cy="28398"/>
            </a:xfrm>
            <a:prstGeom prst="ellipse">
              <a:avLst/>
            </a:prstGeom>
            <a:solidFill>
              <a:srgbClr val="7F8C97">
                <a:alpha val="48000"/>
              </a:srgbClr>
            </a:solidFill>
            <a:ln w="0">
              <a:noFill/>
              <a:prstDash val="solid"/>
            </a:ln>
          </p:spPr>
        </p:sp>
        <p:sp>
          <p:nvSpPr>
            <p:cNvPr id="277" name="03_assume_matched_276">
              <a:extLst>
                <a:ext uri="{FF2B5EF4-FFF2-40B4-BE49-F238E27FC236}">
                  <a16:creationId xmlns:a16="http://schemas.microsoft.com/office/drawing/2014/main" id="{5C8B4087-0EFB-4EBA-8114-1D75EB12046A}"/>
                </a:ext>
              </a:extLst>
            </p:cNvPr>
            <p:cNvSpPr>
              <a:spLocks/>
            </p:cNvSpPr>
            <p:nvPr/>
          </p:nvSpPr>
          <p:spPr>
            <a:xfrm>
              <a:off x="3036198" y="1962874"/>
              <a:ext cx="28398" cy="28398"/>
            </a:xfrm>
            <a:prstGeom prst="ellipse">
              <a:avLst/>
            </a:prstGeom>
            <a:solidFill>
              <a:srgbClr val="7F8C97">
                <a:alpha val="48000"/>
              </a:srgbClr>
            </a:solidFill>
            <a:ln w="0">
              <a:noFill/>
              <a:prstDash val="solid"/>
            </a:ln>
          </p:spPr>
        </p:sp>
        <p:sp>
          <p:nvSpPr>
            <p:cNvPr id="278" name="03_assume_matched_277">
              <a:extLst>
                <a:ext uri="{FF2B5EF4-FFF2-40B4-BE49-F238E27FC236}">
                  <a16:creationId xmlns:a16="http://schemas.microsoft.com/office/drawing/2014/main" id="{7BE6AFFE-11D8-41C7-824B-D2BEFD75F3C4}"/>
                </a:ext>
              </a:extLst>
            </p:cNvPr>
            <p:cNvSpPr>
              <a:spLocks/>
            </p:cNvSpPr>
            <p:nvPr/>
          </p:nvSpPr>
          <p:spPr>
            <a:xfrm>
              <a:off x="3037349" y="1475483"/>
              <a:ext cx="28398" cy="28398"/>
            </a:xfrm>
            <a:prstGeom prst="ellipse">
              <a:avLst/>
            </a:prstGeom>
            <a:solidFill>
              <a:srgbClr val="7F8C97">
                <a:alpha val="48000"/>
              </a:srgbClr>
            </a:solidFill>
            <a:ln w="0">
              <a:noFill/>
              <a:prstDash val="solid"/>
            </a:ln>
          </p:spPr>
        </p:sp>
        <p:sp>
          <p:nvSpPr>
            <p:cNvPr id="279" name="03_assume_matched_278">
              <a:extLst>
                <a:ext uri="{FF2B5EF4-FFF2-40B4-BE49-F238E27FC236}">
                  <a16:creationId xmlns:a16="http://schemas.microsoft.com/office/drawing/2014/main" id="{AA1387E9-1DDA-40D5-9510-11643AF5B397}"/>
                </a:ext>
              </a:extLst>
            </p:cNvPr>
            <p:cNvSpPr>
              <a:spLocks/>
            </p:cNvSpPr>
            <p:nvPr/>
          </p:nvSpPr>
          <p:spPr>
            <a:xfrm>
              <a:off x="3041091" y="1962874"/>
              <a:ext cx="28398" cy="28398"/>
            </a:xfrm>
            <a:prstGeom prst="ellipse">
              <a:avLst/>
            </a:prstGeom>
            <a:solidFill>
              <a:srgbClr val="7F8C97">
                <a:alpha val="48000"/>
              </a:srgbClr>
            </a:solidFill>
            <a:ln w="0">
              <a:noFill/>
              <a:prstDash val="solid"/>
            </a:ln>
          </p:spPr>
        </p:sp>
        <p:sp>
          <p:nvSpPr>
            <p:cNvPr id="280" name="03_assume_matched_279">
              <a:extLst>
                <a:ext uri="{FF2B5EF4-FFF2-40B4-BE49-F238E27FC236}">
                  <a16:creationId xmlns:a16="http://schemas.microsoft.com/office/drawing/2014/main" id="{16B1915C-AFE6-4E49-920F-598160BC0D46}"/>
                </a:ext>
              </a:extLst>
            </p:cNvPr>
            <p:cNvSpPr>
              <a:spLocks/>
            </p:cNvSpPr>
            <p:nvPr/>
          </p:nvSpPr>
          <p:spPr>
            <a:xfrm>
              <a:off x="2958343" y="1962874"/>
              <a:ext cx="28398" cy="28398"/>
            </a:xfrm>
            <a:prstGeom prst="ellipse">
              <a:avLst/>
            </a:prstGeom>
            <a:solidFill>
              <a:srgbClr val="7F8C97">
                <a:alpha val="48000"/>
              </a:srgbClr>
            </a:solidFill>
            <a:ln w="0">
              <a:noFill/>
              <a:prstDash val="solid"/>
            </a:ln>
          </p:spPr>
        </p:sp>
        <p:sp>
          <p:nvSpPr>
            <p:cNvPr id="281" name="03_assume_matched_280">
              <a:extLst>
                <a:ext uri="{FF2B5EF4-FFF2-40B4-BE49-F238E27FC236}">
                  <a16:creationId xmlns:a16="http://schemas.microsoft.com/office/drawing/2014/main" id="{EB9AA5BF-DF73-4C06-B28F-CB1D4DEB1803}"/>
                </a:ext>
              </a:extLst>
            </p:cNvPr>
            <p:cNvSpPr>
              <a:spLocks/>
            </p:cNvSpPr>
            <p:nvPr/>
          </p:nvSpPr>
          <p:spPr>
            <a:xfrm>
              <a:off x="2936613" y="1524222"/>
              <a:ext cx="28398" cy="28398"/>
            </a:xfrm>
            <a:prstGeom prst="ellipse">
              <a:avLst/>
            </a:prstGeom>
            <a:solidFill>
              <a:srgbClr val="7F8C97">
                <a:alpha val="48000"/>
              </a:srgbClr>
            </a:solidFill>
            <a:ln w="0">
              <a:noFill/>
              <a:prstDash val="solid"/>
            </a:ln>
          </p:spPr>
        </p:sp>
        <p:sp>
          <p:nvSpPr>
            <p:cNvPr id="282" name="03_assume_matched_281">
              <a:extLst>
                <a:ext uri="{FF2B5EF4-FFF2-40B4-BE49-F238E27FC236}">
                  <a16:creationId xmlns:a16="http://schemas.microsoft.com/office/drawing/2014/main" id="{99A431FE-7998-40D9-9C32-3137CBC17C33}"/>
                </a:ext>
              </a:extLst>
            </p:cNvPr>
            <p:cNvSpPr>
              <a:spLocks/>
            </p:cNvSpPr>
            <p:nvPr/>
          </p:nvSpPr>
          <p:spPr>
            <a:xfrm>
              <a:off x="3020368" y="1378004"/>
              <a:ext cx="28398" cy="28398"/>
            </a:xfrm>
            <a:prstGeom prst="ellipse">
              <a:avLst/>
            </a:prstGeom>
            <a:solidFill>
              <a:srgbClr val="7F8C97">
                <a:alpha val="48000"/>
              </a:srgbClr>
            </a:solidFill>
            <a:ln w="0">
              <a:noFill/>
              <a:prstDash val="solid"/>
            </a:ln>
          </p:spPr>
        </p:sp>
        <p:sp>
          <p:nvSpPr>
            <p:cNvPr id="283" name="03_assume_matched_282">
              <a:extLst>
                <a:ext uri="{FF2B5EF4-FFF2-40B4-BE49-F238E27FC236}">
                  <a16:creationId xmlns:a16="http://schemas.microsoft.com/office/drawing/2014/main" id="{9E6980FC-2997-4131-B7BC-3BF1016D9738}"/>
                </a:ext>
              </a:extLst>
            </p:cNvPr>
            <p:cNvSpPr>
              <a:spLocks/>
            </p:cNvSpPr>
            <p:nvPr/>
          </p:nvSpPr>
          <p:spPr>
            <a:xfrm>
              <a:off x="2929849" y="1962874"/>
              <a:ext cx="28398" cy="28398"/>
            </a:xfrm>
            <a:prstGeom prst="ellipse">
              <a:avLst/>
            </a:prstGeom>
            <a:solidFill>
              <a:srgbClr val="7F8C97">
                <a:alpha val="48000"/>
              </a:srgbClr>
            </a:solidFill>
            <a:ln w="0">
              <a:noFill/>
              <a:prstDash val="solid"/>
            </a:ln>
          </p:spPr>
        </p:sp>
        <p:sp>
          <p:nvSpPr>
            <p:cNvPr id="284" name="03_assume_matched_283">
              <a:extLst>
                <a:ext uri="{FF2B5EF4-FFF2-40B4-BE49-F238E27FC236}">
                  <a16:creationId xmlns:a16="http://schemas.microsoft.com/office/drawing/2014/main" id="{E6BDF82D-F5A2-4A83-A1AE-ACDE3C8CA544}"/>
                </a:ext>
              </a:extLst>
            </p:cNvPr>
            <p:cNvSpPr>
              <a:spLocks/>
            </p:cNvSpPr>
            <p:nvPr/>
          </p:nvSpPr>
          <p:spPr>
            <a:xfrm>
              <a:off x="3023965" y="1378004"/>
              <a:ext cx="28398" cy="28398"/>
            </a:xfrm>
            <a:prstGeom prst="ellipse">
              <a:avLst/>
            </a:prstGeom>
            <a:solidFill>
              <a:srgbClr val="7F8C97">
                <a:alpha val="48000"/>
              </a:srgbClr>
            </a:solidFill>
            <a:ln w="0">
              <a:noFill/>
              <a:prstDash val="solid"/>
            </a:ln>
          </p:spPr>
        </p:sp>
        <p:sp>
          <p:nvSpPr>
            <p:cNvPr id="285" name="03_assume_matched_284">
              <a:extLst>
                <a:ext uri="{FF2B5EF4-FFF2-40B4-BE49-F238E27FC236}">
                  <a16:creationId xmlns:a16="http://schemas.microsoft.com/office/drawing/2014/main" id="{26A2AEDB-9EB8-4A5C-A675-CBA14D2B3660}"/>
                </a:ext>
              </a:extLst>
            </p:cNvPr>
            <p:cNvSpPr>
              <a:spLocks/>
            </p:cNvSpPr>
            <p:nvPr/>
          </p:nvSpPr>
          <p:spPr>
            <a:xfrm>
              <a:off x="2931144" y="1962874"/>
              <a:ext cx="28398" cy="28398"/>
            </a:xfrm>
            <a:prstGeom prst="ellipse">
              <a:avLst/>
            </a:prstGeom>
            <a:solidFill>
              <a:srgbClr val="7F8C97">
                <a:alpha val="48000"/>
              </a:srgbClr>
            </a:solidFill>
            <a:ln w="0">
              <a:noFill/>
              <a:prstDash val="solid"/>
            </a:ln>
          </p:spPr>
        </p:sp>
        <p:sp>
          <p:nvSpPr>
            <p:cNvPr id="286" name="03_assume_matched_285">
              <a:extLst>
                <a:ext uri="{FF2B5EF4-FFF2-40B4-BE49-F238E27FC236}">
                  <a16:creationId xmlns:a16="http://schemas.microsoft.com/office/drawing/2014/main" id="{2AFF1826-BD07-427F-9AA3-57EA25DCA7EE}"/>
                </a:ext>
              </a:extLst>
            </p:cNvPr>
            <p:cNvSpPr>
              <a:spLocks/>
            </p:cNvSpPr>
            <p:nvPr/>
          </p:nvSpPr>
          <p:spPr>
            <a:xfrm>
              <a:off x="3051596" y="1962874"/>
              <a:ext cx="28398" cy="28398"/>
            </a:xfrm>
            <a:prstGeom prst="ellipse">
              <a:avLst/>
            </a:prstGeom>
            <a:solidFill>
              <a:srgbClr val="7F8C97">
                <a:alpha val="48000"/>
              </a:srgbClr>
            </a:solidFill>
            <a:ln w="0">
              <a:noFill/>
              <a:prstDash val="solid"/>
            </a:ln>
          </p:spPr>
        </p:sp>
        <p:sp>
          <p:nvSpPr>
            <p:cNvPr id="287" name="03_assume_matched_286">
              <a:extLst>
                <a:ext uri="{FF2B5EF4-FFF2-40B4-BE49-F238E27FC236}">
                  <a16:creationId xmlns:a16="http://schemas.microsoft.com/office/drawing/2014/main" id="{20D80F46-11D6-4385-B46D-6ADB12CA2BF3}"/>
                </a:ext>
              </a:extLst>
            </p:cNvPr>
            <p:cNvSpPr>
              <a:spLocks/>
            </p:cNvSpPr>
            <p:nvPr/>
          </p:nvSpPr>
          <p:spPr>
            <a:xfrm>
              <a:off x="3029578" y="1962874"/>
              <a:ext cx="28398" cy="28398"/>
            </a:xfrm>
            <a:prstGeom prst="ellipse">
              <a:avLst/>
            </a:prstGeom>
            <a:solidFill>
              <a:srgbClr val="7F8C97">
                <a:alpha val="48000"/>
              </a:srgbClr>
            </a:solidFill>
            <a:ln w="0">
              <a:noFill/>
              <a:prstDash val="solid"/>
            </a:ln>
          </p:spPr>
        </p:sp>
        <p:sp>
          <p:nvSpPr>
            <p:cNvPr id="288" name="03_assume_matched_287">
              <a:extLst>
                <a:ext uri="{FF2B5EF4-FFF2-40B4-BE49-F238E27FC236}">
                  <a16:creationId xmlns:a16="http://schemas.microsoft.com/office/drawing/2014/main" id="{C01B375E-A87D-4B22-9330-902767B6DE94}"/>
                </a:ext>
              </a:extLst>
            </p:cNvPr>
            <p:cNvSpPr>
              <a:spLocks/>
            </p:cNvSpPr>
            <p:nvPr/>
          </p:nvSpPr>
          <p:spPr>
            <a:xfrm>
              <a:off x="2977483" y="1378004"/>
              <a:ext cx="28398" cy="28398"/>
            </a:xfrm>
            <a:prstGeom prst="ellipse">
              <a:avLst/>
            </a:prstGeom>
            <a:solidFill>
              <a:srgbClr val="7F8C97">
                <a:alpha val="48000"/>
              </a:srgbClr>
            </a:solidFill>
            <a:ln w="0">
              <a:noFill/>
              <a:prstDash val="solid"/>
            </a:ln>
          </p:spPr>
        </p:sp>
        <p:sp>
          <p:nvSpPr>
            <p:cNvPr id="289" name="03_assume_matched_288">
              <a:extLst>
                <a:ext uri="{FF2B5EF4-FFF2-40B4-BE49-F238E27FC236}">
                  <a16:creationId xmlns:a16="http://schemas.microsoft.com/office/drawing/2014/main" id="{46E6CB37-49A2-4DC6-9604-6848BB25C6E9}"/>
                </a:ext>
              </a:extLst>
            </p:cNvPr>
            <p:cNvSpPr>
              <a:spLocks/>
            </p:cNvSpPr>
            <p:nvPr/>
          </p:nvSpPr>
          <p:spPr>
            <a:xfrm>
              <a:off x="2953162" y="1962874"/>
              <a:ext cx="28398" cy="28398"/>
            </a:xfrm>
            <a:prstGeom prst="ellipse">
              <a:avLst/>
            </a:prstGeom>
            <a:solidFill>
              <a:srgbClr val="7F8C97">
                <a:alpha val="48000"/>
              </a:srgbClr>
            </a:solidFill>
            <a:ln w="0">
              <a:noFill/>
              <a:prstDash val="solid"/>
            </a:ln>
          </p:spPr>
        </p:sp>
        <p:sp>
          <p:nvSpPr>
            <p:cNvPr id="290" name="03_assume_matched_289">
              <a:extLst>
                <a:ext uri="{FF2B5EF4-FFF2-40B4-BE49-F238E27FC236}">
                  <a16:creationId xmlns:a16="http://schemas.microsoft.com/office/drawing/2014/main" id="{E4D1923E-C4E5-4D53-AC43-008A4FC23C1F}"/>
                </a:ext>
              </a:extLst>
            </p:cNvPr>
            <p:cNvSpPr>
              <a:spLocks/>
            </p:cNvSpPr>
            <p:nvPr/>
          </p:nvSpPr>
          <p:spPr>
            <a:xfrm>
              <a:off x="3055625" y="1962874"/>
              <a:ext cx="28398" cy="28398"/>
            </a:xfrm>
            <a:prstGeom prst="ellipse">
              <a:avLst/>
            </a:prstGeom>
            <a:solidFill>
              <a:srgbClr val="7F8C97">
                <a:alpha val="48000"/>
              </a:srgbClr>
            </a:solidFill>
            <a:ln w="0">
              <a:noFill/>
              <a:prstDash val="solid"/>
            </a:ln>
          </p:spPr>
        </p:sp>
        <p:sp>
          <p:nvSpPr>
            <p:cNvPr id="291" name="03_assume_matched_290">
              <a:extLst>
                <a:ext uri="{FF2B5EF4-FFF2-40B4-BE49-F238E27FC236}">
                  <a16:creationId xmlns:a16="http://schemas.microsoft.com/office/drawing/2014/main" id="{01E170E7-99EB-460C-B12D-1930ABBA0E4D}"/>
                </a:ext>
              </a:extLst>
            </p:cNvPr>
            <p:cNvSpPr>
              <a:spLocks/>
            </p:cNvSpPr>
            <p:nvPr/>
          </p:nvSpPr>
          <p:spPr>
            <a:xfrm>
              <a:off x="3003386" y="1962874"/>
              <a:ext cx="28398" cy="28398"/>
            </a:xfrm>
            <a:prstGeom prst="ellipse">
              <a:avLst/>
            </a:prstGeom>
            <a:solidFill>
              <a:srgbClr val="7F8C97">
                <a:alpha val="48000"/>
              </a:srgbClr>
            </a:solidFill>
            <a:ln w="0">
              <a:noFill/>
              <a:prstDash val="solid"/>
            </a:ln>
          </p:spPr>
        </p:sp>
        <p:sp>
          <p:nvSpPr>
            <p:cNvPr id="292" name="03_assume_matched_291">
              <a:extLst>
                <a:ext uri="{FF2B5EF4-FFF2-40B4-BE49-F238E27FC236}">
                  <a16:creationId xmlns:a16="http://schemas.microsoft.com/office/drawing/2014/main" id="{47BBA448-4BD1-4FE3-B7AC-5E1AD562DD88}"/>
                </a:ext>
              </a:extLst>
            </p:cNvPr>
            <p:cNvSpPr>
              <a:spLocks/>
            </p:cNvSpPr>
            <p:nvPr/>
          </p:nvSpPr>
          <p:spPr>
            <a:xfrm>
              <a:off x="3036198" y="1962874"/>
              <a:ext cx="28398" cy="28398"/>
            </a:xfrm>
            <a:prstGeom prst="ellipse">
              <a:avLst/>
            </a:prstGeom>
            <a:solidFill>
              <a:srgbClr val="7F8C97">
                <a:alpha val="48000"/>
              </a:srgbClr>
            </a:solidFill>
            <a:ln w="0">
              <a:noFill/>
              <a:prstDash val="solid"/>
            </a:ln>
          </p:spPr>
        </p:sp>
        <p:sp>
          <p:nvSpPr>
            <p:cNvPr id="293" name="03_assume_matched_292">
              <a:extLst>
                <a:ext uri="{FF2B5EF4-FFF2-40B4-BE49-F238E27FC236}">
                  <a16:creationId xmlns:a16="http://schemas.microsoft.com/office/drawing/2014/main" id="{FC0E23BC-D649-4075-958C-01428CEE0CC1}"/>
                </a:ext>
              </a:extLst>
            </p:cNvPr>
            <p:cNvSpPr>
              <a:spLocks/>
            </p:cNvSpPr>
            <p:nvPr/>
          </p:nvSpPr>
          <p:spPr>
            <a:xfrm>
              <a:off x="2935317" y="1962874"/>
              <a:ext cx="28398" cy="28398"/>
            </a:xfrm>
            <a:prstGeom prst="ellipse">
              <a:avLst/>
            </a:prstGeom>
            <a:solidFill>
              <a:srgbClr val="7F8C97">
                <a:alpha val="48000"/>
              </a:srgbClr>
            </a:solidFill>
            <a:ln w="0">
              <a:noFill/>
              <a:prstDash val="solid"/>
            </a:ln>
          </p:spPr>
        </p:sp>
        <p:sp>
          <p:nvSpPr>
            <p:cNvPr id="294" name="03_assume_matched_293">
              <a:extLst>
                <a:ext uri="{FF2B5EF4-FFF2-40B4-BE49-F238E27FC236}">
                  <a16:creationId xmlns:a16="http://schemas.microsoft.com/office/drawing/2014/main" id="{7CE9F122-E4A3-4738-892D-4E9BDEF02D20}"/>
                </a:ext>
              </a:extLst>
            </p:cNvPr>
            <p:cNvSpPr>
              <a:spLocks/>
            </p:cNvSpPr>
            <p:nvPr/>
          </p:nvSpPr>
          <p:spPr>
            <a:xfrm>
              <a:off x="3027275" y="1962874"/>
              <a:ext cx="28398" cy="28398"/>
            </a:xfrm>
            <a:prstGeom prst="ellipse">
              <a:avLst/>
            </a:prstGeom>
            <a:solidFill>
              <a:srgbClr val="7F8C97">
                <a:alpha val="48000"/>
              </a:srgbClr>
            </a:solidFill>
            <a:ln w="0">
              <a:noFill/>
              <a:prstDash val="solid"/>
            </a:ln>
          </p:spPr>
        </p:sp>
        <p:sp>
          <p:nvSpPr>
            <p:cNvPr id="295" name="03_assume_matched_294">
              <a:extLst>
                <a:ext uri="{FF2B5EF4-FFF2-40B4-BE49-F238E27FC236}">
                  <a16:creationId xmlns:a16="http://schemas.microsoft.com/office/drawing/2014/main" id="{F6AFFDDE-7468-4EEE-92DE-50D308372B45}"/>
                </a:ext>
              </a:extLst>
            </p:cNvPr>
            <p:cNvSpPr>
              <a:spLocks/>
            </p:cNvSpPr>
            <p:nvPr/>
          </p:nvSpPr>
          <p:spPr>
            <a:xfrm>
              <a:off x="3006409" y="1962874"/>
              <a:ext cx="28398" cy="28398"/>
            </a:xfrm>
            <a:prstGeom prst="ellipse">
              <a:avLst/>
            </a:prstGeom>
            <a:solidFill>
              <a:srgbClr val="7F8C97">
                <a:alpha val="48000"/>
              </a:srgbClr>
            </a:solidFill>
            <a:ln w="0">
              <a:noFill/>
              <a:prstDash val="solid"/>
            </a:ln>
          </p:spPr>
        </p:sp>
        <p:sp>
          <p:nvSpPr>
            <p:cNvPr id="296" name="03_assume_matched_295">
              <a:extLst>
                <a:ext uri="{FF2B5EF4-FFF2-40B4-BE49-F238E27FC236}">
                  <a16:creationId xmlns:a16="http://schemas.microsoft.com/office/drawing/2014/main" id="{09D6F7F1-30F6-444B-B975-6C70F3E5D7C6}"/>
                </a:ext>
              </a:extLst>
            </p:cNvPr>
            <p:cNvSpPr>
              <a:spLocks/>
            </p:cNvSpPr>
            <p:nvPr/>
          </p:nvSpPr>
          <p:spPr>
            <a:xfrm>
              <a:off x="2915026" y="1378004"/>
              <a:ext cx="28398" cy="28398"/>
            </a:xfrm>
            <a:prstGeom prst="ellipse">
              <a:avLst/>
            </a:prstGeom>
            <a:solidFill>
              <a:srgbClr val="7F8C97">
                <a:alpha val="48000"/>
              </a:srgbClr>
            </a:solidFill>
            <a:ln w="0">
              <a:noFill/>
              <a:prstDash val="solid"/>
            </a:ln>
          </p:spPr>
        </p:sp>
        <p:sp>
          <p:nvSpPr>
            <p:cNvPr id="297" name="03_assume_matched_296">
              <a:extLst>
                <a:ext uri="{FF2B5EF4-FFF2-40B4-BE49-F238E27FC236}">
                  <a16:creationId xmlns:a16="http://schemas.microsoft.com/office/drawing/2014/main" id="{BE17A72C-31EA-4D03-B0D8-810CBC770CCF}"/>
                </a:ext>
              </a:extLst>
            </p:cNvPr>
            <p:cNvSpPr>
              <a:spLocks/>
            </p:cNvSpPr>
            <p:nvPr/>
          </p:nvSpPr>
          <p:spPr>
            <a:xfrm>
              <a:off x="2974317" y="1962874"/>
              <a:ext cx="28398" cy="28398"/>
            </a:xfrm>
            <a:prstGeom prst="ellipse">
              <a:avLst/>
            </a:prstGeom>
            <a:solidFill>
              <a:srgbClr val="7F8C97">
                <a:alpha val="48000"/>
              </a:srgbClr>
            </a:solidFill>
            <a:ln w="0">
              <a:noFill/>
              <a:prstDash val="solid"/>
            </a:ln>
          </p:spPr>
        </p:sp>
        <p:sp>
          <p:nvSpPr>
            <p:cNvPr id="298" name="03_assume_matched_297">
              <a:extLst>
                <a:ext uri="{FF2B5EF4-FFF2-40B4-BE49-F238E27FC236}">
                  <a16:creationId xmlns:a16="http://schemas.microsoft.com/office/drawing/2014/main" id="{43C58BE7-D69F-4881-8D55-2E4CCE3930E2}"/>
                </a:ext>
              </a:extLst>
            </p:cNvPr>
            <p:cNvSpPr>
              <a:spLocks/>
            </p:cNvSpPr>
            <p:nvPr/>
          </p:nvSpPr>
          <p:spPr>
            <a:xfrm>
              <a:off x="2956472" y="1889765"/>
              <a:ext cx="28398" cy="28398"/>
            </a:xfrm>
            <a:prstGeom prst="ellipse">
              <a:avLst/>
            </a:prstGeom>
            <a:solidFill>
              <a:srgbClr val="7F8C97">
                <a:alpha val="48000"/>
              </a:srgbClr>
            </a:solidFill>
            <a:ln w="0">
              <a:noFill/>
              <a:prstDash val="solid"/>
            </a:ln>
          </p:spPr>
        </p:sp>
        <p:sp>
          <p:nvSpPr>
            <p:cNvPr id="299" name="03_assume_matched_298">
              <a:extLst>
                <a:ext uri="{FF2B5EF4-FFF2-40B4-BE49-F238E27FC236}">
                  <a16:creationId xmlns:a16="http://schemas.microsoft.com/office/drawing/2014/main" id="{520A8F03-576C-477A-AD18-CAE8DDE8FB32}"/>
                </a:ext>
              </a:extLst>
            </p:cNvPr>
            <p:cNvSpPr>
              <a:spLocks/>
            </p:cNvSpPr>
            <p:nvPr/>
          </p:nvSpPr>
          <p:spPr>
            <a:xfrm>
              <a:off x="2988708" y="1670439"/>
              <a:ext cx="28398" cy="28398"/>
            </a:xfrm>
            <a:prstGeom prst="ellipse">
              <a:avLst/>
            </a:prstGeom>
            <a:solidFill>
              <a:srgbClr val="7F8C97">
                <a:alpha val="48000"/>
              </a:srgbClr>
            </a:solidFill>
            <a:ln w="0">
              <a:noFill/>
              <a:prstDash val="solid"/>
            </a:ln>
          </p:spPr>
        </p:sp>
        <p:sp>
          <p:nvSpPr>
            <p:cNvPr id="300" name="03_assume_matched_299">
              <a:extLst>
                <a:ext uri="{FF2B5EF4-FFF2-40B4-BE49-F238E27FC236}">
                  <a16:creationId xmlns:a16="http://schemas.microsoft.com/office/drawing/2014/main" id="{D14118AF-1919-4760-B829-D039F998F24B}"/>
                </a:ext>
              </a:extLst>
            </p:cNvPr>
            <p:cNvSpPr>
              <a:spLocks/>
            </p:cNvSpPr>
            <p:nvPr/>
          </p:nvSpPr>
          <p:spPr>
            <a:xfrm>
              <a:off x="2970575" y="1816656"/>
              <a:ext cx="28398" cy="28398"/>
            </a:xfrm>
            <a:prstGeom prst="ellipse">
              <a:avLst/>
            </a:prstGeom>
            <a:solidFill>
              <a:srgbClr val="7F8C97">
                <a:alpha val="48000"/>
              </a:srgbClr>
            </a:solidFill>
            <a:ln w="0">
              <a:noFill/>
              <a:prstDash val="solid"/>
            </a:ln>
          </p:spPr>
        </p:sp>
        <p:sp>
          <p:nvSpPr>
            <p:cNvPr id="301" name="03_assume_matched_300">
              <a:extLst>
                <a:ext uri="{FF2B5EF4-FFF2-40B4-BE49-F238E27FC236}">
                  <a16:creationId xmlns:a16="http://schemas.microsoft.com/office/drawing/2014/main" id="{7B6094D9-9778-47A3-BDBF-CDC8BC76118A}"/>
                </a:ext>
              </a:extLst>
            </p:cNvPr>
            <p:cNvSpPr>
              <a:spLocks/>
            </p:cNvSpPr>
            <p:nvPr/>
          </p:nvSpPr>
          <p:spPr>
            <a:xfrm>
              <a:off x="3032744" y="1962874"/>
              <a:ext cx="28398" cy="28398"/>
            </a:xfrm>
            <a:prstGeom prst="ellipse">
              <a:avLst/>
            </a:prstGeom>
            <a:solidFill>
              <a:srgbClr val="7F8C97">
                <a:alpha val="48000"/>
              </a:srgbClr>
            </a:solidFill>
            <a:ln w="0">
              <a:noFill/>
              <a:prstDash val="solid"/>
            </a:ln>
          </p:spPr>
        </p:sp>
        <p:sp>
          <p:nvSpPr>
            <p:cNvPr id="302" name="03_assume_matched_301">
              <a:extLst>
                <a:ext uri="{FF2B5EF4-FFF2-40B4-BE49-F238E27FC236}">
                  <a16:creationId xmlns:a16="http://schemas.microsoft.com/office/drawing/2014/main" id="{0090A76F-4B33-4253-B717-D34D2A1EA8F1}"/>
                </a:ext>
              </a:extLst>
            </p:cNvPr>
            <p:cNvSpPr>
              <a:spLocks/>
            </p:cNvSpPr>
            <p:nvPr/>
          </p:nvSpPr>
          <p:spPr>
            <a:xfrm>
              <a:off x="2930856" y="1611952"/>
              <a:ext cx="28398" cy="28398"/>
            </a:xfrm>
            <a:prstGeom prst="ellipse">
              <a:avLst/>
            </a:prstGeom>
            <a:solidFill>
              <a:srgbClr val="7F8C97">
                <a:alpha val="48000"/>
              </a:srgbClr>
            </a:solidFill>
            <a:ln w="0">
              <a:noFill/>
              <a:prstDash val="solid"/>
            </a:ln>
          </p:spPr>
        </p:sp>
        <p:sp>
          <p:nvSpPr>
            <p:cNvPr id="303" name="03_assume_matched_302">
              <a:extLst>
                <a:ext uri="{FF2B5EF4-FFF2-40B4-BE49-F238E27FC236}">
                  <a16:creationId xmlns:a16="http://schemas.microsoft.com/office/drawing/2014/main" id="{835639DE-F48A-40ED-9F29-E378D51ADEDE}"/>
                </a:ext>
              </a:extLst>
            </p:cNvPr>
            <p:cNvSpPr>
              <a:spLocks/>
            </p:cNvSpPr>
            <p:nvPr/>
          </p:nvSpPr>
          <p:spPr>
            <a:xfrm>
              <a:off x="2937476" y="1962874"/>
              <a:ext cx="28398" cy="28398"/>
            </a:xfrm>
            <a:prstGeom prst="ellipse">
              <a:avLst/>
            </a:prstGeom>
            <a:solidFill>
              <a:srgbClr val="7F8C97">
                <a:alpha val="48000"/>
              </a:srgbClr>
            </a:solidFill>
            <a:ln w="0">
              <a:noFill/>
              <a:prstDash val="solid"/>
            </a:ln>
          </p:spPr>
        </p:sp>
        <p:sp>
          <p:nvSpPr>
            <p:cNvPr id="304" name="03_assume_matched_303">
              <a:extLst>
                <a:ext uri="{FF2B5EF4-FFF2-40B4-BE49-F238E27FC236}">
                  <a16:creationId xmlns:a16="http://schemas.microsoft.com/office/drawing/2014/main" id="{4EF781D0-AC03-463E-9FC1-EB6EFD227371}"/>
                </a:ext>
              </a:extLst>
            </p:cNvPr>
            <p:cNvSpPr>
              <a:spLocks/>
            </p:cNvSpPr>
            <p:nvPr/>
          </p:nvSpPr>
          <p:spPr>
            <a:xfrm>
              <a:off x="2997342" y="1378004"/>
              <a:ext cx="28398" cy="28398"/>
            </a:xfrm>
            <a:prstGeom prst="ellipse">
              <a:avLst/>
            </a:prstGeom>
            <a:solidFill>
              <a:srgbClr val="7F8C97">
                <a:alpha val="48000"/>
              </a:srgbClr>
            </a:solidFill>
            <a:ln w="0">
              <a:noFill/>
              <a:prstDash val="solid"/>
            </a:ln>
          </p:spPr>
        </p:sp>
        <p:sp>
          <p:nvSpPr>
            <p:cNvPr id="305" name="03_assume_matched_304">
              <a:extLst>
                <a:ext uri="{FF2B5EF4-FFF2-40B4-BE49-F238E27FC236}">
                  <a16:creationId xmlns:a16="http://schemas.microsoft.com/office/drawing/2014/main" id="{EB9265C6-96D9-475C-8519-46E02D1C90E1}"/>
                </a:ext>
              </a:extLst>
            </p:cNvPr>
            <p:cNvSpPr>
              <a:spLocks/>
            </p:cNvSpPr>
            <p:nvPr/>
          </p:nvSpPr>
          <p:spPr>
            <a:xfrm>
              <a:off x="2996047" y="1670439"/>
              <a:ext cx="28398" cy="28398"/>
            </a:xfrm>
            <a:prstGeom prst="ellipse">
              <a:avLst/>
            </a:prstGeom>
            <a:solidFill>
              <a:srgbClr val="7F8C97">
                <a:alpha val="48000"/>
              </a:srgbClr>
            </a:solidFill>
            <a:ln w="0">
              <a:noFill/>
              <a:prstDash val="solid"/>
            </a:ln>
          </p:spPr>
        </p:sp>
        <p:sp>
          <p:nvSpPr>
            <p:cNvPr id="306" name="03_assume_matched_305">
              <a:extLst>
                <a:ext uri="{FF2B5EF4-FFF2-40B4-BE49-F238E27FC236}">
                  <a16:creationId xmlns:a16="http://schemas.microsoft.com/office/drawing/2014/main" id="{A54E46CB-9F05-4687-B862-83190899D05B}"/>
                </a:ext>
              </a:extLst>
            </p:cNvPr>
            <p:cNvSpPr>
              <a:spLocks/>
            </p:cNvSpPr>
            <p:nvPr/>
          </p:nvSpPr>
          <p:spPr>
            <a:xfrm>
              <a:off x="3042817" y="1962874"/>
              <a:ext cx="28398" cy="28398"/>
            </a:xfrm>
            <a:prstGeom prst="ellipse">
              <a:avLst/>
            </a:prstGeom>
            <a:solidFill>
              <a:srgbClr val="7F8C97">
                <a:alpha val="48000"/>
              </a:srgbClr>
            </a:solidFill>
            <a:ln w="0">
              <a:noFill/>
              <a:prstDash val="solid"/>
            </a:ln>
          </p:spPr>
        </p:sp>
        <p:sp>
          <p:nvSpPr>
            <p:cNvPr id="307" name="03_assume_matched_306">
              <a:extLst>
                <a:ext uri="{FF2B5EF4-FFF2-40B4-BE49-F238E27FC236}">
                  <a16:creationId xmlns:a16="http://schemas.microsoft.com/office/drawing/2014/main" id="{D4A2DB55-1815-4F1A-BE98-0A38FE3249ED}"/>
                </a:ext>
              </a:extLst>
            </p:cNvPr>
            <p:cNvSpPr>
              <a:spLocks/>
            </p:cNvSpPr>
            <p:nvPr/>
          </p:nvSpPr>
          <p:spPr>
            <a:xfrm>
              <a:off x="3021087" y="1816656"/>
              <a:ext cx="28398" cy="28398"/>
            </a:xfrm>
            <a:prstGeom prst="ellipse">
              <a:avLst/>
            </a:prstGeom>
            <a:solidFill>
              <a:srgbClr val="7F8C97">
                <a:alpha val="48000"/>
              </a:srgbClr>
            </a:solidFill>
            <a:ln w="0">
              <a:noFill/>
              <a:prstDash val="solid"/>
            </a:ln>
          </p:spPr>
        </p:sp>
        <p:sp>
          <p:nvSpPr>
            <p:cNvPr id="308" name="03_assume_matched_307">
              <a:extLst>
                <a:ext uri="{FF2B5EF4-FFF2-40B4-BE49-F238E27FC236}">
                  <a16:creationId xmlns:a16="http://schemas.microsoft.com/office/drawing/2014/main" id="{9059290E-36E6-4E6E-BA68-69470998A3C3}"/>
                </a:ext>
              </a:extLst>
            </p:cNvPr>
            <p:cNvSpPr>
              <a:spLocks/>
            </p:cNvSpPr>
            <p:nvPr/>
          </p:nvSpPr>
          <p:spPr>
            <a:xfrm>
              <a:off x="2953162" y="1962874"/>
              <a:ext cx="28398" cy="28398"/>
            </a:xfrm>
            <a:prstGeom prst="ellipse">
              <a:avLst/>
            </a:prstGeom>
            <a:solidFill>
              <a:srgbClr val="7F8C97">
                <a:alpha val="48000"/>
              </a:srgbClr>
            </a:solidFill>
            <a:ln w="0">
              <a:noFill/>
              <a:prstDash val="solid"/>
            </a:ln>
          </p:spPr>
        </p:sp>
        <p:sp>
          <p:nvSpPr>
            <p:cNvPr id="309" name="03_assume_matched_308">
              <a:extLst>
                <a:ext uri="{FF2B5EF4-FFF2-40B4-BE49-F238E27FC236}">
                  <a16:creationId xmlns:a16="http://schemas.microsoft.com/office/drawing/2014/main" id="{FD199283-952D-42E4-97FC-9AA231125FE9}"/>
                </a:ext>
              </a:extLst>
            </p:cNvPr>
            <p:cNvSpPr>
              <a:spLocks/>
            </p:cNvSpPr>
            <p:nvPr/>
          </p:nvSpPr>
          <p:spPr>
            <a:xfrm>
              <a:off x="3023965" y="1962874"/>
              <a:ext cx="28398" cy="28398"/>
            </a:xfrm>
            <a:prstGeom prst="ellipse">
              <a:avLst/>
            </a:prstGeom>
            <a:solidFill>
              <a:srgbClr val="7F8C97">
                <a:alpha val="48000"/>
              </a:srgbClr>
            </a:solidFill>
            <a:ln w="0">
              <a:noFill/>
              <a:prstDash val="solid"/>
            </a:ln>
          </p:spPr>
        </p:sp>
        <p:sp>
          <p:nvSpPr>
            <p:cNvPr id="310" name="03_assume_matched_309">
              <a:extLst>
                <a:ext uri="{FF2B5EF4-FFF2-40B4-BE49-F238E27FC236}">
                  <a16:creationId xmlns:a16="http://schemas.microsoft.com/office/drawing/2014/main" id="{10D99A98-BAD4-4A0D-B960-F4DD1713B31B}"/>
                </a:ext>
              </a:extLst>
            </p:cNvPr>
            <p:cNvSpPr>
              <a:spLocks/>
            </p:cNvSpPr>
            <p:nvPr/>
          </p:nvSpPr>
          <p:spPr>
            <a:xfrm>
              <a:off x="3012309" y="1962874"/>
              <a:ext cx="28398" cy="28398"/>
            </a:xfrm>
            <a:prstGeom prst="ellipse">
              <a:avLst/>
            </a:prstGeom>
            <a:solidFill>
              <a:srgbClr val="7F8C97">
                <a:alpha val="48000"/>
              </a:srgbClr>
            </a:solidFill>
            <a:ln w="0">
              <a:noFill/>
              <a:prstDash val="solid"/>
            </a:ln>
          </p:spPr>
        </p:sp>
        <p:sp>
          <p:nvSpPr>
            <p:cNvPr id="311" name="03_assume_matched_310">
              <a:extLst>
                <a:ext uri="{FF2B5EF4-FFF2-40B4-BE49-F238E27FC236}">
                  <a16:creationId xmlns:a16="http://schemas.microsoft.com/office/drawing/2014/main" id="{59C67F90-C9E3-403F-AA1F-C389DD844557}"/>
                </a:ext>
              </a:extLst>
            </p:cNvPr>
            <p:cNvSpPr>
              <a:spLocks/>
            </p:cNvSpPr>
            <p:nvPr/>
          </p:nvSpPr>
          <p:spPr>
            <a:xfrm>
              <a:off x="3018497" y="1962874"/>
              <a:ext cx="28398" cy="28398"/>
            </a:xfrm>
            <a:prstGeom prst="ellipse">
              <a:avLst/>
            </a:prstGeom>
            <a:solidFill>
              <a:srgbClr val="7F8C97">
                <a:alpha val="48000"/>
              </a:srgbClr>
            </a:solidFill>
            <a:ln w="0">
              <a:noFill/>
              <a:prstDash val="solid"/>
            </a:ln>
          </p:spPr>
        </p:sp>
        <p:sp>
          <p:nvSpPr>
            <p:cNvPr id="312" name="03_assume_matched_311">
              <a:extLst>
                <a:ext uri="{FF2B5EF4-FFF2-40B4-BE49-F238E27FC236}">
                  <a16:creationId xmlns:a16="http://schemas.microsoft.com/office/drawing/2014/main" id="{6CF68745-4D9F-4FBA-A49E-A4B2DDF80A54}"/>
                </a:ext>
              </a:extLst>
            </p:cNvPr>
            <p:cNvSpPr>
              <a:spLocks/>
            </p:cNvSpPr>
            <p:nvPr/>
          </p:nvSpPr>
          <p:spPr>
            <a:xfrm>
              <a:off x="3031880" y="1962874"/>
              <a:ext cx="28398" cy="28398"/>
            </a:xfrm>
            <a:prstGeom prst="ellipse">
              <a:avLst/>
            </a:prstGeom>
            <a:solidFill>
              <a:srgbClr val="7F8C97">
                <a:alpha val="48000"/>
              </a:srgbClr>
            </a:solidFill>
            <a:ln w="0">
              <a:noFill/>
              <a:prstDash val="solid"/>
            </a:ln>
          </p:spPr>
        </p:sp>
        <p:sp>
          <p:nvSpPr>
            <p:cNvPr id="313" name="03_assume_matched_312">
              <a:extLst>
                <a:ext uri="{FF2B5EF4-FFF2-40B4-BE49-F238E27FC236}">
                  <a16:creationId xmlns:a16="http://schemas.microsoft.com/office/drawing/2014/main" id="{1DB3CBD9-2C63-4078-B6CE-784431CED55F}"/>
                </a:ext>
              </a:extLst>
            </p:cNvPr>
            <p:cNvSpPr>
              <a:spLocks/>
            </p:cNvSpPr>
            <p:nvPr/>
          </p:nvSpPr>
          <p:spPr>
            <a:xfrm>
              <a:off x="2940498" y="1378004"/>
              <a:ext cx="28398" cy="28398"/>
            </a:xfrm>
            <a:prstGeom prst="ellipse">
              <a:avLst/>
            </a:prstGeom>
            <a:solidFill>
              <a:srgbClr val="7F8C97">
                <a:alpha val="48000"/>
              </a:srgbClr>
            </a:solidFill>
            <a:ln w="0">
              <a:noFill/>
              <a:prstDash val="solid"/>
            </a:ln>
          </p:spPr>
        </p:sp>
        <p:sp>
          <p:nvSpPr>
            <p:cNvPr id="314" name="03_assume_matched_313">
              <a:extLst>
                <a:ext uri="{FF2B5EF4-FFF2-40B4-BE49-F238E27FC236}">
                  <a16:creationId xmlns:a16="http://schemas.microsoft.com/office/drawing/2014/main" id="{3238D381-B095-4901-A3E8-E6AEEDA79C10}"/>
                </a:ext>
              </a:extLst>
            </p:cNvPr>
            <p:cNvSpPr>
              <a:spLocks/>
            </p:cNvSpPr>
            <p:nvPr/>
          </p:nvSpPr>
          <p:spPr>
            <a:xfrm>
              <a:off x="2929705" y="1670439"/>
              <a:ext cx="28398" cy="28398"/>
            </a:xfrm>
            <a:prstGeom prst="ellipse">
              <a:avLst/>
            </a:prstGeom>
            <a:solidFill>
              <a:srgbClr val="7F8C97">
                <a:alpha val="48000"/>
              </a:srgbClr>
            </a:solidFill>
            <a:ln w="0">
              <a:noFill/>
              <a:prstDash val="solid"/>
            </a:ln>
          </p:spPr>
        </p:sp>
        <p:sp>
          <p:nvSpPr>
            <p:cNvPr id="315" name="03_assume_matched_314">
              <a:extLst>
                <a:ext uri="{FF2B5EF4-FFF2-40B4-BE49-F238E27FC236}">
                  <a16:creationId xmlns:a16="http://schemas.microsoft.com/office/drawing/2014/main" id="{E7BFA98B-E2C4-4B12-B7AF-72B463696ECD}"/>
                </a:ext>
              </a:extLst>
            </p:cNvPr>
            <p:cNvSpPr>
              <a:spLocks/>
            </p:cNvSpPr>
            <p:nvPr/>
          </p:nvSpPr>
          <p:spPr>
            <a:xfrm>
              <a:off x="3012597" y="1524222"/>
              <a:ext cx="28398" cy="28398"/>
            </a:xfrm>
            <a:prstGeom prst="ellipse">
              <a:avLst/>
            </a:prstGeom>
            <a:solidFill>
              <a:srgbClr val="7F8C97">
                <a:alpha val="48000"/>
              </a:srgbClr>
            </a:solidFill>
            <a:ln w="0">
              <a:noFill/>
              <a:prstDash val="solid"/>
            </a:ln>
          </p:spPr>
        </p:sp>
        <p:sp>
          <p:nvSpPr>
            <p:cNvPr id="316" name="03_assume_matched_315">
              <a:extLst>
                <a:ext uri="{FF2B5EF4-FFF2-40B4-BE49-F238E27FC236}">
                  <a16:creationId xmlns:a16="http://schemas.microsoft.com/office/drawing/2014/main" id="{321DFB09-C90A-4CED-963B-9C3611B2FFC7}"/>
                </a:ext>
              </a:extLst>
            </p:cNvPr>
            <p:cNvSpPr>
              <a:spLocks/>
            </p:cNvSpPr>
            <p:nvPr/>
          </p:nvSpPr>
          <p:spPr>
            <a:xfrm>
              <a:off x="3049725" y="1962874"/>
              <a:ext cx="28398" cy="28398"/>
            </a:xfrm>
            <a:prstGeom prst="ellipse">
              <a:avLst/>
            </a:prstGeom>
            <a:solidFill>
              <a:srgbClr val="7F8C97">
                <a:alpha val="48000"/>
              </a:srgbClr>
            </a:solidFill>
            <a:ln w="0">
              <a:noFill/>
              <a:prstDash val="solid"/>
            </a:ln>
          </p:spPr>
        </p:sp>
        <p:sp>
          <p:nvSpPr>
            <p:cNvPr id="317" name="03_assume_matched_316">
              <a:extLst>
                <a:ext uri="{FF2B5EF4-FFF2-40B4-BE49-F238E27FC236}">
                  <a16:creationId xmlns:a16="http://schemas.microsoft.com/office/drawing/2014/main" id="{1D933B64-0FE7-4C63-AA8B-AAD45B7FF012}"/>
                </a:ext>
              </a:extLst>
            </p:cNvPr>
            <p:cNvSpPr>
              <a:spLocks/>
            </p:cNvSpPr>
            <p:nvPr/>
          </p:nvSpPr>
          <p:spPr>
            <a:xfrm>
              <a:off x="3055913" y="1378004"/>
              <a:ext cx="28398" cy="28398"/>
            </a:xfrm>
            <a:prstGeom prst="ellipse">
              <a:avLst/>
            </a:prstGeom>
            <a:solidFill>
              <a:srgbClr val="7F8C97">
                <a:alpha val="48000"/>
              </a:srgbClr>
            </a:solidFill>
            <a:ln w="0">
              <a:noFill/>
              <a:prstDash val="solid"/>
            </a:ln>
          </p:spPr>
        </p:sp>
        <p:sp>
          <p:nvSpPr>
            <p:cNvPr id="318" name="03_assume_matched_317">
              <a:extLst>
                <a:ext uri="{FF2B5EF4-FFF2-40B4-BE49-F238E27FC236}">
                  <a16:creationId xmlns:a16="http://schemas.microsoft.com/office/drawing/2014/main" id="{466C7377-6475-4564-AD87-1CA9CA30AECD}"/>
                </a:ext>
              </a:extLst>
            </p:cNvPr>
            <p:cNvSpPr>
              <a:spLocks/>
            </p:cNvSpPr>
            <p:nvPr/>
          </p:nvSpPr>
          <p:spPr>
            <a:xfrm>
              <a:off x="2966977" y="1962874"/>
              <a:ext cx="28398" cy="28398"/>
            </a:xfrm>
            <a:prstGeom prst="ellipse">
              <a:avLst/>
            </a:prstGeom>
            <a:solidFill>
              <a:srgbClr val="7F8C97">
                <a:alpha val="48000"/>
              </a:srgbClr>
            </a:solidFill>
            <a:ln w="0">
              <a:noFill/>
              <a:prstDash val="solid"/>
            </a:ln>
          </p:spPr>
        </p:sp>
        <p:sp>
          <p:nvSpPr>
            <p:cNvPr id="319" name="03_assume_matched_318">
              <a:extLst>
                <a:ext uri="{FF2B5EF4-FFF2-40B4-BE49-F238E27FC236}">
                  <a16:creationId xmlns:a16="http://schemas.microsoft.com/office/drawing/2014/main" id="{E506E4AD-1AC6-4495-B3ED-0CE28B6E3204}"/>
                </a:ext>
              </a:extLst>
            </p:cNvPr>
            <p:cNvSpPr>
              <a:spLocks/>
            </p:cNvSpPr>
            <p:nvPr/>
          </p:nvSpPr>
          <p:spPr>
            <a:xfrm>
              <a:off x="3019792" y="1962874"/>
              <a:ext cx="28398" cy="28398"/>
            </a:xfrm>
            <a:prstGeom prst="ellipse">
              <a:avLst/>
            </a:prstGeom>
            <a:solidFill>
              <a:srgbClr val="7F8C97">
                <a:alpha val="48000"/>
              </a:srgbClr>
            </a:solidFill>
            <a:ln w="0">
              <a:noFill/>
              <a:prstDash val="solid"/>
            </a:ln>
          </p:spPr>
        </p:sp>
        <p:sp>
          <p:nvSpPr>
            <p:cNvPr id="320" name="03_assume_matched_319">
              <a:extLst>
                <a:ext uri="{FF2B5EF4-FFF2-40B4-BE49-F238E27FC236}">
                  <a16:creationId xmlns:a16="http://schemas.microsoft.com/office/drawing/2014/main" id="{42502AE2-3A8F-4E34-BE81-2409DA224708}"/>
                </a:ext>
              </a:extLst>
            </p:cNvPr>
            <p:cNvSpPr>
              <a:spLocks/>
            </p:cNvSpPr>
            <p:nvPr/>
          </p:nvSpPr>
          <p:spPr>
            <a:xfrm>
              <a:off x="3030729" y="1378004"/>
              <a:ext cx="28398" cy="28398"/>
            </a:xfrm>
            <a:prstGeom prst="ellipse">
              <a:avLst/>
            </a:prstGeom>
            <a:solidFill>
              <a:srgbClr val="7F8C97">
                <a:alpha val="48000"/>
              </a:srgbClr>
            </a:solidFill>
            <a:ln w="0">
              <a:noFill/>
              <a:prstDash val="solid"/>
            </a:ln>
          </p:spPr>
        </p:sp>
        <p:sp>
          <p:nvSpPr>
            <p:cNvPr id="321" name="03_assume_matched_320">
              <a:extLst>
                <a:ext uri="{FF2B5EF4-FFF2-40B4-BE49-F238E27FC236}">
                  <a16:creationId xmlns:a16="http://schemas.microsoft.com/office/drawing/2014/main" id="{951EF244-5CDB-4267-BD3D-6CC29FC86049}"/>
                </a:ext>
              </a:extLst>
            </p:cNvPr>
            <p:cNvSpPr>
              <a:spLocks/>
            </p:cNvSpPr>
            <p:nvPr/>
          </p:nvSpPr>
          <p:spPr>
            <a:xfrm>
              <a:off x="3048142" y="1378004"/>
              <a:ext cx="28398" cy="28398"/>
            </a:xfrm>
            <a:prstGeom prst="ellipse">
              <a:avLst/>
            </a:prstGeom>
            <a:solidFill>
              <a:srgbClr val="7F8C97">
                <a:alpha val="48000"/>
              </a:srgbClr>
            </a:solidFill>
            <a:ln w="0">
              <a:noFill/>
              <a:prstDash val="solid"/>
            </a:ln>
          </p:spPr>
        </p:sp>
        <p:sp>
          <p:nvSpPr>
            <p:cNvPr id="322" name="03_assume_matched_321">
              <a:extLst>
                <a:ext uri="{FF2B5EF4-FFF2-40B4-BE49-F238E27FC236}">
                  <a16:creationId xmlns:a16="http://schemas.microsoft.com/office/drawing/2014/main" id="{18F4464F-D161-4AA0-8541-0E3B0975F983}"/>
                </a:ext>
              </a:extLst>
            </p:cNvPr>
            <p:cNvSpPr>
              <a:spLocks/>
            </p:cNvSpPr>
            <p:nvPr/>
          </p:nvSpPr>
          <p:spPr>
            <a:xfrm>
              <a:off x="3032888" y="1378004"/>
              <a:ext cx="28398" cy="28398"/>
            </a:xfrm>
            <a:prstGeom prst="ellipse">
              <a:avLst/>
            </a:prstGeom>
            <a:solidFill>
              <a:srgbClr val="7F8C97">
                <a:alpha val="48000"/>
              </a:srgbClr>
            </a:solidFill>
            <a:ln w="0">
              <a:noFill/>
              <a:prstDash val="solid"/>
            </a:ln>
          </p:spPr>
        </p:sp>
        <p:sp>
          <p:nvSpPr>
            <p:cNvPr id="323" name="03_assume_matched_322">
              <a:extLst>
                <a:ext uri="{FF2B5EF4-FFF2-40B4-BE49-F238E27FC236}">
                  <a16:creationId xmlns:a16="http://schemas.microsoft.com/office/drawing/2014/main" id="{6042254F-0DC8-4088-B6E7-7BEA322E0B04}"/>
                </a:ext>
              </a:extLst>
            </p:cNvPr>
            <p:cNvSpPr>
              <a:spLocks/>
            </p:cNvSpPr>
            <p:nvPr/>
          </p:nvSpPr>
          <p:spPr>
            <a:xfrm>
              <a:off x="3011158" y="1962874"/>
              <a:ext cx="28398" cy="28398"/>
            </a:xfrm>
            <a:prstGeom prst="ellipse">
              <a:avLst/>
            </a:prstGeom>
            <a:solidFill>
              <a:srgbClr val="7F8C97">
                <a:alpha val="48000"/>
              </a:srgbClr>
            </a:solidFill>
            <a:ln w="0">
              <a:noFill/>
              <a:prstDash val="solid"/>
            </a:ln>
          </p:spPr>
        </p:sp>
        <p:sp>
          <p:nvSpPr>
            <p:cNvPr id="324" name="03_assume_matched_323">
              <a:extLst>
                <a:ext uri="{FF2B5EF4-FFF2-40B4-BE49-F238E27FC236}">
                  <a16:creationId xmlns:a16="http://schemas.microsoft.com/office/drawing/2014/main" id="{DA04C7E6-2554-4146-8FD3-075EA71F2A1F}"/>
                </a:ext>
              </a:extLst>
            </p:cNvPr>
            <p:cNvSpPr>
              <a:spLocks/>
            </p:cNvSpPr>
            <p:nvPr/>
          </p:nvSpPr>
          <p:spPr>
            <a:xfrm>
              <a:off x="2922941" y="1378004"/>
              <a:ext cx="28398" cy="28398"/>
            </a:xfrm>
            <a:prstGeom prst="ellipse">
              <a:avLst/>
            </a:prstGeom>
            <a:solidFill>
              <a:srgbClr val="7F8C97">
                <a:alpha val="48000"/>
              </a:srgbClr>
            </a:solidFill>
            <a:ln w="0">
              <a:noFill/>
              <a:prstDash val="solid"/>
            </a:ln>
          </p:spPr>
        </p:sp>
        <p:sp>
          <p:nvSpPr>
            <p:cNvPr id="325" name="03_assume_matched_324">
              <a:extLst>
                <a:ext uri="{FF2B5EF4-FFF2-40B4-BE49-F238E27FC236}">
                  <a16:creationId xmlns:a16="http://schemas.microsoft.com/office/drawing/2014/main" id="{8658099F-3A8C-4383-B314-48C4D68E89D2}"/>
                </a:ext>
              </a:extLst>
            </p:cNvPr>
            <p:cNvSpPr>
              <a:spLocks/>
            </p:cNvSpPr>
            <p:nvPr/>
          </p:nvSpPr>
          <p:spPr>
            <a:xfrm>
              <a:off x="2936900" y="1962874"/>
              <a:ext cx="28398" cy="28398"/>
            </a:xfrm>
            <a:prstGeom prst="ellipse">
              <a:avLst/>
            </a:prstGeom>
            <a:solidFill>
              <a:srgbClr val="7F8C97">
                <a:alpha val="48000"/>
              </a:srgbClr>
            </a:solidFill>
            <a:ln w="0">
              <a:noFill/>
              <a:prstDash val="solid"/>
            </a:ln>
          </p:spPr>
        </p:sp>
        <p:sp>
          <p:nvSpPr>
            <p:cNvPr id="326" name="03_assume_matched_325">
              <a:extLst>
                <a:ext uri="{FF2B5EF4-FFF2-40B4-BE49-F238E27FC236}">
                  <a16:creationId xmlns:a16="http://schemas.microsoft.com/office/drawing/2014/main" id="{0939EBBD-D5C9-4B96-8E50-7DE4F4B4FEA9}"/>
                </a:ext>
              </a:extLst>
            </p:cNvPr>
            <p:cNvSpPr>
              <a:spLocks/>
            </p:cNvSpPr>
            <p:nvPr/>
          </p:nvSpPr>
          <p:spPr>
            <a:xfrm>
              <a:off x="2998062" y="1378004"/>
              <a:ext cx="28398" cy="28398"/>
            </a:xfrm>
            <a:prstGeom prst="ellipse">
              <a:avLst/>
            </a:prstGeom>
            <a:solidFill>
              <a:srgbClr val="7F8C97">
                <a:alpha val="48000"/>
              </a:srgbClr>
            </a:solidFill>
            <a:ln w="0">
              <a:noFill/>
              <a:prstDash val="solid"/>
            </a:ln>
          </p:spPr>
        </p:sp>
        <p:sp>
          <p:nvSpPr>
            <p:cNvPr id="327" name="03_assume_matched_326">
              <a:extLst>
                <a:ext uri="{FF2B5EF4-FFF2-40B4-BE49-F238E27FC236}">
                  <a16:creationId xmlns:a16="http://schemas.microsoft.com/office/drawing/2014/main" id="{1D822A01-C335-47E8-A5AD-C60122570C68}"/>
                </a:ext>
              </a:extLst>
            </p:cNvPr>
            <p:cNvSpPr>
              <a:spLocks/>
            </p:cNvSpPr>
            <p:nvPr/>
          </p:nvSpPr>
          <p:spPr>
            <a:xfrm>
              <a:off x="2942945" y="1962874"/>
              <a:ext cx="28398" cy="28398"/>
            </a:xfrm>
            <a:prstGeom prst="ellipse">
              <a:avLst/>
            </a:prstGeom>
            <a:solidFill>
              <a:srgbClr val="7F8C97">
                <a:alpha val="48000"/>
              </a:srgbClr>
            </a:solidFill>
            <a:ln w="0">
              <a:noFill/>
              <a:prstDash val="solid"/>
            </a:ln>
          </p:spPr>
        </p:sp>
        <p:sp>
          <p:nvSpPr>
            <p:cNvPr id="328" name="03_assume_matched_327">
              <a:extLst>
                <a:ext uri="{FF2B5EF4-FFF2-40B4-BE49-F238E27FC236}">
                  <a16:creationId xmlns:a16="http://schemas.microsoft.com/office/drawing/2014/main" id="{471D9E11-387E-4E63-B46F-2B65502DFB41}"/>
                </a:ext>
              </a:extLst>
            </p:cNvPr>
            <p:cNvSpPr>
              <a:spLocks/>
            </p:cNvSpPr>
            <p:nvPr/>
          </p:nvSpPr>
          <p:spPr>
            <a:xfrm>
              <a:off x="2968992" y="1962874"/>
              <a:ext cx="28398" cy="28398"/>
            </a:xfrm>
            <a:prstGeom prst="ellipse">
              <a:avLst/>
            </a:prstGeom>
            <a:solidFill>
              <a:srgbClr val="7F8C97">
                <a:alpha val="48000"/>
              </a:srgbClr>
            </a:solidFill>
            <a:ln w="0">
              <a:noFill/>
              <a:prstDash val="solid"/>
            </a:ln>
          </p:spPr>
        </p:sp>
        <p:sp>
          <p:nvSpPr>
            <p:cNvPr id="329" name="03_assume_matched_328">
              <a:extLst>
                <a:ext uri="{FF2B5EF4-FFF2-40B4-BE49-F238E27FC236}">
                  <a16:creationId xmlns:a16="http://schemas.microsoft.com/office/drawing/2014/main" id="{FC06C4C7-5F21-4CDE-9130-4C0DDAA6A230}"/>
                </a:ext>
              </a:extLst>
            </p:cNvPr>
            <p:cNvSpPr>
              <a:spLocks/>
            </p:cNvSpPr>
            <p:nvPr/>
          </p:nvSpPr>
          <p:spPr>
            <a:xfrm>
              <a:off x="2918048" y="1962874"/>
              <a:ext cx="28398" cy="28398"/>
            </a:xfrm>
            <a:prstGeom prst="ellipse">
              <a:avLst/>
            </a:prstGeom>
            <a:solidFill>
              <a:srgbClr val="7F8C97">
                <a:alpha val="48000"/>
              </a:srgbClr>
            </a:solidFill>
            <a:ln w="0">
              <a:noFill/>
              <a:prstDash val="solid"/>
            </a:ln>
          </p:spPr>
        </p:sp>
        <p:sp>
          <p:nvSpPr>
            <p:cNvPr id="330" name="03_assume_matched_329">
              <a:extLst>
                <a:ext uri="{FF2B5EF4-FFF2-40B4-BE49-F238E27FC236}">
                  <a16:creationId xmlns:a16="http://schemas.microsoft.com/office/drawing/2014/main" id="{0C02C48D-A346-40E8-AA54-05E9CB13D2FB}"/>
                </a:ext>
              </a:extLst>
            </p:cNvPr>
            <p:cNvSpPr>
              <a:spLocks/>
            </p:cNvSpPr>
            <p:nvPr/>
          </p:nvSpPr>
          <p:spPr>
            <a:xfrm>
              <a:off x="712800" y="1362960"/>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31" name="03_assume_matched_330">
              <a:extLst>
                <a:ext uri="{FF2B5EF4-FFF2-40B4-BE49-F238E27FC236}">
                  <a16:creationId xmlns:a16="http://schemas.microsoft.com/office/drawing/2014/main" id="{654CFD8A-3061-4C47-AE56-BC9049285EE0}"/>
                </a:ext>
              </a:extLst>
            </p:cNvPr>
            <p:cNvSpPr>
              <a:spLocks/>
            </p:cNvSpPr>
            <p:nvPr/>
          </p:nvSpPr>
          <p:spPr>
            <a:xfrm>
              <a:off x="712800" y="2006316"/>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32" name="text_331">
              <a:extLst>
                <a:ext uri="{FF2B5EF4-FFF2-40B4-BE49-F238E27FC236}">
                  <a16:creationId xmlns:a16="http://schemas.microsoft.com/office/drawing/2014/main" id="{3EB74538-32D3-4E26-AAEB-0504580A3504}"/>
                </a:ext>
              </a:extLst>
            </p:cNvPr>
            <p:cNvSpPr>
              <a:spLocks/>
            </p:cNvSpPr>
            <p:nvPr/>
          </p:nvSpPr>
          <p:spPr>
            <a:xfrm>
              <a:off x="370611" y="1064024"/>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a</a:t>
              </a:r>
            </a:p>
          </p:txBody>
        </p:sp>
        <p:sp>
          <p:nvSpPr>
            <p:cNvPr id="333" name="text_332">
              <a:extLst>
                <a:ext uri="{FF2B5EF4-FFF2-40B4-BE49-F238E27FC236}">
                  <a16:creationId xmlns:a16="http://schemas.microsoft.com/office/drawing/2014/main" id="{4DF95C18-4072-49EE-9CFA-525D86BE9F7B}"/>
                </a:ext>
              </a:extLst>
            </p:cNvPr>
            <p:cNvSpPr>
              <a:spLocks/>
            </p:cNvSpPr>
            <p:nvPr/>
          </p:nvSpPr>
          <p:spPr>
            <a:xfrm>
              <a:off x="712800" y="1163379"/>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Top-1, RMSD &lt;2 Å</a:t>
              </a:r>
            </a:p>
          </p:txBody>
        </p:sp>
        <p:sp>
          <p:nvSpPr>
            <p:cNvPr id="334" name="03_assume_matched_333">
              <a:extLst>
                <a:ext uri="{FF2B5EF4-FFF2-40B4-BE49-F238E27FC236}">
                  <a16:creationId xmlns:a16="http://schemas.microsoft.com/office/drawing/2014/main" id="{7C86D3FE-2615-4862-8078-7729AE62AFE7}"/>
                </a:ext>
              </a:extLst>
            </p:cNvPr>
            <p:cNvSpPr>
              <a:spLocks/>
            </p:cNvSpPr>
            <p:nvPr/>
          </p:nvSpPr>
          <p:spPr>
            <a:xfrm>
              <a:off x="735432" y="1802122"/>
              <a:ext cx="2263158" cy="174951"/>
            </a:xfrm>
            <a:custGeom>
              <a:avLst/>
              <a:gdLst/>
              <a:ahLst/>
              <a:cxnLst/>
              <a:rect l="0" t="0" r="0" b="0"/>
              <a:pathLst>
                <a:path w="2263158" h="174951">
                  <a:moveTo>
                    <a:pt x="0" y="174951"/>
                  </a:moveTo>
                  <a:lnTo>
                    <a:pt x="62865" y="174139"/>
                  </a:lnTo>
                  <a:lnTo>
                    <a:pt x="62865" y="172873"/>
                  </a:lnTo>
                  <a:lnTo>
                    <a:pt x="75439" y="172086"/>
                  </a:lnTo>
                  <a:lnTo>
                    <a:pt x="75439" y="171326"/>
                  </a:lnTo>
                  <a:lnTo>
                    <a:pt x="125731" y="169949"/>
                  </a:lnTo>
                  <a:lnTo>
                    <a:pt x="125731" y="165421"/>
                  </a:lnTo>
                  <a:lnTo>
                    <a:pt x="150877" y="164535"/>
                  </a:lnTo>
                  <a:lnTo>
                    <a:pt x="150877" y="162257"/>
                  </a:lnTo>
                  <a:lnTo>
                    <a:pt x="188596" y="161964"/>
                  </a:lnTo>
                  <a:lnTo>
                    <a:pt x="188596" y="149305"/>
                  </a:lnTo>
                  <a:lnTo>
                    <a:pt x="205742" y="149110"/>
                  </a:lnTo>
                  <a:lnTo>
                    <a:pt x="205742" y="147729"/>
                  </a:lnTo>
                  <a:lnTo>
                    <a:pt x="226316" y="146547"/>
                  </a:lnTo>
                  <a:lnTo>
                    <a:pt x="226316" y="145787"/>
                  </a:lnTo>
                  <a:lnTo>
                    <a:pt x="251462" y="145592"/>
                  </a:lnTo>
                  <a:lnTo>
                    <a:pt x="251462" y="137899"/>
                  </a:lnTo>
                  <a:lnTo>
                    <a:pt x="274322" y="137704"/>
                  </a:lnTo>
                  <a:lnTo>
                    <a:pt x="274322" y="136323"/>
                  </a:lnTo>
                  <a:lnTo>
                    <a:pt x="301754" y="136031"/>
                  </a:lnTo>
                  <a:lnTo>
                    <a:pt x="301754" y="134512"/>
                  </a:lnTo>
                  <a:lnTo>
                    <a:pt x="342903" y="133135"/>
                  </a:lnTo>
                  <a:lnTo>
                    <a:pt x="342903" y="132444"/>
                  </a:lnTo>
                  <a:lnTo>
                    <a:pt x="377193" y="132152"/>
                  </a:lnTo>
                  <a:lnTo>
                    <a:pt x="377193" y="101769"/>
                  </a:lnTo>
                  <a:lnTo>
                    <a:pt x="411483" y="101477"/>
                  </a:lnTo>
                  <a:lnTo>
                    <a:pt x="411483" y="100096"/>
                  </a:lnTo>
                  <a:lnTo>
                    <a:pt x="452632" y="98816"/>
                  </a:lnTo>
                  <a:lnTo>
                    <a:pt x="452632" y="96538"/>
                  </a:lnTo>
                  <a:lnTo>
                    <a:pt x="480064" y="95393"/>
                  </a:lnTo>
                  <a:lnTo>
                    <a:pt x="480064" y="94012"/>
                  </a:lnTo>
                  <a:lnTo>
                    <a:pt x="502924" y="93818"/>
                  </a:lnTo>
                  <a:lnTo>
                    <a:pt x="502924" y="90020"/>
                  </a:lnTo>
                  <a:lnTo>
                    <a:pt x="538847" y="89163"/>
                  </a:lnTo>
                  <a:lnTo>
                    <a:pt x="538847" y="88078"/>
                  </a:lnTo>
                  <a:lnTo>
                    <a:pt x="565789" y="87786"/>
                  </a:lnTo>
                  <a:lnTo>
                    <a:pt x="565789" y="80190"/>
                  </a:lnTo>
                  <a:lnTo>
                    <a:pt x="603509" y="79800"/>
                  </a:lnTo>
                  <a:lnTo>
                    <a:pt x="603509" y="78281"/>
                  </a:lnTo>
                  <a:lnTo>
                    <a:pt x="628655" y="77493"/>
                  </a:lnTo>
                  <a:lnTo>
                    <a:pt x="628655" y="74864"/>
                  </a:lnTo>
                  <a:lnTo>
                    <a:pt x="686685" y="73487"/>
                  </a:lnTo>
                  <a:lnTo>
                    <a:pt x="686685" y="73389"/>
                  </a:lnTo>
                  <a:lnTo>
                    <a:pt x="754386" y="73097"/>
                  </a:lnTo>
                  <a:lnTo>
                    <a:pt x="754386" y="6339"/>
                  </a:lnTo>
                  <a:lnTo>
                    <a:pt x="880117" y="5852"/>
                  </a:lnTo>
                  <a:lnTo>
                    <a:pt x="880117" y="3320"/>
                  </a:lnTo>
                  <a:lnTo>
                    <a:pt x="1097289" y="1956"/>
                  </a:lnTo>
                  <a:lnTo>
                    <a:pt x="1097289" y="1266"/>
                  </a:lnTo>
                  <a:lnTo>
                    <a:pt x="2263158" y="0"/>
                  </a:lnTo>
                  <a:lnTo>
                    <a:pt x="2263158" y="0"/>
                  </a:lnTo>
                </a:path>
              </a:pathLst>
            </a:custGeom>
            <a:noFill/>
            <a:ln w="22860">
              <a:solidFill>
                <a:srgbClr val="00878B"/>
              </a:solidFill>
              <a:prstDash val="solid"/>
            </a:ln>
          </p:spPr>
        </p:sp>
        <p:sp>
          <p:nvSpPr>
            <p:cNvPr id="335" name="03_assume_matched_334">
              <a:extLst>
                <a:ext uri="{FF2B5EF4-FFF2-40B4-BE49-F238E27FC236}">
                  <a16:creationId xmlns:a16="http://schemas.microsoft.com/office/drawing/2014/main" id="{6E60C7B0-808A-4C1B-B55B-2A0D0B43EC0C}"/>
                </a:ext>
              </a:extLst>
            </p:cNvPr>
            <p:cNvSpPr>
              <a:spLocks/>
            </p:cNvSpPr>
            <p:nvPr/>
          </p:nvSpPr>
          <p:spPr>
            <a:xfrm>
              <a:off x="735432" y="1977073"/>
              <a:ext cx="2263158" cy="191"/>
            </a:xfrm>
            <a:custGeom>
              <a:avLst/>
              <a:gdLst/>
              <a:ahLst/>
              <a:cxnLst/>
              <a:rect l="0" t="0" r="0" b="0"/>
              <a:pathLst>
                <a:path w="2263158" h="191">
                  <a:moveTo>
                    <a:pt x="0" y="0"/>
                  </a:moveTo>
                  <a:lnTo>
                    <a:pt x="2263158" y="0"/>
                  </a:lnTo>
                  <a:lnTo>
                    <a:pt x="2263158" y="0"/>
                  </a:lnTo>
                </a:path>
              </a:pathLst>
            </a:custGeom>
            <a:noFill/>
            <a:ln w="13335">
              <a:solidFill>
                <a:srgbClr val="3A64C8"/>
              </a:solidFill>
              <a:prstDash val="solid"/>
            </a:ln>
          </p:spPr>
        </p:sp>
        <p:sp>
          <p:nvSpPr>
            <p:cNvPr id="336" name="03_assume_matched_335">
              <a:extLst>
                <a:ext uri="{FF2B5EF4-FFF2-40B4-BE49-F238E27FC236}">
                  <a16:creationId xmlns:a16="http://schemas.microsoft.com/office/drawing/2014/main" id="{62D9AB81-F55A-4BC9-9141-ED5020D6638E}"/>
                </a:ext>
              </a:extLst>
            </p:cNvPr>
            <p:cNvSpPr>
              <a:spLocks/>
            </p:cNvSpPr>
            <p:nvPr/>
          </p:nvSpPr>
          <p:spPr>
            <a:xfrm>
              <a:off x="1091035" y="1882301"/>
              <a:ext cx="43180" cy="43180"/>
            </a:xfrm>
            <a:prstGeom prst="ellipse">
              <a:avLst/>
            </a:prstGeom>
            <a:solidFill>
              <a:srgbClr val="00878B"/>
            </a:solidFill>
            <a:ln w="4445">
              <a:solidFill>
                <a:srgbClr val="FFFFFF"/>
              </a:solidFill>
              <a:prstDash val="solid"/>
            </a:ln>
          </p:spPr>
        </p:sp>
        <p:sp>
          <p:nvSpPr>
            <p:cNvPr id="337" name="03_assume_matched_336">
              <a:extLst>
                <a:ext uri="{FF2B5EF4-FFF2-40B4-BE49-F238E27FC236}">
                  <a16:creationId xmlns:a16="http://schemas.microsoft.com/office/drawing/2014/main" id="{F4E1BB05-1E30-4454-BA22-114D415FA8DE}"/>
                </a:ext>
              </a:extLst>
            </p:cNvPr>
            <p:cNvSpPr>
              <a:spLocks/>
            </p:cNvSpPr>
            <p:nvPr/>
          </p:nvSpPr>
          <p:spPr>
            <a:xfrm>
              <a:off x="1468228" y="1786870"/>
              <a:ext cx="43180" cy="43180"/>
            </a:xfrm>
            <a:prstGeom prst="ellipse">
              <a:avLst/>
            </a:prstGeom>
            <a:solidFill>
              <a:srgbClr val="00878B"/>
            </a:solidFill>
            <a:ln w="4445">
              <a:solidFill>
                <a:srgbClr val="FFFFFF"/>
              </a:solidFill>
              <a:prstDash val="solid"/>
            </a:ln>
          </p:spPr>
        </p:sp>
        <p:sp>
          <p:nvSpPr>
            <p:cNvPr id="338" name="03_assume_matched_337">
              <a:extLst>
                <a:ext uri="{FF2B5EF4-FFF2-40B4-BE49-F238E27FC236}">
                  <a16:creationId xmlns:a16="http://schemas.microsoft.com/office/drawing/2014/main" id="{F85C8100-F433-487F-9DC2-76D24D462FFD}"/>
                </a:ext>
              </a:extLst>
            </p:cNvPr>
            <p:cNvSpPr>
              <a:spLocks/>
            </p:cNvSpPr>
            <p:nvPr/>
          </p:nvSpPr>
          <p:spPr>
            <a:xfrm>
              <a:off x="2222614" y="1781798"/>
              <a:ext cx="43180" cy="43180"/>
            </a:xfrm>
            <a:prstGeom prst="ellipse">
              <a:avLst/>
            </a:prstGeom>
            <a:solidFill>
              <a:srgbClr val="00878B"/>
            </a:solidFill>
            <a:ln w="4445">
              <a:solidFill>
                <a:srgbClr val="FFFFFF"/>
              </a:solidFill>
              <a:prstDash val="solid"/>
            </a:ln>
          </p:spPr>
        </p:sp>
        <p:sp>
          <p:nvSpPr>
            <p:cNvPr id="339" name="03_assume_matched_338">
              <a:extLst>
                <a:ext uri="{FF2B5EF4-FFF2-40B4-BE49-F238E27FC236}">
                  <a16:creationId xmlns:a16="http://schemas.microsoft.com/office/drawing/2014/main" id="{826ED279-7F76-48A5-857B-E1014BFE7667}"/>
                </a:ext>
              </a:extLst>
            </p:cNvPr>
            <p:cNvSpPr>
              <a:spLocks/>
            </p:cNvSpPr>
            <p:nvPr/>
          </p:nvSpPr>
          <p:spPr>
            <a:xfrm>
              <a:off x="2976999" y="1780532"/>
              <a:ext cx="43180" cy="43180"/>
            </a:xfrm>
            <a:prstGeom prst="ellipse">
              <a:avLst/>
            </a:prstGeom>
            <a:solidFill>
              <a:srgbClr val="00878B"/>
            </a:solidFill>
            <a:ln w="4445">
              <a:solidFill>
                <a:srgbClr val="FFFFFF"/>
              </a:solidFill>
              <a:prstDash val="solid"/>
            </a:ln>
          </p:spPr>
        </p:sp>
        <p:sp>
          <p:nvSpPr>
            <p:cNvPr id="340" name="03_assume_matched_339">
              <a:extLst>
                <a:ext uri="{FF2B5EF4-FFF2-40B4-BE49-F238E27FC236}">
                  <a16:creationId xmlns:a16="http://schemas.microsoft.com/office/drawing/2014/main" id="{86F75EF9-2304-4A2F-A5F1-0C1D896FA278}"/>
                </a:ext>
              </a:extLst>
            </p:cNvPr>
            <p:cNvSpPr>
              <a:spLocks/>
            </p:cNvSpPr>
            <p:nvPr/>
          </p:nvSpPr>
          <p:spPr>
            <a:xfrm>
              <a:off x="1076704"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 name="03_assume_matched_340">
              <a:extLst>
                <a:ext uri="{FF2B5EF4-FFF2-40B4-BE49-F238E27FC236}">
                  <a16:creationId xmlns:a16="http://schemas.microsoft.com/office/drawing/2014/main" id="{75DA186F-E6AF-438C-AE44-58653A6C58A3}"/>
                </a:ext>
              </a:extLst>
            </p:cNvPr>
            <p:cNvSpPr>
              <a:spLocks/>
            </p:cNvSpPr>
            <p:nvPr/>
          </p:nvSpPr>
          <p:spPr>
            <a:xfrm>
              <a:off x="1453897"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2" name="03_assume_matched_341">
              <a:extLst>
                <a:ext uri="{FF2B5EF4-FFF2-40B4-BE49-F238E27FC236}">
                  <a16:creationId xmlns:a16="http://schemas.microsoft.com/office/drawing/2014/main" id="{31B3B7CA-9424-4DC3-A80A-FEA577F6066C}"/>
                </a:ext>
              </a:extLst>
            </p:cNvPr>
            <p:cNvSpPr>
              <a:spLocks/>
            </p:cNvSpPr>
            <p:nvPr/>
          </p:nvSpPr>
          <p:spPr>
            <a:xfrm>
              <a:off x="2208282"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3" name="03_assume_matched_342">
              <a:extLst>
                <a:ext uri="{FF2B5EF4-FFF2-40B4-BE49-F238E27FC236}">
                  <a16:creationId xmlns:a16="http://schemas.microsoft.com/office/drawing/2014/main" id="{DF07C4C6-56E3-46CA-81A0-D4BF0958B5F7}"/>
                </a:ext>
              </a:extLst>
            </p:cNvPr>
            <p:cNvSpPr>
              <a:spLocks/>
            </p:cNvSpPr>
            <p:nvPr/>
          </p:nvSpPr>
          <p:spPr>
            <a:xfrm>
              <a:off x="2962668"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4" name="03_assume_matched_343">
              <a:extLst>
                <a:ext uri="{FF2B5EF4-FFF2-40B4-BE49-F238E27FC236}">
                  <a16:creationId xmlns:a16="http://schemas.microsoft.com/office/drawing/2014/main" id="{4DEF6CFA-1B5F-4F12-B8EF-2BBBFB898197}"/>
                </a:ext>
              </a:extLst>
            </p:cNvPr>
            <p:cNvSpPr>
              <a:spLocks/>
            </p:cNvSpPr>
            <p:nvPr/>
          </p:nvSpPr>
          <p:spPr>
            <a:xfrm>
              <a:off x="3841389" y="1362960"/>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45" name="03_assume_matched_344">
              <a:extLst>
                <a:ext uri="{FF2B5EF4-FFF2-40B4-BE49-F238E27FC236}">
                  <a16:creationId xmlns:a16="http://schemas.microsoft.com/office/drawing/2014/main" id="{9B367604-1B8C-4210-B60E-FCFEFB8A4A6D}"/>
                </a:ext>
              </a:extLst>
            </p:cNvPr>
            <p:cNvSpPr>
              <a:spLocks/>
            </p:cNvSpPr>
            <p:nvPr/>
          </p:nvSpPr>
          <p:spPr>
            <a:xfrm>
              <a:off x="4143144" y="1392203"/>
              <a:ext cx="196140" cy="584869"/>
            </a:xfrm>
            <a:custGeom>
              <a:avLst/>
              <a:gdLst/>
              <a:ahLst/>
              <a:cxnLst/>
              <a:rect l="0" t="0" r="0" b="0"/>
              <a:pathLst>
                <a:path w="196140" h="584869">
                  <a:moveTo>
                    <a:pt x="196140" y="584869"/>
                  </a:moveTo>
                  <a:lnTo>
                    <a:pt x="0" y="584869"/>
                  </a:lnTo>
                  <a:lnTo>
                    <a:pt x="1091" y="579995"/>
                  </a:lnTo>
                  <a:lnTo>
                    <a:pt x="4290" y="575121"/>
                  </a:lnTo>
                  <a:lnTo>
                    <a:pt x="9383" y="570247"/>
                  </a:lnTo>
                  <a:lnTo>
                    <a:pt x="16041" y="565373"/>
                  </a:lnTo>
                  <a:lnTo>
                    <a:pt x="23854" y="560500"/>
                  </a:lnTo>
                  <a:lnTo>
                    <a:pt x="32375" y="555626"/>
                  </a:lnTo>
                  <a:lnTo>
                    <a:pt x="41160" y="550752"/>
                  </a:lnTo>
                  <a:lnTo>
                    <a:pt x="49804" y="545878"/>
                  </a:lnTo>
                  <a:lnTo>
                    <a:pt x="57975" y="541004"/>
                  </a:lnTo>
                  <a:lnTo>
                    <a:pt x="65424" y="536130"/>
                  </a:lnTo>
                  <a:lnTo>
                    <a:pt x="71994" y="531256"/>
                  </a:lnTo>
                  <a:lnTo>
                    <a:pt x="77612" y="526382"/>
                  </a:lnTo>
                  <a:lnTo>
                    <a:pt x="82279" y="521508"/>
                  </a:lnTo>
                  <a:lnTo>
                    <a:pt x="86049" y="516634"/>
                  </a:lnTo>
                  <a:lnTo>
                    <a:pt x="89014" y="511760"/>
                  </a:lnTo>
                  <a:lnTo>
                    <a:pt x="91284" y="506887"/>
                  </a:lnTo>
                  <a:lnTo>
                    <a:pt x="92975" y="502013"/>
                  </a:lnTo>
                  <a:lnTo>
                    <a:pt x="94196" y="497139"/>
                  </a:lnTo>
                  <a:lnTo>
                    <a:pt x="95044" y="492265"/>
                  </a:lnTo>
                  <a:lnTo>
                    <a:pt x="95602" y="487391"/>
                  </a:lnTo>
                  <a:lnTo>
                    <a:pt x="95937" y="482517"/>
                  </a:lnTo>
                  <a:lnTo>
                    <a:pt x="96102" y="477643"/>
                  </a:lnTo>
                  <a:lnTo>
                    <a:pt x="96137" y="472769"/>
                  </a:lnTo>
                  <a:lnTo>
                    <a:pt x="96074" y="467895"/>
                  </a:lnTo>
                  <a:lnTo>
                    <a:pt x="95936" y="463021"/>
                  </a:lnTo>
                  <a:lnTo>
                    <a:pt x="95741" y="458147"/>
                  </a:lnTo>
                  <a:lnTo>
                    <a:pt x="95503" y="453274"/>
                  </a:lnTo>
                  <a:lnTo>
                    <a:pt x="95231" y="448400"/>
                  </a:lnTo>
                  <a:lnTo>
                    <a:pt x="94934" y="443526"/>
                  </a:lnTo>
                  <a:lnTo>
                    <a:pt x="94615" y="438652"/>
                  </a:lnTo>
                  <a:lnTo>
                    <a:pt x="94279" y="433778"/>
                  </a:lnTo>
                  <a:lnTo>
                    <a:pt x="93929" y="428904"/>
                  </a:lnTo>
                  <a:lnTo>
                    <a:pt x="93570" y="424030"/>
                  </a:lnTo>
                  <a:lnTo>
                    <a:pt x="93203" y="419156"/>
                  </a:lnTo>
                  <a:lnTo>
                    <a:pt x="92837" y="414282"/>
                  </a:lnTo>
                  <a:lnTo>
                    <a:pt x="92476" y="409408"/>
                  </a:lnTo>
                  <a:lnTo>
                    <a:pt x="92128" y="404534"/>
                  </a:lnTo>
                  <a:lnTo>
                    <a:pt x="91800" y="399661"/>
                  </a:lnTo>
                  <a:lnTo>
                    <a:pt x="91498" y="394787"/>
                  </a:lnTo>
                  <a:lnTo>
                    <a:pt x="91226" y="389913"/>
                  </a:lnTo>
                  <a:lnTo>
                    <a:pt x="90983" y="385039"/>
                  </a:lnTo>
                  <a:lnTo>
                    <a:pt x="90764" y="380165"/>
                  </a:lnTo>
                  <a:lnTo>
                    <a:pt x="90557" y="375291"/>
                  </a:lnTo>
                  <a:lnTo>
                    <a:pt x="90346" y="370417"/>
                  </a:lnTo>
                  <a:lnTo>
                    <a:pt x="90112" y="365543"/>
                  </a:lnTo>
                  <a:lnTo>
                    <a:pt x="89831" y="360669"/>
                  </a:lnTo>
                  <a:lnTo>
                    <a:pt x="89481" y="355795"/>
                  </a:lnTo>
                  <a:lnTo>
                    <a:pt x="89038" y="350921"/>
                  </a:lnTo>
                  <a:lnTo>
                    <a:pt x="88489" y="346048"/>
                  </a:lnTo>
                  <a:lnTo>
                    <a:pt x="87826" y="341174"/>
                  </a:lnTo>
                  <a:lnTo>
                    <a:pt x="87054" y="336300"/>
                  </a:lnTo>
                  <a:lnTo>
                    <a:pt x="86191" y="331426"/>
                  </a:lnTo>
                  <a:lnTo>
                    <a:pt x="85269" y="326552"/>
                  </a:lnTo>
                  <a:lnTo>
                    <a:pt x="84332" y="321678"/>
                  </a:lnTo>
                  <a:lnTo>
                    <a:pt x="83437" y="316804"/>
                  </a:lnTo>
                  <a:lnTo>
                    <a:pt x="82644" y="311930"/>
                  </a:lnTo>
                  <a:lnTo>
                    <a:pt x="82017" y="307056"/>
                  </a:lnTo>
                  <a:lnTo>
                    <a:pt x="81613" y="302182"/>
                  </a:lnTo>
                  <a:lnTo>
                    <a:pt x="81476" y="297308"/>
                  </a:lnTo>
                  <a:lnTo>
                    <a:pt x="81635" y="292435"/>
                  </a:lnTo>
                  <a:lnTo>
                    <a:pt x="82099" y="287561"/>
                  </a:lnTo>
                  <a:lnTo>
                    <a:pt x="82853" y="282687"/>
                  </a:lnTo>
                  <a:lnTo>
                    <a:pt x="83865" y="277813"/>
                  </a:lnTo>
                  <a:lnTo>
                    <a:pt x="85085" y="272939"/>
                  </a:lnTo>
                  <a:lnTo>
                    <a:pt x="86450" y="268065"/>
                  </a:lnTo>
                  <a:lnTo>
                    <a:pt x="87894" y="263191"/>
                  </a:lnTo>
                  <a:lnTo>
                    <a:pt x="89351" y="258317"/>
                  </a:lnTo>
                  <a:lnTo>
                    <a:pt x="90763" y="253443"/>
                  </a:lnTo>
                  <a:lnTo>
                    <a:pt x="92081" y="248569"/>
                  </a:lnTo>
                  <a:lnTo>
                    <a:pt x="93270" y="243695"/>
                  </a:lnTo>
                  <a:lnTo>
                    <a:pt x="94308" y="238822"/>
                  </a:lnTo>
                  <a:lnTo>
                    <a:pt x="95188" y="233948"/>
                  </a:lnTo>
                  <a:lnTo>
                    <a:pt x="95911" y="229074"/>
                  </a:lnTo>
                  <a:lnTo>
                    <a:pt x="96489" y="224200"/>
                  </a:lnTo>
                  <a:lnTo>
                    <a:pt x="96938" y="219326"/>
                  </a:lnTo>
                  <a:lnTo>
                    <a:pt x="97278" y="214452"/>
                  </a:lnTo>
                  <a:lnTo>
                    <a:pt x="97528" y="209578"/>
                  </a:lnTo>
                  <a:lnTo>
                    <a:pt x="97708" y="204704"/>
                  </a:lnTo>
                  <a:lnTo>
                    <a:pt x="97834" y="199830"/>
                  </a:lnTo>
                  <a:lnTo>
                    <a:pt x="97919" y="194956"/>
                  </a:lnTo>
                  <a:lnTo>
                    <a:pt x="97976" y="190082"/>
                  </a:lnTo>
                  <a:lnTo>
                    <a:pt x="98013" y="185209"/>
                  </a:lnTo>
                  <a:lnTo>
                    <a:pt x="98036" y="180335"/>
                  </a:lnTo>
                  <a:lnTo>
                    <a:pt x="98050" y="175461"/>
                  </a:lnTo>
                  <a:lnTo>
                    <a:pt x="98059" y="170587"/>
                  </a:lnTo>
                  <a:lnTo>
                    <a:pt x="98064" y="165713"/>
                  </a:lnTo>
                  <a:lnTo>
                    <a:pt x="98067"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4" y="160839"/>
                  </a:lnTo>
                  <a:lnTo>
                    <a:pt x="98077" y="165713"/>
                  </a:lnTo>
                  <a:lnTo>
                    <a:pt x="98082" y="170587"/>
                  </a:lnTo>
                  <a:lnTo>
                    <a:pt x="98090" y="175461"/>
                  </a:lnTo>
                  <a:lnTo>
                    <a:pt x="98105" y="180335"/>
                  </a:lnTo>
                  <a:lnTo>
                    <a:pt x="98128" y="185209"/>
                  </a:lnTo>
                  <a:lnTo>
                    <a:pt x="98165" y="190082"/>
                  </a:lnTo>
                  <a:lnTo>
                    <a:pt x="98221" y="194956"/>
                  </a:lnTo>
                  <a:lnTo>
                    <a:pt x="98307" y="199830"/>
                  </a:lnTo>
                  <a:lnTo>
                    <a:pt x="98432" y="204704"/>
                  </a:lnTo>
                  <a:lnTo>
                    <a:pt x="98612" y="209578"/>
                  </a:lnTo>
                  <a:lnTo>
                    <a:pt x="98862" y="214452"/>
                  </a:lnTo>
                  <a:lnTo>
                    <a:pt x="99202" y="219326"/>
                  </a:lnTo>
                  <a:lnTo>
                    <a:pt x="99651" y="224200"/>
                  </a:lnTo>
                  <a:lnTo>
                    <a:pt x="100229" y="229074"/>
                  </a:lnTo>
                  <a:lnTo>
                    <a:pt x="100953" y="233948"/>
                  </a:lnTo>
                  <a:lnTo>
                    <a:pt x="101832" y="238822"/>
                  </a:lnTo>
                  <a:lnTo>
                    <a:pt x="102870" y="243695"/>
                  </a:lnTo>
                  <a:lnTo>
                    <a:pt x="104059" y="248569"/>
                  </a:lnTo>
                  <a:lnTo>
                    <a:pt x="105377" y="253443"/>
                  </a:lnTo>
                  <a:lnTo>
                    <a:pt x="106789" y="258317"/>
                  </a:lnTo>
                  <a:lnTo>
                    <a:pt x="108247" y="263191"/>
                  </a:lnTo>
                  <a:lnTo>
                    <a:pt x="109691" y="268065"/>
                  </a:lnTo>
                  <a:lnTo>
                    <a:pt x="111056" y="272939"/>
                  </a:lnTo>
                  <a:lnTo>
                    <a:pt x="112275" y="277813"/>
                  </a:lnTo>
                  <a:lnTo>
                    <a:pt x="113287" y="282687"/>
                  </a:lnTo>
                  <a:lnTo>
                    <a:pt x="114041" y="287561"/>
                  </a:lnTo>
                  <a:lnTo>
                    <a:pt x="114505" y="292435"/>
                  </a:lnTo>
                  <a:lnTo>
                    <a:pt x="114664" y="297308"/>
                  </a:lnTo>
                  <a:lnTo>
                    <a:pt x="114527" y="302182"/>
                  </a:lnTo>
                  <a:lnTo>
                    <a:pt x="114123" y="307056"/>
                  </a:lnTo>
                  <a:lnTo>
                    <a:pt x="113496" y="311930"/>
                  </a:lnTo>
                  <a:lnTo>
                    <a:pt x="112704" y="316804"/>
                  </a:lnTo>
                  <a:lnTo>
                    <a:pt x="111808" y="321678"/>
                  </a:lnTo>
                  <a:lnTo>
                    <a:pt x="110871" y="326552"/>
                  </a:lnTo>
                  <a:lnTo>
                    <a:pt x="109949" y="331426"/>
                  </a:lnTo>
                  <a:lnTo>
                    <a:pt x="109086" y="336300"/>
                  </a:lnTo>
                  <a:lnTo>
                    <a:pt x="108314" y="341174"/>
                  </a:lnTo>
                  <a:lnTo>
                    <a:pt x="107651" y="346048"/>
                  </a:lnTo>
                  <a:lnTo>
                    <a:pt x="107102" y="350921"/>
                  </a:lnTo>
                  <a:lnTo>
                    <a:pt x="106660" y="355795"/>
                  </a:lnTo>
                  <a:lnTo>
                    <a:pt x="106309" y="360669"/>
                  </a:lnTo>
                  <a:lnTo>
                    <a:pt x="106028" y="365543"/>
                  </a:lnTo>
                  <a:lnTo>
                    <a:pt x="105794" y="370417"/>
                  </a:lnTo>
                  <a:lnTo>
                    <a:pt x="105584" y="375291"/>
                  </a:lnTo>
                  <a:lnTo>
                    <a:pt x="105377" y="380165"/>
                  </a:lnTo>
                  <a:lnTo>
                    <a:pt x="105157" y="385039"/>
                  </a:lnTo>
                  <a:lnTo>
                    <a:pt x="104914" y="389913"/>
                  </a:lnTo>
                  <a:lnTo>
                    <a:pt x="104642" y="394787"/>
                  </a:lnTo>
                  <a:lnTo>
                    <a:pt x="104340" y="399661"/>
                  </a:lnTo>
                  <a:lnTo>
                    <a:pt x="104013" y="404534"/>
                  </a:lnTo>
                  <a:lnTo>
                    <a:pt x="103665" y="409408"/>
                  </a:lnTo>
                  <a:lnTo>
                    <a:pt x="103304" y="414282"/>
                  </a:lnTo>
                  <a:lnTo>
                    <a:pt x="102937" y="419156"/>
                  </a:lnTo>
                  <a:lnTo>
                    <a:pt x="102571" y="424030"/>
                  </a:lnTo>
                  <a:lnTo>
                    <a:pt x="102211" y="428904"/>
                  </a:lnTo>
                  <a:lnTo>
                    <a:pt x="101861" y="433778"/>
                  </a:lnTo>
                  <a:lnTo>
                    <a:pt x="101525" y="438652"/>
                  </a:lnTo>
                  <a:lnTo>
                    <a:pt x="101207" y="443526"/>
                  </a:lnTo>
                  <a:lnTo>
                    <a:pt x="100909" y="448400"/>
                  </a:lnTo>
                  <a:lnTo>
                    <a:pt x="100637" y="453274"/>
                  </a:lnTo>
                  <a:lnTo>
                    <a:pt x="100399" y="458147"/>
                  </a:lnTo>
                  <a:lnTo>
                    <a:pt x="100204" y="463021"/>
                  </a:lnTo>
                  <a:lnTo>
                    <a:pt x="100066" y="467895"/>
                  </a:lnTo>
                  <a:lnTo>
                    <a:pt x="100003" y="472769"/>
                  </a:lnTo>
                  <a:lnTo>
                    <a:pt x="100038" y="477643"/>
                  </a:lnTo>
                  <a:lnTo>
                    <a:pt x="100203" y="482517"/>
                  </a:lnTo>
                  <a:lnTo>
                    <a:pt x="100538" y="487391"/>
                  </a:lnTo>
                  <a:lnTo>
                    <a:pt x="101096" y="492265"/>
                  </a:lnTo>
                  <a:lnTo>
                    <a:pt x="101945" y="497139"/>
                  </a:lnTo>
                  <a:lnTo>
                    <a:pt x="103165" y="502013"/>
                  </a:lnTo>
                  <a:lnTo>
                    <a:pt x="104856" y="506887"/>
                  </a:lnTo>
                  <a:lnTo>
                    <a:pt x="107126" y="511760"/>
                  </a:lnTo>
                  <a:lnTo>
                    <a:pt x="110092" y="516634"/>
                  </a:lnTo>
                  <a:lnTo>
                    <a:pt x="113862" y="521508"/>
                  </a:lnTo>
                  <a:lnTo>
                    <a:pt x="118529" y="526382"/>
                  </a:lnTo>
                  <a:lnTo>
                    <a:pt x="124147" y="531256"/>
                  </a:lnTo>
                  <a:lnTo>
                    <a:pt x="130716" y="536130"/>
                  </a:lnTo>
                  <a:lnTo>
                    <a:pt x="138165" y="541004"/>
                  </a:lnTo>
                  <a:lnTo>
                    <a:pt x="146336" y="545878"/>
                  </a:lnTo>
                  <a:lnTo>
                    <a:pt x="154981" y="550752"/>
                  </a:lnTo>
                  <a:lnTo>
                    <a:pt x="163765" y="555626"/>
                  </a:lnTo>
                  <a:lnTo>
                    <a:pt x="172286" y="560500"/>
                  </a:lnTo>
                  <a:lnTo>
                    <a:pt x="180100" y="565373"/>
                  </a:lnTo>
                  <a:lnTo>
                    <a:pt x="186758" y="570247"/>
                  </a:lnTo>
                  <a:lnTo>
                    <a:pt x="191851" y="575121"/>
                  </a:lnTo>
                  <a:lnTo>
                    <a:pt x="195049"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6" name="03_assume_matched_345">
              <a:extLst>
                <a:ext uri="{FF2B5EF4-FFF2-40B4-BE49-F238E27FC236}">
                  <a16:creationId xmlns:a16="http://schemas.microsoft.com/office/drawing/2014/main" id="{5AE6B2C0-F51D-440A-A84F-1FBA80F4DB0A}"/>
                </a:ext>
              </a:extLst>
            </p:cNvPr>
            <p:cNvSpPr>
              <a:spLocks/>
            </p:cNvSpPr>
            <p:nvPr/>
          </p:nvSpPr>
          <p:spPr>
            <a:xfrm>
              <a:off x="4520337" y="1392203"/>
              <a:ext cx="196140" cy="584869"/>
            </a:xfrm>
            <a:custGeom>
              <a:avLst/>
              <a:gdLst/>
              <a:ahLst/>
              <a:cxnLst/>
              <a:rect l="0" t="0" r="0" b="0"/>
              <a:pathLst>
                <a:path w="196140" h="584869">
                  <a:moveTo>
                    <a:pt x="196140" y="584869"/>
                  </a:moveTo>
                  <a:lnTo>
                    <a:pt x="0" y="584869"/>
                  </a:lnTo>
                  <a:lnTo>
                    <a:pt x="1067" y="579995"/>
                  </a:lnTo>
                  <a:lnTo>
                    <a:pt x="4196" y="575121"/>
                  </a:lnTo>
                  <a:lnTo>
                    <a:pt x="9176" y="570247"/>
                  </a:lnTo>
                  <a:lnTo>
                    <a:pt x="15680" y="565373"/>
                  </a:lnTo>
                  <a:lnTo>
                    <a:pt x="23303" y="560500"/>
                  </a:lnTo>
                  <a:lnTo>
                    <a:pt x="31603" y="555626"/>
                  </a:lnTo>
                  <a:lnTo>
                    <a:pt x="40144" y="550752"/>
                  </a:lnTo>
                  <a:lnTo>
                    <a:pt x="48529" y="545878"/>
                  </a:lnTo>
                  <a:lnTo>
                    <a:pt x="56434" y="541004"/>
                  </a:lnTo>
                  <a:lnTo>
                    <a:pt x="63620" y="536130"/>
                  </a:lnTo>
                  <a:lnTo>
                    <a:pt x="69937" y="531256"/>
                  </a:lnTo>
                  <a:lnTo>
                    <a:pt x="75324" y="526382"/>
                  </a:lnTo>
                  <a:lnTo>
                    <a:pt x="79788" y="521508"/>
                  </a:lnTo>
                  <a:lnTo>
                    <a:pt x="83392" y="516634"/>
                  </a:lnTo>
                  <a:lnTo>
                    <a:pt x="86232" y="511760"/>
                  </a:lnTo>
                  <a:lnTo>
                    <a:pt x="88424" y="506887"/>
                  </a:lnTo>
                  <a:lnTo>
                    <a:pt x="90083" y="502013"/>
                  </a:lnTo>
                  <a:lnTo>
                    <a:pt x="91320" y="497139"/>
                  </a:lnTo>
                  <a:lnTo>
                    <a:pt x="92228" y="492265"/>
                  </a:lnTo>
                  <a:lnTo>
                    <a:pt x="92887" y="487391"/>
                  </a:lnTo>
                  <a:lnTo>
                    <a:pt x="93356" y="482517"/>
                  </a:lnTo>
                  <a:lnTo>
                    <a:pt x="93684" y="477643"/>
                  </a:lnTo>
                  <a:lnTo>
                    <a:pt x="93904" y="472769"/>
                  </a:lnTo>
                  <a:lnTo>
                    <a:pt x="94044" y="467895"/>
                  </a:lnTo>
                  <a:lnTo>
                    <a:pt x="94121" y="463021"/>
                  </a:lnTo>
                  <a:lnTo>
                    <a:pt x="94154" y="458147"/>
                  </a:lnTo>
                  <a:lnTo>
                    <a:pt x="94153" y="453274"/>
                  </a:lnTo>
                  <a:lnTo>
                    <a:pt x="94132" y="448400"/>
                  </a:lnTo>
                  <a:lnTo>
                    <a:pt x="94099" y="443526"/>
                  </a:lnTo>
                  <a:lnTo>
                    <a:pt x="94063" y="438652"/>
                  </a:lnTo>
                  <a:lnTo>
                    <a:pt x="94031" y="433778"/>
                  </a:lnTo>
                  <a:lnTo>
                    <a:pt x="94008" y="428904"/>
                  </a:lnTo>
                  <a:lnTo>
                    <a:pt x="94000" y="424030"/>
                  </a:lnTo>
                  <a:lnTo>
                    <a:pt x="94009" y="419156"/>
                  </a:lnTo>
                  <a:lnTo>
                    <a:pt x="94040" y="414282"/>
                  </a:lnTo>
                  <a:lnTo>
                    <a:pt x="94094" y="409408"/>
                  </a:lnTo>
                  <a:lnTo>
                    <a:pt x="94176" y="404534"/>
                  </a:lnTo>
                  <a:lnTo>
                    <a:pt x="94286" y="399661"/>
                  </a:lnTo>
                  <a:lnTo>
                    <a:pt x="94427" y="394787"/>
                  </a:lnTo>
                  <a:lnTo>
                    <a:pt x="94597" y="389913"/>
                  </a:lnTo>
                  <a:lnTo>
                    <a:pt x="94795" y="385039"/>
                  </a:lnTo>
                  <a:lnTo>
                    <a:pt x="95015" y="380165"/>
                  </a:lnTo>
                  <a:lnTo>
                    <a:pt x="95249" y="375291"/>
                  </a:lnTo>
                  <a:lnTo>
                    <a:pt x="95488" y="370417"/>
                  </a:lnTo>
                  <a:lnTo>
                    <a:pt x="95720" y="365543"/>
                  </a:lnTo>
                  <a:lnTo>
                    <a:pt x="95934" y="360669"/>
                  </a:lnTo>
                  <a:lnTo>
                    <a:pt x="96117" y="355795"/>
                  </a:lnTo>
                  <a:lnTo>
                    <a:pt x="96258" y="350921"/>
                  </a:lnTo>
                  <a:lnTo>
                    <a:pt x="96351" y="346048"/>
                  </a:lnTo>
                  <a:lnTo>
                    <a:pt x="96390" y="341174"/>
                  </a:lnTo>
                  <a:lnTo>
                    <a:pt x="96376" y="336300"/>
                  </a:lnTo>
                  <a:lnTo>
                    <a:pt x="96311" y="331426"/>
                  </a:lnTo>
                  <a:lnTo>
                    <a:pt x="96205" y="326552"/>
                  </a:lnTo>
                  <a:lnTo>
                    <a:pt x="96068" y="321678"/>
                  </a:lnTo>
                  <a:lnTo>
                    <a:pt x="95914" y="316804"/>
                  </a:lnTo>
                  <a:lnTo>
                    <a:pt x="95760" y="311930"/>
                  </a:lnTo>
                  <a:lnTo>
                    <a:pt x="95620" y="307056"/>
                  </a:lnTo>
                  <a:lnTo>
                    <a:pt x="95508" y="302182"/>
                  </a:lnTo>
                  <a:lnTo>
                    <a:pt x="95437" y="297308"/>
                  </a:lnTo>
                  <a:lnTo>
                    <a:pt x="95412" y="292435"/>
                  </a:lnTo>
                  <a:lnTo>
                    <a:pt x="95436" y="287561"/>
                  </a:lnTo>
                  <a:lnTo>
                    <a:pt x="95508" y="282687"/>
                  </a:lnTo>
                  <a:lnTo>
                    <a:pt x="95618" y="277813"/>
                  </a:lnTo>
                  <a:lnTo>
                    <a:pt x="95757" y="272939"/>
                  </a:lnTo>
                  <a:lnTo>
                    <a:pt x="95910" y="268065"/>
                  </a:lnTo>
                  <a:lnTo>
                    <a:pt x="96060" y="263191"/>
                  </a:lnTo>
                  <a:lnTo>
                    <a:pt x="96193" y="258317"/>
                  </a:lnTo>
                  <a:lnTo>
                    <a:pt x="96293" y="253443"/>
                  </a:lnTo>
                  <a:lnTo>
                    <a:pt x="96347" y="248569"/>
                  </a:lnTo>
                  <a:lnTo>
                    <a:pt x="96347" y="243695"/>
                  </a:lnTo>
                  <a:lnTo>
                    <a:pt x="96288" y="238822"/>
                  </a:lnTo>
                  <a:lnTo>
                    <a:pt x="96167" y="233948"/>
                  </a:lnTo>
                  <a:lnTo>
                    <a:pt x="95987" y="229074"/>
                  </a:lnTo>
                  <a:lnTo>
                    <a:pt x="95755" y="224200"/>
                  </a:lnTo>
                  <a:lnTo>
                    <a:pt x="95479" y="219326"/>
                  </a:lnTo>
                  <a:lnTo>
                    <a:pt x="95169" y="214452"/>
                  </a:lnTo>
                  <a:lnTo>
                    <a:pt x="94836" y="209578"/>
                  </a:lnTo>
                  <a:lnTo>
                    <a:pt x="94491" y="204704"/>
                  </a:lnTo>
                  <a:lnTo>
                    <a:pt x="94144" y="199830"/>
                  </a:lnTo>
                  <a:lnTo>
                    <a:pt x="93804" y="194956"/>
                  </a:lnTo>
                  <a:lnTo>
                    <a:pt x="93478" y="190082"/>
                  </a:lnTo>
                  <a:lnTo>
                    <a:pt x="93172" y="185209"/>
                  </a:lnTo>
                  <a:lnTo>
                    <a:pt x="92892" y="180335"/>
                  </a:lnTo>
                  <a:lnTo>
                    <a:pt x="92640" y="175461"/>
                  </a:lnTo>
                  <a:lnTo>
                    <a:pt x="92420" y="170587"/>
                  </a:lnTo>
                  <a:lnTo>
                    <a:pt x="92236" y="165713"/>
                  </a:lnTo>
                  <a:lnTo>
                    <a:pt x="92091" y="160839"/>
                  </a:lnTo>
                  <a:lnTo>
                    <a:pt x="91986" y="155965"/>
                  </a:lnTo>
                  <a:lnTo>
                    <a:pt x="91925" y="151091"/>
                  </a:lnTo>
                  <a:lnTo>
                    <a:pt x="91910" y="146217"/>
                  </a:lnTo>
                  <a:lnTo>
                    <a:pt x="91940" y="141343"/>
                  </a:lnTo>
                  <a:lnTo>
                    <a:pt x="92014" y="136469"/>
                  </a:lnTo>
                  <a:lnTo>
                    <a:pt x="92129" y="131596"/>
                  </a:lnTo>
                  <a:lnTo>
                    <a:pt x="92280" y="126722"/>
                  </a:lnTo>
                  <a:lnTo>
                    <a:pt x="92458" y="121848"/>
                  </a:lnTo>
                  <a:lnTo>
                    <a:pt x="92654" y="116974"/>
                  </a:lnTo>
                  <a:lnTo>
                    <a:pt x="92852" y="112100"/>
                  </a:lnTo>
                  <a:lnTo>
                    <a:pt x="93035" y="107226"/>
                  </a:lnTo>
                  <a:lnTo>
                    <a:pt x="93178" y="102352"/>
                  </a:lnTo>
                  <a:lnTo>
                    <a:pt x="93252" y="97478"/>
                  </a:lnTo>
                  <a:lnTo>
                    <a:pt x="93218" y="92604"/>
                  </a:lnTo>
                  <a:lnTo>
                    <a:pt x="93031" y="87730"/>
                  </a:lnTo>
                  <a:lnTo>
                    <a:pt x="92634" y="82856"/>
                  </a:lnTo>
                  <a:lnTo>
                    <a:pt x="91962" y="77983"/>
                  </a:lnTo>
                  <a:lnTo>
                    <a:pt x="90944" y="73109"/>
                  </a:lnTo>
                  <a:lnTo>
                    <a:pt x="89504" y="68235"/>
                  </a:lnTo>
                  <a:lnTo>
                    <a:pt x="87573" y="63361"/>
                  </a:lnTo>
                  <a:lnTo>
                    <a:pt x="85089" y="58487"/>
                  </a:lnTo>
                  <a:lnTo>
                    <a:pt x="82017" y="53613"/>
                  </a:lnTo>
                  <a:lnTo>
                    <a:pt x="78354" y="48739"/>
                  </a:lnTo>
                  <a:lnTo>
                    <a:pt x="74140" y="43865"/>
                  </a:lnTo>
                  <a:lnTo>
                    <a:pt x="69467" y="38991"/>
                  </a:lnTo>
                  <a:lnTo>
                    <a:pt x="64485" y="34117"/>
                  </a:lnTo>
                  <a:lnTo>
                    <a:pt x="59392" y="29243"/>
                  </a:lnTo>
                  <a:lnTo>
                    <a:pt x="54429" y="24370"/>
                  </a:lnTo>
                  <a:lnTo>
                    <a:pt x="49863" y="19496"/>
                  </a:lnTo>
                  <a:lnTo>
                    <a:pt x="45963" y="14622"/>
                  </a:lnTo>
                  <a:lnTo>
                    <a:pt x="42975" y="9748"/>
                  </a:lnTo>
                  <a:lnTo>
                    <a:pt x="41097" y="4874"/>
                  </a:lnTo>
                  <a:lnTo>
                    <a:pt x="40456" y="0"/>
                  </a:lnTo>
                  <a:lnTo>
                    <a:pt x="155685" y="0"/>
                  </a:lnTo>
                  <a:lnTo>
                    <a:pt x="155685" y="0"/>
                  </a:lnTo>
                  <a:lnTo>
                    <a:pt x="155044" y="4874"/>
                  </a:lnTo>
                  <a:lnTo>
                    <a:pt x="153165" y="9748"/>
                  </a:lnTo>
                  <a:lnTo>
                    <a:pt x="150177" y="14622"/>
                  </a:lnTo>
                  <a:lnTo>
                    <a:pt x="146277" y="19496"/>
                  </a:lnTo>
                  <a:lnTo>
                    <a:pt x="141711" y="24370"/>
                  </a:lnTo>
                  <a:lnTo>
                    <a:pt x="136749" y="29243"/>
                  </a:lnTo>
                  <a:lnTo>
                    <a:pt x="131655" y="34117"/>
                  </a:lnTo>
                  <a:lnTo>
                    <a:pt x="126673" y="38991"/>
                  </a:lnTo>
                  <a:lnTo>
                    <a:pt x="122001" y="43865"/>
                  </a:lnTo>
                  <a:lnTo>
                    <a:pt x="117787" y="48739"/>
                  </a:lnTo>
                  <a:lnTo>
                    <a:pt x="114123" y="53613"/>
                  </a:lnTo>
                  <a:lnTo>
                    <a:pt x="111051" y="58487"/>
                  </a:lnTo>
                  <a:lnTo>
                    <a:pt x="108568" y="63361"/>
                  </a:lnTo>
                  <a:lnTo>
                    <a:pt x="106636" y="68235"/>
                  </a:lnTo>
                  <a:lnTo>
                    <a:pt x="105196" y="73109"/>
                  </a:lnTo>
                  <a:lnTo>
                    <a:pt x="104178" y="77983"/>
                  </a:lnTo>
                  <a:lnTo>
                    <a:pt x="103506" y="82856"/>
                  </a:lnTo>
                  <a:lnTo>
                    <a:pt x="103109" y="87730"/>
                  </a:lnTo>
                  <a:lnTo>
                    <a:pt x="102922" y="92604"/>
                  </a:lnTo>
                  <a:lnTo>
                    <a:pt x="102889" y="97478"/>
                  </a:lnTo>
                  <a:lnTo>
                    <a:pt x="102962" y="102352"/>
                  </a:lnTo>
                  <a:lnTo>
                    <a:pt x="103106" y="107226"/>
                  </a:lnTo>
                  <a:lnTo>
                    <a:pt x="103288" y="112100"/>
                  </a:lnTo>
                  <a:lnTo>
                    <a:pt x="103487" y="116974"/>
                  </a:lnTo>
                  <a:lnTo>
                    <a:pt x="103682" y="121848"/>
                  </a:lnTo>
                  <a:lnTo>
                    <a:pt x="103861" y="126722"/>
                  </a:lnTo>
                  <a:lnTo>
                    <a:pt x="104012" y="131596"/>
                  </a:lnTo>
                  <a:lnTo>
                    <a:pt x="104127" y="136469"/>
                  </a:lnTo>
                  <a:lnTo>
                    <a:pt x="104201" y="141343"/>
                  </a:lnTo>
                  <a:lnTo>
                    <a:pt x="104231" y="146217"/>
                  </a:lnTo>
                  <a:lnTo>
                    <a:pt x="104215" y="151091"/>
                  </a:lnTo>
                  <a:lnTo>
                    <a:pt x="104154" y="155965"/>
                  </a:lnTo>
                  <a:lnTo>
                    <a:pt x="104050" y="160839"/>
                  </a:lnTo>
                  <a:lnTo>
                    <a:pt x="103904" y="165713"/>
                  </a:lnTo>
                  <a:lnTo>
                    <a:pt x="103720" y="170587"/>
                  </a:lnTo>
                  <a:lnTo>
                    <a:pt x="103500" y="175461"/>
                  </a:lnTo>
                  <a:lnTo>
                    <a:pt x="103249" y="180335"/>
                  </a:lnTo>
                  <a:lnTo>
                    <a:pt x="102968" y="185209"/>
                  </a:lnTo>
                  <a:lnTo>
                    <a:pt x="102663" y="190082"/>
                  </a:lnTo>
                  <a:lnTo>
                    <a:pt x="102337" y="194956"/>
                  </a:lnTo>
                  <a:lnTo>
                    <a:pt x="101997" y="199830"/>
                  </a:lnTo>
                  <a:lnTo>
                    <a:pt x="101650" y="204704"/>
                  </a:lnTo>
                  <a:lnTo>
                    <a:pt x="101305" y="209578"/>
                  </a:lnTo>
                  <a:lnTo>
                    <a:pt x="100971" y="214452"/>
                  </a:lnTo>
                  <a:lnTo>
                    <a:pt x="100661" y="219326"/>
                  </a:lnTo>
                  <a:lnTo>
                    <a:pt x="100385" y="224200"/>
                  </a:lnTo>
                  <a:lnTo>
                    <a:pt x="100153" y="229074"/>
                  </a:lnTo>
                  <a:lnTo>
                    <a:pt x="99974" y="233948"/>
                  </a:lnTo>
                  <a:lnTo>
                    <a:pt x="99853" y="238822"/>
                  </a:lnTo>
                  <a:lnTo>
                    <a:pt x="99793" y="243695"/>
                  </a:lnTo>
                  <a:lnTo>
                    <a:pt x="99793" y="248569"/>
                  </a:lnTo>
                  <a:lnTo>
                    <a:pt x="99848" y="253443"/>
                  </a:lnTo>
                  <a:lnTo>
                    <a:pt x="99947" y="258317"/>
                  </a:lnTo>
                  <a:lnTo>
                    <a:pt x="100080" y="263191"/>
                  </a:lnTo>
                  <a:lnTo>
                    <a:pt x="100231" y="268065"/>
                  </a:lnTo>
                  <a:lnTo>
                    <a:pt x="100383" y="272939"/>
                  </a:lnTo>
                  <a:lnTo>
                    <a:pt x="100522" y="277813"/>
                  </a:lnTo>
                  <a:lnTo>
                    <a:pt x="100633" y="282687"/>
                  </a:lnTo>
                  <a:lnTo>
                    <a:pt x="100704" y="287561"/>
                  </a:lnTo>
                  <a:lnTo>
                    <a:pt x="100728" y="292435"/>
                  </a:lnTo>
                  <a:lnTo>
                    <a:pt x="100704" y="297308"/>
                  </a:lnTo>
                  <a:lnTo>
                    <a:pt x="100632" y="302182"/>
                  </a:lnTo>
                  <a:lnTo>
                    <a:pt x="100521" y="307056"/>
                  </a:lnTo>
                  <a:lnTo>
                    <a:pt x="100381" y="311930"/>
                  </a:lnTo>
                  <a:lnTo>
                    <a:pt x="100226" y="316804"/>
                  </a:lnTo>
                  <a:lnTo>
                    <a:pt x="100073" y="321678"/>
                  </a:lnTo>
                  <a:lnTo>
                    <a:pt x="99936" y="326552"/>
                  </a:lnTo>
                  <a:lnTo>
                    <a:pt x="99829" y="331426"/>
                  </a:lnTo>
                  <a:lnTo>
                    <a:pt x="99765" y="336300"/>
                  </a:lnTo>
                  <a:lnTo>
                    <a:pt x="99750" y="341174"/>
                  </a:lnTo>
                  <a:lnTo>
                    <a:pt x="99789" y="346048"/>
                  </a:lnTo>
                  <a:lnTo>
                    <a:pt x="99882" y="350921"/>
                  </a:lnTo>
                  <a:lnTo>
                    <a:pt x="100024" y="355795"/>
                  </a:lnTo>
                  <a:lnTo>
                    <a:pt x="100207" y="360669"/>
                  </a:lnTo>
                  <a:lnTo>
                    <a:pt x="100420" y="365543"/>
                  </a:lnTo>
                  <a:lnTo>
                    <a:pt x="100653" y="370417"/>
                  </a:lnTo>
                  <a:lnTo>
                    <a:pt x="100892" y="375291"/>
                  </a:lnTo>
                  <a:lnTo>
                    <a:pt x="101126" y="380165"/>
                  </a:lnTo>
                  <a:lnTo>
                    <a:pt x="101345" y="385039"/>
                  </a:lnTo>
                  <a:lnTo>
                    <a:pt x="101543" y="389913"/>
                  </a:lnTo>
                  <a:lnTo>
                    <a:pt x="101713" y="394787"/>
                  </a:lnTo>
                  <a:lnTo>
                    <a:pt x="101854" y="399661"/>
                  </a:lnTo>
                  <a:lnTo>
                    <a:pt x="101964" y="404534"/>
                  </a:lnTo>
                  <a:lnTo>
                    <a:pt x="102046" y="409408"/>
                  </a:lnTo>
                  <a:lnTo>
                    <a:pt x="102101" y="414282"/>
                  </a:lnTo>
                  <a:lnTo>
                    <a:pt x="102131" y="419156"/>
                  </a:lnTo>
                  <a:lnTo>
                    <a:pt x="102140" y="424030"/>
                  </a:lnTo>
                  <a:lnTo>
                    <a:pt x="102132" y="428904"/>
                  </a:lnTo>
                  <a:lnTo>
                    <a:pt x="102109" y="433778"/>
                  </a:lnTo>
                  <a:lnTo>
                    <a:pt x="102077" y="438652"/>
                  </a:lnTo>
                  <a:lnTo>
                    <a:pt x="102041" y="443526"/>
                  </a:lnTo>
                  <a:lnTo>
                    <a:pt x="102009" y="448400"/>
                  </a:lnTo>
                  <a:lnTo>
                    <a:pt x="101987" y="453274"/>
                  </a:lnTo>
                  <a:lnTo>
                    <a:pt x="101987" y="458147"/>
                  </a:lnTo>
                  <a:lnTo>
                    <a:pt x="102019" y="463021"/>
                  </a:lnTo>
                  <a:lnTo>
                    <a:pt x="102097" y="467895"/>
                  </a:lnTo>
                  <a:lnTo>
                    <a:pt x="102236" y="472769"/>
                  </a:lnTo>
                  <a:lnTo>
                    <a:pt x="102456" y="477643"/>
                  </a:lnTo>
                  <a:lnTo>
                    <a:pt x="102784" y="482517"/>
                  </a:lnTo>
                  <a:lnTo>
                    <a:pt x="103254" y="487391"/>
                  </a:lnTo>
                  <a:lnTo>
                    <a:pt x="103912" y="492265"/>
                  </a:lnTo>
                  <a:lnTo>
                    <a:pt x="104820" y="497139"/>
                  </a:lnTo>
                  <a:lnTo>
                    <a:pt x="106057" y="502013"/>
                  </a:lnTo>
                  <a:lnTo>
                    <a:pt x="107716" y="506887"/>
                  </a:lnTo>
                  <a:lnTo>
                    <a:pt x="109908" y="511760"/>
                  </a:lnTo>
                  <a:lnTo>
                    <a:pt x="112749" y="516634"/>
                  </a:lnTo>
                  <a:lnTo>
                    <a:pt x="116352" y="521508"/>
                  </a:lnTo>
                  <a:lnTo>
                    <a:pt x="120816" y="526382"/>
                  </a:lnTo>
                  <a:lnTo>
                    <a:pt x="126203" y="531256"/>
                  </a:lnTo>
                  <a:lnTo>
                    <a:pt x="132521" y="536130"/>
                  </a:lnTo>
                  <a:lnTo>
                    <a:pt x="139706" y="541004"/>
                  </a:lnTo>
                  <a:lnTo>
                    <a:pt x="147611" y="545878"/>
                  </a:lnTo>
                  <a:lnTo>
                    <a:pt x="155996" y="550752"/>
                  </a:lnTo>
                  <a:lnTo>
                    <a:pt x="164537" y="555626"/>
                  </a:lnTo>
                  <a:lnTo>
                    <a:pt x="172838" y="560500"/>
                  </a:lnTo>
                  <a:lnTo>
                    <a:pt x="180461" y="565373"/>
                  </a:lnTo>
                  <a:lnTo>
                    <a:pt x="186965" y="570247"/>
                  </a:lnTo>
                  <a:lnTo>
                    <a:pt x="191944" y="575121"/>
                  </a:lnTo>
                  <a:lnTo>
                    <a:pt x="195073"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7" name="03_assume_matched_346">
              <a:extLst>
                <a:ext uri="{FF2B5EF4-FFF2-40B4-BE49-F238E27FC236}">
                  <a16:creationId xmlns:a16="http://schemas.microsoft.com/office/drawing/2014/main" id="{47DE4496-A90C-4E94-A7AC-A4F10DFEF264}"/>
                </a:ext>
              </a:extLst>
            </p:cNvPr>
            <p:cNvSpPr>
              <a:spLocks/>
            </p:cNvSpPr>
            <p:nvPr/>
          </p:nvSpPr>
          <p:spPr>
            <a:xfrm>
              <a:off x="5274723" y="1392203"/>
              <a:ext cx="196140" cy="584869"/>
            </a:xfrm>
            <a:custGeom>
              <a:avLst/>
              <a:gdLst/>
              <a:ahLst/>
              <a:cxnLst/>
              <a:rect l="0" t="0" r="0" b="0"/>
              <a:pathLst>
                <a:path w="196140" h="584869">
                  <a:moveTo>
                    <a:pt x="196140" y="584869"/>
                  </a:moveTo>
                  <a:lnTo>
                    <a:pt x="0" y="584869"/>
                  </a:lnTo>
                  <a:lnTo>
                    <a:pt x="1067" y="579995"/>
                  </a:lnTo>
                  <a:lnTo>
                    <a:pt x="4197" y="575121"/>
                  </a:lnTo>
                  <a:lnTo>
                    <a:pt x="9179" y="570247"/>
                  </a:lnTo>
                  <a:lnTo>
                    <a:pt x="15688" y="565373"/>
                  </a:lnTo>
                  <a:lnTo>
                    <a:pt x="23322" y="560500"/>
                  </a:lnTo>
                  <a:lnTo>
                    <a:pt x="31642" y="555626"/>
                  </a:lnTo>
                  <a:lnTo>
                    <a:pt x="40214" y="550752"/>
                  </a:lnTo>
                  <a:lnTo>
                    <a:pt x="48644" y="545878"/>
                  </a:lnTo>
                  <a:lnTo>
                    <a:pt x="56610" y="541004"/>
                  </a:lnTo>
                  <a:lnTo>
                    <a:pt x="63874" y="536130"/>
                  </a:lnTo>
                  <a:lnTo>
                    <a:pt x="70288" y="531256"/>
                  </a:lnTo>
                  <a:lnTo>
                    <a:pt x="75788" y="526382"/>
                  </a:lnTo>
                  <a:lnTo>
                    <a:pt x="80381" y="521508"/>
                  </a:lnTo>
                  <a:lnTo>
                    <a:pt x="84126" y="516634"/>
                  </a:lnTo>
                  <a:lnTo>
                    <a:pt x="87116" y="511760"/>
                  </a:lnTo>
                  <a:lnTo>
                    <a:pt x="89460" y="506887"/>
                  </a:lnTo>
                  <a:lnTo>
                    <a:pt x="91268" y="502013"/>
                  </a:lnTo>
                  <a:lnTo>
                    <a:pt x="92645" y="497139"/>
                  </a:lnTo>
                  <a:lnTo>
                    <a:pt x="93681" y="492265"/>
                  </a:lnTo>
                  <a:lnTo>
                    <a:pt x="94449" y="487391"/>
                  </a:lnTo>
                  <a:lnTo>
                    <a:pt x="95007" y="482517"/>
                  </a:lnTo>
                  <a:lnTo>
                    <a:pt x="95399" y="477643"/>
                  </a:lnTo>
                  <a:lnTo>
                    <a:pt x="95657" y="472769"/>
                  </a:lnTo>
                  <a:lnTo>
                    <a:pt x="95807" y="467895"/>
                  </a:lnTo>
                  <a:lnTo>
                    <a:pt x="95864" y="463021"/>
                  </a:lnTo>
                  <a:lnTo>
                    <a:pt x="95845" y="458147"/>
                  </a:lnTo>
                  <a:lnTo>
                    <a:pt x="95761" y="453274"/>
                  </a:lnTo>
                  <a:lnTo>
                    <a:pt x="95621" y="448400"/>
                  </a:lnTo>
                  <a:lnTo>
                    <a:pt x="95436" y="443526"/>
                  </a:lnTo>
                  <a:lnTo>
                    <a:pt x="95213" y="438652"/>
                  </a:lnTo>
                  <a:lnTo>
                    <a:pt x="94963" y="433778"/>
                  </a:lnTo>
                  <a:lnTo>
                    <a:pt x="94697" y="428904"/>
                  </a:lnTo>
                  <a:lnTo>
                    <a:pt x="94424" y="424030"/>
                  </a:lnTo>
                  <a:lnTo>
                    <a:pt x="94159" y="419156"/>
                  </a:lnTo>
                  <a:lnTo>
                    <a:pt x="93914" y="414282"/>
                  </a:lnTo>
                  <a:lnTo>
                    <a:pt x="93704" y="409408"/>
                  </a:lnTo>
                  <a:lnTo>
                    <a:pt x="93543" y="404534"/>
                  </a:lnTo>
                  <a:lnTo>
                    <a:pt x="93442" y="399661"/>
                  </a:lnTo>
                  <a:lnTo>
                    <a:pt x="93409" y="394787"/>
                  </a:lnTo>
                  <a:lnTo>
                    <a:pt x="93448" y="389913"/>
                  </a:lnTo>
                  <a:lnTo>
                    <a:pt x="93558" y="385039"/>
                  </a:lnTo>
                  <a:lnTo>
                    <a:pt x="93730" y="380165"/>
                  </a:lnTo>
                  <a:lnTo>
                    <a:pt x="93950" y="375291"/>
                  </a:lnTo>
                  <a:lnTo>
                    <a:pt x="94198" y="370417"/>
                  </a:lnTo>
                  <a:lnTo>
                    <a:pt x="94452" y="365543"/>
                  </a:lnTo>
                  <a:lnTo>
                    <a:pt x="94686" y="360669"/>
                  </a:lnTo>
                  <a:lnTo>
                    <a:pt x="94877" y="355795"/>
                  </a:lnTo>
                  <a:lnTo>
                    <a:pt x="95003" y="350921"/>
                  </a:lnTo>
                  <a:lnTo>
                    <a:pt x="95047" y="346048"/>
                  </a:lnTo>
                  <a:lnTo>
                    <a:pt x="95000" y="341174"/>
                  </a:lnTo>
                  <a:lnTo>
                    <a:pt x="94860" y="336300"/>
                  </a:lnTo>
                  <a:lnTo>
                    <a:pt x="94634" y="331426"/>
                  </a:lnTo>
                  <a:lnTo>
                    <a:pt x="94337" y="326552"/>
                  </a:lnTo>
                  <a:lnTo>
                    <a:pt x="93992" y="321678"/>
                  </a:lnTo>
                  <a:lnTo>
                    <a:pt x="93625" y="316804"/>
                  </a:lnTo>
                  <a:lnTo>
                    <a:pt x="93269" y="311930"/>
                  </a:lnTo>
                  <a:lnTo>
                    <a:pt x="92953" y="307056"/>
                  </a:lnTo>
                  <a:lnTo>
                    <a:pt x="92707" y="302182"/>
                  </a:lnTo>
                  <a:lnTo>
                    <a:pt x="92555" y="297308"/>
                  </a:lnTo>
                  <a:lnTo>
                    <a:pt x="92510" y="292435"/>
                  </a:lnTo>
                  <a:lnTo>
                    <a:pt x="92580" y="287561"/>
                  </a:lnTo>
                  <a:lnTo>
                    <a:pt x="92763" y="282687"/>
                  </a:lnTo>
                  <a:lnTo>
                    <a:pt x="93045" y="277813"/>
                  </a:lnTo>
                  <a:lnTo>
                    <a:pt x="93407" y="272939"/>
                  </a:lnTo>
                  <a:lnTo>
                    <a:pt x="93825" y="268065"/>
                  </a:lnTo>
                  <a:lnTo>
                    <a:pt x="94271" y="263191"/>
                  </a:lnTo>
                  <a:lnTo>
                    <a:pt x="94717" y="258317"/>
                  </a:lnTo>
                  <a:lnTo>
                    <a:pt x="95136" y="253443"/>
                  </a:lnTo>
                  <a:lnTo>
                    <a:pt x="95507" y="248569"/>
                  </a:lnTo>
                  <a:lnTo>
                    <a:pt x="95814" y="243695"/>
                  </a:lnTo>
                  <a:lnTo>
                    <a:pt x="96045" y="238822"/>
                  </a:lnTo>
                  <a:lnTo>
                    <a:pt x="96195" y="233948"/>
                  </a:lnTo>
                  <a:lnTo>
                    <a:pt x="96262" y="229074"/>
                  </a:lnTo>
                  <a:lnTo>
                    <a:pt x="96252" y="224200"/>
                  </a:lnTo>
                  <a:lnTo>
                    <a:pt x="96169" y="219326"/>
                  </a:lnTo>
                  <a:lnTo>
                    <a:pt x="96023" y="214452"/>
                  </a:lnTo>
                  <a:lnTo>
                    <a:pt x="95824" y="209578"/>
                  </a:lnTo>
                  <a:lnTo>
                    <a:pt x="95583" y="204704"/>
                  </a:lnTo>
                  <a:lnTo>
                    <a:pt x="95309" y="199830"/>
                  </a:lnTo>
                  <a:lnTo>
                    <a:pt x="95015" y="194956"/>
                  </a:lnTo>
                  <a:lnTo>
                    <a:pt x="94713" y="190082"/>
                  </a:lnTo>
                  <a:lnTo>
                    <a:pt x="94414" y="185209"/>
                  </a:lnTo>
                  <a:lnTo>
                    <a:pt x="94133" y="180335"/>
                  </a:lnTo>
                  <a:lnTo>
                    <a:pt x="93880" y="175461"/>
                  </a:lnTo>
                  <a:lnTo>
                    <a:pt x="93671" y="170587"/>
                  </a:lnTo>
                  <a:lnTo>
                    <a:pt x="93517" y="165713"/>
                  </a:lnTo>
                  <a:lnTo>
                    <a:pt x="93428" y="160839"/>
                  </a:lnTo>
                  <a:lnTo>
                    <a:pt x="93413" y="155965"/>
                  </a:lnTo>
                  <a:lnTo>
                    <a:pt x="93475" y="151091"/>
                  </a:lnTo>
                  <a:lnTo>
                    <a:pt x="93616" y="146217"/>
                  </a:lnTo>
                  <a:lnTo>
                    <a:pt x="93828" y="141343"/>
                  </a:lnTo>
                  <a:lnTo>
                    <a:pt x="94104" y="136469"/>
                  </a:lnTo>
                  <a:lnTo>
                    <a:pt x="94429" y="131596"/>
                  </a:lnTo>
                  <a:lnTo>
                    <a:pt x="94785" y="126722"/>
                  </a:lnTo>
                  <a:lnTo>
                    <a:pt x="95150" y="121848"/>
                  </a:lnTo>
                  <a:lnTo>
                    <a:pt x="95503" y="116974"/>
                  </a:lnTo>
                  <a:lnTo>
                    <a:pt x="95816" y="112100"/>
                  </a:lnTo>
                  <a:lnTo>
                    <a:pt x="96062" y="107226"/>
                  </a:lnTo>
                  <a:lnTo>
                    <a:pt x="96208" y="102352"/>
                  </a:lnTo>
                  <a:lnTo>
                    <a:pt x="96215" y="97478"/>
                  </a:lnTo>
                  <a:lnTo>
                    <a:pt x="96038" y="92604"/>
                  </a:lnTo>
                  <a:lnTo>
                    <a:pt x="95621" y="87730"/>
                  </a:lnTo>
                  <a:lnTo>
                    <a:pt x="94897" y="82856"/>
                  </a:lnTo>
                  <a:lnTo>
                    <a:pt x="93789" y="77983"/>
                  </a:lnTo>
                  <a:lnTo>
                    <a:pt x="92208" y="73109"/>
                  </a:lnTo>
                  <a:lnTo>
                    <a:pt x="90066" y="68235"/>
                  </a:lnTo>
                  <a:lnTo>
                    <a:pt x="87275" y="63361"/>
                  </a:lnTo>
                  <a:lnTo>
                    <a:pt x="83764" y="58487"/>
                  </a:lnTo>
                  <a:lnTo>
                    <a:pt x="79492" y="53613"/>
                  </a:lnTo>
                  <a:lnTo>
                    <a:pt x="74460" y="48739"/>
                  </a:lnTo>
                  <a:lnTo>
                    <a:pt x="68726" y="43865"/>
                  </a:lnTo>
                  <a:lnTo>
                    <a:pt x="62415" y="38991"/>
                  </a:lnTo>
                  <a:lnTo>
                    <a:pt x="55723" y="34117"/>
                  </a:lnTo>
                  <a:lnTo>
                    <a:pt x="48913" y="29243"/>
                  </a:lnTo>
                  <a:lnTo>
                    <a:pt x="42299" y="24370"/>
                  </a:lnTo>
                  <a:lnTo>
                    <a:pt x="36231" y="19496"/>
                  </a:lnTo>
                  <a:lnTo>
                    <a:pt x="31058" y="14622"/>
                  </a:lnTo>
                  <a:lnTo>
                    <a:pt x="27100" y="9748"/>
                  </a:lnTo>
                  <a:lnTo>
                    <a:pt x="24614" y="4874"/>
                  </a:lnTo>
                  <a:lnTo>
                    <a:pt x="23766" y="0"/>
                  </a:lnTo>
                  <a:lnTo>
                    <a:pt x="172375" y="0"/>
                  </a:lnTo>
                  <a:lnTo>
                    <a:pt x="172375" y="0"/>
                  </a:lnTo>
                  <a:lnTo>
                    <a:pt x="171527" y="4874"/>
                  </a:lnTo>
                  <a:lnTo>
                    <a:pt x="169040" y="9748"/>
                  </a:lnTo>
                  <a:lnTo>
                    <a:pt x="165082" y="14622"/>
                  </a:lnTo>
                  <a:lnTo>
                    <a:pt x="159909" y="19496"/>
                  </a:lnTo>
                  <a:lnTo>
                    <a:pt x="153841" y="24370"/>
                  </a:lnTo>
                  <a:lnTo>
                    <a:pt x="147228" y="29243"/>
                  </a:lnTo>
                  <a:lnTo>
                    <a:pt x="140417" y="34117"/>
                  </a:lnTo>
                  <a:lnTo>
                    <a:pt x="133725" y="38991"/>
                  </a:lnTo>
                  <a:lnTo>
                    <a:pt x="127414" y="43865"/>
                  </a:lnTo>
                  <a:lnTo>
                    <a:pt x="121680" y="48739"/>
                  </a:lnTo>
                  <a:lnTo>
                    <a:pt x="116648" y="53613"/>
                  </a:lnTo>
                  <a:lnTo>
                    <a:pt x="112376" y="58487"/>
                  </a:lnTo>
                  <a:lnTo>
                    <a:pt x="108865" y="63361"/>
                  </a:lnTo>
                  <a:lnTo>
                    <a:pt x="106074" y="68235"/>
                  </a:lnTo>
                  <a:lnTo>
                    <a:pt x="103932" y="73109"/>
                  </a:lnTo>
                  <a:lnTo>
                    <a:pt x="102352" y="77983"/>
                  </a:lnTo>
                  <a:lnTo>
                    <a:pt x="101243" y="82856"/>
                  </a:lnTo>
                  <a:lnTo>
                    <a:pt x="100519" y="87730"/>
                  </a:lnTo>
                  <a:lnTo>
                    <a:pt x="100102" y="92604"/>
                  </a:lnTo>
                  <a:lnTo>
                    <a:pt x="99925" y="97478"/>
                  </a:lnTo>
                  <a:lnTo>
                    <a:pt x="99932" y="102352"/>
                  </a:lnTo>
                  <a:lnTo>
                    <a:pt x="100078" y="107226"/>
                  </a:lnTo>
                  <a:lnTo>
                    <a:pt x="100324" y="112100"/>
                  </a:lnTo>
                  <a:lnTo>
                    <a:pt x="100637" y="116974"/>
                  </a:lnTo>
                  <a:lnTo>
                    <a:pt x="100990" y="121848"/>
                  </a:lnTo>
                  <a:lnTo>
                    <a:pt x="101356" y="126722"/>
                  </a:lnTo>
                  <a:lnTo>
                    <a:pt x="101711" y="131596"/>
                  </a:lnTo>
                  <a:lnTo>
                    <a:pt x="102036" y="136469"/>
                  </a:lnTo>
                  <a:lnTo>
                    <a:pt x="102312" y="141343"/>
                  </a:lnTo>
                  <a:lnTo>
                    <a:pt x="102525" y="146217"/>
                  </a:lnTo>
                  <a:lnTo>
                    <a:pt x="102665" y="151091"/>
                  </a:lnTo>
                  <a:lnTo>
                    <a:pt x="102728" y="155965"/>
                  </a:lnTo>
                  <a:lnTo>
                    <a:pt x="102713" y="160839"/>
                  </a:lnTo>
                  <a:lnTo>
                    <a:pt x="102624" y="165713"/>
                  </a:lnTo>
                  <a:lnTo>
                    <a:pt x="102469" y="170587"/>
                  </a:lnTo>
                  <a:lnTo>
                    <a:pt x="102260" y="175461"/>
                  </a:lnTo>
                  <a:lnTo>
                    <a:pt x="102008" y="180335"/>
                  </a:lnTo>
                  <a:lnTo>
                    <a:pt x="101726" y="185209"/>
                  </a:lnTo>
                  <a:lnTo>
                    <a:pt x="101427" y="190082"/>
                  </a:lnTo>
                  <a:lnTo>
                    <a:pt x="101125" y="194956"/>
                  </a:lnTo>
                  <a:lnTo>
                    <a:pt x="100831" y="199830"/>
                  </a:lnTo>
                  <a:lnTo>
                    <a:pt x="100558" y="204704"/>
                  </a:lnTo>
                  <a:lnTo>
                    <a:pt x="100316" y="209578"/>
                  </a:lnTo>
                  <a:lnTo>
                    <a:pt x="100117" y="214452"/>
                  </a:lnTo>
                  <a:lnTo>
                    <a:pt x="99971" y="219326"/>
                  </a:lnTo>
                  <a:lnTo>
                    <a:pt x="99889" y="224200"/>
                  </a:lnTo>
                  <a:lnTo>
                    <a:pt x="99878" y="229074"/>
                  </a:lnTo>
                  <a:lnTo>
                    <a:pt x="99946" y="233948"/>
                  </a:lnTo>
                  <a:lnTo>
                    <a:pt x="100095" y="238822"/>
                  </a:lnTo>
                  <a:lnTo>
                    <a:pt x="100326" y="243695"/>
                  </a:lnTo>
                  <a:lnTo>
                    <a:pt x="100633" y="248569"/>
                  </a:lnTo>
                  <a:lnTo>
                    <a:pt x="101004" y="253443"/>
                  </a:lnTo>
                  <a:lnTo>
                    <a:pt x="101424" y="258317"/>
                  </a:lnTo>
                  <a:lnTo>
                    <a:pt x="101869" y="263191"/>
                  </a:lnTo>
                  <a:lnTo>
                    <a:pt x="102315" y="268065"/>
                  </a:lnTo>
                  <a:lnTo>
                    <a:pt x="102733" y="272939"/>
                  </a:lnTo>
                  <a:lnTo>
                    <a:pt x="103096" y="277813"/>
                  </a:lnTo>
                  <a:lnTo>
                    <a:pt x="103378" y="282687"/>
                  </a:lnTo>
                  <a:lnTo>
                    <a:pt x="103560" y="287561"/>
                  </a:lnTo>
                  <a:lnTo>
                    <a:pt x="103630" y="292435"/>
                  </a:lnTo>
                  <a:lnTo>
                    <a:pt x="103586" y="297308"/>
                  </a:lnTo>
                  <a:lnTo>
                    <a:pt x="103433" y="302182"/>
                  </a:lnTo>
                  <a:lnTo>
                    <a:pt x="103187" y="307056"/>
                  </a:lnTo>
                  <a:lnTo>
                    <a:pt x="102872" y="311930"/>
                  </a:lnTo>
                  <a:lnTo>
                    <a:pt x="102515" y="316804"/>
                  </a:lnTo>
                  <a:lnTo>
                    <a:pt x="102149" y="321678"/>
                  </a:lnTo>
                  <a:lnTo>
                    <a:pt x="101803" y="326552"/>
                  </a:lnTo>
                  <a:lnTo>
                    <a:pt x="101506" y="331426"/>
                  </a:lnTo>
                  <a:lnTo>
                    <a:pt x="101280" y="336300"/>
                  </a:lnTo>
                  <a:lnTo>
                    <a:pt x="101141" y="341174"/>
                  </a:lnTo>
                  <a:lnTo>
                    <a:pt x="101094" y="346048"/>
                  </a:lnTo>
                  <a:lnTo>
                    <a:pt x="101138" y="350921"/>
                  </a:lnTo>
                  <a:lnTo>
                    <a:pt x="101263" y="355795"/>
                  </a:lnTo>
                  <a:lnTo>
                    <a:pt x="101454" y="360669"/>
                  </a:lnTo>
                  <a:lnTo>
                    <a:pt x="101688" y="365543"/>
                  </a:lnTo>
                  <a:lnTo>
                    <a:pt x="101942" y="370417"/>
                  </a:lnTo>
                  <a:lnTo>
                    <a:pt x="102191" y="375291"/>
                  </a:lnTo>
                  <a:lnTo>
                    <a:pt x="102410" y="380165"/>
                  </a:lnTo>
                  <a:lnTo>
                    <a:pt x="102582" y="385039"/>
                  </a:lnTo>
                  <a:lnTo>
                    <a:pt x="102692" y="389913"/>
                  </a:lnTo>
                  <a:lnTo>
                    <a:pt x="102732" y="394787"/>
                  </a:lnTo>
                  <a:lnTo>
                    <a:pt x="102699" y="399661"/>
                  </a:lnTo>
                  <a:lnTo>
                    <a:pt x="102597" y="404534"/>
                  </a:lnTo>
                  <a:lnTo>
                    <a:pt x="102436" y="409408"/>
                  </a:lnTo>
                  <a:lnTo>
                    <a:pt x="102226" y="414282"/>
                  </a:lnTo>
                  <a:lnTo>
                    <a:pt x="101981" y="419156"/>
                  </a:lnTo>
                  <a:lnTo>
                    <a:pt x="101716" y="424030"/>
                  </a:lnTo>
                  <a:lnTo>
                    <a:pt x="101444" y="428904"/>
                  </a:lnTo>
                  <a:lnTo>
                    <a:pt x="101177" y="433778"/>
                  </a:lnTo>
                  <a:lnTo>
                    <a:pt x="100927" y="438652"/>
                  </a:lnTo>
                  <a:lnTo>
                    <a:pt x="100705" y="443526"/>
                  </a:lnTo>
                  <a:lnTo>
                    <a:pt x="100519" y="448400"/>
                  </a:lnTo>
                  <a:lnTo>
                    <a:pt x="100379" y="453274"/>
                  </a:lnTo>
                  <a:lnTo>
                    <a:pt x="100295" y="458147"/>
                  </a:lnTo>
                  <a:lnTo>
                    <a:pt x="100276" y="463021"/>
                  </a:lnTo>
                  <a:lnTo>
                    <a:pt x="100334" y="467895"/>
                  </a:lnTo>
                  <a:lnTo>
                    <a:pt x="100483" y="472769"/>
                  </a:lnTo>
                  <a:lnTo>
                    <a:pt x="100742" y="477643"/>
                  </a:lnTo>
                  <a:lnTo>
                    <a:pt x="101134" y="482517"/>
                  </a:lnTo>
                  <a:lnTo>
                    <a:pt x="101692" y="487391"/>
                  </a:lnTo>
                  <a:lnTo>
                    <a:pt x="102460" y="492265"/>
                  </a:lnTo>
                  <a:lnTo>
                    <a:pt x="103495" y="497139"/>
                  </a:lnTo>
                  <a:lnTo>
                    <a:pt x="104872" y="502013"/>
                  </a:lnTo>
                  <a:lnTo>
                    <a:pt x="106681" y="506887"/>
                  </a:lnTo>
                  <a:lnTo>
                    <a:pt x="109024" y="511760"/>
                  </a:lnTo>
                  <a:lnTo>
                    <a:pt x="112014" y="516634"/>
                  </a:lnTo>
                  <a:lnTo>
                    <a:pt x="115759" y="521508"/>
                  </a:lnTo>
                  <a:lnTo>
                    <a:pt x="120352" y="526382"/>
                  </a:lnTo>
                  <a:lnTo>
                    <a:pt x="125853" y="531256"/>
                  </a:lnTo>
                  <a:lnTo>
                    <a:pt x="132267" y="536130"/>
                  </a:lnTo>
                  <a:lnTo>
                    <a:pt x="139531" y="541004"/>
                  </a:lnTo>
                  <a:lnTo>
                    <a:pt x="147496" y="545878"/>
                  </a:lnTo>
                  <a:lnTo>
                    <a:pt x="155926" y="550752"/>
                  </a:lnTo>
                  <a:lnTo>
                    <a:pt x="164498" y="555626"/>
                  </a:lnTo>
                  <a:lnTo>
                    <a:pt x="172818" y="560500"/>
                  </a:lnTo>
                  <a:lnTo>
                    <a:pt x="180453" y="565373"/>
                  </a:lnTo>
                  <a:lnTo>
                    <a:pt x="186962" y="570247"/>
                  </a:lnTo>
                  <a:lnTo>
                    <a:pt x="191943" y="575121"/>
                  </a:lnTo>
                  <a:lnTo>
                    <a:pt x="195073"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8" name="03_assume_matched_347">
              <a:extLst>
                <a:ext uri="{FF2B5EF4-FFF2-40B4-BE49-F238E27FC236}">
                  <a16:creationId xmlns:a16="http://schemas.microsoft.com/office/drawing/2014/main" id="{F0278EFB-A849-434F-9E19-21520832A7BA}"/>
                </a:ext>
              </a:extLst>
            </p:cNvPr>
            <p:cNvSpPr>
              <a:spLocks/>
            </p:cNvSpPr>
            <p:nvPr/>
          </p:nvSpPr>
          <p:spPr>
            <a:xfrm>
              <a:off x="6029109" y="1392203"/>
              <a:ext cx="196140" cy="584869"/>
            </a:xfrm>
            <a:custGeom>
              <a:avLst/>
              <a:gdLst/>
              <a:ahLst/>
              <a:cxnLst/>
              <a:rect l="0" t="0" r="0" b="0"/>
              <a:pathLst>
                <a:path w="196140" h="584869">
                  <a:moveTo>
                    <a:pt x="196140" y="584869"/>
                  </a:moveTo>
                  <a:lnTo>
                    <a:pt x="0" y="584869"/>
                  </a:lnTo>
                  <a:lnTo>
                    <a:pt x="1067" y="579995"/>
                  </a:lnTo>
                  <a:lnTo>
                    <a:pt x="4197" y="575121"/>
                  </a:lnTo>
                  <a:lnTo>
                    <a:pt x="9179" y="570247"/>
                  </a:lnTo>
                  <a:lnTo>
                    <a:pt x="15688" y="565373"/>
                  </a:lnTo>
                  <a:lnTo>
                    <a:pt x="23322" y="560500"/>
                  </a:lnTo>
                  <a:lnTo>
                    <a:pt x="31642" y="555626"/>
                  </a:lnTo>
                  <a:lnTo>
                    <a:pt x="40214" y="550752"/>
                  </a:lnTo>
                  <a:lnTo>
                    <a:pt x="48644" y="545878"/>
                  </a:lnTo>
                  <a:lnTo>
                    <a:pt x="56610" y="541004"/>
                  </a:lnTo>
                  <a:lnTo>
                    <a:pt x="63874" y="536130"/>
                  </a:lnTo>
                  <a:lnTo>
                    <a:pt x="70288" y="531256"/>
                  </a:lnTo>
                  <a:lnTo>
                    <a:pt x="75788" y="526382"/>
                  </a:lnTo>
                  <a:lnTo>
                    <a:pt x="80382" y="521508"/>
                  </a:lnTo>
                  <a:lnTo>
                    <a:pt x="84127" y="516634"/>
                  </a:lnTo>
                  <a:lnTo>
                    <a:pt x="87117" y="511760"/>
                  </a:lnTo>
                  <a:lnTo>
                    <a:pt x="89461" y="506887"/>
                  </a:lnTo>
                  <a:lnTo>
                    <a:pt x="91271" y="502013"/>
                  </a:lnTo>
                  <a:lnTo>
                    <a:pt x="92650" y="497139"/>
                  </a:lnTo>
                  <a:lnTo>
                    <a:pt x="93690" y="492265"/>
                  </a:lnTo>
                  <a:lnTo>
                    <a:pt x="94463" y="487391"/>
                  </a:lnTo>
                  <a:lnTo>
                    <a:pt x="95029" y="482517"/>
                  </a:lnTo>
                  <a:lnTo>
                    <a:pt x="95432" y="477643"/>
                  </a:lnTo>
                  <a:lnTo>
                    <a:pt x="95707" y="472769"/>
                  </a:lnTo>
                  <a:lnTo>
                    <a:pt x="95879" y="467895"/>
                  </a:lnTo>
                  <a:lnTo>
                    <a:pt x="95968" y="463021"/>
                  </a:lnTo>
                  <a:lnTo>
                    <a:pt x="95990" y="458147"/>
                  </a:lnTo>
                  <a:lnTo>
                    <a:pt x="95959" y="453274"/>
                  </a:lnTo>
                  <a:lnTo>
                    <a:pt x="95885" y="448400"/>
                  </a:lnTo>
                  <a:lnTo>
                    <a:pt x="95779" y="443526"/>
                  </a:lnTo>
                  <a:lnTo>
                    <a:pt x="95650" y="438652"/>
                  </a:lnTo>
                  <a:lnTo>
                    <a:pt x="95506" y="433778"/>
                  </a:lnTo>
                  <a:lnTo>
                    <a:pt x="95357" y="428904"/>
                  </a:lnTo>
                  <a:lnTo>
                    <a:pt x="95208" y="424030"/>
                  </a:lnTo>
                  <a:lnTo>
                    <a:pt x="95069" y="419156"/>
                  </a:lnTo>
                  <a:lnTo>
                    <a:pt x="94946" y="414282"/>
                  </a:lnTo>
                  <a:lnTo>
                    <a:pt x="94848" y="409408"/>
                  </a:lnTo>
                  <a:lnTo>
                    <a:pt x="94781" y="404534"/>
                  </a:lnTo>
                  <a:lnTo>
                    <a:pt x="94750" y="399661"/>
                  </a:lnTo>
                  <a:lnTo>
                    <a:pt x="94760" y="394787"/>
                  </a:lnTo>
                  <a:lnTo>
                    <a:pt x="94810" y="389913"/>
                  </a:lnTo>
                  <a:lnTo>
                    <a:pt x="94897" y="385039"/>
                  </a:lnTo>
                  <a:lnTo>
                    <a:pt x="95011" y="380165"/>
                  </a:lnTo>
                  <a:lnTo>
                    <a:pt x="95141" y="375291"/>
                  </a:lnTo>
                  <a:lnTo>
                    <a:pt x="95270" y="370417"/>
                  </a:lnTo>
                  <a:lnTo>
                    <a:pt x="95381" y="365543"/>
                  </a:lnTo>
                  <a:lnTo>
                    <a:pt x="95451" y="360669"/>
                  </a:lnTo>
                  <a:lnTo>
                    <a:pt x="95463" y="355795"/>
                  </a:lnTo>
                  <a:lnTo>
                    <a:pt x="95399" y="350921"/>
                  </a:lnTo>
                  <a:lnTo>
                    <a:pt x="95247" y="346048"/>
                  </a:lnTo>
                  <a:lnTo>
                    <a:pt x="95000" y="341174"/>
                  </a:lnTo>
                  <a:lnTo>
                    <a:pt x="94660" y="336300"/>
                  </a:lnTo>
                  <a:lnTo>
                    <a:pt x="94237" y="331426"/>
                  </a:lnTo>
                  <a:lnTo>
                    <a:pt x="93751" y="326552"/>
                  </a:lnTo>
                  <a:lnTo>
                    <a:pt x="93226" y="321678"/>
                  </a:lnTo>
                  <a:lnTo>
                    <a:pt x="92696" y="316804"/>
                  </a:lnTo>
                  <a:lnTo>
                    <a:pt x="92196" y="311930"/>
                  </a:lnTo>
                  <a:lnTo>
                    <a:pt x="91762" y="307056"/>
                  </a:lnTo>
                  <a:lnTo>
                    <a:pt x="91427" y="302182"/>
                  </a:lnTo>
                  <a:lnTo>
                    <a:pt x="91216" y="297308"/>
                  </a:lnTo>
                  <a:lnTo>
                    <a:pt x="91148" y="292435"/>
                  </a:lnTo>
                  <a:lnTo>
                    <a:pt x="91229" y="287561"/>
                  </a:lnTo>
                  <a:lnTo>
                    <a:pt x="91454" y="282687"/>
                  </a:lnTo>
                  <a:lnTo>
                    <a:pt x="91807" y="277813"/>
                  </a:lnTo>
                  <a:lnTo>
                    <a:pt x="92264" y="272939"/>
                  </a:lnTo>
                  <a:lnTo>
                    <a:pt x="92794" y="268065"/>
                  </a:lnTo>
                  <a:lnTo>
                    <a:pt x="93361" y="263191"/>
                  </a:lnTo>
                  <a:lnTo>
                    <a:pt x="93933" y="258317"/>
                  </a:lnTo>
                  <a:lnTo>
                    <a:pt x="94476" y="253443"/>
                  </a:lnTo>
                  <a:lnTo>
                    <a:pt x="94964" y="248569"/>
                  </a:lnTo>
                  <a:lnTo>
                    <a:pt x="95378" y="243695"/>
                  </a:lnTo>
                  <a:lnTo>
                    <a:pt x="95702" y="238822"/>
                  </a:lnTo>
                  <a:lnTo>
                    <a:pt x="95931" y="233948"/>
                  </a:lnTo>
                  <a:lnTo>
                    <a:pt x="96065" y="229074"/>
                  </a:lnTo>
                  <a:lnTo>
                    <a:pt x="96107" y="224200"/>
                  </a:lnTo>
                  <a:lnTo>
                    <a:pt x="96065" y="219326"/>
                  </a:lnTo>
                  <a:lnTo>
                    <a:pt x="95951" y="214452"/>
                  </a:lnTo>
                  <a:lnTo>
                    <a:pt x="95774" y="209578"/>
                  </a:lnTo>
                  <a:lnTo>
                    <a:pt x="95549" y="204704"/>
                  </a:lnTo>
                  <a:lnTo>
                    <a:pt x="95287" y="199830"/>
                  </a:lnTo>
                  <a:lnTo>
                    <a:pt x="95001" y="194956"/>
                  </a:lnTo>
                  <a:lnTo>
                    <a:pt x="94704" y="190082"/>
                  </a:lnTo>
                  <a:lnTo>
                    <a:pt x="94409" y="185209"/>
                  </a:lnTo>
                  <a:lnTo>
                    <a:pt x="94129" y="180335"/>
                  </a:lnTo>
                  <a:lnTo>
                    <a:pt x="93878" y="175461"/>
                  </a:lnTo>
                  <a:lnTo>
                    <a:pt x="93670" y="170587"/>
                  </a:lnTo>
                  <a:lnTo>
                    <a:pt x="93516" y="165713"/>
                  </a:lnTo>
                  <a:lnTo>
                    <a:pt x="93427" y="160839"/>
                  </a:lnTo>
                  <a:lnTo>
                    <a:pt x="93413" y="155965"/>
                  </a:lnTo>
                  <a:lnTo>
                    <a:pt x="93475" y="151091"/>
                  </a:lnTo>
                  <a:lnTo>
                    <a:pt x="93615" y="146217"/>
                  </a:lnTo>
                  <a:lnTo>
                    <a:pt x="93828" y="141343"/>
                  </a:lnTo>
                  <a:lnTo>
                    <a:pt x="94104" y="136469"/>
                  </a:lnTo>
                  <a:lnTo>
                    <a:pt x="94429" y="131596"/>
                  </a:lnTo>
                  <a:lnTo>
                    <a:pt x="94785" y="126722"/>
                  </a:lnTo>
                  <a:lnTo>
                    <a:pt x="95150" y="121848"/>
                  </a:lnTo>
                  <a:lnTo>
                    <a:pt x="95503" y="116974"/>
                  </a:lnTo>
                  <a:lnTo>
                    <a:pt x="95816" y="112100"/>
                  </a:lnTo>
                  <a:lnTo>
                    <a:pt x="96062" y="107226"/>
                  </a:lnTo>
                  <a:lnTo>
                    <a:pt x="96208" y="102352"/>
                  </a:lnTo>
                  <a:lnTo>
                    <a:pt x="96215" y="97478"/>
                  </a:lnTo>
                  <a:lnTo>
                    <a:pt x="96038" y="92604"/>
                  </a:lnTo>
                  <a:lnTo>
                    <a:pt x="95621" y="87730"/>
                  </a:lnTo>
                  <a:lnTo>
                    <a:pt x="94897" y="82856"/>
                  </a:lnTo>
                  <a:lnTo>
                    <a:pt x="93789" y="77983"/>
                  </a:lnTo>
                  <a:lnTo>
                    <a:pt x="92208" y="73109"/>
                  </a:lnTo>
                  <a:lnTo>
                    <a:pt x="90066" y="68235"/>
                  </a:lnTo>
                  <a:lnTo>
                    <a:pt x="87275" y="63361"/>
                  </a:lnTo>
                  <a:lnTo>
                    <a:pt x="83764" y="58487"/>
                  </a:lnTo>
                  <a:lnTo>
                    <a:pt x="79492" y="53613"/>
                  </a:lnTo>
                  <a:lnTo>
                    <a:pt x="74460" y="48739"/>
                  </a:lnTo>
                  <a:lnTo>
                    <a:pt x="68726" y="43865"/>
                  </a:lnTo>
                  <a:lnTo>
                    <a:pt x="62415" y="38991"/>
                  </a:lnTo>
                  <a:lnTo>
                    <a:pt x="55723" y="34117"/>
                  </a:lnTo>
                  <a:lnTo>
                    <a:pt x="48913" y="29243"/>
                  </a:lnTo>
                  <a:lnTo>
                    <a:pt x="42299" y="24370"/>
                  </a:lnTo>
                  <a:lnTo>
                    <a:pt x="36231" y="19496"/>
                  </a:lnTo>
                  <a:lnTo>
                    <a:pt x="31058" y="14622"/>
                  </a:lnTo>
                  <a:lnTo>
                    <a:pt x="27100" y="9748"/>
                  </a:lnTo>
                  <a:lnTo>
                    <a:pt x="24614" y="4874"/>
                  </a:lnTo>
                  <a:lnTo>
                    <a:pt x="23766" y="0"/>
                  </a:lnTo>
                  <a:lnTo>
                    <a:pt x="172375" y="0"/>
                  </a:lnTo>
                  <a:lnTo>
                    <a:pt x="172375" y="0"/>
                  </a:lnTo>
                  <a:lnTo>
                    <a:pt x="171527" y="4874"/>
                  </a:lnTo>
                  <a:lnTo>
                    <a:pt x="169040" y="9748"/>
                  </a:lnTo>
                  <a:lnTo>
                    <a:pt x="165082" y="14622"/>
                  </a:lnTo>
                  <a:lnTo>
                    <a:pt x="159909" y="19496"/>
                  </a:lnTo>
                  <a:lnTo>
                    <a:pt x="153841" y="24370"/>
                  </a:lnTo>
                  <a:lnTo>
                    <a:pt x="147228" y="29243"/>
                  </a:lnTo>
                  <a:lnTo>
                    <a:pt x="140417" y="34117"/>
                  </a:lnTo>
                  <a:lnTo>
                    <a:pt x="133725" y="38991"/>
                  </a:lnTo>
                  <a:lnTo>
                    <a:pt x="127414" y="43865"/>
                  </a:lnTo>
                  <a:lnTo>
                    <a:pt x="121680" y="48739"/>
                  </a:lnTo>
                  <a:lnTo>
                    <a:pt x="116648" y="53613"/>
                  </a:lnTo>
                  <a:lnTo>
                    <a:pt x="112376" y="58487"/>
                  </a:lnTo>
                  <a:lnTo>
                    <a:pt x="108865" y="63361"/>
                  </a:lnTo>
                  <a:lnTo>
                    <a:pt x="106074" y="68235"/>
                  </a:lnTo>
                  <a:lnTo>
                    <a:pt x="103932" y="73109"/>
                  </a:lnTo>
                  <a:lnTo>
                    <a:pt x="102352" y="77983"/>
                  </a:lnTo>
                  <a:lnTo>
                    <a:pt x="101243" y="82856"/>
                  </a:lnTo>
                  <a:lnTo>
                    <a:pt x="100519" y="87730"/>
                  </a:lnTo>
                  <a:lnTo>
                    <a:pt x="100102" y="92604"/>
                  </a:lnTo>
                  <a:lnTo>
                    <a:pt x="99925" y="97478"/>
                  </a:lnTo>
                  <a:lnTo>
                    <a:pt x="99932" y="102352"/>
                  </a:lnTo>
                  <a:lnTo>
                    <a:pt x="100078" y="107226"/>
                  </a:lnTo>
                  <a:lnTo>
                    <a:pt x="100324" y="112100"/>
                  </a:lnTo>
                  <a:lnTo>
                    <a:pt x="100637" y="116974"/>
                  </a:lnTo>
                  <a:lnTo>
                    <a:pt x="100990" y="121848"/>
                  </a:lnTo>
                  <a:lnTo>
                    <a:pt x="101356" y="126722"/>
                  </a:lnTo>
                  <a:lnTo>
                    <a:pt x="101711" y="131596"/>
                  </a:lnTo>
                  <a:lnTo>
                    <a:pt x="102036" y="136469"/>
                  </a:lnTo>
                  <a:lnTo>
                    <a:pt x="102312" y="141343"/>
                  </a:lnTo>
                  <a:lnTo>
                    <a:pt x="102525" y="146217"/>
                  </a:lnTo>
                  <a:lnTo>
                    <a:pt x="102665" y="151091"/>
                  </a:lnTo>
                  <a:lnTo>
                    <a:pt x="102728" y="155965"/>
                  </a:lnTo>
                  <a:lnTo>
                    <a:pt x="102713" y="160839"/>
                  </a:lnTo>
                  <a:lnTo>
                    <a:pt x="102624" y="165713"/>
                  </a:lnTo>
                  <a:lnTo>
                    <a:pt x="102471" y="170587"/>
                  </a:lnTo>
                  <a:lnTo>
                    <a:pt x="102262" y="175461"/>
                  </a:lnTo>
                  <a:lnTo>
                    <a:pt x="102011" y="180335"/>
                  </a:lnTo>
                  <a:lnTo>
                    <a:pt x="101731" y="185209"/>
                  </a:lnTo>
                  <a:lnTo>
                    <a:pt x="101436" y="190082"/>
                  </a:lnTo>
                  <a:lnTo>
                    <a:pt x="101139" y="194956"/>
                  </a:lnTo>
                  <a:lnTo>
                    <a:pt x="100853" y="199830"/>
                  </a:lnTo>
                  <a:lnTo>
                    <a:pt x="100591" y="204704"/>
                  </a:lnTo>
                  <a:lnTo>
                    <a:pt x="100366" y="209578"/>
                  </a:lnTo>
                  <a:lnTo>
                    <a:pt x="100190" y="214452"/>
                  </a:lnTo>
                  <a:lnTo>
                    <a:pt x="100075" y="219326"/>
                  </a:lnTo>
                  <a:lnTo>
                    <a:pt x="100034" y="224200"/>
                  </a:lnTo>
                  <a:lnTo>
                    <a:pt x="100076" y="229074"/>
                  </a:lnTo>
                  <a:lnTo>
                    <a:pt x="100209" y="233948"/>
                  </a:lnTo>
                  <a:lnTo>
                    <a:pt x="100438" y="238822"/>
                  </a:lnTo>
                  <a:lnTo>
                    <a:pt x="100763" y="243695"/>
                  </a:lnTo>
                  <a:lnTo>
                    <a:pt x="101176" y="248569"/>
                  </a:lnTo>
                  <a:lnTo>
                    <a:pt x="101664" y="253443"/>
                  </a:lnTo>
                  <a:lnTo>
                    <a:pt x="102208" y="258317"/>
                  </a:lnTo>
                  <a:lnTo>
                    <a:pt x="102779" y="263191"/>
                  </a:lnTo>
                  <a:lnTo>
                    <a:pt x="103347" y="268065"/>
                  </a:lnTo>
                  <a:lnTo>
                    <a:pt x="103876" y="272939"/>
                  </a:lnTo>
                  <a:lnTo>
                    <a:pt x="104333" y="277813"/>
                  </a:lnTo>
                  <a:lnTo>
                    <a:pt x="104687" y="282687"/>
                  </a:lnTo>
                  <a:lnTo>
                    <a:pt x="104912" y="287561"/>
                  </a:lnTo>
                  <a:lnTo>
                    <a:pt x="104992" y="292435"/>
                  </a:lnTo>
                  <a:lnTo>
                    <a:pt x="104924" y="297308"/>
                  </a:lnTo>
                  <a:lnTo>
                    <a:pt x="104714" y="302182"/>
                  </a:lnTo>
                  <a:lnTo>
                    <a:pt x="104378" y="307056"/>
                  </a:lnTo>
                  <a:lnTo>
                    <a:pt x="103944" y="311930"/>
                  </a:lnTo>
                  <a:lnTo>
                    <a:pt x="103444" y="316804"/>
                  </a:lnTo>
                  <a:lnTo>
                    <a:pt x="102914" y="321678"/>
                  </a:lnTo>
                  <a:lnTo>
                    <a:pt x="102390" y="326552"/>
                  </a:lnTo>
                  <a:lnTo>
                    <a:pt x="101903" y="331426"/>
                  </a:lnTo>
                  <a:lnTo>
                    <a:pt x="101480" y="336300"/>
                  </a:lnTo>
                  <a:lnTo>
                    <a:pt x="101141" y="341174"/>
                  </a:lnTo>
                  <a:lnTo>
                    <a:pt x="100894" y="346048"/>
                  </a:lnTo>
                  <a:lnTo>
                    <a:pt x="100741" y="350921"/>
                  </a:lnTo>
                  <a:lnTo>
                    <a:pt x="100677" y="355795"/>
                  </a:lnTo>
                  <a:lnTo>
                    <a:pt x="100689" y="360669"/>
                  </a:lnTo>
                  <a:lnTo>
                    <a:pt x="100760" y="365543"/>
                  </a:lnTo>
                  <a:lnTo>
                    <a:pt x="100870" y="370417"/>
                  </a:lnTo>
                  <a:lnTo>
                    <a:pt x="100999" y="375291"/>
                  </a:lnTo>
                  <a:lnTo>
                    <a:pt x="101130" y="380165"/>
                  </a:lnTo>
                  <a:lnTo>
                    <a:pt x="101244" y="385039"/>
                  </a:lnTo>
                  <a:lnTo>
                    <a:pt x="101330" y="389913"/>
                  </a:lnTo>
                  <a:lnTo>
                    <a:pt x="101380" y="394787"/>
                  </a:lnTo>
                  <a:lnTo>
                    <a:pt x="101390" y="399661"/>
                  </a:lnTo>
                  <a:lnTo>
                    <a:pt x="101360" y="404534"/>
                  </a:lnTo>
                  <a:lnTo>
                    <a:pt x="101293" y="409408"/>
                  </a:lnTo>
                  <a:lnTo>
                    <a:pt x="101194" y="414282"/>
                  </a:lnTo>
                  <a:lnTo>
                    <a:pt x="101072" y="419156"/>
                  </a:lnTo>
                  <a:lnTo>
                    <a:pt x="100932" y="424030"/>
                  </a:lnTo>
                  <a:lnTo>
                    <a:pt x="100784" y="428904"/>
                  </a:lnTo>
                  <a:lnTo>
                    <a:pt x="100634" y="433778"/>
                  </a:lnTo>
                  <a:lnTo>
                    <a:pt x="100491" y="438652"/>
                  </a:lnTo>
                  <a:lnTo>
                    <a:pt x="100362" y="443526"/>
                  </a:lnTo>
                  <a:lnTo>
                    <a:pt x="100256" y="448400"/>
                  </a:lnTo>
                  <a:lnTo>
                    <a:pt x="100182" y="453274"/>
                  </a:lnTo>
                  <a:lnTo>
                    <a:pt x="100150" y="458147"/>
                  </a:lnTo>
                  <a:lnTo>
                    <a:pt x="100172" y="463021"/>
                  </a:lnTo>
                  <a:lnTo>
                    <a:pt x="100261" y="467895"/>
                  </a:lnTo>
                  <a:lnTo>
                    <a:pt x="100433" y="472769"/>
                  </a:lnTo>
                  <a:lnTo>
                    <a:pt x="100708" y="477643"/>
                  </a:lnTo>
                  <a:lnTo>
                    <a:pt x="101112" y="482517"/>
                  </a:lnTo>
                  <a:lnTo>
                    <a:pt x="101678" y="487391"/>
                  </a:lnTo>
                  <a:lnTo>
                    <a:pt x="102451" y="492265"/>
                  </a:lnTo>
                  <a:lnTo>
                    <a:pt x="103490" y="497139"/>
                  </a:lnTo>
                  <a:lnTo>
                    <a:pt x="104869" y="502013"/>
                  </a:lnTo>
                  <a:lnTo>
                    <a:pt x="106679" y="506887"/>
                  </a:lnTo>
                  <a:lnTo>
                    <a:pt x="109023" y="511760"/>
                  </a:lnTo>
                  <a:lnTo>
                    <a:pt x="112013" y="516634"/>
                  </a:lnTo>
                  <a:lnTo>
                    <a:pt x="115759" y="521508"/>
                  </a:lnTo>
                  <a:lnTo>
                    <a:pt x="120352" y="526382"/>
                  </a:lnTo>
                  <a:lnTo>
                    <a:pt x="125853" y="531256"/>
                  </a:lnTo>
                  <a:lnTo>
                    <a:pt x="132267" y="536130"/>
                  </a:lnTo>
                  <a:lnTo>
                    <a:pt x="139531" y="541004"/>
                  </a:lnTo>
                  <a:lnTo>
                    <a:pt x="147496" y="545878"/>
                  </a:lnTo>
                  <a:lnTo>
                    <a:pt x="155926" y="550752"/>
                  </a:lnTo>
                  <a:lnTo>
                    <a:pt x="164498" y="555626"/>
                  </a:lnTo>
                  <a:lnTo>
                    <a:pt x="172818" y="560500"/>
                  </a:lnTo>
                  <a:lnTo>
                    <a:pt x="180453" y="565373"/>
                  </a:lnTo>
                  <a:lnTo>
                    <a:pt x="186962" y="570247"/>
                  </a:lnTo>
                  <a:lnTo>
                    <a:pt x="191943" y="575121"/>
                  </a:lnTo>
                  <a:lnTo>
                    <a:pt x="195073"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349" name="03_assume_matched_348">
              <a:extLst>
                <a:ext uri="{FF2B5EF4-FFF2-40B4-BE49-F238E27FC236}">
                  <a16:creationId xmlns:a16="http://schemas.microsoft.com/office/drawing/2014/main" id="{384B57F0-75FB-4081-BA2D-5E4CE94C5849}"/>
                </a:ext>
              </a:extLst>
            </p:cNvPr>
            <p:cNvSpPr>
              <a:spLocks/>
            </p:cNvSpPr>
            <p:nvPr/>
          </p:nvSpPr>
          <p:spPr>
            <a:xfrm>
              <a:off x="3864021"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0" name="03_assume_matched_349">
              <a:extLst>
                <a:ext uri="{FF2B5EF4-FFF2-40B4-BE49-F238E27FC236}">
                  <a16:creationId xmlns:a16="http://schemas.microsoft.com/office/drawing/2014/main" id="{E8DEE4AE-5D5F-406C-89B4-7B4B7B6F6099}"/>
                </a:ext>
              </a:extLst>
            </p:cNvPr>
            <p:cNvSpPr>
              <a:spLocks/>
            </p:cNvSpPr>
            <p:nvPr/>
          </p:nvSpPr>
          <p:spPr>
            <a:xfrm>
              <a:off x="4241214"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1" name="03_assume_matched_350">
              <a:extLst>
                <a:ext uri="{FF2B5EF4-FFF2-40B4-BE49-F238E27FC236}">
                  <a16:creationId xmlns:a16="http://schemas.microsoft.com/office/drawing/2014/main" id="{9788A546-4B6F-4951-95B3-1671B672D504}"/>
                </a:ext>
              </a:extLst>
            </p:cNvPr>
            <p:cNvSpPr>
              <a:spLocks/>
            </p:cNvSpPr>
            <p:nvPr/>
          </p:nvSpPr>
          <p:spPr>
            <a:xfrm>
              <a:off x="4618407"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2" name="03_assume_matched_351">
              <a:extLst>
                <a:ext uri="{FF2B5EF4-FFF2-40B4-BE49-F238E27FC236}">
                  <a16:creationId xmlns:a16="http://schemas.microsoft.com/office/drawing/2014/main" id="{D05E6F2A-DB40-4E86-AAE3-390AFE675D50}"/>
                </a:ext>
              </a:extLst>
            </p:cNvPr>
            <p:cNvSpPr>
              <a:spLocks/>
            </p:cNvSpPr>
            <p:nvPr/>
          </p:nvSpPr>
          <p:spPr>
            <a:xfrm>
              <a:off x="5372793"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3" name="03_assume_matched_352">
              <a:extLst>
                <a:ext uri="{FF2B5EF4-FFF2-40B4-BE49-F238E27FC236}">
                  <a16:creationId xmlns:a16="http://schemas.microsoft.com/office/drawing/2014/main" id="{B5678B8A-0E9F-4DFE-ADF5-1576F245CAA0}"/>
                </a:ext>
              </a:extLst>
            </p:cNvPr>
            <p:cNvSpPr>
              <a:spLocks/>
            </p:cNvSpPr>
            <p:nvPr/>
          </p:nvSpPr>
          <p:spPr>
            <a:xfrm>
              <a:off x="6127179" y="2006316"/>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54" name="03_assume_matched_353">
              <a:extLst>
                <a:ext uri="{FF2B5EF4-FFF2-40B4-BE49-F238E27FC236}">
                  <a16:creationId xmlns:a16="http://schemas.microsoft.com/office/drawing/2014/main" id="{5728012E-A91C-413D-8503-B2BA2E06E179}"/>
                </a:ext>
              </a:extLst>
            </p:cNvPr>
            <p:cNvSpPr>
              <a:spLocks/>
            </p:cNvSpPr>
            <p:nvPr/>
          </p:nvSpPr>
          <p:spPr>
            <a:xfrm>
              <a:off x="3841389" y="197707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55" name="03_assume_matched_354">
              <a:extLst>
                <a:ext uri="{FF2B5EF4-FFF2-40B4-BE49-F238E27FC236}">
                  <a16:creationId xmlns:a16="http://schemas.microsoft.com/office/drawing/2014/main" id="{2BE35B1D-F416-45EB-B7CC-4E95DCB4A16D}"/>
                </a:ext>
              </a:extLst>
            </p:cNvPr>
            <p:cNvSpPr>
              <a:spLocks/>
            </p:cNvSpPr>
            <p:nvPr/>
          </p:nvSpPr>
          <p:spPr>
            <a:xfrm>
              <a:off x="3803289" y="197707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56" name="text_355">
              <a:extLst>
                <a:ext uri="{FF2B5EF4-FFF2-40B4-BE49-F238E27FC236}">
                  <a16:creationId xmlns:a16="http://schemas.microsoft.com/office/drawing/2014/main" id="{BDA9D6DD-D5EE-4840-ACE1-F03CCF00CCF0}"/>
                </a:ext>
              </a:extLst>
            </p:cNvPr>
            <p:cNvSpPr>
              <a:spLocks/>
            </p:cNvSpPr>
            <p:nvPr/>
          </p:nvSpPr>
          <p:spPr>
            <a:xfrm>
              <a:off x="3713643" y="193701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357" name="03_assume_matched_356">
              <a:extLst>
                <a:ext uri="{FF2B5EF4-FFF2-40B4-BE49-F238E27FC236}">
                  <a16:creationId xmlns:a16="http://schemas.microsoft.com/office/drawing/2014/main" id="{A6DE1723-7F74-4541-B505-2DC50F320812}"/>
                </a:ext>
              </a:extLst>
            </p:cNvPr>
            <p:cNvSpPr>
              <a:spLocks/>
            </p:cNvSpPr>
            <p:nvPr/>
          </p:nvSpPr>
          <p:spPr>
            <a:xfrm>
              <a:off x="3841389" y="1684638"/>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58" name="03_assume_matched_357">
              <a:extLst>
                <a:ext uri="{FF2B5EF4-FFF2-40B4-BE49-F238E27FC236}">
                  <a16:creationId xmlns:a16="http://schemas.microsoft.com/office/drawing/2014/main" id="{052A52CD-B239-4B22-9744-AC95E2E3A4DF}"/>
                </a:ext>
              </a:extLst>
            </p:cNvPr>
            <p:cNvSpPr>
              <a:spLocks/>
            </p:cNvSpPr>
            <p:nvPr/>
          </p:nvSpPr>
          <p:spPr>
            <a:xfrm>
              <a:off x="3803289" y="1684638"/>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59" name="text_358">
              <a:extLst>
                <a:ext uri="{FF2B5EF4-FFF2-40B4-BE49-F238E27FC236}">
                  <a16:creationId xmlns:a16="http://schemas.microsoft.com/office/drawing/2014/main" id="{C45C4BBB-8183-4890-92CA-BE7156E3E6FA}"/>
                </a:ext>
              </a:extLst>
            </p:cNvPr>
            <p:cNvSpPr>
              <a:spLocks/>
            </p:cNvSpPr>
            <p:nvPr/>
          </p:nvSpPr>
          <p:spPr>
            <a:xfrm>
              <a:off x="3662096" y="1644577"/>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360" name="03_assume_matched_359">
              <a:extLst>
                <a:ext uri="{FF2B5EF4-FFF2-40B4-BE49-F238E27FC236}">
                  <a16:creationId xmlns:a16="http://schemas.microsoft.com/office/drawing/2014/main" id="{4A4D42B9-9637-4307-81A3-16C7E7E0B09D}"/>
                </a:ext>
              </a:extLst>
            </p:cNvPr>
            <p:cNvSpPr>
              <a:spLocks/>
            </p:cNvSpPr>
            <p:nvPr/>
          </p:nvSpPr>
          <p:spPr>
            <a:xfrm>
              <a:off x="3841389" y="139220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61" name="03_assume_matched_360">
              <a:extLst>
                <a:ext uri="{FF2B5EF4-FFF2-40B4-BE49-F238E27FC236}">
                  <a16:creationId xmlns:a16="http://schemas.microsoft.com/office/drawing/2014/main" id="{DBB5C623-2A91-4DD9-9D64-CBC1B6659FF3}"/>
                </a:ext>
              </a:extLst>
            </p:cNvPr>
            <p:cNvSpPr>
              <a:spLocks/>
            </p:cNvSpPr>
            <p:nvPr/>
          </p:nvSpPr>
          <p:spPr>
            <a:xfrm>
              <a:off x="3803289" y="139220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62" name="text_361">
              <a:extLst>
                <a:ext uri="{FF2B5EF4-FFF2-40B4-BE49-F238E27FC236}">
                  <a16:creationId xmlns:a16="http://schemas.microsoft.com/office/drawing/2014/main" id="{8F280DED-22A9-462A-9AB5-B89A1696685C}"/>
                </a:ext>
              </a:extLst>
            </p:cNvPr>
            <p:cNvSpPr>
              <a:spLocks/>
            </p:cNvSpPr>
            <p:nvPr/>
          </p:nvSpPr>
          <p:spPr>
            <a:xfrm>
              <a:off x="3610549" y="135214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363" name="03_assume_matched_362">
              <a:extLst>
                <a:ext uri="{FF2B5EF4-FFF2-40B4-BE49-F238E27FC236}">
                  <a16:creationId xmlns:a16="http://schemas.microsoft.com/office/drawing/2014/main" id="{BEB1D3FD-F8EA-4CFF-96B7-32B7538790B9}"/>
                </a:ext>
              </a:extLst>
            </p:cNvPr>
            <p:cNvSpPr>
              <a:spLocks/>
            </p:cNvSpPr>
            <p:nvPr/>
          </p:nvSpPr>
          <p:spPr>
            <a:xfrm>
              <a:off x="4278966" y="1670439"/>
              <a:ext cx="28398" cy="28398"/>
            </a:xfrm>
            <a:prstGeom prst="ellipse">
              <a:avLst/>
            </a:prstGeom>
            <a:solidFill>
              <a:srgbClr val="7F8C97">
                <a:alpha val="48000"/>
              </a:srgbClr>
            </a:solidFill>
            <a:ln w="0">
              <a:noFill/>
              <a:prstDash val="solid"/>
            </a:ln>
          </p:spPr>
        </p:sp>
        <p:sp>
          <p:nvSpPr>
            <p:cNvPr id="364" name="03_assume_matched_363">
              <a:extLst>
                <a:ext uri="{FF2B5EF4-FFF2-40B4-BE49-F238E27FC236}">
                  <a16:creationId xmlns:a16="http://schemas.microsoft.com/office/drawing/2014/main" id="{060EBA38-0FDC-49C7-99C3-22498FA20536}"/>
                </a:ext>
              </a:extLst>
            </p:cNvPr>
            <p:cNvSpPr>
              <a:spLocks/>
            </p:cNvSpPr>
            <p:nvPr/>
          </p:nvSpPr>
          <p:spPr>
            <a:xfrm>
              <a:off x="4267453" y="1962874"/>
              <a:ext cx="28398" cy="28398"/>
            </a:xfrm>
            <a:prstGeom prst="ellipse">
              <a:avLst/>
            </a:prstGeom>
            <a:solidFill>
              <a:srgbClr val="7F8C97">
                <a:alpha val="48000"/>
              </a:srgbClr>
            </a:solidFill>
            <a:ln w="0">
              <a:noFill/>
              <a:prstDash val="solid"/>
            </a:ln>
          </p:spPr>
        </p:sp>
        <p:sp>
          <p:nvSpPr>
            <p:cNvPr id="365" name="03_assume_matched_364">
              <a:extLst>
                <a:ext uri="{FF2B5EF4-FFF2-40B4-BE49-F238E27FC236}">
                  <a16:creationId xmlns:a16="http://schemas.microsoft.com/office/drawing/2014/main" id="{6D983CE2-3BF9-47F5-A126-FEAB6EE26453}"/>
                </a:ext>
              </a:extLst>
            </p:cNvPr>
            <p:cNvSpPr>
              <a:spLocks/>
            </p:cNvSpPr>
            <p:nvPr/>
          </p:nvSpPr>
          <p:spPr>
            <a:xfrm>
              <a:off x="4210322" y="1962874"/>
              <a:ext cx="28398" cy="28398"/>
            </a:xfrm>
            <a:prstGeom prst="ellipse">
              <a:avLst/>
            </a:prstGeom>
            <a:solidFill>
              <a:srgbClr val="7F8C97">
                <a:alpha val="48000"/>
              </a:srgbClr>
            </a:solidFill>
            <a:ln w="0">
              <a:noFill/>
              <a:prstDash val="solid"/>
            </a:ln>
          </p:spPr>
        </p:sp>
        <p:sp>
          <p:nvSpPr>
            <p:cNvPr id="366" name="03_assume_matched_365">
              <a:extLst>
                <a:ext uri="{FF2B5EF4-FFF2-40B4-BE49-F238E27FC236}">
                  <a16:creationId xmlns:a16="http://schemas.microsoft.com/office/drawing/2014/main" id="{736B9CC7-16A3-45B1-873A-6E9C8DDB8251}"/>
                </a:ext>
              </a:extLst>
            </p:cNvPr>
            <p:cNvSpPr>
              <a:spLocks/>
            </p:cNvSpPr>
            <p:nvPr/>
          </p:nvSpPr>
          <p:spPr>
            <a:xfrm>
              <a:off x="4289184" y="1670439"/>
              <a:ext cx="28398" cy="28398"/>
            </a:xfrm>
            <a:prstGeom prst="ellipse">
              <a:avLst/>
            </a:prstGeom>
            <a:solidFill>
              <a:srgbClr val="7F8C97">
                <a:alpha val="48000"/>
              </a:srgbClr>
            </a:solidFill>
            <a:ln w="0">
              <a:noFill/>
              <a:prstDash val="solid"/>
            </a:ln>
          </p:spPr>
        </p:sp>
        <p:sp>
          <p:nvSpPr>
            <p:cNvPr id="367" name="03_assume_matched_366">
              <a:extLst>
                <a:ext uri="{FF2B5EF4-FFF2-40B4-BE49-F238E27FC236}">
                  <a16:creationId xmlns:a16="http://schemas.microsoft.com/office/drawing/2014/main" id="{7459EFB9-CDA4-46CB-8A5F-8E52C4466FD1}"/>
                </a:ext>
              </a:extLst>
            </p:cNvPr>
            <p:cNvSpPr>
              <a:spLocks/>
            </p:cNvSpPr>
            <p:nvPr/>
          </p:nvSpPr>
          <p:spPr>
            <a:xfrm>
              <a:off x="4256948" y="1712215"/>
              <a:ext cx="28398" cy="28398"/>
            </a:xfrm>
            <a:prstGeom prst="ellipse">
              <a:avLst/>
            </a:prstGeom>
            <a:solidFill>
              <a:srgbClr val="7F8C97">
                <a:alpha val="48000"/>
              </a:srgbClr>
            </a:solidFill>
            <a:ln w="0">
              <a:noFill/>
              <a:prstDash val="solid"/>
            </a:ln>
          </p:spPr>
        </p:sp>
        <p:sp>
          <p:nvSpPr>
            <p:cNvPr id="368" name="03_assume_matched_367">
              <a:extLst>
                <a:ext uri="{FF2B5EF4-FFF2-40B4-BE49-F238E27FC236}">
                  <a16:creationId xmlns:a16="http://schemas.microsoft.com/office/drawing/2014/main" id="{75A9C6C8-E87E-4F7F-A8D8-C7FA908AB271}"/>
                </a:ext>
              </a:extLst>
            </p:cNvPr>
            <p:cNvSpPr>
              <a:spLocks/>
            </p:cNvSpPr>
            <p:nvPr/>
          </p:nvSpPr>
          <p:spPr>
            <a:xfrm>
              <a:off x="4161680" y="1697024"/>
              <a:ext cx="28398" cy="28398"/>
            </a:xfrm>
            <a:prstGeom prst="ellipse">
              <a:avLst/>
            </a:prstGeom>
            <a:solidFill>
              <a:srgbClr val="7F8C97">
                <a:alpha val="48000"/>
              </a:srgbClr>
            </a:solidFill>
            <a:ln w="0">
              <a:noFill/>
              <a:prstDash val="solid"/>
            </a:ln>
          </p:spPr>
        </p:sp>
        <p:sp>
          <p:nvSpPr>
            <p:cNvPr id="369" name="03_assume_matched_368">
              <a:extLst>
                <a:ext uri="{FF2B5EF4-FFF2-40B4-BE49-F238E27FC236}">
                  <a16:creationId xmlns:a16="http://schemas.microsoft.com/office/drawing/2014/main" id="{F80BFE19-3E6A-42D8-9D92-09C8F7312693}"/>
                </a:ext>
              </a:extLst>
            </p:cNvPr>
            <p:cNvSpPr>
              <a:spLocks/>
            </p:cNvSpPr>
            <p:nvPr/>
          </p:nvSpPr>
          <p:spPr>
            <a:xfrm>
              <a:off x="4192333" y="1962874"/>
              <a:ext cx="28398" cy="28398"/>
            </a:xfrm>
            <a:prstGeom prst="ellipse">
              <a:avLst/>
            </a:prstGeom>
            <a:solidFill>
              <a:srgbClr val="7F8C97">
                <a:alpha val="48000"/>
              </a:srgbClr>
            </a:solidFill>
            <a:ln w="0">
              <a:noFill/>
              <a:prstDash val="solid"/>
            </a:ln>
          </p:spPr>
        </p:sp>
        <p:sp>
          <p:nvSpPr>
            <p:cNvPr id="370" name="03_assume_matched_369">
              <a:extLst>
                <a:ext uri="{FF2B5EF4-FFF2-40B4-BE49-F238E27FC236}">
                  <a16:creationId xmlns:a16="http://schemas.microsoft.com/office/drawing/2014/main" id="{C9A23EB4-67A6-42BC-A35A-AD71E65D1AD8}"/>
                </a:ext>
              </a:extLst>
            </p:cNvPr>
            <p:cNvSpPr>
              <a:spLocks/>
            </p:cNvSpPr>
            <p:nvPr/>
          </p:nvSpPr>
          <p:spPr>
            <a:xfrm>
              <a:off x="4161393" y="1962874"/>
              <a:ext cx="28398" cy="28398"/>
            </a:xfrm>
            <a:prstGeom prst="ellipse">
              <a:avLst/>
            </a:prstGeom>
            <a:solidFill>
              <a:srgbClr val="7F8C97">
                <a:alpha val="48000"/>
              </a:srgbClr>
            </a:solidFill>
            <a:ln w="0">
              <a:noFill/>
              <a:prstDash val="solid"/>
            </a:ln>
          </p:spPr>
        </p:sp>
        <p:sp>
          <p:nvSpPr>
            <p:cNvPr id="371" name="03_assume_matched_370">
              <a:extLst>
                <a:ext uri="{FF2B5EF4-FFF2-40B4-BE49-F238E27FC236}">
                  <a16:creationId xmlns:a16="http://schemas.microsoft.com/office/drawing/2014/main" id="{79A5BE7A-B55B-46E1-A9F4-1C538121B06C}"/>
                </a:ext>
              </a:extLst>
            </p:cNvPr>
            <p:cNvSpPr>
              <a:spLocks/>
            </p:cNvSpPr>
            <p:nvPr/>
          </p:nvSpPr>
          <p:spPr>
            <a:xfrm>
              <a:off x="4242701" y="1962874"/>
              <a:ext cx="28398" cy="28398"/>
            </a:xfrm>
            <a:prstGeom prst="ellipse">
              <a:avLst/>
            </a:prstGeom>
            <a:solidFill>
              <a:srgbClr val="7F8C97">
                <a:alpha val="48000"/>
              </a:srgbClr>
            </a:solidFill>
            <a:ln w="0">
              <a:noFill/>
              <a:prstDash val="solid"/>
            </a:ln>
          </p:spPr>
        </p:sp>
        <p:sp>
          <p:nvSpPr>
            <p:cNvPr id="372" name="03_assume_matched_371">
              <a:extLst>
                <a:ext uri="{FF2B5EF4-FFF2-40B4-BE49-F238E27FC236}">
                  <a16:creationId xmlns:a16="http://schemas.microsoft.com/office/drawing/2014/main" id="{765B5876-79A3-4D4A-8A4C-CC49B17A7D96}"/>
                </a:ext>
              </a:extLst>
            </p:cNvPr>
            <p:cNvSpPr>
              <a:spLocks/>
            </p:cNvSpPr>
            <p:nvPr/>
          </p:nvSpPr>
          <p:spPr>
            <a:xfrm>
              <a:off x="4223993" y="1962874"/>
              <a:ext cx="28398" cy="28398"/>
            </a:xfrm>
            <a:prstGeom prst="ellipse">
              <a:avLst/>
            </a:prstGeom>
            <a:solidFill>
              <a:srgbClr val="7F8C97">
                <a:alpha val="48000"/>
              </a:srgbClr>
            </a:solidFill>
            <a:ln w="0">
              <a:noFill/>
              <a:prstDash val="solid"/>
            </a:ln>
          </p:spPr>
        </p:sp>
        <p:sp>
          <p:nvSpPr>
            <p:cNvPr id="373" name="03_assume_matched_372">
              <a:extLst>
                <a:ext uri="{FF2B5EF4-FFF2-40B4-BE49-F238E27FC236}">
                  <a16:creationId xmlns:a16="http://schemas.microsoft.com/office/drawing/2014/main" id="{360ABFD0-461D-4C2E-B692-EC3D21302389}"/>
                </a:ext>
              </a:extLst>
            </p:cNvPr>
            <p:cNvSpPr>
              <a:spLocks/>
            </p:cNvSpPr>
            <p:nvPr/>
          </p:nvSpPr>
          <p:spPr>
            <a:xfrm>
              <a:off x="4208739" y="1962874"/>
              <a:ext cx="28398" cy="28398"/>
            </a:xfrm>
            <a:prstGeom prst="ellipse">
              <a:avLst/>
            </a:prstGeom>
            <a:solidFill>
              <a:srgbClr val="7F8C97">
                <a:alpha val="48000"/>
              </a:srgbClr>
            </a:solidFill>
            <a:ln w="0">
              <a:noFill/>
              <a:prstDash val="solid"/>
            </a:ln>
          </p:spPr>
        </p:sp>
        <p:sp>
          <p:nvSpPr>
            <p:cNvPr id="374" name="03_assume_matched_373">
              <a:extLst>
                <a:ext uri="{FF2B5EF4-FFF2-40B4-BE49-F238E27FC236}">
                  <a16:creationId xmlns:a16="http://schemas.microsoft.com/office/drawing/2014/main" id="{221ACC9F-8F3D-4AE7-A9EB-013638F986C3}"/>
                </a:ext>
              </a:extLst>
            </p:cNvPr>
            <p:cNvSpPr>
              <a:spLocks/>
            </p:cNvSpPr>
            <p:nvPr/>
          </p:nvSpPr>
          <p:spPr>
            <a:xfrm>
              <a:off x="4194492" y="1962874"/>
              <a:ext cx="28398" cy="28398"/>
            </a:xfrm>
            <a:prstGeom prst="ellipse">
              <a:avLst/>
            </a:prstGeom>
            <a:solidFill>
              <a:srgbClr val="7F8C97">
                <a:alpha val="48000"/>
              </a:srgbClr>
            </a:solidFill>
            <a:ln w="0">
              <a:noFill/>
              <a:prstDash val="solid"/>
            </a:ln>
          </p:spPr>
        </p:sp>
        <p:sp>
          <p:nvSpPr>
            <p:cNvPr id="375" name="03_assume_matched_374">
              <a:extLst>
                <a:ext uri="{FF2B5EF4-FFF2-40B4-BE49-F238E27FC236}">
                  <a16:creationId xmlns:a16="http://schemas.microsoft.com/office/drawing/2014/main" id="{6EBA8E04-47CE-4D50-9A1B-3D736A155937}"/>
                </a:ext>
              </a:extLst>
            </p:cNvPr>
            <p:cNvSpPr>
              <a:spLocks/>
            </p:cNvSpPr>
            <p:nvPr/>
          </p:nvSpPr>
          <p:spPr>
            <a:xfrm>
              <a:off x="4210897" y="1962874"/>
              <a:ext cx="28398" cy="28398"/>
            </a:xfrm>
            <a:prstGeom prst="ellipse">
              <a:avLst/>
            </a:prstGeom>
            <a:solidFill>
              <a:srgbClr val="7F8C97">
                <a:alpha val="48000"/>
              </a:srgbClr>
            </a:solidFill>
            <a:ln w="0">
              <a:noFill/>
              <a:prstDash val="solid"/>
            </a:ln>
          </p:spPr>
        </p:sp>
        <p:sp>
          <p:nvSpPr>
            <p:cNvPr id="376" name="03_assume_matched_375">
              <a:extLst>
                <a:ext uri="{FF2B5EF4-FFF2-40B4-BE49-F238E27FC236}">
                  <a16:creationId xmlns:a16="http://schemas.microsoft.com/office/drawing/2014/main" id="{E5BD1CA5-C6C4-478F-A55F-AD282BB347A9}"/>
                </a:ext>
              </a:extLst>
            </p:cNvPr>
            <p:cNvSpPr>
              <a:spLocks/>
            </p:cNvSpPr>
            <p:nvPr/>
          </p:nvSpPr>
          <p:spPr>
            <a:xfrm>
              <a:off x="4296091" y="1670439"/>
              <a:ext cx="28398" cy="28398"/>
            </a:xfrm>
            <a:prstGeom prst="ellipse">
              <a:avLst/>
            </a:prstGeom>
            <a:solidFill>
              <a:srgbClr val="7F8C97">
                <a:alpha val="48000"/>
              </a:srgbClr>
            </a:solidFill>
            <a:ln w="0">
              <a:noFill/>
              <a:prstDash val="solid"/>
            </a:ln>
          </p:spPr>
        </p:sp>
        <p:sp>
          <p:nvSpPr>
            <p:cNvPr id="377" name="03_assume_matched_376">
              <a:extLst>
                <a:ext uri="{FF2B5EF4-FFF2-40B4-BE49-F238E27FC236}">
                  <a16:creationId xmlns:a16="http://schemas.microsoft.com/office/drawing/2014/main" id="{B341E283-1AA3-4E66-BB1B-F7A24F813588}"/>
                </a:ext>
              </a:extLst>
            </p:cNvPr>
            <p:cNvSpPr>
              <a:spLocks/>
            </p:cNvSpPr>
            <p:nvPr/>
          </p:nvSpPr>
          <p:spPr>
            <a:xfrm>
              <a:off x="4251048" y="1767917"/>
              <a:ext cx="28398" cy="28398"/>
            </a:xfrm>
            <a:prstGeom prst="ellipse">
              <a:avLst/>
            </a:prstGeom>
            <a:solidFill>
              <a:srgbClr val="7F8C97">
                <a:alpha val="48000"/>
              </a:srgbClr>
            </a:solidFill>
            <a:ln w="0">
              <a:noFill/>
              <a:prstDash val="solid"/>
            </a:ln>
          </p:spPr>
        </p:sp>
        <p:sp>
          <p:nvSpPr>
            <p:cNvPr id="378" name="03_assume_matched_377">
              <a:extLst>
                <a:ext uri="{FF2B5EF4-FFF2-40B4-BE49-F238E27FC236}">
                  <a16:creationId xmlns:a16="http://schemas.microsoft.com/office/drawing/2014/main" id="{55DA565C-FD5A-43FD-A136-A3BF95AA369B}"/>
                </a:ext>
              </a:extLst>
            </p:cNvPr>
            <p:cNvSpPr>
              <a:spLocks/>
            </p:cNvSpPr>
            <p:nvPr/>
          </p:nvSpPr>
          <p:spPr>
            <a:xfrm>
              <a:off x="4260834" y="1962874"/>
              <a:ext cx="28398" cy="28398"/>
            </a:xfrm>
            <a:prstGeom prst="ellipse">
              <a:avLst/>
            </a:prstGeom>
            <a:solidFill>
              <a:srgbClr val="7F8C97">
                <a:alpha val="48000"/>
              </a:srgbClr>
            </a:solidFill>
            <a:ln w="0">
              <a:noFill/>
              <a:prstDash val="solid"/>
            </a:ln>
          </p:spPr>
        </p:sp>
        <p:sp>
          <p:nvSpPr>
            <p:cNvPr id="379" name="03_assume_matched_378">
              <a:extLst>
                <a:ext uri="{FF2B5EF4-FFF2-40B4-BE49-F238E27FC236}">
                  <a16:creationId xmlns:a16="http://schemas.microsoft.com/office/drawing/2014/main" id="{1028CB4B-F523-4DB2-BF7F-2B821A80858A}"/>
                </a:ext>
              </a:extLst>
            </p:cNvPr>
            <p:cNvSpPr>
              <a:spLocks/>
            </p:cNvSpPr>
            <p:nvPr/>
          </p:nvSpPr>
          <p:spPr>
            <a:xfrm>
              <a:off x="4197658" y="1897888"/>
              <a:ext cx="28398" cy="28398"/>
            </a:xfrm>
            <a:prstGeom prst="ellipse">
              <a:avLst/>
            </a:prstGeom>
            <a:solidFill>
              <a:srgbClr val="7F8C97">
                <a:alpha val="48000"/>
              </a:srgbClr>
            </a:solidFill>
            <a:ln w="0">
              <a:noFill/>
              <a:prstDash val="solid"/>
            </a:ln>
          </p:spPr>
        </p:sp>
        <p:sp>
          <p:nvSpPr>
            <p:cNvPr id="380" name="03_assume_matched_379">
              <a:extLst>
                <a:ext uri="{FF2B5EF4-FFF2-40B4-BE49-F238E27FC236}">
                  <a16:creationId xmlns:a16="http://schemas.microsoft.com/office/drawing/2014/main" id="{5A54E95F-E907-44A2-AA17-A9FD7DAAC61C}"/>
                </a:ext>
              </a:extLst>
            </p:cNvPr>
            <p:cNvSpPr>
              <a:spLocks/>
            </p:cNvSpPr>
            <p:nvPr/>
          </p:nvSpPr>
          <p:spPr>
            <a:xfrm>
              <a:off x="4288032" y="1962874"/>
              <a:ext cx="28398" cy="28398"/>
            </a:xfrm>
            <a:prstGeom prst="ellipse">
              <a:avLst/>
            </a:prstGeom>
            <a:solidFill>
              <a:srgbClr val="7F8C97">
                <a:alpha val="48000"/>
              </a:srgbClr>
            </a:solidFill>
            <a:ln w="0">
              <a:noFill/>
              <a:prstDash val="solid"/>
            </a:ln>
          </p:spPr>
        </p:sp>
        <p:sp>
          <p:nvSpPr>
            <p:cNvPr id="381" name="03_assume_matched_380">
              <a:extLst>
                <a:ext uri="{FF2B5EF4-FFF2-40B4-BE49-F238E27FC236}">
                  <a16:creationId xmlns:a16="http://schemas.microsoft.com/office/drawing/2014/main" id="{3B84269D-7AB0-4BC4-93AF-6A32F6E36A4A}"/>
                </a:ext>
              </a:extLst>
            </p:cNvPr>
            <p:cNvSpPr>
              <a:spLocks/>
            </p:cNvSpPr>
            <p:nvPr/>
          </p:nvSpPr>
          <p:spPr>
            <a:xfrm>
              <a:off x="4261121" y="1750194"/>
              <a:ext cx="28398" cy="28398"/>
            </a:xfrm>
            <a:prstGeom prst="ellipse">
              <a:avLst/>
            </a:prstGeom>
            <a:solidFill>
              <a:srgbClr val="7F8C97">
                <a:alpha val="48000"/>
              </a:srgbClr>
            </a:solidFill>
            <a:ln w="0">
              <a:noFill/>
              <a:prstDash val="solid"/>
            </a:ln>
          </p:spPr>
        </p:sp>
        <p:sp>
          <p:nvSpPr>
            <p:cNvPr id="382" name="03_assume_matched_381">
              <a:extLst>
                <a:ext uri="{FF2B5EF4-FFF2-40B4-BE49-F238E27FC236}">
                  <a16:creationId xmlns:a16="http://schemas.microsoft.com/office/drawing/2014/main" id="{62B4B42A-03F8-4928-9AC1-C81F7B07CE70}"/>
                </a:ext>
              </a:extLst>
            </p:cNvPr>
            <p:cNvSpPr>
              <a:spLocks/>
            </p:cNvSpPr>
            <p:nvPr/>
          </p:nvSpPr>
          <p:spPr>
            <a:xfrm>
              <a:off x="4178949" y="1962874"/>
              <a:ext cx="28398" cy="28398"/>
            </a:xfrm>
            <a:prstGeom prst="ellipse">
              <a:avLst/>
            </a:prstGeom>
            <a:solidFill>
              <a:srgbClr val="7F8C97">
                <a:alpha val="48000"/>
              </a:srgbClr>
            </a:solidFill>
            <a:ln w="0">
              <a:noFill/>
              <a:prstDash val="solid"/>
            </a:ln>
          </p:spPr>
        </p:sp>
        <p:sp>
          <p:nvSpPr>
            <p:cNvPr id="383" name="03_assume_matched_382">
              <a:extLst>
                <a:ext uri="{FF2B5EF4-FFF2-40B4-BE49-F238E27FC236}">
                  <a16:creationId xmlns:a16="http://schemas.microsoft.com/office/drawing/2014/main" id="{00A4AE31-6485-48A6-A302-C5AE7CBB52CC}"/>
                </a:ext>
              </a:extLst>
            </p:cNvPr>
            <p:cNvSpPr>
              <a:spLocks/>
            </p:cNvSpPr>
            <p:nvPr/>
          </p:nvSpPr>
          <p:spPr>
            <a:xfrm>
              <a:off x="4186289" y="1962874"/>
              <a:ext cx="28398" cy="28398"/>
            </a:xfrm>
            <a:prstGeom prst="ellipse">
              <a:avLst/>
            </a:prstGeom>
            <a:solidFill>
              <a:srgbClr val="7F8C97">
                <a:alpha val="48000"/>
              </a:srgbClr>
            </a:solidFill>
            <a:ln w="0">
              <a:noFill/>
              <a:prstDash val="solid"/>
            </a:ln>
          </p:spPr>
        </p:sp>
        <p:sp>
          <p:nvSpPr>
            <p:cNvPr id="384" name="03_assume_matched_383">
              <a:extLst>
                <a:ext uri="{FF2B5EF4-FFF2-40B4-BE49-F238E27FC236}">
                  <a16:creationId xmlns:a16="http://schemas.microsoft.com/office/drawing/2014/main" id="{6CF9DAD3-1FA9-46C3-BB8B-76E9E6241F86}"/>
                </a:ext>
              </a:extLst>
            </p:cNvPr>
            <p:cNvSpPr>
              <a:spLocks/>
            </p:cNvSpPr>
            <p:nvPr/>
          </p:nvSpPr>
          <p:spPr>
            <a:xfrm>
              <a:off x="4197514" y="1767917"/>
              <a:ext cx="28398" cy="28398"/>
            </a:xfrm>
            <a:prstGeom prst="ellipse">
              <a:avLst/>
            </a:prstGeom>
            <a:solidFill>
              <a:srgbClr val="7F8C97">
                <a:alpha val="48000"/>
              </a:srgbClr>
            </a:solidFill>
            <a:ln w="0">
              <a:noFill/>
              <a:prstDash val="solid"/>
            </a:ln>
          </p:spPr>
        </p:sp>
        <p:sp>
          <p:nvSpPr>
            <p:cNvPr id="385" name="03_assume_matched_384">
              <a:extLst>
                <a:ext uri="{FF2B5EF4-FFF2-40B4-BE49-F238E27FC236}">
                  <a16:creationId xmlns:a16="http://schemas.microsoft.com/office/drawing/2014/main" id="{CD146ADF-3A5D-4333-B3AE-B5E7C5541777}"/>
                </a:ext>
              </a:extLst>
            </p:cNvPr>
            <p:cNvSpPr>
              <a:spLocks/>
            </p:cNvSpPr>
            <p:nvPr/>
          </p:nvSpPr>
          <p:spPr>
            <a:xfrm>
              <a:off x="4286881" y="1670439"/>
              <a:ext cx="28398" cy="28398"/>
            </a:xfrm>
            <a:prstGeom prst="ellipse">
              <a:avLst/>
            </a:prstGeom>
            <a:solidFill>
              <a:srgbClr val="7F8C97">
                <a:alpha val="48000"/>
              </a:srgbClr>
            </a:solidFill>
            <a:ln w="0">
              <a:noFill/>
              <a:prstDash val="solid"/>
            </a:ln>
          </p:spPr>
        </p:sp>
        <p:sp>
          <p:nvSpPr>
            <p:cNvPr id="386" name="03_assume_matched_385">
              <a:extLst>
                <a:ext uri="{FF2B5EF4-FFF2-40B4-BE49-F238E27FC236}">
                  <a16:creationId xmlns:a16="http://schemas.microsoft.com/office/drawing/2014/main" id="{01008A9C-AF59-401F-993D-E8CAB0CD1887}"/>
                </a:ext>
              </a:extLst>
            </p:cNvPr>
            <p:cNvSpPr>
              <a:spLocks/>
            </p:cNvSpPr>
            <p:nvPr/>
          </p:nvSpPr>
          <p:spPr>
            <a:xfrm>
              <a:off x="4199816" y="1670439"/>
              <a:ext cx="28398" cy="28398"/>
            </a:xfrm>
            <a:prstGeom prst="ellipse">
              <a:avLst/>
            </a:prstGeom>
            <a:solidFill>
              <a:srgbClr val="7F8C97">
                <a:alpha val="48000"/>
              </a:srgbClr>
            </a:solidFill>
            <a:ln w="0">
              <a:noFill/>
              <a:prstDash val="solid"/>
            </a:ln>
          </p:spPr>
        </p:sp>
        <p:sp>
          <p:nvSpPr>
            <p:cNvPr id="387" name="03_assume_matched_386">
              <a:extLst>
                <a:ext uri="{FF2B5EF4-FFF2-40B4-BE49-F238E27FC236}">
                  <a16:creationId xmlns:a16="http://schemas.microsoft.com/office/drawing/2014/main" id="{219BED93-DBA4-4BDE-AEB2-D0392A370287}"/>
                </a:ext>
              </a:extLst>
            </p:cNvPr>
            <p:cNvSpPr>
              <a:spLocks/>
            </p:cNvSpPr>
            <p:nvPr/>
          </p:nvSpPr>
          <p:spPr>
            <a:xfrm>
              <a:off x="4278822" y="1962874"/>
              <a:ext cx="28398" cy="28398"/>
            </a:xfrm>
            <a:prstGeom prst="ellipse">
              <a:avLst/>
            </a:prstGeom>
            <a:solidFill>
              <a:srgbClr val="7F8C97">
                <a:alpha val="48000"/>
              </a:srgbClr>
            </a:solidFill>
            <a:ln w="0">
              <a:noFill/>
              <a:prstDash val="solid"/>
            </a:ln>
          </p:spPr>
        </p:sp>
        <p:sp>
          <p:nvSpPr>
            <p:cNvPr id="388" name="03_assume_matched_387">
              <a:extLst>
                <a:ext uri="{FF2B5EF4-FFF2-40B4-BE49-F238E27FC236}">
                  <a16:creationId xmlns:a16="http://schemas.microsoft.com/office/drawing/2014/main" id="{3C15BC06-DC36-4298-9AEC-717599A25CD8}"/>
                </a:ext>
              </a:extLst>
            </p:cNvPr>
            <p:cNvSpPr>
              <a:spLocks/>
            </p:cNvSpPr>
            <p:nvPr/>
          </p:nvSpPr>
          <p:spPr>
            <a:xfrm>
              <a:off x="4279974" y="1670439"/>
              <a:ext cx="28398" cy="28398"/>
            </a:xfrm>
            <a:prstGeom prst="ellipse">
              <a:avLst/>
            </a:prstGeom>
            <a:solidFill>
              <a:srgbClr val="7F8C97">
                <a:alpha val="48000"/>
              </a:srgbClr>
            </a:solidFill>
            <a:ln w="0">
              <a:noFill/>
              <a:prstDash val="solid"/>
            </a:ln>
          </p:spPr>
        </p:sp>
        <p:sp>
          <p:nvSpPr>
            <p:cNvPr id="389" name="03_assume_matched_388">
              <a:extLst>
                <a:ext uri="{FF2B5EF4-FFF2-40B4-BE49-F238E27FC236}">
                  <a16:creationId xmlns:a16="http://schemas.microsoft.com/office/drawing/2014/main" id="{D0BFB5C7-4C35-40AC-8D74-DF110D54C79D}"/>
                </a:ext>
              </a:extLst>
            </p:cNvPr>
            <p:cNvSpPr>
              <a:spLocks/>
            </p:cNvSpPr>
            <p:nvPr/>
          </p:nvSpPr>
          <p:spPr>
            <a:xfrm>
              <a:off x="4283715" y="1962874"/>
              <a:ext cx="28398" cy="28398"/>
            </a:xfrm>
            <a:prstGeom prst="ellipse">
              <a:avLst/>
            </a:prstGeom>
            <a:solidFill>
              <a:srgbClr val="7F8C97">
                <a:alpha val="48000"/>
              </a:srgbClr>
            </a:solidFill>
            <a:ln w="0">
              <a:noFill/>
              <a:prstDash val="solid"/>
            </a:ln>
          </p:spPr>
        </p:sp>
        <p:sp>
          <p:nvSpPr>
            <p:cNvPr id="390" name="03_assume_matched_389">
              <a:extLst>
                <a:ext uri="{FF2B5EF4-FFF2-40B4-BE49-F238E27FC236}">
                  <a16:creationId xmlns:a16="http://schemas.microsoft.com/office/drawing/2014/main" id="{7ADF13B4-7BE1-4062-83ED-52840D7937A1}"/>
                </a:ext>
              </a:extLst>
            </p:cNvPr>
            <p:cNvSpPr>
              <a:spLocks/>
            </p:cNvSpPr>
            <p:nvPr/>
          </p:nvSpPr>
          <p:spPr>
            <a:xfrm>
              <a:off x="4200967" y="1962874"/>
              <a:ext cx="28398" cy="28398"/>
            </a:xfrm>
            <a:prstGeom prst="ellipse">
              <a:avLst/>
            </a:prstGeom>
            <a:solidFill>
              <a:srgbClr val="7F8C97">
                <a:alpha val="48000"/>
              </a:srgbClr>
            </a:solidFill>
            <a:ln w="0">
              <a:noFill/>
              <a:prstDash val="solid"/>
            </a:ln>
          </p:spPr>
        </p:sp>
        <p:sp>
          <p:nvSpPr>
            <p:cNvPr id="391" name="03_assume_matched_390">
              <a:extLst>
                <a:ext uri="{FF2B5EF4-FFF2-40B4-BE49-F238E27FC236}">
                  <a16:creationId xmlns:a16="http://schemas.microsoft.com/office/drawing/2014/main" id="{7D0FEC01-3B80-447A-8153-3CF94AB34629}"/>
                </a:ext>
              </a:extLst>
            </p:cNvPr>
            <p:cNvSpPr>
              <a:spLocks/>
            </p:cNvSpPr>
            <p:nvPr/>
          </p:nvSpPr>
          <p:spPr>
            <a:xfrm>
              <a:off x="4179237" y="1670439"/>
              <a:ext cx="28398" cy="28398"/>
            </a:xfrm>
            <a:prstGeom prst="ellipse">
              <a:avLst/>
            </a:prstGeom>
            <a:solidFill>
              <a:srgbClr val="7F8C97">
                <a:alpha val="48000"/>
              </a:srgbClr>
            </a:solidFill>
            <a:ln w="0">
              <a:noFill/>
              <a:prstDash val="solid"/>
            </a:ln>
          </p:spPr>
        </p:sp>
        <p:sp>
          <p:nvSpPr>
            <p:cNvPr id="392" name="03_assume_matched_391">
              <a:extLst>
                <a:ext uri="{FF2B5EF4-FFF2-40B4-BE49-F238E27FC236}">
                  <a16:creationId xmlns:a16="http://schemas.microsoft.com/office/drawing/2014/main" id="{D9AF29A8-35A9-459B-AB45-7F3523705A69}"/>
                </a:ext>
              </a:extLst>
            </p:cNvPr>
            <p:cNvSpPr>
              <a:spLocks/>
            </p:cNvSpPr>
            <p:nvPr/>
          </p:nvSpPr>
          <p:spPr>
            <a:xfrm>
              <a:off x="4262992" y="1962874"/>
              <a:ext cx="28398" cy="28398"/>
            </a:xfrm>
            <a:prstGeom prst="ellipse">
              <a:avLst/>
            </a:prstGeom>
            <a:solidFill>
              <a:srgbClr val="7F8C97">
                <a:alpha val="48000"/>
              </a:srgbClr>
            </a:solidFill>
            <a:ln w="0">
              <a:noFill/>
              <a:prstDash val="solid"/>
            </a:ln>
          </p:spPr>
        </p:sp>
        <p:sp>
          <p:nvSpPr>
            <p:cNvPr id="393" name="03_assume_matched_392">
              <a:extLst>
                <a:ext uri="{FF2B5EF4-FFF2-40B4-BE49-F238E27FC236}">
                  <a16:creationId xmlns:a16="http://schemas.microsoft.com/office/drawing/2014/main" id="{1A7AE3F0-A7F0-4DDD-A654-434445D0F3C6}"/>
                </a:ext>
              </a:extLst>
            </p:cNvPr>
            <p:cNvSpPr>
              <a:spLocks/>
            </p:cNvSpPr>
            <p:nvPr/>
          </p:nvSpPr>
          <p:spPr>
            <a:xfrm>
              <a:off x="4172474" y="1962874"/>
              <a:ext cx="28398" cy="28398"/>
            </a:xfrm>
            <a:prstGeom prst="ellipse">
              <a:avLst/>
            </a:prstGeom>
            <a:solidFill>
              <a:srgbClr val="7F8C97">
                <a:alpha val="48000"/>
              </a:srgbClr>
            </a:solidFill>
            <a:ln w="0">
              <a:noFill/>
              <a:prstDash val="solid"/>
            </a:ln>
          </p:spPr>
        </p:sp>
        <p:sp>
          <p:nvSpPr>
            <p:cNvPr id="394" name="03_assume_matched_393">
              <a:extLst>
                <a:ext uri="{FF2B5EF4-FFF2-40B4-BE49-F238E27FC236}">
                  <a16:creationId xmlns:a16="http://schemas.microsoft.com/office/drawing/2014/main" id="{A88C3A6E-B4EC-45E3-AF8B-2FA30C850904}"/>
                </a:ext>
              </a:extLst>
            </p:cNvPr>
            <p:cNvSpPr>
              <a:spLocks/>
            </p:cNvSpPr>
            <p:nvPr/>
          </p:nvSpPr>
          <p:spPr>
            <a:xfrm>
              <a:off x="4266590" y="1728926"/>
              <a:ext cx="28398" cy="28398"/>
            </a:xfrm>
            <a:prstGeom prst="ellipse">
              <a:avLst/>
            </a:prstGeom>
            <a:solidFill>
              <a:srgbClr val="7F8C97">
                <a:alpha val="48000"/>
              </a:srgbClr>
            </a:solidFill>
            <a:ln w="0">
              <a:noFill/>
              <a:prstDash val="solid"/>
            </a:ln>
          </p:spPr>
        </p:sp>
        <p:sp>
          <p:nvSpPr>
            <p:cNvPr id="395" name="03_assume_matched_394">
              <a:extLst>
                <a:ext uri="{FF2B5EF4-FFF2-40B4-BE49-F238E27FC236}">
                  <a16:creationId xmlns:a16="http://schemas.microsoft.com/office/drawing/2014/main" id="{76DEE1D5-67E1-4771-9DD6-940AA794C0C3}"/>
                </a:ext>
              </a:extLst>
            </p:cNvPr>
            <p:cNvSpPr>
              <a:spLocks/>
            </p:cNvSpPr>
            <p:nvPr/>
          </p:nvSpPr>
          <p:spPr>
            <a:xfrm>
              <a:off x="4173769" y="1962874"/>
              <a:ext cx="28398" cy="28398"/>
            </a:xfrm>
            <a:prstGeom prst="ellipse">
              <a:avLst/>
            </a:prstGeom>
            <a:solidFill>
              <a:srgbClr val="7F8C97">
                <a:alpha val="48000"/>
              </a:srgbClr>
            </a:solidFill>
            <a:ln w="0">
              <a:noFill/>
              <a:prstDash val="solid"/>
            </a:ln>
          </p:spPr>
        </p:sp>
        <p:sp>
          <p:nvSpPr>
            <p:cNvPr id="396" name="03_assume_matched_395">
              <a:extLst>
                <a:ext uri="{FF2B5EF4-FFF2-40B4-BE49-F238E27FC236}">
                  <a16:creationId xmlns:a16="http://schemas.microsoft.com/office/drawing/2014/main" id="{87EBAAD9-AD38-444C-BE69-F109F06DAAE7}"/>
                </a:ext>
              </a:extLst>
            </p:cNvPr>
            <p:cNvSpPr>
              <a:spLocks/>
            </p:cNvSpPr>
            <p:nvPr/>
          </p:nvSpPr>
          <p:spPr>
            <a:xfrm>
              <a:off x="4294220" y="1962874"/>
              <a:ext cx="28398" cy="28398"/>
            </a:xfrm>
            <a:prstGeom prst="ellipse">
              <a:avLst/>
            </a:prstGeom>
            <a:solidFill>
              <a:srgbClr val="7F8C97">
                <a:alpha val="48000"/>
              </a:srgbClr>
            </a:solidFill>
            <a:ln w="0">
              <a:noFill/>
              <a:prstDash val="solid"/>
            </a:ln>
          </p:spPr>
        </p:sp>
        <p:sp>
          <p:nvSpPr>
            <p:cNvPr id="397" name="03_assume_matched_396">
              <a:extLst>
                <a:ext uri="{FF2B5EF4-FFF2-40B4-BE49-F238E27FC236}">
                  <a16:creationId xmlns:a16="http://schemas.microsoft.com/office/drawing/2014/main" id="{4F9C9A21-63E1-40FB-B83F-192CC82822AF}"/>
                </a:ext>
              </a:extLst>
            </p:cNvPr>
            <p:cNvSpPr>
              <a:spLocks/>
            </p:cNvSpPr>
            <p:nvPr/>
          </p:nvSpPr>
          <p:spPr>
            <a:xfrm>
              <a:off x="4272202" y="1962874"/>
              <a:ext cx="28398" cy="28398"/>
            </a:xfrm>
            <a:prstGeom prst="ellipse">
              <a:avLst/>
            </a:prstGeom>
            <a:solidFill>
              <a:srgbClr val="7F8C97">
                <a:alpha val="48000"/>
              </a:srgbClr>
            </a:solidFill>
            <a:ln w="0">
              <a:noFill/>
              <a:prstDash val="solid"/>
            </a:ln>
          </p:spPr>
        </p:sp>
        <p:sp>
          <p:nvSpPr>
            <p:cNvPr id="398" name="03_assume_matched_397">
              <a:extLst>
                <a:ext uri="{FF2B5EF4-FFF2-40B4-BE49-F238E27FC236}">
                  <a16:creationId xmlns:a16="http://schemas.microsoft.com/office/drawing/2014/main" id="{2CE679D5-C262-426C-85C8-839367222D9E}"/>
                </a:ext>
              </a:extLst>
            </p:cNvPr>
            <p:cNvSpPr>
              <a:spLocks/>
            </p:cNvSpPr>
            <p:nvPr/>
          </p:nvSpPr>
          <p:spPr>
            <a:xfrm>
              <a:off x="4220107" y="1962874"/>
              <a:ext cx="28398" cy="28398"/>
            </a:xfrm>
            <a:prstGeom prst="ellipse">
              <a:avLst/>
            </a:prstGeom>
            <a:solidFill>
              <a:srgbClr val="7F8C97">
                <a:alpha val="48000"/>
              </a:srgbClr>
            </a:solidFill>
            <a:ln w="0">
              <a:noFill/>
              <a:prstDash val="solid"/>
            </a:ln>
          </p:spPr>
        </p:sp>
        <p:sp>
          <p:nvSpPr>
            <p:cNvPr id="399" name="03_assume_matched_398">
              <a:extLst>
                <a:ext uri="{FF2B5EF4-FFF2-40B4-BE49-F238E27FC236}">
                  <a16:creationId xmlns:a16="http://schemas.microsoft.com/office/drawing/2014/main" id="{5D91980A-80C5-4DE8-966F-14E952208B7A}"/>
                </a:ext>
              </a:extLst>
            </p:cNvPr>
            <p:cNvSpPr>
              <a:spLocks/>
            </p:cNvSpPr>
            <p:nvPr/>
          </p:nvSpPr>
          <p:spPr>
            <a:xfrm>
              <a:off x="4195787" y="1962874"/>
              <a:ext cx="28398" cy="28398"/>
            </a:xfrm>
            <a:prstGeom prst="ellipse">
              <a:avLst/>
            </a:prstGeom>
            <a:solidFill>
              <a:srgbClr val="7F8C97">
                <a:alpha val="48000"/>
              </a:srgbClr>
            </a:solidFill>
            <a:ln w="0">
              <a:noFill/>
              <a:prstDash val="solid"/>
            </a:ln>
          </p:spPr>
        </p:sp>
        <p:sp>
          <p:nvSpPr>
            <p:cNvPr id="400" name="03_assume_matched_399">
              <a:extLst>
                <a:ext uri="{FF2B5EF4-FFF2-40B4-BE49-F238E27FC236}">
                  <a16:creationId xmlns:a16="http://schemas.microsoft.com/office/drawing/2014/main" id="{F8066629-F78A-4EB6-BEE3-412852CB3DD3}"/>
                </a:ext>
              </a:extLst>
            </p:cNvPr>
            <p:cNvSpPr>
              <a:spLocks/>
            </p:cNvSpPr>
            <p:nvPr/>
          </p:nvSpPr>
          <p:spPr>
            <a:xfrm>
              <a:off x="4298250" y="1962874"/>
              <a:ext cx="28398" cy="28398"/>
            </a:xfrm>
            <a:prstGeom prst="ellipse">
              <a:avLst/>
            </a:prstGeom>
            <a:solidFill>
              <a:srgbClr val="7F8C97">
                <a:alpha val="48000"/>
              </a:srgbClr>
            </a:solidFill>
            <a:ln w="0">
              <a:noFill/>
              <a:prstDash val="solid"/>
            </a:ln>
          </p:spPr>
        </p:sp>
        <p:sp>
          <p:nvSpPr>
            <p:cNvPr id="401" name="03_assume_matched_400">
              <a:extLst>
                <a:ext uri="{FF2B5EF4-FFF2-40B4-BE49-F238E27FC236}">
                  <a16:creationId xmlns:a16="http://schemas.microsoft.com/office/drawing/2014/main" id="{E447F126-2EA3-4CC9-BF63-A7B44738D078}"/>
                </a:ext>
              </a:extLst>
            </p:cNvPr>
            <p:cNvSpPr>
              <a:spLocks/>
            </p:cNvSpPr>
            <p:nvPr/>
          </p:nvSpPr>
          <p:spPr>
            <a:xfrm>
              <a:off x="4246011" y="1962874"/>
              <a:ext cx="28398" cy="28398"/>
            </a:xfrm>
            <a:prstGeom prst="ellipse">
              <a:avLst/>
            </a:prstGeom>
            <a:solidFill>
              <a:srgbClr val="7F8C97">
                <a:alpha val="48000"/>
              </a:srgbClr>
            </a:solidFill>
            <a:ln w="0">
              <a:noFill/>
              <a:prstDash val="solid"/>
            </a:ln>
          </p:spPr>
        </p:sp>
        <p:sp>
          <p:nvSpPr>
            <p:cNvPr id="402" name="03_assume_matched_401">
              <a:extLst>
                <a:ext uri="{FF2B5EF4-FFF2-40B4-BE49-F238E27FC236}">
                  <a16:creationId xmlns:a16="http://schemas.microsoft.com/office/drawing/2014/main" id="{694C299A-C098-4BB2-B3F9-B66CBB9C10B3}"/>
                </a:ext>
              </a:extLst>
            </p:cNvPr>
            <p:cNvSpPr>
              <a:spLocks/>
            </p:cNvSpPr>
            <p:nvPr/>
          </p:nvSpPr>
          <p:spPr>
            <a:xfrm>
              <a:off x="4278822" y="1962874"/>
              <a:ext cx="28398" cy="28398"/>
            </a:xfrm>
            <a:prstGeom prst="ellipse">
              <a:avLst/>
            </a:prstGeom>
            <a:solidFill>
              <a:srgbClr val="7F8C97">
                <a:alpha val="48000"/>
              </a:srgbClr>
            </a:solidFill>
            <a:ln w="0">
              <a:noFill/>
              <a:prstDash val="solid"/>
            </a:ln>
          </p:spPr>
        </p:sp>
        <p:sp>
          <p:nvSpPr>
            <p:cNvPr id="403" name="03_assume_matched_402">
              <a:extLst>
                <a:ext uri="{FF2B5EF4-FFF2-40B4-BE49-F238E27FC236}">
                  <a16:creationId xmlns:a16="http://schemas.microsoft.com/office/drawing/2014/main" id="{AD1ED9A4-73CB-45C8-85BF-7B6D834C9E41}"/>
                </a:ext>
              </a:extLst>
            </p:cNvPr>
            <p:cNvSpPr>
              <a:spLocks/>
            </p:cNvSpPr>
            <p:nvPr/>
          </p:nvSpPr>
          <p:spPr>
            <a:xfrm>
              <a:off x="4177942" y="1962874"/>
              <a:ext cx="28398" cy="28398"/>
            </a:xfrm>
            <a:prstGeom prst="ellipse">
              <a:avLst/>
            </a:prstGeom>
            <a:solidFill>
              <a:srgbClr val="7F8C97">
                <a:alpha val="48000"/>
              </a:srgbClr>
            </a:solidFill>
            <a:ln w="0">
              <a:noFill/>
              <a:prstDash val="solid"/>
            </a:ln>
          </p:spPr>
        </p:sp>
        <p:sp>
          <p:nvSpPr>
            <p:cNvPr id="404" name="03_assume_matched_403">
              <a:extLst>
                <a:ext uri="{FF2B5EF4-FFF2-40B4-BE49-F238E27FC236}">
                  <a16:creationId xmlns:a16="http://schemas.microsoft.com/office/drawing/2014/main" id="{11C66C83-60C4-4E8E-A6EF-CBE018762DB1}"/>
                </a:ext>
              </a:extLst>
            </p:cNvPr>
            <p:cNvSpPr>
              <a:spLocks/>
            </p:cNvSpPr>
            <p:nvPr/>
          </p:nvSpPr>
          <p:spPr>
            <a:xfrm>
              <a:off x="4269900" y="1962874"/>
              <a:ext cx="28398" cy="28398"/>
            </a:xfrm>
            <a:prstGeom prst="ellipse">
              <a:avLst/>
            </a:prstGeom>
            <a:solidFill>
              <a:srgbClr val="7F8C97">
                <a:alpha val="48000"/>
              </a:srgbClr>
            </a:solidFill>
            <a:ln w="0">
              <a:noFill/>
              <a:prstDash val="solid"/>
            </a:ln>
          </p:spPr>
        </p:sp>
        <p:sp>
          <p:nvSpPr>
            <p:cNvPr id="405" name="03_assume_matched_404">
              <a:extLst>
                <a:ext uri="{FF2B5EF4-FFF2-40B4-BE49-F238E27FC236}">
                  <a16:creationId xmlns:a16="http://schemas.microsoft.com/office/drawing/2014/main" id="{DF1D5615-C0F6-4286-9EA9-87BAEF0616BD}"/>
                </a:ext>
              </a:extLst>
            </p:cNvPr>
            <p:cNvSpPr>
              <a:spLocks/>
            </p:cNvSpPr>
            <p:nvPr/>
          </p:nvSpPr>
          <p:spPr>
            <a:xfrm>
              <a:off x="4249033" y="1962874"/>
              <a:ext cx="28398" cy="28398"/>
            </a:xfrm>
            <a:prstGeom prst="ellipse">
              <a:avLst/>
            </a:prstGeom>
            <a:solidFill>
              <a:srgbClr val="7F8C97">
                <a:alpha val="48000"/>
              </a:srgbClr>
            </a:solidFill>
            <a:ln w="0">
              <a:noFill/>
              <a:prstDash val="solid"/>
            </a:ln>
          </p:spPr>
        </p:sp>
        <p:sp>
          <p:nvSpPr>
            <p:cNvPr id="406" name="03_assume_matched_405">
              <a:extLst>
                <a:ext uri="{FF2B5EF4-FFF2-40B4-BE49-F238E27FC236}">
                  <a16:creationId xmlns:a16="http://schemas.microsoft.com/office/drawing/2014/main" id="{2A8D5011-E472-4113-95BD-6C1A0AF78BF9}"/>
                </a:ext>
              </a:extLst>
            </p:cNvPr>
            <p:cNvSpPr>
              <a:spLocks/>
            </p:cNvSpPr>
            <p:nvPr/>
          </p:nvSpPr>
          <p:spPr>
            <a:xfrm>
              <a:off x="4157651" y="1670439"/>
              <a:ext cx="28398" cy="28398"/>
            </a:xfrm>
            <a:prstGeom prst="ellipse">
              <a:avLst/>
            </a:prstGeom>
            <a:solidFill>
              <a:srgbClr val="7F8C97">
                <a:alpha val="48000"/>
              </a:srgbClr>
            </a:solidFill>
            <a:ln w="0">
              <a:noFill/>
              <a:prstDash val="solid"/>
            </a:ln>
          </p:spPr>
        </p:sp>
        <p:sp>
          <p:nvSpPr>
            <p:cNvPr id="407" name="03_assume_matched_406">
              <a:extLst>
                <a:ext uri="{FF2B5EF4-FFF2-40B4-BE49-F238E27FC236}">
                  <a16:creationId xmlns:a16="http://schemas.microsoft.com/office/drawing/2014/main" id="{E34D64E7-B1F0-4DEB-BFA7-9384E9D26F67}"/>
                </a:ext>
              </a:extLst>
            </p:cNvPr>
            <p:cNvSpPr>
              <a:spLocks/>
            </p:cNvSpPr>
            <p:nvPr/>
          </p:nvSpPr>
          <p:spPr>
            <a:xfrm>
              <a:off x="4216941" y="1962874"/>
              <a:ext cx="28398" cy="28398"/>
            </a:xfrm>
            <a:prstGeom prst="ellipse">
              <a:avLst/>
            </a:prstGeom>
            <a:solidFill>
              <a:srgbClr val="7F8C97">
                <a:alpha val="48000"/>
              </a:srgbClr>
            </a:solidFill>
            <a:ln w="0">
              <a:noFill/>
              <a:prstDash val="solid"/>
            </a:ln>
          </p:spPr>
        </p:sp>
        <p:sp>
          <p:nvSpPr>
            <p:cNvPr id="408" name="03_assume_matched_407">
              <a:extLst>
                <a:ext uri="{FF2B5EF4-FFF2-40B4-BE49-F238E27FC236}">
                  <a16:creationId xmlns:a16="http://schemas.microsoft.com/office/drawing/2014/main" id="{B60FA197-FFF1-45DC-9BF7-CD1E4CF6037E}"/>
                </a:ext>
              </a:extLst>
            </p:cNvPr>
            <p:cNvSpPr>
              <a:spLocks/>
            </p:cNvSpPr>
            <p:nvPr/>
          </p:nvSpPr>
          <p:spPr>
            <a:xfrm>
              <a:off x="4199097" y="1962874"/>
              <a:ext cx="28398" cy="28398"/>
            </a:xfrm>
            <a:prstGeom prst="ellipse">
              <a:avLst/>
            </a:prstGeom>
            <a:solidFill>
              <a:srgbClr val="7F8C97">
                <a:alpha val="48000"/>
              </a:srgbClr>
            </a:solidFill>
            <a:ln w="0">
              <a:noFill/>
              <a:prstDash val="solid"/>
            </a:ln>
          </p:spPr>
        </p:sp>
        <p:sp>
          <p:nvSpPr>
            <p:cNvPr id="409" name="03_assume_matched_408">
              <a:extLst>
                <a:ext uri="{FF2B5EF4-FFF2-40B4-BE49-F238E27FC236}">
                  <a16:creationId xmlns:a16="http://schemas.microsoft.com/office/drawing/2014/main" id="{E04E8019-9C9C-4863-942D-98A36918E7D5}"/>
                </a:ext>
              </a:extLst>
            </p:cNvPr>
            <p:cNvSpPr>
              <a:spLocks/>
            </p:cNvSpPr>
            <p:nvPr/>
          </p:nvSpPr>
          <p:spPr>
            <a:xfrm>
              <a:off x="4231332" y="1670439"/>
              <a:ext cx="28398" cy="28398"/>
            </a:xfrm>
            <a:prstGeom prst="ellipse">
              <a:avLst/>
            </a:prstGeom>
            <a:solidFill>
              <a:srgbClr val="7F8C97">
                <a:alpha val="48000"/>
              </a:srgbClr>
            </a:solidFill>
            <a:ln w="0">
              <a:noFill/>
              <a:prstDash val="solid"/>
            </a:ln>
          </p:spPr>
        </p:sp>
        <p:sp>
          <p:nvSpPr>
            <p:cNvPr id="410" name="03_assume_matched_409">
              <a:extLst>
                <a:ext uri="{FF2B5EF4-FFF2-40B4-BE49-F238E27FC236}">
                  <a16:creationId xmlns:a16="http://schemas.microsoft.com/office/drawing/2014/main" id="{B86EA377-F545-405A-AD9F-064238FCD655}"/>
                </a:ext>
              </a:extLst>
            </p:cNvPr>
            <p:cNvSpPr>
              <a:spLocks/>
            </p:cNvSpPr>
            <p:nvPr/>
          </p:nvSpPr>
          <p:spPr>
            <a:xfrm>
              <a:off x="4213200" y="1816656"/>
              <a:ext cx="28398" cy="28398"/>
            </a:xfrm>
            <a:prstGeom prst="ellipse">
              <a:avLst/>
            </a:prstGeom>
            <a:solidFill>
              <a:srgbClr val="7F8C97">
                <a:alpha val="48000"/>
              </a:srgbClr>
            </a:solidFill>
            <a:ln w="0">
              <a:noFill/>
              <a:prstDash val="solid"/>
            </a:ln>
          </p:spPr>
        </p:sp>
        <p:sp>
          <p:nvSpPr>
            <p:cNvPr id="411" name="03_assume_matched_410">
              <a:extLst>
                <a:ext uri="{FF2B5EF4-FFF2-40B4-BE49-F238E27FC236}">
                  <a16:creationId xmlns:a16="http://schemas.microsoft.com/office/drawing/2014/main" id="{EB3D8B80-2405-49A0-8739-771871831ECF}"/>
                </a:ext>
              </a:extLst>
            </p:cNvPr>
            <p:cNvSpPr>
              <a:spLocks/>
            </p:cNvSpPr>
            <p:nvPr/>
          </p:nvSpPr>
          <p:spPr>
            <a:xfrm>
              <a:off x="4275368" y="1962874"/>
              <a:ext cx="28398" cy="28398"/>
            </a:xfrm>
            <a:prstGeom prst="ellipse">
              <a:avLst/>
            </a:prstGeom>
            <a:solidFill>
              <a:srgbClr val="7F8C97">
                <a:alpha val="48000"/>
              </a:srgbClr>
            </a:solidFill>
            <a:ln w="0">
              <a:noFill/>
              <a:prstDash val="solid"/>
            </a:ln>
          </p:spPr>
        </p:sp>
        <p:sp>
          <p:nvSpPr>
            <p:cNvPr id="412" name="03_assume_matched_411">
              <a:extLst>
                <a:ext uri="{FF2B5EF4-FFF2-40B4-BE49-F238E27FC236}">
                  <a16:creationId xmlns:a16="http://schemas.microsoft.com/office/drawing/2014/main" id="{11FC702F-A337-4289-9E00-E4CD2907C032}"/>
                </a:ext>
              </a:extLst>
            </p:cNvPr>
            <p:cNvSpPr>
              <a:spLocks/>
            </p:cNvSpPr>
            <p:nvPr/>
          </p:nvSpPr>
          <p:spPr>
            <a:xfrm>
              <a:off x="4173481" y="1728926"/>
              <a:ext cx="28398" cy="28398"/>
            </a:xfrm>
            <a:prstGeom prst="ellipse">
              <a:avLst/>
            </a:prstGeom>
            <a:solidFill>
              <a:srgbClr val="7F8C97">
                <a:alpha val="48000"/>
              </a:srgbClr>
            </a:solidFill>
            <a:ln w="0">
              <a:noFill/>
              <a:prstDash val="solid"/>
            </a:ln>
          </p:spPr>
        </p:sp>
        <p:sp>
          <p:nvSpPr>
            <p:cNvPr id="413" name="03_assume_matched_412">
              <a:extLst>
                <a:ext uri="{FF2B5EF4-FFF2-40B4-BE49-F238E27FC236}">
                  <a16:creationId xmlns:a16="http://schemas.microsoft.com/office/drawing/2014/main" id="{6330E6B3-AF47-4510-ACBC-3C1BDF905C27}"/>
                </a:ext>
              </a:extLst>
            </p:cNvPr>
            <p:cNvSpPr>
              <a:spLocks/>
            </p:cNvSpPr>
            <p:nvPr/>
          </p:nvSpPr>
          <p:spPr>
            <a:xfrm>
              <a:off x="4180101" y="1962874"/>
              <a:ext cx="28398" cy="28398"/>
            </a:xfrm>
            <a:prstGeom prst="ellipse">
              <a:avLst/>
            </a:prstGeom>
            <a:solidFill>
              <a:srgbClr val="7F8C97">
                <a:alpha val="48000"/>
              </a:srgbClr>
            </a:solidFill>
            <a:ln w="0">
              <a:noFill/>
              <a:prstDash val="solid"/>
            </a:ln>
          </p:spPr>
        </p:sp>
        <p:sp>
          <p:nvSpPr>
            <p:cNvPr id="414" name="03_assume_matched_413">
              <a:extLst>
                <a:ext uri="{FF2B5EF4-FFF2-40B4-BE49-F238E27FC236}">
                  <a16:creationId xmlns:a16="http://schemas.microsoft.com/office/drawing/2014/main" id="{E535C19C-D8AA-4D83-A274-32B794F77A6C}"/>
                </a:ext>
              </a:extLst>
            </p:cNvPr>
            <p:cNvSpPr>
              <a:spLocks/>
            </p:cNvSpPr>
            <p:nvPr/>
          </p:nvSpPr>
          <p:spPr>
            <a:xfrm>
              <a:off x="4239967" y="1670439"/>
              <a:ext cx="28398" cy="28398"/>
            </a:xfrm>
            <a:prstGeom prst="ellipse">
              <a:avLst/>
            </a:prstGeom>
            <a:solidFill>
              <a:srgbClr val="7F8C97">
                <a:alpha val="48000"/>
              </a:srgbClr>
            </a:solidFill>
            <a:ln w="0">
              <a:noFill/>
              <a:prstDash val="solid"/>
            </a:ln>
          </p:spPr>
        </p:sp>
        <p:sp>
          <p:nvSpPr>
            <p:cNvPr id="415" name="03_assume_matched_414">
              <a:extLst>
                <a:ext uri="{FF2B5EF4-FFF2-40B4-BE49-F238E27FC236}">
                  <a16:creationId xmlns:a16="http://schemas.microsoft.com/office/drawing/2014/main" id="{103401CF-6C48-4AC6-A539-91C44C03839F}"/>
                </a:ext>
              </a:extLst>
            </p:cNvPr>
            <p:cNvSpPr>
              <a:spLocks/>
            </p:cNvSpPr>
            <p:nvPr/>
          </p:nvSpPr>
          <p:spPr>
            <a:xfrm>
              <a:off x="4238672" y="1670439"/>
              <a:ext cx="28398" cy="28398"/>
            </a:xfrm>
            <a:prstGeom prst="ellipse">
              <a:avLst/>
            </a:prstGeom>
            <a:solidFill>
              <a:srgbClr val="7F8C97">
                <a:alpha val="48000"/>
              </a:srgbClr>
            </a:solidFill>
            <a:ln w="0">
              <a:noFill/>
              <a:prstDash val="solid"/>
            </a:ln>
          </p:spPr>
        </p:sp>
        <p:sp>
          <p:nvSpPr>
            <p:cNvPr id="416" name="03_assume_matched_415">
              <a:extLst>
                <a:ext uri="{FF2B5EF4-FFF2-40B4-BE49-F238E27FC236}">
                  <a16:creationId xmlns:a16="http://schemas.microsoft.com/office/drawing/2014/main" id="{EBD9B427-917C-45D8-AB29-0A91FC8462EB}"/>
                </a:ext>
              </a:extLst>
            </p:cNvPr>
            <p:cNvSpPr>
              <a:spLocks/>
            </p:cNvSpPr>
            <p:nvPr/>
          </p:nvSpPr>
          <p:spPr>
            <a:xfrm>
              <a:off x="4285442" y="1962874"/>
              <a:ext cx="28398" cy="28398"/>
            </a:xfrm>
            <a:prstGeom prst="ellipse">
              <a:avLst/>
            </a:prstGeom>
            <a:solidFill>
              <a:srgbClr val="7F8C97">
                <a:alpha val="48000"/>
              </a:srgbClr>
            </a:solidFill>
            <a:ln w="0">
              <a:noFill/>
              <a:prstDash val="solid"/>
            </a:ln>
          </p:spPr>
        </p:sp>
        <p:sp>
          <p:nvSpPr>
            <p:cNvPr id="417" name="03_assume_matched_416">
              <a:extLst>
                <a:ext uri="{FF2B5EF4-FFF2-40B4-BE49-F238E27FC236}">
                  <a16:creationId xmlns:a16="http://schemas.microsoft.com/office/drawing/2014/main" id="{703D77B3-2B82-492C-8D3A-526DDBF87034}"/>
                </a:ext>
              </a:extLst>
            </p:cNvPr>
            <p:cNvSpPr>
              <a:spLocks/>
            </p:cNvSpPr>
            <p:nvPr/>
          </p:nvSpPr>
          <p:spPr>
            <a:xfrm>
              <a:off x="4263712" y="1816656"/>
              <a:ext cx="28398" cy="28398"/>
            </a:xfrm>
            <a:prstGeom prst="ellipse">
              <a:avLst/>
            </a:prstGeom>
            <a:solidFill>
              <a:srgbClr val="7F8C97">
                <a:alpha val="48000"/>
              </a:srgbClr>
            </a:solidFill>
            <a:ln w="0">
              <a:noFill/>
              <a:prstDash val="solid"/>
            </a:ln>
          </p:spPr>
        </p:sp>
        <p:sp>
          <p:nvSpPr>
            <p:cNvPr id="418" name="03_assume_matched_417">
              <a:extLst>
                <a:ext uri="{FF2B5EF4-FFF2-40B4-BE49-F238E27FC236}">
                  <a16:creationId xmlns:a16="http://schemas.microsoft.com/office/drawing/2014/main" id="{E929E66D-911D-44EF-836E-A6962BDDFEE1}"/>
                </a:ext>
              </a:extLst>
            </p:cNvPr>
            <p:cNvSpPr>
              <a:spLocks/>
            </p:cNvSpPr>
            <p:nvPr/>
          </p:nvSpPr>
          <p:spPr>
            <a:xfrm>
              <a:off x="4195787" y="1962874"/>
              <a:ext cx="28398" cy="28398"/>
            </a:xfrm>
            <a:prstGeom prst="ellipse">
              <a:avLst/>
            </a:prstGeom>
            <a:solidFill>
              <a:srgbClr val="7F8C97">
                <a:alpha val="48000"/>
              </a:srgbClr>
            </a:solidFill>
            <a:ln w="0">
              <a:noFill/>
              <a:prstDash val="solid"/>
            </a:ln>
          </p:spPr>
        </p:sp>
        <p:sp>
          <p:nvSpPr>
            <p:cNvPr id="419" name="03_assume_matched_418">
              <a:extLst>
                <a:ext uri="{FF2B5EF4-FFF2-40B4-BE49-F238E27FC236}">
                  <a16:creationId xmlns:a16="http://schemas.microsoft.com/office/drawing/2014/main" id="{6466DA34-F901-42C0-9606-758AE3E45071}"/>
                </a:ext>
              </a:extLst>
            </p:cNvPr>
            <p:cNvSpPr>
              <a:spLocks/>
            </p:cNvSpPr>
            <p:nvPr/>
          </p:nvSpPr>
          <p:spPr>
            <a:xfrm>
              <a:off x="4266590" y="1962874"/>
              <a:ext cx="28398" cy="28398"/>
            </a:xfrm>
            <a:prstGeom prst="ellipse">
              <a:avLst/>
            </a:prstGeom>
            <a:solidFill>
              <a:srgbClr val="7F8C97">
                <a:alpha val="48000"/>
              </a:srgbClr>
            </a:solidFill>
            <a:ln w="0">
              <a:noFill/>
              <a:prstDash val="solid"/>
            </a:ln>
          </p:spPr>
        </p:sp>
        <p:sp>
          <p:nvSpPr>
            <p:cNvPr id="420" name="03_assume_matched_419">
              <a:extLst>
                <a:ext uri="{FF2B5EF4-FFF2-40B4-BE49-F238E27FC236}">
                  <a16:creationId xmlns:a16="http://schemas.microsoft.com/office/drawing/2014/main" id="{3994E497-1B07-4736-9189-F537CC6BCA9D}"/>
                </a:ext>
              </a:extLst>
            </p:cNvPr>
            <p:cNvSpPr>
              <a:spLocks/>
            </p:cNvSpPr>
            <p:nvPr/>
          </p:nvSpPr>
          <p:spPr>
            <a:xfrm>
              <a:off x="4254933" y="1767917"/>
              <a:ext cx="28398" cy="28398"/>
            </a:xfrm>
            <a:prstGeom prst="ellipse">
              <a:avLst/>
            </a:prstGeom>
            <a:solidFill>
              <a:srgbClr val="7F8C97">
                <a:alpha val="48000"/>
              </a:srgbClr>
            </a:solidFill>
            <a:ln w="0">
              <a:noFill/>
              <a:prstDash val="solid"/>
            </a:ln>
          </p:spPr>
        </p:sp>
        <p:sp>
          <p:nvSpPr>
            <p:cNvPr id="421" name="03_assume_matched_420">
              <a:extLst>
                <a:ext uri="{FF2B5EF4-FFF2-40B4-BE49-F238E27FC236}">
                  <a16:creationId xmlns:a16="http://schemas.microsoft.com/office/drawing/2014/main" id="{83B6D040-B021-45D0-B337-69F1434F0033}"/>
                </a:ext>
              </a:extLst>
            </p:cNvPr>
            <p:cNvSpPr>
              <a:spLocks/>
            </p:cNvSpPr>
            <p:nvPr/>
          </p:nvSpPr>
          <p:spPr>
            <a:xfrm>
              <a:off x="4261121" y="1962874"/>
              <a:ext cx="28398" cy="28398"/>
            </a:xfrm>
            <a:prstGeom prst="ellipse">
              <a:avLst/>
            </a:prstGeom>
            <a:solidFill>
              <a:srgbClr val="7F8C97">
                <a:alpha val="48000"/>
              </a:srgbClr>
            </a:solidFill>
            <a:ln w="0">
              <a:noFill/>
              <a:prstDash val="solid"/>
            </a:ln>
          </p:spPr>
        </p:sp>
        <p:sp>
          <p:nvSpPr>
            <p:cNvPr id="422" name="03_assume_matched_421">
              <a:extLst>
                <a:ext uri="{FF2B5EF4-FFF2-40B4-BE49-F238E27FC236}">
                  <a16:creationId xmlns:a16="http://schemas.microsoft.com/office/drawing/2014/main" id="{DD2069BD-380E-480C-829F-DE383DD3471C}"/>
                </a:ext>
              </a:extLst>
            </p:cNvPr>
            <p:cNvSpPr>
              <a:spLocks/>
            </p:cNvSpPr>
            <p:nvPr/>
          </p:nvSpPr>
          <p:spPr>
            <a:xfrm>
              <a:off x="4274505" y="1962874"/>
              <a:ext cx="28398" cy="28398"/>
            </a:xfrm>
            <a:prstGeom prst="ellipse">
              <a:avLst/>
            </a:prstGeom>
            <a:solidFill>
              <a:srgbClr val="7F8C97">
                <a:alpha val="48000"/>
              </a:srgbClr>
            </a:solidFill>
            <a:ln w="0">
              <a:noFill/>
              <a:prstDash val="solid"/>
            </a:ln>
          </p:spPr>
        </p:sp>
        <p:sp>
          <p:nvSpPr>
            <p:cNvPr id="423" name="03_assume_matched_422">
              <a:extLst>
                <a:ext uri="{FF2B5EF4-FFF2-40B4-BE49-F238E27FC236}">
                  <a16:creationId xmlns:a16="http://schemas.microsoft.com/office/drawing/2014/main" id="{9794F6C5-6ABB-4909-BAB4-94661C676D0B}"/>
                </a:ext>
              </a:extLst>
            </p:cNvPr>
            <p:cNvSpPr>
              <a:spLocks/>
            </p:cNvSpPr>
            <p:nvPr/>
          </p:nvSpPr>
          <p:spPr>
            <a:xfrm>
              <a:off x="4183123" y="1670439"/>
              <a:ext cx="28398" cy="28398"/>
            </a:xfrm>
            <a:prstGeom prst="ellipse">
              <a:avLst/>
            </a:prstGeom>
            <a:solidFill>
              <a:srgbClr val="7F8C97">
                <a:alpha val="48000"/>
              </a:srgbClr>
            </a:solidFill>
            <a:ln w="0">
              <a:noFill/>
              <a:prstDash val="solid"/>
            </a:ln>
          </p:spPr>
        </p:sp>
        <p:sp>
          <p:nvSpPr>
            <p:cNvPr id="424" name="03_assume_matched_423">
              <a:extLst>
                <a:ext uri="{FF2B5EF4-FFF2-40B4-BE49-F238E27FC236}">
                  <a16:creationId xmlns:a16="http://schemas.microsoft.com/office/drawing/2014/main" id="{A35AF585-C782-45BB-85D3-E0C1C7A80FBE}"/>
                </a:ext>
              </a:extLst>
            </p:cNvPr>
            <p:cNvSpPr>
              <a:spLocks/>
            </p:cNvSpPr>
            <p:nvPr/>
          </p:nvSpPr>
          <p:spPr>
            <a:xfrm>
              <a:off x="4172330" y="1962874"/>
              <a:ext cx="28398" cy="28398"/>
            </a:xfrm>
            <a:prstGeom prst="ellipse">
              <a:avLst/>
            </a:prstGeom>
            <a:solidFill>
              <a:srgbClr val="7F8C97">
                <a:alpha val="48000"/>
              </a:srgbClr>
            </a:solidFill>
            <a:ln w="0">
              <a:noFill/>
              <a:prstDash val="solid"/>
            </a:ln>
          </p:spPr>
        </p:sp>
        <p:sp>
          <p:nvSpPr>
            <p:cNvPr id="425" name="03_assume_matched_424">
              <a:extLst>
                <a:ext uri="{FF2B5EF4-FFF2-40B4-BE49-F238E27FC236}">
                  <a16:creationId xmlns:a16="http://schemas.microsoft.com/office/drawing/2014/main" id="{0D9600E0-0042-434D-92FA-B6484D54A9B6}"/>
                </a:ext>
              </a:extLst>
            </p:cNvPr>
            <p:cNvSpPr>
              <a:spLocks/>
            </p:cNvSpPr>
            <p:nvPr/>
          </p:nvSpPr>
          <p:spPr>
            <a:xfrm>
              <a:off x="4255221" y="1670439"/>
              <a:ext cx="28398" cy="28398"/>
            </a:xfrm>
            <a:prstGeom prst="ellipse">
              <a:avLst/>
            </a:prstGeom>
            <a:solidFill>
              <a:srgbClr val="7F8C97">
                <a:alpha val="48000"/>
              </a:srgbClr>
            </a:solidFill>
            <a:ln w="0">
              <a:noFill/>
              <a:prstDash val="solid"/>
            </a:ln>
          </p:spPr>
        </p:sp>
        <p:sp>
          <p:nvSpPr>
            <p:cNvPr id="426" name="03_assume_matched_425">
              <a:extLst>
                <a:ext uri="{FF2B5EF4-FFF2-40B4-BE49-F238E27FC236}">
                  <a16:creationId xmlns:a16="http://schemas.microsoft.com/office/drawing/2014/main" id="{65779623-B3BE-4A3A-8E53-A5B7B9274F2E}"/>
                </a:ext>
              </a:extLst>
            </p:cNvPr>
            <p:cNvSpPr>
              <a:spLocks/>
            </p:cNvSpPr>
            <p:nvPr/>
          </p:nvSpPr>
          <p:spPr>
            <a:xfrm>
              <a:off x="4292350" y="1921097"/>
              <a:ext cx="28398" cy="28398"/>
            </a:xfrm>
            <a:prstGeom prst="ellipse">
              <a:avLst/>
            </a:prstGeom>
            <a:solidFill>
              <a:srgbClr val="7F8C97">
                <a:alpha val="48000"/>
              </a:srgbClr>
            </a:solidFill>
            <a:ln w="0">
              <a:noFill/>
              <a:prstDash val="solid"/>
            </a:ln>
          </p:spPr>
        </p:sp>
        <p:sp>
          <p:nvSpPr>
            <p:cNvPr id="427" name="03_assume_matched_426">
              <a:extLst>
                <a:ext uri="{FF2B5EF4-FFF2-40B4-BE49-F238E27FC236}">
                  <a16:creationId xmlns:a16="http://schemas.microsoft.com/office/drawing/2014/main" id="{BB6AFE5F-98CD-401F-9E5C-A0E1AB9040A1}"/>
                </a:ext>
              </a:extLst>
            </p:cNvPr>
            <p:cNvSpPr>
              <a:spLocks/>
            </p:cNvSpPr>
            <p:nvPr/>
          </p:nvSpPr>
          <p:spPr>
            <a:xfrm>
              <a:off x="4298538" y="1767917"/>
              <a:ext cx="28398" cy="28398"/>
            </a:xfrm>
            <a:prstGeom prst="ellipse">
              <a:avLst/>
            </a:prstGeom>
            <a:solidFill>
              <a:srgbClr val="7F8C97">
                <a:alpha val="48000"/>
              </a:srgbClr>
            </a:solidFill>
            <a:ln w="0">
              <a:noFill/>
              <a:prstDash val="solid"/>
            </a:ln>
          </p:spPr>
        </p:sp>
        <p:sp>
          <p:nvSpPr>
            <p:cNvPr id="428" name="03_assume_matched_427">
              <a:extLst>
                <a:ext uri="{FF2B5EF4-FFF2-40B4-BE49-F238E27FC236}">
                  <a16:creationId xmlns:a16="http://schemas.microsoft.com/office/drawing/2014/main" id="{B6767915-F6F2-4D99-A31A-2A8CC0C58D37}"/>
                </a:ext>
              </a:extLst>
            </p:cNvPr>
            <p:cNvSpPr>
              <a:spLocks/>
            </p:cNvSpPr>
            <p:nvPr/>
          </p:nvSpPr>
          <p:spPr>
            <a:xfrm>
              <a:off x="4209602" y="1962874"/>
              <a:ext cx="28398" cy="28398"/>
            </a:xfrm>
            <a:prstGeom prst="ellipse">
              <a:avLst/>
            </a:prstGeom>
            <a:solidFill>
              <a:srgbClr val="7F8C97">
                <a:alpha val="48000"/>
              </a:srgbClr>
            </a:solidFill>
            <a:ln w="0">
              <a:noFill/>
              <a:prstDash val="solid"/>
            </a:ln>
          </p:spPr>
        </p:sp>
        <p:sp>
          <p:nvSpPr>
            <p:cNvPr id="429" name="03_assume_matched_428">
              <a:extLst>
                <a:ext uri="{FF2B5EF4-FFF2-40B4-BE49-F238E27FC236}">
                  <a16:creationId xmlns:a16="http://schemas.microsoft.com/office/drawing/2014/main" id="{FD7298B5-ECBF-49B6-9378-6139BE81B1AA}"/>
                </a:ext>
              </a:extLst>
            </p:cNvPr>
            <p:cNvSpPr>
              <a:spLocks/>
            </p:cNvSpPr>
            <p:nvPr/>
          </p:nvSpPr>
          <p:spPr>
            <a:xfrm>
              <a:off x="4262417" y="1962874"/>
              <a:ext cx="28398" cy="28398"/>
            </a:xfrm>
            <a:prstGeom prst="ellipse">
              <a:avLst/>
            </a:prstGeom>
            <a:solidFill>
              <a:srgbClr val="7F8C97">
                <a:alpha val="48000"/>
              </a:srgbClr>
            </a:solidFill>
            <a:ln w="0">
              <a:noFill/>
              <a:prstDash val="solid"/>
            </a:ln>
          </p:spPr>
        </p:sp>
        <p:sp>
          <p:nvSpPr>
            <p:cNvPr id="430" name="03_assume_matched_429">
              <a:extLst>
                <a:ext uri="{FF2B5EF4-FFF2-40B4-BE49-F238E27FC236}">
                  <a16:creationId xmlns:a16="http://schemas.microsoft.com/office/drawing/2014/main" id="{C2A8352A-B88B-4848-B6E2-512E415EF980}"/>
                </a:ext>
              </a:extLst>
            </p:cNvPr>
            <p:cNvSpPr>
              <a:spLocks/>
            </p:cNvSpPr>
            <p:nvPr/>
          </p:nvSpPr>
          <p:spPr>
            <a:xfrm>
              <a:off x="4273354" y="1962874"/>
              <a:ext cx="28398" cy="28398"/>
            </a:xfrm>
            <a:prstGeom prst="ellipse">
              <a:avLst/>
            </a:prstGeom>
            <a:solidFill>
              <a:srgbClr val="7F8C97">
                <a:alpha val="48000"/>
              </a:srgbClr>
            </a:solidFill>
            <a:ln w="0">
              <a:noFill/>
              <a:prstDash val="solid"/>
            </a:ln>
          </p:spPr>
        </p:sp>
        <p:sp>
          <p:nvSpPr>
            <p:cNvPr id="431" name="03_assume_matched_430">
              <a:extLst>
                <a:ext uri="{FF2B5EF4-FFF2-40B4-BE49-F238E27FC236}">
                  <a16:creationId xmlns:a16="http://schemas.microsoft.com/office/drawing/2014/main" id="{44484720-4C35-47C7-84AE-D86120A7D39A}"/>
                </a:ext>
              </a:extLst>
            </p:cNvPr>
            <p:cNvSpPr>
              <a:spLocks/>
            </p:cNvSpPr>
            <p:nvPr/>
          </p:nvSpPr>
          <p:spPr>
            <a:xfrm>
              <a:off x="4290767" y="1962874"/>
              <a:ext cx="28398" cy="28398"/>
            </a:xfrm>
            <a:prstGeom prst="ellipse">
              <a:avLst/>
            </a:prstGeom>
            <a:solidFill>
              <a:srgbClr val="7F8C97">
                <a:alpha val="48000"/>
              </a:srgbClr>
            </a:solidFill>
            <a:ln w="0">
              <a:noFill/>
              <a:prstDash val="solid"/>
            </a:ln>
          </p:spPr>
        </p:sp>
        <p:sp>
          <p:nvSpPr>
            <p:cNvPr id="432" name="03_assume_matched_431">
              <a:extLst>
                <a:ext uri="{FF2B5EF4-FFF2-40B4-BE49-F238E27FC236}">
                  <a16:creationId xmlns:a16="http://schemas.microsoft.com/office/drawing/2014/main" id="{66B082A2-21B4-442E-A020-200849A0D62C}"/>
                </a:ext>
              </a:extLst>
            </p:cNvPr>
            <p:cNvSpPr>
              <a:spLocks/>
            </p:cNvSpPr>
            <p:nvPr/>
          </p:nvSpPr>
          <p:spPr>
            <a:xfrm>
              <a:off x="4275512" y="1962874"/>
              <a:ext cx="28398" cy="28398"/>
            </a:xfrm>
            <a:prstGeom prst="ellipse">
              <a:avLst/>
            </a:prstGeom>
            <a:solidFill>
              <a:srgbClr val="7F8C97">
                <a:alpha val="48000"/>
              </a:srgbClr>
            </a:solidFill>
            <a:ln w="0">
              <a:noFill/>
              <a:prstDash val="solid"/>
            </a:ln>
          </p:spPr>
        </p:sp>
        <p:sp>
          <p:nvSpPr>
            <p:cNvPr id="433" name="03_assume_matched_432">
              <a:extLst>
                <a:ext uri="{FF2B5EF4-FFF2-40B4-BE49-F238E27FC236}">
                  <a16:creationId xmlns:a16="http://schemas.microsoft.com/office/drawing/2014/main" id="{8349C936-3B89-4644-95EE-69B4343C1976}"/>
                </a:ext>
              </a:extLst>
            </p:cNvPr>
            <p:cNvSpPr>
              <a:spLocks/>
            </p:cNvSpPr>
            <p:nvPr/>
          </p:nvSpPr>
          <p:spPr>
            <a:xfrm>
              <a:off x="4253782" y="1962874"/>
              <a:ext cx="28398" cy="28398"/>
            </a:xfrm>
            <a:prstGeom prst="ellipse">
              <a:avLst/>
            </a:prstGeom>
            <a:solidFill>
              <a:srgbClr val="7F8C97">
                <a:alpha val="48000"/>
              </a:srgbClr>
            </a:solidFill>
            <a:ln w="0">
              <a:noFill/>
              <a:prstDash val="solid"/>
            </a:ln>
          </p:spPr>
        </p:sp>
        <p:sp>
          <p:nvSpPr>
            <p:cNvPr id="434" name="03_assume_matched_433">
              <a:extLst>
                <a:ext uri="{FF2B5EF4-FFF2-40B4-BE49-F238E27FC236}">
                  <a16:creationId xmlns:a16="http://schemas.microsoft.com/office/drawing/2014/main" id="{B86C5957-4EF3-4AF4-832A-57A0732712BE}"/>
                </a:ext>
              </a:extLst>
            </p:cNvPr>
            <p:cNvSpPr>
              <a:spLocks/>
            </p:cNvSpPr>
            <p:nvPr/>
          </p:nvSpPr>
          <p:spPr>
            <a:xfrm>
              <a:off x="4165566" y="1670439"/>
              <a:ext cx="28398" cy="28398"/>
            </a:xfrm>
            <a:prstGeom prst="ellipse">
              <a:avLst/>
            </a:prstGeom>
            <a:solidFill>
              <a:srgbClr val="7F8C97">
                <a:alpha val="48000"/>
              </a:srgbClr>
            </a:solidFill>
            <a:ln w="0">
              <a:noFill/>
              <a:prstDash val="solid"/>
            </a:ln>
          </p:spPr>
        </p:sp>
        <p:sp>
          <p:nvSpPr>
            <p:cNvPr id="435" name="03_assume_matched_434">
              <a:extLst>
                <a:ext uri="{FF2B5EF4-FFF2-40B4-BE49-F238E27FC236}">
                  <a16:creationId xmlns:a16="http://schemas.microsoft.com/office/drawing/2014/main" id="{C19F5430-3EFC-4269-B53A-8436BE16762B}"/>
                </a:ext>
              </a:extLst>
            </p:cNvPr>
            <p:cNvSpPr>
              <a:spLocks/>
            </p:cNvSpPr>
            <p:nvPr/>
          </p:nvSpPr>
          <p:spPr>
            <a:xfrm>
              <a:off x="4179525" y="1962874"/>
              <a:ext cx="28398" cy="28398"/>
            </a:xfrm>
            <a:prstGeom prst="ellipse">
              <a:avLst/>
            </a:prstGeom>
            <a:solidFill>
              <a:srgbClr val="7F8C97">
                <a:alpha val="48000"/>
              </a:srgbClr>
            </a:solidFill>
            <a:ln w="0">
              <a:noFill/>
              <a:prstDash val="solid"/>
            </a:ln>
          </p:spPr>
        </p:sp>
        <p:sp>
          <p:nvSpPr>
            <p:cNvPr id="436" name="03_assume_matched_435">
              <a:extLst>
                <a:ext uri="{FF2B5EF4-FFF2-40B4-BE49-F238E27FC236}">
                  <a16:creationId xmlns:a16="http://schemas.microsoft.com/office/drawing/2014/main" id="{6CFD0218-1416-4096-ABFB-1A6126B76F2B}"/>
                </a:ext>
              </a:extLst>
            </p:cNvPr>
            <p:cNvSpPr>
              <a:spLocks/>
            </p:cNvSpPr>
            <p:nvPr/>
          </p:nvSpPr>
          <p:spPr>
            <a:xfrm>
              <a:off x="4240686" y="1670439"/>
              <a:ext cx="28398" cy="28398"/>
            </a:xfrm>
            <a:prstGeom prst="ellipse">
              <a:avLst/>
            </a:prstGeom>
            <a:solidFill>
              <a:srgbClr val="7F8C97">
                <a:alpha val="48000"/>
              </a:srgbClr>
            </a:solidFill>
            <a:ln w="0">
              <a:noFill/>
              <a:prstDash val="solid"/>
            </a:ln>
          </p:spPr>
        </p:sp>
        <p:sp>
          <p:nvSpPr>
            <p:cNvPr id="437" name="03_assume_matched_436">
              <a:extLst>
                <a:ext uri="{FF2B5EF4-FFF2-40B4-BE49-F238E27FC236}">
                  <a16:creationId xmlns:a16="http://schemas.microsoft.com/office/drawing/2014/main" id="{A56D4481-C7B3-41AB-B972-B90422C5F401}"/>
                </a:ext>
              </a:extLst>
            </p:cNvPr>
            <p:cNvSpPr>
              <a:spLocks/>
            </p:cNvSpPr>
            <p:nvPr/>
          </p:nvSpPr>
          <p:spPr>
            <a:xfrm>
              <a:off x="4185569" y="1962874"/>
              <a:ext cx="28398" cy="28398"/>
            </a:xfrm>
            <a:prstGeom prst="ellipse">
              <a:avLst/>
            </a:prstGeom>
            <a:solidFill>
              <a:srgbClr val="7F8C97">
                <a:alpha val="48000"/>
              </a:srgbClr>
            </a:solidFill>
            <a:ln w="0">
              <a:noFill/>
              <a:prstDash val="solid"/>
            </a:ln>
          </p:spPr>
        </p:sp>
        <p:sp>
          <p:nvSpPr>
            <p:cNvPr id="438" name="03_assume_matched_437">
              <a:extLst>
                <a:ext uri="{FF2B5EF4-FFF2-40B4-BE49-F238E27FC236}">
                  <a16:creationId xmlns:a16="http://schemas.microsoft.com/office/drawing/2014/main" id="{2E0F188C-CD31-4FBB-9B31-E805C7FE03A6}"/>
                </a:ext>
              </a:extLst>
            </p:cNvPr>
            <p:cNvSpPr>
              <a:spLocks/>
            </p:cNvSpPr>
            <p:nvPr/>
          </p:nvSpPr>
          <p:spPr>
            <a:xfrm>
              <a:off x="4211617" y="1962874"/>
              <a:ext cx="28398" cy="28398"/>
            </a:xfrm>
            <a:prstGeom prst="ellipse">
              <a:avLst/>
            </a:prstGeom>
            <a:solidFill>
              <a:srgbClr val="7F8C97">
                <a:alpha val="48000"/>
              </a:srgbClr>
            </a:solidFill>
            <a:ln w="0">
              <a:noFill/>
              <a:prstDash val="solid"/>
            </a:ln>
          </p:spPr>
        </p:sp>
        <p:sp>
          <p:nvSpPr>
            <p:cNvPr id="439" name="03_assume_matched_438">
              <a:extLst>
                <a:ext uri="{FF2B5EF4-FFF2-40B4-BE49-F238E27FC236}">
                  <a16:creationId xmlns:a16="http://schemas.microsoft.com/office/drawing/2014/main" id="{3636C2D7-5374-4FFA-B23C-2E4FB8FD2838}"/>
                </a:ext>
              </a:extLst>
            </p:cNvPr>
            <p:cNvSpPr>
              <a:spLocks/>
            </p:cNvSpPr>
            <p:nvPr/>
          </p:nvSpPr>
          <p:spPr>
            <a:xfrm>
              <a:off x="4160673" y="1962874"/>
              <a:ext cx="28398" cy="28398"/>
            </a:xfrm>
            <a:prstGeom prst="ellipse">
              <a:avLst/>
            </a:prstGeom>
            <a:solidFill>
              <a:srgbClr val="7F8C97">
                <a:alpha val="48000"/>
              </a:srgbClr>
            </a:solidFill>
            <a:ln w="0">
              <a:noFill/>
              <a:prstDash val="solid"/>
            </a:ln>
          </p:spPr>
        </p:sp>
        <p:sp>
          <p:nvSpPr>
            <p:cNvPr id="440" name="03_assume_matched_439">
              <a:extLst>
                <a:ext uri="{FF2B5EF4-FFF2-40B4-BE49-F238E27FC236}">
                  <a16:creationId xmlns:a16="http://schemas.microsoft.com/office/drawing/2014/main" id="{48B88B18-A9C4-4A3B-94D9-5BA675E22793}"/>
                </a:ext>
              </a:extLst>
            </p:cNvPr>
            <p:cNvSpPr>
              <a:spLocks/>
            </p:cNvSpPr>
            <p:nvPr/>
          </p:nvSpPr>
          <p:spPr>
            <a:xfrm>
              <a:off x="4656159" y="1445489"/>
              <a:ext cx="28398" cy="28398"/>
            </a:xfrm>
            <a:prstGeom prst="ellipse">
              <a:avLst/>
            </a:prstGeom>
            <a:solidFill>
              <a:srgbClr val="7F8C97">
                <a:alpha val="48000"/>
              </a:srgbClr>
            </a:solidFill>
            <a:ln w="0">
              <a:noFill/>
              <a:prstDash val="solid"/>
            </a:ln>
          </p:spPr>
        </p:sp>
        <p:sp>
          <p:nvSpPr>
            <p:cNvPr id="441" name="03_assume_matched_440">
              <a:extLst>
                <a:ext uri="{FF2B5EF4-FFF2-40B4-BE49-F238E27FC236}">
                  <a16:creationId xmlns:a16="http://schemas.microsoft.com/office/drawing/2014/main" id="{A535B320-8F4E-4BED-9B3E-EB26B0D65206}"/>
                </a:ext>
              </a:extLst>
            </p:cNvPr>
            <p:cNvSpPr>
              <a:spLocks/>
            </p:cNvSpPr>
            <p:nvPr/>
          </p:nvSpPr>
          <p:spPr>
            <a:xfrm>
              <a:off x="4644646" y="1962874"/>
              <a:ext cx="28398" cy="28398"/>
            </a:xfrm>
            <a:prstGeom prst="ellipse">
              <a:avLst/>
            </a:prstGeom>
            <a:solidFill>
              <a:srgbClr val="7F8C97">
                <a:alpha val="48000"/>
              </a:srgbClr>
            </a:solidFill>
            <a:ln w="0">
              <a:noFill/>
              <a:prstDash val="solid"/>
            </a:ln>
          </p:spPr>
        </p:sp>
        <p:sp>
          <p:nvSpPr>
            <p:cNvPr id="442" name="03_assume_matched_441">
              <a:extLst>
                <a:ext uri="{FF2B5EF4-FFF2-40B4-BE49-F238E27FC236}">
                  <a16:creationId xmlns:a16="http://schemas.microsoft.com/office/drawing/2014/main" id="{37390251-477D-4B9E-919B-F59F0076B7A0}"/>
                </a:ext>
              </a:extLst>
            </p:cNvPr>
            <p:cNvSpPr>
              <a:spLocks/>
            </p:cNvSpPr>
            <p:nvPr/>
          </p:nvSpPr>
          <p:spPr>
            <a:xfrm>
              <a:off x="4587515" y="1962874"/>
              <a:ext cx="28398" cy="28398"/>
            </a:xfrm>
            <a:prstGeom prst="ellipse">
              <a:avLst/>
            </a:prstGeom>
            <a:solidFill>
              <a:srgbClr val="7F8C97">
                <a:alpha val="48000"/>
              </a:srgbClr>
            </a:solidFill>
            <a:ln w="0">
              <a:noFill/>
              <a:prstDash val="solid"/>
            </a:ln>
          </p:spPr>
        </p:sp>
        <p:sp>
          <p:nvSpPr>
            <p:cNvPr id="443" name="03_assume_matched_442">
              <a:extLst>
                <a:ext uri="{FF2B5EF4-FFF2-40B4-BE49-F238E27FC236}">
                  <a16:creationId xmlns:a16="http://schemas.microsoft.com/office/drawing/2014/main" id="{DE4B8B15-2E9D-453A-A330-291CF06447B6}"/>
                </a:ext>
              </a:extLst>
            </p:cNvPr>
            <p:cNvSpPr>
              <a:spLocks/>
            </p:cNvSpPr>
            <p:nvPr/>
          </p:nvSpPr>
          <p:spPr>
            <a:xfrm>
              <a:off x="4666377" y="1378004"/>
              <a:ext cx="28398" cy="28398"/>
            </a:xfrm>
            <a:prstGeom prst="ellipse">
              <a:avLst/>
            </a:prstGeom>
            <a:solidFill>
              <a:srgbClr val="7F8C97">
                <a:alpha val="48000"/>
              </a:srgbClr>
            </a:solidFill>
            <a:ln w="0">
              <a:noFill/>
              <a:prstDash val="solid"/>
            </a:ln>
          </p:spPr>
        </p:sp>
        <p:sp>
          <p:nvSpPr>
            <p:cNvPr id="444" name="03_assume_matched_443">
              <a:extLst>
                <a:ext uri="{FF2B5EF4-FFF2-40B4-BE49-F238E27FC236}">
                  <a16:creationId xmlns:a16="http://schemas.microsoft.com/office/drawing/2014/main" id="{31E23D64-46AA-4894-877A-5B67C1366353}"/>
                </a:ext>
              </a:extLst>
            </p:cNvPr>
            <p:cNvSpPr>
              <a:spLocks/>
            </p:cNvSpPr>
            <p:nvPr/>
          </p:nvSpPr>
          <p:spPr>
            <a:xfrm>
              <a:off x="4634141" y="1378004"/>
              <a:ext cx="28398" cy="28398"/>
            </a:xfrm>
            <a:prstGeom prst="ellipse">
              <a:avLst/>
            </a:prstGeom>
            <a:solidFill>
              <a:srgbClr val="7F8C97">
                <a:alpha val="48000"/>
              </a:srgbClr>
            </a:solidFill>
            <a:ln w="0">
              <a:noFill/>
              <a:prstDash val="solid"/>
            </a:ln>
          </p:spPr>
        </p:sp>
        <p:sp>
          <p:nvSpPr>
            <p:cNvPr id="445" name="03_assume_matched_444">
              <a:extLst>
                <a:ext uri="{FF2B5EF4-FFF2-40B4-BE49-F238E27FC236}">
                  <a16:creationId xmlns:a16="http://schemas.microsoft.com/office/drawing/2014/main" id="{4E052C20-2463-4DA2-B73F-8D08F58EF247}"/>
                </a:ext>
              </a:extLst>
            </p:cNvPr>
            <p:cNvSpPr>
              <a:spLocks/>
            </p:cNvSpPr>
            <p:nvPr/>
          </p:nvSpPr>
          <p:spPr>
            <a:xfrm>
              <a:off x="4538873" y="1537514"/>
              <a:ext cx="28398" cy="28398"/>
            </a:xfrm>
            <a:prstGeom prst="ellipse">
              <a:avLst/>
            </a:prstGeom>
            <a:solidFill>
              <a:srgbClr val="7F8C97">
                <a:alpha val="48000"/>
              </a:srgbClr>
            </a:solidFill>
            <a:ln w="0">
              <a:noFill/>
              <a:prstDash val="solid"/>
            </a:ln>
          </p:spPr>
        </p:sp>
        <p:sp>
          <p:nvSpPr>
            <p:cNvPr id="446" name="03_assume_matched_445">
              <a:extLst>
                <a:ext uri="{FF2B5EF4-FFF2-40B4-BE49-F238E27FC236}">
                  <a16:creationId xmlns:a16="http://schemas.microsoft.com/office/drawing/2014/main" id="{76B714A9-9BE1-4039-8C5B-8CD025AD279E}"/>
                </a:ext>
              </a:extLst>
            </p:cNvPr>
            <p:cNvSpPr>
              <a:spLocks/>
            </p:cNvSpPr>
            <p:nvPr/>
          </p:nvSpPr>
          <p:spPr>
            <a:xfrm>
              <a:off x="4569526" y="1962874"/>
              <a:ext cx="28398" cy="28398"/>
            </a:xfrm>
            <a:prstGeom prst="ellipse">
              <a:avLst/>
            </a:prstGeom>
            <a:solidFill>
              <a:srgbClr val="7F8C97">
                <a:alpha val="48000"/>
              </a:srgbClr>
            </a:solidFill>
            <a:ln w="0">
              <a:noFill/>
              <a:prstDash val="solid"/>
            </a:ln>
          </p:spPr>
        </p:sp>
        <p:sp>
          <p:nvSpPr>
            <p:cNvPr id="447" name="03_assume_matched_446">
              <a:extLst>
                <a:ext uri="{FF2B5EF4-FFF2-40B4-BE49-F238E27FC236}">
                  <a16:creationId xmlns:a16="http://schemas.microsoft.com/office/drawing/2014/main" id="{2D9C7552-1F31-451C-99A1-EEB6BEBC7419}"/>
                </a:ext>
              </a:extLst>
            </p:cNvPr>
            <p:cNvSpPr>
              <a:spLocks/>
            </p:cNvSpPr>
            <p:nvPr/>
          </p:nvSpPr>
          <p:spPr>
            <a:xfrm>
              <a:off x="4538585" y="1962874"/>
              <a:ext cx="28398" cy="28398"/>
            </a:xfrm>
            <a:prstGeom prst="ellipse">
              <a:avLst/>
            </a:prstGeom>
            <a:solidFill>
              <a:srgbClr val="7F8C97">
                <a:alpha val="48000"/>
              </a:srgbClr>
            </a:solidFill>
            <a:ln w="0">
              <a:noFill/>
              <a:prstDash val="solid"/>
            </a:ln>
          </p:spPr>
        </p:sp>
        <p:sp>
          <p:nvSpPr>
            <p:cNvPr id="448" name="03_assume_matched_447">
              <a:extLst>
                <a:ext uri="{FF2B5EF4-FFF2-40B4-BE49-F238E27FC236}">
                  <a16:creationId xmlns:a16="http://schemas.microsoft.com/office/drawing/2014/main" id="{ECA9BBB5-C769-4271-AE43-C041B4486B11}"/>
                </a:ext>
              </a:extLst>
            </p:cNvPr>
            <p:cNvSpPr>
              <a:spLocks/>
            </p:cNvSpPr>
            <p:nvPr/>
          </p:nvSpPr>
          <p:spPr>
            <a:xfrm>
              <a:off x="4619894" y="1962874"/>
              <a:ext cx="28398" cy="28398"/>
            </a:xfrm>
            <a:prstGeom prst="ellipse">
              <a:avLst/>
            </a:prstGeom>
            <a:solidFill>
              <a:srgbClr val="7F8C97">
                <a:alpha val="48000"/>
              </a:srgbClr>
            </a:solidFill>
            <a:ln w="0">
              <a:noFill/>
              <a:prstDash val="solid"/>
            </a:ln>
          </p:spPr>
        </p:sp>
        <p:sp>
          <p:nvSpPr>
            <p:cNvPr id="449" name="03_assume_matched_448">
              <a:extLst>
                <a:ext uri="{FF2B5EF4-FFF2-40B4-BE49-F238E27FC236}">
                  <a16:creationId xmlns:a16="http://schemas.microsoft.com/office/drawing/2014/main" id="{4A6416C2-36A4-44CE-BB7D-E82E646CA2BF}"/>
                </a:ext>
              </a:extLst>
            </p:cNvPr>
            <p:cNvSpPr>
              <a:spLocks/>
            </p:cNvSpPr>
            <p:nvPr/>
          </p:nvSpPr>
          <p:spPr>
            <a:xfrm>
              <a:off x="4601186" y="1962874"/>
              <a:ext cx="28398" cy="28398"/>
            </a:xfrm>
            <a:prstGeom prst="ellipse">
              <a:avLst/>
            </a:prstGeom>
            <a:solidFill>
              <a:srgbClr val="7F8C97">
                <a:alpha val="48000"/>
              </a:srgbClr>
            </a:solidFill>
            <a:ln w="0">
              <a:noFill/>
              <a:prstDash val="solid"/>
            </a:ln>
          </p:spPr>
        </p:sp>
        <p:sp>
          <p:nvSpPr>
            <p:cNvPr id="450" name="03_assume_matched_449">
              <a:extLst>
                <a:ext uri="{FF2B5EF4-FFF2-40B4-BE49-F238E27FC236}">
                  <a16:creationId xmlns:a16="http://schemas.microsoft.com/office/drawing/2014/main" id="{2CFC1D14-8707-47F1-B511-D3624A658C0E}"/>
                </a:ext>
              </a:extLst>
            </p:cNvPr>
            <p:cNvSpPr>
              <a:spLocks/>
            </p:cNvSpPr>
            <p:nvPr/>
          </p:nvSpPr>
          <p:spPr>
            <a:xfrm>
              <a:off x="4585932" y="1962874"/>
              <a:ext cx="28398" cy="28398"/>
            </a:xfrm>
            <a:prstGeom prst="ellipse">
              <a:avLst/>
            </a:prstGeom>
            <a:solidFill>
              <a:srgbClr val="7F8C97">
                <a:alpha val="48000"/>
              </a:srgbClr>
            </a:solidFill>
            <a:ln w="0">
              <a:noFill/>
              <a:prstDash val="solid"/>
            </a:ln>
          </p:spPr>
        </p:sp>
        <p:sp>
          <p:nvSpPr>
            <p:cNvPr id="451" name="03_assume_matched_450">
              <a:extLst>
                <a:ext uri="{FF2B5EF4-FFF2-40B4-BE49-F238E27FC236}">
                  <a16:creationId xmlns:a16="http://schemas.microsoft.com/office/drawing/2014/main" id="{BDB48E6A-8C80-47E3-8832-C09D000D5F47}"/>
                </a:ext>
              </a:extLst>
            </p:cNvPr>
            <p:cNvSpPr>
              <a:spLocks/>
            </p:cNvSpPr>
            <p:nvPr/>
          </p:nvSpPr>
          <p:spPr>
            <a:xfrm>
              <a:off x="4571685" y="1962874"/>
              <a:ext cx="28398" cy="28398"/>
            </a:xfrm>
            <a:prstGeom prst="ellipse">
              <a:avLst/>
            </a:prstGeom>
            <a:solidFill>
              <a:srgbClr val="7F8C97">
                <a:alpha val="48000"/>
              </a:srgbClr>
            </a:solidFill>
            <a:ln w="0">
              <a:noFill/>
              <a:prstDash val="solid"/>
            </a:ln>
          </p:spPr>
        </p:sp>
        <p:sp>
          <p:nvSpPr>
            <p:cNvPr id="452" name="03_assume_matched_451">
              <a:extLst>
                <a:ext uri="{FF2B5EF4-FFF2-40B4-BE49-F238E27FC236}">
                  <a16:creationId xmlns:a16="http://schemas.microsoft.com/office/drawing/2014/main" id="{2C729779-AA7E-4F3F-B6CE-5C9F8BE929AE}"/>
                </a:ext>
              </a:extLst>
            </p:cNvPr>
            <p:cNvSpPr>
              <a:spLocks/>
            </p:cNvSpPr>
            <p:nvPr/>
          </p:nvSpPr>
          <p:spPr>
            <a:xfrm>
              <a:off x="4588090" y="1962874"/>
              <a:ext cx="28398" cy="28398"/>
            </a:xfrm>
            <a:prstGeom prst="ellipse">
              <a:avLst/>
            </a:prstGeom>
            <a:solidFill>
              <a:srgbClr val="7F8C97">
                <a:alpha val="48000"/>
              </a:srgbClr>
            </a:solidFill>
            <a:ln w="0">
              <a:noFill/>
              <a:prstDash val="solid"/>
            </a:ln>
          </p:spPr>
        </p:sp>
        <p:sp>
          <p:nvSpPr>
            <p:cNvPr id="453" name="03_assume_matched_452">
              <a:extLst>
                <a:ext uri="{FF2B5EF4-FFF2-40B4-BE49-F238E27FC236}">
                  <a16:creationId xmlns:a16="http://schemas.microsoft.com/office/drawing/2014/main" id="{374F9271-6EE4-4FB0-A6A8-9256D4ABC601}"/>
                </a:ext>
              </a:extLst>
            </p:cNvPr>
            <p:cNvSpPr>
              <a:spLocks/>
            </p:cNvSpPr>
            <p:nvPr/>
          </p:nvSpPr>
          <p:spPr>
            <a:xfrm>
              <a:off x="4673284" y="1670439"/>
              <a:ext cx="28398" cy="28398"/>
            </a:xfrm>
            <a:prstGeom prst="ellipse">
              <a:avLst/>
            </a:prstGeom>
            <a:solidFill>
              <a:srgbClr val="7F8C97">
                <a:alpha val="48000"/>
              </a:srgbClr>
            </a:solidFill>
            <a:ln w="0">
              <a:noFill/>
              <a:prstDash val="solid"/>
            </a:ln>
          </p:spPr>
        </p:sp>
        <p:sp>
          <p:nvSpPr>
            <p:cNvPr id="454" name="03_assume_matched_453">
              <a:extLst>
                <a:ext uri="{FF2B5EF4-FFF2-40B4-BE49-F238E27FC236}">
                  <a16:creationId xmlns:a16="http://schemas.microsoft.com/office/drawing/2014/main" id="{016D65AC-A89F-45E6-AB7E-56A4ABFCE412}"/>
                </a:ext>
              </a:extLst>
            </p:cNvPr>
            <p:cNvSpPr>
              <a:spLocks/>
            </p:cNvSpPr>
            <p:nvPr/>
          </p:nvSpPr>
          <p:spPr>
            <a:xfrm>
              <a:off x="4628241" y="1572961"/>
              <a:ext cx="28398" cy="28398"/>
            </a:xfrm>
            <a:prstGeom prst="ellipse">
              <a:avLst/>
            </a:prstGeom>
            <a:solidFill>
              <a:srgbClr val="7F8C97">
                <a:alpha val="48000"/>
              </a:srgbClr>
            </a:solidFill>
            <a:ln w="0">
              <a:noFill/>
              <a:prstDash val="solid"/>
            </a:ln>
          </p:spPr>
        </p:sp>
        <p:sp>
          <p:nvSpPr>
            <p:cNvPr id="455" name="03_assume_matched_454">
              <a:extLst>
                <a:ext uri="{FF2B5EF4-FFF2-40B4-BE49-F238E27FC236}">
                  <a16:creationId xmlns:a16="http://schemas.microsoft.com/office/drawing/2014/main" id="{2328E0D6-5E63-465E-BC7B-BBC0DCCF5E68}"/>
                </a:ext>
              </a:extLst>
            </p:cNvPr>
            <p:cNvSpPr>
              <a:spLocks/>
            </p:cNvSpPr>
            <p:nvPr/>
          </p:nvSpPr>
          <p:spPr>
            <a:xfrm>
              <a:off x="4638027" y="1962874"/>
              <a:ext cx="28398" cy="28398"/>
            </a:xfrm>
            <a:prstGeom prst="ellipse">
              <a:avLst/>
            </a:prstGeom>
            <a:solidFill>
              <a:srgbClr val="7F8C97">
                <a:alpha val="48000"/>
              </a:srgbClr>
            </a:solidFill>
            <a:ln w="0">
              <a:noFill/>
              <a:prstDash val="solid"/>
            </a:ln>
          </p:spPr>
        </p:sp>
        <p:sp>
          <p:nvSpPr>
            <p:cNvPr id="456" name="03_assume_matched_455">
              <a:extLst>
                <a:ext uri="{FF2B5EF4-FFF2-40B4-BE49-F238E27FC236}">
                  <a16:creationId xmlns:a16="http://schemas.microsoft.com/office/drawing/2014/main" id="{24D2C54F-A238-4C3B-94BA-2A0252483208}"/>
                </a:ext>
              </a:extLst>
            </p:cNvPr>
            <p:cNvSpPr>
              <a:spLocks/>
            </p:cNvSpPr>
            <p:nvPr/>
          </p:nvSpPr>
          <p:spPr>
            <a:xfrm>
              <a:off x="4574851" y="1897888"/>
              <a:ext cx="28398" cy="28398"/>
            </a:xfrm>
            <a:prstGeom prst="ellipse">
              <a:avLst/>
            </a:prstGeom>
            <a:solidFill>
              <a:srgbClr val="7F8C97">
                <a:alpha val="48000"/>
              </a:srgbClr>
            </a:solidFill>
            <a:ln w="0">
              <a:noFill/>
              <a:prstDash val="solid"/>
            </a:ln>
          </p:spPr>
        </p:sp>
        <p:sp>
          <p:nvSpPr>
            <p:cNvPr id="457" name="03_assume_matched_456">
              <a:extLst>
                <a:ext uri="{FF2B5EF4-FFF2-40B4-BE49-F238E27FC236}">
                  <a16:creationId xmlns:a16="http://schemas.microsoft.com/office/drawing/2014/main" id="{8DAB6ADB-051A-4EEF-895C-55817C644F74}"/>
                </a:ext>
              </a:extLst>
            </p:cNvPr>
            <p:cNvSpPr>
              <a:spLocks/>
            </p:cNvSpPr>
            <p:nvPr/>
          </p:nvSpPr>
          <p:spPr>
            <a:xfrm>
              <a:off x="4665225" y="1962874"/>
              <a:ext cx="28398" cy="28398"/>
            </a:xfrm>
            <a:prstGeom prst="ellipse">
              <a:avLst/>
            </a:prstGeom>
            <a:solidFill>
              <a:srgbClr val="7F8C97">
                <a:alpha val="48000"/>
              </a:srgbClr>
            </a:solidFill>
            <a:ln w="0">
              <a:noFill/>
              <a:prstDash val="solid"/>
            </a:ln>
          </p:spPr>
        </p:sp>
        <p:sp>
          <p:nvSpPr>
            <p:cNvPr id="458" name="03_assume_matched_457">
              <a:extLst>
                <a:ext uri="{FF2B5EF4-FFF2-40B4-BE49-F238E27FC236}">
                  <a16:creationId xmlns:a16="http://schemas.microsoft.com/office/drawing/2014/main" id="{D145EE67-F36C-4FDF-B21E-A3B687D684EC}"/>
                </a:ext>
              </a:extLst>
            </p:cNvPr>
            <p:cNvSpPr>
              <a:spLocks/>
            </p:cNvSpPr>
            <p:nvPr/>
          </p:nvSpPr>
          <p:spPr>
            <a:xfrm>
              <a:off x="4638314" y="1484344"/>
              <a:ext cx="28398" cy="28398"/>
            </a:xfrm>
            <a:prstGeom prst="ellipse">
              <a:avLst/>
            </a:prstGeom>
            <a:solidFill>
              <a:srgbClr val="7F8C97">
                <a:alpha val="48000"/>
              </a:srgbClr>
            </a:solidFill>
            <a:ln w="0">
              <a:noFill/>
              <a:prstDash val="solid"/>
            </a:ln>
          </p:spPr>
        </p:sp>
        <p:sp>
          <p:nvSpPr>
            <p:cNvPr id="459" name="03_assume_matched_458">
              <a:extLst>
                <a:ext uri="{FF2B5EF4-FFF2-40B4-BE49-F238E27FC236}">
                  <a16:creationId xmlns:a16="http://schemas.microsoft.com/office/drawing/2014/main" id="{0134912C-3A16-47A2-9A51-7E9639DE4014}"/>
                </a:ext>
              </a:extLst>
            </p:cNvPr>
            <p:cNvSpPr>
              <a:spLocks/>
            </p:cNvSpPr>
            <p:nvPr/>
          </p:nvSpPr>
          <p:spPr>
            <a:xfrm>
              <a:off x="4556142" y="1962874"/>
              <a:ext cx="28398" cy="28398"/>
            </a:xfrm>
            <a:prstGeom prst="ellipse">
              <a:avLst/>
            </a:prstGeom>
            <a:solidFill>
              <a:srgbClr val="7F8C97">
                <a:alpha val="48000"/>
              </a:srgbClr>
            </a:solidFill>
            <a:ln w="0">
              <a:noFill/>
              <a:prstDash val="solid"/>
            </a:ln>
          </p:spPr>
        </p:sp>
        <p:sp>
          <p:nvSpPr>
            <p:cNvPr id="460" name="03_assume_matched_459">
              <a:extLst>
                <a:ext uri="{FF2B5EF4-FFF2-40B4-BE49-F238E27FC236}">
                  <a16:creationId xmlns:a16="http://schemas.microsoft.com/office/drawing/2014/main" id="{46A19B0C-5A51-4375-8228-8568B257766F}"/>
                </a:ext>
              </a:extLst>
            </p:cNvPr>
            <p:cNvSpPr>
              <a:spLocks/>
            </p:cNvSpPr>
            <p:nvPr/>
          </p:nvSpPr>
          <p:spPr>
            <a:xfrm>
              <a:off x="4563482" y="1962874"/>
              <a:ext cx="28398" cy="28398"/>
            </a:xfrm>
            <a:prstGeom prst="ellipse">
              <a:avLst/>
            </a:prstGeom>
            <a:solidFill>
              <a:srgbClr val="7F8C97">
                <a:alpha val="48000"/>
              </a:srgbClr>
            </a:solidFill>
            <a:ln w="0">
              <a:noFill/>
              <a:prstDash val="solid"/>
            </a:ln>
          </p:spPr>
        </p:sp>
        <p:sp>
          <p:nvSpPr>
            <p:cNvPr id="461" name="03_assume_matched_460">
              <a:extLst>
                <a:ext uri="{FF2B5EF4-FFF2-40B4-BE49-F238E27FC236}">
                  <a16:creationId xmlns:a16="http://schemas.microsoft.com/office/drawing/2014/main" id="{045639E4-8DBF-44ED-8201-D4FCEB616A0C}"/>
                </a:ext>
              </a:extLst>
            </p:cNvPr>
            <p:cNvSpPr>
              <a:spLocks/>
            </p:cNvSpPr>
            <p:nvPr/>
          </p:nvSpPr>
          <p:spPr>
            <a:xfrm>
              <a:off x="4574707" y="1767917"/>
              <a:ext cx="28398" cy="28398"/>
            </a:xfrm>
            <a:prstGeom prst="ellipse">
              <a:avLst/>
            </a:prstGeom>
            <a:solidFill>
              <a:srgbClr val="7F8C97">
                <a:alpha val="48000"/>
              </a:srgbClr>
            </a:solidFill>
            <a:ln w="0">
              <a:noFill/>
              <a:prstDash val="solid"/>
            </a:ln>
          </p:spPr>
        </p:sp>
        <p:sp>
          <p:nvSpPr>
            <p:cNvPr id="462" name="03_assume_matched_461">
              <a:extLst>
                <a:ext uri="{FF2B5EF4-FFF2-40B4-BE49-F238E27FC236}">
                  <a16:creationId xmlns:a16="http://schemas.microsoft.com/office/drawing/2014/main" id="{63A34C57-00D3-49D1-AB3C-0B1F1F7CD30F}"/>
                </a:ext>
              </a:extLst>
            </p:cNvPr>
            <p:cNvSpPr>
              <a:spLocks/>
            </p:cNvSpPr>
            <p:nvPr/>
          </p:nvSpPr>
          <p:spPr>
            <a:xfrm>
              <a:off x="4664074" y="1670439"/>
              <a:ext cx="28398" cy="28398"/>
            </a:xfrm>
            <a:prstGeom prst="ellipse">
              <a:avLst/>
            </a:prstGeom>
            <a:solidFill>
              <a:srgbClr val="7F8C97">
                <a:alpha val="48000"/>
              </a:srgbClr>
            </a:solidFill>
            <a:ln w="0">
              <a:noFill/>
              <a:prstDash val="solid"/>
            </a:ln>
          </p:spPr>
        </p:sp>
        <p:sp>
          <p:nvSpPr>
            <p:cNvPr id="463" name="03_assume_matched_462">
              <a:extLst>
                <a:ext uri="{FF2B5EF4-FFF2-40B4-BE49-F238E27FC236}">
                  <a16:creationId xmlns:a16="http://schemas.microsoft.com/office/drawing/2014/main" id="{D847EDCC-D26A-4B4F-B1DC-DDACDDBC2CF7}"/>
                </a:ext>
              </a:extLst>
            </p:cNvPr>
            <p:cNvSpPr>
              <a:spLocks/>
            </p:cNvSpPr>
            <p:nvPr/>
          </p:nvSpPr>
          <p:spPr>
            <a:xfrm>
              <a:off x="4577009" y="1378004"/>
              <a:ext cx="28398" cy="28398"/>
            </a:xfrm>
            <a:prstGeom prst="ellipse">
              <a:avLst/>
            </a:prstGeom>
            <a:solidFill>
              <a:srgbClr val="7F8C97">
                <a:alpha val="48000"/>
              </a:srgbClr>
            </a:solidFill>
            <a:ln w="0">
              <a:noFill/>
              <a:prstDash val="solid"/>
            </a:ln>
          </p:spPr>
        </p:sp>
        <p:sp>
          <p:nvSpPr>
            <p:cNvPr id="464" name="03_assume_matched_463">
              <a:extLst>
                <a:ext uri="{FF2B5EF4-FFF2-40B4-BE49-F238E27FC236}">
                  <a16:creationId xmlns:a16="http://schemas.microsoft.com/office/drawing/2014/main" id="{F148C66E-B1F6-4DA8-A12F-4A59800AFB21}"/>
                </a:ext>
              </a:extLst>
            </p:cNvPr>
            <p:cNvSpPr>
              <a:spLocks/>
            </p:cNvSpPr>
            <p:nvPr/>
          </p:nvSpPr>
          <p:spPr>
            <a:xfrm>
              <a:off x="4656015" y="1962874"/>
              <a:ext cx="28398" cy="28398"/>
            </a:xfrm>
            <a:prstGeom prst="ellipse">
              <a:avLst/>
            </a:prstGeom>
            <a:solidFill>
              <a:srgbClr val="7F8C97">
                <a:alpha val="48000"/>
              </a:srgbClr>
            </a:solidFill>
            <a:ln w="0">
              <a:noFill/>
              <a:prstDash val="solid"/>
            </a:ln>
          </p:spPr>
        </p:sp>
        <p:sp>
          <p:nvSpPr>
            <p:cNvPr id="465" name="03_assume_matched_464">
              <a:extLst>
                <a:ext uri="{FF2B5EF4-FFF2-40B4-BE49-F238E27FC236}">
                  <a16:creationId xmlns:a16="http://schemas.microsoft.com/office/drawing/2014/main" id="{EB04D06C-D00C-4D85-ABD3-05DEFAD6DDFE}"/>
                </a:ext>
              </a:extLst>
            </p:cNvPr>
            <p:cNvSpPr>
              <a:spLocks/>
            </p:cNvSpPr>
            <p:nvPr/>
          </p:nvSpPr>
          <p:spPr>
            <a:xfrm>
              <a:off x="4657166" y="1378004"/>
              <a:ext cx="28398" cy="28398"/>
            </a:xfrm>
            <a:prstGeom prst="ellipse">
              <a:avLst/>
            </a:prstGeom>
            <a:solidFill>
              <a:srgbClr val="7F8C97">
                <a:alpha val="48000"/>
              </a:srgbClr>
            </a:solidFill>
            <a:ln w="0">
              <a:noFill/>
              <a:prstDash val="solid"/>
            </a:ln>
          </p:spPr>
        </p:sp>
        <p:sp>
          <p:nvSpPr>
            <p:cNvPr id="466" name="03_assume_matched_465">
              <a:extLst>
                <a:ext uri="{FF2B5EF4-FFF2-40B4-BE49-F238E27FC236}">
                  <a16:creationId xmlns:a16="http://schemas.microsoft.com/office/drawing/2014/main" id="{33C9CA03-200F-4C8D-915D-1F2AC80D4643}"/>
                </a:ext>
              </a:extLst>
            </p:cNvPr>
            <p:cNvSpPr>
              <a:spLocks/>
            </p:cNvSpPr>
            <p:nvPr/>
          </p:nvSpPr>
          <p:spPr>
            <a:xfrm>
              <a:off x="4660908" y="1962874"/>
              <a:ext cx="28398" cy="28398"/>
            </a:xfrm>
            <a:prstGeom prst="ellipse">
              <a:avLst/>
            </a:prstGeom>
            <a:solidFill>
              <a:srgbClr val="7F8C97">
                <a:alpha val="48000"/>
              </a:srgbClr>
            </a:solidFill>
            <a:ln w="0">
              <a:noFill/>
              <a:prstDash val="solid"/>
            </a:ln>
          </p:spPr>
        </p:sp>
        <p:sp>
          <p:nvSpPr>
            <p:cNvPr id="467" name="03_assume_matched_466">
              <a:extLst>
                <a:ext uri="{FF2B5EF4-FFF2-40B4-BE49-F238E27FC236}">
                  <a16:creationId xmlns:a16="http://schemas.microsoft.com/office/drawing/2014/main" id="{655470FE-0F50-496A-96C9-405297C7A61A}"/>
                </a:ext>
              </a:extLst>
            </p:cNvPr>
            <p:cNvSpPr>
              <a:spLocks/>
            </p:cNvSpPr>
            <p:nvPr/>
          </p:nvSpPr>
          <p:spPr>
            <a:xfrm>
              <a:off x="4578160" y="1962874"/>
              <a:ext cx="28398" cy="28398"/>
            </a:xfrm>
            <a:prstGeom prst="ellipse">
              <a:avLst/>
            </a:prstGeom>
            <a:solidFill>
              <a:srgbClr val="7F8C97">
                <a:alpha val="48000"/>
              </a:srgbClr>
            </a:solidFill>
            <a:ln w="0">
              <a:noFill/>
              <a:prstDash val="solid"/>
            </a:ln>
          </p:spPr>
        </p:sp>
        <p:sp>
          <p:nvSpPr>
            <p:cNvPr id="468" name="03_assume_matched_467">
              <a:extLst>
                <a:ext uri="{FF2B5EF4-FFF2-40B4-BE49-F238E27FC236}">
                  <a16:creationId xmlns:a16="http://schemas.microsoft.com/office/drawing/2014/main" id="{77DB6DB4-2159-469F-9AD0-DD5E96FDABE6}"/>
                </a:ext>
              </a:extLst>
            </p:cNvPr>
            <p:cNvSpPr>
              <a:spLocks/>
            </p:cNvSpPr>
            <p:nvPr/>
          </p:nvSpPr>
          <p:spPr>
            <a:xfrm>
              <a:off x="4556430" y="1524222"/>
              <a:ext cx="28398" cy="28398"/>
            </a:xfrm>
            <a:prstGeom prst="ellipse">
              <a:avLst/>
            </a:prstGeom>
            <a:solidFill>
              <a:srgbClr val="7F8C97">
                <a:alpha val="48000"/>
              </a:srgbClr>
            </a:solidFill>
            <a:ln w="0">
              <a:noFill/>
              <a:prstDash val="solid"/>
            </a:ln>
          </p:spPr>
        </p:sp>
        <p:sp>
          <p:nvSpPr>
            <p:cNvPr id="469" name="03_assume_matched_468">
              <a:extLst>
                <a:ext uri="{FF2B5EF4-FFF2-40B4-BE49-F238E27FC236}">
                  <a16:creationId xmlns:a16="http://schemas.microsoft.com/office/drawing/2014/main" id="{5EFA16E2-ED0C-4B2F-AE54-20A559EFE557}"/>
                </a:ext>
              </a:extLst>
            </p:cNvPr>
            <p:cNvSpPr>
              <a:spLocks/>
            </p:cNvSpPr>
            <p:nvPr/>
          </p:nvSpPr>
          <p:spPr>
            <a:xfrm>
              <a:off x="4640185" y="1378004"/>
              <a:ext cx="28398" cy="28398"/>
            </a:xfrm>
            <a:prstGeom prst="ellipse">
              <a:avLst/>
            </a:prstGeom>
            <a:solidFill>
              <a:srgbClr val="7F8C97">
                <a:alpha val="48000"/>
              </a:srgbClr>
            </a:solidFill>
            <a:ln w="0">
              <a:noFill/>
              <a:prstDash val="solid"/>
            </a:ln>
          </p:spPr>
        </p:sp>
        <p:sp>
          <p:nvSpPr>
            <p:cNvPr id="470" name="03_assume_matched_469">
              <a:extLst>
                <a:ext uri="{FF2B5EF4-FFF2-40B4-BE49-F238E27FC236}">
                  <a16:creationId xmlns:a16="http://schemas.microsoft.com/office/drawing/2014/main" id="{A67B567E-5A47-41F3-9441-4CACE2FE66AF}"/>
                </a:ext>
              </a:extLst>
            </p:cNvPr>
            <p:cNvSpPr>
              <a:spLocks/>
            </p:cNvSpPr>
            <p:nvPr/>
          </p:nvSpPr>
          <p:spPr>
            <a:xfrm>
              <a:off x="4549666" y="1962874"/>
              <a:ext cx="28398" cy="28398"/>
            </a:xfrm>
            <a:prstGeom prst="ellipse">
              <a:avLst/>
            </a:prstGeom>
            <a:solidFill>
              <a:srgbClr val="7F8C97">
                <a:alpha val="48000"/>
              </a:srgbClr>
            </a:solidFill>
            <a:ln w="0">
              <a:noFill/>
              <a:prstDash val="solid"/>
            </a:ln>
          </p:spPr>
        </p:sp>
        <p:sp>
          <p:nvSpPr>
            <p:cNvPr id="471" name="03_assume_matched_470">
              <a:extLst>
                <a:ext uri="{FF2B5EF4-FFF2-40B4-BE49-F238E27FC236}">
                  <a16:creationId xmlns:a16="http://schemas.microsoft.com/office/drawing/2014/main" id="{911B6931-2CC4-4DF8-B374-6733EB64AFA2}"/>
                </a:ext>
              </a:extLst>
            </p:cNvPr>
            <p:cNvSpPr>
              <a:spLocks/>
            </p:cNvSpPr>
            <p:nvPr/>
          </p:nvSpPr>
          <p:spPr>
            <a:xfrm>
              <a:off x="4643783" y="1378004"/>
              <a:ext cx="28398" cy="28398"/>
            </a:xfrm>
            <a:prstGeom prst="ellipse">
              <a:avLst/>
            </a:prstGeom>
            <a:solidFill>
              <a:srgbClr val="7F8C97">
                <a:alpha val="48000"/>
              </a:srgbClr>
            </a:solidFill>
            <a:ln w="0">
              <a:noFill/>
              <a:prstDash val="solid"/>
            </a:ln>
          </p:spPr>
        </p:sp>
        <p:sp>
          <p:nvSpPr>
            <p:cNvPr id="472" name="03_assume_matched_471">
              <a:extLst>
                <a:ext uri="{FF2B5EF4-FFF2-40B4-BE49-F238E27FC236}">
                  <a16:creationId xmlns:a16="http://schemas.microsoft.com/office/drawing/2014/main" id="{6B90F99A-4A06-402C-97E5-8E185AFCDD9E}"/>
                </a:ext>
              </a:extLst>
            </p:cNvPr>
            <p:cNvSpPr>
              <a:spLocks/>
            </p:cNvSpPr>
            <p:nvPr/>
          </p:nvSpPr>
          <p:spPr>
            <a:xfrm>
              <a:off x="4550962" y="1962874"/>
              <a:ext cx="28398" cy="28398"/>
            </a:xfrm>
            <a:prstGeom prst="ellipse">
              <a:avLst/>
            </a:prstGeom>
            <a:solidFill>
              <a:srgbClr val="7F8C97">
                <a:alpha val="48000"/>
              </a:srgbClr>
            </a:solidFill>
            <a:ln w="0">
              <a:noFill/>
              <a:prstDash val="solid"/>
            </a:ln>
          </p:spPr>
        </p:sp>
        <p:sp>
          <p:nvSpPr>
            <p:cNvPr id="473" name="03_assume_matched_472">
              <a:extLst>
                <a:ext uri="{FF2B5EF4-FFF2-40B4-BE49-F238E27FC236}">
                  <a16:creationId xmlns:a16="http://schemas.microsoft.com/office/drawing/2014/main" id="{A9E2CBDE-5A46-439A-A452-204BAB61894F}"/>
                </a:ext>
              </a:extLst>
            </p:cNvPr>
            <p:cNvSpPr>
              <a:spLocks/>
            </p:cNvSpPr>
            <p:nvPr/>
          </p:nvSpPr>
          <p:spPr>
            <a:xfrm>
              <a:off x="4671413" y="1378004"/>
              <a:ext cx="28398" cy="28398"/>
            </a:xfrm>
            <a:prstGeom prst="ellipse">
              <a:avLst/>
            </a:prstGeom>
            <a:solidFill>
              <a:srgbClr val="7F8C97">
                <a:alpha val="48000"/>
              </a:srgbClr>
            </a:solidFill>
            <a:ln w="0">
              <a:noFill/>
              <a:prstDash val="solid"/>
            </a:ln>
          </p:spPr>
        </p:sp>
        <p:sp>
          <p:nvSpPr>
            <p:cNvPr id="474" name="03_assume_matched_473">
              <a:extLst>
                <a:ext uri="{FF2B5EF4-FFF2-40B4-BE49-F238E27FC236}">
                  <a16:creationId xmlns:a16="http://schemas.microsoft.com/office/drawing/2014/main" id="{D42281EE-D243-4830-A424-C77623CECC4D}"/>
                </a:ext>
              </a:extLst>
            </p:cNvPr>
            <p:cNvSpPr>
              <a:spLocks/>
            </p:cNvSpPr>
            <p:nvPr/>
          </p:nvSpPr>
          <p:spPr>
            <a:xfrm>
              <a:off x="4649395" y="1378004"/>
              <a:ext cx="28398" cy="28398"/>
            </a:xfrm>
            <a:prstGeom prst="ellipse">
              <a:avLst/>
            </a:prstGeom>
            <a:solidFill>
              <a:srgbClr val="7F8C97">
                <a:alpha val="48000"/>
              </a:srgbClr>
            </a:solidFill>
            <a:ln w="0">
              <a:noFill/>
              <a:prstDash val="solid"/>
            </a:ln>
          </p:spPr>
        </p:sp>
        <p:sp>
          <p:nvSpPr>
            <p:cNvPr id="475" name="03_assume_matched_474">
              <a:extLst>
                <a:ext uri="{FF2B5EF4-FFF2-40B4-BE49-F238E27FC236}">
                  <a16:creationId xmlns:a16="http://schemas.microsoft.com/office/drawing/2014/main" id="{C7B2B2D2-C13C-407B-94BB-52D3E3EDA026}"/>
                </a:ext>
              </a:extLst>
            </p:cNvPr>
            <p:cNvSpPr>
              <a:spLocks/>
            </p:cNvSpPr>
            <p:nvPr/>
          </p:nvSpPr>
          <p:spPr>
            <a:xfrm>
              <a:off x="4597300" y="1378004"/>
              <a:ext cx="28398" cy="28398"/>
            </a:xfrm>
            <a:prstGeom prst="ellipse">
              <a:avLst/>
            </a:prstGeom>
            <a:solidFill>
              <a:srgbClr val="7F8C97">
                <a:alpha val="48000"/>
              </a:srgbClr>
            </a:solidFill>
            <a:ln w="0">
              <a:noFill/>
              <a:prstDash val="solid"/>
            </a:ln>
          </p:spPr>
        </p:sp>
        <p:sp>
          <p:nvSpPr>
            <p:cNvPr id="476" name="03_assume_matched_475">
              <a:extLst>
                <a:ext uri="{FF2B5EF4-FFF2-40B4-BE49-F238E27FC236}">
                  <a16:creationId xmlns:a16="http://schemas.microsoft.com/office/drawing/2014/main" id="{84B49089-3A92-4D6D-8F28-A66C82A414BD}"/>
                </a:ext>
              </a:extLst>
            </p:cNvPr>
            <p:cNvSpPr>
              <a:spLocks/>
            </p:cNvSpPr>
            <p:nvPr/>
          </p:nvSpPr>
          <p:spPr>
            <a:xfrm>
              <a:off x="4572980" y="1962874"/>
              <a:ext cx="28398" cy="28398"/>
            </a:xfrm>
            <a:prstGeom prst="ellipse">
              <a:avLst/>
            </a:prstGeom>
            <a:solidFill>
              <a:srgbClr val="7F8C97">
                <a:alpha val="48000"/>
              </a:srgbClr>
            </a:solidFill>
            <a:ln w="0">
              <a:noFill/>
              <a:prstDash val="solid"/>
            </a:ln>
          </p:spPr>
        </p:sp>
        <p:sp>
          <p:nvSpPr>
            <p:cNvPr id="477" name="03_assume_matched_476">
              <a:extLst>
                <a:ext uri="{FF2B5EF4-FFF2-40B4-BE49-F238E27FC236}">
                  <a16:creationId xmlns:a16="http://schemas.microsoft.com/office/drawing/2014/main" id="{B631B1C9-DF5E-468F-8DC8-3B7CA8ED4C6A}"/>
                </a:ext>
              </a:extLst>
            </p:cNvPr>
            <p:cNvSpPr>
              <a:spLocks/>
            </p:cNvSpPr>
            <p:nvPr/>
          </p:nvSpPr>
          <p:spPr>
            <a:xfrm>
              <a:off x="4675443" y="1962874"/>
              <a:ext cx="28398" cy="28398"/>
            </a:xfrm>
            <a:prstGeom prst="ellipse">
              <a:avLst/>
            </a:prstGeom>
            <a:solidFill>
              <a:srgbClr val="7F8C97">
                <a:alpha val="48000"/>
              </a:srgbClr>
            </a:solidFill>
            <a:ln w="0">
              <a:noFill/>
              <a:prstDash val="solid"/>
            </a:ln>
          </p:spPr>
        </p:sp>
        <p:sp>
          <p:nvSpPr>
            <p:cNvPr id="478" name="03_assume_matched_477">
              <a:extLst>
                <a:ext uri="{FF2B5EF4-FFF2-40B4-BE49-F238E27FC236}">
                  <a16:creationId xmlns:a16="http://schemas.microsoft.com/office/drawing/2014/main" id="{A570EF71-6A5E-4D60-BC44-3EFB33930CB5}"/>
                </a:ext>
              </a:extLst>
            </p:cNvPr>
            <p:cNvSpPr>
              <a:spLocks/>
            </p:cNvSpPr>
            <p:nvPr/>
          </p:nvSpPr>
          <p:spPr>
            <a:xfrm>
              <a:off x="4623204" y="1962874"/>
              <a:ext cx="28398" cy="28398"/>
            </a:xfrm>
            <a:prstGeom prst="ellipse">
              <a:avLst/>
            </a:prstGeom>
            <a:solidFill>
              <a:srgbClr val="7F8C97">
                <a:alpha val="48000"/>
              </a:srgbClr>
            </a:solidFill>
            <a:ln w="0">
              <a:noFill/>
              <a:prstDash val="solid"/>
            </a:ln>
          </p:spPr>
        </p:sp>
        <p:sp>
          <p:nvSpPr>
            <p:cNvPr id="479" name="03_assume_matched_478">
              <a:extLst>
                <a:ext uri="{FF2B5EF4-FFF2-40B4-BE49-F238E27FC236}">
                  <a16:creationId xmlns:a16="http://schemas.microsoft.com/office/drawing/2014/main" id="{1384D5B2-1137-4D0A-A86F-49E9F1A78EB5}"/>
                </a:ext>
              </a:extLst>
            </p:cNvPr>
            <p:cNvSpPr>
              <a:spLocks/>
            </p:cNvSpPr>
            <p:nvPr/>
          </p:nvSpPr>
          <p:spPr>
            <a:xfrm>
              <a:off x="4656015" y="1962874"/>
              <a:ext cx="28398" cy="28398"/>
            </a:xfrm>
            <a:prstGeom prst="ellipse">
              <a:avLst/>
            </a:prstGeom>
            <a:solidFill>
              <a:srgbClr val="7F8C97">
                <a:alpha val="48000"/>
              </a:srgbClr>
            </a:solidFill>
            <a:ln w="0">
              <a:noFill/>
              <a:prstDash val="solid"/>
            </a:ln>
          </p:spPr>
        </p:sp>
        <p:sp>
          <p:nvSpPr>
            <p:cNvPr id="480" name="03_assume_matched_479">
              <a:extLst>
                <a:ext uri="{FF2B5EF4-FFF2-40B4-BE49-F238E27FC236}">
                  <a16:creationId xmlns:a16="http://schemas.microsoft.com/office/drawing/2014/main" id="{C810A7B2-90EF-4CC5-9C13-96BE66A939AC}"/>
                </a:ext>
              </a:extLst>
            </p:cNvPr>
            <p:cNvSpPr>
              <a:spLocks/>
            </p:cNvSpPr>
            <p:nvPr/>
          </p:nvSpPr>
          <p:spPr>
            <a:xfrm>
              <a:off x="4555135" y="1962874"/>
              <a:ext cx="28398" cy="28398"/>
            </a:xfrm>
            <a:prstGeom prst="ellipse">
              <a:avLst/>
            </a:prstGeom>
            <a:solidFill>
              <a:srgbClr val="7F8C97">
                <a:alpha val="48000"/>
              </a:srgbClr>
            </a:solidFill>
            <a:ln w="0">
              <a:noFill/>
              <a:prstDash val="solid"/>
            </a:ln>
          </p:spPr>
        </p:sp>
        <p:sp>
          <p:nvSpPr>
            <p:cNvPr id="481" name="03_assume_matched_480">
              <a:extLst>
                <a:ext uri="{FF2B5EF4-FFF2-40B4-BE49-F238E27FC236}">
                  <a16:creationId xmlns:a16="http://schemas.microsoft.com/office/drawing/2014/main" id="{3E720EFC-732D-4129-BB47-89A1AFF131C2}"/>
                </a:ext>
              </a:extLst>
            </p:cNvPr>
            <p:cNvSpPr>
              <a:spLocks/>
            </p:cNvSpPr>
            <p:nvPr/>
          </p:nvSpPr>
          <p:spPr>
            <a:xfrm>
              <a:off x="4647093" y="1962874"/>
              <a:ext cx="28398" cy="28398"/>
            </a:xfrm>
            <a:prstGeom prst="ellipse">
              <a:avLst/>
            </a:prstGeom>
            <a:solidFill>
              <a:srgbClr val="7F8C97">
                <a:alpha val="48000"/>
              </a:srgbClr>
            </a:solidFill>
            <a:ln w="0">
              <a:noFill/>
              <a:prstDash val="solid"/>
            </a:ln>
          </p:spPr>
        </p:sp>
        <p:sp>
          <p:nvSpPr>
            <p:cNvPr id="482" name="03_assume_matched_481">
              <a:extLst>
                <a:ext uri="{FF2B5EF4-FFF2-40B4-BE49-F238E27FC236}">
                  <a16:creationId xmlns:a16="http://schemas.microsoft.com/office/drawing/2014/main" id="{A203CECD-CBA3-4DB4-AEC5-5EF0D7BBDD65}"/>
                </a:ext>
              </a:extLst>
            </p:cNvPr>
            <p:cNvSpPr>
              <a:spLocks/>
            </p:cNvSpPr>
            <p:nvPr/>
          </p:nvSpPr>
          <p:spPr>
            <a:xfrm>
              <a:off x="4626226" y="1962874"/>
              <a:ext cx="28398" cy="28398"/>
            </a:xfrm>
            <a:prstGeom prst="ellipse">
              <a:avLst/>
            </a:prstGeom>
            <a:solidFill>
              <a:srgbClr val="7F8C97">
                <a:alpha val="48000"/>
              </a:srgbClr>
            </a:solidFill>
            <a:ln w="0">
              <a:noFill/>
              <a:prstDash val="solid"/>
            </a:ln>
          </p:spPr>
        </p:sp>
        <p:sp>
          <p:nvSpPr>
            <p:cNvPr id="483" name="03_assume_matched_482">
              <a:extLst>
                <a:ext uri="{FF2B5EF4-FFF2-40B4-BE49-F238E27FC236}">
                  <a16:creationId xmlns:a16="http://schemas.microsoft.com/office/drawing/2014/main" id="{E11B3632-E697-4428-9DF4-97A8A89951BB}"/>
                </a:ext>
              </a:extLst>
            </p:cNvPr>
            <p:cNvSpPr>
              <a:spLocks/>
            </p:cNvSpPr>
            <p:nvPr/>
          </p:nvSpPr>
          <p:spPr>
            <a:xfrm>
              <a:off x="4534844" y="1378004"/>
              <a:ext cx="28398" cy="28398"/>
            </a:xfrm>
            <a:prstGeom prst="ellipse">
              <a:avLst/>
            </a:prstGeom>
            <a:solidFill>
              <a:srgbClr val="7F8C97">
                <a:alpha val="48000"/>
              </a:srgbClr>
            </a:solidFill>
            <a:ln w="0">
              <a:noFill/>
              <a:prstDash val="solid"/>
            </a:ln>
          </p:spPr>
        </p:sp>
        <p:sp>
          <p:nvSpPr>
            <p:cNvPr id="484" name="03_assume_matched_483">
              <a:extLst>
                <a:ext uri="{FF2B5EF4-FFF2-40B4-BE49-F238E27FC236}">
                  <a16:creationId xmlns:a16="http://schemas.microsoft.com/office/drawing/2014/main" id="{794F757A-A944-40B1-97B7-EBAE228A3417}"/>
                </a:ext>
              </a:extLst>
            </p:cNvPr>
            <p:cNvSpPr>
              <a:spLocks/>
            </p:cNvSpPr>
            <p:nvPr/>
          </p:nvSpPr>
          <p:spPr>
            <a:xfrm>
              <a:off x="4594134" y="1962874"/>
              <a:ext cx="28398" cy="28398"/>
            </a:xfrm>
            <a:prstGeom prst="ellipse">
              <a:avLst/>
            </a:prstGeom>
            <a:solidFill>
              <a:srgbClr val="7F8C97">
                <a:alpha val="48000"/>
              </a:srgbClr>
            </a:solidFill>
            <a:ln w="0">
              <a:noFill/>
              <a:prstDash val="solid"/>
            </a:ln>
          </p:spPr>
        </p:sp>
        <p:sp>
          <p:nvSpPr>
            <p:cNvPr id="485" name="03_assume_matched_484">
              <a:extLst>
                <a:ext uri="{FF2B5EF4-FFF2-40B4-BE49-F238E27FC236}">
                  <a16:creationId xmlns:a16="http://schemas.microsoft.com/office/drawing/2014/main" id="{B32A28FC-A6B2-491C-8136-62DB6E6CB0D2}"/>
                </a:ext>
              </a:extLst>
            </p:cNvPr>
            <p:cNvSpPr>
              <a:spLocks/>
            </p:cNvSpPr>
            <p:nvPr/>
          </p:nvSpPr>
          <p:spPr>
            <a:xfrm>
              <a:off x="4576290" y="1889765"/>
              <a:ext cx="28398" cy="28398"/>
            </a:xfrm>
            <a:prstGeom prst="ellipse">
              <a:avLst/>
            </a:prstGeom>
            <a:solidFill>
              <a:srgbClr val="7F8C97">
                <a:alpha val="48000"/>
              </a:srgbClr>
            </a:solidFill>
            <a:ln w="0">
              <a:noFill/>
              <a:prstDash val="solid"/>
            </a:ln>
          </p:spPr>
        </p:sp>
        <p:sp>
          <p:nvSpPr>
            <p:cNvPr id="486" name="03_assume_matched_485">
              <a:extLst>
                <a:ext uri="{FF2B5EF4-FFF2-40B4-BE49-F238E27FC236}">
                  <a16:creationId xmlns:a16="http://schemas.microsoft.com/office/drawing/2014/main" id="{1CACFFAD-901D-4C7E-8B5B-0BBF3A39EAE3}"/>
                </a:ext>
              </a:extLst>
            </p:cNvPr>
            <p:cNvSpPr>
              <a:spLocks/>
            </p:cNvSpPr>
            <p:nvPr/>
          </p:nvSpPr>
          <p:spPr>
            <a:xfrm>
              <a:off x="4608525" y="1378004"/>
              <a:ext cx="28398" cy="28398"/>
            </a:xfrm>
            <a:prstGeom prst="ellipse">
              <a:avLst/>
            </a:prstGeom>
            <a:solidFill>
              <a:srgbClr val="7F8C97">
                <a:alpha val="48000"/>
              </a:srgbClr>
            </a:solidFill>
            <a:ln w="0">
              <a:noFill/>
              <a:prstDash val="solid"/>
            </a:ln>
          </p:spPr>
        </p:sp>
        <p:sp>
          <p:nvSpPr>
            <p:cNvPr id="487" name="03_assume_matched_486">
              <a:extLst>
                <a:ext uri="{FF2B5EF4-FFF2-40B4-BE49-F238E27FC236}">
                  <a16:creationId xmlns:a16="http://schemas.microsoft.com/office/drawing/2014/main" id="{EBFFF161-780E-47F4-AAD4-DFC983EB3698}"/>
                </a:ext>
              </a:extLst>
            </p:cNvPr>
            <p:cNvSpPr>
              <a:spLocks/>
            </p:cNvSpPr>
            <p:nvPr/>
          </p:nvSpPr>
          <p:spPr>
            <a:xfrm>
              <a:off x="4590393" y="1816656"/>
              <a:ext cx="28398" cy="28398"/>
            </a:xfrm>
            <a:prstGeom prst="ellipse">
              <a:avLst/>
            </a:prstGeom>
            <a:solidFill>
              <a:srgbClr val="7F8C97">
                <a:alpha val="48000"/>
              </a:srgbClr>
            </a:solidFill>
            <a:ln w="0">
              <a:noFill/>
              <a:prstDash val="solid"/>
            </a:ln>
          </p:spPr>
        </p:sp>
        <p:sp>
          <p:nvSpPr>
            <p:cNvPr id="488" name="03_assume_matched_487">
              <a:extLst>
                <a:ext uri="{FF2B5EF4-FFF2-40B4-BE49-F238E27FC236}">
                  <a16:creationId xmlns:a16="http://schemas.microsoft.com/office/drawing/2014/main" id="{FC1EC74F-BC29-4C08-BC7E-9A8045525476}"/>
                </a:ext>
              </a:extLst>
            </p:cNvPr>
            <p:cNvSpPr>
              <a:spLocks/>
            </p:cNvSpPr>
            <p:nvPr/>
          </p:nvSpPr>
          <p:spPr>
            <a:xfrm>
              <a:off x="4652561" y="1962874"/>
              <a:ext cx="28398" cy="28398"/>
            </a:xfrm>
            <a:prstGeom prst="ellipse">
              <a:avLst/>
            </a:prstGeom>
            <a:solidFill>
              <a:srgbClr val="7F8C97">
                <a:alpha val="48000"/>
              </a:srgbClr>
            </a:solidFill>
            <a:ln w="0">
              <a:noFill/>
              <a:prstDash val="solid"/>
            </a:ln>
          </p:spPr>
        </p:sp>
        <p:sp>
          <p:nvSpPr>
            <p:cNvPr id="489" name="03_assume_matched_488">
              <a:extLst>
                <a:ext uri="{FF2B5EF4-FFF2-40B4-BE49-F238E27FC236}">
                  <a16:creationId xmlns:a16="http://schemas.microsoft.com/office/drawing/2014/main" id="{C15CB21A-4A8A-4FE7-A26F-369F90306B67}"/>
                </a:ext>
              </a:extLst>
            </p:cNvPr>
            <p:cNvSpPr>
              <a:spLocks/>
            </p:cNvSpPr>
            <p:nvPr/>
          </p:nvSpPr>
          <p:spPr>
            <a:xfrm>
              <a:off x="4550674" y="1494978"/>
              <a:ext cx="28398" cy="28398"/>
            </a:xfrm>
            <a:prstGeom prst="ellipse">
              <a:avLst/>
            </a:prstGeom>
            <a:solidFill>
              <a:srgbClr val="7F8C97">
                <a:alpha val="48000"/>
              </a:srgbClr>
            </a:solidFill>
            <a:ln w="0">
              <a:noFill/>
              <a:prstDash val="solid"/>
            </a:ln>
          </p:spPr>
        </p:sp>
        <p:sp>
          <p:nvSpPr>
            <p:cNvPr id="490" name="03_assume_matched_489">
              <a:extLst>
                <a:ext uri="{FF2B5EF4-FFF2-40B4-BE49-F238E27FC236}">
                  <a16:creationId xmlns:a16="http://schemas.microsoft.com/office/drawing/2014/main" id="{6B73C280-B0A5-41E7-8AFB-B76E5F889FE7}"/>
                </a:ext>
              </a:extLst>
            </p:cNvPr>
            <p:cNvSpPr>
              <a:spLocks/>
            </p:cNvSpPr>
            <p:nvPr/>
          </p:nvSpPr>
          <p:spPr>
            <a:xfrm>
              <a:off x="4557294" y="1962874"/>
              <a:ext cx="28398" cy="28398"/>
            </a:xfrm>
            <a:prstGeom prst="ellipse">
              <a:avLst/>
            </a:prstGeom>
            <a:solidFill>
              <a:srgbClr val="7F8C97">
                <a:alpha val="48000"/>
              </a:srgbClr>
            </a:solidFill>
            <a:ln w="0">
              <a:noFill/>
              <a:prstDash val="solid"/>
            </a:ln>
          </p:spPr>
        </p:sp>
        <p:sp>
          <p:nvSpPr>
            <p:cNvPr id="491" name="03_assume_matched_490">
              <a:extLst>
                <a:ext uri="{FF2B5EF4-FFF2-40B4-BE49-F238E27FC236}">
                  <a16:creationId xmlns:a16="http://schemas.microsoft.com/office/drawing/2014/main" id="{65146DC4-73D5-4B84-833E-09F90277C93F}"/>
                </a:ext>
              </a:extLst>
            </p:cNvPr>
            <p:cNvSpPr>
              <a:spLocks/>
            </p:cNvSpPr>
            <p:nvPr/>
          </p:nvSpPr>
          <p:spPr>
            <a:xfrm>
              <a:off x="4617160" y="1378004"/>
              <a:ext cx="28398" cy="28398"/>
            </a:xfrm>
            <a:prstGeom prst="ellipse">
              <a:avLst/>
            </a:prstGeom>
            <a:solidFill>
              <a:srgbClr val="7F8C97">
                <a:alpha val="48000"/>
              </a:srgbClr>
            </a:solidFill>
            <a:ln w="0">
              <a:noFill/>
              <a:prstDash val="solid"/>
            </a:ln>
          </p:spPr>
        </p:sp>
        <p:sp>
          <p:nvSpPr>
            <p:cNvPr id="492" name="03_assume_matched_491">
              <a:extLst>
                <a:ext uri="{FF2B5EF4-FFF2-40B4-BE49-F238E27FC236}">
                  <a16:creationId xmlns:a16="http://schemas.microsoft.com/office/drawing/2014/main" id="{5C73A28A-0D71-4F59-B79B-DE18DF6BE209}"/>
                </a:ext>
              </a:extLst>
            </p:cNvPr>
            <p:cNvSpPr>
              <a:spLocks/>
            </p:cNvSpPr>
            <p:nvPr/>
          </p:nvSpPr>
          <p:spPr>
            <a:xfrm>
              <a:off x="4615865" y="1378004"/>
              <a:ext cx="28398" cy="28398"/>
            </a:xfrm>
            <a:prstGeom prst="ellipse">
              <a:avLst/>
            </a:prstGeom>
            <a:solidFill>
              <a:srgbClr val="7F8C97">
                <a:alpha val="48000"/>
              </a:srgbClr>
            </a:solidFill>
            <a:ln w="0">
              <a:noFill/>
              <a:prstDash val="solid"/>
            </a:ln>
          </p:spPr>
        </p:sp>
        <p:sp>
          <p:nvSpPr>
            <p:cNvPr id="493" name="03_assume_matched_492">
              <a:extLst>
                <a:ext uri="{FF2B5EF4-FFF2-40B4-BE49-F238E27FC236}">
                  <a16:creationId xmlns:a16="http://schemas.microsoft.com/office/drawing/2014/main" id="{8B252CBC-71F5-434A-97EA-CFC1CEA5F438}"/>
                </a:ext>
              </a:extLst>
            </p:cNvPr>
            <p:cNvSpPr>
              <a:spLocks/>
            </p:cNvSpPr>
            <p:nvPr/>
          </p:nvSpPr>
          <p:spPr>
            <a:xfrm>
              <a:off x="4662635" y="1962874"/>
              <a:ext cx="28398" cy="28398"/>
            </a:xfrm>
            <a:prstGeom prst="ellipse">
              <a:avLst/>
            </a:prstGeom>
            <a:solidFill>
              <a:srgbClr val="7F8C97">
                <a:alpha val="48000"/>
              </a:srgbClr>
            </a:solidFill>
            <a:ln w="0">
              <a:noFill/>
              <a:prstDash val="solid"/>
            </a:ln>
          </p:spPr>
        </p:sp>
        <p:sp>
          <p:nvSpPr>
            <p:cNvPr id="494" name="03_assume_matched_493">
              <a:extLst>
                <a:ext uri="{FF2B5EF4-FFF2-40B4-BE49-F238E27FC236}">
                  <a16:creationId xmlns:a16="http://schemas.microsoft.com/office/drawing/2014/main" id="{CBDA3082-902E-4CB1-ABD2-4377879F9EC0}"/>
                </a:ext>
              </a:extLst>
            </p:cNvPr>
            <p:cNvSpPr>
              <a:spLocks/>
            </p:cNvSpPr>
            <p:nvPr/>
          </p:nvSpPr>
          <p:spPr>
            <a:xfrm>
              <a:off x="4640905" y="1816656"/>
              <a:ext cx="28398" cy="28398"/>
            </a:xfrm>
            <a:prstGeom prst="ellipse">
              <a:avLst/>
            </a:prstGeom>
            <a:solidFill>
              <a:srgbClr val="7F8C97">
                <a:alpha val="48000"/>
              </a:srgbClr>
            </a:solidFill>
            <a:ln w="0">
              <a:noFill/>
              <a:prstDash val="solid"/>
            </a:ln>
          </p:spPr>
        </p:sp>
        <p:sp>
          <p:nvSpPr>
            <p:cNvPr id="495" name="03_assume_matched_494">
              <a:extLst>
                <a:ext uri="{FF2B5EF4-FFF2-40B4-BE49-F238E27FC236}">
                  <a16:creationId xmlns:a16="http://schemas.microsoft.com/office/drawing/2014/main" id="{80CF93A1-F27B-42DF-BB0F-0AEA469882E7}"/>
                </a:ext>
              </a:extLst>
            </p:cNvPr>
            <p:cNvSpPr>
              <a:spLocks/>
            </p:cNvSpPr>
            <p:nvPr/>
          </p:nvSpPr>
          <p:spPr>
            <a:xfrm>
              <a:off x="4572980" y="1962874"/>
              <a:ext cx="28398" cy="28398"/>
            </a:xfrm>
            <a:prstGeom prst="ellipse">
              <a:avLst/>
            </a:prstGeom>
            <a:solidFill>
              <a:srgbClr val="7F8C97">
                <a:alpha val="48000"/>
              </a:srgbClr>
            </a:solidFill>
            <a:ln w="0">
              <a:noFill/>
              <a:prstDash val="solid"/>
            </a:ln>
          </p:spPr>
        </p:sp>
        <p:sp>
          <p:nvSpPr>
            <p:cNvPr id="496" name="03_assume_matched_495">
              <a:extLst>
                <a:ext uri="{FF2B5EF4-FFF2-40B4-BE49-F238E27FC236}">
                  <a16:creationId xmlns:a16="http://schemas.microsoft.com/office/drawing/2014/main" id="{D77CE318-09BD-47B0-B966-94E3793F0905}"/>
                </a:ext>
              </a:extLst>
            </p:cNvPr>
            <p:cNvSpPr>
              <a:spLocks/>
            </p:cNvSpPr>
            <p:nvPr/>
          </p:nvSpPr>
          <p:spPr>
            <a:xfrm>
              <a:off x="4643783" y="1962874"/>
              <a:ext cx="28398" cy="28398"/>
            </a:xfrm>
            <a:prstGeom prst="ellipse">
              <a:avLst/>
            </a:prstGeom>
            <a:solidFill>
              <a:srgbClr val="7F8C97">
                <a:alpha val="48000"/>
              </a:srgbClr>
            </a:solidFill>
            <a:ln w="0">
              <a:noFill/>
              <a:prstDash val="solid"/>
            </a:ln>
          </p:spPr>
        </p:sp>
        <p:sp>
          <p:nvSpPr>
            <p:cNvPr id="497" name="03_assume_matched_496">
              <a:extLst>
                <a:ext uri="{FF2B5EF4-FFF2-40B4-BE49-F238E27FC236}">
                  <a16:creationId xmlns:a16="http://schemas.microsoft.com/office/drawing/2014/main" id="{6EB4AB95-928F-4E52-801D-CC90F34A5037}"/>
                </a:ext>
              </a:extLst>
            </p:cNvPr>
            <p:cNvSpPr>
              <a:spLocks/>
            </p:cNvSpPr>
            <p:nvPr/>
          </p:nvSpPr>
          <p:spPr>
            <a:xfrm>
              <a:off x="4632126" y="1767917"/>
              <a:ext cx="28398" cy="28398"/>
            </a:xfrm>
            <a:prstGeom prst="ellipse">
              <a:avLst/>
            </a:prstGeom>
            <a:solidFill>
              <a:srgbClr val="7F8C97">
                <a:alpha val="48000"/>
              </a:srgbClr>
            </a:solidFill>
            <a:ln w="0">
              <a:noFill/>
              <a:prstDash val="solid"/>
            </a:ln>
          </p:spPr>
        </p:sp>
        <p:sp>
          <p:nvSpPr>
            <p:cNvPr id="498" name="03_assume_matched_497">
              <a:extLst>
                <a:ext uri="{FF2B5EF4-FFF2-40B4-BE49-F238E27FC236}">
                  <a16:creationId xmlns:a16="http://schemas.microsoft.com/office/drawing/2014/main" id="{EB6D7358-1259-4FBD-BEE4-48E1D1C64C16}"/>
                </a:ext>
              </a:extLst>
            </p:cNvPr>
            <p:cNvSpPr>
              <a:spLocks/>
            </p:cNvSpPr>
            <p:nvPr/>
          </p:nvSpPr>
          <p:spPr>
            <a:xfrm>
              <a:off x="4638314" y="1962874"/>
              <a:ext cx="28398" cy="28398"/>
            </a:xfrm>
            <a:prstGeom prst="ellipse">
              <a:avLst/>
            </a:prstGeom>
            <a:solidFill>
              <a:srgbClr val="7F8C97">
                <a:alpha val="48000"/>
              </a:srgbClr>
            </a:solidFill>
            <a:ln w="0">
              <a:noFill/>
              <a:prstDash val="solid"/>
            </a:ln>
          </p:spPr>
        </p:sp>
        <p:sp>
          <p:nvSpPr>
            <p:cNvPr id="499" name="03_assume_matched_498">
              <a:extLst>
                <a:ext uri="{FF2B5EF4-FFF2-40B4-BE49-F238E27FC236}">
                  <a16:creationId xmlns:a16="http://schemas.microsoft.com/office/drawing/2014/main" id="{B01808A9-54A1-4402-9EDD-939EEEE1F0C6}"/>
                </a:ext>
              </a:extLst>
            </p:cNvPr>
            <p:cNvSpPr>
              <a:spLocks/>
            </p:cNvSpPr>
            <p:nvPr/>
          </p:nvSpPr>
          <p:spPr>
            <a:xfrm>
              <a:off x="4651698" y="1962874"/>
              <a:ext cx="28398" cy="28398"/>
            </a:xfrm>
            <a:prstGeom prst="ellipse">
              <a:avLst/>
            </a:prstGeom>
            <a:solidFill>
              <a:srgbClr val="7F8C97">
                <a:alpha val="48000"/>
              </a:srgbClr>
            </a:solidFill>
            <a:ln w="0">
              <a:noFill/>
              <a:prstDash val="solid"/>
            </a:ln>
          </p:spPr>
        </p:sp>
        <p:sp>
          <p:nvSpPr>
            <p:cNvPr id="500" name="03_assume_matched_499">
              <a:extLst>
                <a:ext uri="{FF2B5EF4-FFF2-40B4-BE49-F238E27FC236}">
                  <a16:creationId xmlns:a16="http://schemas.microsoft.com/office/drawing/2014/main" id="{7E10312D-5D83-42F6-BB94-6A2D158A4712}"/>
                </a:ext>
              </a:extLst>
            </p:cNvPr>
            <p:cNvSpPr>
              <a:spLocks/>
            </p:cNvSpPr>
            <p:nvPr/>
          </p:nvSpPr>
          <p:spPr>
            <a:xfrm>
              <a:off x="4560316" y="1378004"/>
              <a:ext cx="28398" cy="28398"/>
            </a:xfrm>
            <a:prstGeom prst="ellipse">
              <a:avLst/>
            </a:prstGeom>
            <a:solidFill>
              <a:srgbClr val="7F8C97">
                <a:alpha val="48000"/>
              </a:srgbClr>
            </a:solidFill>
            <a:ln w="0">
              <a:noFill/>
              <a:prstDash val="solid"/>
            </a:ln>
          </p:spPr>
        </p:sp>
        <p:sp>
          <p:nvSpPr>
            <p:cNvPr id="501" name="03_assume_matched_500">
              <a:extLst>
                <a:ext uri="{FF2B5EF4-FFF2-40B4-BE49-F238E27FC236}">
                  <a16:creationId xmlns:a16="http://schemas.microsoft.com/office/drawing/2014/main" id="{84CEC63E-413D-46CC-BAF9-CA31407C9C8E}"/>
                </a:ext>
              </a:extLst>
            </p:cNvPr>
            <p:cNvSpPr>
              <a:spLocks/>
            </p:cNvSpPr>
            <p:nvPr/>
          </p:nvSpPr>
          <p:spPr>
            <a:xfrm>
              <a:off x="4549523" y="1865395"/>
              <a:ext cx="28398" cy="28398"/>
            </a:xfrm>
            <a:prstGeom prst="ellipse">
              <a:avLst/>
            </a:prstGeom>
            <a:solidFill>
              <a:srgbClr val="7F8C97">
                <a:alpha val="48000"/>
              </a:srgbClr>
            </a:solidFill>
            <a:ln w="0">
              <a:noFill/>
              <a:prstDash val="solid"/>
            </a:ln>
          </p:spPr>
        </p:sp>
        <p:sp>
          <p:nvSpPr>
            <p:cNvPr id="502" name="03_assume_matched_501">
              <a:extLst>
                <a:ext uri="{FF2B5EF4-FFF2-40B4-BE49-F238E27FC236}">
                  <a16:creationId xmlns:a16="http://schemas.microsoft.com/office/drawing/2014/main" id="{35D167D2-065B-4C93-A9BD-264C321605E3}"/>
                </a:ext>
              </a:extLst>
            </p:cNvPr>
            <p:cNvSpPr>
              <a:spLocks/>
            </p:cNvSpPr>
            <p:nvPr/>
          </p:nvSpPr>
          <p:spPr>
            <a:xfrm>
              <a:off x="4632414" y="1524222"/>
              <a:ext cx="28398" cy="28398"/>
            </a:xfrm>
            <a:prstGeom prst="ellipse">
              <a:avLst/>
            </a:prstGeom>
            <a:solidFill>
              <a:srgbClr val="7F8C97">
                <a:alpha val="48000"/>
              </a:srgbClr>
            </a:solidFill>
            <a:ln w="0">
              <a:noFill/>
              <a:prstDash val="solid"/>
            </a:ln>
          </p:spPr>
        </p:sp>
        <p:sp>
          <p:nvSpPr>
            <p:cNvPr id="503" name="03_assume_matched_502">
              <a:extLst>
                <a:ext uri="{FF2B5EF4-FFF2-40B4-BE49-F238E27FC236}">
                  <a16:creationId xmlns:a16="http://schemas.microsoft.com/office/drawing/2014/main" id="{F9248A44-5179-4408-8E3B-891BFF547704}"/>
                </a:ext>
              </a:extLst>
            </p:cNvPr>
            <p:cNvSpPr>
              <a:spLocks/>
            </p:cNvSpPr>
            <p:nvPr/>
          </p:nvSpPr>
          <p:spPr>
            <a:xfrm>
              <a:off x="4669543" y="1921097"/>
              <a:ext cx="28398" cy="28398"/>
            </a:xfrm>
            <a:prstGeom prst="ellipse">
              <a:avLst/>
            </a:prstGeom>
            <a:solidFill>
              <a:srgbClr val="7F8C97">
                <a:alpha val="48000"/>
              </a:srgbClr>
            </a:solidFill>
            <a:ln w="0">
              <a:noFill/>
              <a:prstDash val="solid"/>
            </a:ln>
          </p:spPr>
        </p:sp>
        <p:sp>
          <p:nvSpPr>
            <p:cNvPr id="504" name="03_assume_matched_503">
              <a:extLst>
                <a:ext uri="{FF2B5EF4-FFF2-40B4-BE49-F238E27FC236}">
                  <a16:creationId xmlns:a16="http://schemas.microsoft.com/office/drawing/2014/main" id="{C0F5B267-74C6-447D-A1E8-5DFE9AA06EBD}"/>
                </a:ext>
              </a:extLst>
            </p:cNvPr>
            <p:cNvSpPr>
              <a:spLocks/>
            </p:cNvSpPr>
            <p:nvPr/>
          </p:nvSpPr>
          <p:spPr>
            <a:xfrm>
              <a:off x="4675731" y="1572961"/>
              <a:ext cx="28398" cy="28398"/>
            </a:xfrm>
            <a:prstGeom prst="ellipse">
              <a:avLst/>
            </a:prstGeom>
            <a:solidFill>
              <a:srgbClr val="7F8C97">
                <a:alpha val="48000"/>
              </a:srgbClr>
            </a:solidFill>
            <a:ln w="0">
              <a:noFill/>
              <a:prstDash val="solid"/>
            </a:ln>
          </p:spPr>
        </p:sp>
        <p:sp>
          <p:nvSpPr>
            <p:cNvPr id="505" name="03_assume_matched_504">
              <a:extLst>
                <a:ext uri="{FF2B5EF4-FFF2-40B4-BE49-F238E27FC236}">
                  <a16:creationId xmlns:a16="http://schemas.microsoft.com/office/drawing/2014/main" id="{EB4A5D4B-8C8B-420A-965A-C3E8F5D029F4}"/>
                </a:ext>
              </a:extLst>
            </p:cNvPr>
            <p:cNvSpPr>
              <a:spLocks/>
            </p:cNvSpPr>
            <p:nvPr/>
          </p:nvSpPr>
          <p:spPr>
            <a:xfrm>
              <a:off x="4586795" y="1962874"/>
              <a:ext cx="28398" cy="28398"/>
            </a:xfrm>
            <a:prstGeom prst="ellipse">
              <a:avLst/>
            </a:prstGeom>
            <a:solidFill>
              <a:srgbClr val="7F8C97">
                <a:alpha val="48000"/>
              </a:srgbClr>
            </a:solidFill>
            <a:ln w="0">
              <a:noFill/>
              <a:prstDash val="solid"/>
            </a:ln>
          </p:spPr>
        </p:sp>
        <p:sp>
          <p:nvSpPr>
            <p:cNvPr id="506" name="03_assume_matched_505">
              <a:extLst>
                <a:ext uri="{FF2B5EF4-FFF2-40B4-BE49-F238E27FC236}">
                  <a16:creationId xmlns:a16="http://schemas.microsoft.com/office/drawing/2014/main" id="{BB535B2D-C33F-4584-B5EC-34FB0262BBA9}"/>
                </a:ext>
              </a:extLst>
            </p:cNvPr>
            <p:cNvSpPr>
              <a:spLocks/>
            </p:cNvSpPr>
            <p:nvPr/>
          </p:nvSpPr>
          <p:spPr>
            <a:xfrm>
              <a:off x="4639610" y="1962874"/>
              <a:ext cx="28398" cy="28398"/>
            </a:xfrm>
            <a:prstGeom prst="ellipse">
              <a:avLst/>
            </a:prstGeom>
            <a:solidFill>
              <a:srgbClr val="7F8C97">
                <a:alpha val="48000"/>
              </a:srgbClr>
            </a:solidFill>
            <a:ln w="0">
              <a:noFill/>
              <a:prstDash val="solid"/>
            </a:ln>
          </p:spPr>
        </p:sp>
        <p:sp>
          <p:nvSpPr>
            <p:cNvPr id="507" name="03_assume_matched_506">
              <a:extLst>
                <a:ext uri="{FF2B5EF4-FFF2-40B4-BE49-F238E27FC236}">
                  <a16:creationId xmlns:a16="http://schemas.microsoft.com/office/drawing/2014/main" id="{40323FB7-4360-4429-9925-9338957B312C}"/>
                </a:ext>
              </a:extLst>
            </p:cNvPr>
            <p:cNvSpPr>
              <a:spLocks/>
            </p:cNvSpPr>
            <p:nvPr/>
          </p:nvSpPr>
          <p:spPr>
            <a:xfrm>
              <a:off x="4650547" y="1378004"/>
              <a:ext cx="28398" cy="28398"/>
            </a:xfrm>
            <a:prstGeom prst="ellipse">
              <a:avLst/>
            </a:prstGeom>
            <a:solidFill>
              <a:srgbClr val="7F8C97">
                <a:alpha val="48000"/>
              </a:srgbClr>
            </a:solidFill>
            <a:ln w="0">
              <a:noFill/>
              <a:prstDash val="solid"/>
            </a:ln>
          </p:spPr>
        </p:sp>
        <p:sp>
          <p:nvSpPr>
            <p:cNvPr id="508" name="03_assume_matched_507">
              <a:extLst>
                <a:ext uri="{FF2B5EF4-FFF2-40B4-BE49-F238E27FC236}">
                  <a16:creationId xmlns:a16="http://schemas.microsoft.com/office/drawing/2014/main" id="{94A7EF58-63E6-4B0F-B309-3085878667CB}"/>
                </a:ext>
              </a:extLst>
            </p:cNvPr>
            <p:cNvSpPr>
              <a:spLocks/>
            </p:cNvSpPr>
            <p:nvPr/>
          </p:nvSpPr>
          <p:spPr>
            <a:xfrm>
              <a:off x="4667960" y="1378004"/>
              <a:ext cx="28398" cy="28398"/>
            </a:xfrm>
            <a:prstGeom prst="ellipse">
              <a:avLst/>
            </a:prstGeom>
            <a:solidFill>
              <a:srgbClr val="7F8C97">
                <a:alpha val="48000"/>
              </a:srgbClr>
            </a:solidFill>
            <a:ln w="0">
              <a:noFill/>
              <a:prstDash val="solid"/>
            </a:ln>
          </p:spPr>
        </p:sp>
        <p:sp>
          <p:nvSpPr>
            <p:cNvPr id="509" name="03_assume_matched_508">
              <a:extLst>
                <a:ext uri="{FF2B5EF4-FFF2-40B4-BE49-F238E27FC236}">
                  <a16:creationId xmlns:a16="http://schemas.microsoft.com/office/drawing/2014/main" id="{D1D30575-D657-4376-BBD5-7E1E332C8D00}"/>
                </a:ext>
              </a:extLst>
            </p:cNvPr>
            <p:cNvSpPr>
              <a:spLocks/>
            </p:cNvSpPr>
            <p:nvPr/>
          </p:nvSpPr>
          <p:spPr>
            <a:xfrm>
              <a:off x="4652705" y="1378004"/>
              <a:ext cx="28398" cy="28398"/>
            </a:xfrm>
            <a:prstGeom prst="ellipse">
              <a:avLst/>
            </a:prstGeom>
            <a:solidFill>
              <a:srgbClr val="7F8C97">
                <a:alpha val="48000"/>
              </a:srgbClr>
            </a:solidFill>
            <a:ln w="0">
              <a:noFill/>
              <a:prstDash val="solid"/>
            </a:ln>
          </p:spPr>
        </p:sp>
        <p:sp>
          <p:nvSpPr>
            <p:cNvPr id="510" name="03_assume_matched_509">
              <a:extLst>
                <a:ext uri="{FF2B5EF4-FFF2-40B4-BE49-F238E27FC236}">
                  <a16:creationId xmlns:a16="http://schemas.microsoft.com/office/drawing/2014/main" id="{AC316974-F592-4D65-A4A5-59E77921BB56}"/>
                </a:ext>
              </a:extLst>
            </p:cNvPr>
            <p:cNvSpPr>
              <a:spLocks/>
            </p:cNvSpPr>
            <p:nvPr/>
          </p:nvSpPr>
          <p:spPr>
            <a:xfrm>
              <a:off x="4630975" y="1378004"/>
              <a:ext cx="28398" cy="28398"/>
            </a:xfrm>
            <a:prstGeom prst="ellipse">
              <a:avLst/>
            </a:prstGeom>
            <a:solidFill>
              <a:srgbClr val="7F8C97">
                <a:alpha val="48000"/>
              </a:srgbClr>
            </a:solidFill>
            <a:ln w="0">
              <a:noFill/>
              <a:prstDash val="solid"/>
            </a:ln>
          </p:spPr>
        </p:sp>
        <p:sp>
          <p:nvSpPr>
            <p:cNvPr id="511" name="03_assume_matched_510">
              <a:extLst>
                <a:ext uri="{FF2B5EF4-FFF2-40B4-BE49-F238E27FC236}">
                  <a16:creationId xmlns:a16="http://schemas.microsoft.com/office/drawing/2014/main" id="{68607E2A-8048-4B08-B4FD-0FD3AD90A9E4}"/>
                </a:ext>
              </a:extLst>
            </p:cNvPr>
            <p:cNvSpPr>
              <a:spLocks/>
            </p:cNvSpPr>
            <p:nvPr/>
          </p:nvSpPr>
          <p:spPr>
            <a:xfrm>
              <a:off x="4542759" y="1378004"/>
              <a:ext cx="28398" cy="28398"/>
            </a:xfrm>
            <a:prstGeom prst="ellipse">
              <a:avLst/>
            </a:prstGeom>
            <a:solidFill>
              <a:srgbClr val="7F8C97">
                <a:alpha val="48000"/>
              </a:srgbClr>
            </a:solidFill>
            <a:ln w="0">
              <a:noFill/>
              <a:prstDash val="solid"/>
            </a:ln>
          </p:spPr>
        </p:sp>
        <p:sp>
          <p:nvSpPr>
            <p:cNvPr id="512" name="03_assume_matched_511">
              <a:extLst>
                <a:ext uri="{FF2B5EF4-FFF2-40B4-BE49-F238E27FC236}">
                  <a16:creationId xmlns:a16="http://schemas.microsoft.com/office/drawing/2014/main" id="{EFECAE38-BC3D-45BE-8303-DDD7AD2D33AF}"/>
                </a:ext>
              </a:extLst>
            </p:cNvPr>
            <p:cNvSpPr>
              <a:spLocks/>
            </p:cNvSpPr>
            <p:nvPr/>
          </p:nvSpPr>
          <p:spPr>
            <a:xfrm>
              <a:off x="4556718" y="1962874"/>
              <a:ext cx="28398" cy="28398"/>
            </a:xfrm>
            <a:prstGeom prst="ellipse">
              <a:avLst/>
            </a:prstGeom>
            <a:solidFill>
              <a:srgbClr val="7F8C97">
                <a:alpha val="48000"/>
              </a:srgbClr>
            </a:solidFill>
            <a:ln w="0">
              <a:noFill/>
              <a:prstDash val="solid"/>
            </a:ln>
          </p:spPr>
        </p:sp>
        <p:sp>
          <p:nvSpPr>
            <p:cNvPr id="513" name="03_assume_matched_512">
              <a:extLst>
                <a:ext uri="{FF2B5EF4-FFF2-40B4-BE49-F238E27FC236}">
                  <a16:creationId xmlns:a16="http://schemas.microsoft.com/office/drawing/2014/main" id="{3A0E00FA-46F7-4ED5-9C09-954701B0D135}"/>
                </a:ext>
              </a:extLst>
            </p:cNvPr>
            <p:cNvSpPr>
              <a:spLocks/>
            </p:cNvSpPr>
            <p:nvPr/>
          </p:nvSpPr>
          <p:spPr>
            <a:xfrm>
              <a:off x="4617879" y="1378004"/>
              <a:ext cx="28398" cy="28398"/>
            </a:xfrm>
            <a:prstGeom prst="ellipse">
              <a:avLst/>
            </a:prstGeom>
            <a:solidFill>
              <a:srgbClr val="7F8C97">
                <a:alpha val="48000"/>
              </a:srgbClr>
            </a:solidFill>
            <a:ln w="0">
              <a:noFill/>
              <a:prstDash val="solid"/>
            </a:ln>
          </p:spPr>
        </p:sp>
        <p:sp>
          <p:nvSpPr>
            <p:cNvPr id="514" name="03_assume_matched_513">
              <a:extLst>
                <a:ext uri="{FF2B5EF4-FFF2-40B4-BE49-F238E27FC236}">
                  <a16:creationId xmlns:a16="http://schemas.microsoft.com/office/drawing/2014/main" id="{CC9DC0AC-273D-4B4E-8ED7-788556F73417}"/>
                </a:ext>
              </a:extLst>
            </p:cNvPr>
            <p:cNvSpPr>
              <a:spLocks/>
            </p:cNvSpPr>
            <p:nvPr/>
          </p:nvSpPr>
          <p:spPr>
            <a:xfrm>
              <a:off x="4562762" y="1378004"/>
              <a:ext cx="28398" cy="28398"/>
            </a:xfrm>
            <a:prstGeom prst="ellipse">
              <a:avLst/>
            </a:prstGeom>
            <a:solidFill>
              <a:srgbClr val="7F8C97">
                <a:alpha val="48000"/>
              </a:srgbClr>
            </a:solidFill>
            <a:ln w="0">
              <a:noFill/>
              <a:prstDash val="solid"/>
            </a:ln>
          </p:spPr>
        </p:sp>
        <p:sp>
          <p:nvSpPr>
            <p:cNvPr id="515" name="03_assume_matched_514">
              <a:extLst>
                <a:ext uri="{FF2B5EF4-FFF2-40B4-BE49-F238E27FC236}">
                  <a16:creationId xmlns:a16="http://schemas.microsoft.com/office/drawing/2014/main" id="{729726DC-438D-480E-9240-18F625502918}"/>
                </a:ext>
              </a:extLst>
            </p:cNvPr>
            <p:cNvSpPr>
              <a:spLocks/>
            </p:cNvSpPr>
            <p:nvPr/>
          </p:nvSpPr>
          <p:spPr>
            <a:xfrm>
              <a:off x="4588810" y="1378004"/>
              <a:ext cx="28398" cy="28398"/>
            </a:xfrm>
            <a:prstGeom prst="ellipse">
              <a:avLst/>
            </a:prstGeom>
            <a:solidFill>
              <a:srgbClr val="7F8C97">
                <a:alpha val="48000"/>
              </a:srgbClr>
            </a:solidFill>
            <a:ln w="0">
              <a:noFill/>
              <a:prstDash val="solid"/>
            </a:ln>
          </p:spPr>
        </p:sp>
        <p:sp>
          <p:nvSpPr>
            <p:cNvPr id="516" name="03_assume_matched_515">
              <a:extLst>
                <a:ext uri="{FF2B5EF4-FFF2-40B4-BE49-F238E27FC236}">
                  <a16:creationId xmlns:a16="http://schemas.microsoft.com/office/drawing/2014/main" id="{36DE0357-5D2B-467F-9358-05685DCB7599}"/>
                </a:ext>
              </a:extLst>
            </p:cNvPr>
            <p:cNvSpPr>
              <a:spLocks/>
            </p:cNvSpPr>
            <p:nvPr/>
          </p:nvSpPr>
          <p:spPr>
            <a:xfrm>
              <a:off x="4537866" y="1962874"/>
              <a:ext cx="28398" cy="28398"/>
            </a:xfrm>
            <a:prstGeom prst="ellipse">
              <a:avLst/>
            </a:prstGeom>
            <a:solidFill>
              <a:srgbClr val="7F8C97">
                <a:alpha val="48000"/>
              </a:srgbClr>
            </a:solidFill>
            <a:ln w="0">
              <a:noFill/>
              <a:prstDash val="solid"/>
            </a:ln>
          </p:spPr>
        </p:sp>
        <p:sp>
          <p:nvSpPr>
            <p:cNvPr id="517" name="03_assume_matched_516">
              <a:extLst>
                <a:ext uri="{FF2B5EF4-FFF2-40B4-BE49-F238E27FC236}">
                  <a16:creationId xmlns:a16="http://schemas.microsoft.com/office/drawing/2014/main" id="{552C4A9C-43F7-4905-847C-C069DADBD19B}"/>
                </a:ext>
              </a:extLst>
            </p:cNvPr>
            <p:cNvSpPr>
              <a:spLocks/>
            </p:cNvSpPr>
            <p:nvPr/>
          </p:nvSpPr>
          <p:spPr>
            <a:xfrm>
              <a:off x="5410545" y="1378004"/>
              <a:ext cx="28398" cy="28398"/>
            </a:xfrm>
            <a:prstGeom prst="ellipse">
              <a:avLst/>
            </a:prstGeom>
            <a:solidFill>
              <a:srgbClr val="7F8C97">
                <a:alpha val="48000"/>
              </a:srgbClr>
            </a:solidFill>
            <a:ln w="0">
              <a:noFill/>
              <a:prstDash val="solid"/>
            </a:ln>
          </p:spPr>
        </p:sp>
        <p:sp>
          <p:nvSpPr>
            <p:cNvPr id="518" name="03_assume_matched_517">
              <a:extLst>
                <a:ext uri="{FF2B5EF4-FFF2-40B4-BE49-F238E27FC236}">
                  <a16:creationId xmlns:a16="http://schemas.microsoft.com/office/drawing/2014/main" id="{5B94BB30-9D0F-4E22-B252-36768085B4BA}"/>
                </a:ext>
              </a:extLst>
            </p:cNvPr>
            <p:cNvSpPr>
              <a:spLocks/>
            </p:cNvSpPr>
            <p:nvPr/>
          </p:nvSpPr>
          <p:spPr>
            <a:xfrm>
              <a:off x="5399032" y="1962874"/>
              <a:ext cx="28398" cy="28398"/>
            </a:xfrm>
            <a:prstGeom prst="ellipse">
              <a:avLst/>
            </a:prstGeom>
            <a:solidFill>
              <a:srgbClr val="7F8C97">
                <a:alpha val="48000"/>
              </a:srgbClr>
            </a:solidFill>
            <a:ln w="0">
              <a:noFill/>
              <a:prstDash val="solid"/>
            </a:ln>
          </p:spPr>
        </p:sp>
        <p:sp>
          <p:nvSpPr>
            <p:cNvPr id="519" name="03_assume_matched_518">
              <a:extLst>
                <a:ext uri="{FF2B5EF4-FFF2-40B4-BE49-F238E27FC236}">
                  <a16:creationId xmlns:a16="http://schemas.microsoft.com/office/drawing/2014/main" id="{80447CAD-2900-4093-855F-EC52D733120F}"/>
                </a:ext>
              </a:extLst>
            </p:cNvPr>
            <p:cNvSpPr>
              <a:spLocks/>
            </p:cNvSpPr>
            <p:nvPr/>
          </p:nvSpPr>
          <p:spPr>
            <a:xfrm>
              <a:off x="5341901" y="1962874"/>
              <a:ext cx="28398" cy="28398"/>
            </a:xfrm>
            <a:prstGeom prst="ellipse">
              <a:avLst/>
            </a:prstGeom>
            <a:solidFill>
              <a:srgbClr val="7F8C97">
                <a:alpha val="48000"/>
              </a:srgbClr>
            </a:solidFill>
            <a:ln w="0">
              <a:noFill/>
              <a:prstDash val="solid"/>
            </a:ln>
          </p:spPr>
        </p:sp>
        <p:sp>
          <p:nvSpPr>
            <p:cNvPr id="520" name="03_assume_matched_519">
              <a:extLst>
                <a:ext uri="{FF2B5EF4-FFF2-40B4-BE49-F238E27FC236}">
                  <a16:creationId xmlns:a16="http://schemas.microsoft.com/office/drawing/2014/main" id="{66328CC4-C028-4C27-A887-137152B012BC}"/>
                </a:ext>
              </a:extLst>
            </p:cNvPr>
            <p:cNvSpPr>
              <a:spLocks/>
            </p:cNvSpPr>
            <p:nvPr/>
          </p:nvSpPr>
          <p:spPr>
            <a:xfrm>
              <a:off x="5420763" y="1378004"/>
              <a:ext cx="28398" cy="28398"/>
            </a:xfrm>
            <a:prstGeom prst="ellipse">
              <a:avLst/>
            </a:prstGeom>
            <a:solidFill>
              <a:srgbClr val="7F8C97">
                <a:alpha val="48000"/>
              </a:srgbClr>
            </a:solidFill>
            <a:ln w="0">
              <a:noFill/>
              <a:prstDash val="solid"/>
            </a:ln>
          </p:spPr>
        </p:sp>
        <p:sp>
          <p:nvSpPr>
            <p:cNvPr id="521" name="03_assume_matched_520">
              <a:extLst>
                <a:ext uri="{FF2B5EF4-FFF2-40B4-BE49-F238E27FC236}">
                  <a16:creationId xmlns:a16="http://schemas.microsoft.com/office/drawing/2014/main" id="{1C5D57B2-7AE6-4AD1-8F19-9F6CBAAA59A1}"/>
                </a:ext>
              </a:extLst>
            </p:cNvPr>
            <p:cNvSpPr>
              <a:spLocks/>
            </p:cNvSpPr>
            <p:nvPr/>
          </p:nvSpPr>
          <p:spPr>
            <a:xfrm>
              <a:off x="5388527" y="1378004"/>
              <a:ext cx="28398" cy="28398"/>
            </a:xfrm>
            <a:prstGeom prst="ellipse">
              <a:avLst/>
            </a:prstGeom>
            <a:solidFill>
              <a:srgbClr val="7F8C97">
                <a:alpha val="48000"/>
              </a:srgbClr>
            </a:solidFill>
            <a:ln w="0">
              <a:noFill/>
              <a:prstDash val="solid"/>
            </a:ln>
          </p:spPr>
        </p:sp>
        <p:sp>
          <p:nvSpPr>
            <p:cNvPr id="522" name="03_assume_matched_521">
              <a:extLst>
                <a:ext uri="{FF2B5EF4-FFF2-40B4-BE49-F238E27FC236}">
                  <a16:creationId xmlns:a16="http://schemas.microsoft.com/office/drawing/2014/main" id="{7718A999-0148-4887-904A-959F2BCF3CF6}"/>
                </a:ext>
              </a:extLst>
            </p:cNvPr>
            <p:cNvSpPr>
              <a:spLocks/>
            </p:cNvSpPr>
            <p:nvPr/>
          </p:nvSpPr>
          <p:spPr>
            <a:xfrm>
              <a:off x="5293259" y="1537514"/>
              <a:ext cx="28398" cy="28398"/>
            </a:xfrm>
            <a:prstGeom prst="ellipse">
              <a:avLst/>
            </a:prstGeom>
            <a:solidFill>
              <a:srgbClr val="7F8C97">
                <a:alpha val="48000"/>
              </a:srgbClr>
            </a:solidFill>
            <a:ln w="0">
              <a:noFill/>
              <a:prstDash val="solid"/>
            </a:ln>
          </p:spPr>
        </p:sp>
        <p:sp>
          <p:nvSpPr>
            <p:cNvPr id="523" name="03_assume_matched_522">
              <a:extLst>
                <a:ext uri="{FF2B5EF4-FFF2-40B4-BE49-F238E27FC236}">
                  <a16:creationId xmlns:a16="http://schemas.microsoft.com/office/drawing/2014/main" id="{1063CE64-A3F7-41D6-B749-130FD2A2F091}"/>
                </a:ext>
              </a:extLst>
            </p:cNvPr>
            <p:cNvSpPr>
              <a:spLocks/>
            </p:cNvSpPr>
            <p:nvPr/>
          </p:nvSpPr>
          <p:spPr>
            <a:xfrm>
              <a:off x="5323912" y="1962874"/>
              <a:ext cx="28398" cy="28398"/>
            </a:xfrm>
            <a:prstGeom prst="ellipse">
              <a:avLst/>
            </a:prstGeom>
            <a:solidFill>
              <a:srgbClr val="7F8C97">
                <a:alpha val="48000"/>
              </a:srgbClr>
            </a:solidFill>
            <a:ln w="0">
              <a:noFill/>
              <a:prstDash val="solid"/>
            </a:ln>
          </p:spPr>
        </p:sp>
        <p:sp>
          <p:nvSpPr>
            <p:cNvPr id="524" name="03_assume_matched_523">
              <a:extLst>
                <a:ext uri="{FF2B5EF4-FFF2-40B4-BE49-F238E27FC236}">
                  <a16:creationId xmlns:a16="http://schemas.microsoft.com/office/drawing/2014/main" id="{9A79FF94-1DBB-4634-B9DB-12A4F139C8AE}"/>
                </a:ext>
              </a:extLst>
            </p:cNvPr>
            <p:cNvSpPr>
              <a:spLocks/>
            </p:cNvSpPr>
            <p:nvPr/>
          </p:nvSpPr>
          <p:spPr>
            <a:xfrm>
              <a:off x="5292971" y="1962874"/>
              <a:ext cx="28398" cy="28398"/>
            </a:xfrm>
            <a:prstGeom prst="ellipse">
              <a:avLst/>
            </a:prstGeom>
            <a:solidFill>
              <a:srgbClr val="7F8C97">
                <a:alpha val="48000"/>
              </a:srgbClr>
            </a:solidFill>
            <a:ln w="0">
              <a:noFill/>
              <a:prstDash val="solid"/>
            </a:ln>
          </p:spPr>
        </p:sp>
        <p:sp>
          <p:nvSpPr>
            <p:cNvPr id="525" name="03_assume_matched_524">
              <a:extLst>
                <a:ext uri="{FF2B5EF4-FFF2-40B4-BE49-F238E27FC236}">
                  <a16:creationId xmlns:a16="http://schemas.microsoft.com/office/drawing/2014/main" id="{3A1B1807-ACC1-41E2-BDD7-4DFB1F782F98}"/>
                </a:ext>
              </a:extLst>
            </p:cNvPr>
            <p:cNvSpPr>
              <a:spLocks/>
            </p:cNvSpPr>
            <p:nvPr/>
          </p:nvSpPr>
          <p:spPr>
            <a:xfrm>
              <a:off x="5374280" y="1378004"/>
              <a:ext cx="28398" cy="28398"/>
            </a:xfrm>
            <a:prstGeom prst="ellipse">
              <a:avLst/>
            </a:prstGeom>
            <a:solidFill>
              <a:srgbClr val="7F8C97">
                <a:alpha val="48000"/>
              </a:srgbClr>
            </a:solidFill>
            <a:ln w="0">
              <a:noFill/>
              <a:prstDash val="solid"/>
            </a:ln>
          </p:spPr>
        </p:sp>
        <p:sp>
          <p:nvSpPr>
            <p:cNvPr id="526" name="03_assume_matched_525">
              <a:extLst>
                <a:ext uri="{FF2B5EF4-FFF2-40B4-BE49-F238E27FC236}">
                  <a16:creationId xmlns:a16="http://schemas.microsoft.com/office/drawing/2014/main" id="{BCA60E84-4316-4AE5-A64D-9FA14E3538F6}"/>
                </a:ext>
              </a:extLst>
            </p:cNvPr>
            <p:cNvSpPr>
              <a:spLocks/>
            </p:cNvSpPr>
            <p:nvPr/>
          </p:nvSpPr>
          <p:spPr>
            <a:xfrm>
              <a:off x="5355572" y="1962874"/>
              <a:ext cx="28398" cy="28398"/>
            </a:xfrm>
            <a:prstGeom prst="ellipse">
              <a:avLst/>
            </a:prstGeom>
            <a:solidFill>
              <a:srgbClr val="7F8C97">
                <a:alpha val="48000"/>
              </a:srgbClr>
            </a:solidFill>
            <a:ln w="0">
              <a:noFill/>
              <a:prstDash val="solid"/>
            </a:ln>
          </p:spPr>
        </p:sp>
        <p:sp>
          <p:nvSpPr>
            <p:cNvPr id="527" name="03_assume_matched_526">
              <a:extLst>
                <a:ext uri="{FF2B5EF4-FFF2-40B4-BE49-F238E27FC236}">
                  <a16:creationId xmlns:a16="http://schemas.microsoft.com/office/drawing/2014/main" id="{FBBAFB8C-CA01-4C44-AB7D-B7F4EAD0F263}"/>
                </a:ext>
              </a:extLst>
            </p:cNvPr>
            <p:cNvSpPr>
              <a:spLocks/>
            </p:cNvSpPr>
            <p:nvPr/>
          </p:nvSpPr>
          <p:spPr>
            <a:xfrm>
              <a:off x="5340318" y="1962874"/>
              <a:ext cx="28398" cy="28398"/>
            </a:xfrm>
            <a:prstGeom prst="ellipse">
              <a:avLst/>
            </a:prstGeom>
            <a:solidFill>
              <a:srgbClr val="7F8C97">
                <a:alpha val="48000"/>
              </a:srgbClr>
            </a:solidFill>
            <a:ln w="0">
              <a:noFill/>
              <a:prstDash val="solid"/>
            </a:ln>
          </p:spPr>
        </p:sp>
        <p:sp>
          <p:nvSpPr>
            <p:cNvPr id="528" name="03_assume_matched_527">
              <a:extLst>
                <a:ext uri="{FF2B5EF4-FFF2-40B4-BE49-F238E27FC236}">
                  <a16:creationId xmlns:a16="http://schemas.microsoft.com/office/drawing/2014/main" id="{387DF821-540C-44E8-9B4D-11DD667867EA}"/>
                </a:ext>
              </a:extLst>
            </p:cNvPr>
            <p:cNvSpPr>
              <a:spLocks/>
            </p:cNvSpPr>
            <p:nvPr/>
          </p:nvSpPr>
          <p:spPr>
            <a:xfrm>
              <a:off x="5326071" y="1962874"/>
              <a:ext cx="28398" cy="28398"/>
            </a:xfrm>
            <a:prstGeom prst="ellipse">
              <a:avLst/>
            </a:prstGeom>
            <a:solidFill>
              <a:srgbClr val="7F8C97">
                <a:alpha val="48000"/>
              </a:srgbClr>
            </a:solidFill>
            <a:ln w="0">
              <a:noFill/>
              <a:prstDash val="solid"/>
            </a:ln>
          </p:spPr>
        </p:sp>
        <p:sp>
          <p:nvSpPr>
            <p:cNvPr id="529" name="03_assume_matched_528">
              <a:extLst>
                <a:ext uri="{FF2B5EF4-FFF2-40B4-BE49-F238E27FC236}">
                  <a16:creationId xmlns:a16="http://schemas.microsoft.com/office/drawing/2014/main" id="{4428F300-AFE9-494C-8B4D-98F3132A68A0}"/>
                </a:ext>
              </a:extLst>
            </p:cNvPr>
            <p:cNvSpPr>
              <a:spLocks/>
            </p:cNvSpPr>
            <p:nvPr/>
          </p:nvSpPr>
          <p:spPr>
            <a:xfrm>
              <a:off x="5342476" y="1962874"/>
              <a:ext cx="28398" cy="28398"/>
            </a:xfrm>
            <a:prstGeom prst="ellipse">
              <a:avLst/>
            </a:prstGeom>
            <a:solidFill>
              <a:srgbClr val="7F8C97">
                <a:alpha val="48000"/>
              </a:srgbClr>
            </a:solidFill>
            <a:ln w="0">
              <a:noFill/>
              <a:prstDash val="solid"/>
            </a:ln>
          </p:spPr>
        </p:sp>
        <p:sp>
          <p:nvSpPr>
            <p:cNvPr id="530" name="03_assume_matched_529">
              <a:extLst>
                <a:ext uri="{FF2B5EF4-FFF2-40B4-BE49-F238E27FC236}">
                  <a16:creationId xmlns:a16="http://schemas.microsoft.com/office/drawing/2014/main" id="{BC82EDAC-32B3-4495-BCB7-0F1F4D74490C}"/>
                </a:ext>
              </a:extLst>
            </p:cNvPr>
            <p:cNvSpPr>
              <a:spLocks/>
            </p:cNvSpPr>
            <p:nvPr/>
          </p:nvSpPr>
          <p:spPr>
            <a:xfrm>
              <a:off x="5427670" y="1670439"/>
              <a:ext cx="28398" cy="28398"/>
            </a:xfrm>
            <a:prstGeom prst="ellipse">
              <a:avLst/>
            </a:prstGeom>
            <a:solidFill>
              <a:srgbClr val="7F8C97">
                <a:alpha val="48000"/>
              </a:srgbClr>
            </a:solidFill>
            <a:ln w="0">
              <a:noFill/>
              <a:prstDash val="solid"/>
            </a:ln>
          </p:spPr>
        </p:sp>
        <p:sp>
          <p:nvSpPr>
            <p:cNvPr id="531" name="03_assume_matched_530">
              <a:extLst>
                <a:ext uri="{FF2B5EF4-FFF2-40B4-BE49-F238E27FC236}">
                  <a16:creationId xmlns:a16="http://schemas.microsoft.com/office/drawing/2014/main" id="{98B75006-0F38-4A06-BCF1-F126A66EB783}"/>
                </a:ext>
              </a:extLst>
            </p:cNvPr>
            <p:cNvSpPr>
              <a:spLocks/>
            </p:cNvSpPr>
            <p:nvPr/>
          </p:nvSpPr>
          <p:spPr>
            <a:xfrm>
              <a:off x="5382627" y="1572961"/>
              <a:ext cx="28398" cy="28398"/>
            </a:xfrm>
            <a:prstGeom prst="ellipse">
              <a:avLst/>
            </a:prstGeom>
            <a:solidFill>
              <a:srgbClr val="7F8C97">
                <a:alpha val="48000"/>
              </a:srgbClr>
            </a:solidFill>
            <a:ln w="0">
              <a:noFill/>
              <a:prstDash val="solid"/>
            </a:ln>
          </p:spPr>
        </p:sp>
        <p:sp>
          <p:nvSpPr>
            <p:cNvPr id="532" name="03_assume_matched_531">
              <a:extLst>
                <a:ext uri="{FF2B5EF4-FFF2-40B4-BE49-F238E27FC236}">
                  <a16:creationId xmlns:a16="http://schemas.microsoft.com/office/drawing/2014/main" id="{78131065-7FCB-495E-8305-159ECBA31573}"/>
                </a:ext>
              </a:extLst>
            </p:cNvPr>
            <p:cNvSpPr>
              <a:spLocks/>
            </p:cNvSpPr>
            <p:nvPr/>
          </p:nvSpPr>
          <p:spPr>
            <a:xfrm>
              <a:off x="5392413" y="1962874"/>
              <a:ext cx="28398" cy="28398"/>
            </a:xfrm>
            <a:prstGeom prst="ellipse">
              <a:avLst/>
            </a:prstGeom>
            <a:solidFill>
              <a:srgbClr val="7F8C97">
                <a:alpha val="48000"/>
              </a:srgbClr>
            </a:solidFill>
            <a:ln w="0">
              <a:noFill/>
              <a:prstDash val="solid"/>
            </a:ln>
          </p:spPr>
        </p:sp>
        <p:sp>
          <p:nvSpPr>
            <p:cNvPr id="533" name="03_assume_matched_532">
              <a:extLst>
                <a:ext uri="{FF2B5EF4-FFF2-40B4-BE49-F238E27FC236}">
                  <a16:creationId xmlns:a16="http://schemas.microsoft.com/office/drawing/2014/main" id="{FC172DD6-249B-4AC5-8D72-AE6B2483DFF7}"/>
                </a:ext>
              </a:extLst>
            </p:cNvPr>
            <p:cNvSpPr>
              <a:spLocks/>
            </p:cNvSpPr>
            <p:nvPr/>
          </p:nvSpPr>
          <p:spPr>
            <a:xfrm>
              <a:off x="5329237" y="1897888"/>
              <a:ext cx="28398" cy="28398"/>
            </a:xfrm>
            <a:prstGeom prst="ellipse">
              <a:avLst/>
            </a:prstGeom>
            <a:solidFill>
              <a:srgbClr val="7F8C97">
                <a:alpha val="48000"/>
              </a:srgbClr>
            </a:solidFill>
            <a:ln w="0">
              <a:noFill/>
              <a:prstDash val="solid"/>
            </a:ln>
          </p:spPr>
        </p:sp>
        <p:sp>
          <p:nvSpPr>
            <p:cNvPr id="534" name="03_assume_matched_533">
              <a:extLst>
                <a:ext uri="{FF2B5EF4-FFF2-40B4-BE49-F238E27FC236}">
                  <a16:creationId xmlns:a16="http://schemas.microsoft.com/office/drawing/2014/main" id="{069AE1CB-7878-4845-BD75-8758910BA492}"/>
                </a:ext>
              </a:extLst>
            </p:cNvPr>
            <p:cNvSpPr>
              <a:spLocks/>
            </p:cNvSpPr>
            <p:nvPr/>
          </p:nvSpPr>
          <p:spPr>
            <a:xfrm>
              <a:off x="5419611" y="1962874"/>
              <a:ext cx="28398" cy="28398"/>
            </a:xfrm>
            <a:prstGeom prst="ellipse">
              <a:avLst/>
            </a:prstGeom>
            <a:solidFill>
              <a:srgbClr val="7F8C97">
                <a:alpha val="48000"/>
              </a:srgbClr>
            </a:solidFill>
            <a:ln w="0">
              <a:noFill/>
              <a:prstDash val="solid"/>
            </a:ln>
          </p:spPr>
        </p:sp>
        <p:sp>
          <p:nvSpPr>
            <p:cNvPr id="535" name="03_assume_matched_534">
              <a:extLst>
                <a:ext uri="{FF2B5EF4-FFF2-40B4-BE49-F238E27FC236}">
                  <a16:creationId xmlns:a16="http://schemas.microsoft.com/office/drawing/2014/main" id="{E08ACA99-5CE4-4208-82A1-C120A599D65E}"/>
                </a:ext>
              </a:extLst>
            </p:cNvPr>
            <p:cNvSpPr>
              <a:spLocks/>
            </p:cNvSpPr>
            <p:nvPr/>
          </p:nvSpPr>
          <p:spPr>
            <a:xfrm>
              <a:off x="5392700" y="1378004"/>
              <a:ext cx="28398" cy="28398"/>
            </a:xfrm>
            <a:prstGeom prst="ellipse">
              <a:avLst/>
            </a:prstGeom>
            <a:solidFill>
              <a:srgbClr val="7F8C97">
                <a:alpha val="48000"/>
              </a:srgbClr>
            </a:solidFill>
            <a:ln w="0">
              <a:noFill/>
              <a:prstDash val="solid"/>
            </a:ln>
          </p:spPr>
        </p:sp>
        <p:sp>
          <p:nvSpPr>
            <p:cNvPr id="536" name="03_assume_matched_535">
              <a:extLst>
                <a:ext uri="{FF2B5EF4-FFF2-40B4-BE49-F238E27FC236}">
                  <a16:creationId xmlns:a16="http://schemas.microsoft.com/office/drawing/2014/main" id="{FA7CDD91-23C5-4895-BC88-5243A7366F29}"/>
                </a:ext>
              </a:extLst>
            </p:cNvPr>
            <p:cNvSpPr>
              <a:spLocks/>
            </p:cNvSpPr>
            <p:nvPr/>
          </p:nvSpPr>
          <p:spPr>
            <a:xfrm>
              <a:off x="5310528" y="1962874"/>
              <a:ext cx="28398" cy="28398"/>
            </a:xfrm>
            <a:prstGeom prst="ellipse">
              <a:avLst/>
            </a:prstGeom>
            <a:solidFill>
              <a:srgbClr val="7F8C97">
                <a:alpha val="48000"/>
              </a:srgbClr>
            </a:solidFill>
            <a:ln w="0">
              <a:noFill/>
              <a:prstDash val="solid"/>
            </a:ln>
          </p:spPr>
        </p:sp>
        <p:sp>
          <p:nvSpPr>
            <p:cNvPr id="537" name="03_assume_matched_536">
              <a:extLst>
                <a:ext uri="{FF2B5EF4-FFF2-40B4-BE49-F238E27FC236}">
                  <a16:creationId xmlns:a16="http://schemas.microsoft.com/office/drawing/2014/main" id="{F1E549D2-E8BB-4B7E-B07A-71A739EDF206}"/>
                </a:ext>
              </a:extLst>
            </p:cNvPr>
            <p:cNvSpPr>
              <a:spLocks/>
            </p:cNvSpPr>
            <p:nvPr/>
          </p:nvSpPr>
          <p:spPr>
            <a:xfrm>
              <a:off x="5317868" y="1962874"/>
              <a:ext cx="28398" cy="28398"/>
            </a:xfrm>
            <a:prstGeom prst="ellipse">
              <a:avLst/>
            </a:prstGeom>
            <a:solidFill>
              <a:srgbClr val="7F8C97">
                <a:alpha val="48000"/>
              </a:srgbClr>
            </a:solidFill>
            <a:ln w="0">
              <a:noFill/>
              <a:prstDash val="solid"/>
            </a:ln>
          </p:spPr>
        </p:sp>
        <p:sp>
          <p:nvSpPr>
            <p:cNvPr id="538" name="03_assume_matched_537">
              <a:extLst>
                <a:ext uri="{FF2B5EF4-FFF2-40B4-BE49-F238E27FC236}">
                  <a16:creationId xmlns:a16="http://schemas.microsoft.com/office/drawing/2014/main" id="{904ADD84-658C-4EE4-832E-1F133AA440A1}"/>
                </a:ext>
              </a:extLst>
            </p:cNvPr>
            <p:cNvSpPr>
              <a:spLocks/>
            </p:cNvSpPr>
            <p:nvPr/>
          </p:nvSpPr>
          <p:spPr>
            <a:xfrm>
              <a:off x="5329093" y="1767917"/>
              <a:ext cx="28398" cy="28398"/>
            </a:xfrm>
            <a:prstGeom prst="ellipse">
              <a:avLst/>
            </a:prstGeom>
            <a:solidFill>
              <a:srgbClr val="7F8C97">
                <a:alpha val="48000"/>
              </a:srgbClr>
            </a:solidFill>
            <a:ln w="0">
              <a:noFill/>
              <a:prstDash val="solid"/>
            </a:ln>
          </p:spPr>
        </p:sp>
        <p:sp>
          <p:nvSpPr>
            <p:cNvPr id="539" name="03_assume_matched_538">
              <a:extLst>
                <a:ext uri="{FF2B5EF4-FFF2-40B4-BE49-F238E27FC236}">
                  <a16:creationId xmlns:a16="http://schemas.microsoft.com/office/drawing/2014/main" id="{1D2477FD-F66C-41A8-93DE-113AC8101639}"/>
                </a:ext>
              </a:extLst>
            </p:cNvPr>
            <p:cNvSpPr>
              <a:spLocks/>
            </p:cNvSpPr>
            <p:nvPr/>
          </p:nvSpPr>
          <p:spPr>
            <a:xfrm>
              <a:off x="5418460" y="1670439"/>
              <a:ext cx="28398" cy="28398"/>
            </a:xfrm>
            <a:prstGeom prst="ellipse">
              <a:avLst/>
            </a:prstGeom>
            <a:solidFill>
              <a:srgbClr val="7F8C97">
                <a:alpha val="48000"/>
              </a:srgbClr>
            </a:solidFill>
            <a:ln w="0">
              <a:noFill/>
              <a:prstDash val="solid"/>
            </a:ln>
          </p:spPr>
        </p:sp>
        <p:sp>
          <p:nvSpPr>
            <p:cNvPr id="540" name="03_assume_matched_539">
              <a:extLst>
                <a:ext uri="{FF2B5EF4-FFF2-40B4-BE49-F238E27FC236}">
                  <a16:creationId xmlns:a16="http://schemas.microsoft.com/office/drawing/2014/main" id="{46521188-E6E2-4AE9-854C-F4747FF623CB}"/>
                </a:ext>
              </a:extLst>
            </p:cNvPr>
            <p:cNvSpPr>
              <a:spLocks/>
            </p:cNvSpPr>
            <p:nvPr/>
          </p:nvSpPr>
          <p:spPr>
            <a:xfrm>
              <a:off x="5331395" y="1378004"/>
              <a:ext cx="28398" cy="28398"/>
            </a:xfrm>
            <a:prstGeom prst="ellipse">
              <a:avLst/>
            </a:prstGeom>
            <a:solidFill>
              <a:srgbClr val="7F8C97">
                <a:alpha val="48000"/>
              </a:srgbClr>
            </a:solidFill>
            <a:ln w="0">
              <a:noFill/>
              <a:prstDash val="solid"/>
            </a:ln>
          </p:spPr>
        </p:sp>
        <p:sp>
          <p:nvSpPr>
            <p:cNvPr id="541" name="03_assume_matched_540">
              <a:extLst>
                <a:ext uri="{FF2B5EF4-FFF2-40B4-BE49-F238E27FC236}">
                  <a16:creationId xmlns:a16="http://schemas.microsoft.com/office/drawing/2014/main" id="{B732B5A6-C08F-475F-92F5-21D23E079054}"/>
                </a:ext>
              </a:extLst>
            </p:cNvPr>
            <p:cNvSpPr>
              <a:spLocks/>
            </p:cNvSpPr>
            <p:nvPr/>
          </p:nvSpPr>
          <p:spPr>
            <a:xfrm>
              <a:off x="5410401" y="1962874"/>
              <a:ext cx="28398" cy="28398"/>
            </a:xfrm>
            <a:prstGeom prst="ellipse">
              <a:avLst/>
            </a:prstGeom>
            <a:solidFill>
              <a:srgbClr val="7F8C97">
                <a:alpha val="48000"/>
              </a:srgbClr>
            </a:solidFill>
            <a:ln w="0">
              <a:noFill/>
              <a:prstDash val="solid"/>
            </a:ln>
          </p:spPr>
        </p:sp>
        <p:sp>
          <p:nvSpPr>
            <p:cNvPr id="542" name="03_assume_matched_541">
              <a:extLst>
                <a:ext uri="{FF2B5EF4-FFF2-40B4-BE49-F238E27FC236}">
                  <a16:creationId xmlns:a16="http://schemas.microsoft.com/office/drawing/2014/main" id="{AABF544D-284F-490C-8AF7-44A8A579DE19}"/>
                </a:ext>
              </a:extLst>
            </p:cNvPr>
            <p:cNvSpPr>
              <a:spLocks/>
            </p:cNvSpPr>
            <p:nvPr/>
          </p:nvSpPr>
          <p:spPr>
            <a:xfrm>
              <a:off x="5411552" y="1378004"/>
              <a:ext cx="28398" cy="28398"/>
            </a:xfrm>
            <a:prstGeom prst="ellipse">
              <a:avLst/>
            </a:prstGeom>
            <a:solidFill>
              <a:srgbClr val="7F8C97">
                <a:alpha val="48000"/>
              </a:srgbClr>
            </a:solidFill>
            <a:ln w="0">
              <a:noFill/>
              <a:prstDash val="solid"/>
            </a:ln>
          </p:spPr>
        </p:sp>
        <p:sp>
          <p:nvSpPr>
            <p:cNvPr id="543" name="03_assume_matched_542">
              <a:extLst>
                <a:ext uri="{FF2B5EF4-FFF2-40B4-BE49-F238E27FC236}">
                  <a16:creationId xmlns:a16="http://schemas.microsoft.com/office/drawing/2014/main" id="{2EA92117-DE1B-43FF-8811-E07A2B312715}"/>
                </a:ext>
              </a:extLst>
            </p:cNvPr>
            <p:cNvSpPr>
              <a:spLocks/>
            </p:cNvSpPr>
            <p:nvPr/>
          </p:nvSpPr>
          <p:spPr>
            <a:xfrm>
              <a:off x="5415294" y="1962874"/>
              <a:ext cx="28398" cy="28398"/>
            </a:xfrm>
            <a:prstGeom prst="ellipse">
              <a:avLst/>
            </a:prstGeom>
            <a:solidFill>
              <a:srgbClr val="7F8C97">
                <a:alpha val="48000"/>
              </a:srgbClr>
            </a:solidFill>
            <a:ln w="0">
              <a:noFill/>
              <a:prstDash val="solid"/>
            </a:ln>
          </p:spPr>
        </p:sp>
        <p:sp>
          <p:nvSpPr>
            <p:cNvPr id="544" name="03_assume_matched_543">
              <a:extLst>
                <a:ext uri="{FF2B5EF4-FFF2-40B4-BE49-F238E27FC236}">
                  <a16:creationId xmlns:a16="http://schemas.microsoft.com/office/drawing/2014/main" id="{1CA99388-E298-4B7B-A06A-3CE5BFBA2EAB}"/>
                </a:ext>
              </a:extLst>
            </p:cNvPr>
            <p:cNvSpPr>
              <a:spLocks/>
            </p:cNvSpPr>
            <p:nvPr/>
          </p:nvSpPr>
          <p:spPr>
            <a:xfrm>
              <a:off x="5332546" y="1962874"/>
              <a:ext cx="28398" cy="28398"/>
            </a:xfrm>
            <a:prstGeom prst="ellipse">
              <a:avLst/>
            </a:prstGeom>
            <a:solidFill>
              <a:srgbClr val="7F8C97">
                <a:alpha val="48000"/>
              </a:srgbClr>
            </a:solidFill>
            <a:ln w="0">
              <a:noFill/>
              <a:prstDash val="solid"/>
            </a:ln>
          </p:spPr>
        </p:sp>
        <p:sp>
          <p:nvSpPr>
            <p:cNvPr id="545" name="03_assume_matched_544">
              <a:extLst>
                <a:ext uri="{FF2B5EF4-FFF2-40B4-BE49-F238E27FC236}">
                  <a16:creationId xmlns:a16="http://schemas.microsoft.com/office/drawing/2014/main" id="{0AD4399E-E064-4BF1-A27B-184F9FB20227}"/>
                </a:ext>
              </a:extLst>
            </p:cNvPr>
            <p:cNvSpPr>
              <a:spLocks/>
            </p:cNvSpPr>
            <p:nvPr/>
          </p:nvSpPr>
          <p:spPr>
            <a:xfrm>
              <a:off x="5310816" y="1524222"/>
              <a:ext cx="28398" cy="28398"/>
            </a:xfrm>
            <a:prstGeom prst="ellipse">
              <a:avLst/>
            </a:prstGeom>
            <a:solidFill>
              <a:srgbClr val="7F8C97">
                <a:alpha val="48000"/>
              </a:srgbClr>
            </a:solidFill>
            <a:ln w="0">
              <a:noFill/>
              <a:prstDash val="solid"/>
            </a:ln>
          </p:spPr>
        </p:sp>
        <p:sp>
          <p:nvSpPr>
            <p:cNvPr id="546" name="03_assume_matched_545">
              <a:extLst>
                <a:ext uri="{FF2B5EF4-FFF2-40B4-BE49-F238E27FC236}">
                  <a16:creationId xmlns:a16="http://schemas.microsoft.com/office/drawing/2014/main" id="{BAFE0ECA-C847-41F6-BA43-29CC7030A22B}"/>
                </a:ext>
              </a:extLst>
            </p:cNvPr>
            <p:cNvSpPr>
              <a:spLocks/>
            </p:cNvSpPr>
            <p:nvPr/>
          </p:nvSpPr>
          <p:spPr>
            <a:xfrm>
              <a:off x="5394571" y="1378004"/>
              <a:ext cx="28398" cy="28398"/>
            </a:xfrm>
            <a:prstGeom prst="ellipse">
              <a:avLst/>
            </a:prstGeom>
            <a:solidFill>
              <a:srgbClr val="7F8C97">
                <a:alpha val="48000"/>
              </a:srgbClr>
            </a:solidFill>
            <a:ln w="0">
              <a:noFill/>
              <a:prstDash val="solid"/>
            </a:ln>
          </p:spPr>
        </p:sp>
        <p:sp>
          <p:nvSpPr>
            <p:cNvPr id="547" name="03_assume_matched_546">
              <a:extLst>
                <a:ext uri="{FF2B5EF4-FFF2-40B4-BE49-F238E27FC236}">
                  <a16:creationId xmlns:a16="http://schemas.microsoft.com/office/drawing/2014/main" id="{5CB7B356-9209-4CFC-A9AE-E931861CE717}"/>
                </a:ext>
              </a:extLst>
            </p:cNvPr>
            <p:cNvSpPr>
              <a:spLocks/>
            </p:cNvSpPr>
            <p:nvPr/>
          </p:nvSpPr>
          <p:spPr>
            <a:xfrm>
              <a:off x="5304052" y="1962874"/>
              <a:ext cx="28398" cy="28398"/>
            </a:xfrm>
            <a:prstGeom prst="ellipse">
              <a:avLst/>
            </a:prstGeom>
            <a:solidFill>
              <a:srgbClr val="7F8C97">
                <a:alpha val="48000"/>
              </a:srgbClr>
            </a:solidFill>
            <a:ln w="0">
              <a:noFill/>
              <a:prstDash val="solid"/>
            </a:ln>
          </p:spPr>
        </p:sp>
        <p:sp>
          <p:nvSpPr>
            <p:cNvPr id="548" name="03_assume_matched_547">
              <a:extLst>
                <a:ext uri="{FF2B5EF4-FFF2-40B4-BE49-F238E27FC236}">
                  <a16:creationId xmlns:a16="http://schemas.microsoft.com/office/drawing/2014/main" id="{16C079E2-3119-402C-9547-57D211AF9671}"/>
                </a:ext>
              </a:extLst>
            </p:cNvPr>
            <p:cNvSpPr>
              <a:spLocks/>
            </p:cNvSpPr>
            <p:nvPr/>
          </p:nvSpPr>
          <p:spPr>
            <a:xfrm>
              <a:off x="5398169" y="1378004"/>
              <a:ext cx="28398" cy="28398"/>
            </a:xfrm>
            <a:prstGeom prst="ellipse">
              <a:avLst/>
            </a:prstGeom>
            <a:solidFill>
              <a:srgbClr val="7F8C97">
                <a:alpha val="48000"/>
              </a:srgbClr>
            </a:solidFill>
            <a:ln w="0">
              <a:noFill/>
              <a:prstDash val="solid"/>
            </a:ln>
          </p:spPr>
        </p:sp>
        <p:sp>
          <p:nvSpPr>
            <p:cNvPr id="549" name="03_assume_matched_548">
              <a:extLst>
                <a:ext uri="{FF2B5EF4-FFF2-40B4-BE49-F238E27FC236}">
                  <a16:creationId xmlns:a16="http://schemas.microsoft.com/office/drawing/2014/main" id="{AADC1A27-78BC-45DD-8E5C-A0AEC3859B5D}"/>
                </a:ext>
              </a:extLst>
            </p:cNvPr>
            <p:cNvSpPr>
              <a:spLocks/>
            </p:cNvSpPr>
            <p:nvPr/>
          </p:nvSpPr>
          <p:spPr>
            <a:xfrm>
              <a:off x="5305348" y="1962874"/>
              <a:ext cx="28398" cy="28398"/>
            </a:xfrm>
            <a:prstGeom prst="ellipse">
              <a:avLst/>
            </a:prstGeom>
            <a:solidFill>
              <a:srgbClr val="7F8C97">
                <a:alpha val="48000"/>
              </a:srgbClr>
            </a:solidFill>
            <a:ln w="0">
              <a:noFill/>
              <a:prstDash val="solid"/>
            </a:ln>
          </p:spPr>
        </p:sp>
        <p:sp>
          <p:nvSpPr>
            <p:cNvPr id="550" name="03_assume_matched_549">
              <a:extLst>
                <a:ext uri="{FF2B5EF4-FFF2-40B4-BE49-F238E27FC236}">
                  <a16:creationId xmlns:a16="http://schemas.microsoft.com/office/drawing/2014/main" id="{4A685C25-42E4-4449-BFD6-E1E6EB8CC79C}"/>
                </a:ext>
              </a:extLst>
            </p:cNvPr>
            <p:cNvSpPr>
              <a:spLocks/>
            </p:cNvSpPr>
            <p:nvPr/>
          </p:nvSpPr>
          <p:spPr>
            <a:xfrm>
              <a:off x="5425799" y="1378004"/>
              <a:ext cx="28398" cy="28398"/>
            </a:xfrm>
            <a:prstGeom prst="ellipse">
              <a:avLst/>
            </a:prstGeom>
            <a:solidFill>
              <a:srgbClr val="7F8C97">
                <a:alpha val="48000"/>
              </a:srgbClr>
            </a:solidFill>
            <a:ln w="0">
              <a:noFill/>
              <a:prstDash val="solid"/>
            </a:ln>
          </p:spPr>
        </p:sp>
        <p:sp>
          <p:nvSpPr>
            <p:cNvPr id="551" name="03_assume_matched_550">
              <a:extLst>
                <a:ext uri="{FF2B5EF4-FFF2-40B4-BE49-F238E27FC236}">
                  <a16:creationId xmlns:a16="http://schemas.microsoft.com/office/drawing/2014/main" id="{215658C0-075C-4EE2-80A1-EDAC89339C8B}"/>
                </a:ext>
              </a:extLst>
            </p:cNvPr>
            <p:cNvSpPr>
              <a:spLocks/>
            </p:cNvSpPr>
            <p:nvPr/>
          </p:nvSpPr>
          <p:spPr>
            <a:xfrm>
              <a:off x="5403781" y="1378004"/>
              <a:ext cx="28398" cy="28398"/>
            </a:xfrm>
            <a:prstGeom prst="ellipse">
              <a:avLst/>
            </a:prstGeom>
            <a:solidFill>
              <a:srgbClr val="7F8C97">
                <a:alpha val="48000"/>
              </a:srgbClr>
            </a:solidFill>
            <a:ln w="0">
              <a:noFill/>
              <a:prstDash val="solid"/>
            </a:ln>
          </p:spPr>
        </p:sp>
        <p:sp>
          <p:nvSpPr>
            <p:cNvPr id="552" name="03_assume_matched_551">
              <a:extLst>
                <a:ext uri="{FF2B5EF4-FFF2-40B4-BE49-F238E27FC236}">
                  <a16:creationId xmlns:a16="http://schemas.microsoft.com/office/drawing/2014/main" id="{9857BA3F-D697-40D4-9EA4-853C541F1688}"/>
                </a:ext>
              </a:extLst>
            </p:cNvPr>
            <p:cNvSpPr>
              <a:spLocks/>
            </p:cNvSpPr>
            <p:nvPr/>
          </p:nvSpPr>
          <p:spPr>
            <a:xfrm>
              <a:off x="5351686" y="1378004"/>
              <a:ext cx="28398" cy="28398"/>
            </a:xfrm>
            <a:prstGeom prst="ellipse">
              <a:avLst/>
            </a:prstGeom>
            <a:solidFill>
              <a:srgbClr val="7F8C97">
                <a:alpha val="48000"/>
              </a:srgbClr>
            </a:solidFill>
            <a:ln w="0">
              <a:noFill/>
              <a:prstDash val="solid"/>
            </a:ln>
          </p:spPr>
        </p:sp>
        <p:sp>
          <p:nvSpPr>
            <p:cNvPr id="553" name="03_assume_matched_552">
              <a:extLst>
                <a:ext uri="{FF2B5EF4-FFF2-40B4-BE49-F238E27FC236}">
                  <a16:creationId xmlns:a16="http://schemas.microsoft.com/office/drawing/2014/main" id="{CE0351D3-D367-4DFE-837E-F5AAB4EE4AAE}"/>
                </a:ext>
              </a:extLst>
            </p:cNvPr>
            <p:cNvSpPr>
              <a:spLocks/>
            </p:cNvSpPr>
            <p:nvPr/>
          </p:nvSpPr>
          <p:spPr>
            <a:xfrm>
              <a:off x="5327366" y="1962874"/>
              <a:ext cx="28398" cy="28398"/>
            </a:xfrm>
            <a:prstGeom prst="ellipse">
              <a:avLst/>
            </a:prstGeom>
            <a:solidFill>
              <a:srgbClr val="7F8C97">
                <a:alpha val="48000"/>
              </a:srgbClr>
            </a:solidFill>
            <a:ln w="0">
              <a:noFill/>
              <a:prstDash val="solid"/>
            </a:ln>
          </p:spPr>
        </p:sp>
        <p:sp>
          <p:nvSpPr>
            <p:cNvPr id="554" name="03_assume_matched_553">
              <a:extLst>
                <a:ext uri="{FF2B5EF4-FFF2-40B4-BE49-F238E27FC236}">
                  <a16:creationId xmlns:a16="http://schemas.microsoft.com/office/drawing/2014/main" id="{BE52441F-6279-4D29-A7E2-D5C6C5F847A2}"/>
                </a:ext>
              </a:extLst>
            </p:cNvPr>
            <p:cNvSpPr>
              <a:spLocks/>
            </p:cNvSpPr>
            <p:nvPr/>
          </p:nvSpPr>
          <p:spPr>
            <a:xfrm>
              <a:off x="5429829" y="1962874"/>
              <a:ext cx="28398" cy="28398"/>
            </a:xfrm>
            <a:prstGeom prst="ellipse">
              <a:avLst/>
            </a:prstGeom>
            <a:solidFill>
              <a:srgbClr val="7F8C97">
                <a:alpha val="48000"/>
              </a:srgbClr>
            </a:solidFill>
            <a:ln w="0">
              <a:noFill/>
              <a:prstDash val="solid"/>
            </a:ln>
          </p:spPr>
        </p:sp>
        <p:sp>
          <p:nvSpPr>
            <p:cNvPr id="555" name="03_assume_matched_554">
              <a:extLst>
                <a:ext uri="{FF2B5EF4-FFF2-40B4-BE49-F238E27FC236}">
                  <a16:creationId xmlns:a16="http://schemas.microsoft.com/office/drawing/2014/main" id="{35C168E5-9262-40E7-BF70-E1D2F7F03951}"/>
                </a:ext>
              </a:extLst>
            </p:cNvPr>
            <p:cNvSpPr>
              <a:spLocks/>
            </p:cNvSpPr>
            <p:nvPr/>
          </p:nvSpPr>
          <p:spPr>
            <a:xfrm>
              <a:off x="5377590" y="1962874"/>
              <a:ext cx="28398" cy="28398"/>
            </a:xfrm>
            <a:prstGeom prst="ellipse">
              <a:avLst/>
            </a:prstGeom>
            <a:solidFill>
              <a:srgbClr val="7F8C97">
                <a:alpha val="48000"/>
              </a:srgbClr>
            </a:solidFill>
            <a:ln w="0">
              <a:noFill/>
              <a:prstDash val="solid"/>
            </a:ln>
          </p:spPr>
        </p:sp>
        <p:sp>
          <p:nvSpPr>
            <p:cNvPr id="556" name="03_assume_matched_555">
              <a:extLst>
                <a:ext uri="{FF2B5EF4-FFF2-40B4-BE49-F238E27FC236}">
                  <a16:creationId xmlns:a16="http://schemas.microsoft.com/office/drawing/2014/main" id="{8AA5A25A-D283-499C-B9AD-61C4C54C5DA4}"/>
                </a:ext>
              </a:extLst>
            </p:cNvPr>
            <p:cNvSpPr>
              <a:spLocks/>
            </p:cNvSpPr>
            <p:nvPr/>
          </p:nvSpPr>
          <p:spPr>
            <a:xfrm>
              <a:off x="5410401" y="1962874"/>
              <a:ext cx="28398" cy="28398"/>
            </a:xfrm>
            <a:prstGeom prst="ellipse">
              <a:avLst/>
            </a:prstGeom>
            <a:solidFill>
              <a:srgbClr val="7F8C97">
                <a:alpha val="48000"/>
              </a:srgbClr>
            </a:solidFill>
            <a:ln w="0">
              <a:noFill/>
              <a:prstDash val="solid"/>
            </a:ln>
          </p:spPr>
        </p:sp>
        <p:sp>
          <p:nvSpPr>
            <p:cNvPr id="557" name="03_assume_matched_556">
              <a:extLst>
                <a:ext uri="{FF2B5EF4-FFF2-40B4-BE49-F238E27FC236}">
                  <a16:creationId xmlns:a16="http://schemas.microsoft.com/office/drawing/2014/main" id="{7627A110-6A59-46EE-943D-7C603E2D8A7F}"/>
                </a:ext>
              </a:extLst>
            </p:cNvPr>
            <p:cNvSpPr>
              <a:spLocks/>
            </p:cNvSpPr>
            <p:nvPr/>
          </p:nvSpPr>
          <p:spPr>
            <a:xfrm>
              <a:off x="5309521" y="1962874"/>
              <a:ext cx="28398" cy="28398"/>
            </a:xfrm>
            <a:prstGeom prst="ellipse">
              <a:avLst/>
            </a:prstGeom>
            <a:solidFill>
              <a:srgbClr val="7F8C97">
                <a:alpha val="48000"/>
              </a:srgbClr>
            </a:solidFill>
            <a:ln w="0">
              <a:noFill/>
              <a:prstDash val="solid"/>
            </a:ln>
          </p:spPr>
        </p:sp>
        <p:sp>
          <p:nvSpPr>
            <p:cNvPr id="558" name="03_assume_matched_557">
              <a:extLst>
                <a:ext uri="{FF2B5EF4-FFF2-40B4-BE49-F238E27FC236}">
                  <a16:creationId xmlns:a16="http://schemas.microsoft.com/office/drawing/2014/main" id="{20079876-9BD4-430F-91C7-728C69FDFCB5}"/>
                </a:ext>
              </a:extLst>
            </p:cNvPr>
            <p:cNvSpPr>
              <a:spLocks/>
            </p:cNvSpPr>
            <p:nvPr/>
          </p:nvSpPr>
          <p:spPr>
            <a:xfrm>
              <a:off x="5401479" y="1962874"/>
              <a:ext cx="28398" cy="28398"/>
            </a:xfrm>
            <a:prstGeom prst="ellipse">
              <a:avLst/>
            </a:prstGeom>
            <a:solidFill>
              <a:srgbClr val="7F8C97">
                <a:alpha val="48000"/>
              </a:srgbClr>
            </a:solidFill>
            <a:ln w="0">
              <a:noFill/>
              <a:prstDash val="solid"/>
            </a:ln>
          </p:spPr>
        </p:sp>
        <p:sp>
          <p:nvSpPr>
            <p:cNvPr id="559" name="03_assume_matched_558">
              <a:extLst>
                <a:ext uri="{FF2B5EF4-FFF2-40B4-BE49-F238E27FC236}">
                  <a16:creationId xmlns:a16="http://schemas.microsoft.com/office/drawing/2014/main" id="{F956E256-470D-4035-A170-54D529100D88}"/>
                </a:ext>
              </a:extLst>
            </p:cNvPr>
            <p:cNvSpPr>
              <a:spLocks/>
            </p:cNvSpPr>
            <p:nvPr/>
          </p:nvSpPr>
          <p:spPr>
            <a:xfrm>
              <a:off x="5380612" y="1962874"/>
              <a:ext cx="28398" cy="28398"/>
            </a:xfrm>
            <a:prstGeom prst="ellipse">
              <a:avLst/>
            </a:prstGeom>
            <a:solidFill>
              <a:srgbClr val="7F8C97">
                <a:alpha val="48000"/>
              </a:srgbClr>
            </a:solidFill>
            <a:ln w="0">
              <a:noFill/>
              <a:prstDash val="solid"/>
            </a:ln>
          </p:spPr>
        </p:sp>
        <p:sp>
          <p:nvSpPr>
            <p:cNvPr id="560" name="03_assume_matched_559">
              <a:extLst>
                <a:ext uri="{FF2B5EF4-FFF2-40B4-BE49-F238E27FC236}">
                  <a16:creationId xmlns:a16="http://schemas.microsoft.com/office/drawing/2014/main" id="{85EF74BE-DF06-4BD7-B084-1AF9294D1FA0}"/>
                </a:ext>
              </a:extLst>
            </p:cNvPr>
            <p:cNvSpPr>
              <a:spLocks/>
            </p:cNvSpPr>
            <p:nvPr/>
          </p:nvSpPr>
          <p:spPr>
            <a:xfrm>
              <a:off x="5289230" y="1378004"/>
              <a:ext cx="28398" cy="28398"/>
            </a:xfrm>
            <a:prstGeom prst="ellipse">
              <a:avLst/>
            </a:prstGeom>
            <a:solidFill>
              <a:srgbClr val="7F8C97">
                <a:alpha val="48000"/>
              </a:srgbClr>
            </a:solidFill>
            <a:ln w="0">
              <a:noFill/>
              <a:prstDash val="solid"/>
            </a:ln>
          </p:spPr>
        </p:sp>
        <p:sp>
          <p:nvSpPr>
            <p:cNvPr id="561" name="03_assume_matched_560">
              <a:extLst>
                <a:ext uri="{FF2B5EF4-FFF2-40B4-BE49-F238E27FC236}">
                  <a16:creationId xmlns:a16="http://schemas.microsoft.com/office/drawing/2014/main" id="{558D2EEB-A318-4547-AE36-DCE5EB7931F6}"/>
                </a:ext>
              </a:extLst>
            </p:cNvPr>
            <p:cNvSpPr>
              <a:spLocks/>
            </p:cNvSpPr>
            <p:nvPr/>
          </p:nvSpPr>
          <p:spPr>
            <a:xfrm>
              <a:off x="5348520" y="1962874"/>
              <a:ext cx="28398" cy="28398"/>
            </a:xfrm>
            <a:prstGeom prst="ellipse">
              <a:avLst/>
            </a:prstGeom>
            <a:solidFill>
              <a:srgbClr val="7F8C97">
                <a:alpha val="48000"/>
              </a:srgbClr>
            </a:solidFill>
            <a:ln w="0">
              <a:noFill/>
              <a:prstDash val="solid"/>
            </a:ln>
          </p:spPr>
        </p:sp>
        <p:sp>
          <p:nvSpPr>
            <p:cNvPr id="562" name="03_assume_matched_561">
              <a:extLst>
                <a:ext uri="{FF2B5EF4-FFF2-40B4-BE49-F238E27FC236}">
                  <a16:creationId xmlns:a16="http://schemas.microsoft.com/office/drawing/2014/main" id="{7B6A3381-B7D1-4F83-A23F-71ACA270E54D}"/>
                </a:ext>
              </a:extLst>
            </p:cNvPr>
            <p:cNvSpPr>
              <a:spLocks/>
            </p:cNvSpPr>
            <p:nvPr/>
          </p:nvSpPr>
          <p:spPr>
            <a:xfrm>
              <a:off x="5330676" y="1889765"/>
              <a:ext cx="28398" cy="28398"/>
            </a:xfrm>
            <a:prstGeom prst="ellipse">
              <a:avLst/>
            </a:prstGeom>
            <a:solidFill>
              <a:srgbClr val="7F8C97">
                <a:alpha val="48000"/>
              </a:srgbClr>
            </a:solidFill>
            <a:ln w="0">
              <a:noFill/>
              <a:prstDash val="solid"/>
            </a:ln>
          </p:spPr>
        </p:sp>
        <p:sp>
          <p:nvSpPr>
            <p:cNvPr id="563" name="03_assume_matched_562">
              <a:extLst>
                <a:ext uri="{FF2B5EF4-FFF2-40B4-BE49-F238E27FC236}">
                  <a16:creationId xmlns:a16="http://schemas.microsoft.com/office/drawing/2014/main" id="{29910397-6C62-4C0F-9653-65EB83228123}"/>
                </a:ext>
              </a:extLst>
            </p:cNvPr>
            <p:cNvSpPr>
              <a:spLocks/>
            </p:cNvSpPr>
            <p:nvPr/>
          </p:nvSpPr>
          <p:spPr>
            <a:xfrm>
              <a:off x="5362911" y="1378004"/>
              <a:ext cx="28398" cy="28398"/>
            </a:xfrm>
            <a:prstGeom prst="ellipse">
              <a:avLst/>
            </a:prstGeom>
            <a:solidFill>
              <a:srgbClr val="7F8C97">
                <a:alpha val="48000"/>
              </a:srgbClr>
            </a:solidFill>
            <a:ln w="0">
              <a:noFill/>
              <a:prstDash val="solid"/>
            </a:ln>
          </p:spPr>
        </p:sp>
        <p:sp>
          <p:nvSpPr>
            <p:cNvPr id="564" name="03_assume_matched_563">
              <a:extLst>
                <a:ext uri="{FF2B5EF4-FFF2-40B4-BE49-F238E27FC236}">
                  <a16:creationId xmlns:a16="http://schemas.microsoft.com/office/drawing/2014/main" id="{0536E67D-390A-4F83-93E4-836F33A8CC8D}"/>
                </a:ext>
              </a:extLst>
            </p:cNvPr>
            <p:cNvSpPr>
              <a:spLocks/>
            </p:cNvSpPr>
            <p:nvPr/>
          </p:nvSpPr>
          <p:spPr>
            <a:xfrm>
              <a:off x="5344779" y="1816656"/>
              <a:ext cx="28398" cy="28398"/>
            </a:xfrm>
            <a:prstGeom prst="ellipse">
              <a:avLst/>
            </a:prstGeom>
            <a:solidFill>
              <a:srgbClr val="7F8C97">
                <a:alpha val="48000"/>
              </a:srgbClr>
            </a:solidFill>
            <a:ln w="0">
              <a:noFill/>
              <a:prstDash val="solid"/>
            </a:ln>
          </p:spPr>
        </p:sp>
        <p:sp>
          <p:nvSpPr>
            <p:cNvPr id="565" name="03_assume_matched_564">
              <a:extLst>
                <a:ext uri="{FF2B5EF4-FFF2-40B4-BE49-F238E27FC236}">
                  <a16:creationId xmlns:a16="http://schemas.microsoft.com/office/drawing/2014/main" id="{669A60DD-562F-433B-A92B-D50D95437453}"/>
                </a:ext>
              </a:extLst>
            </p:cNvPr>
            <p:cNvSpPr>
              <a:spLocks/>
            </p:cNvSpPr>
            <p:nvPr/>
          </p:nvSpPr>
          <p:spPr>
            <a:xfrm>
              <a:off x="5406947" y="1962874"/>
              <a:ext cx="28398" cy="28398"/>
            </a:xfrm>
            <a:prstGeom prst="ellipse">
              <a:avLst/>
            </a:prstGeom>
            <a:solidFill>
              <a:srgbClr val="7F8C97">
                <a:alpha val="48000"/>
              </a:srgbClr>
            </a:solidFill>
            <a:ln w="0">
              <a:noFill/>
              <a:prstDash val="solid"/>
            </a:ln>
          </p:spPr>
        </p:sp>
        <p:sp>
          <p:nvSpPr>
            <p:cNvPr id="566" name="03_assume_matched_565">
              <a:extLst>
                <a:ext uri="{FF2B5EF4-FFF2-40B4-BE49-F238E27FC236}">
                  <a16:creationId xmlns:a16="http://schemas.microsoft.com/office/drawing/2014/main" id="{48BC06C6-96DE-4914-A6F5-2A11A1D2ECC1}"/>
                </a:ext>
              </a:extLst>
            </p:cNvPr>
            <p:cNvSpPr>
              <a:spLocks/>
            </p:cNvSpPr>
            <p:nvPr/>
          </p:nvSpPr>
          <p:spPr>
            <a:xfrm>
              <a:off x="5305060" y="1378004"/>
              <a:ext cx="28398" cy="28398"/>
            </a:xfrm>
            <a:prstGeom prst="ellipse">
              <a:avLst/>
            </a:prstGeom>
            <a:solidFill>
              <a:srgbClr val="7F8C97">
                <a:alpha val="48000"/>
              </a:srgbClr>
            </a:solidFill>
            <a:ln w="0">
              <a:noFill/>
              <a:prstDash val="solid"/>
            </a:ln>
          </p:spPr>
        </p:sp>
        <p:sp>
          <p:nvSpPr>
            <p:cNvPr id="567" name="03_assume_matched_566">
              <a:extLst>
                <a:ext uri="{FF2B5EF4-FFF2-40B4-BE49-F238E27FC236}">
                  <a16:creationId xmlns:a16="http://schemas.microsoft.com/office/drawing/2014/main" id="{2F62C72F-3F52-4B48-A2F2-2A683AAFD666}"/>
                </a:ext>
              </a:extLst>
            </p:cNvPr>
            <p:cNvSpPr>
              <a:spLocks/>
            </p:cNvSpPr>
            <p:nvPr/>
          </p:nvSpPr>
          <p:spPr>
            <a:xfrm>
              <a:off x="5311680" y="1962874"/>
              <a:ext cx="28398" cy="28398"/>
            </a:xfrm>
            <a:prstGeom prst="ellipse">
              <a:avLst/>
            </a:prstGeom>
            <a:solidFill>
              <a:srgbClr val="7F8C97">
                <a:alpha val="48000"/>
              </a:srgbClr>
            </a:solidFill>
            <a:ln w="0">
              <a:noFill/>
              <a:prstDash val="solid"/>
            </a:ln>
          </p:spPr>
        </p:sp>
        <p:sp>
          <p:nvSpPr>
            <p:cNvPr id="568" name="03_assume_matched_567">
              <a:extLst>
                <a:ext uri="{FF2B5EF4-FFF2-40B4-BE49-F238E27FC236}">
                  <a16:creationId xmlns:a16="http://schemas.microsoft.com/office/drawing/2014/main" id="{E223E29C-C326-44E6-8891-FAFD7FE78352}"/>
                </a:ext>
              </a:extLst>
            </p:cNvPr>
            <p:cNvSpPr>
              <a:spLocks/>
            </p:cNvSpPr>
            <p:nvPr/>
          </p:nvSpPr>
          <p:spPr>
            <a:xfrm>
              <a:off x="5371546" y="1378004"/>
              <a:ext cx="28398" cy="28398"/>
            </a:xfrm>
            <a:prstGeom prst="ellipse">
              <a:avLst/>
            </a:prstGeom>
            <a:solidFill>
              <a:srgbClr val="7F8C97">
                <a:alpha val="48000"/>
              </a:srgbClr>
            </a:solidFill>
            <a:ln w="0">
              <a:noFill/>
              <a:prstDash val="solid"/>
            </a:ln>
          </p:spPr>
        </p:sp>
        <p:sp>
          <p:nvSpPr>
            <p:cNvPr id="569" name="03_assume_matched_568">
              <a:extLst>
                <a:ext uri="{FF2B5EF4-FFF2-40B4-BE49-F238E27FC236}">
                  <a16:creationId xmlns:a16="http://schemas.microsoft.com/office/drawing/2014/main" id="{906962B9-D7EF-4E72-8D93-0559EE1C4911}"/>
                </a:ext>
              </a:extLst>
            </p:cNvPr>
            <p:cNvSpPr>
              <a:spLocks/>
            </p:cNvSpPr>
            <p:nvPr/>
          </p:nvSpPr>
          <p:spPr>
            <a:xfrm>
              <a:off x="5370251" y="1378004"/>
              <a:ext cx="28398" cy="28398"/>
            </a:xfrm>
            <a:prstGeom prst="ellipse">
              <a:avLst/>
            </a:prstGeom>
            <a:solidFill>
              <a:srgbClr val="7F8C97">
                <a:alpha val="48000"/>
              </a:srgbClr>
            </a:solidFill>
            <a:ln w="0">
              <a:noFill/>
              <a:prstDash val="solid"/>
            </a:ln>
          </p:spPr>
        </p:sp>
        <p:sp>
          <p:nvSpPr>
            <p:cNvPr id="570" name="03_assume_matched_569">
              <a:extLst>
                <a:ext uri="{FF2B5EF4-FFF2-40B4-BE49-F238E27FC236}">
                  <a16:creationId xmlns:a16="http://schemas.microsoft.com/office/drawing/2014/main" id="{B2A5D75C-644E-4344-8D5E-292932CFA909}"/>
                </a:ext>
              </a:extLst>
            </p:cNvPr>
            <p:cNvSpPr>
              <a:spLocks/>
            </p:cNvSpPr>
            <p:nvPr/>
          </p:nvSpPr>
          <p:spPr>
            <a:xfrm>
              <a:off x="5417021" y="1962874"/>
              <a:ext cx="28398" cy="28398"/>
            </a:xfrm>
            <a:prstGeom prst="ellipse">
              <a:avLst/>
            </a:prstGeom>
            <a:solidFill>
              <a:srgbClr val="7F8C97">
                <a:alpha val="48000"/>
              </a:srgbClr>
            </a:solidFill>
            <a:ln w="0">
              <a:noFill/>
              <a:prstDash val="solid"/>
            </a:ln>
          </p:spPr>
        </p:sp>
        <p:sp>
          <p:nvSpPr>
            <p:cNvPr id="571" name="03_assume_matched_570">
              <a:extLst>
                <a:ext uri="{FF2B5EF4-FFF2-40B4-BE49-F238E27FC236}">
                  <a16:creationId xmlns:a16="http://schemas.microsoft.com/office/drawing/2014/main" id="{E1586930-28D8-4382-A6FB-2D0F1E35F30C}"/>
                </a:ext>
              </a:extLst>
            </p:cNvPr>
            <p:cNvSpPr>
              <a:spLocks/>
            </p:cNvSpPr>
            <p:nvPr/>
          </p:nvSpPr>
          <p:spPr>
            <a:xfrm>
              <a:off x="5395291" y="1670439"/>
              <a:ext cx="28398" cy="28398"/>
            </a:xfrm>
            <a:prstGeom prst="ellipse">
              <a:avLst/>
            </a:prstGeom>
            <a:solidFill>
              <a:srgbClr val="7F8C97">
                <a:alpha val="48000"/>
              </a:srgbClr>
            </a:solidFill>
            <a:ln w="0">
              <a:noFill/>
              <a:prstDash val="solid"/>
            </a:ln>
          </p:spPr>
        </p:sp>
        <p:sp>
          <p:nvSpPr>
            <p:cNvPr id="572" name="03_assume_matched_571">
              <a:extLst>
                <a:ext uri="{FF2B5EF4-FFF2-40B4-BE49-F238E27FC236}">
                  <a16:creationId xmlns:a16="http://schemas.microsoft.com/office/drawing/2014/main" id="{3D496D73-9657-440B-B5C9-DDF0CBAE57CE}"/>
                </a:ext>
              </a:extLst>
            </p:cNvPr>
            <p:cNvSpPr>
              <a:spLocks/>
            </p:cNvSpPr>
            <p:nvPr/>
          </p:nvSpPr>
          <p:spPr>
            <a:xfrm>
              <a:off x="5327366" y="1962874"/>
              <a:ext cx="28398" cy="28398"/>
            </a:xfrm>
            <a:prstGeom prst="ellipse">
              <a:avLst/>
            </a:prstGeom>
            <a:solidFill>
              <a:srgbClr val="7F8C97">
                <a:alpha val="48000"/>
              </a:srgbClr>
            </a:solidFill>
            <a:ln w="0">
              <a:noFill/>
              <a:prstDash val="solid"/>
            </a:ln>
          </p:spPr>
        </p:sp>
        <p:sp>
          <p:nvSpPr>
            <p:cNvPr id="573" name="03_assume_matched_572">
              <a:extLst>
                <a:ext uri="{FF2B5EF4-FFF2-40B4-BE49-F238E27FC236}">
                  <a16:creationId xmlns:a16="http://schemas.microsoft.com/office/drawing/2014/main" id="{8EE952C3-A584-49EC-976B-0D30F692E83B}"/>
                </a:ext>
              </a:extLst>
            </p:cNvPr>
            <p:cNvSpPr>
              <a:spLocks/>
            </p:cNvSpPr>
            <p:nvPr/>
          </p:nvSpPr>
          <p:spPr>
            <a:xfrm>
              <a:off x="5398169" y="1962874"/>
              <a:ext cx="28398" cy="28398"/>
            </a:xfrm>
            <a:prstGeom prst="ellipse">
              <a:avLst/>
            </a:prstGeom>
            <a:solidFill>
              <a:srgbClr val="7F8C97">
                <a:alpha val="48000"/>
              </a:srgbClr>
            </a:solidFill>
            <a:ln w="0">
              <a:noFill/>
              <a:prstDash val="solid"/>
            </a:ln>
          </p:spPr>
        </p:sp>
        <p:sp>
          <p:nvSpPr>
            <p:cNvPr id="574" name="03_assume_matched_573">
              <a:extLst>
                <a:ext uri="{FF2B5EF4-FFF2-40B4-BE49-F238E27FC236}">
                  <a16:creationId xmlns:a16="http://schemas.microsoft.com/office/drawing/2014/main" id="{FA0D1498-CD61-4CF7-AB0E-0010D188DDC7}"/>
                </a:ext>
              </a:extLst>
            </p:cNvPr>
            <p:cNvSpPr>
              <a:spLocks/>
            </p:cNvSpPr>
            <p:nvPr/>
          </p:nvSpPr>
          <p:spPr>
            <a:xfrm>
              <a:off x="5386512" y="1767917"/>
              <a:ext cx="28398" cy="28398"/>
            </a:xfrm>
            <a:prstGeom prst="ellipse">
              <a:avLst/>
            </a:prstGeom>
            <a:solidFill>
              <a:srgbClr val="7F8C97">
                <a:alpha val="48000"/>
              </a:srgbClr>
            </a:solidFill>
            <a:ln w="0">
              <a:noFill/>
              <a:prstDash val="solid"/>
            </a:ln>
          </p:spPr>
        </p:sp>
        <p:sp>
          <p:nvSpPr>
            <p:cNvPr id="575" name="03_assume_matched_574">
              <a:extLst>
                <a:ext uri="{FF2B5EF4-FFF2-40B4-BE49-F238E27FC236}">
                  <a16:creationId xmlns:a16="http://schemas.microsoft.com/office/drawing/2014/main" id="{37CB0A84-B086-4E45-8D95-43F0C974C62A}"/>
                </a:ext>
              </a:extLst>
            </p:cNvPr>
            <p:cNvSpPr>
              <a:spLocks/>
            </p:cNvSpPr>
            <p:nvPr/>
          </p:nvSpPr>
          <p:spPr>
            <a:xfrm>
              <a:off x="5392700" y="1962874"/>
              <a:ext cx="28398" cy="28398"/>
            </a:xfrm>
            <a:prstGeom prst="ellipse">
              <a:avLst/>
            </a:prstGeom>
            <a:solidFill>
              <a:srgbClr val="7F8C97">
                <a:alpha val="48000"/>
              </a:srgbClr>
            </a:solidFill>
            <a:ln w="0">
              <a:noFill/>
              <a:prstDash val="solid"/>
            </a:ln>
          </p:spPr>
        </p:sp>
        <p:sp>
          <p:nvSpPr>
            <p:cNvPr id="576" name="03_assume_matched_575">
              <a:extLst>
                <a:ext uri="{FF2B5EF4-FFF2-40B4-BE49-F238E27FC236}">
                  <a16:creationId xmlns:a16="http://schemas.microsoft.com/office/drawing/2014/main" id="{7734BAD4-FF34-49E3-910F-247BFDBCF5E0}"/>
                </a:ext>
              </a:extLst>
            </p:cNvPr>
            <p:cNvSpPr>
              <a:spLocks/>
            </p:cNvSpPr>
            <p:nvPr/>
          </p:nvSpPr>
          <p:spPr>
            <a:xfrm>
              <a:off x="5406084" y="1962874"/>
              <a:ext cx="28398" cy="28398"/>
            </a:xfrm>
            <a:prstGeom prst="ellipse">
              <a:avLst/>
            </a:prstGeom>
            <a:solidFill>
              <a:srgbClr val="7F8C97">
                <a:alpha val="48000"/>
              </a:srgbClr>
            </a:solidFill>
            <a:ln w="0">
              <a:noFill/>
              <a:prstDash val="solid"/>
            </a:ln>
          </p:spPr>
        </p:sp>
        <p:sp>
          <p:nvSpPr>
            <p:cNvPr id="577" name="03_assume_matched_576">
              <a:extLst>
                <a:ext uri="{FF2B5EF4-FFF2-40B4-BE49-F238E27FC236}">
                  <a16:creationId xmlns:a16="http://schemas.microsoft.com/office/drawing/2014/main" id="{29DAB12A-FB4E-41E0-AA7D-47EA917857DD}"/>
                </a:ext>
              </a:extLst>
            </p:cNvPr>
            <p:cNvSpPr>
              <a:spLocks/>
            </p:cNvSpPr>
            <p:nvPr/>
          </p:nvSpPr>
          <p:spPr>
            <a:xfrm>
              <a:off x="5314702" y="1378004"/>
              <a:ext cx="28398" cy="28398"/>
            </a:xfrm>
            <a:prstGeom prst="ellipse">
              <a:avLst/>
            </a:prstGeom>
            <a:solidFill>
              <a:srgbClr val="7F8C97">
                <a:alpha val="48000"/>
              </a:srgbClr>
            </a:solidFill>
            <a:ln w="0">
              <a:noFill/>
              <a:prstDash val="solid"/>
            </a:ln>
          </p:spPr>
        </p:sp>
        <p:sp>
          <p:nvSpPr>
            <p:cNvPr id="578" name="03_assume_matched_577">
              <a:extLst>
                <a:ext uri="{FF2B5EF4-FFF2-40B4-BE49-F238E27FC236}">
                  <a16:creationId xmlns:a16="http://schemas.microsoft.com/office/drawing/2014/main" id="{B624DF63-04A3-4802-815F-813B6DAEE45B}"/>
                </a:ext>
              </a:extLst>
            </p:cNvPr>
            <p:cNvSpPr>
              <a:spLocks/>
            </p:cNvSpPr>
            <p:nvPr/>
          </p:nvSpPr>
          <p:spPr>
            <a:xfrm>
              <a:off x="5303909" y="1767917"/>
              <a:ext cx="28398" cy="28398"/>
            </a:xfrm>
            <a:prstGeom prst="ellipse">
              <a:avLst/>
            </a:prstGeom>
            <a:solidFill>
              <a:srgbClr val="7F8C97">
                <a:alpha val="48000"/>
              </a:srgbClr>
            </a:solidFill>
            <a:ln w="0">
              <a:noFill/>
              <a:prstDash val="solid"/>
            </a:ln>
          </p:spPr>
        </p:sp>
        <p:sp>
          <p:nvSpPr>
            <p:cNvPr id="579" name="03_assume_matched_578">
              <a:extLst>
                <a:ext uri="{FF2B5EF4-FFF2-40B4-BE49-F238E27FC236}">
                  <a16:creationId xmlns:a16="http://schemas.microsoft.com/office/drawing/2014/main" id="{CEBEDEBC-7212-41E7-9649-B0426F53CB15}"/>
                </a:ext>
              </a:extLst>
            </p:cNvPr>
            <p:cNvSpPr>
              <a:spLocks/>
            </p:cNvSpPr>
            <p:nvPr/>
          </p:nvSpPr>
          <p:spPr>
            <a:xfrm>
              <a:off x="5386800" y="1524222"/>
              <a:ext cx="28398" cy="28398"/>
            </a:xfrm>
            <a:prstGeom prst="ellipse">
              <a:avLst/>
            </a:prstGeom>
            <a:solidFill>
              <a:srgbClr val="7F8C97">
                <a:alpha val="48000"/>
              </a:srgbClr>
            </a:solidFill>
            <a:ln w="0">
              <a:noFill/>
              <a:prstDash val="solid"/>
            </a:ln>
          </p:spPr>
        </p:sp>
        <p:sp>
          <p:nvSpPr>
            <p:cNvPr id="580" name="03_assume_matched_579">
              <a:extLst>
                <a:ext uri="{FF2B5EF4-FFF2-40B4-BE49-F238E27FC236}">
                  <a16:creationId xmlns:a16="http://schemas.microsoft.com/office/drawing/2014/main" id="{B9C51CF9-E76E-4992-9E76-6568AB113167}"/>
                </a:ext>
              </a:extLst>
            </p:cNvPr>
            <p:cNvSpPr>
              <a:spLocks/>
            </p:cNvSpPr>
            <p:nvPr/>
          </p:nvSpPr>
          <p:spPr>
            <a:xfrm>
              <a:off x="5423929" y="1921097"/>
              <a:ext cx="28398" cy="28398"/>
            </a:xfrm>
            <a:prstGeom prst="ellipse">
              <a:avLst/>
            </a:prstGeom>
            <a:solidFill>
              <a:srgbClr val="7F8C97">
                <a:alpha val="48000"/>
              </a:srgbClr>
            </a:solidFill>
            <a:ln w="0">
              <a:noFill/>
              <a:prstDash val="solid"/>
            </a:ln>
          </p:spPr>
        </p:sp>
        <p:sp>
          <p:nvSpPr>
            <p:cNvPr id="581" name="03_assume_matched_580">
              <a:extLst>
                <a:ext uri="{FF2B5EF4-FFF2-40B4-BE49-F238E27FC236}">
                  <a16:creationId xmlns:a16="http://schemas.microsoft.com/office/drawing/2014/main" id="{FE9D6822-1E9C-489E-AECE-951C162167B3}"/>
                </a:ext>
              </a:extLst>
            </p:cNvPr>
            <p:cNvSpPr>
              <a:spLocks/>
            </p:cNvSpPr>
            <p:nvPr/>
          </p:nvSpPr>
          <p:spPr>
            <a:xfrm>
              <a:off x="5430117" y="1378004"/>
              <a:ext cx="28398" cy="28398"/>
            </a:xfrm>
            <a:prstGeom prst="ellipse">
              <a:avLst/>
            </a:prstGeom>
            <a:solidFill>
              <a:srgbClr val="7F8C97">
                <a:alpha val="48000"/>
              </a:srgbClr>
            </a:solidFill>
            <a:ln w="0">
              <a:noFill/>
              <a:prstDash val="solid"/>
            </a:ln>
          </p:spPr>
        </p:sp>
        <p:sp>
          <p:nvSpPr>
            <p:cNvPr id="582" name="03_assume_matched_581">
              <a:extLst>
                <a:ext uri="{FF2B5EF4-FFF2-40B4-BE49-F238E27FC236}">
                  <a16:creationId xmlns:a16="http://schemas.microsoft.com/office/drawing/2014/main" id="{438AF680-D889-434E-B549-6DB942F3B813}"/>
                </a:ext>
              </a:extLst>
            </p:cNvPr>
            <p:cNvSpPr>
              <a:spLocks/>
            </p:cNvSpPr>
            <p:nvPr/>
          </p:nvSpPr>
          <p:spPr>
            <a:xfrm>
              <a:off x="5341181" y="1670439"/>
              <a:ext cx="28398" cy="28398"/>
            </a:xfrm>
            <a:prstGeom prst="ellipse">
              <a:avLst/>
            </a:prstGeom>
            <a:solidFill>
              <a:srgbClr val="7F8C97">
                <a:alpha val="48000"/>
              </a:srgbClr>
            </a:solidFill>
            <a:ln w="0">
              <a:noFill/>
              <a:prstDash val="solid"/>
            </a:ln>
          </p:spPr>
        </p:sp>
        <p:sp>
          <p:nvSpPr>
            <p:cNvPr id="583" name="03_assume_matched_582">
              <a:extLst>
                <a:ext uri="{FF2B5EF4-FFF2-40B4-BE49-F238E27FC236}">
                  <a16:creationId xmlns:a16="http://schemas.microsoft.com/office/drawing/2014/main" id="{5E22A73E-B28E-4208-9C4E-D098C0F8A690}"/>
                </a:ext>
              </a:extLst>
            </p:cNvPr>
            <p:cNvSpPr>
              <a:spLocks/>
            </p:cNvSpPr>
            <p:nvPr/>
          </p:nvSpPr>
          <p:spPr>
            <a:xfrm>
              <a:off x="5393996" y="1962874"/>
              <a:ext cx="28398" cy="28398"/>
            </a:xfrm>
            <a:prstGeom prst="ellipse">
              <a:avLst/>
            </a:prstGeom>
            <a:solidFill>
              <a:srgbClr val="7F8C97">
                <a:alpha val="48000"/>
              </a:srgbClr>
            </a:solidFill>
            <a:ln w="0">
              <a:noFill/>
              <a:prstDash val="solid"/>
            </a:ln>
          </p:spPr>
        </p:sp>
        <p:sp>
          <p:nvSpPr>
            <p:cNvPr id="584" name="03_assume_matched_583">
              <a:extLst>
                <a:ext uri="{FF2B5EF4-FFF2-40B4-BE49-F238E27FC236}">
                  <a16:creationId xmlns:a16="http://schemas.microsoft.com/office/drawing/2014/main" id="{BA670494-00D0-4293-926E-131C36ADA9E7}"/>
                </a:ext>
              </a:extLst>
            </p:cNvPr>
            <p:cNvSpPr>
              <a:spLocks/>
            </p:cNvSpPr>
            <p:nvPr/>
          </p:nvSpPr>
          <p:spPr>
            <a:xfrm>
              <a:off x="5404933" y="1378004"/>
              <a:ext cx="28398" cy="28398"/>
            </a:xfrm>
            <a:prstGeom prst="ellipse">
              <a:avLst/>
            </a:prstGeom>
            <a:solidFill>
              <a:srgbClr val="7F8C97">
                <a:alpha val="48000"/>
              </a:srgbClr>
            </a:solidFill>
            <a:ln w="0">
              <a:noFill/>
              <a:prstDash val="solid"/>
            </a:ln>
          </p:spPr>
        </p:sp>
        <p:sp>
          <p:nvSpPr>
            <p:cNvPr id="585" name="03_assume_matched_584">
              <a:extLst>
                <a:ext uri="{FF2B5EF4-FFF2-40B4-BE49-F238E27FC236}">
                  <a16:creationId xmlns:a16="http://schemas.microsoft.com/office/drawing/2014/main" id="{52A13DDE-82B6-42C4-AE58-BC5A8C64D0F0}"/>
                </a:ext>
              </a:extLst>
            </p:cNvPr>
            <p:cNvSpPr>
              <a:spLocks/>
            </p:cNvSpPr>
            <p:nvPr/>
          </p:nvSpPr>
          <p:spPr>
            <a:xfrm>
              <a:off x="5422346" y="1378004"/>
              <a:ext cx="28398" cy="28398"/>
            </a:xfrm>
            <a:prstGeom prst="ellipse">
              <a:avLst/>
            </a:prstGeom>
            <a:solidFill>
              <a:srgbClr val="7F8C97">
                <a:alpha val="48000"/>
              </a:srgbClr>
            </a:solidFill>
            <a:ln w="0">
              <a:noFill/>
              <a:prstDash val="solid"/>
            </a:ln>
          </p:spPr>
        </p:sp>
        <p:sp>
          <p:nvSpPr>
            <p:cNvPr id="586" name="03_assume_matched_585">
              <a:extLst>
                <a:ext uri="{FF2B5EF4-FFF2-40B4-BE49-F238E27FC236}">
                  <a16:creationId xmlns:a16="http://schemas.microsoft.com/office/drawing/2014/main" id="{5F51E895-F495-4138-BDE7-FD538BF7CA8B}"/>
                </a:ext>
              </a:extLst>
            </p:cNvPr>
            <p:cNvSpPr>
              <a:spLocks/>
            </p:cNvSpPr>
            <p:nvPr/>
          </p:nvSpPr>
          <p:spPr>
            <a:xfrm>
              <a:off x="5407091" y="1378004"/>
              <a:ext cx="28398" cy="28398"/>
            </a:xfrm>
            <a:prstGeom prst="ellipse">
              <a:avLst/>
            </a:prstGeom>
            <a:solidFill>
              <a:srgbClr val="7F8C97">
                <a:alpha val="48000"/>
              </a:srgbClr>
            </a:solidFill>
            <a:ln w="0">
              <a:noFill/>
              <a:prstDash val="solid"/>
            </a:ln>
          </p:spPr>
        </p:sp>
        <p:sp>
          <p:nvSpPr>
            <p:cNvPr id="587" name="03_assume_matched_586">
              <a:extLst>
                <a:ext uri="{FF2B5EF4-FFF2-40B4-BE49-F238E27FC236}">
                  <a16:creationId xmlns:a16="http://schemas.microsoft.com/office/drawing/2014/main" id="{2BF5D094-1FDF-4E9A-A1C7-8775C9EAE90E}"/>
                </a:ext>
              </a:extLst>
            </p:cNvPr>
            <p:cNvSpPr>
              <a:spLocks/>
            </p:cNvSpPr>
            <p:nvPr/>
          </p:nvSpPr>
          <p:spPr>
            <a:xfrm>
              <a:off x="5385361" y="1378004"/>
              <a:ext cx="28398" cy="28398"/>
            </a:xfrm>
            <a:prstGeom prst="ellipse">
              <a:avLst/>
            </a:prstGeom>
            <a:solidFill>
              <a:srgbClr val="7F8C97">
                <a:alpha val="48000"/>
              </a:srgbClr>
            </a:solidFill>
            <a:ln w="0">
              <a:noFill/>
              <a:prstDash val="solid"/>
            </a:ln>
          </p:spPr>
        </p:sp>
        <p:sp>
          <p:nvSpPr>
            <p:cNvPr id="588" name="03_assume_matched_587">
              <a:extLst>
                <a:ext uri="{FF2B5EF4-FFF2-40B4-BE49-F238E27FC236}">
                  <a16:creationId xmlns:a16="http://schemas.microsoft.com/office/drawing/2014/main" id="{DD6348B3-A152-4F69-9477-A7BDE737C65E}"/>
                </a:ext>
              </a:extLst>
            </p:cNvPr>
            <p:cNvSpPr>
              <a:spLocks/>
            </p:cNvSpPr>
            <p:nvPr/>
          </p:nvSpPr>
          <p:spPr>
            <a:xfrm>
              <a:off x="5297145" y="1378004"/>
              <a:ext cx="28398" cy="28398"/>
            </a:xfrm>
            <a:prstGeom prst="ellipse">
              <a:avLst/>
            </a:prstGeom>
            <a:solidFill>
              <a:srgbClr val="7F8C97">
                <a:alpha val="48000"/>
              </a:srgbClr>
            </a:solidFill>
            <a:ln w="0">
              <a:noFill/>
              <a:prstDash val="solid"/>
            </a:ln>
          </p:spPr>
        </p:sp>
        <p:sp>
          <p:nvSpPr>
            <p:cNvPr id="589" name="03_assume_matched_588">
              <a:extLst>
                <a:ext uri="{FF2B5EF4-FFF2-40B4-BE49-F238E27FC236}">
                  <a16:creationId xmlns:a16="http://schemas.microsoft.com/office/drawing/2014/main" id="{3DA0AD3B-B066-47E8-91E1-1C2D3850A605}"/>
                </a:ext>
              </a:extLst>
            </p:cNvPr>
            <p:cNvSpPr>
              <a:spLocks/>
            </p:cNvSpPr>
            <p:nvPr/>
          </p:nvSpPr>
          <p:spPr>
            <a:xfrm>
              <a:off x="5311104" y="1962874"/>
              <a:ext cx="28398" cy="28398"/>
            </a:xfrm>
            <a:prstGeom prst="ellipse">
              <a:avLst/>
            </a:prstGeom>
            <a:solidFill>
              <a:srgbClr val="7F8C97">
                <a:alpha val="48000"/>
              </a:srgbClr>
            </a:solidFill>
            <a:ln w="0">
              <a:noFill/>
              <a:prstDash val="solid"/>
            </a:ln>
          </p:spPr>
        </p:sp>
        <p:sp>
          <p:nvSpPr>
            <p:cNvPr id="590" name="03_assume_matched_589">
              <a:extLst>
                <a:ext uri="{FF2B5EF4-FFF2-40B4-BE49-F238E27FC236}">
                  <a16:creationId xmlns:a16="http://schemas.microsoft.com/office/drawing/2014/main" id="{F3DE2445-AE17-49FE-8C67-F9E1CE06BF6D}"/>
                </a:ext>
              </a:extLst>
            </p:cNvPr>
            <p:cNvSpPr>
              <a:spLocks/>
            </p:cNvSpPr>
            <p:nvPr/>
          </p:nvSpPr>
          <p:spPr>
            <a:xfrm>
              <a:off x="5372265" y="1378004"/>
              <a:ext cx="28398" cy="28398"/>
            </a:xfrm>
            <a:prstGeom prst="ellipse">
              <a:avLst/>
            </a:prstGeom>
            <a:solidFill>
              <a:srgbClr val="7F8C97">
                <a:alpha val="48000"/>
              </a:srgbClr>
            </a:solidFill>
            <a:ln w="0">
              <a:noFill/>
              <a:prstDash val="solid"/>
            </a:ln>
          </p:spPr>
        </p:sp>
        <p:sp>
          <p:nvSpPr>
            <p:cNvPr id="591" name="03_assume_matched_590">
              <a:extLst>
                <a:ext uri="{FF2B5EF4-FFF2-40B4-BE49-F238E27FC236}">
                  <a16:creationId xmlns:a16="http://schemas.microsoft.com/office/drawing/2014/main" id="{4E6C5B50-724C-415F-99AC-F8D0AE27ADC7}"/>
                </a:ext>
              </a:extLst>
            </p:cNvPr>
            <p:cNvSpPr>
              <a:spLocks/>
            </p:cNvSpPr>
            <p:nvPr/>
          </p:nvSpPr>
          <p:spPr>
            <a:xfrm>
              <a:off x="5317148" y="1378004"/>
              <a:ext cx="28398" cy="28398"/>
            </a:xfrm>
            <a:prstGeom prst="ellipse">
              <a:avLst/>
            </a:prstGeom>
            <a:solidFill>
              <a:srgbClr val="7F8C97">
                <a:alpha val="48000"/>
              </a:srgbClr>
            </a:solidFill>
            <a:ln w="0">
              <a:noFill/>
              <a:prstDash val="solid"/>
            </a:ln>
          </p:spPr>
        </p:sp>
        <p:sp>
          <p:nvSpPr>
            <p:cNvPr id="592" name="03_assume_matched_591">
              <a:extLst>
                <a:ext uri="{FF2B5EF4-FFF2-40B4-BE49-F238E27FC236}">
                  <a16:creationId xmlns:a16="http://schemas.microsoft.com/office/drawing/2014/main" id="{EC3D02DA-F648-4381-95FF-3BEA8008F350}"/>
                </a:ext>
              </a:extLst>
            </p:cNvPr>
            <p:cNvSpPr>
              <a:spLocks/>
            </p:cNvSpPr>
            <p:nvPr/>
          </p:nvSpPr>
          <p:spPr>
            <a:xfrm>
              <a:off x="5343196" y="1378004"/>
              <a:ext cx="28398" cy="28398"/>
            </a:xfrm>
            <a:prstGeom prst="ellipse">
              <a:avLst/>
            </a:prstGeom>
            <a:solidFill>
              <a:srgbClr val="7F8C97">
                <a:alpha val="48000"/>
              </a:srgbClr>
            </a:solidFill>
            <a:ln w="0">
              <a:noFill/>
              <a:prstDash val="solid"/>
            </a:ln>
          </p:spPr>
        </p:sp>
        <p:sp>
          <p:nvSpPr>
            <p:cNvPr id="593" name="03_assume_matched_592">
              <a:extLst>
                <a:ext uri="{FF2B5EF4-FFF2-40B4-BE49-F238E27FC236}">
                  <a16:creationId xmlns:a16="http://schemas.microsoft.com/office/drawing/2014/main" id="{8F0144AD-5EF8-4697-96D8-47E888908636}"/>
                </a:ext>
              </a:extLst>
            </p:cNvPr>
            <p:cNvSpPr>
              <a:spLocks/>
            </p:cNvSpPr>
            <p:nvPr/>
          </p:nvSpPr>
          <p:spPr>
            <a:xfrm>
              <a:off x="5292252" y="1962874"/>
              <a:ext cx="28398" cy="28398"/>
            </a:xfrm>
            <a:prstGeom prst="ellipse">
              <a:avLst/>
            </a:prstGeom>
            <a:solidFill>
              <a:srgbClr val="7F8C97">
                <a:alpha val="48000"/>
              </a:srgbClr>
            </a:solidFill>
            <a:ln w="0">
              <a:noFill/>
              <a:prstDash val="solid"/>
            </a:ln>
          </p:spPr>
        </p:sp>
        <p:sp>
          <p:nvSpPr>
            <p:cNvPr id="594" name="03_assume_matched_593">
              <a:extLst>
                <a:ext uri="{FF2B5EF4-FFF2-40B4-BE49-F238E27FC236}">
                  <a16:creationId xmlns:a16="http://schemas.microsoft.com/office/drawing/2014/main" id="{371C81A4-C6A8-4C78-877F-4A4461EB7D42}"/>
                </a:ext>
              </a:extLst>
            </p:cNvPr>
            <p:cNvSpPr>
              <a:spLocks/>
            </p:cNvSpPr>
            <p:nvPr/>
          </p:nvSpPr>
          <p:spPr>
            <a:xfrm>
              <a:off x="6164931" y="1378004"/>
              <a:ext cx="28398" cy="28398"/>
            </a:xfrm>
            <a:prstGeom prst="ellipse">
              <a:avLst/>
            </a:prstGeom>
            <a:solidFill>
              <a:srgbClr val="7F8C97">
                <a:alpha val="48000"/>
              </a:srgbClr>
            </a:solidFill>
            <a:ln w="0">
              <a:noFill/>
              <a:prstDash val="solid"/>
            </a:ln>
          </p:spPr>
        </p:sp>
        <p:sp>
          <p:nvSpPr>
            <p:cNvPr id="595" name="03_assume_matched_594">
              <a:extLst>
                <a:ext uri="{FF2B5EF4-FFF2-40B4-BE49-F238E27FC236}">
                  <a16:creationId xmlns:a16="http://schemas.microsoft.com/office/drawing/2014/main" id="{0886036D-FB7F-4570-8E84-110BF33C3189}"/>
                </a:ext>
              </a:extLst>
            </p:cNvPr>
            <p:cNvSpPr>
              <a:spLocks/>
            </p:cNvSpPr>
            <p:nvPr/>
          </p:nvSpPr>
          <p:spPr>
            <a:xfrm>
              <a:off x="6153418" y="1962874"/>
              <a:ext cx="28398" cy="28398"/>
            </a:xfrm>
            <a:prstGeom prst="ellipse">
              <a:avLst/>
            </a:prstGeom>
            <a:solidFill>
              <a:srgbClr val="7F8C97">
                <a:alpha val="48000"/>
              </a:srgbClr>
            </a:solidFill>
            <a:ln w="0">
              <a:noFill/>
              <a:prstDash val="solid"/>
            </a:ln>
          </p:spPr>
        </p:sp>
        <p:sp>
          <p:nvSpPr>
            <p:cNvPr id="596" name="03_assume_matched_595">
              <a:extLst>
                <a:ext uri="{FF2B5EF4-FFF2-40B4-BE49-F238E27FC236}">
                  <a16:creationId xmlns:a16="http://schemas.microsoft.com/office/drawing/2014/main" id="{46AD184A-F41A-419C-887E-12C431F6FA4C}"/>
                </a:ext>
              </a:extLst>
            </p:cNvPr>
            <p:cNvSpPr>
              <a:spLocks/>
            </p:cNvSpPr>
            <p:nvPr/>
          </p:nvSpPr>
          <p:spPr>
            <a:xfrm>
              <a:off x="6096286" y="1962874"/>
              <a:ext cx="28398" cy="28398"/>
            </a:xfrm>
            <a:prstGeom prst="ellipse">
              <a:avLst/>
            </a:prstGeom>
            <a:solidFill>
              <a:srgbClr val="7F8C97">
                <a:alpha val="48000"/>
              </a:srgbClr>
            </a:solidFill>
            <a:ln w="0">
              <a:noFill/>
              <a:prstDash val="solid"/>
            </a:ln>
          </p:spPr>
        </p:sp>
        <p:sp>
          <p:nvSpPr>
            <p:cNvPr id="597" name="03_assume_matched_596">
              <a:extLst>
                <a:ext uri="{FF2B5EF4-FFF2-40B4-BE49-F238E27FC236}">
                  <a16:creationId xmlns:a16="http://schemas.microsoft.com/office/drawing/2014/main" id="{9368023A-B310-4D6D-86CD-78D7A6F2F53F}"/>
                </a:ext>
              </a:extLst>
            </p:cNvPr>
            <p:cNvSpPr>
              <a:spLocks/>
            </p:cNvSpPr>
            <p:nvPr/>
          </p:nvSpPr>
          <p:spPr>
            <a:xfrm>
              <a:off x="6175149" y="1378004"/>
              <a:ext cx="28398" cy="28398"/>
            </a:xfrm>
            <a:prstGeom prst="ellipse">
              <a:avLst/>
            </a:prstGeom>
            <a:solidFill>
              <a:srgbClr val="7F8C97">
                <a:alpha val="48000"/>
              </a:srgbClr>
            </a:solidFill>
            <a:ln w="0">
              <a:noFill/>
              <a:prstDash val="solid"/>
            </a:ln>
          </p:spPr>
        </p:sp>
        <p:sp>
          <p:nvSpPr>
            <p:cNvPr id="598" name="03_assume_matched_597">
              <a:extLst>
                <a:ext uri="{FF2B5EF4-FFF2-40B4-BE49-F238E27FC236}">
                  <a16:creationId xmlns:a16="http://schemas.microsoft.com/office/drawing/2014/main" id="{65EC7560-F3A4-498E-9DFC-B92EF815D216}"/>
                </a:ext>
              </a:extLst>
            </p:cNvPr>
            <p:cNvSpPr>
              <a:spLocks/>
            </p:cNvSpPr>
            <p:nvPr/>
          </p:nvSpPr>
          <p:spPr>
            <a:xfrm>
              <a:off x="6142913" y="1378004"/>
              <a:ext cx="28398" cy="28398"/>
            </a:xfrm>
            <a:prstGeom prst="ellipse">
              <a:avLst/>
            </a:prstGeom>
            <a:solidFill>
              <a:srgbClr val="7F8C97">
                <a:alpha val="48000"/>
              </a:srgbClr>
            </a:solidFill>
            <a:ln w="0">
              <a:noFill/>
              <a:prstDash val="solid"/>
            </a:ln>
          </p:spPr>
        </p:sp>
        <p:sp>
          <p:nvSpPr>
            <p:cNvPr id="599" name="03_assume_matched_598">
              <a:extLst>
                <a:ext uri="{FF2B5EF4-FFF2-40B4-BE49-F238E27FC236}">
                  <a16:creationId xmlns:a16="http://schemas.microsoft.com/office/drawing/2014/main" id="{BB058E29-E793-4A0A-B457-071A7B3F664C}"/>
                </a:ext>
              </a:extLst>
            </p:cNvPr>
            <p:cNvSpPr>
              <a:spLocks/>
            </p:cNvSpPr>
            <p:nvPr/>
          </p:nvSpPr>
          <p:spPr>
            <a:xfrm>
              <a:off x="6047645" y="1537514"/>
              <a:ext cx="28398" cy="28398"/>
            </a:xfrm>
            <a:prstGeom prst="ellipse">
              <a:avLst/>
            </a:prstGeom>
            <a:solidFill>
              <a:srgbClr val="7F8C97">
                <a:alpha val="48000"/>
              </a:srgbClr>
            </a:solidFill>
            <a:ln w="0">
              <a:noFill/>
              <a:prstDash val="solid"/>
            </a:ln>
          </p:spPr>
        </p:sp>
        <p:sp>
          <p:nvSpPr>
            <p:cNvPr id="600" name="03_assume_matched_599">
              <a:extLst>
                <a:ext uri="{FF2B5EF4-FFF2-40B4-BE49-F238E27FC236}">
                  <a16:creationId xmlns:a16="http://schemas.microsoft.com/office/drawing/2014/main" id="{61F2BA00-1519-4DE8-BEAB-B18C6E21CE5F}"/>
                </a:ext>
              </a:extLst>
            </p:cNvPr>
            <p:cNvSpPr>
              <a:spLocks/>
            </p:cNvSpPr>
            <p:nvPr/>
          </p:nvSpPr>
          <p:spPr>
            <a:xfrm>
              <a:off x="6078298" y="1962874"/>
              <a:ext cx="28398" cy="28398"/>
            </a:xfrm>
            <a:prstGeom prst="ellipse">
              <a:avLst/>
            </a:prstGeom>
            <a:solidFill>
              <a:srgbClr val="7F8C97">
                <a:alpha val="48000"/>
              </a:srgbClr>
            </a:solidFill>
            <a:ln w="0">
              <a:noFill/>
              <a:prstDash val="solid"/>
            </a:ln>
          </p:spPr>
        </p:sp>
        <p:sp>
          <p:nvSpPr>
            <p:cNvPr id="601" name="03_assume_matched_600">
              <a:extLst>
                <a:ext uri="{FF2B5EF4-FFF2-40B4-BE49-F238E27FC236}">
                  <a16:creationId xmlns:a16="http://schemas.microsoft.com/office/drawing/2014/main" id="{ECCF8B45-931C-4B64-9033-D0B0C5553B3F}"/>
                </a:ext>
              </a:extLst>
            </p:cNvPr>
            <p:cNvSpPr>
              <a:spLocks/>
            </p:cNvSpPr>
            <p:nvPr/>
          </p:nvSpPr>
          <p:spPr>
            <a:xfrm>
              <a:off x="6047357" y="1962874"/>
              <a:ext cx="28398" cy="28398"/>
            </a:xfrm>
            <a:prstGeom prst="ellipse">
              <a:avLst/>
            </a:prstGeom>
            <a:solidFill>
              <a:srgbClr val="7F8C97">
                <a:alpha val="48000"/>
              </a:srgbClr>
            </a:solidFill>
            <a:ln w="0">
              <a:noFill/>
              <a:prstDash val="solid"/>
            </a:ln>
          </p:spPr>
        </p:sp>
        <p:sp>
          <p:nvSpPr>
            <p:cNvPr id="602" name="03_assume_matched_601">
              <a:extLst>
                <a:ext uri="{FF2B5EF4-FFF2-40B4-BE49-F238E27FC236}">
                  <a16:creationId xmlns:a16="http://schemas.microsoft.com/office/drawing/2014/main" id="{B0967875-6821-4B81-8A14-C108CBC29D5F}"/>
                </a:ext>
              </a:extLst>
            </p:cNvPr>
            <p:cNvSpPr>
              <a:spLocks/>
            </p:cNvSpPr>
            <p:nvPr/>
          </p:nvSpPr>
          <p:spPr>
            <a:xfrm>
              <a:off x="6128666" y="1378004"/>
              <a:ext cx="28398" cy="28398"/>
            </a:xfrm>
            <a:prstGeom prst="ellipse">
              <a:avLst/>
            </a:prstGeom>
            <a:solidFill>
              <a:srgbClr val="7F8C97">
                <a:alpha val="48000"/>
              </a:srgbClr>
            </a:solidFill>
            <a:ln w="0">
              <a:noFill/>
              <a:prstDash val="solid"/>
            </a:ln>
          </p:spPr>
        </p:sp>
        <p:sp>
          <p:nvSpPr>
            <p:cNvPr id="603" name="03_assume_matched_602">
              <a:extLst>
                <a:ext uri="{FF2B5EF4-FFF2-40B4-BE49-F238E27FC236}">
                  <a16:creationId xmlns:a16="http://schemas.microsoft.com/office/drawing/2014/main" id="{D51BDC63-8E47-46EE-9B80-801D382ACACF}"/>
                </a:ext>
              </a:extLst>
            </p:cNvPr>
            <p:cNvSpPr>
              <a:spLocks/>
            </p:cNvSpPr>
            <p:nvPr/>
          </p:nvSpPr>
          <p:spPr>
            <a:xfrm>
              <a:off x="6109958" y="1962874"/>
              <a:ext cx="28398" cy="28398"/>
            </a:xfrm>
            <a:prstGeom prst="ellipse">
              <a:avLst/>
            </a:prstGeom>
            <a:solidFill>
              <a:srgbClr val="7F8C97">
                <a:alpha val="48000"/>
              </a:srgbClr>
            </a:solidFill>
            <a:ln w="0">
              <a:noFill/>
              <a:prstDash val="solid"/>
            </a:ln>
          </p:spPr>
        </p:sp>
        <p:sp>
          <p:nvSpPr>
            <p:cNvPr id="604" name="03_assume_matched_603">
              <a:extLst>
                <a:ext uri="{FF2B5EF4-FFF2-40B4-BE49-F238E27FC236}">
                  <a16:creationId xmlns:a16="http://schemas.microsoft.com/office/drawing/2014/main" id="{5789769E-1DAC-43B7-8540-92D196F7BDFB}"/>
                </a:ext>
              </a:extLst>
            </p:cNvPr>
            <p:cNvSpPr>
              <a:spLocks/>
            </p:cNvSpPr>
            <p:nvPr/>
          </p:nvSpPr>
          <p:spPr>
            <a:xfrm>
              <a:off x="6094703" y="1962874"/>
              <a:ext cx="28398" cy="28398"/>
            </a:xfrm>
            <a:prstGeom prst="ellipse">
              <a:avLst/>
            </a:prstGeom>
            <a:solidFill>
              <a:srgbClr val="7F8C97">
                <a:alpha val="48000"/>
              </a:srgbClr>
            </a:solidFill>
            <a:ln w="0">
              <a:noFill/>
              <a:prstDash val="solid"/>
            </a:ln>
          </p:spPr>
        </p:sp>
        <p:sp>
          <p:nvSpPr>
            <p:cNvPr id="605" name="03_assume_matched_604">
              <a:extLst>
                <a:ext uri="{FF2B5EF4-FFF2-40B4-BE49-F238E27FC236}">
                  <a16:creationId xmlns:a16="http://schemas.microsoft.com/office/drawing/2014/main" id="{401F1D3E-3108-4B93-BFA1-2596234DD5A7}"/>
                </a:ext>
              </a:extLst>
            </p:cNvPr>
            <p:cNvSpPr>
              <a:spLocks/>
            </p:cNvSpPr>
            <p:nvPr/>
          </p:nvSpPr>
          <p:spPr>
            <a:xfrm>
              <a:off x="6080456" y="1962874"/>
              <a:ext cx="28398" cy="28398"/>
            </a:xfrm>
            <a:prstGeom prst="ellipse">
              <a:avLst/>
            </a:prstGeom>
            <a:solidFill>
              <a:srgbClr val="7F8C97">
                <a:alpha val="48000"/>
              </a:srgbClr>
            </a:solidFill>
            <a:ln w="0">
              <a:noFill/>
              <a:prstDash val="solid"/>
            </a:ln>
          </p:spPr>
        </p:sp>
        <p:sp>
          <p:nvSpPr>
            <p:cNvPr id="606" name="03_assume_matched_605">
              <a:extLst>
                <a:ext uri="{FF2B5EF4-FFF2-40B4-BE49-F238E27FC236}">
                  <a16:creationId xmlns:a16="http://schemas.microsoft.com/office/drawing/2014/main" id="{93993E06-128F-48F8-8422-8256DD7C3932}"/>
                </a:ext>
              </a:extLst>
            </p:cNvPr>
            <p:cNvSpPr>
              <a:spLocks/>
            </p:cNvSpPr>
            <p:nvPr/>
          </p:nvSpPr>
          <p:spPr>
            <a:xfrm>
              <a:off x="6096862" y="1962874"/>
              <a:ext cx="28398" cy="28398"/>
            </a:xfrm>
            <a:prstGeom prst="ellipse">
              <a:avLst/>
            </a:prstGeom>
            <a:solidFill>
              <a:srgbClr val="7F8C97">
                <a:alpha val="48000"/>
              </a:srgbClr>
            </a:solidFill>
            <a:ln w="0">
              <a:noFill/>
              <a:prstDash val="solid"/>
            </a:ln>
          </p:spPr>
        </p:sp>
        <p:sp>
          <p:nvSpPr>
            <p:cNvPr id="607" name="03_assume_matched_606">
              <a:extLst>
                <a:ext uri="{FF2B5EF4-FFF2-40B4-BE49-F238E27FC236}">
                  <a16:creationId xmlns:a16="http://schemas.microsoft.com/office/drawing/2014/main" id="{F529E123-F8E9-4B8B-A1F2-015AF930B65D}"/>
                </a:ext>
              </a:extLst>
            </p:cNvPr>
            <p:cNvSpPr>
              <a:spLocks/>
            </p:cNvSpPr>
            <p:nvPr/>
          </p:nvSpPr>
          <p:spPr>
            <a:xfrm>
              <a:off x="6182056" y="1670439"/>
              <a:ext cx="28398" cy="28398"/>
            </a:xfrm>
            <a:prstGeom prst="ellipse">
              <a:avLst/>
            </a:prstGeom>
            <a:solidFill>
              <a:srgbClr val="7F8C97">
                <a:alpha val="48000"/>
              </a:srgbClr>
            </a:solidFill>
            <a:ln w="0">
              <a:noFill/>
              <a:prstDash val="solid"/>
            </a:ln>
          </p:spPr>
        </p:sp>
        <p:sp>
          <p:nvSpPr>
            <p:cNvPr id="608" name="03_assume_matched_607">
              <a:extLst>
                <a:ext uri="{FF2B5EF4-FFF2-40B4-BE49-F238E27FC236}">
                  <a16:creationId xmlns:a16="http://schemas.microsoft.com/office/drawing/2014/main" id="{3057456E-ACCB-422E-BD45-B895539D3265}"/>
                </a:ext>
              </a:extLst>
            </p:cNvPr>
            <p:cNvSpPr>
              <a:spLocks/>
            </p:cNvSpPr>
            <p:nvPr/>
          </p:nvSpPr>
          <p:spPr>
            <a:xfrm>
              <a:off x="6137013" y="1572961"/>
              <a:ext cx="28398" cy="28398"/>
            </a:xfrm>
            <a:prstGeom prst="ellipse">
              <a:avLst/>
            </a:prstGeom>
            <a:solidFill>
              <a:srgbClr val="7F8C97">
                <a:alpha val="48000"/>
              </a:srgbClr>
            </a:solidFill>
            <a:ln w="0">
              <a:noFill/>
              <a:prstDash val="solid"/>
            </a:ln>
          </p:spPr>
        </p:sp>
        <p:sp>
          <p:nvSpPr>
            <p:cNvPr id="609" name="03_assume_matched_608">
              <a:extLst>
                <a:ext uri="{FF2B5EF4-FFF2-40B4-BE49-F238E27FC236}">
                  <a16:creationId xmlns:a16="http://schemas.microsoft.com/office/drawing/2014/main" id="{28D71E89-AFC9-4E8F-B732-D3F1B02799E5}"/>
                </a:ext>
              </a:extLst>
            </p:cNvPr>
            <p:cNvSpPr>
              <a:spLocks/>
            </p:cNvSpPr>
            <p:nvPr/>
          </p:nvSpPr>
          <p:spPr>
            <a:xfrm>
              <a:off x="6146799" y="1962874"/>
              <a:ext cx="28398" cy="28398"/>
            </a:xfrm>
            <a:prstGeom prst="ellipse">
              <a:avLst/>
            </a:prstGeom>
            <a:solidFill>
              <a:srgbClr val="7F8C97">
                <a:alpha val="48000"/>
              </a:srgbClr>
            </a:solidFill>
            <a:ln w="0">
              <a:noFill/>
              <a:prstDash val="solid"/>
            </a:ln>
          </p:spPr>
        </p:sp>
        <p:sp>
          <p:nvSpPr>
            <p:cNvPr id="610" name="03_assume_matched_609">
              <a:extLst>
                <a:ext uri="{FF2B5EF4-FFF2-40B4-BE49-F238E27FC236}">
                  <a16:creationId xmlns:a16="http://schemas.microsoft.com/office/drawing/2014/main" id="{00A13EBC-4D93-4EB4-AD14-DCB4C58B01D4}"/>
                </a:ext>
              </a:extLst>
            </p:cNvPr>
            <p:cNvSpPr>
              <a:spLocks/>
            </p:cNvSpPr>
            <p:nvPr/>
          </p:nvSpPr>
          <p:spPr>
            <a:xfrm>
              <a:off x="6083622" y="1897888"/>
              <a:ext cx="28398" cy="28398"/>
            </a:xfrm>
            <a:prstGeom prst="ellipse">
              <a:avLst/>
            </a:prstGeom>
            <a:solidFill>
              <a:srgbClr val="7F8C97">
                <a:alpha val="48000"/>
              </a:srgbClr>
            </a:solidFill>
            <a:ln w="0">
              <a:noFill/>
              <a:prstDash val="solid"/>
            </a:ln>
          </p:spPr>
        </p:sp>
        <p:sp>
          <p:nvSpPr>
            <p:cNvPr id="611" name="03_assume_matched_610">
              <a:extLst>
                <a:ext uri="{FF2B5EF4-FFF2-40B4-BE49-F238E27FC236}">
                  <a16:creationId xmlns:a16="http://schemas.microsoft.com/office/drawing/2014/main" id="{07FB7E04-FFC4-47E9-9DC9-C3B795F771B9}"/>
                </a:ext>
              </a:extLst>
            </p:cNvPr>
            <p:cNvSpPr>
              <a:spLocks/>
            </p:cNvSpPr>
            <p:nvPr/>
          </p:nvSpPr>
          <p:spPr>
            <a:xfrm>
              <a:off x="6173997" y="1962874"/>
              <a:ext cx="28398" cy="28398"/>
            </a:xfrm>
            <a:prstGeom prst="ellipse">
              <a:avLst/>
            </a:prstGeom>
            <a:solidFill>
              <a:srgbClr val="7F8C97">
                <a:alpha val="48000"/>
              </a:srgbClr>
            </a:solidFill>
            <a:ln w="0">
              <a:noFill/>
              <a:prstDash val="solid"/>
            </a:ln>
          </p:spPr>
        </p:sp>
        <p:sp>
          <p:nvSpPr>
            <p:cNvPr id="612" name="03_assume_matched_611">
              <a:extLst>
                <a:ext uri="{FF2B5EF4-FFF2-40B4-BE49-F238E27FC236}">
                  <a16:creationId xmlns:a16="http://schemas.microsoft.com/office/drawing/2014/main" id="{C7F5AB6D-9BFC-4E93-86E6-8FA81295D53E}"/>
                </a:ext>
              </a:extLst>
            </p:cNvPr>
            <p:cNvSpPr>
              <a:spLocks/>
            </p:cNvSpPr>
            <p:nvPr/>
          </p:nvSpPr>
          <p:spPr>
            <a:xfrm>
              <a:off x="6147086" y="1378004"/>
              <a:ext cx="28398" cy="28398"/>
            </a:xfrm>
            <a:prstGeom prst="ellipse">
              <a:avLst/>
            </a:prstGeom>
            <a:solidFill>
              <a:srgbClr val="7F8C97">
                <a:alpha val="48000"/>
              </a:srgbClr>
            </a:solidFill>
            <a:ln w="0">
              <a:noFill/>
              <a:prstDash val="solid"/>
            </a:ln>
          </p:spPr>
        </p:sp>
        <p:sp>
          <p:nvSpPr>
            <p:cNvPr id="613" name="03_assume_matched_612">
              <a:extLst>
                <a:ext uri="{FF2B5EF4-FFF2-40B4-BE49-F238E27FC236}">
                  <a16:creationId xmlns:a16="http://schemas.microsoft.com/office/drawing/2014/main" id="{1AADD684-6B71-45F2-84EE-5AC1A9063B36}"/>
                </a:ext>
              </a:extLst>
            </p:cNvPr>
            <p:cNvSpPr>
              <a:spLocks/>
            </p:cNvSpPr>
            <p:nvPr/>
          </p:nvSpPr>
          <p:spPr>
            <a:xfrm>
              <a:off x="6064914" y="1962874"/>
              <a:ext cx="28398" cy="28398"/>
            </a:xfrm>
            <a:prstGeom prst="ellipse">
              <a:avLst/>
            </a:prstGeom>
            <a:solidFill>
              <a:srgbClr val="7F8C97">
                <a:alpha val="48000"/>
              </a:srgbClr>
            </a:solidFill>
            <a:ln w="0">
              <a:noFill/>
              <a:prstDash val="solid"/>
            </a:ln>
          </p:spPr>
        </p:sp>
        <p:sp>
          <p:nvSpPr>
            <p:cNvPr id="614" name="03_assume_matched_613">
              <a:extLst>
                <a:ext uri="{FF2B5EF4-FFF2-40B4-BE49-F238E27FC236}">
                  <a16:creationId xmlns:a16="http://schemas.microsoft.com/office/drawing/2014/main" id="{2FF0E9CF-AB90-41E1-9C92-E4AE13FF0680}"/>
                </a:ext>
              </a:extLst>
            </p:cNvPr>
            <p:cNvSpPr>
              <a:spLocks/>
            </p:cNvSpPr>
            <p:nvPr/>
          </p:nvSpPr>
          <p:spPr>
            <a:xfrm>
              <a:off x="6072254" y="1962874"/>
              <a:ext cx="28398" cy="28398"/>
            </a:xfrm>
            <a:prstGeom prst="ellipse">
              <a:avLst/>
            </a:prstGeom>
            <a:solidFill>
              <a:srgbClr val="7F8C97">
                <a:alpha val="48000"/>
              </a:srgbClr>
            </a:solidFill>
            <a:ln w="0">
              <a:noFill/>
              <a:prstDash val="solid"/>
            </a:ln>
          </p:spPr>
        </p:sp>
        <p:sp>
          <p:nvSpPr>
            <p:cNvPr id="615" name="03_assume_matched_614">
              <a:extLst>
                <a:ext uri="{FF2B5EF4-FFF2-40B4-BE49-F238E27FC236}">
                  <a16:creationId xmlns:a16="http://schemas.microsoft.com/office/drawing/2014/main" id="{C7785A13-19FA-4532-8298-236326B5BB9C}"/>
                </a:ext>
              </a:extLst>
            </p:cNvPr>
            <p:cNvSpPr>
              <a:spLocks/>
            </p:cNvSpPr>
            <p:nvPr/>
          </p:nvSpPr>
          <p:spPr>
            <a:xfrm>
              <a:off x="6083479" y="1767917"/>
              <a:ext cx="28398" cy="28398"/>
            </a:xfrm>
            <a:prstGeom prst="ellipse">
              <a:avLst/>
            </a:prstGeom>
            <a:solidFill>
              <a:srgbClr val="7F8C97">
                <a:alpha val="48000"/>
              </a:srgbClr>
            </a:solidFill>
            <a:ln w="0">
              <a:noFill/>
              <a:prstDash val="solid"/>
            </a:ln>
          </p:spPr>
        </p:sp>
        <p:sp>
          <p:nvSpPr>
            <p:cNvPr id="616" name="03_assume_matched_615">
              <a:extLst>
                <a:ext uri="{FF2B5EF4-FFF2-40B4-BE49-F238E27FC236}">
                  <a16:creationId xmlns:a16="http://schemas.microsoft.com/office/drawing/2014/main" id="{86D1A67F-AA3F-4FCB-BBD7-044EE44A0609}"/>
                </a:ext>
              </a:extLst>
            </p:cNvPr>
            <p:cNvSpPr>
              <a:spLocks/>
            </p:cNvSpPr>
            <p:nvPr/>
          </p:nvSpPr>
          <p:spPr>
            <a:xfrm>
              <a:off x="6172846" y="1670439"/>
              <a:ext cx="28398" cy="28398"/>
            </a:xfrm>
            <a:prstGeom prst="ellipse">
              <a:avLst/>
            </a:prstGeom>
            <a:solidFill>
              <a:srgbClr val="7F8C97">
                <a:alpha val="48000"/>
              </a:srgbClr>
            </a:solidFill>
            <a:ln w="0">
              <a:noFill/>
              <a:prstDash val="solid"/>
            </a:ln>
          </p:spPr>
        </p:sp>
        <p:sp>
          <p:nvSpPr>
            <p:cNvPr id="617" name="03_assume_matched_616">
              <a:extLst>
                <a:ext uri="{FF2B5EF4-FFF2-40B4-BE49-F238E27FC236}">
                  <a16:creationId xmlns:a16="http://schemas.microsoft.com/office/drawing/2014/main" id="{B25E715A-08A6-4706-8B64-A167009AA704}"/>
                </a:ext>
              </a:extLst>
            </p:cNvPr>
            <p:cNvSpPr>
              <a:spLocks/>
            </p:cNvSpPr>
            <p:nvPr/>
          </p:nvSpPr>
          <p:spPr>
            <a:xfrm>
              <a:off x="6085781" y="1378004"/>
              <a:ext cx="28398" cy="28398"/>
            </a:xfrm>
            <a:prstGeom prst="ellipse">
              <a:avLst/>
            </a:prstGeom>
            <a:solidFill>
              <a:srgbClr val="7F8C97">
                <a:alpha val="48000"/>
              </a:srgbClr>
            </a:solidFill>
            <a:ln w="0">
              <a:noFill/>
              <a:prstDash val="solid"/>
            </a:ln>
          </p:spPr>
        </p:sp>
        <p:sp>
          <p:nvSpPr>
            <p:cNvPr id="618" name="03_assume_matched_617">
              <a:extLst>
                <a:ext uri="{FF2B5EF4-FFF2-40B4-BE49-F238E27FC236}">
                  <a16:creationId xmlns:a16="http://schemas.microsoft.com/office/drawing/2014/main" id="{3CFF8FD4-EBC6-425B-98FA-0D84A093965C}"/>
                </a:ext>
              </a:extLst>
            </p:cNvPr>
            <p:cNvSpPr>
              <a:spLocks/>
            </p:cNvSpPr>
            <p:nvPr/>
          </p:nvSpPr>
          <p:spPr>
            <a:xfrm>
              <a:off x="6164787" y="1962874"/>
              <a:ext cx="28398" cy="28398"/>
            </a:xfrm>
            <a:prstGeom prst="ellipse">
              <a:avLst/>
            </a:prstGeom>
            <a:solidFill>
              <a:srgbClr val="7F8C97">
                <a:alpha val="48000"/>
              </a:srgbClr>
            </a:solidFill>
            <a:ln w="0">
              <a:noFill/>
              <a:prstDash val="solid"/>
            </a:ln>
          </p:spPr>
        </p:sp>
        <p:sp>
          <p:nvSpPr>
            <p:cNvPr id="619" name="03_assume_matched_618">
              <a:extLst>
                <a:ext uri="{FF2B5EF4-FFF2-40B4-BE49-F238E27FC236}">
                  <a16:creationId xmlns:a16="http://schemas.microsoft.com/office/drawing/2014/main" id="{429D2FFA-41CE-45B1-A919-54821C9E28A2}"/>
                </a:ext>
              </a:extLst>
            </p:cNvPr>
            <p:cNvSpPr>
              <a:spLocks/>
            </p:cNvSpPr>
            <p:nvPr/>
          </p:nvSpPr>
          <p:spPr>
            <a:xfrm>
              <a:off x="6165938" y="1378004"/>
              <a:ext cx="28398" cy="28398"/>
            </a:xfrm>
            <a:prstGeom prst="ellipse">
              <a:avLst/>
            </a:prstGeom>
            <a:solidFill>
              <a:srgbClr val="7F8C97">
                <a:alpha val="48000"/>
              </a:srgbClr>
            </a:solidFill>
            <a:ln w="0">
              <a:noFill/>
              <a:prstDash val="solid"/>
            </a:ln>
          </p:spPr>
        </p:sp>
        <p:sp>
          <p:nvSpPr>
            <p:cNvPr id="620" name="03_assume_matched_619">
              <a:extLst>
                <a:ext uri="{FF2B5EF4-FFF2-40B4-BE49-F238E27FC236}">
                  <a16:creationId xmlns:a16="http://schemas.microsoft.com/office/drawing/2014/main" id="{FCAE63B2-BCF9-4AD6-99FE-65BB49A9D559}"/>
                </a:ext>
              </a:extLst>
            </p:cNvPr>
            <p:cNvSpPr>
              <a:spLocks/>
            </p:cNvSpPr>
            <p:nvPr/>
          </p:nvSpPr>
          <p:spPr>
            <a:xfrm>
              <a:off x="6169680" y="1962874"/>
              <a:ext cx="28398" cy="28398"/>
            </a:xfrm>
            <a:prstGeom prst="ellipse">
              <a:avLst/>
            </a:prstGeom>
            <a:solidFill>
              <a:srgbClr val="7F8C97">
                <a:alpha val="48000"/>
              </a:srgbClr>
            </a:solidFill>
            <a:ln w="0">
              <a:noFill/>
              <a:prstDash val="solid"/>
            </a:ln>
          </p:spPr>
        </p:sp>
        <p:sp>
          <p:nvSpPr>
            <p:cNvPr id="621" name="03_assume_matched_620">
              <a:extLst>
                <a:ext uri="{FF2B5EF4-FFF2-40B4-BE49-F238E27FC236}">
                  <a16:creationId xmlns:a16="http://schemas.microsoft.com/office/drawing/2014/main" id="{9B3143EC-1DB2-47F6-8552-A50D55485C14}"/>
                </a:ext>
              </a:extLst>
            </p:cNvPr>
            <p:cNvSpPr>
              <a:spLocks/>
            </p:cNvSpPr>
            <p:nvPr/>
          </p:nvSpPr>
          <p:spPr>
            <a:xfrm>
              <a:off x="6086932" y="1962874"/>
              <a:ext cx="28398" cy="28398"/>
            </a:xfrm>
            <a:prstGeom prst="ellipse">
              <a:avLst/>
            </a:prstGeom>
            <a:solidFill>
              <a:srgbClr val="7F8C97">
                <a:alpha val="48000"/>
              </a:srgbClr>
            </a:solidFill>
            <a:ln w="0">
              <a:noFill/>
              <a:prstDash val="solid"/>
            </a:ln>
          </p:spPr>
        </p:sp>
        <p:sp>
          <p:nvSpPr>
            <p:cNvPr id="622" name="03_assume_matched_621">
              <a:extLst>
                <a:ext uri="{FF2B5EF4-FFF2-40B4-BE49-F238E27FC236}">
                  <a16:creationId xmlns:a16="http://schemas.microsoft.com/office/drawing/2014/main" id="{3A9AE755-0CC3-485E-B5BE-07AEC29B8111}"/>
                </a:ext>
              </a:extLst>
            </p:cNvPr>
            <p:cNvSpPr>
              <a:spLocks/>
            </p:cNvSpPr>
            <p:nvPr/>
          </p:nvSpPr>
          <p:spPr>
            <a:xfrm>
              <a:off x="6065202" y="1524222"/>
              <a:ext cx="28398" cy="28398"/>
            </a:xfrm>
            <a:prstGeom prst="ellipse">
              <a:avLst/>
            </a:prstGeom>
            <a:solidFill>
              <a:srgbClr val="7F8C97">
                <a:alpha val="48000"/>
              </a:srgbClr>
            </a:solidFill>
            <a:ln w="0">
              <a:noFill/>
              <a:prstDash val="solid"/>
            </a:ln>
          </p:spPr>
        </p:sp>
        <p:sp>
          <p:nvSpPr>
            <p:cNvPr id="623" name="03_assume_matched_622">
              <a:extLst>
                <a:ext uri="{FF2B5EF4-FFF2-40B4-BE49-F238E27FC236}">
                  <a16:creationId xmlns:a16="http://schemas.microsoft.com/office/drawing/2014/main" id="{F9E4BA88-88C5-4B42-914A-FDE2D4083A88}"/>
                </a:ext>
              </a:extLst>
            </p:cNvPr>
            <p:cNvSpPr>
              <a:spLocks/>
            </p:cNvSpPr>
            <p:nvPr/>
          </p:nvSpPr>
          <p:spPr>
            <a:xfrm>
              <a:off x="6148957" y="1378004"/>
              <a:ext cx="28398" cy="28398"/>
            </a:xfrm>
            <a:prstGeom prst="ellipse">
              <a:avLst/>
            </a:prstGeom>
            <a:solidFill>
              <a:srgbClr val="7F8C97">
                <a:alpha val="48000"/>
              </a:srgbClr>
            </a:solidFill>
            <a:ln w="0">
              <a:noFill/>
              <a:prstDash val="solid"/>
            </a:ln>
          </p:spPr>
        </p:sp>
        <p:sp>
          <p:nvSpPr>
            <p:cNvPr id="624" name="03_assume_matched_623">
              <a:extLst>
                <a:ext uri="{FF2B5EF4-FFF2-40B4-BE49-F238E27FC236}">
                  <a16:creationId xmlns:a16="http://schemas.microsoft.com/office/drawing/2014/main" id="{0257CA5F-D4B2-4DA0-8708-79B5F145A378}"/>
                </a:ext>
              </a:extLst>
            </p:cNvPr>
            <p:cNvSpPr>
              <a:spLocks/>
            </p:cNvSpPr>
            <p:nvPr/>
          </p:nvSpPr>
          <p:spPr>
            <a:xfrm>
              <a:off x="6058438" y="1962874"/>
              <a:ext cx="28398" cy="28398"/>
            </a:xfrm>
            <a:prstGeom prst="ellipse">
              <a:avLst/>
            </a:prstGeom>
            <a:solidFill>
              <a:srgbClr val="7F8C97">
                <a:alpha val="48000"/>
              </a:srgbClr>
            </a:solidFill>
            <a:ln w="0">
              <a:noFill/>
              <a:prstDash val="solid"/>
            </a:ln>
          </p:spPr>
        </p:sp>
        <p:sp>
          <p:nvSpPr>
            <p:cNvPr id="625" name="03_assume_matched_624">
              <a:extLst>
                <a:ext uri="{FF2B5EF4-FFF2-40B4-BE49-F238E27FC236}">
                  <a16:creationId xmlns:a16="http://schemas.microsoft.com/office/drawing/2014/main" id="{8C9E268B-3006-4695-B449-CA0B6815A047}"/>
                </a:ext>
              </a:extLst>
            </p:cNvPr>
            <p:cNvSpPr>
              <a:spLocks/>
            </p:cNvSpPr>
            <p:nvPr/>
          </p:nvSpPr>
          <p:spPr>
            <a:xfrm>
              <a:off x="6152555" y="1378004"/>
              <a:ext cx="28398" cy="28398"/>
            </a:xfrm>
            <a:prstGeom prst="ellipse">
              <a:avLst/>
            </a:prstGeom>
            <a:solidFill>
              <a:srgbClr val="7F8C97">
                <a:alpha val="48000"/>
              </a:srgbClr>
            </a:solidFill>
            <a:ln w="0">
              <a:noFill/>
              <a:prstDash val="solid"/>
            </a:ln>
          </p:spPr>
        </p:sp>
        <p:sp>
          <p:nvSpPr>
            <p:cNvPr id="626" name="03_assume_matched_625">
              <a:extLst>
                <a:ext uri="{FF2B5EF4-FFF2-40B4-BE49-F238E27FC236}">
                  <a16:creationId xmlns:a16="http://schemas.microsoft.com/office/drawing/2014/main" id="{C809C16F-111A-46B4-8AB6-9C3D1787ACDA}"/>
                </a:ext>
              </a:extLst>
            </p:cNvPr>
            <p:cNvSpPr>
              <a:spLocks/>
            </p:cNvSpPr>
            <p:nvPr/>
          </p:nvSpPr>
          <p:spPr>
            <a:xfrm>
              <a:off x="6059734" y="1962874"/>
              <a:ext cx="28398" cy="28398"/>
            </a:xfrm>
            <a:prstGeom prst="ellipse">
              <a:avLst/>
            </a:prstGeom>
            <a:solidFill>
              <a:srgbClr val="7F8C97">
                <a:alpha val="48000"/>
              </a:srgbClr>
            </a:solidFill>
            <a:ln w="0">
              <a:noFill/>
              <a:prstDash val="solid"/>
            </a:ln>
          </p:spPr>
        </p:sp>
        <p:sp>
          <p:nvSpPr>
            <p:cNvPr id="627" name="03_assume_matched_626">
              <a:extLst>
                <a:ext uri="{FF2B5EF4-FFF2-40B4-BE49-F238E27FC236}">
                  <a16:creationId xmlns:a16="http://schemas.microsoft.com/office/drawing/2014/main" id="{A34076A8-52D9-4A50-BED7-BF7728868BF1}"/>
                </a:ext>
              </a:extLst>
            </p:cNvPr>
            <p:cNvSpPr>
              <a:spLocks/>
            </p:cNvSpPr>
            <p:nvPr/>
          </p:nvSpPr>
          <p:spPr>
            <a:xfrm>
              <a:off x="6180185" y="1378004"/>
              <a:ext cx="28398" cy="28398"/>
            </a:xfrm>
            <a:prstGeom prst="ellipse">
              <a:avLst/>
            </a:prstGeom>
            <a:solidFill>
              <a:srgbClr val="7F8C97">
                <a:alpha val="48000"/>
              </a:srgbClr>
            </a:solidFill>
            <a:ln w="0">
              <a:noFill/>
              <a:prstDash val="solid"/>
            </a:ln>
          </p:spPr>
        </p:sp>
        <p:sp>
          <p:nvSpPr>
            <p:cNvPr id="628" name="03_assume_matched_627">
              <a:extLst>
                <a:ext uri="{FF2B5EF4-FFF2-40B4-BE49-F238E27FC236}">
                  <a16:creationId xmlns:a16="http://schemas.microsoft.com/office/drawing/2014/main" id="{9C8B6E79-BDE6-4D8C-871A-22786BF9930F}"/>
                </a:ext>
              </a:extLst>
            </p:cNvPr>
            <p:cNvSpPr>
              <a:spLocks/>
            </p:cNvSpPr>
            <p:nvPr/>
          </p:nvSpPr>
          <p:spPr>
            <a:xfrm>
              <a:off x="6158167" y="1378004"/>
              <a:ext cx="28398" cy="28398"/>
            </a:xfrm>
            <a:prstGeom prst="ellipse">
              <a:avLst/>
            </a:prstGeom>
            <a:solidFill>
              <a:srgbClr val="7F8C97">
                <a:alpha val="48000"/>
              </a:srgbClr>
            </a:solidFill>
            <a:ln w="0">
              <a:noFill/>
              <a:prstDash val="solid"/>
            </a:ln>
          </p:spPr>
        </p:sp>
        <p:sp>
          <p:nvSpPr>
            <p:cNvPr id="629" name="03_assume_matched_628">
              <a:extLst>
                <a:ext uri="{FF2B5EF4-FFF2-40B4-BE49-F238E27FC236}">
                  <a16:creationId xmlns:a16="http://schemas.microsoft.com/office/drawing/2014/main" id="{91179E10-E3F7-4AB1-9920-E971F2F39599}"/>
                </a:ext>
              </a:extLst>
            </p:cNvPr>
            <p:cNvSpPr>
              <a:spLocks/>
            </p:cNvSpPr>
            <p:nvPr/>
          </p:nvSpPr>
          <p:spPr>
            <a:xfrm>
              <a:off x="6106072" y="1378004"/>
              <a:ext cx="28398" cy="28398"/>
            </a:xfrm>
            <a:prstGeom prst="ellipse">
              <a:avLst/>
            </a:prstGeom>
            <a:solidFill>
              <a:srgbClr val="7F8C97">
                <a:alpha val="48000"/>
              </a:srgbClr>
            </a:solidFill>
            <a:ln w="0">
              <a:noFill/>
              <a:prstDash val="solid"/>
            </a:ln>
          </p:spPr>
        </p:sp>
        <p:sp>
          <p:nvSpPr>
            <p:cNvPr id="630" name="03_assume_matched_629">
              <a:extLst>
                <a:ext uri="{FF2B5EF4-FFF2-40B4-BE49-F238E27FC236}">
                  <a16:creationId xmlns:a16="http://schemas.microsoft.com/office/drawing/2014/main" id="{9B34BABB-3F0B-43AE-A8C2-31798B59DC58}"/>
                </a:ext>
              </a:extLst>
            </p:cNvPr>
            <p:cNvSpPr>
              <a:spLocks/>
            </p:cNvSpPr>
            <p:nvPr/>
          </p:nvSpPr>
          <p:spPr>
            <a:xfrm>
              <a:off x="6081752" y="1962874"/>
              <a:ext cx="28398" cy="28398"/>
            </a:xfrm>
            <a:prstGeom prst="ellipse">
              <a:avLst/>
            </a:prstGeom>
            <a:solidFill>
              <a:srgbClr val="7F8C97">
                <a:alpha val="48000"/>
              </a:srgbClr>
            </a:solidFill>
            <a:ln w="0">
              <a:noFill/>
              <a:prstDash val="solid"/>
            </a:ln>
          </p:spPr>
        </p:sp>
        <p:sp>
          <p:nvSpPr>
            <p:cNvPr id="631" name="03_assume_matched_630">
              <a:extLst>
                <a:ext uri="{FF2B5EF4-FFF2-40B4-BE49-F238E27FC236}">
                  <a16:creationId xmlns:a16="http://schemas.microsoft.com/office/drawing/2014/main" id="{820788F2-9569-4D49-A29F-F5E1338157CE}"/>
                </a:ext>
              </a:extLst>
            </p:cNvPr>
            <p:cNvSpPr>
              <a:spLocks/>
            </p:cNvSpPr>
            <p:nvPr/>
          </p:nvSpPr>
          <p:spPr>
            <a:xfrm>
              <a:off x="6184215" y="1962874"/>
              <a:ext cx="28398" cy="28398"/>
            </a:xfrm>
            <a:prstGeom prst="ellipse">
              <a:avLst/>
            </a:prstGeom>
            <a:solidFill>
              <a:srgbClr val="7F8C97">
                <a:alpha val="48000"/>
              </a:srgbClr>
            </a:solidFill>
            <a:ln w="0">
              <a:noFill/>
              <a:prstDash val="solid"/>
            </a:ln>
          </p:spPr>
        </p:sp>
        <p:sp>
          <p:nvSpPr>
            <p:cNvPr id="632" name="03_assume_matched_631">
              <a:extLst>
                <a:ext uri="{FF2B5EF4-FFF2-40B4-BE49-F238E27FC236}">
                  <a16:creationId xmlns:a16="http://schemas.microsoft.com/office/drawing/2014/main" id="{DF05AC28-7D8A-421E-BCA6-2EF48B2E97A5}"/>
                </a:ext>
              </a:extLst>
            </p:cNvPr>
            <p:cNvSpPr>
              <a:spLocks/>
            </p:cNvSpPr>
            <p:nvPr/>
          </p:nvSpPr>
          <p:spPr>
            <a:xfrm>
              <a:off x="6131976" y="1962874"/>
              <a:ext cx="28398" cy="28398"/>
            </a:xfrm>
            <a:prstGeom prst="ellipse">
              <a:avLst/>
            </a:prstGeom>
            <a:solidFill>
              <a:srgbClr val="7F8C97">
                <a:alpha val="48000"/>
              </a:srgbClr>
            </a:solidFill>
            <a:ln w="0">
              <a:noFill/>
              <a:prstDash val="solid"/>
            </a:ln>
          </p:spPr>
        </p:sp>
        <p:sp>
          <p:nvSpPr>
            <p:cNvPr id="633" name="03_assume_matched_632">
              <a:extLst>
                <a:ext uri="{FF2B5EF4-FFF2-40B4-BE49-F238E27FC236}">
                  <a16:creationId xmlns:a16="http://schemas.microsoft.com/office/drawing/2014/main" id="{DD5297BA-F1F6-4491-9718-BB604B38A995}"/>
                </a:ext>
              </a:extLst>
            </p:cNvPr>
            <p:cNvSpPr>
              <a:spLocks/>
            </p:cNvSpPr>
            <p:nvPr/>
          </p:nvSpPr>
          <p:spPr>
            <a:xfrm>
              <a:off x="6164787" y="1962874"/>
              <a:ext cx="28398" cy="28398"/>
            </a:xfrm>
            <a:prstGeom prst="ellipse">
              <a:avLst/>
            </a:prstGeom>
            <a:solidFill>
              <a:srgbClr val="7F8C97">
                <a:alpha val="48000"/>
              </a:srgbClr>
            </a:solidFill>
            <a:ln w="0">
              <a:noFill/>
              <a:prstDash val="solid"/>
            </a:ln>
          </p:spPr>
        </p:sp>
        <p:sp>
          <p:nvSpPr>
            <p:cNvPr id="634" name="03_assume_matched_633">
              <a:extLst>
                <a:ext uri="{FF2B5EF4-FFF2-40B4-BE49-F238E27FC236}">
                  <a16:creationId xmlns:a16="http://schemas.microsoft.com/office/drawing/2014/main" id="{04D54836-C972-499B-9369-EAE55321207F}"/>
                </a:ext>
              </a:extLst>
            </p:cNvPr>
            <p:cNvSpPr>
              <a:spLocks/>
            </p:cNvSpPr>
            <p:nvPr/>
          </p:nvSpPr>
          <p:spPr>
            <a:xfrm>
              <a:off x="6063907" y="1962874"/>
              <a:ext cx="28398" cy="28398"/>
            </a:xfrm>
            <a:prstGeom prst="ellipse">
              <a:avLst/>
            </a:prstGeom>
            <a:solidFill>
              <a:srgbClr val="7F8C97">
                <a:alpha val="48000"/>
              </a:srgbClr>
            </a:solidFill>
            <a:ln w="0">
              <a:noFill/>
              <a:prstDash val="solid"/>
            </a:ln>
          </p:spPr>
        </p:sp>
        <p:sp>
          <p:nvSpPr>
            <p:cNvPr id="635" name="03_assume_matched_634">
              <a:extLst>
                <a:ext uri="{FF2B5EF4-FFF2-40B4-BE49-F238E27FC236}">
                  <a16:creationId xmlns:a16="http://schemas.microsoft.com/office/drawing/2014/main" id="{262B9F9B-DF2A-460B-9532-5A3081360AD4}"/>
                </a:ext>
              </a:extLst>
            </p:cNvPr>
            <p:cNvSpPr>
              <a:spLocks/>
            </p:cNvSpPr>
            <p:nvPr/>
          </p:nvSpPr>
          <p:spPr>
            <a:xfrm>
              <a:off x="6155865" y="1962874"/>
              <a:ext cx="28398" cy="28398"/>
            </a:xfrm>
            <a:prstGeom prst="ellipse">
              <a:avLst/>
            </a:prstGeom>
            <a:solidFill>
              <a:srgbClr val="7F8C97">
                <a:alpha val="48000"/>
              </a:srgbClr>
            </a:solidFill>
            <a:ln w="0">
              <a:noFill/>
              <a:prstDash val="solid"/>
            </a:ln>
          </p:spPr>
        </p:sp>
        <p:sp>
          <p:nvSpPr>
            <p:cNvPr id="636" name="03_assume_matched_635">
              <a:extLst>
                <a:ext uri="{FF2B5EF4-FFF2-40B4-BE49-F238E27FC236}">
                  <a16:creationId xmlns:a16="http://schemas.microsoft.com/office/drawing/2014/main" id="{D19823E0-45B1-425C-B9C3-4CF1052EA4DF}"/>
                </a:ext>
              </a:extLst>
            </p:cNvPr>
            <p:cNvSpPr>
              <a:spLocks/>
            </p:cNvSpPr>
            <p:nvPr/>
          </p:nvSpPr>
          <p:spPr>
            <a:xfrm>
              <a:off x="6134998" y="1962874"/>
              <a:ext cx="28398" cy="28398"/>
            </a:xfrm>
            <a:prstGeom prst="ellipse">
              <a:avLst/>
            </a:prstGeom>
            <a:solidFill>
              <a:srgbClr val="7F8C97">
                <a:alpha val="48000"/>
              </a:srgbClr>
            </a:solidFill>
            <a:ln w="0">
              <a:noFill/>
              <a:prstDash val="solid"/>
            </a:ln>
          </p:spPr>
        </p:sp>
        <p:sp>
          <p:nvSpPr>
            <p:cNvPr id="637" name="03_assume_matched_636">
              <a:extLst>
                <a:ext uri="{FF2B5EF4-FFF2-40B4-BE49-F238E27FC236}">
                  <a16:creationId xmlns:a16="http://schemas.microsoft.com/office/drawing/2014/main" id="{2DC502CD-D27E-4C74-B5C8-C823FBD3195C}"/>
                </a:ext>
              </a:extLst>
            </p:cNvPr>
            <p:cNvSpPr>
              <a:spLocks/>
            </p:cNvSpPr>
            <p:nvPr/>
          </p:nvSpPr>
          <p:spPr>
            <a:xfrm>
              <a:off x="6043616" y="1378004"/>
              <a:ext cx="28398" cy="28398"/>
            </a:xfrm>
            <a:prstGeom prst="ellipse">
              <a:avLst/>
            </a:prstGeom>
            <a:solidFill>
              <a:srgbClr val="7F8C97">
                <a:alpha val="48000"/>
              </a:srgbClr>
            </a:solidFill>
            <a:ln w="0">
              <a:noFill/>
              <a:prstDash val="solid"/>
            </a:ln>
          </p:spPr>
        </p:sp>
        <p:sp>
          <p:nvSpPr>
            <p:cNvPr id="638" name="03_assume_matched_637">
              <a:extLst>
                <a:ext uri="{FF2B5EF4-FFF2-40B4-BE49-F238E27FC236}">
                  <a16:creationId xmlns:a16="http://schemas.microsoft.com/office/drawing/2014/main" id="{0E4FE57D-6CDB-43CD-90BF-0FC58B967BEC}"/>
                </a:ext>
              </a:extLst>
            </p:cNvPr>
            <p:cNvSpPr>
              <a:spLocks/>
            </p:cNvSpPr>
            <p:nvPr/>
          </p:nvSpPr>
          <p:spPr>
            <a:xfrm>
              <a:off x="6102906" y="1962874"/>
              <a:ext cx="28398" cy="28398"/>
            </a:xfrm>
            <a:prstGeom prst="ellipse">
              <a:avLst/>
            </a:prstGeom>
            <a:solidFill>
              <a:srgbClr val="7F8C97">
                <a:alpha val="48000"/>
              </a:srgbClr>
            </a:solidFill>
            <a:ln w="0">
              <a:noFill/>
              <a:prstDash val="solid"/>
            </a:ln>
          </p:spPr>
        </p:sp>
        <p:sp>
          <p:nvSpPr>
            <p:cNvPr id="639" name="03_assume_matched_638">
              <a:extLst>
                <a:ext uri="{FF2B5EF4-FFF2-40B4-BE49-F238E27FC236}">
                  <a16:creationId xmlns:a16="http://schemas.microsoft.com/office/drawing/2014/main" id="{A0179937-0109-4C1F-8849-9EEADAB76B99}"/>
                </a:ext>
              </a:extLst>
            </p:cNvPr>
            <p:cNvSpPr>
              <a:spLocks/>
            </p:cNvSpPr>
            <p:nvPr/>
          </p:nvSpPr>
          <p:spPr>
            <a:xfrm>
              <a:off x="6085062" y="1889765"/>
              <a:ext cx="28398" cy="28398"/>
            </a:xfrm>
            <a:prstGeom prst="ellipse">
              <a:avLst/>
            </a:prstGeom>
            <a:solidFill>
              <a:srgbClr val="7F8C97">
                <a:alpha val="48000"/>
              </a:srgbClr>
            </a:solidFill>
            <a:ln w="0">
              <a:noFill/>
              <a:prstDash val="solid"/>
            </a:ln>
          </p:spPr>
        </p:sp>
        <p:sp>
          <p:nvSpPr>
            <p:cNvPr id="640" name="03_assume_matched_639">
              <a:extLst>
                <a:ext uri="{FF2B5EF4-FFF2-40B4-BE49-F238E27FC236}">
                  <a16:creationId xmlns:a16="http://schemas.microsoft.com/office/drawing/2014/main" id="{0D3171E1-15D7-4AD1-9637-0759929F1CF9}"/>
                </a:ext>
              </a:extLst>
            </p:cNvPr>
            <p:cNvSpPr>
              <a:spLocks/>
            </p:cNvSpPr>
            <p:nvPr/>
          </p:nvSpPr>
          <p:spPr>
            <a:xfrm>
              <a:off x="6117297" y="1378004"/>
              <a:ext cx="28398" cy="28398"/>
            </a:xfrm>
            <a:prstGeom prst="ellipse">
              <a:avLst/>
            </a:prstGeom>
            <a:solidFill>
              <a:srgbClr val="7F8C97">
                <a:alpha val="48000"/>
              </a:srgbClr>
            </a:solidFill>
            <a:ln w="0">
              <a:noFill/>
              <a:prstDash val="solid"/>
            </a:ln>
          </p:spPr>
        </p:sp>
        <p:sp>
          <p:nvSpPr>
            <p:cNvPr id="641" name="03_assume_matched_640">
              <a:extLst>
                <a:ext uri="{FF2B5EF4-FFF2-40B4-BE49-F238E27FC236}">
                  <a16:creationId xmlns:a16="http://schemas.microsoft.com/office/drawing/2014/main" id="{6B8CB29A-8A16-4C09-9007-2616748BDDBA}"/>
                </a:ext>
              </a:extLst>
            </p:cNvPr>
            <p:cNvSpPr>
              <a:spLocks/>
            </p:cNvSpPr>
            <p:nvPr/>
          </p:nvSpPr>
          <p:spPr>
            <a:xfrm>
              <a:off x="6099165" y="1816656"/>
              <a:ext cx="28398" cy="28398"/>
            </a:xfrm>
            <a:prstGeom prst="ellipse">
              <a:avLst/>
            </a:prstGeom>
            <a:solidFill>
              <a:srgbClr val="7F8C97">
                <a:alpha val="48000"/>
              </a:srgbClr>
            </a:solidFill>
            <a:ln w="0">
              <a:noFill/>
              <a:prstDash val="solid"/>
            </a:ln>
          </p:spPr>
        </p:sp>
        <p:sp>
          <p:nvSpPr>
            <p:cNvPr id="642" name="03_assume_matched_641">
              <a:extLst>
                <a:ext uri="{FF2B5EF4-FFF2-40B4-BE49-F238E27FC236}">
                  <a16:creationId xmlns:a16="http://schemas.microsoft.com/office/drawing/2014/main" id="{988F7F8D-52F6-4097-9653-3565030B4F2A}"/>
                </a:ext>
              </a:extLst>
            </p:cNvPr>
            <p:cNvSpPr>
              <a:spLocks/>
            </p:cNvSpPr>
            <p:nvPr/>
          </p:nvSpPr>
          <p:spPr>
            <a:xfrm>
              <a:off x="6161333" y="1962874"/>
              <a:ext cx="28398" cy="28398"/>
            </a:xfrm>
            <a:prstGeom prst="ellipse">
              <a:avLst/>
            </a:prstGeom>
            <a:solidFill>
              <a:srgbClr val="7F8C97">
                <a:alpha val="48000"/>
              </a:srgbClr>
            </a:solidFill>
            <a:ln w="0">
              <a:noFill/>
              <a:prstDash val="solid"/>
            </a:ln>
          </p:spPr>
        </p:sp>
        <p:sp>
          <p:nvSpPr>
            <p:cNvPr id="643" name="03_assume_matched_642">
              <a:extLst>
                <a:ext uri="{FF2B5EF4-FFF2-40B4-BE49-F238E27FC236}">
                  <a16:creationId xmlns:a16="http://schemas.microsoft.com/office/drawing/2014/main" id="{347B27DE-90D1-4ECC-A325-31EC150DFDB5}"/>
                </a:ext>
              </a:extLst>
            </p:cNvPr>
            <p:cNvSpPr>
              <a:spLocks/>
            </p:cNvSpPr>
            <p:nvPr/>
          </p:nvSpPr>
          <p:spPr>
            <a:xfrm>
              <a:off x="6059446" y="1378004"/>
              <a:ext cx="28398" cy="28398"/>
            </a:xfrm>
            <a:prstGeom prst="ellipse">
              <a:avLst/>
            </a:prstGeom>
            <a:solidFill>
              <a:srgbClr val="7F8C97">
                <a:alpha val="48000"/>
              </a:srgbClr>
            </a:solidFill>
            <a:ln w="0">
              <a:noFill/>
              <a:prstDash val="solid"/>
            </a:ln>
          </p:spPr>
        </p:sp>
        <p:sp>
          <p:nvSpPr>
            <p:cNvPr id="644" name="03_assume_matched_643">
              <a:extLst>
                <a:ext uri="{FF2B5EF4-FFF2-40B4-BE49-F238E27FC236}">
                  <a16:creationId xmlns:a16="http://schemas.microsoft.com/office/drawing/2014/main" id="{A3518FA9-AE18-4C36-92F0-FB35D272E77C}"/>
                </a:ext>
              </a:extLst>
            </p:cNvPr>
            <p:cNvSpPr>
              <a:spLocks/>
            </p:cNvSpPr>
            <p:nvPr/>
          </p:nvSpPr>
          <p:spPr>
            <a:xfrm>
              <a:off x="6066066" y="1962874"/>
              <a:ext cx="28398" cy="28398"/>
            </a:xfrm>
            <a:prstGeom prst="ellipse">
              <a:avLst/>
            </a:prstGeom>
            <a:solidFill>
              <a:srgbClr val="7F8C97">
                <a:alpha val="48000"/>
              </a:srgbClr>
            </a:solidFill>
            <a:ln w="0">
              <a:noFill/>
              <a:prstDash val="solid"/>
            </a:ln>
          </p:spPr>
        </p:sp>
        <p:sp>
          <p:nvSpPr>
            <p:cNvPr id="645" name="03_assume_matched_644">
              <a:extLst>
                <a:ext uri="{FF2B5EF4-FFF2-40B4-BE49-F238E27FC236}">
                  <a16:creationId xmlns:a16="http://schemas.microsoft.com/office/drawing/2014/main" id="{AE7BC465-8EBD-4ACC-9330-908D0064C6AD}"/>
                </a:ext>
              </a:extLst>
            </p:cNvPr>
            <p:cNvSpPr>
              <a:spLocks/>
            </p:cNvSpPr>
            <p:nvPr/>
          </p:nvSpPr>
          <p:spPr>
            <a:xfrm>
              <a:off x="6125932" y="1378004"/>
              <a:ext cx="28398" cy="28398"/>
            </a:xfrm>
            <a:prstGeom prst="ellipse">
              <a:avLst/>
            </a:prstGeom>
            <a:solidFill>
              <a:srgbClr val="7F8C97">
                <a:alpha val="48000"/>
              </a:srgbClr>
            </a:solidFill>
            <a:ln w="0">
              <a:noFill/>
              <a:prstDash val="solid"/>
            </a:ln>
          </p:spPr>
        </p:sp>
        <p:sp>
          <p:nvSpPr>
            <p:cNvPr id="646" name="03_assume_matched_645">
              <a:extLst>
                <a:ext uri="{FF2B5EF4-FFF2-40B4-BE49-F238E27FC236}">
                  <a16:creationId xmlns:a16="http://schemas.microsoft.com/office/drawing/2014/main" id="{9ED2D152-9AF0-4FF2-B4FB-DA2FD4DBA4F8}"/>
                </a:ext>
              </a:extLst>
            </p:cNvPr>
            <p:cNvSpPr>
              <a:spLocks/>
            </p:cNvSpPr>
            <p:nvPr/>
          </p:nvSpPr>
          <p:spPr>
            <a:xfrm>
              <a:off x="6124637" y="1378004"/>
              <a:ext cx="28398" cy="28398"/>
            </a:xfrm>
            <a:prstGeom prst="ellipse">
              <a:avLst/>
            </a:prstGeom>
            <a:solidFill>
              <a:srgbClr val="7F8C97">
                <a:alpha val="48000"/>
              </a:srgbClr>
            </a:solidFill>
            <a:ln w="0">
              <a:noFill/>
              <a:prstDash val="solid"/>
            </a:ln>
          </p:spPr>
        </p:sp>
        <p:sp>
          <p:nvSpPr>
            <p:cNvPr id="647" name="03_assume_matched_646">
              <a:extLst>
                <a:ext uri="{FF2B5EF4-FFF2-40B4-BE49-F238E27FC236}">
                  <a16:creationId xmlns:a16="http://schemas.microsoft.com/office/drawing/2014/main" id="{872C83C1-2ADC-46B8-A3A1-D934A6CD6B34}"/>
                </a:ext>
              </a:extLst>
            </p:cNvPr>
            <p:cNvSpPr>
              <a:spLocks/>
            </p:cNvSpPr>
            <p:nvPr/>
          </p:nvSpPr>
          <p:spPr>
            <a:xfrm>
              <a:off x="6171407" y="1962874"/>
              <a:ext cx="28398" cy="28398"/>
            </a:xfrm>
            <a:prstGeom prst="ellipse">
              <a:avLst/>
            </a:prstGeom>
            <a:solidFill>
              <a:srgbClr val="7F8C97">
                <a:alpha val="48000"/>
              </a:srgbClr>
            </a:solidFill>
            <a:ln w="0">
              <a:noFill/>
              <a:prstDash val="solid"/>
            </a:ln>
          </p:spPr>
        </p:sp>
        <p:sp>
          <p:nvSpPr>
            <p:cNvPr id="648" name="03_assume_matched_647">
              <a:extLst>
                <a:ext uri="{FF2B5EF4-FFF2-40B4-BE49-F238E27FC236}">
                  <a16:creationId xmlns:a16="http://schemas.microsoft.com/office/drawing/2014/main" id="{92DE9DA6-6033-48C5-B7DD-178A07BC140C}"/>
                </a:ext>
              </a:extLst>
            </p:cNvPr>
            <p:cNvSpPr>
              <a:spLocks/>
            </p:cNvSpPr>
            <p:nvPr/>
          </p:nvSpPr>
          <p:spPr>
            <a:xfrm>
              <a:off x="6149677" y="1670439"/>
              <a:ext cx="28398" cy="28398"/>
            </a:xfrm>
            <a:prstGeom prst="ellipse">
              <a:avLst/>
            </a:prstGeom>
            <a:solidFill>
              <a:srgbClr val="7F8C97">
                <a:alpha val="48000"/>
              </a:srgbClr>
            </a:solidFill>
            <a:ln w="0">
              <a:noFill/>
              <a:prstDash val="solid"/>
            </a:ln>
          </p:spPr>
        </p:sp>
        <p:sp>
          <p:nvSpPr>
            <p:cNvPr id="649" name="03_assume_matched_648">
              <a:extLst>
                <a:ext uri="{FF2B5EF4-FFF2-40B4-BE49-F238E27FC236}">
                  <a16:creationId xmlns:a16="http://schemas.microsoft.com/office/drawing/2014/main" id="{34C25AC8-042D-40C1-AAC9-D2161F211616}"/>
                </a:ext>
              </a:extLst>
            </p:cNvPr>
            <p:cNvSpPr>
              <a:spLocks/>
            </p:cNvSpPr>
            <p:nvPr/>
          </p:nvSpPr>
          <p:spPr>
            <a:xfrm>
              <a:off x="6081752" y="1962874"/>
              <a:ext cx="28398" cy="28398"/>
            </a:xfrm>
            <a:prstGeom prst="ellipse">
              <a:avLst/>
            </a:prstGeom>
            <a:solidFill>
              <a:srgbClr val="7F8C97">
                <a:alpha val="48000"/>
              </a:srgbClr>
            </a:solidFill>
            <a:ln w="0">
              <a:noFill/>
              <a:prstDash val="solid"/>
            </a:ln>
          </p:spPr>
        </p:sp>
        <p:sp>
          <p:nvSpPr>
            <p:cNvPr id="650" name="03_assume_matched_649">
              <a:extLst>
                <a:ext uri="{FF2B5EF4-FFF2-40B4-BE49-F238E27FC236}">
                  <a16:creationId xmlns:a16="http://schemas.microsoft.com/office/drawing/2014/main" id="{928C4D95-2910-40D5-8FE7-78658EAE122D}"/>
                </a:ext>
              </a:extLst>
            </p:cNvPr>
            <p:cNvSpPr>
              <a:spLocks/>
            </p:cNvSpPr>
            <p:nvPr/>
          </p:nvSpPr>
          <p:spPr>
            <a:xfrm>
              <a:off x="6152555" y="1962874"/>
              <a:ext cx="28398" cy="28398"/>
            </a:xfrm>
            <a:prstGeom prst="ellipse">
              <a:avLst/>
            </a:prstGeom>
            <a:solidFill>
              <a:srgbClr val="7F8C97">
                <a:alpha val="48000"/>
              </a:srgbClr>
            </a:solidFill>
            <a:ln w="0">
              <a:noFill/>
              <a:prstDash val="solid"/>
            </a:ln>
          </p:spPr>
        </p:sp>
        <p:sp>
          <p:nvSpPr>
            <p:cNvPr id="651" name="03_assume_matched_650">
              <a:extLst>
                <a:ext uri="{FF2B5EF4-FFF2-40B4-BE49-F238E27FC236}">
                  <a16:creationId xmlns:a16="http://schemas.microsoft.com/office/drawing/2014/main" id="{2CED383C-98D7-4BC0-AE3A-FA9D538333DA}"/>
                </a:ext>
              </a:extLst>
            </p:cNvPr>
            <p:cNvSpPr>
              <a:spLocks/>
            </p:cNvSpPr>
            <p:nvPr/>
          </p:nvSpPr>
          <p:spPr>
            <a:xfrm>
              <a:off x="6140898" y="1767917"/>
              <a:ext cx="28398" cy="28398"/>
            </a:xfrm>
            <a:prstGeom prst="ellipse">
              <a:avLst/>
            </a:prstGeom>
            <a:solidFill>
              <a:srgbClr val="7F8C97">
                <a:alpha val="48000"/>
              </a:srgbClr>
            </a:solidFill>
            <a:ln w="0">
              <a:noFill/>
              <a:prstDash val="solid"/>
            </a:ln>
          </p:spPr>
        </p:sp>
        <p:sp>
          <p:nvSpPr>
            <p:cNvPr id="652" name="03_assume_matched_651">
              <a:extLst>
                <a:ext uri="{FF2B5EF4-FFF2-40B4-BE49-F238E27FC236}">
                  <a16:creationId xmlns:a16="http://schemas.microsoft.com/office/drawing/2014/main" id="{C3F50524-D38C-4D9E-8B87-97EF18DC6ACA}"/>
                </a:ext>
              </a:extLst>
            </p:cNvPr>
            <p:cNvSpPr>
              <a:spLocks/>
            </p:cNvSpPr>
            <p:nvPr/>
          </p:nvSpPr>
          <p:spPr>
            <a:xfrm>
              <a:off x="6147086" y="1962874"/>
              <a:ext cx="28398" cy="28398"/>
            </a:xfrm>
            <a:prstGeom prst="ellipse">
              <a:avLst/>
            </a:prstGeom>
            <a:solidFill>
              <a:srgbClr val="7F8C97">
                <a:alpha val="48000"/>
              </a:srgbClr>
            </a:solidFill>
            <a:ln w="0">
              <a:noFill/>
              <a:prstDash val="solid"/>
            </a:ln>
          </p:spPr>
        </p:sp>
        <p:sp>
          <p:nvSpPr>
            <p:cNvPr id="653" name="03_assume_matched_652">
              <a:extLst>
                <a:ext uri="{FF2B5EF4-FFF2-40B4-BE49-F238E27FC236}">
                  <a16:creationId xmlns:a16="http://schemas.microsoft.com/office/drawing/2014/main" id="{BF9DBB0B-C23F-416A-9C68-C2BE64205D87}"/>
                </a:ext>
              </a:extLst>
            </p:cNvPr>
            <p:cNvSpPr>
              <a:spLocks/>
            </p:cNvSpPr>
            <p:nvPr/>
          </p:nvSpPr>
          <p:spPr>
            <a:xfrm>
              <a:off x="6160470" y="1962874"/>
              <a:ext cx="28398" cy="28398"/>
            </a:xfrm>
            <a:prstGeom prst="ellipse">
              <a:avLst/>
            </a:prstGeom>
            <a:solidFill>
              <a:srgbClr val="7F8C97">
                <a:alpha val="48000"/>
              </a:srgbClr>
            </a:solidFill>
            <a:ln w="0">
              <a:noFill/>
              <a:prstDash val="solid"/>
            </a:ln>
          </p:spPr>
        </p:sp>
        <p:sp>
          <p:nvSpPr>
            <p:cNvPr id="654" name="03_assume_matched_653">
              <a:extLst>
                <a:ext uri="{FF2B5EF4-FFF2-40B4-BE49-F238E27FC236}">
                  <a16:creationId xmlns:a16="http://schemas.microsoft.com/office/drawing/2014/main" id="{713FC90E-587F-4D92-8003-178105AED91E}"/>
                </a:ext>
              </a:extLst>
            </p:cNvPr>
            <p:cNvSpPr>
              <a:spLocks/>
            </p:cNvSpPr>
            <p:nvPr/>
          </p:nvSpPr>
          <p:spPr>
            <a:xfrm>
              <a:off x="6069088" y="1378004"/>
              <a:ext cx="28398" cy="28398"/>
            </a:xfrm>
            <a:prstGeom prst="ellipse">
              <a:avLst/>
            </a:prstGeom>
            <a:solidFill>
              <a:srgbClr val="7F8C97">
                <a:alpha val="48000"/>
              </a:srgbClr>
            </a:solidFill>
            <a:ln w="0">
              <a:noFill/>
              <a:prstDash val="solid"/>
            </a:ln>
          </p:spPr>
        </p:sp>
        <p:sp>
          <p:nvSpPr>
            <p:cNvPr id="655" name="03_assume_matched_654">
              <a:extLst>
                <a:ext uri="{FF2B5EF4-FFF2-40B4-BE49-F238E27FC236}">
                  <a16:creationId xmlns:a16="http://schemas.microsoft.com/office/drawing/2014/main" id="{82DB8C9B-EB66-4504-B461-FD6FFFE17824}"/>
                </a:ext>
              </a:extLst>
            </p:cNvPr>
            <p:cNvSpPr>
              <a:spLocks/>
            </p:cNvSpPr>
            <p:nvPr/>
          </p:nvSpPr>
          <p:spPr>
            <a:xfrm>
              <a:off x="6058295" y="1670439"/>
              <a:ext cx="28398" cy="28398"/>
            </a:xfrm>
            <a:prstGeom prst="ellipse">
              <a:avLst/>
            </a:prstGeom>
            <a:solidFill>
              <a:srgbClr val="7F8C97">
                <a:alpha val="48000"/>
              </a:srgbClr>
            </a:solidFill>
            <a:ln w="0">
              <a:noFill/>
              <a:prstDash val="solid"/>
            </a:ln>
          </p:spPr>
        </p:sp>
        <p:sp>
          <p:nvSpPr>
            <p:cNvPr id="656" name="03_assume_matched_655">
              <a:extLst>
                <a:ext uri="{FF2B5EF4-FFF2-40B4-BE49-F238E27FC236}">
                  <a16:creationId xmlns:a16="http://schemas.microsoft.com/office/drawing/2014/main" id="{B88E9ED3-C366-4B7F-9561-5B60AF1EDA51}"/>
                </a:ext>
              </a:extLst>
            </p:cNvPr>
            <p:cNvSpPr>
              <a:spLocks/>
            </p:cNvSpPr>
            <p:nvPr/>
          </p:nvSpPr>
          <p:spPr>
            <a:xfrm>
              <a:off x="6141186" y="1524222"/>
              <a:ext cx="28398" cy="28398"/>
            </a:xfrm>
            <a:prstGeom prst="ellipse">
              <a:avLst/>
            </a:prstGeom>
            <a:solidFill>
              <a:srgbClr val="7F8C97">
                <a:alpha val="48000"/>
              </a:srgbClr>
            </a:solidFill>
            <a:ln w="0">
              <a:noFill/>
              <a:prstDash val="solid"/>
            </a:ln>
          </p:spPr>
        </p:sp>
        <p:sp>
          <p:nvSpPr>
            <p:cNvPr id="657" name="03_assume_matched_656">
              <a:extLst>
                <a:ext uri="{FF2B5EF4-FFF2-40B4-BE49-F238E27FC236}">
                  <a16:creationId xmlns:a16="http://schemas.microsoft.com/office/drawing/2014/main" id="{75D68262-DDD5-4BAB-BBD6-BD23F7DD265C}"/>
                </a:ext>
              </a:extLst>
            </p:cNvPr>
            <p:cNvSpPr>
              <a:spLocks/>
            </p:cNvSpPr>
            <p:nvPr/>
          </p:nvSpPr>
          <p:spPr>
            <a:xfrm>
              <a:off x="6178315" y="1921097"/>
              <a:ext cx="28398" cy="28398"/>
            </a:xfrm>
            <a:prstGeom prst="ellipse">
              <a:avLst/>
            </a:prstGeom>
            <a:solidFill>
              <a:srgbClr val="7F8C97">
                <a:alpha val="48000"/>
              </a:srgbClr>
            </a:solidFill>
            <a:ln w="0">
              <a:noFill/>
              <a:prstDash val="solid"/>
            </a:ln>
          </p:spPr>
        </p:sp>
        <p:sp>
          <p:nvSpPr>
            <p:cNvPr id="658" name="03_assume_matched_657">
              <a:extLst>
                <a:ext uri="{FF2B5EF4-FFF2-40B4-BE49-F238E27FC236}">
                  <a16:creationId xmlns:a16="http://schemas.microsoft.com/office/drawing/2014/main" id="{B6A73246-9683-49E7-8408-6650BDB0C495}"/>
                </a:ext>
              </a:extLst>
            </p:cNvPr>
            <p:cNvSpPr>
              <a:spLocks/>
            </p:cNvSpPr>
            <p:nvPr/>
          </p:nvSpPr>
          <p:spPr>
            <a:xfrm>
              <a:off x="6184503" y="1378004"/>
              <a:ext cx="28398" cy="28398"/>
            </a:xfrm>
            <a:prstGeom prst="ellipse">
              <a:avLst/>
            </a:prstGeom>
            <a:solidFill>
              <a:srgbClr val="7F8C97">
                <a:alpha val="48000"/>
              </a:srgbClr>
            </a:solidFill>
            <a:ln w="0">
              <a:noFill/>
              <a:prstDash val="solid"/>
            </a:ln>
          </p:spPr>
        </p:sp>
        <p:sp>
          <p:nvSpPr>
            <p:cNvPr id="659" name="03_assume_matched_658">
              <a:extLst>
                <a:ext uri="{FF2B5EF4-FFF2-40B4-BE49-F238E27FC236}">
                  <a16:creationId xmlns:a16="http://schemas.microsoft.com/office/drawing/2014/main" id="{15BC8EE6-3242-469B-8D50-79A9680CC36E}"/>
                </a:ext>
              </a:extLst>
            </p:cNvPr>
            <p:cNvSpPr>
              <a:spLocks/>
            </p:cNvSpPr>
            <p:nvPr/>
          </p:nvSpPr>
          <p:spPr>
            <a:xfrm>
              <a:off x="6095567" y="1670439"/>
              <a:ext cx="28398" cy="28398"/>
            </a:xfrm>
            <a:prstGeom prst="ellipse">
              <a:avLst/>
            </a:prstGeom>
            <a:solidFill>
              <a:srgbClr val="7F8C97">
                <a:alpha val="48000"/>
              </a:srgbClr>
            </a:solidFill>
            <a:ln w="0">
              <a:noFill/>
              <a:prstDash val="solid"/>
            </a:ln>
          </p:spPr>
        </p:sp>
        <p:sp>
          <p:nvSpPr>
            <p:cNvPr id="660" name="03_assume_matched_659">
              <a:extLst>
                <a:ext uri="{FF2B5EF4-FFF2-40B4-BE49-F238E27FC236}">
                  <a16:creationId xmlns:a16="http://schemas.microsoft.com/office/drawing/2014/main" id="{A2F15733-4336-4186-80E7-C95E11F399C5}"/>
                </a:ext>
              </a:extLst>
            </p:cNvPr>
            <p:cNvSpPr>
              <a:spLocks/>
            </p:cNvSpPr>
            <p:nvPr/>
          </p:nvSpPr>
          <p:spPr>
            <a:xfrm>
              <a:off x="6148382" y="1962874"/>
              <a:ext cx="28398" cy="28398"/>
            </a:xfrm>
            <a:prstGeom prst="ellipse">
              <a:avLst/>
            </a:prstGeom>
            <a:solidFill>
              <a:srgbClr val="7F8C97">
                <a:alpha val="48000"/>
              </a:srgbClr>
            </a:solidFill>
            <a:ln w="0">
              <a:noFill/>
              <a:prstDash val="solid"/>
            </a:ln>
          </p:spPr>
        </p:sp>
        <p:sp>
          <p:nvSpPr>
            <p:cNvPr id="661" name="03_assume_matched_660">
              <a:extLst>
                <a:ext uri="{FF2B5EF4-FFF2-40B4-BE49-F238E27FC236}">
                  <a16:creationId xmlns:a16="http://schemas.microsoft.com/office/drawing/2014/main" id="{50328A8B-3A92-4D0C-A990-FC801CCA1FEA}"/>
                </a:ext>
              </a:extLst>
            </p:cNvPr>
            <p:cNvSpPr>
              <a:spLocks/>
            </p:cNvSpPr>
            <p:nvPr/>
          </p:nvSpPr>
          <p:spPr>
            <a:xfrm>
              <a:off x="6159319" y="1378004"/>
              <a:ext cx="28398" cy="28398"/>
            </a:xfrm>
            <a:prstGeom prst="ellipse">
              <a:avLst/>
            </a:prstGeom>
            <a:solidFill>
              <a:srgbClr val="7F8C97">
                <a:alpha val="48000"/>
              </a:srgbClr>
            </a:solidFill>
            <a:ln w="0">
              <a:noFill/>
              <a:prstDash val="solid"/>
            </a:ln>
          </p:spPr>
        </p:sp>
        <p:sp>
          <p:nvSpPr>
            <p:cNvPr id="662" name="03_assume_matched_661">
              <a:extLst>
                <a:ext uri="{FF2B5EF4-FFF2-40B4-BE49-F238E27FC236}">
                  <a16:creationId xmlns:a16="http://schemas.microsoft.com/office/drawing/2014/main" id="{C8EADA79-F885-4E2F-B036-8D6C4B86A3DC}"/>
                </a:ext>
              </a:extLst>
            </p:cNvPr>
            <p:cNvSpPr>
              <a:spLocks/>
            </p:cNvSpPr>
            <p:nvPr/>
          </p:nvSpPr>
          <p:spPr>
            <a:xfrm>
              <a:off x="6176732" y="1378004"/>
              <a:ext cx="28398" cy="28398"/>
            </a:xfrm>
            <a:prstGeom prst="ellipse">
              <a:avLst/>
            </a:prstGeom>
            <a:solidFill>
              <a:srgbClr val="7F8C97">
                <a:alpha val="48000"/>
              </a:srgbClr>
            </a:solidFill>
            <a:ln w="0">
              <a:noFill/>
              <a:prstDash val="solid"/>
            </a:ln>
          </p:spPr>
        </p:sp>
        <p:sp>
          <p:nvSpPr>
            <p:cNvPr id="663" name="03_assume_matched_662">
              <a:extLst>
                <a:ext uri="{FF2B5EF4-FFF2-40B4-BE49-F238E27FC236}">
                  <a16:creationId xmlns:a16="http://schemas.microsoft.com/office/drawing/2014/main" id="{2B895A7D-811A-4D7E-887C-251E7BD02B88}"/>
                </a:ext>
              </a:extLst>
            </p:cNvPr>
            <p:cNvSpPr>
              <a:spLocks/>
            </p:cNvSpPr>
            <p:nvPr/>
          </p:nvSpPr>
          <p:spPr>
            <a:xfrm>
              <a:off x="6161477" y="1378004"/>
              <a:ext cx="28398" cy="28398"/>
            </a:xfrm>
            <a:prstGeom prst="ellipse">
              <a:avLst/>
            </a:prstGeom>
            <a:solidFill>
              <a:srgbClr val="7F8C97">
                <a:alpha val="48000"/>
              </a:srgbClr>
            </a:solidFill>
            <a:ln w="0">
              <a:noFill/>
              <a:prstDash val="solid"/>
            </a:ln>
          </p:spPr>
        </p:sp>
        <p:sp>
          <p:nvSpPr>
            <p:cNvPr id="664" name="03_assume_matched_663">
              <a:extLst>
                <a:ext uri="{FF2B5EF4-FFF2-40B4-BE49-F238E27FC236}">
                  <a16:creationId xmlns:a16="http://schemas.microsoft.com/office/drawing/2014/main" id="{0752263F-FA36-4F22-8165-54FFA045EE7D}"/>
                </a:ext>
              </a:extLst>
            </p:cNvPr>
            <p:cNvSpPr>
              <a:spLocks/>
            </p:cNvSpPr>
            <p:nvPr/>
          </p:nvSpPr>
          <p:spPr>
            <a:xfrm>
              <a:off x="6139747" y="1378004"/>
              <a:ext cx="28398" cy="28398"/>
            </a:xfrm>
            <a:prstGeom prst="ellipse">
              <a:avLst/>
            </a:prstGeom>
            <a:solidFill>
              <a:srgbClr val="7F8C97">
                <a:alpha val="48000"/>
              </a:srgbClr>
            </a:solidFill>
            <a:ln w="0">
              <a:noFill/>
              <a:prstDash val="solid"/>
            </a:ln>
          </p:spPr>
        </p:sp>
        <p:sp>
          <p:nvSpPr>
            <p:cNvPr id="665" name="03_assume_matched_664">
              <a:extLst>
                <a:ext uri="{FF2B5EF4-FFF2-40B4-BE49-F238E27FC236}">
                  <a16:creationId xmlns:a16="http://schemas.microsoft.com/office/drawing/2014/main" id="{64197C23-0303-4EC7-AD8F-C6903F974219}"/>
                </a:ext>
              </a:extLst>
            </p:cNvPr>
            <p:cNvSpPr>
              <a:spLocks/>
            </p:cNvSpPr>
            <p:nvPr/>
          </p:nvSpPr>
          <p:spPr>
            <a:xfrm>
              <a:off x="6051531" y="1378004"/>
              <a:ext cx="28398" cy="28398"/>
            </a:xfrm>
            <a:prstGeom prst="ellipse">
              <a:avLst/>
            </a:prstGeom>
            <a:solidFill>
              <a:srgbClr val="7F8C97">
                <a:alpha val="48000"/>
              </a:srgbClr>
            </a:solidFill>
            <a:ln w="0">
              <a:noFill/>
              <a:prstDash val="solid"/>
            </a:ln>
          </p:spPr>
        </p:sp>
        <p:sp>
          <p:nvSpPr>
            <p:cNvPr id="666" name="03_assume_matched_665">
              <a:extLst>
                <a:ext uri="{FF2B5EF4-FFF2-40B4-BE49-F238E27FC236}">
                  <a16:creationId xmlns:a16="http://schemas.microsoft.com/office/drawing/2014/main" id="{C522682C-1454-44B1-A4DE-A7AFD5C4380B}"/>
                </a:ext>
              </a:extLst>
            </p:cNvPr>
            <p:cNvSpPr>
              <a:spLocks/>
            </p:cNvSpPr>
            <p:nvPr/>
          </p:nvSpPr>
          <p:spPr>
            <a:xfrm>
              <a:off x="6065490" y="1962874"/>
              <a:ext cx="28398" cy="28398"/>
            </a:xfrm>
            <a:prstGeom prst="ellipse">
              <a:avLst/>
            </a:prstGeom>
            <a:solidFill>
              <a:srgbClr val="7F8C97">
                <a:alpha val="48000"/>
              </a:srgbClr>
            </a:solidFill>
            <a:ln w="0">
              <a:noFill/>
              <a:prstDash val="solid"/>
            </a:ln>
          </p:spPr>
        </p:sp>
        <p:sp>
          <p:nvSpPr>
            <p:cNvPr id="667" name="03_assume_matched_666">
              <a:extLst>
                <a:ext uri="{FF2B5EF4-FFF2-40B4-BE49-F238E27FC236}">
                  <a16:creationId xmlns:a16="http://schemas.microsoft.com/office/drawing/2014/main" id="{771C9A79-5DC6-4540-B40A-604A0B85ECFD}"/>
                </a:ext>
              </a:extLst>
            </p:cNvPr>
            <p:cNvSpPr>
              <a:spLocks/>
            </p:cNvSpPr>
            <p:nvPr/>
          </p:nvSpPr>
          <p:spPr>
            <a:xfrm>
              <a:off x="6126651" y="1378004"/>
              <a:ext cx="28398" cy="28398"/>
            </a:xfrm>
            <a:prstGeom prst="ellipse">
              <a:avLst/>
            </a:prstGeom>
            <a:solidFill>
              <a:srgbClr val="7F8C97">
                <a:alpha val="48000"/>
              </a:srgbClr>
            </a:solidFill>
            <a:ln w="0">
              <a:noFill/>
              <a:prstDash val="solid"/>
            </a:ln>
          </p:spPr>
        </p:sp>
        <p:sp>
          <p:nvSpPr>
            <p:cNvPr id="668" name="03_assume_matched_667">
              <a:extLst>
                <a:ext uri="{FF2B5EF4-FFF2-40B4-BE49-F238E27FC236}">
                  <a16:creationId xmlns:a16="http://schemas.microsoft.com/office/drawing/2014/main" id="{B9847B8C-192F-4CE2-B9EE-9C81BB6E52FB}"/>
                </a:ext>
              </a:extLst>
            </p:cNvPr>
            <p:cNvSpPr>
              <a:spLocks/>
            </p:cNvSpPr>
            <p:nvPr/>
          </p:nvSpPr>
          <p:spPr>
            <a:xfrm>
              <a:off x="6071534" y="1378004"/>
              <a:ext cx="28398" cy="28398"/>
            </a:xfrm>
            <a:prstGeom prst="ellipse">
              <a:avLst/>
            </a:prstGeom>
            <a:solidFill>
              <a:srgbClr val="7F8C97">
                <a:alpha val="48000"/>
              </a:srgbClr>
            </a:solidFill>
            <a:ln w="0">
              <a:noFill/>
              <a:prstDash val="solid"/>
            </a:ln>
          </p:spPr>
        </p:sp>
        <p:sp>
          <p:nvSpPr>
            <p:cNvPr id="669" name="03_assume_matched_668">
              <a:extLst>
                <a:ext uri="{FF2B5EF4-FFF2-40B4-BE49-F238E27FC236}">
                  <a16:creationId xmlns:a16="http://schemas.microsoft.com/office/drawing/2014/main" id="{03165EC2-42BE-47C7-BC5E-F3E6AF0A7054}"/>
                </a:ext>
              </a:extLst>
            </p:cNvPr>
            <p:cNvSpPr>
              <a:spLocks/>
            </p:cNvSpPr>
            <p:nvPr/>
          </p:nvSpPr>
          <p:spPr>
            <a:xfrm>
              <a:off x="6097582" y="1378004"/>
              <a:ext cx="28398" cy="28398"/>
            </a:xfrm>
            <a:prstGeom prst="ellipse">
              <a:avLst/>
            </a:prstGeom>
            <a:solidFill>
              <a:srgbClr val="7F8C97">
                <a:alpha val="48000"/>
              </a:srgbClr>
            </a:solidFill>
            <a:ln w="0">
              <a:noFill/>
              <a:prstDash val="solid"/>
            </a:ln>
          </p:spPr>
        </p:sp>
        <p:sp>
          <p:nvSpPr>
            <p:cNvPr id="670" name="03_assume_matched_669">
              <a:extLst>
                <a:ext uri="{FF2B5EF4-FFF2-40B4-BE49-F238E27FC236}">
                  <a16:creationId xmlns:a16="http://schemas.microsoft.com/office/drawing/2014/main" id="{E2E08FB9-CBF4-4FAA-A67B-AC9EAB1039EC}"/>
                </a:ext>
              </a:extLst>
            </p:cNvPr>
            <p:cNvSpPr>
              <a:spLocks/>
            </p:cNvSpPr>
            <p:nvPr/>
          </p:nvSpPr>
          <p:spPr>
            <a:xfrm>
              <a:off x="6046638" y="1962874"/>
              <a:ext cx="28398" cy="28398"/>
            </a:xfrm>
            <a:prstGeom prst="ellipse">
              <a:avLst/>
            </a:prstGeom>
            <a:solidFill>
              <a:srgbClr val="7F8C97">
                <a:alpha val="48000"/>
              </a:srgbClr>
            </a:solidFill>
            <a:ln w="0">
              <a:noFill/>
              <a:prstDash val="solid"/>
            </a:ln>
          </p:spPr>
        </p:sp>
        <p:sp>
          <p:nvSpPr>
            <p:cNvPr id="671" name="03_assume_matched_670">
              <a:extLst>
                <a:ext uri="{FF2B5EF4-FFF2-40B4-BE49-F238E27FC236}">
                  <a16:creationId xmlns:a16="http://schemas.microsoft.com/office/drawing/2014/main" id="{023ABD4E-08C0-4187-9BC9-09DBB2A7DF99}"/>
                </a:ext>
              </a:extLst>
            </p:cNvPr>
            <p:cNvSpPr>
              <a:spLocks/>
            </p:cNvSpPr>
            <p:nvPr/>
          </p:nvSpPr>
          <p:spPr>
            <a:xfrm>
              <a:off x="3841389" y="1362960"/>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672" name="03_assume_matched_671">
              <a:extLst>
                <a:ext uri="{FF2B5EF4-FFF2-40B4-BE49-F238E27FC236}">
                  <a16:creationId xmlns:a16="http://schemas.microsoft.com/office/drawing/2014/main" id="{9A3C601D-4FB3-486C-854F-A896BDD7859A}"/>
                </a:ext>
              </a:extLst>
            </p:cNvPr>
            <p:cNvSpPr>
              <a:spLocks/>
            </p:cNvSpPr>
            <p:nvPr/>
          </p:nvSpPr>
          <p:spPr>
            <a:xfrm>
              <a:off x="3841389" y="2006316"/>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673" name="text_672">
              <a:extLst>
                <a:ext uri="{FF2B5EF4-FFF2-40B4-BE49-F238E27FC236}">
                  <a16:creationId xmlns:a16="http://schemas.microsoft.com/office/drawing/2014/main" id="{C2DFC09F-4940-47C9-9EFC-FEE97E17CAA9}"/>
                </a:ext>
              </a:extLst>
            </p:cNvPr>
            <p:cNvSpPr>
              <a:spLocks/>
            </p:cNvSpPr>
            <p:nvPr/>
          </p:nvSpPr>
          <p:spPr>
            <a:xfrm>
              <a:off x="3499200" y="1064024"/>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b</a:t>
              </a:r>
            </a:p>
          </p:txBody>
        </p:sp>
        <p:sp>
          <p:nvSpPr>
            <p:cNvPr id="674" name="text_673">
              <a:extLst>
                <a:ext uri="{FF2B5EF4-FFF2-40B4-BE49-F238E27FC236}">
                  <a16:creationId xmlns:a16="http://schemas.microsoft.com/office/drawing/2014/main" id="{A8CCB838-7EF4-4C9A-9986-8C9D539F6C70}"/>
                </a:ext>
              </a:extLst>
            </p:cNvPr>
            <p:cNvSpPr>
              <a:spLocks/>
            </p:cNvSpPr>
            <p:nvPr/>
          </p:nvSpPr>
          <p:spPr>
            <a:xfrm>
              <a:off x="3841389" y="1163379"/>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Top-1, RMSD &lt;3 Å</a:t>
              </a:r>
            </a:p>
          </p:txBody>
        </p:sp>
        <p:sp>
          <p:nvSpPr>
            <p:cNvPr id="675" name="03_assume_matched_674">
              <a:extLst>
                <a:ext uri="{FF2B5EF4-FFF2-40B4-BE49-F238E27FC236}">
                  <a16:creationId xmlns:a16="http://schemas.microsoft.com/office/drawing/2014/main" id="{4F019C8A-DFCD-4989-AA04-DEF01B4235E0}"/>
                </a:ext>
              </a:extLst>
            </p:cNvPr>
            <p:cNvSpPr>
              <a:spLocks/>
            </p:cNvSpPr>
            <p:nvPr/>
          </p:nvSpPr>
          <p:spPr>
            <a:xfrm>
              <a:off x="3864021" y="1721719"/>
              <a:ext cx="2263158" cy="255353"/>
            </a:xfrm>
            <a:custGeom>
              <a:avLst/>
              <a:gdLst/>
              <a:ahLst/>
              <a:cxnLst/>
              <a:rect l="0" t="0" r="0" b="0"/>
              <a:pathLst>
                <a:path w="2263158" h="255353">
                  <a:moveTo>
                    <a:pt x="0" y="255353"/>
                  </a:moveTo>
                  <a:lnTo>
                    <a:pt x="62865" y="254347"/>
                  </a:lnTo>
                  <a:lnTo>
                    <a:pt x="62865" y="253081"/>
                  </a:lnTo>
                  <a:lnTo>
                    <a:pt x="75439" y="252293"/>
                  </a:lnTo>
                  <a:lnTo>
                    <a:pt x="75439" y="251534"/>
                  </a:lnTo>
                  <a:lnTo>
                    <a:pt x="107769" y="251144"/>
                  </a:lnTo>
                  <a:lnTo>
                    <a:pt x="107769" y="250059"/>
                  </a:lnTo>
                  <a:lnTo>
                    <a:pt x="125731" y="249962"/>
                  </a:lnTo>
                  <a:lnTo>
                    <a:pt x="125731" y="245012"/>
                  </a:lnTo>
                  <a:lnTo>
                    <a:pt x="137161" y="244914"/>
                  </a:lnTo>
                  <a:lnTo>
                    <a:pt x="137161" y="243533"/>
                  </a:lnTo>
                  <a:lnTo>
                    <a:pt x="150877" y="243436"/>
                  </a:lnTo>
                  <a:lnTo>
                    <a:pt x="150877" y="241157"/>
                  </a:lnTo>
                  <a:lnTo>
                    <a:pt x="188596" y="240768"/>
                  </a:lnTo>
                  <a:lnTo>
                    <a:pt x="188596" y="228108"/>
                  </a:lnTo>
                  <a:lnTo>
                    <a:pt x="205742" y="227913"/>
                  </a:lnTo>
                  <a:lnTo>
                    <a:pt x="205742" y="226532"/>
                  </a:lnTo>
                  <a:lnTo>
                    <a:pt x="226316" y="225252"/>
                  </a:lnTo>
                  <a:lnTo>
                    <a:pt x="226316" y="224493"/>
                  </a:lnTo>
                  <a:lnTo>
                    <a:pt x="251462" y="224298"/>
                  </a:lnTo>
                  <a:lnTo>
                    <a:pt x="251462" y="214073"/>
                  </a:lnTo>
                  <a:lnTo>
                    <a:pt x="274322" y="213336"/>
                  </a:lnTo>
                  <a:lnTo>
                    <a:pt x="274322" y="211955"/>
                  </a:lnTo>
                  <a:lnTo>
                    <a:pt x="301754" y="211663"/>
                  </a:lnTo>
                  <a:lnTo>
                    <a:pt x="301754" y="209384"/>
                  </a:lnTo>
                  <a:lnTo>
                    <a:pt x="338507" y="208007"/>
                  </a:lnTo>
                  <a:lnTo>
                    <a:pt x="338507" y="207909"/>
                  </a:lnTo>
                  <a:lnTo>
                    <a:pt x="348178" y="206528"/>
                  </a:lnTo>
                  <a:lnTo>
                    <a:pt x="348178" y="206431"/>
                  </a:lnTo>
                  <a:lnTo>
                    <a:pt x="377193" y="206236"/>
                  </a:lnTo>
                  <a:lnTo>
                    <a:pt x="377193" y="167527"/>
                  </a:lnTo>
                  <a:lnTo>
                    <a:pt x="411483" y="167235"/>
                  </a:lnTo>
                  <a:lnTo>
                    <a:pt x="411483" y="165854"/>
                  </a:lnTo>
                  <a:lnTo>
                    <a:pt x="452632" y="164477"/>
                  </a:lnTo>
                  <a:lnTo>
                    <a:pt x="452632" y="162198"/>
                  </a:lnTo>
                  <a:lnTo>
                    <a:pt x="480064" y="160956"/>
                  </a:lnTo>
                  <a:lnTo>
                    <a:pt x="480064" y="159575"/>
                  </a:lnTo>
                  <a:lnTo>
                    <a:pt x="502924" y="159381"/>
                  </a:lnTo>
                  <a:lnTo>
                    <a:pt x="502924" y="154317"/>
                  </a:lnTo>
                  <a:lnTo>
                    <a:pt x="538847" y="153362"/>
                  </a:lnTo>
                  <a:lnTo>
                    <a:pt x="538847" y="152277"/>
                  </a:lnTo>
                  <a:lnTo>
                    <a:pt x="565789" y="151295"/>
                  </a:lnTo>
                  <a:lnTo>
                    <a:pt x="565789" y="143699"/>
                  </a:lnTo>
                  <a:lnTo>
                    <a:pt x="603509" y="143310"/>
                  </a:lnTo>
                  <a:lnTo>
                    <a:pt x="603509" y="141790"/>
                  </a:lnTo>
                  <a:lnTo>
                    <a:pt x="618983" y="140409"/>
                  </a:lnTo>
                  <a:lnTo>
                    <a:pt x="618983" y="140312"/>
                  </a:lnTo>
                  <a:lnTo>
                    <a:pt x="628655" y="140312"/>
                  </a:lnTo>
                  <a:lnTo>
                    <a:pt x="628655" y="137683"/>
                  </a:lnTo>
                  <a:lnTo>
                    <a:pt x="678947" y="136305"/>
                  </a:lnTo>
                  <a:lnTo>
                    <a:pt x="678947" y="135546"/>
                  </a:lnTo>
                  <a:lnTo>
                    <a:pt x="754386" y="134466"/>
                  </a:lnTo>
                  <a:lnTo>
                    <a:pt x="754386" y="22133"/>
                  </a:lnTo>
                  <a:lnTo>
                    <a:pt x="870445" y="20789"/>
                  </a:lnTo>
                  <a:lnTo>
                    <a:pt x="870445" y="20692"/>
                  </a:lnTo>
                  <a:lnTo>
                    <a:pt x="880117" y="20692"/>
                  </a:lnTo>
                  <a:lnTo>
                    <a:pt x="880117" y="18062"/>
                  </a:lnTo>
                  <a:lnTo>
                    <a:pt x="905263" y="17372"/>
                  </a:lnTo>
                  <a:lnTo>
                    <a:pt x="905263" y="16612"/>
                  </a:lnTo>
                  <a:lnTo>
                    <a:pt x="942982" y="16612"/>
                  </a:lnTo>
                  <a:lnTo>
                    <a:pt x="942982" y="14713"/>
                  </a:lnTo>
                  <a:lnTo>
                    <a:pt x="1097289" y="13350"/>
                  </a:lnTo>
                  <a:lnTo>
                    <a:pt x="1097289" y="12659"/>
                  </a:lnTo>
                  <a:lnTo>
                    <a:pt x="1131579" y="12659"/>
                  </a:lnTo>
                  <a:lnTo>
                    <a:pt x="1131579" y="5064"/>
                  </a:lnTo>
                  <a:lnTo>
                    <a:pt x="1508772" y="5064"/>
                  </a:lnTo>
                  <a:lnTo>
                    <a:pt x="1508772" y="1266"/>
                  </a:lnTo>
                  <a:lnTo>
                    <a:pt x="2263158" y="0"/>
                  </a:lnTo>
                  <a:lnTo>
                    <a:pt x="2263158" y="0"/>
                  </a:lnTo>
                </a:path>
              </a:pathLst>
            </a:custGeom>
            <a:noFill/>
            <a:ln w="22860">
              <a:solidFill>
                <a:srgbClr val="00878B"/>
              </a:solidFill>
              <a:prstDash val="solid"/>
            </a:ln>
          </p:spPr>
        </p:sp>
        <p:sp>
          <p:nvSpPr>
            <p:cNvPr id="676" name="03_assume_matched_675">
              <a:extLst>
                <a:ext uri="{FF2B5EF4-FFF2-40B4-BE49-F238E27FC236}">
                  <a16:creationId xmlns:a16="http://schemas.microsoft.com/office/drawing/2014/main" id="{C9C3EFFB-80CF-43C8-9F33-73117C3F4E91}"/>
                </a:ext>
              </a:extLst>
            </p:cNvPr>
            <p:cNvSpPr>
              <a:spLocks/>
            </p:cNvSpPr>
            <p:nvPr/>
          </p:nvSpPr>
          <p:spPr>
            <a:xfrm>
              <a:off x="3864021" y="1830855"/>
              <a:ext cx="2263158" cy="146217"/>
            </a:xfrm>
            <a:custGeom>
              <a:avLst/>
              <a:gdLst/>
              <a:ahLst/>
              <a:cxnLst/>
              <a:rect l="0" t="0" r="0" b="0"/>
              <a:pathLst>
                <a:path w="2263158" h="146217">
                  <a:moveTo>
                    <a:pt x="0" y="146217"/>
                  </a:moveTo>
                  <a:lnTo>
                    <a:pt x="754386" y="146217"/>
                  </a:lnTo>
                  <a:lnTo>
                    <a:pt x="754386" y="81232"/>
                  </a:lnTo>
                  <a:lnTo>
                    <a:pt x="1131579" y="81232"/>
                  </a:lnTo>
                  <a:lnTo>
                    <a:pt x="1131579" y="0"/>
                  </a:lnTo>
                  <a:lnTo>
                    <a:pt x="2263158" y="0"/>
                  </a:lnTo>
                  <a:lnTo>
                    <a:pt x="2263158" y="0"/>
                  </a:lnTo>
                </a:path>
              </a:pathLst>
            </a:custGeom>
            <a:noFill/>
            <a:ln w="13335">
              <a:solidFill>
                <a:srgbClr val="3A64C8"/>
              </a:solidFill>
              <a:prstDash val="solid"/>
            </a:ln>
          </p:spPr>
        </p:sp>
        <p:sp>
          <p:nvSpPr>
            <p:cNvPr id="677" name="03_assume_matched_676">
              <a:extLst>
                <a:ext uri="{FF2B5EF4-FFF2-40B4-BE49-F238E27FC236}">
                  <a16:creationId xmlns:a16="http://schemas.microsoft.com/office/drawing/2014/main" id="{C7EAB60E-06E0-4498-BB1C-761AB3BEA387}"/>
                </a:ext>
              </a:extLst>
            </p:cNvPr>
            <p:cNvSpPr>
              <a:spLocks/>
            </p:cNvSpPr>
            <p:nvPr/>
          </p:nvSpPr>
          <p:spPr>
            <a:xfrm>
              <a:off x="4219624" y="1867656"/>
              <a:ext cx="43180" cy="43180"/>
            </a:xfrm>
            <a:prstGeom prst="ellipse">
              <a:avLst/>
            </a:prstGeom>
            <a:solidFill>
              <a:srgbClr val="00878B"/>
            </a:solidFill>
            <a:ln w="4445">
              <a:solidFill>
                <a:srgbClr val="FFFFFF"/>
              </a:solidFill>
              <a:prstDash val="solid"/>
            </a:ln>
          </p:spPr>
        </p:sp>
        <p:sp>
          <p:nvSpPr>
            <p:cNvPr id="678" name="03_assume_matched_677">
              <a:extLst>
                <a:ext uri="{FF2B5EF4-FFF2-40B4-BE49-F238E27FC236}">
                  <a16:creationId xmlns:a16="http://schemas.microsoft.com/office/drawing/2014/main" id="{15264D0E-8537-4AC8-A69A-CDDE8E272A08}"/>
                </a:ext>
              </a:extLst>
            </p:cNvPr>
            <p:cNvSpPr>
              <a:spLocks/>
            </p:cNvSpPr>
            <p:nvPr/>
          </p:nvSpPr>
          <p:spPr>
            <a:xfrm>
              <a:off x="4596817" y="1722262"/>
              <a:ext cx="43180" cy="43180"/>
            </a:xfrm>
            <a:prstGeom prst="ellipse">
              <a:avLst/>
            </a:prstGeom>
            <a:solidFill>
              <a:srgbClr val="00878B"/>
            </a:solidFill>
            <a:ln w="4445">
              <a:solidFill>
                <a:srgbClr val="FFFFFF"/>
              </a:solidFill>
              <a:prstDash val="solid"/>
            </a:ln>
          </p:spPr>
        </p:sp>
        <p:sp>
          <p:nvSpPr>
            <p:cNvPr id="679" name="03_assume_matched_678">
              <a:extLst>
                <a:ext uri="{FF2B5EF4-FFF2-40B4-BE49-F238E27FC236}">
                  <a16:creationId xmlns:a16="http://schemas.microsoft.com/office/drawing/2014/main" id="{2ADC0062-B308-4BCF-BB0C-2B61F8DDD994}"/>
                </a:ext>
              </a:extLst>
            </p:cNvPr>
            <p:cNvSpPr>
              <a:spLocks/>
            </p:cNvSpPr>
            <p:nvPr/>
          </p:nvSpPr>
          <p:spPr>
            <a:xfrm>
              <a:off x="5351203" y="1701395"/>
              <a:ext cx="43180" cy="43180"/>
            </a:xfrm>
            <a:prstGeom prst="ellipse">
              <a:avLst/>
            </a:prstGeom>
            <a:solidFill>
              <a:srgbClr val="00878B"/>
            </a:solidFill>
            <a:ln w="4445">
              <a:solidFill>
                <a:srgbClr val="FFFFFF"/>
              </a:solidFill>
              <a:prstDash val="solid"/>
            </a:ln>
          </p:spPr>
        </p:sp>
        <p:sp>
          <p:nvSpPr>
            <p:cNvPr id="680" name="03_assume_matched_679">
              <a:extLst>
                <a:ext uri="{FF2B5EF4-FFF2-40B4-BE49-F238E27FC236}">
                  <a16:creationId xmlns:a16="http://schemas.microsoft.com/office/drawing/2014/main" id="{E965B552-F214-4FAC-8977-1246353C7DBF}"/>
                </a:ext>
              </a:extLst>
            </p:cNvPr>
            <p:cNvSpPr>
              <a:spLocks/>
            </p:cNvSpPr>
            <p:nvPr/>
          </p:nvSpPr>
          <p:spPr>
            <a:xfrm>
              <a:off x="6105589" y="1700129"/>
              <a:ext cx="43180" cy="43180"/>
            </a:xfrm>
            <a:prstGeom prst="ellipse">
              <a:avLst/>
            </a:prstGeom>
            <a:solidFill>
              <a:srgbClr val="00878B"/>
            </a:solidFill>
            <a:ln w="4445">
              <a:solidFill>
                <a:srgbClr val="FFFFFF"/>
              </a:solidFill>
              <a:prstDash val="solid"/>
            </a:ln>
          </p:spPr>
        </p:sp>
        <p:sp>
          <p:nvSpPr>
            <p:cNvPr id="681" name="03_assume_matched_680">
              <a:extLst>
                <a:ext uri="{FF2B5EF4-FFF2-40B4-BE49-F238E27FC236}">
                  <a16:creationId xmlns:a16="http://schemas.microsoft.com/office/drawing/2014/main" id="{800EDCF8-45E9-486F-B3AC-8146C6973C5D}"/>
                </a:ext>
              </a:extLst>
            </p:cNvPr>
            <p:cNvSpPr>
              <a:spLocks/>
            </p:cNvSpPr>
            <p:nvPr/>
          </p:nvSpPr>
          <p:spPr>
            <a:xfrm>
              <a:off x="4205293" y="194115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2" name="03_assume_matched_681">
              <a:extLst>
                <a:ext uri="{FF2B5EF4-FFF2-40B4-BE49-F238E27FC236}">
                  <a16:creationId xmlns:a16="http://schemas.microsoft.com/office/drawing/2014/main" id="{91B70743-C0B0-4959-8D32-1CD71A7FF077}"/>
                </a:ext>
              </a:extLst>
            </p:cNvPr>
            <p:cNvSpPr>
              <a:spLocks/>
            </p:cNvSpPr>
            <p:nvPr/>
          </p:nvSpPr>
          <p:spPr>
            <a:xfrm>
              <a:off x="4582486" y="187616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3" name="03_assume_matched_682">
              <a:extLst>
                <a:ext uri="{FF2B5EF4-FFF2-40B4-BE49-F238E27FC236}">
                  <a16:creationId xmlns:a16="http://schemas.microsoft.com/office/drawing/2014/main" id="{CD71D67C-1B33-44E4-9CE3-CB3CF674B410}"/>
                </a:ext>
              </a:extLst>
            </p:cNvPr>
            <p:cNvSpPr>
              <a:spLocks/>
            </p:cNvSpPr>
            <p:nvPr/>
          </p:nvSpPr>
          <p:spPr>
            <a:xfrm>
              <a:off x="5336872" y="179493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4" name="03_assume_matched_683">
              <a:extLst>
                <a:ext uri="{FF2B5EF4-FFF2-40B4-BE49-F238E27FC236}">
                  <a16:creationId xmlns:a16="http://schemas.microsoft.com/office/drawing/2014/main" id="{43D4FBFB-FCF2-4D1C-9718-6A9D5256167F}"/>
                </a:ext>
              </a:extLst>
            </p:cNvPr>
            <p:cNvSpPr>
              <a:spLocks/>
            </p:cNvSpPr>
            <p:nvPr/>
          </p:nvSpPr>
          <p:spPr>
            <a:xfrm>
              <a:off x="6091258" y="179493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685" name="03_assume_matched_684">
              <a:extLst>
                <a:ext uri="{FF2B5EF4-FFF2-40B4-BE49-F238E27FC236}">
                  <a16:creationId xmlns:a16="http://schemas.microsoft.com/office/drawing/2014/main" id="{D97010EB-71F2-45CC-85CF-07088114277A}"/>
                </a:ext>
              </a:extLst>
            </p:cNvPr>
            <p:cNvSpPr>
              <a:spLocks/>
            </p:cNvSpPr>
            <p:nvPr/>
          </p:nvSpPr>
          <p:spPr>
            <a:xfrm>
              <a:off x="712800" y="2521001"/>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686" name="03_assume_matched_685">
              <a:extLst>
                <a:ext uri="{FF2B5EF4-FFF2-40B4-BE49-F238E27FC236}">
                  <a16:creationId xmlns:a16="http://schemas.microsoft.com/office/drawing/2014/main" id="{B6412F5E-EA53-4129-A0DC-45AE58D4676E}"/>
                </a:ext>
              </a:extLst>
            </p:cNvPr>
            <p:cNvSpPr>
              <a:spLocks/>
            </p:cNvSpPr>
            <p:nvPr/>
          </p:nvSpPr>
          <p:spPr>
            <a:xfrm>
              <a:off x="1014554" y="2550244"/>
              <a:ext cx="196140" cy="584869"/>
            </a:xfrm>
            <a:custGeom>
              <a:avLst/>
              <a:gdLst/>
              <a:ahLst/>
              <a:cxnLst/>
              <a:rect l="0" t="0" r="0" b="0"/>
              <a:pathLst>
                <a:path w="196140" h="584869">
                  <a:moveTo>
                    <a:pt x="196140" y="584869"/>
                  </a:moveTo>
                  <a:lnTo>
                    <a:pt x="0" y="584869"/>
                  </a:lnTo>
                  <a:lnTo>
                    <a:pt x="1073" y="579995"/>
                  </a:lnTo>
                  <a:lnTo>
                    <a:pt x="4218" y="575121"/>
                  </a:lnTo>
                  <a:lnTo>
                    <a:pt x="9223" y="570247"/>
                  </a:lnTo>
                  <a:lnTo>
                    <a:pt x="15759" y="565373"/>
                  </a:lnTo>
                  <a:lnTo>
                    <a:pt x="23421" y="560500"/>
                  </a:lnTo>
                  <a:lnTo>
                    <a:pt x="31762" y="555626"/>
                  </a:lnTo>
                  <a:lnTo>
                    <a:pt x="40342" y="550752"/>
                  </a:lnTo>
                  <a:lnTo>
                    <a:pt x="48764" y="545878"/>
                  </a:lnTo>
                  <a:lnTo>
                    <a:pt x="56698" y="541004"/>
                  </a:lnTo>
                  <a:lnTo>
                    <a:pt x="63903" y="536130"/>
                  </a:lnTo>
                  <a:lnTo>
                    <a:pt x="70229" y="531256"/>
                  </a:lnTo>
                  <a:lnTo>
                    <a:pt x="75611" y="526382"/>
                  </a:lnTo>
                  <a:lnTo>
                    <a:pt x="80057" y="521508"/>
                  </a:lnTo>
                  <a:lnTo>
                    <a:pt x="83630" y="516634"/>
                  </a:lnTo>
                  <a:lnTo>
                    <a:pt x="86429" y="511760"/>
                  </a:lnTo>
                  <a:lnTo>
                    <a:pt x="88572" y="506887"/>
                  </a:lnTo>
                  <a:lnTo>
                    <a:pt x="90178" y="502013"/>
                  </a:lnTo>
                  <a:lnTo>
                    <a:pt x="91361" y="497139"/>
                  </a:lnTo>
                  <a:lnTo>
                    <a:pt x="92218" y="492265"/>
                  </a:lnTo>
                  <a:lnTo>
                    <a:pt x="92831" y="487391"/>
                  </a:lnTo>
                  <a:lnTo>
                    <a:pt x="93264" y="482517"/>
                  </a:lnTo>
                  <a:lnTo>
                    <a:pt x="93561" y="477643"/>
                  </a:lnTo>
                  <a:lnTo>
                    <a:pt x="93756" y="472769"/>
                  </a:lnTo>
                  <a:lnTo>
                    <a:pt x="93871" y="467895"/>
                  </a:lnTo>
                  <a:lnTo>
                    <a:pt x="93920" y="463021"/>
                  </a:lnTo>
                  <a:lnTo>
                    <a:pt x="93912" y="458147"/>
                  </a:lnTo>
                  <a:lnTo>
                    <a:pt x="93855" y="453274"/>
                  </a:lnTo>
                  <a:lnTo>
                    <a:pt x="93753" y="448400"/>
                  </a:lnTo>
                  <a:lnTo>
                    <a:pt x="93610" y="443526"/>
                  </a:lnTo>
                  <a:lnTo>
                    <a:pt x="93433" y="438652"/>
                  </a:lnTo>
                  <a:lnTo>
                    <a:pt x="93225" y="433778"/>
                  </a:lnTo>
                  <a:lnTo>
                    <a:pt x="92994" y="428904"/>
                  </a:lnTo>
                  <a:lnTo>
                    <a:pt x="92746" y="424030"/>
                  </a:lnTo>
                  <a:lnTo>
                    <a:pt x="92489" y="419156"/>
                  </a:lnTo>
                  <a:lnTo>
                    <a:pt x="92230" y="414282"/>
                  </a:lnTo>
                  <a:lnTo>
                    <a:pt x="91976" y="409408"/>
                  </a:lnTo>
                  <a:lnTo>
                    <a:pt x="91734" y="404534"/>
                  </a:lnTo>
                  <a:lnTo>
                    <a:pt x="91510" y="399661"/>
                  </a:lnTo>
                  <a:lnTo>
                    <a:pt x="91306" y="394787"/>
                  </a:lnTo>
                  <a:lnTo>
                    <a:pt x="91123" y="389913"/>
                  </a:lnTo>
                  <a:lnTo>
                    <a:pt x="90956" y="385039"/>
                  </a:lnTo>
                  <a:lnTo>
                    <a:pt x="90799" y="380165"/>
                  </a:lnTo>
                  <a:lnTo>
                    <a:pt x="90639" y="375291"/>
                  </a:lnTo>
                  <a:lnTo>
                    <a:pt x="90461" y="370417"/>
                  </a:lnTo>
                  <a:lnTo>
                    <a:pt x="90246" y="365543"/>
                  </a:lnTo>
                  <a:lnTo>
                    <a:pt x="89973" y="360669"/>
                  </a:lnTo>
                  <a:lnTo>
                    <a:pt x="89624" y="355795"/>
                  </a:lnTo>
                  <a:lnTo>
                    <a:pt x="89181" y="350921"/>
                  </a:lnTo>
                  <a:lnTo>
                    <a:pt x="88632" y="346048"/>
                  </a:lnTo>
                  <a:lnTo>
                    <a:pt x="87973" y="341174"/>
                  </a:lnTo>
                  <a:lnTo>
                    <a:pt x="87212" y="336300"/>
                  </a:lnTo>
                  <a:lnTo>
                    <a:pt x="86366" y="331426"/>
                  </a:lnTo>
                  <a:lnTo>
                    <a:pt x="85469" y="326552"/>
                  </a:lnTo>
                  <a:lnTo>
                    <a:pt x="84563" y="321678"/>
                  </a:lnTo>
                  <a:lnTo>
                    <a:pt x="83702" y="316804"/>
                  </a:lnTo>
                  <a:lnTo>
                    <a:pt x="82946" y="311930"/>
                  </a:lnTo>
                  <a:lnTo>
                    <a:pt x="82353" y="307056"/>
                  </a:lnTo>
                  <a:lnTo>
                    <a:pt x="81977" y="302182"/>
                  </a:lnTo>
                  <a:lnTo>
                    <a:pt x="81863" y="297308"/>
                  </a:lnTo>
                  <a:lnTo>
                    <a:pt x="82035" y="292435"/>
                  </a:lnTo>
                  <a:lnTo>
                    <a:pt x="82501" y="287561"/>
                  </a:lnTo>
                  <a:lnTo>
                    <a:pt x="83249" y="282687"/>
                  </a:lnTo>
                  <a:lnTo>
                    <a:pt x="84244" y="277813"/>
                  </a:lnTo>
                  <a:lnTo>
                    <a:pt x="85438" y="272939"/>
                  </a:lnTo>
                  <a:lnTo>
                    <a:pt x="86771" y="268065"/>
                  </a:lnTo>
                  <a:lnTo>
                    <a:pt x="88180" y="263191"/>
                  </a:lnTo>
                  <a:lnTo>
                    <a:pt x="89599" y="258317"/>
                  </a:lnTo>
                  <a:lnTo>
                    <a:pt x="90973" y="253443"/>
                  </a:lnTo>
                  <a:lnTo>
                    <a:pt x="92255" y="248569"/>
                  </a:lnTo>
                  <a:lnTo>
                    <a:pt x="93410" y="243695"/>
                  </a:lnTo>
                  <a:lnTo>
                    <a:pt x="94419" y="238822"/>
                  </a:lnTo>
                  <a:lnTo>
                    <a:pt x="95273" y="233948"/>
                  </a:lnTo>
                  <a:lnTo>
                    <a:pt x="95975" y="229074"/>
                  </a:lnTo>
                  <a:lnTo>
                    <a:pt x="96536" y="224200"/>
                  </a:lnTo>
                  <a:lnTo>
                    <a:pt x="96972" y="219326"/>
                  </a:lnTo>
                  <a:lnTo>
                    <a:pt x="97302" y="214452"/>
                  </a:lnTo>
                  <a:lnTo>
                    <a:pt x="97545" y="209578"/>
                  </a:lnTo>
                  <a:lnTo>
                    <a:pt x="97719" y="204704"/>
                  </a:lnTo>
                  <a:lnTo>
                    <a:pt x="97841" y="199830"/>
                  </a:lnTo>
                  <a:lnTo>
                    <a:pt x="97924" y="194956"/>
                  </a:lnTo>
                  <a:lnTo>
                    <a:pt x="97979" y="190082"/>
                  </a:lnTo>
                  <a:lnTo>
                    <a:pt x="98014" y="185209"/>
                  </a:lnTo>
                  <a:lnTo>
                    <a:pt x="98037" y="180335"/>
                  </a:lnTo>
                  <a:lnTo>
                    <a:pt x="98051" y="175461"/>
                  </a:lnTo>
                  <a:lnTo>
                    <a:pt x="98059" y="170587"/>
                  </a:lnTo>
                  <a:lnTo>
                    <a:pt x="98064" y="165713"/>
                  </a:lnTo>
                  <a:lnTo>
                    <a:pt x="98067"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4" y="160839"/>
                  </a:lnTo>
                  <a:lnTo>
                    <a:pt x="98076" y="165713"/>
                  </a:lnTo>
                  <a:lnTo>
                    <a:pt x="98081" y="170587"/>
                  </a:lnTo>
                  <a:lnTo>
                    <a:pt x="98090" y="175461"/>
                  </a:lnTo>
                  <a:lnTo>
                    <a:pt x="98103" y="180335"/>
                  </a:lnTo>
                  <a:lnTo>
                    <a:pt x="98126" y="185209"/>
                  </a:lnTo>
                  <a:lnTo>
                    <a:pt x="98162" y="190082"/>
                  </a:lnTo>
                  <a:lnTo>
                    <a:pt x="98217" y="194956"/>
                  </a:lnTo>
                  <a:lnTo>
                    <a:pt x="98300" y="199830"/>
                  </a:lnTo>
                  <a:lnTo>
                    <a:pt x="98421" y="204704"/>
                  </a:lnTo>
                  <a:lnTo>
                    <a:pt x="98596" y="209578"/>
                  </a:lnTo>
                  <a:lnTo>
                    <a:pt x="98838" y="214452"/>
                  </a:lnTo>
                  <a:lnTo>
                    <a:pt x="99168" y="219326"/>
                  </a:lnTo>
                  <a:lnTo>
                    <a:pt x="99604" y="224200"/>
                  </a:lnTo>
                  <a:lnTo>
                    <a:pt x="100165" y="229074"/>
                  </a:lnTo>
                  <a:lnTo>
                    <a:pt x="100868" y="233948"/>
                  </a:lnTo>
                  <a:lnTo>
                    <a:pt x="101722" y="238822"/>
                  </a:lnTo>
                  <a:lnTo>
                    <a:pt x="102730" y="243695"/>
                  </a:lnTo>
                  <a:lnTo>
                    <a:pt x="103886" y="248569"/>
                  </a:lnTo>
                  <a:lnTo>
                    <a:pt x="105167" y="253443"/>
                  </a:lnTo>
                  <a:lnTo>
                    <a:pt x="106541" y="258317"/>
                  </a:lnTo>
                  <a:lnTo>
                    <a:pt x="107961" y="263191"/>
                  </a:lnTo>
                  <a:lnTo>
                    <a:pt x="109369" y="268065"/>
                  </a:lnTo>
                  <a:lnTo>
                    <a:pt x="110703" y="272939"/>
                  </a:lnTo>
                  <a:lnTo>
                    <a:pt x="111897" y="277813"/>
                  </a:lnTo>
                  <a:lnTo>
                    <a:pt x="112892" y="282687"/>
                  </a:lnTo>
                  <a:lnTo>
                    <a:pt x="113639" y="287561"/>
                  </a:lnTo>
                  <a:lnTo>
                    <a:pt x="114105" y="292435"/>
                  </a:lnTo>
                  <a:lnTo>
                    <a:pt x="114278" y="297308"/>
                  </a:lnTo>
                  <a:lnTo>
                    <a:pt x="114163" y="302182"/>
                  </a:lnTo>
                  <a:lnTo>
                    <a:pt x="113788" y="307056"/>
                  </a:lnTo>
                  <a:lnTo>
                    <a:pt x="113195" y="311930"/>
                  </a:lnTo>
                  <a:lnTo>
                    <a:pt x="112438" y="316804"/>
                  </a:lnTo>
                  <a:lnTo>
                    <a:pt x="111577" y="321678"/>
                  </a:lnTo>
                  <a:lnTo>
                    <a:pt x="110672" y="326552"/>
                  </a:lnTo>
                  <a:lnTo>
                    <a:pt x="109774" y="331426"/>
                  </a:lnTo>
                  <a:lnTo>
                    <a:pt x="108929" y="336300"/>
                  </a:lnTo>
                  <a:lnTo>
                    <a:pt x="108167" y="341174"/>
                  </a:lnTo>
                  <a:lnTo>
                    <a:pt x="107509" y="346048"/>
                  </a:lnTo>
                  <a:lnTo>
                    <a:pt x="106960" y="350921"/>
                  </a:lnTo>
                  <a:lnTo>
                    <a:pt x="106516" y="355795"/>
                  </a:lnTo>
                  <a:lnTo>
                    <a:pt x="106167" y="360669"/>
                  </a:lnTo>
                  <a:lnTo>
                    <a:pt x="105895" y="365543"/>
                  </a:lnTo>
                  <a:lnTo>
                    <a:pt x="105680" y="370417"/>
                  </a:lnTo>
                  <a:lnTo>
                    <a:pt x="105501" y="375291"/>
                  </a:lnTo>
                  <a:lnTo>
                    <a:pt x="105341" y="380165"/>
                  </a:lnTo>
                  <a:lnTo>
                    <a:pt x="105184" y="385039"/>
                  </a:lnTo>
                  <a:lnTo>
                    <a:pt x="105018" y="389913"/>
                  </a:lnTo>
                  <a:lnTo>
                    <a:pt x="104834" y="394787"/>
                  </a:lnTo>
                  <a:lnTo>
                    <a:pt x="104630" y="399661"/>
                  </a:lnTo>
                  <a:lnTo>
                    <a:pt x="104406" y="404534"/>
                  </a:lnTo>
                  <a:lnTo>
                    <a:pt x="104164" y="409408"/>
                  </a:lnTo>
                  <a:lnTo>
                    <a:pt x="103910" y="414282"/>
                  </a:lnTo>
                  <a:lnTo>
                    <a:pt x="103651" y="419156"/>
                  </a:lnTo>
                  <a:lnTo>
                    <a:pt x="103394" y="424030"/>
                  </a:lnTo>
                  <a:lnTo>
                    <a:pt x="103146" y="428904"/>
                  </a:lnTo>
                  <a:lnTo>
                    <a:pt x="102915" y="433778"/>
                  </a:lnTo>
                  <a:lnTo>
                    <a:pt x="102708" y="438652"/>
                  </a:lnTo>
                  <a:lnTo>
                    <a:pt x="102530" y="443526"/>
                  </a:lnTo>
                  <a:lnTo>
                    <a:pt x="102388" y="448400"/>
                  </a:lnTo>
                  <a:lnTo>
                    <a:pt x="102285" y="453274"/>
                  </a:lnTo>
                  <a:lnTo>
                    <a:pt x="102228" y="458147"/>
                  </a:lnTo>
                  <a:lnTo>
                    <a:pt x="102221" y="463021"/>
                  </a:lnTo>
                  <a:lnTo>
                    <a:pt x="102270" y="467895"/>
                  </a:lnTo>
                  <a:lnTo>
                    <a:pt x="102384" y="472769"/>
                  </a:lnTo>
                  <a:lnTo>
                    <a:pt x="102579" y="477643"/>
                  </a:lnTo>
                  <a:lnTo>
                    <a:pt x="102877" y="482517"/>
                  </a:lnTo>
                  <a:lnTo>
                    <a:pt x="103309" y="487391"/>
                  </a:lnTo>
                  <a:lnTo>
                    <a:pt x="103922" y="492265"/>
                  </a:lnTo>
                  <a:lnTo>
                    <a:pt x="104780" y="497139"/>
                  </a:lnTo>
                  <a:lnTo>
                    <a:pt x="105962" y="502013"/>
                  </a:lnTo>
                  <a:lnTo>
                    <a:pt x="107568" y="506887"/>
                  </a:lnTo>
                  <a:lnTo>
                    <a:pt x="109711" y="511760"/>
                  </a:lnTo>
                  <a:lnTo>
                    <a:pt x="112510" y="516634"/>
                  </a:lnTo>
                  <a:lnTo>
                    <a:pt x="116083" y="521508"/>
                  </a:lnTo>
                  <a:lnTo>
                    <a:pt x="120529" y="526382"/>
                  </a:lnTo>
                  <a:lnTo>
                    <a:pt x="125911" y="531256"/>
                  </a:lnTo>
                  <a:lnTo>
                    <a:pt x="132237" y="536130"/>
                  </a:lnTo>
                  <a:lnTo>
                    <a:pt x="139442" y="541004"/>
                  </a:lnTo>
                  <a:lnTo>
                    <a:pt x="147377" y="545878"/>
                  </a:lnTo>
                  <a:lnTo>
                    <a:pt x="155798" y="550752"/>
                  </a:lnTo>
                  <a:lnTo>
                    <a:pt x="164379" y="555626"/>
                  </a:lnTo>
                  <a:lnTo>
                    <a:pt x="172720" y="560500"/>
                  </a:lnTo>
                  <a:lnTo>
                    <a:pt x="180381" y="565373"/>
                  </a:lnTo>
                  <a:lnTo>
                    <a:pt x="186918" y="570247"/>
                  </a:lnTo>
                  <a:lnTo>
                    <a:pt x="191922" y="575121"/>
                  </a:lnTo>
                  <a:lnTo>
                    <a:pt x="195067"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87" name="03_assume_matched_686">
              <a:extLst>
                <a:ext uri="{FF2B5EF4-FFF2-40B4-BE49-F238E27FC236}">
                  <a16:creationId xmlns:a16="http://schemas.microsoft.com/office/drawing/2014/main" id="{F0B83C0A-B0F2-4164-9259-85DEA93D9ACD}"/>
                </a:ext>
              </a:extLst>
            </p:cNvPr>
            <p:cNvSpPr>
              <a:spLocks/>
            </p:cNvSpPr>
            <p:nvPr/>
          </p:nvSpPr>
          <p:spPr>
            <a:xfrm>
              <a:off x="1391747" y="2550244"/>
              <a:ext cx="196140" cy="584869"/>
            </a:xfrm>
            <a:custGeom>
              <a:avLst/>
              <a:gdLst/>
              <a:ahLst/>
              <a:cxnLst/>
              <a:rect l="0" t="0" r="0" b="0"/>
              <a:pathLst>
                <a:path w="196140" h="584869">
                  <a:moveTo>
                    <a:pt x="196140" y="584869"/>
                  </a:moveTo>
                  <a:lnTo>
                    <a:pt x="0" y="584869"/>
                  </a:lnTo>
                  <a:lnTo>
                    <a:pt x="1029" y="579995"/>
                  </a:lnTo>
                  <a:lnTo>
                    <a:pt x="4046" y="575121"/>
                  </a:lnTo>
                  <a:lnTo>
                    <a:pt x="8843" y="570247"/>
                  </a:lnTo>
                  <a:lnTo>
                    <a:pt x="15103" y="565373"/>
                  </a:lnTo>
                  <a:lnTo>
                    <a:pt x="22433" y="560500"/>
                  </a:lnTo>
                  <a:lnTo>
                    <a:pt x="30406" y="555626"/>
                  </a:lnTo>
                  <a:lnTo>
                    <a:pt x="38599" y="550752"/>
                  </a:lnTo>
                  <a:lnTo>
                    <a:pt x="46636" y="545878"/>
                  </a:lnTo>
                  <a:lnTo>
                    <a:pt x="54209" y="541004"/>
                  </a:lnTo>
                  <a:lnTo>
                    <a:pt x="61097" y="536130"/>
                  </a:lnTo>
                  <a:lnTo>
                    <a:pt x="67166" y="531256"/>
                  </a:lnTo>
                  <a:lnTo>
                    <a:pt x="72364" y="526382"/>
                  </a:lnTo>
                  <a:lnTo>
                    <a:pt x="76706" y="521508"/>
                  </a:lnTo>
                  <a:lnTo>
                    <a:pt x="80257" y="516634"/>
                  </a:lnTo>
                  <a:lnTo>
                    <a:pt x="83111" y="511760"/>
                  </a:lnTo>
                  <a:lnTo>
                    <a:pt x="85373" y="506887"/>
                  </a:lnTo>
                  <a:lnTo>
                    <a:pt x="87149" y="502013"/>
                  </a:lnTo>
                  <a:lnTo>
                    <a:pt x="88532" y="497139"/>
                  </a:lnTo>
                  <a:lnTo>
                    <a:pt x="89601" y="492265"/>
                  </a:lnTo>
                  <a:lnTo>
                    <a:pt x="90418" y="487391"/>
                  </a:lnTo>
                  <a:lnTo>
                    <a:pt x="91032" y="482517"/>
                  </a:lnTo>
                  <a:lnTo>
                    <a:pt x="91477" y="477643"/>
                  </a:lnTo>
                  <a:lnTo>
                    <a:pt x="91783" y="472769"/>
                  </a:lnTo>
                  <a:lnTo>
                    <a:pt x="91972" y="467895"/>
                  </a:lnTo>
                  <a:lnTo>
                    <a:pt x="92065" y="463021"/>
                  </a:lnTo>
                  <a:lnTo>
                    <a:pt x="92082" y="458147"/>
                  </a:lnTo>
                  <a:lnTo>
                    <a:pt x="92041" y="453274"/>
                  </a:lnTo>
                  <a:lnTo>
                    <a:pt x="91961" y="448400"/>
                  </a:lnTo>
                  <a:lnTo>
                    <a:pt x="91859" y="443526"/>
                  </a:lnTo>
                  <a:lnTo>
                    <a:pt x="91748" y="438652"/>
                  </a:lnTo>
                  <a:lnTo>
                    <a:pt x="91642" y="433778"/>
                  </a:lnTo>
                  <a:lnTo>
                    <a:pt x="91548" y="428904"/>
                  </a:lnTo>
                  <a:lnTo>
                    <a:pt x="91474" y="424030"/>
                  </a:lnTo>
                  <a:lnTo>
                    <a:pt x="91423" y="419156"/>
                  </a:lnTo>
                  <a:lnTo>
                    <a:pt x="91400" y="414282"/>
                  </a:lnTo>
                  <a:lnTo>
                    <a:pt x="91407" y="409408"/>
                  </a:lnTo>
                  <a:lnTo>
                    <a:pt x="91448" y="404534"/>
                  </a:lnTo>
                  <a:lnTo>
                    <a:pt x="91525" y="399661"/>
                  </a:lnTo>
                  <a:lnTo>
                    <a:pt x="91642" y="394787"/>
                  </a:lnTo>
                  <a:lnTo>
                    <a:pt x="91800" y="389913"/>
                  </a:lnTo>
                  <a:lnTo>
                    <a:pt x="91998" y="385039"/>
                  </a:lnTo>
                  <a:lnTo>
                    <a:pt x="92234" y="380165"/>
                  </a:lnTo>
                  <a:lnTo>
                    <a:pt x="92504" y="375291"/>
                  </a:lnTo>
                  <a:lnTo>
                    <a:pt x="92799" y="370417"/>
                  </a:lnTo>
                  <a:lnTo>
                    <a:pt x="93108" y="365543"/>
                  </a:lnTo>
                  <a:lnTo>
                    <a:pt x="93421" y="360669"/>
                  </a:lnTo>
                  <a:lnTo>
                    <a:pt x="93723" y="355795"/>
                  </a:lnTo>
                  <a:lnTo>
                    <a:pt x="94003" y="350921"/>
                  </a:lnTo>
                  <a:lnTo>
                    <a:pt x="94251" y="346048"/>
                  </a:lnTo>
                  <a:lnTo>
                    <a:pt x="94457" y="341174"/>
                  </a:lnTo>
                  <a:lnTo>
                    <a:pt x="94617" y="336300"/>
                  </a:lnTo>
                  <a:lnTo>
                    <a:pt x="94730" y="331426"/>
                  </a:lnTo>
                  <a:lnTo>
                    <a:pt x="94799" y="326552"/>
                  </a:lnTo>
                  <a:lnTo>
                    <a:pt x="94831" y="321678"/>
                  </a:lnTo>
                  <a:lnTo>
                    <a:pt x="94837" y="316804"/>
                  </a:lnTo>
                  <a:lnTo>
                    <a:pt x="94829" y="311930"/>
                  </a:lnTo>
                  <a:lnTo>
                    <a:pt x="94821" y="307056"/>
                  </a:lnTo>
                  <a:lnTo>
                    <a:pt x="94827" y="302182"/>
                  </a:lnTo>
                  <a:lnTo>
                    <a:pt x="94856" y="297308"/>
                  </a:lnTo>
                  <a:lnTo>
                    <a:pt x="94918" y="292435"/>
                  </a:lnTo>
                  <a:lnTo>
                    <a:pt x="95016" y="287561"/>
                  </a:lnTo>
                  <a:lnTo>
                    <a:pt x="95147" y="282687"/>
                  </a:lnTo>
                  <a:lnTo>
                    <a:pt x="95307" y="277813"/>
                  </a:lnTo>
                  <a:lnTo>
                    <a:pt x="95485" y="272939"/>
                  </a:lnTo>
                  <a:lnTo>
                    <a:pt x="95666" y="268065"/>
                  </a:lnTo>
                  <a:lnTo>
                    <a:pt x="95834" y="263191"/>
                  </a:lnTo>
                  <a:lnTo>
                    <a:pt x="95972" y="258317"/>
                  </a:lnTo>
                  <a:lnTo>
                    <a:pt x="96065" y="253443"/>
                  </a:lnTo>
                  <a:lnTo>
                    <a:pt x="96097" y="248569"/>
                  </a:lnTo>
                  <a:lnTo>
                    <a:pt x="96059" y="243695"/>
                  </a:lnTo>
                  <a:lnTo>
                    <a:pt x="95944" y="238822"/>
                  </a:lnTo>
                  <a:lnTo>
                    <a:pt x="95748" y="233948"/>
                  </a:lnTo>
                  <a:lnTo>
                    <a:pt x="95476" y="229074"/>
                  </a:lnTo>
                  <a:lnTo>
                    <a:pt x="95133" y="224200"/>
                  </a:lnTo>
                  <a:lnTo>
                    <a:pt x="94730" y="219326"/>
                  </a:lnTo>
                  <a:lnTo>
                    <a:pt x="94281" y="214452"/>
                  </a:lnTo>
                  <a:lnTo>
                    <a:pt x="93804" y="209578"/>
                  </a:lnTo>
                  <a:lnTo>
                    <a:pt x="93314" y="204704"/>
                  </a:lnTo>
                  <a:lnTo>
                    <a:pt x="92832" y="199830"/>
                  </a:lnTo>
                  <a:lnTo>
                    <a:pt x="92374" y="194956"/>
                  </a:lnTo>
                  <a:lnTo>
                    <a:pt x="91957" y="190082"/>
                  </a:lnTo>
                  <a:lnTo>
                    <a:pt x="91594" y="185209"/>
                  </a:lnTo>
                  <a:lnTo>
                    <a:pt x="91298" y="180335"/>
                  </a:lnTo>
                  <a:lnTo>
                    <a:pt x="91078" y="175461"/>
                  </a:lnTo>
                  <a:lnTo>
                    <a:pt x="90939" y="170587"/>
                  </a:lnTo>
                  <a:lnTo>
                    <a:pt x="90882" y="165713"/>
                  </a:lnTo>
                  <a:lnTo>
                    <a:pt x="90909" y="160839"/>
                  </a:lnTo>
                  <a:lnTo>
                    <a:pt x="91013" y="155965"/>
                  </a:lnTo>
                  <a:lnTo>
                    <a:pt x="91189" y="151091"/>
                  </a:lnTo>
                  <a:lnTo>
                    <a:pt x="91426" y="146217"/>
                  </a:lnTo>
                  <a:lnTo>
                    <a:pt x="91713" y="141343"/>
                  </a:lnTo>
                  <a:lnTo>
                    <a:pt x="92034" y="136469"/>
                  </a:lnTo>
                  <a:lnTo>
                    <a:pt x="92376" y="131596"/>
                  </a:lnTo>
                  <a:lnTo>
                    <a:pt x="92723" y="126722"/>
                  </a:lnTo>
                  <a:lnTo>
                    <a:pt x="93060" y="121848"/>
                  </a:lnTo>
                  <a:lnTo>
                    <a:pt x="93372" y="116974"/>
                  </a:lnTo>
                  <a:lnTo>
                    <a:pt x="93642" y="112100"/>
                  </a:lnTo>
                  <a:lnTo>
                    <a:pt x="93855" y="107226"/>
                  </a:lnTo>
                  <a:lnTo>
                    <a:pt x="93990" y="102352"/>
                  </a:lnTo>
                  <a:lnTo>
                    <a:pt x="94025" y="97478"/>
                  </a:lnTo>
                  <a:lnTo>
                    <a:pt x="93930" y="92604"/>
                  </a:lnTo>
                  <a:lnTo>
                    <a:pt x="93667" y="87730"/>
                  </a:lnTo>
                  <a:lnTo>
                    <a:pt x="93189" y="82856"/>
                  </a:lnTo>
                  <a:lnTo>
                    <a:pt x="92440" y="77983"/>
                  </a:lnTo>
                  <a:lnTo>
                    <a:pt x="91355" y="73109"/>
                  </a:lnTo>
                  <a:lnTo>
                    <a:pt x="89865" y="68235"/>
                  </a:lnTo>
                  <a:lnTo>
                    <a:pt x="87903" y="63361"/>
                  </a:lnTo>
                  <a:lnTo>
                    <a:pt x="85413" y="58487"/>
                  </a:lnTo>
                  <a:lnTo>
                    <a:pt x="82359" y="53613"/>
                  </a:lnTo>
                  <a:lnTo>
                    <a:pt x="78736" y="48739"/>
                  </a:lnTo>
                  <a:lnTo>
                    <a:pt x="74584" y="43865"/>
                  </a:lnTo>
                  <a:lnTo>
                    <a:pt x="69992" y="38991"/>
                  </a:lnTo>
                  <a:lnTo>
                    <a:pt x="65101" y="34117"/>
                  </a:lnTo>
                  <a:lnTo>
                    <a:pt x="60107" y="29243"/>
                  </a:lnTo>
                  <a:lnTo>
                    <a:pt x="55243" y="24370"/>
                  </a:lnTo>
                  <a:lnTo>
                    <a:pt x="50770" y="19496"/>
                  </a:lnTo>
                  <a:lnTo>
                    <a:pt x="46950" y="14622"/>
                  </a:lnTo>
                  <a:lnTo>
                    <a:pt x="44023" y="9748"/>
                  </a:lnTo>
                  <a:lnTo>
                    <a:pt x="42184" y="4874"/>
                  </a:lnTo>
                  <a:lnTo>
                    <a:pt x="41556" y="0"/>
                  </a:lnTo>
                  <a:lnTo>
                    <a:pt x="154585" y="0"/>
                  </a:lnTo>
                  <a:lnTo>
                    <a:pt x="154585" y="0"/>
                  </a:lnTo>
                  <a:lnTo>
                    <a:pt x="153957" y="4874"/>
                  </a:lnTo>
                  <a:lnTo>
                    <a:pt x="152117" y="9748"/>
                  </a:lnTo>
                  <a:lnTo>
                    <a:pt x="149190" y="14622"/>
                  </a:lnTo>
                  <a:lnTo>
                    <a:pt x="145370" y="19496"/>
                  </a:lnTo>
                  <a:lnTo>
                    <a:pt x="140897" y="24370"/>
                  </a:lnTo>
                  <a:lnTo>
                    <a:pt x="136034" y="29243"/>
                  </a:lnTo>
                  <a:lnTo>
                    <a:pt x="131039" y="34117"/>
                  </a:lnTo>
                  <a:lnTo>
                    <a:pt x="126148" y="38991"/>
                  </a:lnTo>
                  <a:lnTo>
                    <a:pt x="121556" y="43865"/>
                  </a:lnTo>
                  <a:lnTo>
                    <a:pt x="117404" y="48739"/>
                  </a:lnTo>
                  <a:lnTo>
                    <a:pt x="113781" y="53613"/>
                  </a:lnTo>
                  <a:lnTo>
                    <a:pt x="110727" y="58487"/>
                  </a:lnTo>
                  <a:lnTo>
                    <a:pt x="108237" y="63361"/>
                  </a:lnTo>
                  <a:lnTo>
                    <a:pt x="106276" y="68235"/>
                  </a:lnTo>
                  <a:lnTo>
                    <a:pt x="104786" y="73109"/>
                  </a:lnTo>
                  <a:lnTo>
                    <a:pt x="103701" y="77983"/>
                  </a:lnTo>
                  <a:lnTo>
                    <a:pt x="102951" y="82856"/>
                  </a:lnTo>
                  <a:lnTo>
                    <a:pt x="102473" y="87730"/>
                  </a:lnTo>
                  <a:lnTo>
                    <a:pt x="102210" y="92604"/>
                  </a:lnTo>
                  <a:lnTo>
                    <a:pt x="102115" y="97478"/>
                  </a:lnTo>
                  <a:lnTo>
                    <a:pt x="102150" y="102352"/>
                  </a:lnTo>
                  <a:lnTo>
                    <a:pt x="102285" y="107226"/>
                  </a:lnTo>
                  <a:lnTo>
                    <a:pt x="102498" y="112100"/>
                  </a:lnTo>
                  <a:lnTo>
                    <a:pt x="102768" y="116974"/>
                  </a:lnTo>
                  <a:lnTo>
                    <a:pt x="103080" y="121848"/>
                  </a:lnTo>
                  <a:lnTo>
                    <a:pt x="103417" y="126722"/>
                  </a:lnTo>
                  <a:lnTo>
                    <a:pt x="103764" y="131596"/>
                  </a:lnTo>
                  <a:lnTo>
                    <a:pt x="104106" y="136469"/>
                  </a:lnTo>
                  <a:lnTo>
                    <a:pt x="104428" y="141343"/>
                  </a:lnTo>
                  <a:lnTo>
                    <a:pt x="104714" y="146217"/>
                  </a:lnTo>
                  <a:lnTo>
                    <a:pt x="104951" y="151091"/>
                  </a:lnTo>
                  <a:lnTo>
                    <a:pt x="105127" y="155965"/>
                  </a:lnTo>
                  <a:lnTo>
                    <a:pt x="105232" y="160839"/>
                  </a:lnTo>
                  <a:lnTo>
                    <a:pt x="105258" y="165713"/>
                  </a:lnTo>
                  <a:lnTo>
                    <a:pt x="105202" y="170587"/>
                  </a:lnTo>
                  <a:lnTo>
                    <a:pt x="105062" y="175461"/>
                  </a:lnTo>
                  <a:lnTo>
                    <a:pt x="104842" y="180335"/>
                  </a:lnTo>
                  <a:lnTo>
                    <a:pt x="104546" y="185209"/>
                  </a:lnTo>
                  <a:lnTo>
                    <a:pt x="104184" y="190082"/>
                  </a:lnTo>
                  <a:lnTo>
                    <a:pt x="103766" y="194956"/>
                  </a:lnTo>
                  <a:lnTo>
                    <a:pt x="103308" y="199830"/>
                  </a:lnTo>
                  <a:lnTo>
                    <a:pt x="102826" y="204704"/>
                  </a:lnTo>
                  <a:lnTo>
                    <a:pt x="102337" y="209578"/>
                  </a:lnTo>
                  <a:lnTo>
                    <a:pt x="101859" y="214452"/>
                  </a:lnTo>
                  <a:lnTo>
                    <a:pt x="101411" y="219326"/>
                  </a:lnTo>
                  <a:lnTo>
                    <a:pt x="101008" y="224200"/>
                  </a:lnTo>
                  <a:lnTo>
                    <a:pt x="100665" y="229074"/>
                  </a:lnTo>
                  <a:lnTo>
                    <a:pt x="100392" y="233948"/>
                  </a:lnTo>
                  <a:lnTo>
                    <a:pt x="100197" y="238822"/>
                  </a:lnTo>
                  <a:lnTo>
                    <a:pt x="100081" y="243695"/>
                  </a:lnTo>
                  <a:lnTo>
                    <a:pt x="100043" y="248569"/>
                  </a:lnTo>
                  <a:lnTo>
                    <a:pt x="100076" y="253443"/>
                  </a:lnTo>
                  <a:lnTo>
                    <a:pt x="100168" y="258317"/>
                  </a:lnTo>
                  <a:lnTo>
                    <a:pt x="100306" y="263191"/>
                  </a:lnTo>
                  <a:lnTo>
                    <a:pt x="100475" y="268065"/>
                  </a:lnTo>
                  <a:lnTo>
                    <a:pt x="100655" y="272939"/>
                  </a:lnTo>
                  <a:lnTo>
                    <a:pt x="100833" y="277813"/>
                  </a:lnTo>
                  <a:lnTo>
                    <a:pt x="100993" y="282687"/>
                  </a:lnTo>
                  <a:lnTo>
                    <a:pt x="101125" y="287561"/>
                  </a:lnTo>
                  <a:lnTo>
                    <a:pt x="101222" y="292435"/>
                  </a:lnTo>
                  <a:lnTo>
                    <a:pt x="101284" y="297308"/>
                  </a:lnTo>
                  <a:lnTo>
                    <a:pt x="101314" y="302182"/>
                  </a:lnTo>
                  <a:lnTo>
                    <a:pt x="101319" y="307056"/>
                  </a:lnTo>
                  <a:lnTo>
                    <a:pt x="101311" y="311930"/>
                  </a:lnTo>
                  <a:lnTo>
                    <a:pt x="101303" y="316804"/>
                  </a:lnTo>
                  <a:lnTo>
                    <a:pt x="101309" y="321678"/>
                  </a:lnTo>
                  <a:lnTo>
                    <a:pt x="101342" y="326552"/>
                  </a:lnTo>
                  <a:lnTo>
                    <a:pt x="101411" y="331426"/>
                  </a:lnTo>
                  <a:lnTo>
                    <a:pt x="101524" y="336300"/>
                  </a:lnTo>
                  <a:lnTo>
                    <a:pt x="101684" y="341174"/>
                  </a:lnTo>
                  <a:lnTo>
                    <a:pt x="101890" y="346048"/>
                  </a:lnTo>
                  <a:lnTo>
                    <a:pt x="102137" y="350921"/>
                  </a:lnTo>
                  <a:lnTo>
                    <a:pt x="102417" y="355795"/>
                  </a:lnTo>
                  <a:lnTo>
                    <a:pt x="102720" y="360669"/>
                  </a:lnTo>
                  <a:lnTo>
                    <a:pt x="103032" y="365543"/>
                  </a:lnTo>
                  <a:lnTo>
                    <a:pt x="103342" y="370417"/>
                  </a:lnTo>
                  <a:lnTo>
                    <a:pt x="103636" y="375291"/>
                  </a:lnTo>
                  <a:lnTo>
                    <a:pt x="103906" y="380165"/>
                  </a:lnTo>
                  <a:lnTo>
                    <a:pt x="104142" y="385039"/>
                  </a:lnTo>
                  <a:lnTo>
                    <a:pt x="104341" y="389913"/>
                  </a:lnTo>
                  <a:lnTo>
                    <a:pt x="104498" y="394787"/>
                  </a:lnTo>
                  <a:lnTo>
                    <a:pt x="104615" y="399661"/>
                  </a:lnTo>
                  <a:lnTo>
                    <a:pt x="104692" y="404534"/>
                  </a:lnTo>
                  <a:lnTo>
                    <a:pt x="104733" y="409408"/>
                  </a:lnTo>
                  <a:lnTo>
                    <a:pt x="104740" y="414282"/>
                  </a:lnTo>
                  <a:lnTo>
                    <a:pt x="104717" y="419156"/>
                  </a:lnTo>
                  <a:lnTo>
                    <a:pt x="104667" y="424030"/>
                  </a:lnTo>
                  <a:lnTo>
                    <a:pt x="104592" y="428904"/>
                  </a:lnTo>
                  <a:lnTo>
                    <a:pt x="104498" y="433778"/>
                  </a:lnTo>
                  <a:lnTo>
                    <a:pt x="104392" y="438652"/>
                  </a:lnTo>
                  <a:lnTo>
                    <a:pt x="104282" y="443526"/>
                  </a:lnTo>
                  <a:lnTo>
                    <a:pt x="104179" y="448400"/>
                  </a:lnTo>
                  <a:lnTo>
                    <a:pt x="104100" y="453274"/>
                  </a:lnTo>
                  <a:lnTo>
                    <a:pt x="104059" y="458147"/>
                  </a:lnTo>
                  <a:lnTo>
                    <a:pt x="104075" y="463021"/>
                  </a:lnTo>
                  <a:lnTo>
                    <a:pt x="104168" y="467895"/>
                  </a:lnTo>
                  <a:lnTo>
                    <a:pt x="104357" y="472769"/>
                  </a:lnTo>
                  <a:lnTo>
                    <a:pt x="104663" y="477643"/>
                  </a:lnTo>
                  <a:lnTo>
                    <a:pt x="105109" y="482517"/>
                  </a:lnTo>
                  <a:lnTo>
                    <a:pt x="105722" y="487391"/>
                  </a:lnTo>
                  <a:lnTo>
                    <a:pt x="106540" y="492265"/>
                  </a:lnTo>
                  <a:lnTo>
                    <a:pt x="107608" y="497139"/>
                  </a:lnTo>
                  <a:lnTo>
                    <a:pt x="108991" y="502013"/>
                  </a:lnTo>
                  <a:lnTo>
                    <a:pt x="110767" y="506887"/>
                  </a:lnTo>
                  <a:lnTo>
                    <a:pt x="113029" y="511760"/>
                  </a:lnTo>
                  <a:lnTo>
                    <a:pt x="115883" y="516634"/>
                  </a:lnTo>
                  <a:lnTo>
                    <a:pt x="119434" y="521508"/>
                  </a:lnTo>
                  <a:lnTo>
                    <a:pt x="123777" y="526382"/>
                  </a:lnTo>
                  <a:lnTo>
                    <a:pt x="128975" y="531256"/>
                  </a:lnTo>
                  <a:lnTo>
                    <a:pt x="135043" y="536130"/>
                  </a:lnTo>
                  <a:lnTo>
                    <a:pt x="141931" y="541004"/>
                  </a:lnTo>
                  <a:lnTo>
                    <a:pt x="149504" y="545878"/>
                  </a:lnTo>
                  <a:lnTo>
                    <a:pt x="157541" y="550752"/>
                  </a:lnTo>
                  <a:lnTo>
                    <a:pt x="165735" y="555626"/>
                  </a:lnTo>
                  <a:lnTo>
                    <a:pt x="173707" y="560500"/>
                  </a:lnTo>
                  <a:lnTo>
                    <a:pt x="181037" y="565373"/>
                  </a:lnTo>
                  <a:lnTo>
                    <a:pt x="187298" y="570247"/>
                  </a:lnTo>
                  <a:lnTo>
                    <a:pt x="192095" y="575121"/>
                  </a:lnTo>
                  <a:lnTo>
                    <a:pt x="195111"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88" name="03_assume_matched_687">
              <a:extLst>
                <a:ext uri="{FF2B5EF4-FFF2-40B4-BE49-F238E27FC236}">
                  <a16:creationId xmlns:a16="http://schemas.microsoft.com/office/drawing/2014/main" id="{B5D830BF-37B6-4BAB-8CEC-477ECC6B56AA}"/>
                </a:ext>
              </a:extLst>
            </p:cNvPr>
            <p:cNvSpPr>
              <a:spLocks/>
            </p:cNvSpPr>
            <p:nvPr/>
          </p:nvSpPr>
          <p:spPr>
            <a:xfrm>
              <a:off x="2146133" y="2550244"/>
              <a:ext cx="196140" cy="584869"/>
            </a:xfrm>
            <a:custGeom>
              <a:avLst/>
              <a:gdLst/>
              <a:ahLst/>
              <a:cxnLst/>
              <a:rect l="0" t="0" r="0" b="0"/>
              <a:pathLst>
                <a:path w="196140" h="584869">
                  <a:moveTo>
                    <a:pt x="196140" y="584869"/>
                  </a:moveTo>
                  <a:lnTo>
                    <a:pt x="0" y="584869"/>
                  </a:lnTo>
                  <a:lnTo>
                    <a:pt x="1024" y="579995"/>
                  </a:lnTo>
                  <a:lnTo>
                    <a:pt x="4024" y="575121"/>
                  </a:lnTo>
                  <a:lnTo>
                    <a:pt x="8795" y="570247"/>
                  </a:lnTo>
                  <a:lnTo>
                    <a:pt x="15021" y="565373"/>
                  </a:lnTo>
                  <a:lnTo>
                    <a:pt x="22311" y="560500"/>
                  </a:lnTo>
                  <a:lnTo>
                    <a:pt x="30238" y="555626"/>
                  </a:lnTo>
                  <a:lnTo>
                    <a:pt x="38384" y="550752"/>
                  </a:lnTo>
                  <a:lnTo>
                    <a:pt x="46375" y="545878"/>
                  </a:lnTo>
                  <a:lnTo>
                    <a:pt x="53905" y="541004"/>
                  </a:lnTo>
                  <a:lnTo>
                    <a:pt x="60756" y="536130"/>
                  </a:lnTo>
                  <a:lnTo>
                    <a:pt x="66797" y="531256"/>
                  </a:lnTo>
                  <a:lnTo>
                    <a:pt x="71979" y="526382"/>
                  </a:lnTo>
                  <a:lnTo>
                    <a:pt x="76318" y="521508"/>
                  </a:lnTo>
                  <a:lnTo>
                    <a:pt x="79882" y="516634"/>
                  </a:lnTo>
                  <a:lnTo>
                    <a:pt x="82766" y="511760"/>
                  </a:lnTo>
                  <a:lnTo>
                    <a:pt x="85076" y="506887"/>
                  </a:lnTo>
                  <a:lnTo>
                    <a:pt x="86919" y="502013"/>
                  </a:lnTo>
                  <a:lnTo>
                    <a:pt x="88388" y="497139"/>
                  </a:lnTo>
                  <a:lnTo>
                    <a:pt x="89562" y="492265"/>
                  </a:lnTo>
                  <a:lnTo>
                    <a:pt x="90502" y="487391"/>
                  </a:lnTo>
                  <a:lnTo>
                    <a:pt x="91254" y="482517"/>
                  </a:lnTo>
                  <a:lnTo>
                    <a:pt x="91851" y="477643"/>
                  </a:lnTo>
                  <a:lnTo>
                    <a:pt x="92319" y="472769"/>
                  </a:lnTo>
                  <a:lnTo>
                    <a:pt x="92676" y="467895"/>
                  </a:lnTo>
                  <a:lnTo>
                    <a:pt x="92939" y="463021"/>
                  </a:lnTo>
                  <a:lnTo>
                    <a:pt x="93123" y="458147"/>
                  </a:lnTo>
                  <a:lnTo>
                    <a:pt x="93243" y="453274"/>
                  </a:lnTo>
                  <a:lnTo>
                    <a:pt x="93314" y="448400"/>
                  </a:lnTo>
                  <a:lnTo>
                    <a:pt x="93350" y="443526"/>
                  </a:lnTo>
                  <a:lnTo>
                    <a:pt x="93363" y="438652"/>
                  </a:lnTo>
                  <a:lnTo>
                    <a:pt x="93366" y="433778"/>
                  </a:lnTo>
                  <a:lnTo>
                    <a:pt x="93368" y="428904"/>
                  </a:lnTo>
                  <a:lnTo>
                    <a:pt x="93378" y="424030"/>
                  </a:lnTo>
                  <a:lnTo>
                    <a:pt x="93401" y="419156"/>
                  </a:lnTo>
                  <a:lnTo>
                    <a:pt x="93443" y="414282"/>
                  </a:lnTo>
                  <a:lnTo>
                    <a:pt x="93509" y="409408"/>
                  </a:lnTo>
                  <a:lnTo>
                    <a:pt x="93603" y="404534"/>
                  </a:lnTo>
                  <a:lnTo>
                    <a:pt x="93727" y="399661"/>
                  </a:lnTo>
                  <a:lnTo>
                    <a:pt x="93882" y="394787"/>
                  </a:lnTo>
                  <a:lnTo>
                    <a:pt x="94066" y="389913"/>
                  </a:lnTo>
                  <a:lnTo>
                    <a:pt x="94275" y="385039"/>
                  </a:lnTo>
                  <a:lnTo>
                    <a:pt x="94502" y="380165"/>
                  </a:lnTo>
                  <a:lnTo>
                    <a:pt x="94734" y="375291"/>
                  </a:lnTo>
                  <a:lnTo>
                    <a:pt x="94958" y="370417"/>
                  </a:lnTo>
                  <a:lnTo>
                    <a:pt x="95156" y="365543"/>
                  </a:lnTo>
                  <a:lnTo>
                    <a:pt x="95312" y="360669"/>
                  </a:lnTo>
                  <a:lnTo>
                    <a:pt x="95407" y="355795"/>
                  </a:lnTo>
                  <a:lnTo>
                    <a:pt x="95427" y="350921"/>
                  </a:lnTo>
                  <a:lnTo>
                    <a:pt x="95360" y="346048"/>
                  </a:lnTo>
                  <a:lnTo>
                    <a:pt x="95203" y="341174"/>
                  </a:lnTo>
                  <a:lnTo>
                    <a:pt x="94956" y="336300"/>
                  </a:lnTo>
                  <a:lnTo>
                    <a:pt x="94628" y="331426"/>
                  </a:lnTo>
                  <a:lnTo>
                    <a:pt x="94238" y="326552"/>
                  </a:lnTo>
                  <a:lnTo>
                    <a:pt x="93808" y="321678"/>
                  </a:lnTo>
                  <a:lnTo>
                    <a:pt x="93368" y="316804"/>
                  </a:lnTo>
                  <a:lnTo>
                    <a:pt x="92948" y="311930"/>
                  </a:lnTo>
                  <a:lnTo>
                    <a:pt x="92582" y="307056"/>
                  </a:lnTo>
                  <a:lnTo>
                    <a:pt x="92298" y="302182"/>
                  </a:lnTo>
                  <a:lnTo>
                    <a:pt x="92120" y="297308"/>
                  </a:lnTo>
                  <a:lnTo>
                    <a:pt x="92064" y="292435"/>
                  </a:lnTo>
                  <a:lnTo>
                    <a:pt x="92134" y="287561"/>
                  </a:lnTo>
                  <a:lnTo>
                    <a:pt x="92328" y="282687"/>
                  </a:lnTo>
                  <a:lnTo>
                    <a:pt x="92631" y="277813"/>
                  </a:lnTo>
                  <a:lnTo>
                    <a:pt x="93022" y="272939"/>
                  </a:lnTo>
                  <a:lnTo>
                    <a:pt x="93474" y="268065"/>
                  </a:lnTo>
                  <a:lnTo>
                    <a:pt x="93956" y="263191"/>
                  </a:lnTo>
                  <a:lnTo>
                    <a:pt x="94439" y="258317"/>
                  </a:lnTo>
                  <a:lnTo>
                    <a:pt x="94893" y="253443"/>
                  </a:lnTo>
                  <a:lnTo>
                    <a:pt x="95295" y="248569"/>
                  </a:lnTo>
                  <a:lnTo>
                    <a:pt x="95626" y="243695"/>
                  </a:lnTo>
                  <a:lnTo>
                    <a:pt x="95876" y="238822"/>
                  </a:lnTo>
                  <a:lnTo>
                    <a:pt x="96037" y="233948"/>
                  </a:lnTo>
                  <a:lnTo>
                    <a:pt x="96109" y="229074"/>
                  </a:lnTo>
                  <a:lnTo>
                    <a:pt x="96095" y="224200"/>
                  </a:lnTo>
                  <a:lnTo>
                    <a:pt x="96002" y="219326"/>
                  </a:lnTo>
                  <a:lnTo>
                    <a:pt x="95839" y="214452"/>
                  </a:lnTo>
                  <a:lnTo>
                    <a:pt x="95614" y="209578"/>
                  </a:lnTo>
                  <a:lnTo>
                    <a:pt x="95340" y="204704"/>
                  </a:lnTo>
                  <a:lnTo>
                    <a:pt x="95026" y="199830"/>
                  </a:lnTo>
                  <a:lnTo>
                    <a:pt x="94683" y="194956"/>
                  </a:lnTo>
                  <a:lnTo>
                    <a:pt x="94321" y="190082"/>
                  </a:lnTo>
                  <a:lnTo>
                    <a:pt x="93953" y="185209"/>
                  </a:lnTo>
                  <a:lnTo>
                    <a:pt x="93590" y="180335"/>
                  </a:lnTo>
                  <a:lnTo>
                    <a:pt x="93244" y="175461"/>
                  </a:lnTo>
                  <a:lnTo>
                    <a:pt x="92929" y="170587"/>
                  </a:lnTo>
                  <a:lnTo>
                    <a:pt x="92657" y="165713"/>
                  </a:lnTo>
                  <a:lnTo>
                    <a:pt x="92440" y="160839"/>
                  </a:lnTo>
                  <a:lnTo>
                    <a:pt x="92287" y="155965"/>
                  </a:lnTo>
                  <a:lnTo>
                    <a:pt x="92207" y="151091"/>
                  </a:lnTo>
                  <a:lnTo>
                    <a:pt x="92202" y="146217"/>
                  </a:lnTo>
                  <a:lnTo>
                    <a:pt x="92270" y="141343"/>
                  </a:lnTo>
                  <a:lnTo>
                    <a:pt x="92405" y="136469"/>
                  </a:lnTo>
                  <a:lnTo>
                    <a:pt x="92596" y="131596"/>
                  </a:lnTo>
                  <a:lnTo>
                    <a:pt x="92826" y="126722"/>
                  </a:lnTo>
                  <a:lnTo>
                    <a:pt x="93075" y="121848"/>
                  </a:lnTo>
                  <a:lnTo>
                    <a:pt x="93318" y="116974"/>
                  </a:lnTo>
                  <a:lnTo>
                    <a:pt x="93527" y="112100"/>
                  </a:lnTo>
                  <a:lnTo>
                    <a:pt x="93671" y="107226"/>
                  </a:lnTo>
                  <a:lnTo>
                    <a:pt x="93715" y="102352"/>
                  </a:lnTo>
                  <a:lnTo>
                    <a:pt x="93620" y="97478"/>
                  </a:lnTo>
                  <a:lnTo>
                    <a:pt x="93341" y="92604"/>
                  </a:lnTo>
                  <a:lnTo>
                    <a:pt x="92827" y="87730"/>
                  </a:lnTo>
                  <a:lnTo>
                    <a:pt x="92017" y="82856"/>
                  </a:lnTo>
                  <a:lnTo>
                    <a:pt x="90845" y="77983"/>
                  </a:lnTo>
                  <a:lnTo>
                    <a:pt x="89235" y="73109"/>
                  </a:lnTo>
                  <a:lnTo>
                    <a:pt x="87111" y="68235"/>
                  </a:lnTo>
                  <a:lnTo>
                    <a:pt x="84399" y="63361"/>
                  </a:lnTo>
                  <a:lnTo>
                    <a:pt x="81039" y="58487"/>
                  </a:lnTo>
                  <a:lnTo>
                    <a:pt x="76994" y="53613"/>
                  </a:lnTo>
                  <a:lnTo>
                    <a:pt x="72267" y="48739"/>
                  </a:lnTo>
                  <a:lnTo>
                    <a:pt x="66910" y="43865"/>
                  </a:lnTo>
                  <a:lnTo>
                    <a:pt x="61035" y="38991"/>
                  </a:lnTo>
                  <a:lnTo>
                    <a:pt x="54821" y="34117"/>
                  </a:lnTo>
                  <a:lnTo>
                    <a:pt x="48505" y="29243"/>
                  </a:lnTo>
                  <a:lnTo>
                    <a:pt x="42377" y="24370"/>
                  </a:lnTo>
                  <a:lnTo>
                    <a:pt x="36755" y="19496"/>
                  </a:lnTo>
                  <a:lnTo>
                    <a:pt x="31963" y="14622"/>
                  </a:lnTo>
                  <a:lnTo>
                    <a:pt x="28296" y="9748"/>
                  </a:lnTo>
                  <a:lnTo>
                    <a:pt x="25993" y="4874"/>
                  </a:lnTo>
                  <a:lnTo>
                    <a:pt x="25207" y="0"/>
                  </a:lnTo>
                  <a:lnTo>
                    <a:pt x="170933" y="0"/>
                  </a:lnTo>
                  <a:lnTo>
                    <a:pt x="170933" y="0"/>
                  </a:lnTo>
                  <a:lnTo>
                    <a:pt x="170147" y="4874"/>
                  </a:lnTo>
                  <a:lnTo>
                    <a:pt x="167844" y="9748"/>
                  </a:lnTo>
                  <a:lnTo>
                    <a:pt x="164177" y="14622"/>
                  </a:lnTo>
                  <a:lnTo>
                    <a:pt x="159385" y="19496"/>
                  </a:lnTo>
                  <a:lnTo>
                    <a:pt x="153764" y="24370"/>
                  </a:lnTo>
                  <a:lnTo>
                    <a:pt x="147635" y="29243"/>
                  </a:lnTo>
                  <a:lnTo>
                    <a:pt x="141319" y="34117"/>
                  </a:lnTo>
                  <a:lnTo>
                    <a:pt x="135105" y="38991"/>
                  </a:lnTo>
                  <a:lnTo>
                    <a:pt x="129231" y="43865"/>
                  </a:lnTo>
                  <a:lnTo>
                    <a:pt x="123874" y="48739"/>
                  </a:lnTo>
                  <a:lnTo>
                    <a:pt x="119147" y="53613"/>
                  </a:lnTo>
                  <a:lnTo>
                    <a:pt x="115102" y="58487"/>
                  </a:lnTo>
                  <a:lnTo>
                    <a:pt x="111741" y="63361"/>
                  </a:lnTo>
                  <a:lnTo>
                    <a:pt x="109029" y="68235"/>
                  </a:lnTo>
                  <a:lnTo>
                    <a:pt x="106905" y="73109"/>
                  </a:lnTo>
                  <a:lnTo>
                    <a:pt x="105296" y="77983"/>
                  </a:lnTo>
                  <a:lnTo>
                    <a:pt x="104123" y="82856"/>
                  </a:lnTo>
                  <a:lnTo>
                    <a:pt x="103314" y="87730"/>
                  </a:lnTo>
                  <a:lnTo>
                    <a:pt x="102799" y="92604"/>
                  </a:lnTo>
                  <a:lnTo>
                    <a:pt x="102520" y="97478"/>
                  </a:lnTo>
                  <a:lnTo>
                    <a:pt x="102425" y="102352"/>
                  </a:lnTo>
                  <a:lnTo>
                    <a:pt x="102469" y="107226"/>
                  </a:lnTo>
                  <a:lnTo>
                    <a:pt x="102613" y="112100"/>
                  </a:lnTo>
                  <a:lnTo>
                    <a:pt x="102822" y="116974"/>
                  </a:lnTo>
                  <a:lnTo>
                    <a:pt x="103065" y="121848"/>
                  </a:lnTo>
                  <a:lnTo>
                    <a:pt x="103314" y="126722"/>
                  </a:lnTo>
                  <a:lnTo>
                    <a:pt x="103544" y="131596"/>
                  </a:lnTo>
                  <a:lnTo>
                    <a:pt x="103735" y="136469"/>
                  </a:lnTo>
                  <a:lnTo>
                    <a:pt x="103871" y="141343"/>
                  </a:lnTo>
                  <a:lnTo>
                    <a:pt x="103939" y="146217"/>
                  </a:lnTo>
                  <a:lnTo>
                    <a:pt x="103933" y="151091"/>
                  </a:lnTo>
                  <a:lnTo>
                    <a:pt x="103853" y="155965"/>
                  </a:lnTo>
                  <a:lnTo>
                    <a:pt x="103701" y="160839"/>
                  </a:lnTo>
                  <a:lnTo>
                    <a:pt x="103483" y="165713"/>
                  </a:lnTo>
                  <a:lnTo>
                    <a:pt x="103211" y="170587"/>
                  </a:lnTo>
                  <a:lnTo>
                    <a:pt x="102896" y="175461"/>
                  </a:lnTo>
                  <a:lnTo>
                    <a:pt x="102550" y="180335"/>
                  </a:lnTo>
                  <a:lnTo>
                    <a:pt x="102187" y="185209"/>
                  </a:lnTo>
                  <a:lnTo>
                    <a:pt x="101819" y="190082"/>
                  </a:lnTo>
                  <a:lnTo>
                    <a:pt x="101458" y="194956"/>
                  </a:lnTo>
                  <a:lnTo>
                    <a:pt x="101115" y="199830"/>
                  </a:lnTo>
                  <a:lnTo>
                    <a:pt x="100800" y="204704"/>
                  </a:lnTo>
                  <a:lnTo>
                    <a:pt x="100526" y="209578"/>
                  </a:lnTo>
                  <a:lnTo>
                    <a:pt x="100302" y="214452"/>
                  </a:lnTo>
                  <a:lnTo>
                    <a:pt x="100138" y="219326"/>
                  </a:lnTo>
                  <a:lnTo>
                    <a:pt x="100045" y="224200"/>
                  </a:lnTo>
                  <a:lnTo>
                    <a:pt x="100031" y="229074"/>
                  </a:lnTo>
                  <a:lnTo>
                    <a:pt x="100103" y="233948"/>
                  </a:lnTo>
                  <a:lnTo>
                    <a:pt x="100264" y="238822"/>
                  </a:lnTo>
                  <a:lnTo>
                    <a:pt x="100514" y="243695"/>
                  </a:lnTo>
                  <a:lnTo>
                    <a:pt x="100846" y="248569"/>
                  </a:lnTo>
                  <a:lnTo>
                    <a:pt x="101248" y="253443"/>
                  </a:lnTo>
                  <a:lnTo>
                    <a:pt x="101702" y="258317"/>
                  </a:lnTo>
                  <a:lnTo>
                    <a:pt x="102184" y="263191"/>
                  </a:lnTo>
                  <a:lnTo>
                    <a:pt x="102666" y="268065"/>
                  </a:lnTo>
                  <a:lnTo>
                    <a:pt x="103118" y="272939"/>
                  </a:lnTo>
                  <a:lnTo>
                    <a:pt x="103509" y="277813"/>
                  </a:lnTo>
                  <a:lnTo>
                    <a:pt x="103812" y="282687"/>
                  </a:lnTo>
                  <a:lnTo>
                    <a:pt x="104006" y="287561"/>
                  </a:lnTo>
                  <a:lnTo>
                    <a:pt x="104077" y="292435"/>
                  </a:lnTo>
                  <a:lnTo>
                    <a:pt x="104020" y="297308"/>
                  </a:lnTo>
                  <a:lnTo>
                    <a:pt x="103842" y="302182"/>
                  </a:lnTo>
                  <a:lnTo>
                    <a:pt x="103558" y="307056"/>
                  </a:lnTo>
                  <a:lnTo>
                    <a:pt x="103192" y="311930"/>
                  </a:lnTo>
                  <a:lnTo>
                    <a:pt x="102773" y="316804"/>
                  </a:lnTo>
                  <a:lnTo>
                    <a:pt x="102332" y="321678"/>
                  </a:lnTo>
                  <a:lnTo>
                    <a:pt x="101902" y="326552"/>
                  </a:lnTo>
                  <a:lnTo>
                    <a:pt x="101512" y="331426"/>
                  </a:lnTo>
                  <a:lnTo>
                    <a:pt x="101185" y="336300"/>
                  </a:lnTo>
                  <a:lnTo>
                    <a:pt x="100938" y="341174"/>
                  </a:lnTo>
                  <a:lnTo>
                    <a:pt x="100780" y="346048"/>
                  </a:lnTo>
                  <a:lnTo>
                    <a:pt x="100714" y="350921"/>
                  </a:lnTo>
                  <a:lnTo>
                    <a:pt x="100734" y="355795"/>
                  </a:lnTo>
                  <a:lnTo>
                    <a:pt x="100829" y="360669"/>
                  </a:lnTo>
                  <a:lnTo>
                    <a:pt x="100984" y="365543"/>
                  </a:lnTo>
                  <a:lnTo>
                    <a:pt x="101182" y="370417"/>
                  </a:lnTo>
                  <a:lnTo>
                    <a:pt x="101406" y="375291"/>
                  </a:lnTo>
                  <a:lnTo>
                    <a:pt x="101639" y="380165"/>
                  </a:lnTo>
                  <a:lnTo>
                    <a:pt x="101865" y="385039"/>
                  </a:lnTo>
                  <a:lnTo>
                    <a:pt x="102074" y="389913"/>
                  </a:lnTo>
                  <a:lnTo>
                    <a:pt x="102258" y="394787"/>
                  </a:lnTo>
                  <a:lnTo>
                    <a:pt x="102413" y="399661"/>
                  </a:lnTo>
                  <a:lnTo>
                    <a:pt x="102537" y="404534"/>
                  </a:lnTo>
                  <a:lnTo>
                    <a:pt x="102631" y="409408"/>
                  </a:lnTo>
                  <a:lnTo>
                    <a:pt x="102697" y="414282"/>
                  </a:lnTo>
                  <a:lnTo>
                    <a:pt x="102740" y="419156"/>
                  </a:lnTo>
                  <a:lnTo>
                    <a:pt x="102763" y="424030"/>
                  </a:lnTo>
                  <a:lnTo>
                    <a:pt x="102772" y="428904"/>
                  </a:lnTo>
                  <a:lnTo>
                    <a:pt x="102774" y="433778"/>
                  </a:lnTo>
                  <a:lnTo>
                    <a:pt x="102777" y="438652"/>
                  </a:lnTo>
                  <a:lnTo>
                    <a:pt x="102791" y="443526"/>
                  </a:lnTo>
                  <a:lnTo>
                    <a:pt x="102826" y="448400"/>
                  </a:lnTo>
                  <a:lnTo>
                    <a:pt x="102897" y="453274"/>
                  </a:lnTo>
                  <a:lnTo>
                    <a:pt x="103017" y="458147"/>
                  </a:lnTo>
                  <a:lnTo>
                    <a:pt x="103201" y="463021"/>
                  </a:lnTo>
                  <a:lnTo>
                    <a:pt x="103464" y="467895"/>
                  </a:lnTo>
                  <a:lnTo>
                    <a:pt x="103821" y="472769"/>
                  </a:lnTo>
                  <a:lnTo>
                    <a:pt x="104289" y="477643"/>
                  </a:lnTo>
                  <a:lnTo>
                    <a:pt x="104887" y="482517"/>
                  </a:lnTo>
                  <a:lnTo>
                    <a:pt x="105639" y="487391"/>
                  </a:lnTo>
                  <a:lnTo>
                    <a:pt x="106579" y="492265"/>
                  </a:lnTo>
                  <a:lnTo>
                    <a:pt x="107752" y="497139"/>
                  </a:lnTo>
                  <a:lnTo>
                    <a:pt x="109221" y="502013"/>
                  </a:lnTo>
                  <a:lnTo>
                    <a:pt x="111064" y="506887"/>
                  </a:lnTo>
                  <a:lnTo>
                    <a:pt x="113374" y="511760"/>
                  </a:lnTo>
                  <a:lnTo>
                    <a:pt x="116258" y="516634"/>
                  </a:lnTo>
                  <a:lnTo>
                    <a:pt x="119822" y="521508"/>
                  </a:lnTo>
                  <a:lnTo>
                    <a:pt x="124162" y="526382"/>
                  </a:lnTo>
                  <a:lnTo>
                    <a:pt x="129343" y="531256"/>
                  </a:lnTo>
                  <a:lnTo>
                    <a:pt x="135384" y="536130"/>
                  </a:lnTo>
                  <a:lnTo>
                    <a:pt x="142235" y="541004"/>
                  </a:lnTo>
                  <a:lnTo>
                    <a:pt x="149765" y="545878"/>
                  </a:lnTo>
                  <a:lnTo>
                    <a:pt x="157756" y="550752"/>
                  </a:lnTo>
                  <a:lnTo>
                    <a:pt x="165902" y="555626"/>
                  </a:lnTo>
                  <a:lnTo>
                    <a:pt x="173830" y="560500"/>
                  </a:lnTo>
                  <a:lnTo>
                    <a:pt x="181119" y="565373"/>
                  </a:lnTo>
                  <a:lnTo>
                    <a:pt x="187345" y="570247"/>
                  </a:lnTo>
                  <a:lnTo>
                    <a:pt x="192116" y="575121"/>
                  </a:lnTo>
                  <a:lnTo>
                    <a:pt x="195117"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89" name="03_assume_matched_688">
              <a:extLst>
                <a:ext uri="{FF2B5EF4-FFF2-40B4-BE49-F238E27FC236}">
                  <a16:creationId xmlns:a16="http://schemas.microsoft.com/office/drawing/2014/main" id="{CE2D302E-4033-4CAB-885B-9B7F09DEA6E0}"/>
                </a:ext>
              </a:extLst>
            </p:cNvPr>
            <p:cNvSpPr>
              <a:spLocks/>
            </p:cNvSpPr>
            <p:nvPr/>
          </p:nvSpPr>
          <p:spPr>
            <a:xfrm>
              <a:off x="2900519" y="2550244"/>
              <a:ext cx="196140" cy="584869"/>
            </a:xfrm>
            <a:custGeom>
              <a:avLst/>
              <a:gdLst/>
              <a:ahLst/>
              <a:cxnLst/>
              <a:rect l="0" t="0" r="0" b="0"/>
              <a:pathLst>
                <a:path w="196140" h="584869">
                  <a:moveTo>
                    <a:pt x="196140" y="584869"/>
                  </a:moveTo>
                  <a:lnTo>
                    <a:pt x="0" y="584869"/>
                  </a:lnTo>
                  <a:lnTo>
                    <a:pt x="1024" y="579995"/>
                  </a:lnTo>
                  <a:lnTo>
                    <a:pt x="4024" y="575121"/>
                  </a:lnTo>
                  <a:lnTo>
                    <a:pt x="8795" y="570247"/>
                  </a:lnTo>
                  <a:lnTo>
                    <a:pt x="15021" y="565373"/>
                  </a:lnTo>
                  <a:lnTo>
                    <a:pt x="22311" y="560500"/>
                  </a:lnTo>
                  <a:lnTo>
                    <a:pt x="30238" y="555626"/>
                  </a:lnTo>
                  <a:lnTo>
                    <a:pt x="38384" y="550752"/>
                  </a:lnTo>
                  <a:lnTo>
                    <a:pt x="46375" y="545878"/>
                  </a:lnTo>
                  <a:lnTo>
                    <a:pt x="53905" y="541004"/>
                  </a:lnTo>
                  <a:lnTo>
                    <a:pt x="60756" y="536130"/>
                  </a:lnTo>
                  <a:lnTo>
                    <a:pt x="66797" y="531256"/>
                  </a:lnTo>
                  <a:lnTo>
                    <a:pt x="71979" y="526382"/>
                  </a:lnTo>
                  <a:lnTo>
                    <a:pt x="76318" y="521508"/>
                  </a:lnTo>
                  <a:lnTo>
                    <a:pt x="79882" y="516634"/>
                  </a:lnTo>
                  <a:lnTo>
                    <a:pt x="82766" y="511760"/>
                  </a:lnTo>
                  <a:lnTo>
                    <a:pt x="85076" y="506887"/>
                  </a:lnTo>
                  <a:lnTo>
                    <a:pt x="86919" y="502013"/>
                  </a:lnTo>
                  <a:lnTo>
                    <a:pt x="88388" y="497139"/>
                  </a:lnTo>
                  <a:lnTo>
                    <a:pt x="89562" y="492265"/>
                  </a:lnTo>
                  <a:lnTo>
                    <a:pt x="90502" y="487391"/>
                  </a:lnTo>
                  <a:lnTo>
                    <a:pt x="91254" y="482517"/>
                  </a:lnTo>
                  <a:lnTo>
                    <a:pt x="91851" y="477643"/>
                  </a:lnTo>
                  <a:lnTo>
                    <a:pt x="92319" y="472769"/>
                  </a:lnTo>
                  <a:lnTo>
                    <a:pt x="92676" y="467895"/>
                  </a:lnTo>
                  <a:lnTo>
                    <a:pt x="92939" y="463021"/>
                  </a:lnTo>
                  <a:lnTo>
                    <a:pt x="93123" y="458147"/>
                  </a:lnTo>
                  <a:lnTo>
                    <a:pt x="93243" y="453274"/>
                  </a:lnTo>
                  <a:lnTo>
                    <a:pt x="93314" y="448400"/>
                  </a:lnTo>
                  <a:lnTo>
                    <a:pt x="93350" y="443526"/>
                  </a:lnTo>
                  <a:lnTo>
                    <a:pt x="93363" y="438652"/>
                  </a:lnTo>
                  <a:lnTo>
                    <a:pt x="93366" y="433778"/>
                  </a:lnTo>
                  <a:lnTo>
                    <a:pt x="93369" y="428904"/>
                  </a:lnTo>
                  <a:lnTo>
                    <a:pt x="93378" y="424030"/>
                  </a:lnTo>
                  <a:lnTo>
                    <a:pt x="93401" y="419156"/>
                  </a:lnTo>
                  <a:lnTo>
                    <a:pt x="93444" y="414282"/>
                  </a:lnTo>
                  <a:lnTo>
                    <a:pt x="93511" y="409408"/>
                  </a:lnTo>
                  <a:lnTo>
                    <a:pt x="93607" y="404534"/>
                  </a:lnTo>
                  <a:lnTo>
                    <a:pt x="93733" y="399661"/>
                  </a:lnTo>
                  <a:lnTo>
                    <a:pt x="93891" y="394787"/>
                  </a:lnTo>
                  <a:lnTo>
                    <a:pt x="94081" y="389913"/>
                  </a:lnTo>
                  <a:lnTo>
                    <a:pt x="94299" y="385039"/>
                  </a:lnTo>
                  <a:lnTo>
                    <a:pt x="94538" y="380165"/>
                  </a:lnTo>
                  <a:lnTo>
                    <a:pt x="94788" y="375291"/>
                  </a:lnTo>
                  <a:lnTo>
                    <a:pt x="95037" y="370417"/>
                  </a:lnTo>
                  <a:lnTo>
                    <a:pt x="95269" y="365543"/>
                  </a:lnTo>
                  <a:lnTo>
                    <a:pt x="95469" y="360669"/>
                  </a:lnTo>
                  <a:lnTo>
                    <a:pt x="95621" y="355795"/>
                  </a:lnTo>
                  <a:lnTo>
                    <a:pt x="95712" y="350921"/>
                  </a:lnTo>
                  <a:lnTo>
                    <a:pt x="95732" y="346048"/>
                  </a:lnTo>
                  <a:lnTo>
                    <a:pt x="95676" y="341174"/>
                  </a:lnTo>
                  <a:lnTo>
                    <a:pt x="95544" y="336300"/>
                  </a:lnTo>
                  <a:lnTo>
                    <a:pt x="95343" y="331426"/>
                  </a:lnTo>
                  <a:lnTo>
                    <a:pt x="95087" y="326552"/>
                  </a:lnTo>
                  <a:lnTo>
                    <a:pt x="94793" y="321678"/>
                  </a:lnTo>
                  <a:lnTo>
                    <a:pt x="94485" y="316804"/>
                  </a:lnTo>
                  <a:lnTo>
                    <a:pt x="94187" y="311930"/>
                  </a:lnTo>
                  <a:lnTo>
                    <a:pt x="93923" y="307056"/>
                  </a:lnTo>
                  <a:lnTo>
                    <a:pt x="93716" y="302182"/>
                  </a:lnTo>
                  <a:lnTo>
                    <a:pt x="93584" y="297308"/>
                  </a:lnTo>
                  <a:lnTo>
                    <a:pt x="93539" y="292435"/>
                  </a:lnTo>
                  <a:lnTo>
                    <a:pt x="93584" y="287561"/>
                  </a:lnTo>
                  <a:lnTo>
                    <a:pt x="93715" y="282687"/>
                  </a:lnTo>
                  <a:lnTo>
                    <a:pt x="93921" y="277813"/>
                  </a:lnTo>
                  <a:lnTo>
                    <a:pt x="94184" y="272939"/>
                  </a:lnTo>
                  <a:lnTo>
                    <a:pt x="94480" y="268065"/>
                  </a:lnTo>
                  <a:lnTo>
                    <a:pt x="94785" y="263191"/>
                  </a:lnTo>
                  <a:lnTo>
                    <a:pt x="95074" y="258317"/>
                  </a:lnTo>
                  <a:lnTo>
                    <a:pt x="95322" y="253443"/>
                  </a:lnTo>
                  <a:lnTo>
                    <a:pt x="95511" y="248569"/>
                  </a:lnTo>
                  <a:lnTo>
                    <a:pt x="95626" y="243695"/>
                  </a:lnTo>
                  <a:lnTo>
                    <a:pt x="95659" y="238822"/>
                  </a:lnTo>
                  <a:lnTo>
                    <a:pt x="95608" y="233948"/>
                  </a:lnTo>
                  <a:lnTo>
                    <a:pt x="95474" y="229074"/>
                  </a:lnTo>
                  <a:lnTo>
                    <a:pt x="95267" y="224200"/>
                  </a:lnTo>
                  <a:lnTo>
                    <a:pt x="94996" y="219326"/>
                  </a:lnTo>
                  <a:lnTo>
                    <a:pt x="94677" y="214452"/>
                  </a:lnTo>
                  <a:lnTo>
                    <a:pt x="94325" y="209578"/>
                  </a:lnTo>
                  <a:lnTo>
                    <a:pt x="93953" y="204704"/>
                  </a:lnTo>
                  <a:lnTo>
                    <a:pt x="93576" y="199830"/>
                  </a:lnTo>
                  <a:lnTo>
                    <a:pt x="93208" y="194956"/>
                  </a:lnTo>
                  <a:lnTo>
                    <a:pt x="92858" y="190082"/>
                  </a:lnTo>
                  <a:lnTo>
                    <a:pt x="92536" y="185209"/>
                  </a:lnTo>
                  <a:lnTo>
                    <a:pt x="92249" y="180335"/>
                  </a:lnTo>
                  <a:lnTo>
                    <a:pt x="92006" y="175461"/>
                  </a:lnTo>
                  <a:lnTo>
                    <a:pt x="91812" y="170587"/>
                  </a:lnTo>
                  <a:lnTo>
                    <a:pt x="91672" y="165713"/>
                  </a:lnTo>
                  <a:lnTo>
                    <a:pt x="91591" y="160839"/>
                  </a:lnTo>
                  <a:lnTo>
                    <a:pt x="91573" y="155965"/>
                  </a:lnTo>
                  <a:lnTo>
                    <a:pt x="91619" y="151091"/>
                  </a:lnTo>
                  <a:lnTo>
                    <a:pt x="91729" y="146217"/>
                  </a:lnTo>
                  <a:lnTo>
                    <a:pt x="91898" y="141343"/>
                  </a:lnTo>
                  <a:lnTo>
                    <a:pt x="92120" y="136469"/>
                  </a:lnTo>
                  <a:lnTo>
                    <a:pt x="92382" y="131596"/>
                  </a:lnTo>
                  <a:lnTo>
                    <a:pt x="92669" y="126722"/>
                  </a:lnTo>
                  <a:lnTo>
                    <a:pt x="92963" y="121848"/>
                  </a:lnTo>
                  <a:lnTo>
                    <a:pt x="93239" y="116974"/>
                  </a:lnTo>
                  <a:lnTo>
                    <a:pt x="93473" y="112100"/>
                  </a:lnTo>
                  <a:lnTo>
                    <a:pt x="93635" y="107226"/>
                  </a:lnTo>
                  <a:lnTo>
                    <a:pt x="93691" y="102352"/>
                  </a:lnTo>
                  <a:lnTo>
                    <a:pt x="93605" y="97478"/>
                  </a:lnTo>
                  <a:lnTo>
                    <a:pt x="93332" y="92604"/>
                  </a:lnTo>
                  <a:lnTo>
                    <a:pt x="92821" y="87730"/>
                  </a:lnTo>
                  <a:lnTo>
                    <a:pt x="92014" y="82856"/>
                  </a:lnTo>
                  <a:lnTo>
                    <a:pt x="90843" y="77983"/>
                  </a:lnTo>
                  <a:lnTo>
                    <a:pt x="89234" y="73109"/>
                  </a:lnTo>
                  <a:lnTo>
                    <a:pt x="87110" y="68235"/>
                  </a:lnTo>
                  <a:lnTo>
                    <a:pt x="84399" y="63361"/>
                  </a:lnTo>
                  <a:lnTo>
                    <a:pt x="81038" y="58487"/>
                  </a:lnTo>
                  <a:lnTo>
                    <a:pt x="76994" y="53613"/>
                  </a:lnTo>
                  <a:lnTo>
                    <a:pt x="72267" y="48739"/>
                  </a:lnTo>
                  <a:lnTo>
                    <a:pt x="66910" y="43865"/>
                  </a:lnTo>
                  <a:lnTo>
                    <a:pt x="61035" y="38991"/>
                  </a:lnTo>
                  <a:lnTo>
                    <a:pt x="54821" y="34117"/>
                  </a:lnTo>
                  <a:lnTo>
                    <a:pt x="48505" y="29243"/>
                  </a:lnTo>
                  <a:lnTo>
                    <a:pt x="42377" y="24370"/>
                  </a:lnTo>
                  <a:lnTo>
                    <a:pt x="36755" y="19496"/>
                  </a:lnTo>
                  <a:lnTo>
                    <a:pt x="31963" y="14622"/>
                  </a:lnTo>
                  <a:lnTo>
                    <a:pt x="28296" y="9748"/>
                  </a:lnTo>
                  <a:lnTo>
                    <a:pt x="25993" y="4874"/>
                  </a:lnTo>
                  <a:lnTo>
                    <a:pt x="25207" y="0"/>
                  </a:lnTo>
                  <a:lnTo>
                    <a:pt x="170933" y="0"/>
                  </a:lnTo>
                  <a:lnTo>
                    <a:pt x="170933" y="0"/>
                  </a:lnTo>
                  <a:lnTo>
                    <a:pt x="170147" y="4874"/>
                  </a:lnTo>
                  <a:lnTo>
                    <a:pt x="167844" y="9748"/>
                  </a:lnTo>
                  <a:lnTo>
                    <a:pt x="164177" y="14622"/>
                  </a:lnTo>
                  <a:lnTo>
                    <a:pt x="159385" y="19496"/>
                  </a:lnTo>
                  <a:lnTo>
                    <a:pt x="153764" y="24370"/>
                  </a:lnTo>
                  <a:lnTo>
                    <a:pt x="147635" y="29243"/>
                  </a:lnTo>
                  <a:lnTo>
                    <a:pt x="141319" y="34117"/>
                  </a:lnTo>
                  <a:lnTo>
                    <a:pt x="135105" y="38991"/>
                  </a:lnTo>
                  <a:lnTo>
                    <a:pt x="129231" y="43865"/>
                  </a:lnTo>
                  <a:lnTo>
                    <a:pt x="123874" y="48739"/>
                  </a:lnTo>
                  <a:lnTo>
                    <a:pt x="119147" y="53613"/>
                  </a:lnTo>
                  <a:lnTo>
                    <a:pt x="115102" y="58487"/>
                  </a:lnTo>
                  <a:lnTo>
                    <a:pt x="111742" y="63361"/>
                  </a:lnTo>
                  <a:lnTo>
                    <a:pt x="109030" y="68235"/>
                  </a:lnTo>
                  <a:lnTo>
                    <a:pt x="106906" y="73109"/>
                  </a:lnTo>
                  <a:lnTo>
                    <a:pt x="105298" y="77983"/>
                  </a:lnTo>
                  <a:lnTo>
                    <a:pt x="104127" y="82856"/>
                  </a:lnTo>
                  <a:lnTo>
                    <a:pt x="103320" y="87730"/>
                  </a:lnTo>
                  <a:lnTo>
                    <a:pt x="102809" y="92604"/>
                  </a:lnTo>
                  <a:lnTo>
                    <a:pt x="102536" y="97478"/>
                  </a:lnTo>
                  <a:lnTo>
                    <a:pt x="102449" y="102352"/>
                  </a:lnTo>
                  <a:lnTo>
                    <a:pt x="102506" y="107226"/>
                  </a:lnTo>
                  <a:lnTo>
                    <a:pt x="102667" y="112100"/>
                  </a:lnTo>
                  <a:lnTo>
                    <a:pt x="102901" y="116974"/>
                  </a:lnTo>
                  <a:lnTo>
                    <a:pt x="103178" y="121848"/>
                  </a:lnTo>
                  <a:lnTo>
                    <a:pt x="103471" y="126722"/>
                  </a:lnTo>
                  <a:lnTo>
                    <a:pt x="103758" y="131596"/>
                  </a:lnTo>
                  <a:lnTo>
                    <a:pt x="104021" y="136469"/>
                  </a:lnTo>
                  <a:lnTo>
                    <a:pt x="104242" y="141343"/>
                  </a:lnTo>
                  <a:lnTo>
                    <a:pt x="104412" y="146217"/>
                  </a:lnTo>
                  <a:lnTo>
                    <a:pt x="104521" y="151091"/>
                  </a:lnTo>
                  <a:lnTo>
                    <a:pt x="104568" y="155965"/>
                  </a:lnTo>
                  <a:lnTo>
                    <a:pt x="104549" y="160839"/>
                  </a:lnTo>
                  <a:lnTo>
                    <a:pt x="104469" y="165713"/>
                  </a:lnTo>
                  <a:lnTo>
                    <a:pt x="104329" y="170587"/>
                  </a:lnTo>
                  <a:lnTo>
                    <a:pt x="104134" y="175461"/>
                  </a:lnTo>
                  <a:lnTo>
                    <a:pt x="103891" y="180335"/>
                  </a:lnTo>
                  <a:lnTo>
                    <a:pt x="103605" y="185209"/>
                  </a:lnTo>
                  <a:lnTo>
                    <a:pt x="103283" y="190082"/>
                  </a:lnTo>
                  <a:lnTo>
                    <a:pt x="102933" y="194956"/>
                  </a:lnTo>
                  <a:lnTo>
                    <a:pt x="102564" y="199830"/>
                  </a:lnTo>
                  <a:lnTo>
                    <a:pt x="102188" y="204704"/>
                  </a:lnTo>
                  <a:lnTo>
                    <a:pt x="101816" y="209578"/>
                  </a:lnTo>
                  <a:lnTo>
                    <a:pt x="101463" y="214452"/>
                  </a:lnTo>
                  <a:lnTo>
                    <a:pt x="101144" y="219326"/>
                  </a:lnTo>
                  <a:lnTo>
                    <a:pt x="100874" y="224200"/>
                  </a:lnTo>
                  <a:lnTo>
                    <a:pt x="100666" y="229074"/>
                  </a:lnTo>
                  <a:lnTo>
                    <a:pt x="100533" y="233948"/>
                  </a:lnTo>
                  <a:lnTo>
                    <a:pt x="100481" y="238822"/>
                  </a:lnTo>
                  <a:lnTo>
                    <a:pt x="100514" y="243695"/>
                  </a:lnTo>
                  <a:lnTo>
                    <a:pt x="100629" y="248569"/>
                  </a:lnTo>
                  <a:lnTo>
                    <a:pt x="100818" y="253443"/>
                  </a:lnTo>
                  <a:lnTo>
                    <a:pt x="101067" y="258317"/>
                  </a:lnTo>
                  <a:lnTo>
                    <a:pt x="101355" y="263191"/>
                  </a:lnTo>
                  <a:lnTo>
                    <a:pt x="101660" y="268065"/>
                  </a:lnTo>
                  <a:lnTo>
                    <a:pt x="101957" y="272939"/>
                  </a:lnTo>
                  <a:lnTo>
                    <a:pt x="102219" y="277813"/>
                  </a:lnTo>
                  <a:lnTo>
                    <a:pt x="102425" y="282687"/>
                  </a:lnTo>
                  <a:lnTo>
                    <a:pt x="102557" y="287561"/>
                  </a:lnTo>
                  <a:lnTo>
                    <a:pt x="102602" y="292435"/>
                  </a:lnTo>
                  <a:lnTo>
                    <a:pt x="102556" y="297308"/>
                  </a:lnTo>
                  <a:lnTo>
                    <a:pt x="102424" y="302182"/>
                  </a:lnTo>
                  <a:lnTo>
                    <a:pt x="102218" y="307056"/>
                  </a:lnTo>
                  <a:lnTo>
                    <a:pt x="101954" y="311930"/>
                  </a:lnTo>
                  <a:lnTo>
                    <a:pt x="101655" y="316804"/>
                  </a:lnTo>
                  <a:lnTo>
                    <a:pt x="101347" y="321678"/>
                  </a:lnTo>
                  <a:lnTo>
                    <a:pt x="101053" y="326552"/>
                  </a:lnTo>
                  <a:lnTo>
                    <a:pt x="100797" y="331426"/>
                  </a:lnTo>
                  <a:lnTo>
                    <a:pt x="100597" y="336300"/>
                  </a:lnTo>
                  <a:lnTo>
                    <a:pt x="100465" y="341174"/>
                  </a:lnTo>
                  <a:lnTo>
                    <a:pt x="100409" y="346048"/>
                  </a:lnTo>
                  <a:lnTo>
                    <a:pt x="100428" y="350921"/>
                  </a:lnTo>
                  <a:lnTo>
                    <a:pt x="100519" y="355795"/>
                  </a:lnTo>
                  <a:lnTo>
                    <a:pt x="100671" y="360669"/>
                  </a:lnTo>
                  <a:lnTo>
                    <a:pt x="100871" y="365543"/>
                  </a:lnTo>
                  <a:lnTo>
                    <a:pt x="101104" y="370417"/>
                  </a:lnTo>
                  <a:lnTo>
                    <a:pt x="101352" y="375291"/>
                  </a:lnTo>
                  <a:lnTo>
                    <a:pt x="101602" y="380165"/>
                  </a:lnTo>
                  <a:lnTo>
                    <a:pt x="101841" y="385039"/>
                  </a:lnTo>
                  <a:lnTo>
                    <a:pt x="102059" y="389913"/>
                  </a:lnTo>
                  <a:lnTo>
                    <a:pt x="102249" y="394787"/>
                  </a:lnTo>
                  <a:lnTo>
                    <a:pt x="102407" y="399661"/>
                  </a:lnTo>
                  <a:lnTo>
                    <a:pt x="102534" y="404534"/>
                  </a:lnTo>
                  <a:lnTo>
                    <a:pt x="102629" y="409408"/>
                  </a:lnTo>
                  <a:lnTo>
                    <a:pt x="102696" y="414282"/>
                  </a:lnTo>
                  <a:lnTo>
                    <a:pt x="102739" y="419156"/>
                  </a:lnTo>
                  <a:lnTo>
                    <a:pt x="102762" y="424030"/>
                  </a:lnTo>
                  <a:lnTo>
                    <a:pt x="102772" y="428904"/>
                  </a:lnTo>
                  <a:lnTo>
                    <a:pt x="102774" y="433778"/>
                  </a:lnTo>
                  <a:lnTo>
                    <a:pt x="102777" y="438652"/>
                  </a:lnTo>
                  <a:lnTo>
                    <a:pt x="102791" y="443526"/>
                  </a:lnTo>
                  <a:lnTo>
                    <a:pt x="102826" y="448400"/>
                  </a:lnTo>
                  <a:lnTo>
                    <a:pt x="102897" y="453274"/>
                  </a:lnTo>
                  <a:lnTo>
                    <a:pt x="103017" y="458147"/>
                  </a:lnTo>
                  <a:lnTo>
                    <a:pt x="103201" y="463021"/>
                  </a:lnTo>
                  <a:lnTo>
                    <a:pt x="103464" y="467895"/>
                  </a:lnTo>
                  <a:lnTo>
                    <a:pt x="103821" y="472769"/>
                  </a:lnTo>
                  <a:lnTo>
                    <a:pt x="104289" y="477643"/>
                  </a:lnTo>
                  <a:lnTo>
                    <a:pt x="104887" y="482517"/>
                  </a:lnTo>
                  <a:lnTo>
                    <a:pt x="105639" y="487391"/>
                  </a:lnTo>
                  <a:lnTo>
                    <a:pt x="106579" y="492265"/>
                  </a:lnTo>
                  <a:lnTo>
                    <a:pt x="107752" y="497139"/>
                  </a:lnTo>
                  <a:lnTo>
                    <a:pt x="109221" y="502013"/>
                  </a:lnTo>
                  <a:lnTo>
                    <a:pt x="111064" y="506887"/>
                  </a:lnTo>
                  <a:lnTo>
                    <a:pt x="113374" y="511760"/>
                  </a:lnTo>
                  <a:lnTo>
                    <a:pt x="116258" y="516634"/>
                  </a:lnTo>
                  <a:lnTo>
                    <a:pt x="119822" y="521508"/>
                  </a:lnTo>
                  <a:lnTo>
                    <a:pt x="124162" y="526382"/>
                  </a:lnTo>
                  <a:lnTo>
                    <a:pt x="129343" y="531256"/>
                  </a:lnTo>
                  <a:lnTo>
                    <a:pt x="135384" y="536130"/>
                  </a:lnTo>
                  <a:lnTo>
                    <a:pt x="142235" y="541004"/>
                  </a:lnTo>
                  <a:lnTo>
                    <a:pt x="149765" y="545878"/>
                  </a:lnTo>
                  <a:lnTo>
                    <a:pt x="157756" y="550752"/>
                  </a:lnTo>
                  <a:lnTo>
                    <a:pt x="165902" y="555626"/>
                  </a:lnTo>
                  <a:lnTo>
                    <a:pt x="173830" y="560500"/>
                  </a:lnTo>
                  <a:lnTo>
                    <a:pt x="181119" y="565373"/>
                  </a:lnTo>
                  <a:lnTo>
                    <a:pt x="187345" y="570247"/>
                  </a:lnTo>
                  <a:lnTo>
                    <a:pt x="192116" y="575121"/>
                  </a:lnTo>
                  <a:lnTo>
                    <a:pt x="195117"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690" name="03_assume_matched_689">
              <a:extLst>
                <a:ext uri="{FF2B5EF4-FFF2-40B4-BE49-F238E27FC236}">
                  <a16:creationId xmlns:a16="http://schemas.microsoft.com/office/drawing/2014/main" id="{56AF640F-C52E-4C64-BFA3-A1342805C51E}"/>
                </a:ext>
              </a:extLst>
            </p:cNvPr>
            <p:cNvSpPr>
              <a:spLocks/>
            </p:cNvSpPr>
            <p:nvPr/>
          </p:nvSpPr>
          <p:spPr>
            <a:xfrm>
              <a:off x="735432"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1" name="03_assume_matched_690">
              <a:extLst>
                <a:ext uri="{FF2B5EF4-FFF2-40B4-BE49-F238E27FC236}">
                  <a16:creationId xmlns:a16="http://schemas.microsoft.com/office/drawing/2014/main" id="{99FD36E6-81B6-445C-9AFA-A00F14B12871}"/>
                </a:ext>
              </a:extLst>
            </p:cNvPr>
            <p:cNvSpPr>
              <a:spLocks/>
            </p:cNvSpPr>
            <p:nvPr/>
          </p:nvSpPr>
          <p:spPr>
            <a:xfrm>
              <a:off x="1112625"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2" name="03_assume_matched_691">
              <a:extLst>
                <a:ext uri="{FF2B5EF4-FFF2-40B4-BE49-F238E27FC236}">
                  <a16:creationId xmlns:a16="http://schemas.microsoft.com/office/drawing/2014/main" id="{C3C52095-0266-4E38-AA51-C52EF6BC2363}"/>
                </a:ext>
              </a:extLst>
            </p:cNvPr>
            <p:cNvSpPr>
              <a:spLocks/>
            </p:cNvSpPr>
            <p:nvPr/>
          </p:nvSpPr>
          <p:spPr>
            <a:xfrm>
              <a:off x="1489818"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3" name="03_assume_matched_692">
              <a:extLst>
                <a:ext uri="{FF2B5EF4-FFF2-40B4-BE49-F238E27FC236}">
                  <a16:creationId xmlns:a16="http://schemas.microsoft.com/office/drawing/2014/main" id="{54D35DAF-106A-4531-82BE-28F2F7B6A9BA}"/>
                </a:ext>
              </a:extLst>
            </p:cNvPr>
            <p:cNvSpPr>
              <a:spLocks/>
            </p:cNvSpPr>
            <p:nvPr/>
          </p:nvSpPr>
          <p:spPr>
            <a:xfrm>
              <a:off x="2244204"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4" name="03_assume_matched_693">
              <a:extLst>
                <a:ext uri="{FF2B5EF4-FFF2-40B4-BE49-F238E27FC236}">
                  <a16:creationId xmlns:a16="http://schemas.microsoft.com/office/drawing/2014/main" id="{450C55CD-CBE7-430E-9533-0C2453B8DA9C}"/>
                </a:ext>
              </a:extLst>
            </p:cNvPr>
            <p:cNvSpPr>
              <a:spLocks/>
            </p:cNvSpPr>
            <p:nvPr/>
          </p:nvSpPr>
          <p:spPr>
            <a:xfrm>
              <a:off x="2998589"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695" name="03_assume_matched_694">
              <a:extLst>
                <a:ext uri="{FF2B5EF4-FFF2-40B4-BE49-F238E27FC236}">
                  <a16:creationId xmlns:a16="http://schemas.microsoft.com/office/drawing/2014/main" id="{9E962722-F451-4367-8059-FA11E54679C2}"/>
                </a:ext>
              </a:extLst>
            </p:cNvPr>
            <p:cNvSpPr>
              <a:spLocks/>
            </p:cNvSpPr>
            <p:nvPr/>
          </p:nvSpPr>
          <p:spPr>
            <a:xfrm>
              <a:off x="712800" y="313511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696" name="03_assume_matched_695">
              <a:extLst>
                <a:ext uri="{FF2B5EF4-FFF2-40B4-BE49-F238E27FC236}">
                  <a16:creationId xmlns:a16="http://schemas.microsoft.com/office/drawing/2014/main" id="{E54C66E8-9410-457C-A64F-91C865E706C0}"/>
                </a:ext>
              </a:extLst>
            </p:cNvPr>
            <p:cNvSpPr>
              <a:spLocks/>
            </p:cNvSpPr>
            <p:nvPr/>
          </p:nvSpPr>
          <p:spPr>
            <a:xfrm>
              <a:off x="674700" y="313511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697" name="text_696">
              <a:extLst>
                <a:ext uri="{FF2B5EF4-FFF2-40B4-BE49-F238E27FC236}">
                  <a16:creationId xmlns:a16="http://schemas.microsoft.com/office/drawing/2014/main" id="{9ACB2A6F-DCC6-4072-8BDB-92158FDD67BA}"/>
                </a:ext>
              </a:extLst>
            </p:cNvPr>
            <p:cNvSpPr>
              <a:spLocks/>
            </p:cNvSpPr>
            <p:nvPr/>
          </p:nvSpPr>
          <p:spPr>
            <a:xfrm>
              <a:off x="585053" y="309505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698" name="03_assume_matched_697">
              <a:extLst>
                <a:ext uri="{FF2B5EF4-FFF2-40B4-BE49-F238E27FC236}">
                  <a16:creationId xmlns:a16="http://schemas.microsoft.com/office/drawing/2014/main" id="{1639EF89-3F53-4D73-B981-C966EE866914}"/>
                </a:ext>
              </a:extLst>
            </p:cNvPr>
            <p:cNvSpPr>
              <a:spLocks/>
            </p:cNvSpPr>
            <p:nvPr/>
          </p:nvSpPr>
          <p:spPr>
            <a:xfrm>
              <a:off x="712800" y="2842679"/>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699" name="03_assume_matched_698">
              <a:extLst>
                <a:ext uri="{FF2B5EF4-FFF2-40B4-BE49-F238E27FC236}">
                  <a16:creationId xmlns:a16="http://schemas.microsoft.com/office/drawing/2014/main" id="{5587D6B3-1A93-479B-86A0-320A53726D65}"/>
                </a:ext>
              </a:extLst>
            </p:cNvPr>
            <p:cNvSpPr>
              <a:spLocks/>
            </p:cNvSpPr>
            <p:nvPr/>
          </p:nvSpPr>
          <p:spPr>
            <a:xfrm>
              <a:off x="674700" y="284267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700" name="text_699">
              <a:extLst>
                <a:ext uri="{FF2B5EF4-FFF2-40B4-BE49-F238E27FC236}">
                  <a16:creationId xmlns:a16="http://schemas.microsoft.com/office/drawing/2014/main" id="{97D465E1-9EE2-428B-94C6-99CC64463050}"/>
                </a:ext>
              </a:extLst>
            </p:cNvPr>
            <p:cNvSpPr>
              <a:spLocks/>
            </p:cNvSpPr>
            <p:nvPr/>
          </p:nvSpPr>
          <p:spPr>
            <a:xfrm>
              <a:off x="533506" y="280261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701" name="03_assume_matched_700">
              <a:extLst>
                <a:ext uri="{FF2B5EF4-FFF2-40B4-BE49-F238E27FC236}">
                  <a16:creationId xmlns:a16="http://schemas.microsoft.com/office/drawing/2014/main" id="{157F43A5-1C65-4D83-9185-969C5D7B64F6}"/>
                </a:ext>
              </a:extLst>
            </p:cNvPr>
            <p:cNvSpPr>
              <a:spLocks/>
            </p:cNvSpPr>
            <p:nvPr/>
          </p:nvSpPr>
          <p:spPr>
            <a:xfrm>
              <a:off x="712800" y="255024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702" name="03_assume_matched_701">
              <a:extLst>
                <a:ext uri="{FF2B5EF4-FFF2-40B4-BE49-F238E27FC236}">
                  <a16:creationId xmlns:a16="http://schemas.microsoft.com/office/drawing/2014/main" id="{48A82FB9-8B9F-403B-9AF4-23679CE00F53}"/>
                </a:ext>
              </a:extLst>
            </p:cNvPr>
            <p:cNvSpPr>
              <a:spLocks/>
            </p:cNvSpPr>
            <p:nvPr/>
          </p:nvSpPr>
          <p:spPr>
            <a:xfrm>
              <a:off x="674700" y="255024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703" name="text_702">
              <a:extLst>
                <a:ext uri="{FF2B5EF4-FFF2-40B4-BE49-F238E27FC236}">
                  <a16:creationId xmlns:a16="http://schemas.microsoft.com/office/drawing/2014/main" id="{84D9FB01-BDBF-42B9-9DCF-3C9E3145F717}"/>
                </a:ext>
              </a:extLst>
            </p:cNvPr>
            <p:cNvSpPr>
              <a:spLocks/>
            </p:cNvSpPr>
            <p:nvPr/>
          </p:nvSpPr>
          <p:spPr>
            <a:xfrm>
              <a:off x="481960" y="251018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704" name="text_703">
              <a:extLst>
                <a:ext uri="{FF2B5EF4-FFF2-40B4-BE49-F238E27FC236}">
                  <a16:creationId xmlns:a16="http://schemas.microsoft.com/office/drawing/2014/main" id="{F4B52EC0-DDA0-4042-AEFD-35CFBF31D808}"/>
                </a:ext>
              </a:extLst>
            </p:cNvPr>
            <p:cNvSpPr>
              <a:spLocks/>
            </p:cNvSpPr>
            <p:nvPr/>
          </p:nvSpPr>
          <p:spPr>
            <a:xfrm rot="-5400000">
              <a:off x="67234" y="2783148"/>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t>Completion (%)</a:t>
              </a:r>
            </a:p>
          </p:txBody>
        </p:sp>
        <p:sp>
          <p:nvSpPr>
            <p:cNvPr id="705" name="03_assume_matched_704">
              <a:extLst>
                <a:ext uri="{FF2B5EF4-FFF2-40B4-BE49-F238E27FC236}">
                  <a16:creationId xmlns:a16="http://schemas.microsoft.com/office/drawing/2014/main" id="{FDECA136-F233-40FE-8A76-EC954B70BB03}"/>
                </a:ext>
              </a:extLst>
            </p:cNvPr>
            <p:cNvSpPr>
              <a:spLocks/>
            </p:cNvSpPr>
            <p:nvPr/>
          </p:nvSpPr>
          <p:spPr>
            <a:xfrm>
              <a:off x="1150377" y="2828480"/>
              <a:ext cx="28398" cy="28398"/>
            </a:xfrm>
            <a:prstGeom prst="ellipse">
              <a:avLst/>
            </a:prstGeom>
            <a:solidFill>
              <a:srgbClr val="7F8C97">
                <a:alpha val="48000"/>
              </a:srgbClr>
            </a:solidFill>
            <a:ln w="0">
              <a:noFill/>
              <a:prstDash val="solid"/>
            </a:ln>
          </p:spPr>
        </p:sp>
        <p:sp>
          <p:nvSpPr>
            <p:cNvPr id="706" name="03_assume_matched_705">
              <a:extLst>
                <a:ext uri="{FF2B5EF4-FFF2-40B4-BE49-F238E27FC236}">
                  <a16:creationId xmlns:a16="http://schemas.microsoft.com/office/drawing/2014/main" id="{31ADDB27-0F9A-428C-BB2F-7E6BE01F9660}"/>
                </a:ext>
              </a:extLst>
            </p:cNvPr>
            <p:cNvSpPr>
              <a:spLocks/>
            </p:cNvSpPr>
            <p:nvPr/>
          </p:nvSpPr>
          <p:spPr>
            <a:xfrm>
              <a:off x="1138864" y="3120914"/>
              <a:ext cx="28398" cy="28398"/>
            </a:xfrm>
            <a:prstGeom prst="ellipse">
              <a:avLst/>
            </a:prstGeom>
            <a:solidFill>
              <a:srgbClr val="7F8C97">
                <a:alpha val="48000"/>
              </a:srgbClr>
            </a:solidFill>
            <a:ln w="0">
              <a:noFill/>
              <a:prstDash val="solid"/>
            </a:ln>
          </p:spPr>
        </p:sp>
        <p:sp>
          <p:nvSpPr>
            <p:cNvPr id="707" name="03_assume_matched_706">
              <a:extLst>
                <a:ext uri="{FF2B5EF4-FFF2-40B4-BE49-F238E27FC236}">
                  <a16:creationId xmlns:a16="http://schemas.microsoft.com/office/drawing/2014/main" id="{990A5A5B-5A03-4F04-BB05-85174638A74E}"/>
                </a:ext>
              </a:extLst>
            </p:cNvPr>
            <p:cNvSpPr>
              <a:spLocks/>
            </p:cNvSpPr>
            <p:nvPr/>
          </p:nvSpPr>
          <p:spPr>
            <a:xfrm>
              <a:off x="1081732" y="3120914"/>
              <a:ext cx="28398" cy="28398"/>
            </a:xfrm>
            <a:prstGeom prst="ellipse">
              <a:avLst/>
            </a:prstGeom>
            <a:solidFill>
              <a:srgbClr val="7F8C97">
                <a:alpha val="48000"/>
              </a:srgbClr>
            </a:solidFill>
            <a:ln w="0">
              <a:noFill/>
              <a:prstDash val="solid"/>
            </a:ln>
          </p:spPr>
        </p:sp>
        <p:sp>
          <p:nvSpPr>
            <p:cNvPr id="708" name="03_assume_matched_707">
              <a:extLst>
                <a:ext uri="{FF2B5EF4-FFF2-40B4-BE49-F238E27FC236}">
                  <a16:creationId xmlns:a16="http://schemas.microsoft.com/office/drawing/2014/main" id="{1FABE2F0-323B-4401-A895-BA4B55FE309D}"/>
                </a:ext>
              </a:extLst>
            </p:cNvPr>
            <p:cNvSpPr>
              <a:spLocks/>
            </p:cNvSpPr>
            <p:nvPr/>
          </p:nvSpPr>
          <p:spPr>
            <a:xfrm>
              <a:off x="1160594" y="2828480"/>
              <a:ext cx="28398" cy="28398"/>
            </a:xfrm>
            <a:prstGeom prst="ellipse">
              <a:avLst/>
            </a:prstGeom>
            <a:solidFill>
              <a:srgbClr val="7F8C97">
                <a:alpha val="48000"/>
              </a:srgbClr>
            </a:solidFill>
            <a:ln w="0">
              <a:noFill/>
              <a:prstDash val="solid"/>
            </a:ln>
          </p:spPr>
        </p:sp>
        <p:sp>
          <p:nvSpPr>
            <p:cNvPr id="709" name="03_assume_matched_708">
              <a:extLst>
                <a:ext uri="{FF2B5EF4-FFF2-40B4-BE49-F238E27FC236}">
                  <a16:creationId xmlns:a16="http://schemas.microsoft.com/office/drawing/2014/main" id="{3858A70E-86E0-4D45-98C5-8DEF44898D85}"/>
                </a:ext>
              </a:extLst>
            </p:cNvPr>
            <p:cNvSpPr>
              <a:spLocks/>
            </p:cNvSpPr>
            <p:nvPr/>
          </p:nvSpPr>
          <p:spPr>
            <a:xfrm>
              <a:off x="1128359" y="2870256"/>
              <a:ext cx="28398" cy="28398"/>
            </a:xfrm>
            <a:prstGeom prst="ellipse">
              <a:avLst/>
            </a:prstGeom>
            <a:solidFill>
              <a:srgbClr val="7F8C97">
                <a:alpha val="48000"/>
              </a:srgbClr>
            </a:solidFill>
            <a:ln w="0">
              <a:noFill/>
              <a:prstDash val="solid"/>
            </a:ln>
          </p:spPr>
        </p:sp>
        <p:sp>
          <p:nvSpPr>
            <p:cNvPr id="710" name="03_assume_matched_709">
              <a:extLst>
                <a:ext uri="{FF2B5EF4-FFF2-40B4-BE49-F238E27FC236}">
                  <a16:creationId xmlns:a16="http://schemas.microsoft.com/office/drawing/2014/main" id="{EB3C79DA-1D3E-4161-B55A-05AF88E89395}"/>
                </a:ext>
              </a:extLst>
            </p:cNvPr>
            <p:cNvSpPr>
              <a:spLocks/>
            </p:cNvSpPr>
            <p:nvPr/>
          </p:nvSpPr>
          <p:spPr>
            <a:xfrm>
              <a:off x="1033091" y="2855065"/>
              <a:ext cx="28398" cy="28398"/>
            </a:xfrm>
            <a:prstGeom prst="ellipse">
              <a:avLst/>
            </a:prstGeom>
            <a:solidFill>
              <a:srgbClr val="7F8C97">
                <a:alpha val="48000"/>
              </a:srgbClr>
            </a:solidFill>
            <a:ln w="0">
              <a:noFill/>
              <a:prstDash val="solid"/>
            </a:ln>
          </p:spPr>
        </p:sp>
        <p:sp>
          <p:nvSpPr>
            <p:cNvPr id="711" name="03_assume_matched_710">
              <a:extLst>
                <a:ext uri="{FF2B5EF4-FFF2-40B4-BE49-F238E27FC236}">
                  <a16:creationId xmlns:a16="http://schemas.microsoft.com/office/drawing/2014/main" id="{7C70DFEF-443F-40CC-94B5-09A4725764CE}"/>
                </a:ext>
              </a:extLst>
            </p:cNvPr>
            <p:cNvSpPr>
              <a:spLocks/>
            </p:cNvSpPr>
            <p:nvPr/>
          </p:nvSpPr>
          <p:spPr>
            <a:xfrm>
              <a:off x="1063743" y="3120914"/>
              <a:ext cx="28398" cy="28398"/>
            </a:xfrm>
            <a:prstGeom prst="ellipse">
              <a:avLst/>
            </a:prstGeom>
            <a:solidFill>
              <a:srgbClr val="7F8C97">
                <a:alpha val="48000"/>
              </a:srgbClr>
            </a:solidFill>
            <a:ln w="0">
              <a:noFill/>
              <a:prstDash val="solid"/>
            </a:ln>
          </p:spPr>
        </p:sp>
        <p:sp>
          <p:nvSpPr>
            <p:cNvPr id="712" name="03_assume_matched_711">
              <a:extLst>
                <a:ext uri="{FF2B5EF4-FFF2-40B4-BE49-F238E27FC236}">
                  <a16:creationId xmlns:a16="http://schemas.microsoft.com/office/drawing/2014/main" id="{0B6B0886-5908-4C8E-90D9-BEA420BA3F18}"/>
                </a:ext>
              </a:extLst>
            </p:cNvPr>
            <p:cNvSpPr>
              <a:spLocks/>
            </p:cNvSpPr>
            <p:nvPr/>
          </p:nvSpPr>
          <p:spPr>
            <a:xfrm>
              <a:off x="1032803" y="3120914"/>
              <a:ext cx="28398" cy="28398"/>
            </a:xfrm>
            <a:prstGeom prst="ellipse">
              <a:avLst/>
            </a:prstGeom>
            <a:solidFill>
              <a:srgbClr val="7F8C97">
                <a:alpha val="48000"/>
              </a:srgbClr>
            </a:solidFill>
            <a:ln w="0">
              <a:noFill/>
              <a:prstDash val="solid"/>
            </a:ln>
          </p:spPr>
        </p:sp>
        <p:sp>
          <p:nvSpPr>
            <p:cNvPr id="713" name="03_assume_matched_712">
              <a:extLst>
                <a:ext uri="{FF2B5EF4-FFF2-40B4-BE49-F238E27FC236}">
                  <a16:creationId xmlns:a16="http://schemas.microsoft.com/office/drawing/2014/main" id="{6E3C19D9-A42A-4965-A42E-BD05C3EE569B}"/>
                </a:ext>
              </a:extLst>
            </p:cNvPr>
            <p:cNvSpPr>
              <a:spLocks/>
            </p:cNvSpPr>
            <p:nvPr/>
          </p:nvSpPr>
          <p:spPr>
            <a:xfrm>
              <a:off x="1114112" y="3120914"/>
              <a:ext cx="28398" cy="28398"/>
            </a:xfrm>
            <a:prstGeom prst="ellipse">
              <a:avLst/>
            </a:prstGeom>
            <a:solidFill>
              <a:srgbClr val="7F8C97">
                <a:alpha val="48000"/>
              </a:srgbClr>
            </a:solidFill>
            <a:ln w="0">
              <a:noFill/>
              <a:prstDash val="solid"/>
            </a:ln>
          </p:spPr>
        </p:sp>
        <p:sp>
          <p:nvSpPr>
            <p:cNvPr id="714" name="03_assume_matched_713">
              <a:extLst>
                <a:ext uri="{FF2B5EF4-FFF2-40B4-BE49-F238E27FC236}">
                  <a16:creationId xmlns:a16="http://schemas.microsoft.com/office/drawing/2014/main" id="{72C5A1DE-3E8B-4608-A08F-6896C75D1911}"/>
                </a:ext>
              </a:extLst>
            </p:cNvPr>
            <p:cNvSpPr>
              <a:spLocks/>
            </p:cNvSpPr>
            <p:nvPr/>
          </p:nvSpPr>
          <p:spPr>
            <a:xfrm>
              <a:off x="1095403" y="3120914"/>
              <a:ext cx="28398" cy="28398"/>
            </a:xfrm>
            <a:prstGeom prst="ellipse">
              <a:avLst/>
            </a:prstGeom>
            <a:solidFill>
              <a:srgbClr val="7F8C97">
                <a:alpha val="48000"/>
              </a:srgbClr>
            </a:solidFill>
            <a:ln w="0">
              <a:noFill/>
              <a:prstDash val="solid"/>
            </a:ln>
          </p:spPr>
        </p:sp>
        <p:sp>
          <p:nvSpPr>
            <p:cNvPr id="715" name="03_assume_matched_714">
              <a:extLst>
                <a:ext uri="{FF2B5EF4-FFF2-40B4-BE49-F238E27FC236}">
                  <a16:creationId xmlns:a16="http://schemas.microsoft.com/office/drawing/2014/main" id="{FD3D1CB1-39F9-4110-A278-0E9EE4C58378}"/>
                </a:ext>
              </a:extLst>
            </p:cNvPr>
            <p:cNvSpPr>
              <a:spLocks/>
            </p:cNvSpPr>
            <p:nvPr/>
          </p:nvSpPr>
          <p:spPr>
            <a:xfrm>
              <a:off x="1080149" y="3120914"/>
              <a:ext cx="28398" cy="28398"/>
            </a:xfrm>
            <a:prstGeom prst="ellipse">
              <a:avLst/>
            </a:prstGeom>
            <a:solidFill>
              <a:srgbClr val="7F8C97">
                <a:alpha val="48000"/>
              </a:srgbClr>
            </a:solidFill>
            <a:ln w="0">
              <a:noFill/>
              <a:prstDash val="solid"/>
            </a:ln>
          </p:spPr>
        </p:sp>
        <p:sp>
          <p:nvSpPr>
            <p:cNvPr id="716" name="03_assume_matched_715">
              <a:extLst>
                <a:ext uri="{FF2B5EF4-FFF2-40B4-BE49-F238E27FC236}">
                  <a16:creationId xmlns:a16="http://schemas.microsoft.com/office/drawing/2014/main" id="{EDF41F64-B7E5-4252-83AD-D6D16AD6CC2A}"/>
                </a:ext>
              </a:extLst>
            </p:cNvPr>
            <p:cNvSpPr>
              <a:spLocks/>
            </p:cNvSpPr>
            <p:nvPr/>
          </p:nvSpPr>
          <p:spPr>
            <a:xfrm>
              <a:off x="1065902" y="3120914"/>
              <a:ext cx="28398" cy="28398"/>
            </a:xfrm>
            <a:prstGeom prst="ellipse">
              <a:avLst/>
            </a:prstGeom>
            <a:solidFill>
              <a:srgbClr val="7F8C97">
                <a:alpha val="48000"/>
              </a:srgbClr>
            </a:solidFill>
            <a:ln w="0">
              <a:noFill/>
              <a:prstDash val="solid"/>
            </a:ln>
          </p:spPr>
        </p:sp>
        <p:sp>
          <p:nvSpPr>
            <p:cNvPr id="717" name="03_assume_matched_716">
              <a:extLst>
                <a:ext uri="{FF2B5EF4-FFF2-40B4-BE49-F238E27FC236}">
                  <a16:creationId xmlns:a16="http://schemas.microsoft.com/office/drawing/2014/main" id="{79F5C4A9-6F49-4999-BCF0-CEAC02A65333}"/>
                </a:ext>
              </a:extLst>
            </p:cNvPr>
            <p:cNvSpPr>
              <a:spLocks/>
            </p:cNvSpPr>
            <p:nvPr/>
          </p:nvSpPr>
          <p:spPr>
            <a:xfrm>
              <a:off x="1082308" y="3120914"/>
              <a:ext cx="28398" cy="28398"/>
            </a:xfrm>
            <a:prstGeom prst="ellipse">
              <a:avLst/>
            </a:prstGeom>
            <a:solidFill>
              <a:srgbClr val="7F8C97">
                <a:alpha val="48000"/>
              </a:srgbClr>
            </a:solidFill>
            <a:ln w="0">
              <a:noFill/>
              <a:prstDash val="solid"/>
            </a:ln>
          </p:spPr>
        </p:sp>
        <p:sp>
          <p:nvSpPr>
            <p:cNvPr id="718" name="03_assume_matched_717">
              <a:extLst>
                <a:ext uri="{FF2B5EF4-FFF2-40B4-BE49-F238E27FC236}">
                  <a16:creationId xmlns:a16="http://schemas.microsoft.com/office/drawing/2014/main" id="{FF13267C-1BD4-4CC6-B8E8-78C3E282C7FD}"/>
                </a:ext>
              </a:extLst>
            </p:cNvPr>
            <p:cNvSpPr>
              <a:spLocks/>
            </p:cNvSpPr>
            <p:nvPr/>
          </p:nvSpPr>
          <p:spPr>
            <a:xfrm>
              <a:off x="1167502" y="2828480"/>
              <a:ext cx="28398" cy="28398"/>
            </a:xfrm>
            <a:prstGeom prst="ellipse">
              <a:avLst/>
            </a:prstGeom>
            <a:solidFill>
              <a:srgbClr val="7F8C97">
                <a:alpha val="48000"/>
              </a:srgbClr>
            </a:solidFill>
            <a:ln w="0">
              <a:noFill/>
              <a:prstDash val="solid"/>
            </a:ln>
          </p:spPr>
        </p:sp>
        <p:sp>
          <p:nvSpPr>
            <p:cNvPr id="719" name="03_assume_matched_718">
              <a:extLst>
                <a:ext uri="{FF2B5EF4-FFF2-40B4-BE49-F238E27FC236}">
                  <a16:creationId xmlns:a16="http://schemas.microsoft.com/office/drawing/2014/main" id="{D4FA9779-866B-4163-A251-AE4F7159962D}"/>
                </a:ext>
              </a:extLst>
            </p:cNvPr>
            <p:cNvSpPr>
              <a:spLocks/>
            </p:cNvSpPr>
            <p:nvPr/>
          </p:nvSpPr>
          <p:spPr>
            <a:xfrm>
              <a:off x="1122458" y="2925958"/>
              <a:ext cx="28398" cy="28398"/>
            </a:xfrm>
            <a:prstGeom prst="ellipse">
              <a:avLst/>
            </a:prstGeom>
            <a:solidFill>
              <a:srgbClr val="7F8C97">
                <a:alpha val="48000"/>
              </a:srgbClr>
            </a:solidFill>
            <a:ln w="0">
              <a:noFill/>
              <a:prstDash val="solid"/>
            </a:ln>
          </p:spPr>
        </p:sp>
        <p:sp>
          <p:nvSpPr>
            <p:cNvPr id="720" name="03_assume_matched_719">
              <a:extLst>
                <a:ext uri="{FF2B5EF4-FFF2-40B4-BE49-F238E27FC236}">
                  <a16:creationId xmlns:a16="http://schemas.microsoft.com/office/drawing/2014/main" id="{CC71DC64-3B0F-4A96-AF71-A9777E3F847B}"/>
                </a:ext>
              </a:extLst>
            </p:cNvPr>
            <p:cNvSpPr>
              <a:spLocks/>
            </p:cNvSpPr>
            <p:nvPr/>
          </p:nvSpPr>
          <p:spPr>
            <a:xfrm>
              <a:off x="1132244" y="3055929"/>
              <a:ext cx="28398" cy="28398"/>
            </a:xfrm>
            <a:prstGeom prst="ellipse">
              <a:avLst/>
            </a:prstGeom>
            <a:solidFill>
              <a:srgbClr val="7F8C97">
                <a:alpha val="48000"/>
              </a:srgbClr>
            </a:solidFill>
            <a:ln w="0">
              <a:noFill/>
              <a:prstDash val="solid"/>
            </a:ln>
          </p:spPr>
        </p:sp>
        <p:sp>
          <p:nvSpPr>
            <p:cNvPr id="721" name="03_assume_matched_720">
              <a:extLst>
                <a:ext uri="{FF2B5EF4-FFF2-40B4-BE49-F238E27FC236}">
                  <a16:creationId xmlns:a16="http://schemas.microsoft.com/office/drawing/2014/main" id="{6F4D2D12-3957-4C71-9E5D-9E85D8665C6A}"/>
                </a:ext>
              </a:extLst>
            </p:cNvPr>
            <p:cNvSpPr>
              <a:spLocks/>
            </p:cNvSpPr>
            <p:nvPr/>
          </p:nvSpPr>
          <p:spPr>
            <a:xfrm>
              <a:off x="1069068" y="3055929"/>
              <a:ext cx="28398" cy="28398"/>
            </a:xfrm>
            <a:prstGeom prst="ellipse">
              <a:avLst/>
            </a:prstGeom>
            <a:solidFill>
              <a:srgbClr val="7F8C97">
                <a:alpha val="48000"/>
              </a:srgbClr>
            </a:solidFill>
            <a:ln w="0">
              <a:noFill/>
              <a:prstDash val="solid"/>
            </a:ln>
          </p:spPr>
        </p:sp>
        <p:sp>
          <p:nvSpPr>
            <p:cNvPr id="722" name="03_assume_matched_721">
              <a:extLst>
                <a:ext uri="{FF2B5EF4-FFF2-40B4-BE49-F238E27FC236}">
                  <a16:creationId xmlns:a16="http://schemas.microsoft.com/office/drawing/2014/main" id="{9D7B4DAB-C402-40A1-86C2-FBB2F2B6E2CA}"/>
                </a:ext>
              </a:extLst>
            </p:cNvPr>
            <p:cNvSpPr>
              <a:spLocks/>
            </p:cNvSpPr>
            <p:nvPr/>
          </p:nvSpPr>
          <p:spPr>
            <a:xfrm>
              <a:off x="1159443" y="3120914"/>
              <a:ext cx="28398" cy="28398"/>
            </a:xfrm>
            <a:prstGeom prst="ellipse">
              <a:avLst/>
            </a:prstGeom>
            <a:solidFill>
              <a:srgbClr val="7F8C97">
                <a:alpha val="48000"/>
              </a:srgbClr>
            </a:solidFill>
            <a:ln w="0">
              <a:noFill/>
              <a:prstDash val="solid"/>
            </a:ln>
          </p:spPr>
        </p:sp>
        <p:sp>
          <p:nvSpPr>
            <p:cNvPr id="723" name="03_assume_matched_722">
              <a:extLst>
                <a:ext uri="{FF2B5EF4-FFF2-40B4-BE49-F238E27FC236}">
                  <a16:creationId xmlns:a16="http://schemas.microsoft.com/office/drawing/2014/main" id="{40AFB61D-FFF8-4A9B-8C7F-A26D3298C000}"/>
                </a:ext>
              </a:extLst>
            </p:cNvPr>
            <p:cNvSpPr>
              <a:spLocks/>
            </p:cNvSpPr>
            <p:nvPr/>
          </p:nvSpPr>
          <p:spPr>
            <a:xfrm>
              <a:off x="1132532" y="2908235"/>
              <a:ext cx="28398" cy="28398"/>
            </a:xfrm>
            <a:prstGeom prst="ellipse">
              <a:avLst/>
            </a:prstGeom>
            <a:solidFill>
              <a:srgbClr val="7F8C97">
                <a:alpha val="48000"/>
              </a:srgbClr>
            </a:solidFill>
            <a:ln w="0">
              <a:noFill/>
              <a:prstDash val="solid"/>
            </a:ln>
          </p:spPr>
        </p:sp>
        <p:sp>
          <p:nvSpPr>
            <p:cNvPr id="724" name="03_assume_matched_723">
              <a:extLst>
                <a:ext uri="{FF2B5EF4-FFF2-40B4-BE49-F238E27FC236}">
                  <a16:creationId xmlns:a16="http://schemas.microsoft.com/office/drawing/2014/main" id="{832F36EC-F81B-4A18-A39D-DEDF29B2BFF7}"/>
                </a:ext>
              </a:extLst>
            </p:cNvPr>
            <p:cNvSpPr>
              <a:spLocks/>
            </p:cNvSpPr>
            <p:nvPr/>
          </p:nvSpPr>
          <p:spPr>
            <a:xfrm>
              <a:off x="1050360" y="3120914"/>
              <a:ext cx="28398" cy="28398"/>
            </a:xfrm>
            <a:prstGeom prst="ellipse">
              <a:avLst/>
            </a:prstGeom>
            <a:solidFill>
              <a:srgbClr val="7F8C97">
                <a:alpha val="48000"/>
              </a:srgbClr>
            </a:solidFill>
            <a:ln w="0">
              <a:noFill/>
              <a:prstDash val="solid"/>
            </a:ln>
          </p:spPr>
        </p:sp>
        <p:sp>
          <p:nvSpPr>
            <p:cNvPr id="725" name="03_assume_matched_724">
              <a:extLst>
                <a:ext uri="{FF2B5EF4-FFF2-40B4-BE49-F238E27FC236}">
                  <a16:creationId xmlns:a16="http://schemas.microsoft.com/office/drawing/2014/main" id="{9F25F126-CA1F-4108-AC6A-C61E362E9715}"/>
                </a:ext>
              </a:extLst>
            </p:cNvPr>
            <p:cNvSpPr>
              <a:spLocks/>
            </p:cNvSpPr>
            <p:nvPr/>
          </p:nvSpPr>
          <p:spPr>
            <a:xfrm>
              <a:off x="1057699" y="3120914"/>
              <a:ext cx="28398" cy="28398"/>
            </a:xfrm>
            <a:prstGeom prst="ellipse">
              <a:avLst/>
            </a:prstGeom>
            <a:solidFill>
              <a:srgbClr val="7F8C97">
                <a:alpha val="48000"/>
              </a:srgbClr>
            </a:solidFill>
            <a:ln w="0">
              <a:noFill/>
              <a:prstDash val="solid"/>
            </a:ln>
          </p:spPr>
        </p:sp>
        <p:sp>
          <p:nvSpPr>
            <p:cNvPr id="726" name="03_assume_matched_725">
              <a:extLst>
                <a:ext uri="{FF2B5EF4-FFF2-40B4-BE49-F238E27FC236}">
                  <a16:creationId xmlns:a16="http://schemas.microsoft.com/office/drawing/2014/main" id="{7A48BB78-F54C-4EBD-A79D-CC2DF2418E41}"/>
                </a:ext>
              </a:extLst>
            </p:cNvPr>
            <p:cNvSpPr>
              <a:spLocks/>
            </p:cNvSpPr>
            <p:nvPr/>
          </p:nvSpPr>
          <p:spPr>
            <a:xfrm>
              <a:off x="1068924" y="2925958"/>
              <a:ext cx="28398" cy="28398"/>
            </a:xfrm>
            <a:prstGeom prst="ellipse">
              <a:avLst/>
            </a:prstGeom>
            <a:solidFill>
              <a:srgbClr val="7F8C97">
                <a:alpha val="48000"/>
              </a:srgbClr>
            </a:solidFill>
            <a:ln w="0">
              <a:noFill/>
              <a:prstDash val="solid"/>
            </a:ln>
          </p:spPr>
        </p:sp>
        <p:sp>
          <p:nvSpPr>
            <p:cNvPr id="727" name="03_assume_matched_726">
              <a:extLst>
                <a:ext uri="{FF2B5EF4-FFF2-40B4-BE49-F238E27FC236}">
                  <a16:creationId xmlns:a16="http://schemas.microsoft.com/office/drawing/2014/main" id="{331915A9-1919-425C-B12A-BDA3B258018E}"/>
                </a:ext>
              </a:extLst>
            </p:cNvPr>
            <p:cNvSpPr>
              <a:spLocks/>
            </p:cNvSpPr>
            <p:nvPr/>
          </p:nvSpPr>
          <p:spPr>
            <a:xfrm>
              <a:off x="1158292" y="3120914"/>
              <a:ext cx="28398" cy="28398"/>
            </a:xfrm>
            <a:prstGeom prst="ellipse">
              <a:avLst/>
            </a:prstGeom>
            <a:solidFill>
              <a:srgbClr val="7F8C97">
                <a:alpha val="48000"/>
              </a:srgbClr>
            </a:solidFill>
            <a:ln w="0">
              <a:noFill/>
              <a:prstDash val="solid"/>
            </a:ln>
          </p:spPr>
        </p:sp>
        <p:sp>
          <p:nvSpPr>
            <p:cNvPr id="728" name="03_assume_matched_727">
              <a:extLst>
                <a:ext uri="{FF2B5EF4-FFF2-40B4-BE49-F238E27FC236}">
                  <a16:creationId xmlns:a16="http://schemas.microsoft.com/office/drawing/2014/main" id="{24721D68-34D0-4259-9313-18FEA87047EC}"/>
                </a:ext>
              </a:extLst>
            </p:cNvPr>
            <p:cNvSpPr>
              <a:spLocks/>
            </p:cNvSpPr>
            <p:nvPr/>
          </p:nvSpPr>
          <p:spPr>
            <a:xfrm>
              <a:off x="1071227" y="2828480"/>
              <a:ext cx="28398" cy="28398"/>
            </a:xfrm>
            <a:prstGeom prst="ellipse">
              <a:avLst/>
            </a:prstGeom>
            <a:solidFill>
              <a:srgbClr val="7F8C97">
                <a:alpha val="48000"/>
              </a:srgbClr>
            </a:solidFill>
            <a:ln w="0">
              <a:noFill/>
              <a:prstDash val="solid"/>
            </a:ln>
          </p:spPr>
        </p:sp>
        <p:sp>
          <p:nvSpPr>
            <p:cNvPr id="729" name="03_assume_matched_728">
              <a:extLst>
                <a:ext uri="{FF2B5EF4-FFF2-40B4-BE49-F238E27FC236}">
                  <a16:creationId xmlns:a16="http://schemas.microsoft.com/office/drawing/2014/main" id="{BF877F4B-6B79-43D4-8225-A56E218D48E2}"/>
                </a:ext>
              </a:extLst>
            </p:cNvPr>
            <p:cNvSpPr>
              <a:spLocks/>
            </p:cNvSpPr>
            <p:nvPr/>
          </p:nvSpPr>
          <p:spPr>
            <a:xfrm>
              <a:off x="1150233" y="3120914"/>
              <a:ext cx="28398" cy="28398"/>
            </a:xfrm>
            <a:prstGeom prst="ellipse">
              <a:avLst/>
            </a:prstGeom>
            <a:solidFill>
              <a:srgbClr val="7F8C97">
                <a:alpha val="48000"/>
              </a:srgbClr>
            </a:solidFill>
            <a:ln w="0">
              <a:noFill/>
              <a:prstDash val="solid"/>
            </a:ln>
          </p:spPr>
        </p:sp>
        <p:sp>
          <p:nvSpPr>
            <p:cNvPr id="730" name="03_assume_matched_729">
              <a:extLst>
                <a:ext uri="{FF2B5EF4-FFF2-40B4-BE49-F238E27FC236}">
                  <a16:creationId xmlns:a16="http://schemas.microsoft.com/office/drawing/2014/main" id="{FBB2F00D-889F-4ECF-B7D0-AD8979D6BB50}"/>
                </a:ext>
              </a:extLst>
            </p:cNvPr>
            <p:cNvSpPr>
              <a:spLocks/>
            </p:cNvSpPr>
            <p:nvPr/>
          </p:nvSpPr>
          <p:spPr>
            <a:xfrm>
              <a:off x="1151384" y="2828480"/>
              <a:ext cx="28398" cy="28398"/>
            </a:xfrm>
            <a:prstGeom prst="ellipse">
              <a:avLst/>
            </a:prstGeom>
            <a:solidFill>
              <a:srgbClr val="7F8C97">
                <a:alpha val="48000"/>
              </a:srgbClr>
            </a:solidFill>
            <a:ln w="0">
              <a:noFill/>
              <a:prstDash val="solid"/>
            </a:ln>
          </p:spPr>
        </p:sp>
        <p:sp>
          <p:nvSpPr>
            <p:cNvPr id="731" name="03_assume_matched_730">
              <a:extLst>
                <a:ext uri="{FF2B5EF4-FFF2-40B4-BE49-F238E27FC236}">
                  <a16:creationId xmlns:a16="http://schemas.microsoft.com/office/drawing/2014/main" id="{F79A3F62-7136-428C-8161-060B75701C51}"/>
                </a:ext>
              </a:extLst>
            </p:cNvPr>
            <p:cNvSpPr>
              <a:spLocks/>
            </p:cNvSpPr>
            <p:nvPr/>
          </p:nvSpPr>
          <p:spPr>
            <a:xfrm>
              <a:off x="1155126" y="3120914"/>
              <a:ext cx="28398" cy="28398"/>
            </a:xfrm>
            <a:prstGeom prst="ellipse">
              <a:avLst/>
            </a:prstGeom>
            <a:solidFill>
              <a:srgbClr val="7F8C97">
                <a:alpha val="48000"/>
              </a:srgbClr>
            </a:solidFill>
            <a:ln w="0">
              <a:noFill/>
              <a:prstDash val="solid"/>
            </a:ln>
          </p:spPr>
        </p:sp>
        <p:sp>
          <p:nvSpPr>
            <p:cNvPr id="732" name="03_assume_matched_731">
              <a:extLst>
                <a:ext uri="{FF2B5EF4-FFF2-40B4-BE49-F238E27FC236}">
                  <a16:creationId xmlns:a16="http://schemas.microsoft.com/office/drawing/2014/main" id="{C10C988D-2D16-47D5-B5DA-E00C532C201C}"/>
                </a:ext>
              </a:extLst>
            </p:cNvPr>
            <p:cNvSpPr>
              <a:spLocks/>
            </p:cNvSpPr>
            <p:nvPr/>
          </p:nvSpPr>
          <p:spPr>
            <a:xfrm>
              <a:off x="1072378" y="3120914"/>
              <a:ext cx="28398" cy="28398"/>
            </a:xfrm>
            <a:prstGeom prst="ellipse">
              <a:avLst/>
            </a:prstGeom>
            <a:solidFill>
              <a:srgbClr val="7F8C97">
                <a:alpha val="48000"/>
              </a:srgbClr>
            </a:solidFill>
            <a:ln w="0">
              <a:noFill/>
              <a:prstDash val="solid"/>
            </a:ln>
          </p:spPr>
        </p:sp>
        <p:sp>
          <p:nvSpPr>
            <p:cNvPr id="733" name="03_assume_matched_732">
              <a:extLst>
                <a:ext uri="{FF2B5EF4-FFF2-40B4-BE49-F238E27FC236}">
                  <a16:creationId xmlns:a16="http://schemas.microsoft.com/office/drawing/2014/main" id="{2574F79C-8137-41FC-A96D-B873DA140689}"/>
                </a:ext>
              </a:extLst>
            </p:cNvPr>
            <p:cNvSpPr>
              <a:spLocks/>
            </p:cNvSpPr>
            <p:nvPr/>
          </p:nvSpPr>
          <p:spPr>
            <a:xfrm>
              <a:off x="1050648" y="2828480"/>
              <a:ext cx="28398" cy="28398"/>
            </a:xfrm>
            <a:prstGeom prst="ellipse">
              <a:avLst/>
            </a:prstGeom>
            <a:solidFill>
              <a:srgbClr val="7F8C97">
                <a:alpha val="48000"/>
              </a:srgbClr>
            </a:solidFill>
            <a:ln w="0">
              <a:noFill/>
              <a:prstDash val="solid"/>
            </a:ln>
          </p:spPr>
        </p:sp>
        <p:sp>
          <p:nvSpPr>
            <p:cNvPr id="734" name="03_assume_matched_733">
              <a:extLst>
                <a:ext uri="{FF2B5EF4-FFF2-40B4-BE49-F238E27FC236}">
                  <a16:creationId xmlns:a16="http://schemas.microsoft.com/office/drawing/2014/main" id="{46F74430-3D9A-4AF8-94C2-A30A32B5D43D}"/>
                </a:ext>
              </a:extLst>
            </p:cNvPr>
            <p:cNvSpPr>
              <a:spLocks/>
            </p:cNvSpPr>
            <p:nvPr/>
          </p:nvSpPr>
          <p:spPr>
            <a:xfrm>
              <a:off x="1134403" y="3120914"/>
              <a:ext cx="28398" cy="28398"/>
            </a:xfrm>
            <a:prstGeom prst="ellipse">
              <a:avLst/>
            </a:prstGeom>
            <a:solidFill>
              <a:srgbClr val="7F8C97">
                <a:alpha val="48000"/>
              </a:srgbClr>
            </a:solidFill>
            <a:ln w="0">
              <a:noFill/>
              <a:prstDash val="solid"/>
            </a:ln>
          </p:spPr>
        </p:sp>
        <p:sp>
          <p:nvSpPr>
            <p:cNvPr id="735" name="03_assume_matched_734">
              <a:extLst>
                <a:ext uri="{FF2B5EF4-FFF2-40B4-BE49-F238E27FC236}">
                  <a16:creationId xmlns:a16="http://schemas.microsoft.com/office/drawing/2014/main" id="{917780D8-31C2-4B5B-B287-1A76A0FB77A5}"/>
                </a:ext>
              </a:extLst>
            </p:cNvPr>
            <p:cNvSpPr>
              <a:spLocks/>
            </p:cNvSpPr>
            <p:nvPr/>
          </p:nvSpPr>
          <p:spPr>
            <a:xfrm>
              <a:off x="1043884" y="3120914"/>
              <a:ext cx="28398" cy="28398"/>
            </a:xfrm>
            <a:prstGeom prst="ellipse">
              <a:avLst/>
            </a:prstGeom>
            <a:solidFill>
              <a:srgbClr val="7F8C97">
                <a:alpha val="48000"/>
              </a:srgbClr>
            </a:solidFill>
            <a:ln w="0">
              <a:noFill/>
              <a:prstDash val="solid"/>
            </a:ln>
          </p:spPr>
        </p:sp>
        <p:sp>
          <p:nvSpPr>
            <p:cNvPr id="736" name="03_assume_matched_735">
              <a:extLst>
                <a:ext uri="{FF2B5EF4-FFF2-40B4-BE49-F238E27FC236}">
                  <a16:creationId xmlns:a16="http://schemas.microsoft.com/office/drawing/2014/main" id="{79BCE077-69EA-4131-BC3F-1D0EC2CE84F7}"/>
                </a:ext>
              </a:extLst>
            </p:cNvPr>
            <p:cNvSpPr>
              <a:spLocks/>
            </p:cNvSpPr>
            <p:nvPr/>
          </p:nvSpPr>
          <p:spPr>
            <a:xfrm>
              <a:off x="1138000" y="2886967"/>
              <a:ext cx="28398" cy="28398"/>
            </a:xfrm>
            <a:prstGeom prst="ellipse">
              <a:avLst/>
            </a:prstGeom>
            <a:solidFill>
              <a:srgbClr val="7F8C97">
                <a:alpha val="48000"/>
              </a:srgbClr>
            </a:solidFill>
            <a:ln w="0">
              <a:noFill/>
              <a:prstDash val="solid"/>
            </a:ln>
          </p:spPr>
        </p:sp>
        <p:sp>
          <p:nvSpPr>
            <p:cNvPr id="737" name="03_assume_matched_736">
              <a:extLst>
                <a:ext uri="{FF2B5EF4-FFF2-40B4-BE49-F238E27FC236}">
                  <a16:creationId xmlns:a16="http://schemas.microsoft.com/office/drawing/2014/main" id="{32F29D2A-EEAB-4A06-9D7F-19B92AE63D79}"/>
                </a:ext>
              </a:extLst>
            </p:cNvPr>
            <p:cNvSpPr>
              <a:spLocks/>
            </p:cNvSpPr>
            <p:nvPr/>
          </p:nvSpPr>
          <p:spPr>
            <a:xfrm>
              <a:off x="1045179" y="3120914"/>
              <a:ext cx="28398" cy="28398"/>
            </a:xfrm>
            <a:prstGeom prst="ellipse">
              <a:avLst/>
            </a:prstGeom>
            <a:solidFill>
              <a:srgbClr val="7F8C97">
                <a:alpha val="48000"/>
              </a:srgbClr>
            </a:solidFill>
            <a:ln w="0">
              <a:noFill/>
              <a:prstDash val="solid"/>
            </a:ln>
          </p:spPr>
        </p:sp>
        <p:sp>
          <p:nvSpPr>
            <p:cNvPr id="738" name="03_assume_matched_737">
              <a:extLst>
                <a:ext uri="{FF2B5EF4-FFF2-40B4-BE49-F238E27FC236}">
                  <a16:creationId xmlns:a16="http://schemas.microsoft.com/office/drawing/2014/main" id="{3DC2DF8A-BAA2-496C-8214-AFEF8E2FD13C}"/>
                </a:ext>
              </a:extLst>
            </p:cNvPr>
            <p:cNvSpPr>
              <a:spLocks/>
            </p:cNvSpPr>
            <p:nvPr/>
          </p:nvSpPr>
          <p:spPr>
            <a:xfrm>
              <a:off x="1165631" y="3120914"/>
              <a:ext cx="28398" cy="28398"/>
            </a:xfrm>
            <a:prstGeom prst="ellipse">
              <a:avLst/>
            </a:prstGeom>
            <a:solidFill>
              <a:srgbClr val="7F8C97">
                <a:alpha val="48000"/>
              </a:srgbClr>
            </a:solidFill>
            <a:ln w="0">
              <a:noFill/>
              <a:prstDash val="solid"/>
            </a:ln>
          </p:spPr>
        </p:sp>
        <p:sp>
          <p:nvSpPr>
            <p:cNvPr id="739" name="03_assume_matched_738">
              <a:extLst>
                <a:ext uri="{FF2B5EF4-FFF2-40B4-BE49-F238E27FC236}">
                  <a16:creationId xmlns:a16="http://schemas.microsoft.com/office/drawing/2014/main" id="{30FC8754-1BEA-45FF-ADD4-0634FCC39B3D}"/>
                </a:ext>
              </a:extLst>
            </p:cNvPr>
            <p:cNvSpPr>
              <a:spLocks/>
            </p:cNvSpPr>
            <p:nvPr/>
          </p:nvSpPr>
          <p:spPr>
            <a:xfrm>
              <a:off x="1143613" y="3120914"/>
              <a:ext cx="28398" cy="28398"/>
            </a:xfrm>
            <a:prstGeom prst="ellipse">
              <a:avLst/>
            </a:prstGeom>
            <a:solidFill>
              <a:srgbClr val="7F8C97">
                <a:alpha val="48000"/>
              </a:srgbClr>
            </a:solidFill>
            <a:ln w="0">
              <a:noFill/>
              <a:prstDash val="solid"/>
            </a:ln>
          </p:spPr>
        </p:sp>
        <p:sp>
          <p:nvSpPr>
            <p:cNvPr id="740" name="03_assume_matched_739">
              <a:extLst>
                <a:ext uri="{FF2B5EF4-FFF2-40B4-BE49-F238E27FC236}">
                  <a16:creationId xmlns:a16="http://schemas.microsoft.com/office/drawing/2014/main" id="{D114209C-6EC8-4A81-8422-1A98B72E6D4A}"/>
                </a:ext>
              </a:extLst>
            </p:cNvPr>
            <p:cNvSpPr>
              <a:spLocks/>
            </p:cNvSpPr>
            <p:nvPr/>
          </p:nvSpPr>
          <p:spPr>
            <a:xfrm>
              <a:off x="1091518" y="3120914"/>
              <a:ext cx="28398" cy="28398"/>
            </a:xfrm>
            <a:prstGeom prst="ellipse">
              <a:avLst/>
            </a:prstGeom>
            <a:solidFill>
              <a:srgbClr val="7F8C97">
                <a:alpha val="48000"/>
              </a:srgbClr>
            </a:solidFill>
            <a:ln w="0">
              <a:noFill/>
              <a:prstDash val="solid"/>
            </a:ln>
          </p:spPr>
        </p:sp>
        <p:sp>
          <p:nvSpPr>
            <p:cNvPr id="741" name="03_assume_matched_740">
              <a:extLst>
                <a:ext uri="{FF2B5EF4-FFF2-40B4-BE49-F238E27FC236}">
                  <a16:creationId xmlns:a16="http://schemas.microsoft.com/office/drawing/2014/main" id="{4E9D8C87-9CC7-4350-BF87-97105BE19EBD}"/>
                </a:ext>
              </a:extLst>
            </p:cNvPr>
            <p:cNvSpPr>
              <a:spLocks/>
            </p:cNvSpPr>
            <p:nvPr/>
          </p:nvSpPr>
          <p:spPr>
            <a:xfrm>
              <a:off x="1067197" y="3120914"/>
              <a:ext cx="28398" cy="28398"/>
            </a:xfrm>
            <a:prstGeom prst="ellipse">
              <a:avLst/>
            </a:prstGeom>
            <a:solidFill>
              <a:srgbClr val="7F8C97">
                <a:alpha val="48000"/>
              </a:srgbClr>
            </a:solidFill>
            <a:ln w="0">
              <a:noFill/>
              <a:prstDash val="solid"/>
            </a:ln>
          </p:spPr>
        </p:sp>
        <p:sp>
          <p:nvSpPr>
            <p:cNvPr id="742" name="03_assume_matched_741">
              <a:extLst>
                <a:ext uri="{FF2B5EF4-FFF2-40B4-BE49-F238E27FC236}">
                  <a16:creationId xmlns:a16="http://schemas.microsoft.com/office/drawing/2014/main" id="{A2C23F81-84A1-4A34-A10D-D933570DA4D6}"/>
                </a:ext>
              </a:extLst>
            </p:cNvPr>
            <p:cNvSpPr>
              <a:spLocks/>
            </p:cNvSpPr>
            <p:nvPr/>
          </p:nvSpPr>
          <p:spPr>
            <a:xfrm>
              <a:off x="1169660" y="3120914"/>
              <a:ext cx="28398" cy="28398"/>
            </a:xfrm>
            <a:prstGeom prst="ellipse">
              <a:avLst/>
            </a:prstGeom>
            <a:solidFill>
              <a:srgbClr val="7F8C97">
                <a:alpha val="48000"/>
              </a:srgbClr>
            </a:solidFill>
            <a:ln w="0">
              <a:noFill/>
              <a:prstDash val="solid"/>
            </a:ln>
          </p:spPr>
        </p:sp>
        <p:sp>
          <p:nvSpPr>
            <p:cNvPr id="743" name="03_assume_matched_742">
              <a:extLst>
                <a:ext uri="{FF2B5EF4-FFF2-40B4-BE49-F238E27FC236}">
                  <a16:creationId xmlns:a16="http://schemas.microsoft.com/office/drawing/2014/main" id="{B698CBFF-CE1E-44F7-9E20-3C405010B25C}"/>
                </a:ext>
              </a:extLst>
            </p:cNvPr>
            <p:cNvSpPr>
              <a:spLocks/>
            </p:cNvSpPr>
            <p:nvPr/>
          </p:nvSpPr>
          <p:spPr>
            <a:xfrm>
              <a:off x="1117422" y="3120914"/>
              <a:ext cx="28398" cy="28398"/>
            </a:xfrm>
            <a:prstGeom prst="ellipse">
              <a:avLst/>
            </a:prstGeom>
            <a:solidFill>
              <a:srgbClr val="7F8C97">
                <a:alpha val="48000"/>
              </a:srgbClr>
            </a:solidFill>
            <a:ln w="0">
              <a:noFill/>
              <a:prstDash val="solid"/>
            </a:ln>
          </p:spPr>
        </p:sp>
        <p:sp>
          <p:nvSpPr>
            <p:cNvPr id="744" name="03_assume_matched_743">
              <a:extLst>
                <a:ext uri="{FF2B5EF4-FFF2-40B4-BE49-F238E27FC236}">
                  <a16:creationId xmlns:a16="http://schemas.microsoft.com/office/drawing/2014/main" id="{FB6EAEBD-BA4B-45B1-8F41-B489CE9D1E3E}"/>
                </a:ext>
              </a:extLst>
            </p:cNvPr>
            <p:cNvSpPr>
              <a:spLocks/>
            </p:cNvSpPr>
            <p:nvPr/>
          </p:nvSpPr>
          <p:spPr>
            <a:xfrm>
              <a:off x="1150233" y="3120914"/>
              <a:ext cx="28398" cy="28398"/>
            </a:xfrm>
            <a:prstGeom prst="ellipse">
              <a:avLst/>
            </a:prstGeom>
            <a:solidFill>
              <a:srgbClr val="7F8C97">
                <a:alpha val="48000"/>
              </a:srgbClr>
            </a:solidFill>
            <a:ln w="0">
              <a:noFill/>
              <a:prstDash val="solid"/>
            </a:ln>
          </p:spPr>
        </p:sp>
        <p:sp>
          <p:nvSpPr>
            <p:cNvPr id="745" name="03_assume_matched_744">
              <a:extLst>
                <a:ext uri="{FF2B5EF4-FFF2-40B4-BE49-F238E27FC236}">
                  <a16:creationId xmlns:a16="http://schemas.microsoft.com/office/drawing/2014/main" id="{674E1520-2FEE-410E-8624-C302C28A2F98}"/>
                </a:ext>
              </a:extLst>
            </p:cNvPr>
            <p:cNvSpPr>
              <a:spLocks/>
            </p:cNvSpPr>
            <p:nvPr/>
          </p:nvSpPr>
          <p:spPr>
            <a:xfrm>
              <a:off x="1049353" y="2886967"/>
              <a:ext cx="28398" cy="28398"/>
            </a:xfrm>
            <a:prstGeom prst="ellipse">
              <a:avLst/>
            </a:prstGeom>
            <a:solidFill>
              <a:srgbClr val="7F8C97">
                <a:alpha val="48000"/>
              </a:srgbClr>
            </a:solidFill>
            <a:ln w="0">
              <a:noFill/>
              <a:prstDash val="solid"/>
            </a:ln>
          </p:spPr>
        </p:sp>
        <p:sp>
          <p:nvSpPr>
            <p:cNvPr id="746" name="03_assume_matched_745">
              <a:extLst>
                <a:ext uri="{FF2B5EF4-FFF2-40B4-BE49-F238E27FC236}">
                  <a16:creationId xmlns:a16="http://schemas.microsoft.com/office/drawing/2014/main" id="{A768526A-AAE3-4232-9007-F063BA3ECE02}"/>
                </a:ext>
              </a:extLst>
            </p:cNvPr>
            <p:cNvSpPr>
              <a:spLocks/>
            </p:cNvSpPr>
            <p:nvPr/>
          </p:nvSpPr>
          <p:spPr>
            <a:xfrm>
              <a:off x="1141310" y="3120914"/>
              <a:ext cx="28398" cy="28398"/>
            </a:xfrm>
            <a:prstGeom prst="ellipse">
              <a:avLst/>
            </a:prstGeom>
            <a:solidFill>
              <a:srgbClr val="7F8C97">
                <a:alpha val="48000"/>
              </a:srgbClr>
            </a:solidFill>
            <a:ln w="0">
              <a:noFill/>
              <a:prstDash val="solid"/>
            </a:ln>
          </p:spPr>
        </p:sp>
        <p:sp>
          <p:nvSpPr>
            <p:cNvPr id="747" name="03_assume_matched_746">
              <a:extLst>
                <a:ext uri="{FF2B5EF4-FFF2-40B4-BE49-F238E27FC236}">
                  <a16:creationId xmlns:a16="http://schemas.microsoft.com/office/drawing/2014/main" id="{6FABCEB7-09B2-40FF-8853-4E7321ACAE4D}"/>
                </a:ext>
              </a:extLst>
            </p:cNvPr>
            <p:cNvSpPr>
              <a:spLocks/>
            </p:cNvSpPr>
            <p:nvPr/>
          </p:nvSpPr>
          <p:spPr>
            <a:xfrm>
              <a:off x="1120444" y="3023436"/>
              <a:ext cx="28398" cy="28398"/>
            </a:xfrm>
            <a:prstGeom prst="ellipse">
              <a:avLst/>
            </a:prstGeom>
            <a:solidFill>
              <a:srgbClr val="7F8C97">
                <a:alpha val="48000"/>
              </a:srgbClr>
            </a:solidFill>
            <a:ln w="0">
              <a:noFill/>
              <a:prstDash val="solid"/>
            </a:ln>
          </p:spPr>
        </p:sp>
        <p:sp>
          <p:nvSpPr>
            <p:cNvPr id="748" name="03_assume_matched_747">
              <a:extLst>
                <a:ext uri="{FF2B5EF4-FFF2-40B4-BE49-F238E27FC236}">
                  <a16:creationId xmlns:a16="http://schemas.microsoft.com/office/drawing/2014/main" id="{CCE76A26-72D5-4D01-BD23-9F459A60D645}"/>
                </a:ext>
              </a:extLst>
            </p:cNvPr>
            <p:cNvSpPr>
              <a:spLocks/>
            </p:cNvSpPr>
            <p:nvPr/>
          </p:nvSpPr>
          <p:spPr>
            <a:xfrm>
              <a:off x="1029061" y="2828480"/>
              <a:ext cx="28398" cy="28398"/>
            </a:xfrm>
            <a:prstGeom prst="ellipse">
              <a:avLst/>
            </a:prstGeom>
            <a:solidFill>
              <a:srgbClr val="7F8C97">
                <a:alpha val="48000"/>
              </a:srgbClr>
            </a:solidFill>
            <a:ln w="0">
              <a:noFill/>
              <a:prstDash val="solid"/>
            </a:ln>
          </p:spPr>
        </p:sp>
        <p:sp>
          <p:nvSpPr>
            <p:cNvPr id="749" name="03_assume_matched_748">
              <a:extLst>
                <a:ext uri="{FF2B5EF4-FFF2-40B4-BE49-F238E27FC236}">
                  <a16:creationId xmlns:a16="http://schemas.microsoft.com/office/drawing/2014/main" id="{7D3C1BA9-F516-43FD-AF28-83E824F60FDA}"/>
                </a:ext>
              </a:extLst>
            </p:cNvPr>
            <p:cNvSpPr>
              <a:spLocks/>
            </p:cNvSpPr>
            <p:nvPr/>
          </p:nvSpPr>
          <p:spPr>
            <a:xfrm>
              <a:off x="1088352" y="3120914"/>
              <a:ext cx="28398" cy="28398"/>
            </a:xfrm>
            <a:prstGeom prst="ellipse">
              <a:avLst/>
            </a:prstGeom>
            <a:solidFill>
              <a:srgbClr val="7F8C97">
                <a:alpha val="48000"/>
              </a:srgbClr>
            </a:solidFill>
            <a:ln w="0">
              <a:noFill/>
              <a:prstDash val="solid"/>
            </a:ln>
          </p:spPr>
        </p:sp>
        <p:sp>
          <p:nvSpPr>
            <p:cNvPr id="750" name="03_assume_matched_749">
              <a:extLst>
                <a:ext uri="{FF2B5EF4-FFF2-40B4-BE49-F238E27FC236}">
                  <a16:creationId xmlns:a16="http://schemas.microsoft.com/office/drawing/2014/main" id="{31E80FA2-1EF5-4A68-BE38-7034BAB0CD7F}"/>
                </a:ext>
              </a:extLst>
            </p:cNvPr>
            <p:cNvSpPr>
              <a:spLocks/>
            </p:cNvSpPr>
            <p:nvPr/>
          </p:nvSpPr>
          <p:spPr>
            <a:xfrm>
              <a:off x="1070507" y="3120914"/>
              <a:ext cx="28398" cy="28398"/>
            </a:xfrm>
            <a:prstGeom prst="ellipse">
              <a:avLst/>
            </a:prstGeom>
            <a:solidFill>
              <a:srgbClr val="7F8C97">
                <a:alpha val="48000"/>
              </a:srgbClr>
            </a:solidFill>
            <a:ln w="0">
              <a:noFill/>
              <a:prstDash val="solid"/>
            </a:ln>
          </p:spPr>
        </p:sp>
        <p:sp>
          <p:nvSpPr>
            <p:cNvPr id="751" name="03_assume_matched_750">
              <a:extLst>
                <a:ext uri="{FF2B5EF4-FFF2-40B4-BE49-F238E27FC236}">
                  <a16:creationId xmlns:a16="http://schemas.microsoft.com/office/drawing/2014/main" id="{592F34B7-E4E7-45B6-AFE8-EEFBCBEBD4BF}"/>
                </a:ext>
              </a:extLst>
            </p:cNvPr>
            <p:cNvSpPr>
              <a:spLocks/>
            </p:cNvSpPr>
            <p:nvPr/>
          </p:nvSpPr>
          <p:spPr>
            <a:xfrm>
              <a:off x="1102743" y="2828480"/>
              <a:ext cx="28398" cy="28398"/>
            </a:xfrm>
            <a:prstGeom prst="ellipse">
              <a:avLst/>
            </a:prstGeom>
            <a:solidFill>
              <a:srgbClr val="7F8C97">
                <a:alpha val="48000"/>
              </a:srgbClr>
            </a:solidFill>
            <a:ln w="0">
              <a:noFill/>
              <a:prstDash val="solid"/>
            </a:ln>
          </p:spPr>
        </p:sp>
        <p:sp>
          <p:nvSpPr>
            <p:cNvPr id="752" name="03_assume_matched_751">
              <a:extLst>
                <a:ext uri="{FF2B5EF4-FFF2-40B4-BE49-F238E27FC236}">
                  <a16:creationId xmlns:a16="http://schemas.microsoft.com/office/drawing/2014/main" id="{B10AAAA8-DFEB-48DC-ADC8-361B87EA84C2}"/>
                </a:ext>
              </a:extLst>
            </p:cNvPr>
            <p:cNvSpPr>
              <a:spLocks/>
            </p:cNvSpPr>
            <p:nvPr/>
          </p:nvSpPr>
          <p:spPr>
            <a:xfrm>
              <a:off x="1084610" y="2974697"/>
              <a:ext cx="28398" cy="28398"/>
            </a:xfrm>
            <a:prstGeom prst="ellipse">
              <a:avLst/>
            </a:prstGeom>
            <a:solidFill>
              <a:srgbClr val="7F8C97">
                <a:alpha val="48000"/>
              </a:srgbClr>
            </a:solidFill>
            <a:ln w="0">
              <a:noFill/>
              <a:prstDash val="solid"/>
            </a:ln>
          </p:spPr>
        </p:sp>
        <p:sp>
          <p:nvSpPr>
            <p:cNvPr id="753" name="03_assume_matched_752">
              <a:extLst>
                <a:ext uri="{FF2B5EF4-FFF2-40B4-BE49-F238E27FC236}">
                  <a16:creationId xmlns:a16="http://schemas.microsoft.com/office/drawing/2014/main" id="{03938EED-D727-453F-BFB9-5452542E4869}"/>
                </a:ext>
              </a:extLst>
            </p:cNvPr>
            <p:cNvSpPr>
              <a:spLocks/>
            </p:cNvSpPr>
            <p:nvPr/>
          </p:nvSpPr>
          <p:spPr>
            <a:xfrm>
              <a:off x="1146779" y="3120914"/>
              <a:ext cx="28398" cy="28398"/>
            </a:xfrm>
            <a:prstGeom prst="ellipse">
              <a:avLst/>
            </a:prstGeom>
            <a:solidFill>
              <a:srgbClr val="7F8C97">
                <a:alpha val="48000"/>
              </a:srgbClr>
            </a:solidFill>
            <a:ln w="0">
              <a:noFill/>
              <a:prstDash val="solid"/>
            </a:ln>
          </p:spPr>
        </p:sp>
        <p:sp>
          <p:nvSpPr>
            <p:cNvPr id="754" name="03_assume_matched_753">
              <a:extLst>
                <a:ext uri="{FF2B5EF4-FFF2-40B4-BE49-F238E27FC236}">
                  <a16:creationId xmlns:a16="http://schemas.microsoft.com/office/drawing/2014/main" id="{21CB2CC8-3530-4A36-BE01-24AC5A0D7E26}"/>
                </a:ext>
              </a:extLst>
            </p:cNvPr>
            <p:cNvSpPr>
              <a:spLocks/>
            </p:cNvSpPr>
            <p:nvPr/>
          </p:nvSpPr>
          <p:spPr>
            <a:xfrm>
              <a:off x="1044891" y="2945454"/>
              <a:ext cx="28398" cy="28398"/>
            </a:xfrm>
            <a:prstGeom prst="ellipse">
              <a:avLst/>
            </a:prstGeom>
            <a:solidFill>
              <a:srgbClr val="7F8C97">
                <a:alpha val="48000"/>
              </a:srgbClr>
            </a:solidFill>
            <a:ln w="0">
              <a:noFill/>
              <a:prstDash val="solid"/>
            </a:ln>
          </p:spPr>
        </p:sp>
        <p:sp>
          <p:nvSpPr>
            <p:cNvPr id="755" name="03_assume_matched_754">
              <a:extLst>
                <a:ext uri="{FF2B5EF4-FFF2-40B4-BE49-F238E27FC236}">
                  <a16:creationId xmlns:a16="http://schemas.microsoft.com/office/drawing/2014/main" id="{FBE1800F-AEAD-472F-B100-F39C94CF3382}"/>
                </a:ext>
              </a:extLst>
            </p:cNvPr>
            <p:cNvSpPr>
              <a:spLocks/>
            </p:cNvSpPr>
            <p:nvPr/>
          </p:nvSpPr>
          <p:spPr>
            <a:xfrm>
              <a:off x="1051511" y="3120914"/>
              <a:ext cx="28398" cy="28398"/>
            </a:xfrm>
            <a:prstGeom prst="ellipse">
              <a:avLst/>
            </a:prstGeom>
            <a:solidFill>
              <a:srgbClr val="7F8C97">
                <a:alpha val="48000"/>
              </a:srgbClr>
            </a:solidFill>
            <a:ln w="0">
              <a:noFill/>
              <a:prstDash val="solid"/>
            </a:ln>
          </p:spPr>
        </p:sp>
        <p:sp>
          <p:nvSpPr>
            <p:cNvPr id="756" name="03_assume_matched_755">
              <a:extLst>
                <a:ext uri="{FF2B5EF4-FFF2-40B4-BE49-F238E27FC236}">
                  <a16:creationId xmlns:a16="http://schemas.microsoft.com/office/drawing/2014/main" id="{CCD39CE5-4E73-48B1-9641-9294A69E51BB}"/>
                </a:ext>
              </a:extLst>
            </p:cNvPr>
            <p:cNvSpPr>
              <a:spLocks/>
            </p:cNvSpPr>
            <p:nvPr/>
          </p:nvSpPr>
          <p:spPr>
            <a:xfrm>
              <a:off x="1111377" y="2828480"/>
              <a:ext cx="28398" cy="28398"/>
            </a:xfrm>
            <a:prstGeom prst="ellipse">
              <a:avLst/>
            </a:prstGeom>
            <a:solidFill>
              <a:srgbClr val="7F8C97">
                <a:alpha val="48000"/>
              </a:srgbClr>
            </a:solidFill>
            <a:ln w="0">
              <a:noFill/>
              <a:prstDash val="solid"/>
            </a:ln>
          </p:spPr>
        </p:sp>
        <p:sp>
          <p:nvSpPr>
            <p:cNvPr id="757" name="03_assume_matched_756">
              <a:extLst>
                <a:ext uri="{FF2B5EF4-FFF2-40B4-BE49-F238E27FC236}">
                  <a16:creationId xmlns:a16="http://schemas.microsoft.com/office/drawing/2014/main" id="{669CD8EE-C9C1-45C9-A7B6-465283A64383}"/>
                </a:ext>
              </a:extLst>
            </p:cNvPr>
            <p:cNvSpPr>
              <a:spLocks/>
            </p:cNvSpPr>
            <p:nvPr/>
          </p:nvSpPr>
          <p:spPr>
            <a:xfrm>
              <a:off x="1110082" y="2828480"/>
              <a:ext cx="28398" cy="28398"/>
            </a:xfrm>
            <a:prstGeom prst="ellipse">
              <a:avLst/>
            </a:prstGeom>
            <a:solidFill>
              <a:srgbClr val="7F8C97">
                <a:alpha val="48000"/>
              </a:srgbClr>
            </a:solidFill>
            <a:ln w="0">
              <a:noFill/>
              <a:prstDash val="solid"/>
            </a:ln>
          </p:spPr>
        </p:sp>
        <p:sp>
          <p:nvSpPr>
            <p:cNvPr id="758" name="03_assume_matched_757">
              <a:extLst>
                <a:ext uri="{FF2B5EF4-FFF2-40B4-BE49-F238E27FC236}">
                  <a16:creationId xmlns:a16="http://schemas.microsoft.com/office/drawing/2014/main" id="{289D96B1-EDF6-44D1-A082-47EEE3311FFC}"/>
                </a:ext>
              </a:extLst>
            </p:cNvPr>
            <p:cNvSpPr>
              <a:spLocks/>
            </p:cNvSpPr>
            <p:nvPr/>
          </p:nvSpPr>
          <p:spPr>
            <a:xfrm>
              <a:off x="1156853" y="3120914"/>
              <a:ext cx="28398" cy="28398"/>
            </a:xfrm>
            <a:prstGeom prst="ellipse">
              <a:avLst/>
            </a:prstGeom>
            <a:solidFill>
              <a:srgbClr val="7F8C97">
                <a:alpha val="48000"/>
              </a:srgbClr>
            </a:solidFill>
            <a:ln w="0">
              <a:noFill/>
              <a:prstDash val="solid"/>
            </a:ln>
          </p:spPr>
        </p:sp>
        <p:sp>
          <p:nvSpPr>
            <p:cNvPr id="759" name="03_assume_matched_758">
              <a:extLst>
                <a:ext uri="{FF2B5EF4-FFF2-40B4-BE49-F238E27FC236}">
                  <a16:creationId xmlns:a16="http://schemas.microsoft.com/office/drawing/2014/main" id="{A72AFD27-F0C7-4896-B6FD-37480C9A70AF}"/>
                </a:ext>
              </a:extLst>
            </p:cNvPr>
            <p:cNvSpPr>
              <a:spLocks/>
            </p:cNvSpPr>
            <p:nvPr/>
          </p:nvSpPr>
          <p:spPr>
            <a:xfrm>
              <a:off x="1135122" y="2974697"/>
              <a:ext cx="28398" cy="28398"/>
            </a:xfrm>
            <a:prstGeom prst="ellipse">
              <a:avLst/>
            </a:prstGeom>
            <a:solidFill>
              <a:srgbClr val="7F8C97">
                <a:alpha val="48000"/>
              </a:srgbClr>
            </a:solidFill>
            <a:ln w="0">
              <a:noFill/>
              <a:prstDash val="solid"/>
            </a:ln>
          </p:spPr>
        </p:sp>
        <p:sp>
          <p:nvSpPr>
            <p:cNvPr id="760" name="03_assume_matched_759">
              <a:extLst>
                <a:ext uri="{FF2B5EF4-FFF2-40B4-BE49-F238E27FC236}">
                  <a16:creationId xmlns:a16="http://schemas.microsoft.com/office/drawing/2014/main" id="{5125AFA5-543F-44E7-AB3E-D9E1217C59AF}"/>
                </a:ext>
              </a:extLst>
            </p:cNvPr>
            <p:cNvSpPr>
              <a:spLocks/>
            </p:cNvSpPr>
            <p:nvPr/>
          </p:nvSpPr>
          <p:spPr>
            <a:xfrm>
              <a:off x="1067197" y="3120914"/>
              <a:ext cx="28398" cy="28398"/>
            </a:xfrm>
            <a:prstGeom prst="ellipse">
              <a:avLst/>
            </a:prstGeom>
            <a:solidFill>
              <a:srgbClr val="7F8C97">
                <a:alpha val="48000"/>
              </a:srgbClr>
            </a:solidFill>
            <a:ln w="0">
              <a:noFill/>
              <a:prstDash val="solid"/>
            </a:ln>
          </p:spPr>
        </p:sp>
        <p:sp>
          <p:nvSpPr>
            <p:cNvPr id="761" name="03_assume_matched_760">
              <a:extLst>
                <a:ext uri="{FF2B5EF4-FFF2-40B4-BE49-F238E27FC236}">
                  <a16:creationId xmlns:a16="http://schemas.microsoft.com/office/drawing/2014/main" id="{EED7B0AB-85BA-44C9-AD08-E586D931FEA5}"/>
                </a:ext>
              </a:extLst>
            </p:cNvPr>
            <p:cNvSpPr>
              <a:spLocks/>
            </p:cNvSpPr>
            <p:nvPr/>
          </p:nvSpPr>
          <p:spPr>
            <a:xfrm>
              <a:off x="1138000" y="3120914"/>
              <a:ext cx="28398" cy="28398"/>
            </a:xfrm>
            <a:prstGeom prst="ellipse">
              <a:avLst/>
            </a:prstGeom>
            <a:solidFill>
              <a:srgbClr val="7F8C97">
                <a:alpha val="48000"/>
              </a:srgbClr>
            </a:solidFill>
            <a:ln w="0">
              <a:noFill/>
              <a:prstDash val="solid"/>
            </a:ln>
          </p:spPr>
        </p:sp>
        <p:sp>
          <p:nvSpPr>
            <p:cNvPr id="762" name="03_assume_matched_761">
              <a:extLst>
                <a:ext uri="{FF2B5EF4-FFF2-40B4-BE49-F238E27FC236}">
                  <a16:creationId xmlns:a16="http://schemas.microsoft.com/office/drawing/2014/main" id="{4EFCF4F0-D44D-4D1B-97CA-29115A2373B1}"/>
                </a:ext>
              </a:extLst>
            </p:cNvPr>
            <p:cNvSpPr>
              <a:spLocks/>
            </p:cNvSpPr>
            <p:nvPr/>
          </p:nvSpPr>
          <p:spPr>
            <a:xfrm>
              <a:off x="1126344" y="3120914"/>
              <a:ext cx="28398" cy="28398"/>
            </a:xfrm>
            <a:prstGeom prst="ellipse">
              <a:avLst/>
            </a:prstGeom>
            <a:solidFill>
              <a:srgbClr val="7F8C97">
                <a:alpha val="48000"/>
              </a:srgbClr>
            </a:solidFill>
            <a:ln w="0">
              <a:noFill/>
              <a:prstDash val="solid"/>
            </a:ln>
          </p:spPr>
        </p:sp>
        <p:sp>
          <p:nvSpPr>
            <p:cNvPr id="763" name="03_assume_matched_762">
              <a:extLst>
                <a:ext uri="{FF2B5EF4-FFF2-40B4-BE49-F238E27FC236}">
                  <a16:creationId xmlns:a16="http://schemas.microsoft.com/office/drawing/2014/main" id="{6938616A-A0E8-4C0D-A816-BA6A185FD290}"/>
                </a:ext>
              </a:extLst>
            </p:cNvPr>
            <p:cNvSpPr>
              <a:spLocks/>
            </p:cNvSpPr>
            <p:nvPr/>
          </p:nvSpPr>
          <p:spPr>
            <a:xfrm>
              <a:off x="1132532" y="3120914"/>
              <a:ext cx="28398" cy="28398"/>
            </a:xfrm>
            <a:prstGeom prst="ellipse">
              <a:avLst/>
            </a:prstGeom>
            <a:solidFill>
              <a:srgbClr val="7F8C97">
                <a:alpha val="48000"/>
              </a:srgbClr>
            </a:solidFill>
            <a:ln w="0">
              <a:noFill/>
              <a:prstDash val="solid"/>
            </a:ln>
          </p:spPr>
        </p:sp>
        <p:sp>
          <p:nvSpPr>
            <p:cNvPr id="764" name="03_assume_matched_763">
              <a:extLst>
                <a:ext uri="{FF2B5EF4-FFF2-40B4-BE49-F238E27FC236}">
                  <a16:creationId xmlns:a16="http://schemas.microsoft.com/office/drawing/2014/main" id="{759A4E5D-BEF8-4E33-8634-29630D897260}"/>
                </a:ext>
              </a:extLst>
            </p:cNvPr>
            <p:cNvSpPr>
              <a:spLocks/>
            </p:cNvSpPr>
            <p:nvPr/>
          </p:nvSpPr>
          <p:spPr>
            <a:xfrm>
              <a:off x="1145915" y="3120914"/>
              <a:ext cx="28398" cy="28398"/>
            </a:xfrm>
            <a:prstGeom prst="ellipse">
              <a:avLst/>
            </a:prstGeom>
            <a:solidFill>
              <a:srgbClr val="7F8C97">
                <a:alpha val="48000"/>
              </a:srgbClr>
            </a:solidFill>
            <a:ln w="0">
              <a:noFill/>
              <a:prstDash val="solid"/>
            </a:ln>
          </p:spPr>
        </p:sp>
        <p:sp>
          <p:nvSpPr>
            <p:cNvPr id="765" name="03_assume_matched_764">
              <a:extLst>
                <a:ext uri="{FF2B5EF4-FFF2-40B4-BE49-F238E27FC236}">
                  <a16:creationId xmlns:a16="http://schemas.microsoft.com/office/drawing/2014/main" id="{DB25D51D-1B2D-4F04-AFFB-B1F638D73507}"/>
                </a:ext>
              </a:extLst>
            </p:cNvPr>
            <p:cNvSpPr>
              <a:spLocks/>
            </p:cNvSpPr>
            <p:nvPr/>
          </p:nvSpPr>
          <p:spPr>
            <a:xfrm>
              <a:off x="1054533" y="2828480"/>
              <a:ext cx="28398" cy="28398"/>
            </a:xfrm>
            <a:prstGeom prst="ellipse">
              <a:avLst/>
            </a:prstGeom>
            <a:solidFill>
              <a:srgbClr val="7F8C97">
                <a:alpha val="48000"/>
              </a:srgbClr>
            </a:solidFill>
            <a:ln w="0">
              <a:noFill/>
              <a:prstDash val="solid"/>
            </a:ln>
          </p:spPr>
        </p:sp>
        <p:sp>
          <p:nvSpPr>
            <p:cNvPr id="766" name="03_assume_matched_765">
              <a:extLst>
                <a:ext uri="{FF2B5EF4-FFF2-40B4-BE49-F238E27FC236}">
                  <a16:creationId xmlns:a16="http://schemas.microsoft.com/office/drawing/2014/main" id="{589FA8AE-89C9-4BE0-8DDA-77431D8B1268}"/>
                </a:ext>
              </a:extLst>
            </p:cNvPr>
            <p:cNvSpPr>
              <a:spLocks/>
            </p:cNvSpPr>
            <p:nvPr/>
          </p:nvSpPr>
          <p:spPr>
            <a:xfrm>
              <a:off x="1043740" y="3023436"/>
              <a:ext cx="28398" cy="28398"/>
            </a:xfrm>
            <a:prstGeom prst="ellipse">
              <a:avLst/>
            </a:prstGeom>
            <a:solidFill>
              <a:srgbClr val="7F8C97">
                <a:alpha val="48000"/>
              </a:srgbClr>
            </a:solidFill>
            <a:ln w="0">
              <a:noFill/>
              <a:prstDash val="solid"/>
            </a:ln>
          </p:spPr>
        </p:sp>
        <p:sp>
          <p:nvSpPr>
            <p:cNvPr id="767" name="03_assume_matched_766">
              <a:extLst>
                <a:ext uri="{FF2B5EF4-FFF2-40B4-BE49-F238E27FC236}">
                  <a16:creationId xmlns:a16="http://schemas.microsoft.com/office/drawing/2014/main" id="{64634655-938A-409F-8DC3-4D8E9068C998}"/>
                </a:ext>
              </a:extLst>
            </p:cNvPr>
            <p:cNvSpPr>
              <a:spLocks/>
            </p:cNvSpPr>
            <p:nvPr/>
          </p:nvSpPr>
          <p:spPr>
            <a:xfrm>
              <a:off x="1126632" y="2828480"/>
              <a:ext cx="28398" cy="28398"/>
            </a:xfrm>
            <a:prstGeom prst="ellipse">
              <a:avLst/>
            </a:prstGeom>
            <a:solidFill>
              <a:srgbClr val="7F8C97">
                <a:alpha val="48000"/>
              </a:srgbClr>
            </a:solidFill>
            <a:ln w="0">
              <a:noFill/>
              <a:prstDash val="solid"/>
            </a:ln>
          </p:spPr>
        </p:sp>
        <p:sp>
          <p:nvSpPr>
            <p:cNvPr id="768" name="03_assume_matched_767">
              <a:extLst>
                <a:ext uri="{FF2B5EF4-FFF2-40B4-BE49-F238E27FC236}">
                  <a16:creationId xmlns:a16="http://schemas.microsoft.com/office/drawing/2014/main" id="{E07E4994-A439-4ECC-A4C8-4D0F83EA5C91}"/>
                </a:ext>
              </a:extLst>
            </p:cNvPr>
            <p:cNvSpPr>
              <a:spLocks/>
            </p:cNvSpPr>
            <p:nvPr/>
          </p:nvSpPr>
          <p:spPr>
            <a:xfrm>
              <a:off x="1163760" y="3079138"/>
              <a:ext cx="28398" cy="28398"/>
            </a:xfrm>
            <a:prstGeom prst="ellipse">
              <a:avLst/>
            </a:prstGeom>
            <a:solidFill>
              <a:srgbClr val="7F8C97">
                <a:alpha val="48000"/>
              </a:srgbClr>
            </a:solidFill>
            <a:ln w="0">
              <a:noFill/>
              <a:prstDash val="solid"/>
            </a:ln>
          </p:spPr>
        </p:sp>
        <p:sp>
          <p:nvSpPr>
            <p:cNvPr id="769" name="03_assume_matched_768">
              <a:extLst>
                <a:ext uri="{FF2B5EF4-FFF2-40B4-BE49-F238E27FC236}">
                  <a16:creationId xmlns:a16="http://schemas.microsoft.com/office/drawing/2014/main" id="{3848A0BC-8730-4437-A396-0F8E7E765EB1}"/>
                </a:ext>
              </a:extLst>
            </p:cNvPr>
            <p:cNvSpPr>
              <a:spLocks/>
            </p:cNvSpPr>
            <p:nvPr/>
          </p:nvSpPr>
          <p:spPr>
            <a:xfrm>
              <a:off x="1169948" y="2925958"/>
              <a:ext cx="28398" cy="28398"/>
            </a:xfrm>
            <a:prstGeom prst="ellipse">
              <a:avLst/>
            </a:prstGeom>
            <a:solidFill>
              <a:srgbClr val="7F8C97">
                <a:alpha val="48000"/>
              </a:srgbClr>
            </a:solidFill>
            <a:ln w="0">
              <a:noFill/>
              <a:prstDash val="solid"/>
            </a:ln>
          </p:spPr>
        </p:sp>
        <p:sp>
          <p:nvSpPr>
            <p:cNvPr id="770" name="03_assume_matched_769">
              <a:extLst>
                <a:ext uri="{FF2B5EF4-FFF2-40B4-BE49-F238E27FC236}">
                  <a16:creationId xmlns:a16="http://schemas.microsoft.com/office/drawing/2014/main" id="{D082E2C2-48D7-4BF2-A644-1EB77F6CFC1F}"/>
                </a:ext>
              </a:extLst>
            </p:cNvPr>
            <p:cNvSpPr>
              <a:spLocks/>
            </p:cNvSpPr>
            <p:nvPr/>
          </p:nvSpPr>
          <p:spPr>
            <a:xfrm>
              <a:off x="1081013" y="3120914"/>
              <a:ext cx="28398" cy="28398"/>
            </a:xfrm>
            <a:prstGeom prst="ellipse">
              <a:avLst/>
            </a:prstGeom>
            <a:solidFill>
              <a:srgbClr val="7F8C97">
                <a:alpha val="48000"/>
              </a:srgbClr>
            </a:solidFill>
            <a:ln w="0">
              <a:noFill/>
              <a:prstDash val="solid"/>
            </a:ln>
          </p:spPr>
        </p:sp>
        <p:sp>
          <p:nvSpPr>
            <p:cNvPr id="771" name="03_assume_matched_770">
              <a:extLst>
                <a:ext uri="{FF2B5EF4-FFF2-40B4-BE49-F238E27FC236}">
                  <a16:creationId xmlns:a16="http://schemas.microsoft.com/office/drawing/2014/main" id="{ECF72893-FB0B-4711-A5E6-5BF235B88C1C}"/>
                </a:ext>
              </a:extLst>
            </p:cNvPr>
            <p:cNvSpPr>
              <a:spLocks/>
            </p:cNvSpPr>
            <p:nvPr/>
          </p:nvSpPr>
          <p:spPr>
            <a:xfrm>
              <a:off x="1133827" y="3120914"/>
              <a:ext cx="28398" cy="28398"/>
            </a:xfrm>
            <a:prstGeom prst="ellipse">
              <a:avLst/>
            </a:prstGeom>
            <a:solidFill>
              <a:srgbClr val="7F8C97">
                <a:alpha val="48000"/>
              </a:srgbClr>
            </a:solidFill>
            <a:ln w="0">
              <a:noFill/>
              <a:prstDash val="solid"/>
            </a:ln>
          </p:spPr>
        </p:sp>
        <p:sp>
          <p:nvSpPr>
            <p:cNvPr id="772" name="03_assume_matched_771">
              <a:extLst>
                <a:ext uri="{FF2B5EF4-FFF2-40B4-BE49-F238E27FC236}">
                  <a16:creationId xmlns:a16="http://schemas.microsoft.com/office/drawing/2014/main" id="{96B3F77E-E844-4B3E-BC0E-EEC033B6D6C0}"/>
                </a:ext>
              </a:extLst>
            </p:cNvPr>
            <p:cNvSpPr>
              <a:spLocks/>
            </p:cNvSpPr>
            <p:nvPr/>
          </p:nvSpPr>
          <p:spPr>
            <a:xfrm>
              <a:off x="1144764" y="3120914"/>
              <a:ext cx="28398" cy="28398"/>
            </a:xfrm>
            <a:prstGeom prst="ellipse">
              <a:avLst/>
            </a:prstGeom>
            <a:solidFill>
              <a:srgbClr val="7F8C97">
                <a:alpha val="48000"/>
              </a:srgbClr>
            </a:solidFill>
            <a:ln w="0">
              <a:noFill/>
              <a:prstDash val="solid"/>
            </a:ln>
          </p:spPr>
        </p:sp>
        <p:sp>
          <p:nvSpPr>
            <p:cNvPr id="773" name="03_assume_matched_772">
              <a:extLst>
                <a:ext uri="{FF2B5EF4-FFF2-40B4-BE49-F238E27FC236}">
                  <a16:creationId xmlns:a16="http://schemas.microsoft.com/office/drawing/2014/main" id="{23AA5C29-69C9-484D-A578-09C009CA15E8}"/>
                </a:ext>
              </a:extLst>
            </p:cNvPr>
            <p:cNvSpPr>
              <a:spLocks/>
            </p:cNvSpPr>
            <p:nvPr/>
          </p:nvSpPr>
          <p:spPr>
            <a:xfrm>
              <a:off x="1162177" y="3120914"/>
              <a:ext cx="28398" cy="28398"/>
            </a:xfrm>
            <a:prstGeom prst="ellipse">
              <a:avLst/>
            </a:prstGeom>
            <a:solidFill>
              <a:srgbClr val="7F8C97">
                <a:alpha val="48000"/>
              </a:srgbClr>
            </a:solidFill>
            <a:ln w="0">
              <a:noFill/>
              <a:prstDash val="solid"/>
            </a:ln>
          </p:spPr>
        </p:sp>
        <p:sp>
          <p:nvSpPr>
            <p:cNvPr id="774" name="03_assume_matched_773">
              <a:extLst>
                <a:ext uri="{FF2B5EF4-FFF2-40B4-BE49-F238E27FC236}">
                  <a16:creationId xmlns:a16="http://schemas.microsoft.com/office/drawing/2014/main" id="{1E2AD35C-23D1-46B0-B02C-DEA6CDEDBD3B}"/>
                </a:ext>
              </a:extLst>
            </p:cNvPr>
            <p:cNvSpPr>
              <a:spLocks/>
            </p:cNvSpPr>
            <p:nvPr/>
          </p:nvSpPr>
          <p:spPr>
            <a:xfrm>
              <a:off x="1146923" y="3120914"/>
              <a:ext cx="28398" cy="28398"/>
            </a:xfrm>
            <a:prstGeom prst="ellipse">
              <a:avLst/>
            </a:prstGeom>
            <a:solidFill>
              <a:srgbClr val="7F8C97">
                <a:alpha val="48000"/>
              </a:srgbClr>
            </a:solidFill>
            <a:ln w="0">
              <a:noFill/>
              <a:prstDash val="solid"/>
            </a:ln>
          </p:spPr>
        </p:sp>
        <p:sp>
          <p:nvSpPr>
            <p:cNvPr id="775" name="03_assume_matched_774">
              <a:extLst>
                <a:ext uri="{FF2B5EF4-FFF2-40B4-BE49-F238E27FC236}">
                  <a16:creationId xmlns:a16="http://schemas.microsoft.com/office/drawing/2014/main" id="{420D5D42-F115-46EF-A8CF-668A85FE630D}"/>
                </a:ext>
              </a:extLst>
            </p:cNvPr>
            <p:cNvSpPr>
              <a:spLocks/>
            </p:cNvSpPr>
            <p:nvPr/>
          </p:nvSpPr>
          <p:spPr>
            <a:xfrm>
              <a:off x="1125193" y="3120914"/>
              <a:ext cx="28398" cy="28398"/>
            </a:xfrm>
            <a:prstGeom prst="ellipse">
              <a:avLst/>
            </a:prstGeom>
            <a:solidFill>
              <a:srgbClr val="7F8C97">
                <a:alpha val="48000"/>
              </a:srgbClr>
            </a:solidFill>
            <a:ln w="0">
              <a:noFill/>
              <a:prstDash val="solid"/>
            </a:ln>
          </p:spPr>
        </p:sp>
        <p:sp>
          <p:nvSpPr>
            <p:cNvPr id="776" name="03_assume_matched_775">
              <a:extLst>
                <a:ext uri="{FF2B5EF4-FFF2-40B4-BE49-F238E27FC236}">
                  <a16:creationId xmlns:a16="http://schemas.microsoft.com/office/drawing/2014/main" id="{7D25A071-F1C0-4762-8C70-BDC2248D7CCB}"/>
                </a:ext>
              </a:extLst>
            </p:cNvPr>
            <p:cNvSpPr>
              <a:spLocks/>
            </p:cNvSpPr>
            <p:nvPr/>
          </p:nvSpPr>
          <p:spPr>
            <a:xfrm>
              <a:off x="1036976" y="2828480"/>
              <a:ext cx="28398" cy="28398"/>
            </a:xfrm>
            <a:prstGeom prst="ellipse">
              <a:avLst/>
            </a:prstGeom>
            <a:solidFill>
              <a:srgbClr val="7F8C97">
                <a:alpha val="48000"/>
              </a:srgbClr>
            </a:solidFill>
            <a:ln w="0">
              <a:noFill/>
              <a:prstDash val="solid"/>
            </a:ln>
          </p:spPr>
        </p:sp>
        <p:sp>
          <p:nvSpPr>
            <p:cNvPr id="777" name="03_assume_matched_776">
              <a:extLst>
                <a:ext uri="{FF2B5EF4-FFF2-40B4-BE49-F238E27FC236}">
                  <a16:creationId xmlns:a16="http://schemas.microsoft.com/office/drawing/2014/main" id="{8C0D7824-A370-4B99-97D9-0E09D6050607}"/>
                </a:ext>
              </a:extLst>
            </p:cNvPr>
            <p:cNvSpPr>
              <a:spLocks/>
            </p:cNvSpPr>
            <p:nvPr/>
          </p:nvSpPr>
          <p:spPr>
            <a:xfrm>
              <a:off x="1050936" y="3120914"/>
              <a:ext cx="28398" cy="28398"/>
            </a:xfrm>
            <a:prstGeom prst="ellipse">
              <a:avLst/>
            </a:prstGeom>
            <a:solidFill>
              <a:srgbClr val="7F8C97">
                <a:alpha val="48000"/>
              </a:srgbClr>
            </a:solidFill>
            <a:ln w="0">
              <a:noFill/>
              <a:prstDash val="solid"/>
            </a:ln>
          </p:spPr>
        </p:sp>
        <p:sp>
          <p:nvSpPr>
            <p:cNvPr id="778" name="03_assume_matched_777">
              <a:extLst>
                <a:ext uri="{FF2B5EF4-FFF2-40B4-BE49-F238E27FC236}">
                  <a16:creationId xmlns:a16="http://schemas.microsoft.com/office/drawing/2014/main" id="{85485254-CD45-47D2-A052-70525B1D78FE}"/>
                </a:ext>
              </a:extLst>
            </p:cNvPr>
            <p:cNvSpPr>
              <a:spLocks/>
            </p:cNvSpPr>
            <p:nvPr/>
          </p:nvSpPr>
          <p:spPr>
            <a:xfrm>
              <a:off x="1112097" y="2828480"/>
              <a:ext cx="28398" cy="28398"/>
            </a:xfrm>
            <a:prstGeom prst="ellipse">
              <a:avLst/>
            </a:prstGeom>
            <a:solidFill>
              <a:srgbClr val="7F8C97">
                <a:alpha val="48000"/>
              </a:srgbClr>
            </a:solidFill>
            <a:ln w="0">
              <a:noFill/>
              <a:prstDash val="solid"/>
            </a:ln>
          </p:spPr>
        </p:sp>
        <p:sp>
          <p:nvSpPr>
            <p:cNvPr id="779" name="03_assume_matched_778">
              <a:extLst>
                <a:ext uri="{FF2B5EF4-FFF2-40B4-BE49-F238E27FC236}">
                  <a16:creationId xmlns:a16="http://schemas.microsoft.com/office/drawing/2014/main" id="{317E109C-E8D7-43EF-AC48-504FCDEA7B58}"/>
                </a:ext>
              </a:extLst>
            </p:cNvPr>
            <p:cNvSpPr>
              <a:spLocks/>
            </p:cNvSpPr>
            <p:nvPr/>
          </p:nvSpPr>
          <p:spPr>
            <a:xfrm>
              <a:off x="1056980" y="3120914"/>
              <a:ext cx="28398" cy="28398"/>
            </a:xfrm>
            <a:prstGeom prst="ellipse">
              <a:avLst/>
            </a:prstGeom>
            <a:solidFill>
              <a:srgbClr val="7F8C97">
                <a:alpha val="48000"/>
              </a:srgbClr>
            </a:solidFill>
            <a:ln w="0">
              <a:noFill/>
              <a:prstDash val="solid"/>
            </a:ln>
          </p:spPr>
        </p:sp>
        <p:sp>
          <p:nvSpPr>
            <p:cNvPr id="780" name="03_assume_matched_779">
              <a:extLst>
                <a:ext uri="{FF2B5EF4-FFF2-40B4-BE49-F238E27FC236}">
                  <a16:creationId xmlns:a16="http://schemas.microsoft.com/office/drawing/2014/main" id="{0BF4EA1A-FEBE-4DC7-92A2-AA76E8481038}"/>
                </a:ext>
              </a:extLst>
            </p:cNvPr>
            <p:cNvSpPr>
              <a:spLocks/>
            </p:cNvSpPr>
            <p:nvPr/>
          </p:nvSpPr>
          <p:spPr>
            <a:xfrm>
              <a:off x="1083027" y="3120914"/>
              <a:ext cx="28398" cy="28398"/>
            </a:xfrm>
            <a:prstGeom prst="ellipse">
              <a:avLst/>
            </a:prstGeom>
            <a:solidFill>
              <a:srgbClr val="7F8C97">
                <a:alpha val="48000"/>
              </a:srgbClr>
            </a:solidFill>
            <a:ln w="0">
              <a:noFill/>
              <a:prstDash val="solid"/>
            </a:ln>
          </p:spPr>
        </p:sp>
        <p:sp>
          <p:nvSpPr>
            <p:cNvPr id="781" name="03_assume_matched_780">
              <a:extLst>
                <a:ext uri="{FF2B5EF4-FFF2-40B4-BE49-F238E27FC236}">
                  <a16:creationId xmlns:a16="http://schemas.microsoft.com/office/drawing/2014/main" id="{60EAB276-53A7-49B6-9DA5-B019704BC56D}"/>
                </a:ext>
              </a:extLst>
            </p:cNvPr>
            <p:cNvSpPr>
              <a:spLocks/>
            </p:cNvSpPr>
            <p:nvPr/>
          </p:nvSpPr>
          <p:spPr>
            <a:xfrm>
              <a:off x="1032083" y="3120914"/>
              <a:ext cx="28398" cy="28398"/>
            </a:xfrm>
            <a:prstGeom prst="ellipse">
              <a:avLst/>
            </a:prstGeom>
            <a:solidFill>
              <a:srgbClr val="7F8C97">
                <a:alpha val="48000"/>
              </a:srgbClr>
            </a:solidFill>
            <a:ln w="0">
              <a:noFill/>
              <a:prstDash val="solid"/>
            </a:ln>
          </p:spPr>
        </p:sp>
        <p:sp>
          <p:nvSpPr>
            <p:cNvPr id="782" name="03_assume_matched_781">
              <a:extLst>
                <a:ext uri="{FF2B5EF4-FFF2-40B4-BE49-F238E27FC236}">
                  <a16:creationId xmlns:a16="http://schemas.microsoft.com/office/drawing/2014/main" id="{401EA94E-13F9-4FC2-9A26-65B5ACFE0FAC}"/>
                </a:ext>
              </a:extLst>
            </p:cNvPr>
            <p:cNvSpPr>
              <a:spLocks/>
            </p:cNvSpPr>
            <p:nvPr/>
          </p:nvSpPr>
          <p:spPr>
            <a:xfrm>
              <a:off x="1527570" y="2603530"/>
              <a:ext cx="28398" cy="28398"/>
            </a:xfrm>
            <a:prstGeom prst="ellipse">
              <a:avLst/>
            </a:prstGeom>
            <a:solidFill>
              <a:srgbClr val="7F8C97">
                <a:alpha val="48000"/>
              </a:srgbClr>
            </a:solidFill>
            <a:ln w="0">
              <a:noFill/>
              <a:prstDash val="solid"/>
            </a:ln>
          </p:spPr>
        </p:sp>
        <p:sp>
          <p:nvSpPr>
            <p:cNvPr id="783" name="03_assume_matched_782">
              <a:extLst>
                <a:ext uri="{FF2B5EF4-FFF2-40B4-BE49-F238E27FC236}">
                  <a16:creationId xmlns:a16="http://schemas.microsoft.com/office/drawing/2014/main" id="{5ADEBAD5-030A-4D0F-B3CE-731433182A32}"/>
                </a:ext>
              </a:extLst>
            </p:cNvPr>
            <p:cNvSpPr>
              <a:spLocks/>
            </p:cNvSpPr>
            <p:nvPr/>
          </p:nvSpPr>
          <p:spPr>
            <a:xfrm>
              <a:off x="1516057" y="3120914"/>
              <a:ext cx="28398" cy="28398"/>
            </a:xfrm>
            <a:prstGeom prst="ellipse">
              <a:avLst/>
            </a:prstGeom>
            <a:solidFill>
              <a:srgbClr val="7F8C97">
                <a:alpha val="48000"/>
              </a:srgbClr>
            </a:solidFill>
            <a:ln w="0">
              <a:noFill/>
              <a:prstDash val="solid"/>
            </a:ln>
          </p:spPr>
        </p:sp>
        <p:sp>
          <p:nvSpPr>
            <p:cNvPr id="784" name="03_assume_matched_783">
              <a:extLst>
                <a:ext uri="{FF2B5EF4-FFF2-40B4-BE49-F238E27FC236}">
                  <a16:creationId xmlns:a16="http://schemas.microsoft.com/office/drawing/2014/main" id="{2EE4A548-9F71-42A0-9151-7D52BE4F2794}"/>
                </a:ext>
              </a:extLst>
            </p:cNvPr>
            <p:cNvSpPr>
              <a:spLocks/>
            </p:cNvSpPr>
            <p:nvPr/>
          </p:nvSpPr>
          <p:spPr>
            <a:xfrm>
              <a:off x="1458925" y="3120914"/>
              <a:ext cx="28398" cy="28398"/>
            </a:xfrm>
            <a:prstGeom prst="ellipse">
              <a:avLst/>
            </a:prstGeom>
            <a:solidFill>
              <a:srgbClr val="7F8C97">
                <a:alpha val="48000"/>
              </a:srgbClr>
            </a:solidFill>
            <a:ln w="0">
              <a:noFill/>
              <a:prstDash val="solid"/>
            </a:ln>
          </p:spPr>
        </p:sp>
        <p:sp>
          <p:nvSpPr>
            <p:cNvPr id="785" name="03_assume_matched_784">
              <a:extLst>
                <a:ext uri="{FF2B5EF4-FFF2-40B4-BE49-F238E27FC236}">
                  <a16:creationId xmlns:a16="http://schemas.microsoft.com/office/drawing/2014/main" id="{794B0DE3-0B2F-442F-A4D7-5C577BBF42CC}"/>
                </a:ext>
              </a:extLst>
            </p:cNvPr>
            <p:cNvSpPr>
              <a:spLocks/>
            </p:cNvSpPr>
            <p:nvPr/>
          </p:nvSpPr>
          <p:spPr>
            <a:xfrm>
              <a:off x="1537787" y="2536045"/>
              <a:ext cx="28398" cy="28398"/>
            </a:xfrm>
            <a:prstGeom prst="ellipse">
              <a:avLst/>
            </a:prstGeom>
            <a:solidFill>
              <a:srgbClr val="7F8C97">
                <a:alpha val="48000"/>
              </a:srgbClr>
            </a:solidFill>
            <a:ln w="0">
              <a:noFill/>
              <a:prstDash val="solid"/>
            </a:ln>
          </p:spPr>
        </p:sp>
        <p:sp>
          <p:nvSpPr>
            <p:cNvPr id="786" name="03_assume_matched_785">
              <a:extLst>
                <a:ext uri="{FF2B5EF4-FFF2-40B4-BE49-F238E27FC236}">
                  <a16:creationId xmlns:a16="http://schemas.microsoft.com/office/drawing/2014/main" id="{6DB257A3-0392-44F9-8841-E9BB5EF60608}"/>
                </a:ext>
              </a:extLst>
            </p:cNvPr>
            <p:cNvSpPr>
              <a:spLocks/>
            </p:cNvSpPr>
            <p:nvPr/>
          </p:nvSpPr>
          <p:spPr>
            <a:xfrm>
              <a:off x="1505552" y="2536045"/>
              <a:ext cx="28398" cy="28398"/>
            </a:xfrm>
            <a:prstGeom prst="ellipse">
              <a:avLst/>
            </a:prstGeom>
            <a:solidFill>
              <a:srgbClr val="7F8C97">
                <a:alpha val="48000"/>
              </a:srgbClr>
            </a:solidFill>
            <a:ln w="0">
              <a:noFill/>
              <a:prstDash val="solid"/>
            </a:ln>
          </p:spPr>
        </p:sp>
        <p:sp>
          <p:nvSpPr>
            <p:cNvPr id="787" name="03_assume_matched_786">
              <a:extLst>
                <a:ext uri="{FF2B5EF4-FFF2-40B4-BE49-F238E27FC236}">
                  <a16:creationId xmlns:a16="http://schemas.microsoft.com/office/drawing/2014/main" id="{C89339FD-90AF-489C-9B6C-DBE2312D1E77}"/>
                </a:ext>
              </a:extLst>
            </p:cNvPr>
            <p:cNvSpPr>
              <a:spLocks/>
            </p:cNvSpPr>
            <p:nvPr/>
          </p:nvSpPr>
          <p:spPr>
            <a:xfrm>
              <a:off x="1410284" y="2695555"/>
              <a:ext cx="28398" cy="28398"/>
            </a:xfrm>
            <a:prstGeom prst="ellipse">
              <a:avLst/>
            </a:prstGeom>
            <a:solidFill>
              <a:srgbClr val="7F8C97">
                <a:alpha val="48000"/>
              </a:srgbClr>
            </a:solidFill>
            <a:ln w="0">
              <a:noFill/>
              <a:prstDash val="solid"/>
            </a:ln>
          </p:spPr>
        </p:sp>
        <p:sp>
          <p:nvSpPr>
            <p:cNvPr id="788" name="03_assume_matched_787">
              <a:extLst>
                <a:ext uri="{FF2B5EF4-FFF2-40B4-BE49-F238E27FC236}">
                  <a16:creationId xmlns:a16="http://schemas.microsoft.com/office/drawing/2014/main" id="{CE09D833-8033-45FE-84B8-3F3AD1AA5BE0}"/>
                </a:ext>
              </a:extLst>
            </p:cNvPr>
            <p:cNvSpPr>
              <a:spLocks/>
            </p:cNvSpPr>
            <p:nvPr/>
          </p:nvSpPr>
          <p:spPr>
            <a:xfrm>
              <a:off x="1440936" y="3120914"/>
              <a:ext cx="28398" cy="28398"/>
            </a:xfrm>
            <a:prstGeom prst="ellipse">
              <a:avLst/>
            </a:prstGeom>
            <a:solidFill>
              <a:srgbClr val="7F8C97">
                <a:alpha val="48000"/>
              </a:srgbClr>
            </a:solidFill>
            <a:ln w="0">
              <a:noFill/>
              <a:prstDash val="solid"/>
            </a:ln>
          </p:spPr>
        </p:sp>
        <p:sp>
          <p:nvSpPr>
            <p:cNvPr id="789" name="03_assume_matched_788">
              <a:extLst>
                <a:ext uri="{FF2B5EF4-FFF2-40B4-BE49-F238E27FC236}">
                  <a16:creationId xmlns:a16="http://schemas.microsoft.com/office/drawing/2014/main" id="{73958ECB-CB5F-4274-A3C3-EEE4E9AEA3C0}"/>
                </a:ext>
              </a:extLst>
            </p:cNvPr>
            <p:cNvSpPr>
              <a:spLocks/>
            </p:cNvSpPr>
            <p:nvPr/>
          </p:nvSpPr>
          <p:spPr>
            <a:xfrm>
              <a:off x="1409996" y="3120914"/>
              <a:ext cx="28398" cy="28398"/>
            </a:xfrm>
            <a:prstGeom prst="ellipse">
              <a:avLst/>
            </a:prstGeom>
            <a:solidFill>
              <a:srgbClr val="7F8C97">
                <a:alpha val="48000"/>
              </a:srgbClr>
            </a:solidFill>
            <a:ln w="0">
              <a:noFill/>
              <a:prstDash val="solid"/>
            </a:ln>
          </p:spPr>
        </p:sp>
        <p:sp>
          <p:nvSpPr>
            <p:cNvPr id="790" name="03_assume_matched_789">
              <a:extLst>
                <a:ext uri="{FF2B5EF4-FFF2-40B4-BE49-F238E27FC236}">
                  <a16:creationId xmlns:a16="http://schemas.microsoft.com/office/drawing/2014/main" id="{C3F57836-C134-424E-A80D-A641F0DF0E4F}"/>
                </a:ext>
              </a:extLst>
            </p:cNvPr>
            <p:cNvSpPr>
              <a:spLocks/>
            </p:cNvSpPr>
            <p:nvPr/>
          </p:nvSpPr>
          <p:spPr>
            <a:xfrm>
              <a:off x="1491305" y="3120914"/>
              <a:ext cx="28398" cy="28398"/>
            </a:xfrm>
            <a:prstGeom prst="ellipse">
              <a:avLst/>
            </a:prstGeom>
            <a:solidFill>
              <a:srgbClr val="7F8C97">
                <a:alpha val="48000"/>
              </a:srgbClr>
            </a:solidFill>
            <a:ln w="0">
              <a:noFill/>
              <a:prstDash val="solid"/>
            </a:ln>
          </p:spPr>
        </p:sp>
        <p:sp>
          <p:nvSpPr>
            <p:cNvPr id="791" name="03_assume_matched_790">
              <a:extLst>
                <a:ext uri="{FF2B5EF4-FFF2-40B4-BE49-F238E27FC236}">
                  <a16:creationId xmlns:a16="http://schemas.microsoft.com/office/drawing/2014/main" id="{82C72387-4521-4561-A88A-3680B9C3ED43}"/>
                </a:ext>
              </a:extLst>
            </p:cNvPr>
            <p:cNvSpPr>
              <a:spLocks/>
            </p:cNvSpPr>
            <p:nvPr/>
          </p:nvSpPr>
          <p:spPr>
            <a:xfrm>
              <a:off x="1472596" y="3120914"/>
              <a:ext cx="28398" cy="28398"/>
            </a:xfrm>
            <a:prstGeom prst="ellipse">
              <a:avLst/>
            </a:prstGeom>
            <a:solidFill>
              <a:srgbClr val="7F8C97">
                <a:alpha val="48000"/>
              </a:srgbClr>
            </a:solidFill>
            <a:ln w="0">
              <a:noFill/>
              <a:prstDash val="solid"/>
            </a:ln>
          </p:spPr>
        </p:sp>
        <p:sp>
          <p:nvSpPr>
            <p:cNvPr id="792" name="03_assume_matched_791">
              <a:extLst>
                <a:ext uri="{FF2B5EF4-FFF2-40B4-BE49-F238E27FC236}">
                  <a16:creationId xmlns:a16="http://schemas.microsoft.com/office/drawing/2014/main" id="{303A7BE5-5140-4987-B5D2-C97703984DE3}"/>
                </a:ext>
              </a:extLst>
            </p:cNvPr>
            <p:cNvSpPr>
              <a:spLocks/>
            </p:cNvSpPr>
            <p:nvPr/>
          </p:nvSpPr>
          <p:spPr>
            <a:xfrm>
              <a:off x="1457342" y="3120914"/>
              <a:ext cx="28398" cy="28398"/>
            </a:xfrm>
            <a:prstGeom prst="ellipse">
              <a:avLst/>
            </a:prstGeom>
            <a:solidFill>
              <a:srgbClr val="7F8C97">
                <a:alpha val="48000"/>
              </a:srgbClr>
            </a:solidFill>
            <a:ln w="0">
              <a:noFill/>
              <a:prstDash val="solid"/>
            </a:ln>
          </p:spPr>
        </p:sp>
        <p:sp>
          <p:nvSpPr>
            <p:cNvPr id="793" name="03_assume_matched_792">
              <a:extLst>
                <a:ext uri="{FF2B5EF4-FFF2-40B4-BE49-F238E27FC236}">
                  <a16:creationId xmlns:a16="http://schemas.microsoft.com/office/drawing/2014/main" id="{218E9336-068A-48B0-BA37-EBCDFF6655C5}"/>
                </a:ext>
              </a:extLst>
            </p:cNvPr>
            <p:cNvSpPr>
              <a:spLocks/>
            </p:cNvSpPr>
            <p:nvPr/>
          </p:nvSpPr>
          <p:spPr>
            <a:xfrm>
              <a:off x="1443095" y="3120914"/>
              <a:ext cx="28398" cy="28398"/>
            </a:xfrm>
            <a:prstGeom prst="ellipse">
              <a:avLst/>
            </a:prstGeom>
            <a:solidFill>
              <a:srgbClr val="7F8C97">
                <a:alpha val="48000"/>
              </a:srgbClr>
            </a:solidFill>
            <a:ln w="0">
              <a:noFill/>
              <a:prstDash val="solid"/>
            </a:ln>
          </p:spPr>
        </p:sp>
        <p:sp>
          <p:nvSpPr>
            <p:cNvPr id="794" name="03_assume_matched_793">
              <a:extLst>
                <a:ext uri="{FF2B5EF4-FFF2-40B4-BE49-F238E27FC236}">
                  <a16:creationId xmlns:a16="http://schemas.microsoft.com/office/drawing/2014/main" id="{947B6C47-B336-4A26-A931-C6EA5076F019}"/>
                </a:ext>
              </a:extLst>
            </p:cNvPr>
            <p:cNvSpPr>
              <a:spLocks/>
            </p:cNvSpPr>
            <p:nvPr/>
          </p:nvSpPr>
          <p:spPr>
            <a:xfrm>
              <a:off x="1459501" y="3120914"/>
              <a:ext cx="28398" cy="28398"/>
            </a:xfrm>
            <a:prstGeom prst="ellipse">
              <a:avLst/>
            </a:prstGeom>
            <a:solidFill>
              <a:srgbClr val="7F8C97">
                <a:alpha val="48000"/>
              </a:srgbClr>
            </a:solidFill>
            <a:ln w="0">
              <a:noFill/>
              <a:prstDash val="solid"/>
            </a:ln>
          </p:spPr>
        </p:sp>
        <p:sp>
          <p:nvSpPr>
            <p:cNvPr id="795" name="03_assume_matched_794">
              <a:extLst>
                <a:ext uri="{FF2B5EF4-FFF2-40B4-BE49-F238E27FC236}">
                  <a16:creationId xmlns:a16="http://schemas.microsoft.com/office/drawing/2014/main" id="{F3BD10DB-1583-47F8-9AB3-821178621FE5}"/>
                </a:ext>
              </a:extLst>
            </p:cNvPr>
            <p:cNvSpPr>
              <a:spLocks/>
            </p:cNvSpPr>
            <p:nvPr/>
          </p:nvSpPr>
          <p:spPr>
            <a:xfrm>
              <a:off x="1544695" y="2828480"/>
              <a:ext cx="28398" cy="28398"/>
            </a:xfrm>
            <a:prstGeom prst="ellipse">
              <a:avLst/>
            </a:prstGeom>
            <a:solidFill>
              <a:srgbClr val="7F8C97">
                <a:alpha val="48000"/>
              </a:srgbClr>
            </a:solidFill>
            <a:ln w="0">
              <a:noFill/>
              <a:prstDash val="solid"/>
            </a:ln>
          </p:spPr>
        </p:sp>
        <p:sp>
          <p:nvSpPr>
            <p:cNvPr id="796" name="03_assume_matched_795">
              <a:extLst>
                <a:ext uri="{FF2B5EF4-FFF2-40B4-BE49-F238E27FC236}">
                  <a16:creationId xmlns:a16="http://schemas.microsoft.com/office/drawing/2014/main" id="{123AA10B-774C-4FDE-ACDA-F05884677D55}"/>
                </a:ext>
              </a:extLst>
            </p:cNvPr>
            <p:cNvSpPr>
              <a:spLocks/>
            </p:cNvSpPr>
            <p:nvPr/>
          </p:nvSpPr>
          <p:spPr>
            <a:xfrm>
              <a:off x="1499651" y="2731002"/>
              <a:ext cx="28398" cy="28398"/>
            </a:xfrm>
            <a:prstGeom prst="ellipse">
              <a:avLst/>
            </a:prstGeom>
            <a:solidFill>
              <a:srgbClr val="7F8C97">
                <a:alpha val="48000"/>
              </a:srgbClr>
            </a:solidFill>
            <a:ln w="0">
              <a:noFill/>
              <a:prstDash val="solid"/>
            </a:ln>
          </p:spPr>
        </p:sp>
        <p:sp>
          <p:nvSpPr>
            <p:cNvPr id="797" name="03_assume_matched_796">
              <a:extLst>
                <a:ext uri="{FF2B5EF4-FFF2-40B4-BE49-F238E27FC236}">
                  <a16:creationId xmlns:a16="http://schemas.microsoft.com/office/drawing/2014/main" id="{35F0D261-7DD8-4C18-ABA5-EC554E79F765}"/>
                </a:ext>
              </a:extLst>
            </p:cNvPr>
            <p:cNvSpPr>
              <a:spLocks/>
            </p:cNvSpPr>
            <p:nvPr/>
          </p:nvSpPr>
          <p:spPr>
            <a:xfrm>
              <a:off x="1509437" y="3055929"/>
              <a:ext cx="28398" cy="28398"/>
            </a:xfrm>
            <a:prstGeom prst="ellipse">
              <a:avLst/>
            </a:prstGeom>
            <a:solidFill>
              <a:srgbClr val="7F8C97">
                <a:alpha val="48000"/>
              </a:srgbClr>
            </a:solidFill>
            <a:ln w="0">
              <a:noFill/>
              <a:prstDash val="solid"/>
            </a:ln>
          </p:spPr>
        </p:sp>
        <p:sp>
          <p:nvSpPr>
            <p:cNvPr id="798" name="03_assume_matched_797">
              <a:extLst>
                <a:ext uri="{FF2B5EF4-FFF2-40B4-BE49-F238E27FC236}">
                  <a16:creationId xmlns:a16="http://schemas.microsoft.com/office/drawing/2014/main" id="{3EDFD309-7B60-448D-B898-20C5C902CAFA}"/>
                </a:ext>
              </a:extLst>
            </p:cNvPr>
            <p:cNvSpPr>
              <a:spLocks/>
            </p:cNvSpPr>
            <p:nvPr/>
          </p:nvSpPr>
          <p:spPr>
            <a:xfrm>
              <a:off x="1446261" y="3055929"/>
              <a:ext cx="28398" cy="28398"/>
            </a:xfrm>
            <a:prstGeom prst="ellipse">
              <a:avLst/>
            </a:prstGeom>
            <a:solidFill>
              <a:srgbClr val="7F8C97">
                <a:alpha val="48000"/>
              </a:srgbClr>
            </a:solidFill>
            <a:ln w="0">
              <a:noFill/>
              <a:prstDash val="solid"/>
            </a:ln>
          </p:spPr>
        </p:sp>
        <p:sp>
          <p:nvSpPr>
            <p:cNvPr id="799" name="03_assume_matched_798">
              <a:extLst>
                <a:ext uri="{FF2B5EF4-FFF2-40B4-BE49-F238E27FC236}">
                  <a16:creationId xmlns:a16="http://schemas.microsoft.com/office/drawing/2014/main" id="{9AE76A28-75A8-4761-AA85-0FC614940DC8}"/>
                </a:ext>
              </a:extLst>
            </p:cNvPr>
            <p:cNvSpPr>
              <a:spLocks/>
            </p:cNvSpPr>
            <p:nvPr/>
          </p:nvSpPr>
          <p:spPr>
            <a:xfrm>
              <a:off x="1536636" y="3120914"/>
              <a:ext cx="28398" cy="28398"/>
            </a:xfrm>
            <a:prstGeom prst="ellipse">
              <a:avLst/>
            </a:prstGeom>
            <a:solidFill>
              <a:srgbClr val="7F8C97">
                <a:alpha val="48000"/>
              </a:srgbClr>
            </a:solidFill>
            <a:ln w="0">
              <a:noFill/>
              <a:prstDash val="solid"/>
            </a:ln>
          </p:spPr>
        </p:sp>
        <p:sp>
          <p:nvSpPr>
            <p:cNvPr id="800" name="03_assume_matched_799">
              <a:extLst>
                <a:ext uri="{FF2B5EF4-FFF2-40B4-BE49-F238E27FC236}">
                  <a16:creationId xmlns:a16="http://schemas.microsoft.com/office/drawing/2014/main" id="{F939D6E5-7D28-47DE-B8D9-DD8017DAC9A4}"/>
                </a:ext>
              </a:extLst>
            </p:cNvPr>
            <p:cNvSpPr>
              <a:spLocks/>
            </p:cNvSpPr>
            <p:nvPr/>
          </p:nvSpPr>
          <p:spPr>
            <a:xfrm>
              <a:off x="1509725" y="2642385"/>
              <a:ext cx="28398" cy="28398"/>
            </a:xfrm>
            <a:prstGeom prst="ellipse">
              <a:avLst/>
            </a:prstGeom>
            <a:solidFill>
              <a:srgbClr val="7F8C97">
                <a:alpha val="48000"/>
              </a:srgbClr>
            </a:solidFill>
            <a:ln w="0">
              <a:noFill/>
              <a:prstDash val="solid"/>
            </a:ln>
          </p:spPr>
        </p:sp>
        <p:sp>
          <p:nvSpPr>
            <p:cNvPr id="801" name="03_assume_matched_800">
              <a:extLst>
                <a:ext uri="{FF2B5EF4-FFF2-40B4-BE49-F238E27FC236}">
                  <a16:creationId xmlns:a16="http://schemas.microsoft.com/office/drawing/2014/main" id="{3BCC35B4-1472-4C4B-AA14-1B9D83052F36}"/>
                </a:ext>
              </a:extLst>
            </p:cNvPr>
            <p:cNvSpPr>
              <a:spLocks/>
            </p:cNvSpPr>
            <p:nvPr/>
          </p:nvSpPr>
          <p:spPr>
            <a:xfrm>
              <a:off x="1427553" y="3120914"/>
              <a:ext cx="28398" cy="28398"/>
            </a:xfrm>
            <a:prstGeom prst="ellipse">
              <a:avLst/>
            </a:prstGeom>
            <a:solidFill>
              <a:srgbClr val="7F8C97">
                <a:alpha val="48000"/>
              </a:srgbClr>
            </a:solidFill>
            <a:ln w="0">
              <a:noFill/>
              <a:prstDash val="solid"/>
            </a:ln>
          </p:spPr>
        </p:sp>
        <p:sp>
          <p:nvSpPr>
            <p:cNvPr id="802" name="03_assume_matched_801">
              <a:extLst>
                <a:ext uri="{FF2B5EF4-FFF2-40B4-BE49-F238E27FC236}">
                  <a16:creationId xmlns:a16="http://schemas.microsoft.com/office/drawing/2014/main" id="{61498156-9B68-4D7A-AEA3-8CAA4D1A2CDA}"/>
                </a:ext>
              </a:extLst>
            </p:cNvPr>
            <p:cNvSpPr>
              <a:spLocks/>
            </p:cNvSpPr>
            <p:nvPr/>
          </p:nvSpPr>
          <p:spPr>
            <a:xfrm>
              <a:off x="1434892" y="3120914"/>
              <a:ext cx="28398" cy="28398"/>
            </a:xfrm>
            <a:prstGeom prst="ellipse">
              <a:avLst/>
            </a:prstGeom>
            <a:solidFill>
              <a:srgbClr val="7F8C97">
                <a:alpha val="48000"/>
              </a:srgbClr>
            </a:solidFill>
            <a:ln w="0">
              <a:noFill/>
              <a:prstDash val="solid"/>
            </a:ln>
          </p:spPr>
        </p:sp>
        <p:sp>
          <p:nvSpPr>
            <p:cNvPr id="803" name="03_assume_matched_802">
              <a:extLst>
                <a:ext uri="{FF2B5EF4-FFF2-40B4-BE49-F238E27FC236}">
                  <a16:creationId xmlns:a16="http://schemas.microsoft.com/office/drawing/2014/main" id="{59CE7DA3-D0ED-4C9D-9FD9-A3BEF60754FC}"/>
                </a:ext>
              </a:extLst>
            </p:cNvPr>
            <p:cNvSpPr>
              <a:spLocks/>
            </p:cNvSpPr>
            <p:nvPr/>
          </p:nvSpPr>
          <p:spPr>
            <a:xfrm>
              <a:off x="1446117" y="2925958"/>
              <a:ext cx="28398" cy="28398"/>
            </a:xfrm>
            <a:prstGeom prst="ellipse">
              <a:avLst/>
            </a:prstGeom>
            <a:solidFill>
              <a:srgbClr val="7F8C97">
                <a:alpha val="48000"/>
              </a:srgbClr>
            </a:solidFill>
            <a:ln w="0">
              <a:noFill/>
              <a:prstDash val="solid"/>
            </a:ln>
          </p:spPr>
        </p:sp>
        <p:sp>
          <p:nvSpPr>
            <p:cNvPr id="804" name="03_assume_matched_803">
              <a:extLst>
                <a:ext uri="{FF2B5EF4-FFF2-40B4-BE49-F238E27FC236}">
                  <a16:creationId xmlns:a16="http://schemas.microsoft.com/office/drawing/2014/main" id="{0299F348-E8CE-43DA-B486-0F48A9963749}"/>
                </a:ext>
              </a:extLst>
            </p:cNvPr>
            <p:cNvSpPr>
              <a:spLocks/>
            </p:cNvSpPr>
            <p:nvPr/>
          </p:nvSpPr>
          <p:spPr>
            <a:xfrm>
              <a:off x="1535485" y="3120914"/>
              <a:ext cx="28398" cy="28398"/>
            </a:xfrm>
            <a:prstGeom prst="ellipse">
              <a:avLst/>
            </a:prstGeom>
            <a:solidFill>
              <a:srgbClr val="7F8C97">
                <a:alpha val="48000"/>
              </a:srgbClr>
            </a:solidFill>
            <a:ln w="0">
              <a:noFill/>
              <a:prstDash val="solid"/>
            </a:ln>
          </p:spPr>
        </p:sp>
        <p:sp>
          <p:nvSpPr>
            <p:cNvPr id="805" name="03_assume_matched_804">
              <a:extLst>
                <a:ext uri="{FF2B5EF4-FFF2-40B4-BE49-F238E27FC236}">
                  <a16:creationId xmlns:a16="http://schemas.microsoft.com/office/drawing/2014/main" id="{DFAE2512-0CC8-463D-8E22-414FF54F2A2D}"/>
                </a:ext>
              </a:extLst>
            </p:cNvPr>
            <p:cNvSpPr>
              <a:spLocks/>
            </p:cNvSpPr>
            <p:nvPr/>
          </p:nvSpPr>
          <p:spPr>
            <a:xfrm>
              <a:off x="1448420" y="2536045"/>
              <a:ext cx="28398" cy="28398"/>
            </a:xfrm>
            <a:prstGeom prst="ellipse">
              <a:avLst/>
            </a:prstGeom>
            <a:solidFill>
              <a:srgbClr val="7F8C97">
                <a:alpha val="48000"/>
              </a:srgbClr>
            </a:solidFill>
            <a:ln w="0">
              <a:noFill/>
              <a:prstDash val="solid"/>
            </a:ln>
          </p:spPr>
        </p:sp>
        <p:sp>
          <p:nvSpPr>
            <p:cNvPr id="806" name="03_assume_matched_805">
              <a:extLst>
                <a:ext uri="{FF2B5EF4-FFF2-40B4-BE49-F238E27FC236}">
                  <a16:creationId xmlns:a16="http://schemas.microsoft.com/office/drawing/2014/main" id="{217389F8-60FA-4F35-A386-8031167CA937}"/>
                </a:ext>
              </a:extLst>
            </p:cNvPr>
            <p:cNvSpPr>
              <a:spLocks/>
            </p:cNvSpPr>
            <p:nvPr/>
          </p:nvSpPr>
          <p:spPr>
            <a:xfrm>
              <a:off x="1527426" y="3055929"/>
              <a:ext cx="28398" cy="28398"/>
            </a:xfrm>
            <a:prstGeom prst="ellipse">
              <a:avLst/>
            </a:prstGeom>
            <a:solidFill>
              <a:srgbClr val="7F8C97">
                <a:alpha val="48000"/>
              </a:srgbClr>
            </a:solidFill>
            <a:ln w="0">
              <a:noFill/>
              <a:prstDash val="solid"/>
            </a:ln>
          </p:spPr>
        </p:sp>
        <p:sp>
          <p:nvSpPr>
            <p:cNvPr id="807" name="03_assume_matched_806">
              <a:extLst>
                <a:ext uri="{FF2B5EF4-FFF2-40B4-BE49-F238E27FC236}">
                  <a16:creationId xmlns:a16="http://schemas.microsoft.com/office/drawing/2014/main" id="{89DE52F6-A9E9-4E2B-8D96-EAE2EDB6D2B9}"/>
                </a:ext>
              </a:extLst>
            </p:cNvPr>
            <p:cNvSpPr>
              <a:spLocks/>
            </p:cNvSpPr>
            <p:nvPr/>
          </p:nvSpPr>
          <p:spPr>
            <a:xfrm>
              <a:off x="1528577" y="2536045"/>
              <a:ext cx="28398" cy="28398"/>
            </a:xfrm>
            <a:prstGeom prst="ellipse">
              <a:avLst/>
            </a:prstGeom>
            <a:solidFill>
              <a:srgbClr val="7F8C97">
                <a:alpha val="48000"/>
              </a:srgbClr>
            </a:solidFill>
            <a:ln w="0">
              <a:noFill/>
              <a:prstDash val="solid"/>
            </a:ln>
          </p:spPr>
        </p:sp>
        <p:sp>
          <p:nvSpPr>
            <p:cNvPr id="808" name="03_assume_matched_807">
              <a:extLst>
                <a:ext uri="{FF2B5EF4-FFF2-40B4-BE49-F238E27FC236}">
                  <a16:creationId xmlns:a16="http://schemas.microsoft.com/office/drawing/2014/main" id="{717B2AAC-CAA2-446A-9039-EE90908E66CC}"/>
                </a:ext>
              </a:extLst>
            </p:cNvPr>
            <p:cNvSpPr>
              <a:spLocks/>
            </p:cNvSpPr>
            <p:nvPr/>
          </p:nvSpPr>
          <p:spPr>
            <a:xfrm>
              <a:off x="1532319" y="3120914"/>
              <a:ext cx="28398" cy="28398"/>
            </a:xfrm>
            <a:prstGeom prst="ellipse">
              <a:avLst/>
            </a:prstGeom>
            <a:solidFill>
              <a:srgbClr val="7F8C97">
                <a:alpha val="48000"/>
              </a:srgbClr>
            </a:solidFill>
            <a:ln w="0">
              <a:noFill/>
              <a:prstDash val="solid"/>
            </a:ln>
          </p:spPr>
        </p:sp>
        <p:sp>
          <p:nvSpPr>
            <p:cNvPr id="809" name="03_assume_matched_808">
              <a:extLst>
                <a:ext uri="{FF2B5EF4-FFF2-40B4-BE49-F238E27FC236}">
                  <a16:creationId xmlns:a16="http://schemas.microsoft.com/office/drawing/2014/main" id="{E82A487E-D215-4AD2-A1F3-CC9E17A699B7}"/>
                </a:ext>
              </a:extLst>
            </p:cNvPr>
            <p:cNvSpPr>
              <a:spLocks/>
            </p:cNvSpPr>
            <p:nvPr/>
          </p:nvSpPr>
          <p:spPr>
            <a:xfrm>
              <a:off x="1449571" y="2925958"/>
              <a:ext cx="28398" cy="28398"/>
            </a:xfrm>
            <a:prstGeom prst="ellipse">
              <a:avLst/>
            </a:prstGeom>
            <a:solidFill>
              <a:srgbClr val="7F8C97">
                <a:alpha val="48000"/>
              </a:srgbClr>
            </a:solidFill>
            <a:ln w="0">
              <a:noFill/>
              <a:prstDash val="solid"/>
            </a:ln>
          </p:spPr>
        </p:sp>
        <p:sp>
          <p:nvSpPr>
            <p:cNvPr id="810" name="03_assume_matched_809">
              <a:extLst>
                <a:ext uri="{FF2B5EF4-FFF2-40B4-BE49-F238E27FC236}">
                  <a16:creationId xmlns:a16="http://schemas.microsoft.com/office/drawing/2014/main" id="{F7CC911C-D740-4A13-8EED-86CA41F782D9}"/>
                </a:ext>
              </a:extLst>
            </p:cNvPr>
            <p:cNvSpPr>
              <a:spLocks/>
            </p:cNvSpPr>
            <p:nvPr/>
          </p:nvSpPr>
          <p:spPr>
            <a:xfrm>
              <a:off x="1427841" y="2682262"/>
              <a:ext cx="28398" cy="28398"/>
            </a:xfrm>
            <a:prstGeom prst="ellipse">
              <a:avLst/>
            </a:prstGeom>
            <a:solidFill>
              <a:srgbClr val="7F8C97">
                <a:alpha val="48000"/>
              </a:srgbClr>
            </a:solidFill>
            <a:ln w="0">
              <a:noFill/>
              <a:prstDash val="solid"/>
            </a:ln>
          </p:spPr>
        </p:sp>
        <p:sp>
          <p:nvSpPr>
            <p:cNvPr id="811" name="03_assume_matched_810">
              <a:extLst>
                <a:ext uri="{FF2B5EF4-FFF2-40B4-BE49-F238E27FC236}">
                  <a16:creationId xmlns:a16="http://schemas.microsoft.com/office/drawing/2014/main" id="{C294A1E4-F82B-49EA-BA8E-38C69FE3D51B}"/>
                </a:ext>
              </a:extLst>
            </p:cNvPr>
            <p:cNvSpPr>
              <a:spLocks/>
            </p:cNvSpPr>
            <p:nvPr/>
          </p:nvSpPr>
          <p:spPr>
            <a:xfrm>
              <a:off x="1511596" y="2536045"/>
              <a:ext cx="28398" cy="28398"/>
            </a:xfrm>
            <a:prstGeom prst="ellipse">
              <a:avLst/>
            </a:prstGeom>
            <a:solidFill>
              <a:srgbClr val="7F8C97">
                <a:alpha val="48000"/>
              </a:srgbClr>
            </a:solidFill>
            <a:ln w="0">
              <a:noFill/>
              <a:prstDash val="solid"/>
            </a:ln>
          </p:spPr>
        </p:sp>
        <p:sp>
          <p:nvSpPr>
            <p:cNvPr id="812" name="03_assume_matched_811">
              <a:extLst>
                <a:ext uri="{FF2B5EF4-FFF2-40B4-BE49-F238E27FC236}">
                  <a16:creationId xmlns:a16="http://schemas.microsoft.com/office/drawing/2014/main" id="{8B76DD41-D889-4BB5-A4DC-AE3F22E85424}"/>
                </a:ext>
              </a:extLst>
            </p:cNvPr>
            <p:cNvSpPr>
              <a:spLocks/>
            </p:cNvSpPr>
            <p:nvPr/>
          </p:nvSpPr>
          <p:spPr>
            <a:xfrm>
              <a:off x="1421077" y="3120914"/>
              <a:ext cx="28398" cy="28398"/>
            </a:xfrm>
            <a:prstGeom prst="ellipse">
              <a:avLst/>
            </a:prstGeom>
            <a:solidFill>
              <a:srgbClr val="7F8C97">
                <a:alpha val="48000"/>
              </a:srgbClr>
            </a:solidFill>
            <a:ln w="0">
              <a:noFill/>
              <a:prstDash val="solid"/>
            </a:ln>
          </p:spPr>
        </p:sp>
        <p:sp>
          <p:nvSpPr>
            <p:cNvPr id="813" name="03_assume_matched_812">
              <a:extLst>
                <a:ext uri="{FF2B5EF4-FFF2-40B4-BE49-F238E27FC236}">
                  <a16:creationId xmlns:a16="http://schemas.microsoft.com/office/drawing/2014/main" id="{16747A95-9549-455C-853F-F60F559C308E}"/>
                </a:ext>
              </a:extLst>
            </p:cNvPr>
            <p:cNvSpPr>
              <a:spLocks/>
            </p:cNvSpPr>
            <p:nvPr/>
          </p:nvSpPr>
          <p:spPr>
            <a:xfrm>
              <a:off x="1515193" y="2536045"/>
              <a:ext cx="28398" cy="28398"/>
            </a:xfrm>
            <a:prstGeom prst="ellipse">
              <a:avLst/>
            </a:prstGeom>
            <a:solidFill>
              <a:srgbClr val="7F8C97">
                <a:alpha val="48000"/>
              </a:srgbClr>
            </a:solidFill>
            <a:ln w="0">
              <a:noFill/>
              <a:prstDash val="solid"/>
            </a:ln>
          </p:spPr>
        </p:sp>
        <p:sp>
          <p:nvSpPr>
            <p:cNvPr id="814" name="03_assume_matched_813">
              <a:extLst>
                <a:ext uri="{FF2B5EF4-FFF2-40B4-BE49-F238E27FC236}">
                  <a16:creationId xmlns:a16="http://schemas.microsoft.com/office/drawing/2014/main" id="{FFA3C3FC-C190-4754-9B55-183433BFF2FB}"/>
                </a:ext>
              </a:extLst>
            </p:cNvPr>
            <p:cNvSpPr>
              <a:spLocks/>
            </p:cNvSpPr>
            <p:nvPr/>
          </p:nvSpPr>
          <p:spPr>
            <a:xfrm>
              <a:off x="1422372" y="3120914"/>
              <a:ext cx="28398" cy="28398"/>
            </a:xfrm>
            <a:prstGeom prst="ellipse">
              <a:avLst/>
            </a:prstGeom>
            <a:solidFill>
              <a:srgbClr val="7F8C97">
                <a:alpha val="48000"/>
              </a:srgbClr>
            </a:solidFill>
            <a:ln w="0">
              <a:noFill/>
              <a:prstDash val="solid"/>
            </a:ln>
          </p:spPr>
        </p:sp>
        <p:sp>
          <p:nvSpPr>
            <p:cNvPr id="815" name="03_assume_matched_814">
              <a:extLst>
                <a:ext uri="{FF2B5EF4-FFF2-40B4-BE49-F238E27FC236}">
                  <a16:creationId xmlns:a16="http://schemas.microsoft.com/office/drawing/2014/main" id="{15684B62-D90F-4FF3-A2BB-55A95C6B3FA5}"/>
                </a:ext>
              </a:extLst>
            </p:cNvPr>
            <p:cNvSpPr>
              <a:spLocks/>
            </p:cNvSpPr>
            <p:nvPr/>
          </p:nvSpPr>
          <p:spPr>
            <a:xfrm>
              <a:off x="1542824" y="2536045"/>
              <a:ext cx="28398" cy="28398"/>
            </a:xfrm>
            <a:prstGeom prst="ellipse">
              <a:avLst/>
            </a:prstGeom>
            <a:solidFill>
              <a:srgbClr val="7F8C97">
                <a:alpha val="48000"/>
              </a:srgbClr>
            </a:solidFill>
            <a:ln w="0">
              <a:noFill/>
              <a:prstDash val="solid"/>
            </a:ln>
          </p:spPr>
        </p:sp>
        <p:sp>
          <p:nvSpPr>
            <p:cNvPr id="816" name="03_assume_matched_815">
              <a:extLst>
                <a:ext uri="{FF2B5EF4-FFF2-40B4-BE49-F238E27FC236}">
                  <a16:creationId xmlns:a16="http://schemas.microsoft.com/office/drawing/2014/main" id="{BFC83BE9-23BE-4C3C-810B-1507E473CA2C}"/>
                </a:ext>
              </a:extLst>
            </p:cNvPr>
            <p:cNvSpPr>
              <a:spLocks/>
            </p:cNvSpPr>
            <p:nvPr/>
          </p:nvSpPr>
          <p:spPr>
            <a:xfrm>
              <a:off x="1520806" y="2536045"/>
              <a:ext cx="28398" cy="28398"/>
            </a:xfrm>
            <a:prstGeom prst="ellipse">
              <a:avLst/>
            </a:prstGeom>
            <a:solidFill>
              <a:srgbClr val="7F8C97">
                <a:alpha val="48000"/>
              </a:srgbClr>
            </a:solidFill>
            <a:ln w="0">
              <a:noFill/>
              <a:prstDash val="solid"/>
            </a:ln>
          </p:spPr>
        </p:sp>
        <p:sp>
          <p:nvSpPr>
            <p:cNvPr id="817" name="03_assume_matched_816">
              <a:extLst>
                <a:ext uri="{FF2B5EF4-FFF2-40B4-BE49-F238E27FC236}">
                  <a16:creationId xmlns:a16="http://schemas.microsoft.com/office/drawing/2014/main" id="{E0EEC9CB-49E7-4953-B559-201E5289025D}"/>
                </a:ext>
              </a:extLst>
            </p:cNvPr>
            <p:cNvSpPr>
              <a:spLocks/>
            </p:cNvSpPr>
            <p:nvPr/>
          </p:nvSpPr>
          <p:spPr>
            <a:xfrm>
              <a:off x="1468711" y="2536045"/>
              <a:ext cx="28398" cy="28398"/>
            </a:xfrm>
            <a:prstGeom prst="ellipse">
              <a:avLst/>
            </a:prstGeom>
            <a:solidFill>
              <a:srgbClr val="7F8C97">
                <a:alpha val="48000"/>
              </a:srgbClr>
            </a:solidFill>
            <a:ln w="0">
              <a:noFill/>
              <a:prstDash val="solid"/>
            </a:ln>
          </p:spPr>
        </p:sp>
        <p:sp>
          <p:nvSpPr>
            <p:cNvPr id="818" name="03_assume_matched_817">
              <a:extLst>
                <a:ext uri="{FF2B5EF4-FFF2-40B4-BE49-F238E27FC236}">
                  <a16:creationId xmlns:a16="http://schemas.microsoft.com/office/drawing/2014/main" id="{CF4301DB-B664-49CD-84CA-96BC23251AF4}"/>
                </a:ext>
              </a:extLst>
            </p:cNvPr>
            <p:cNvSpPr>
              <a:spLocks/>
            </p:cNvSpPr>
            <p:nvPr/>
          </p:nvSpPr>
          <p:spPr>
            <a:xfrm>
              <a:off x="1444390" y="3120914"/>
              <a:ext cx="28398" cy="28398"/>
            </a:xfrm>
            <a:prstGeom prst="ellipse">
              <a:avLst/>
            </a:prstGeom>
            <a:solidFill>
              <a:srgbClr val="7F8C97">
                <a:alpha val="48000"/>
              </a:srgbClr>
            </a:solidFill>
            <a:ln w="0">
              <a:noFill/>
              <a:prstDash val="solid"/>
            </a:ln>
          </p:spPr>
        </p:sp>
        <p:sp>
          <p:nvSpPr>
            <p:cNvPr id="819" name="03_assume_matched_818">
              <a:extLst>
                <a:ext uri="{FF2B5EF4-FFF2-40B4-BE49-F238E27FC236}">
                  <a16:creationId xmlns:a16="http://schemas.microsoft.com/office/drawing/2014/main" id="{320A8F1D-8DEE-4350-A0AF-281DA5167239}"/>
                </a:ext>
              </a:extLst>
            </p:cNvPr>
            <p:cNvSpPr>
              <a:spLocks/>
            </p:cNvSpPr>
            <p:nvPr/>
          </p:nvSpPr>
          <p:spPr>
            <a:xfrm>
              <a:off x="1546853" y="3120914"/>
              <a:ext cx="28398" cy="28398"/>
            </a:xfrm>
            <a:prstGeom prst="ellipse">
              <a:avLst/>
            </a:prstGeom>
            <a:solidFill>
              <a:srgbClr val="7F8C97">
                <a:alpha val="48000"/>
              </a:srgbClr>
            </a:solidFill>
            <a:ln w="0">
              <a:noFill/>
              <a:prstDash val="solid"/>
            </a:ln>
          </p:spPr>
        </p:sp>
        <p:sp>
          <p:nvSpPr>
            <p:cNvPr id="820" name="03_assume_matched_819">
              <a:extLst>
                <a:ext uri="{FF2B5EF4-FFF2-40B4-BE49-F238E27FC236}">
                  <a16:creationId xmlns:a16="http://schemas.microsoft.com/office/drawing/2014/main" id="{65A5F072-3EFE-4DA7-AAD4-C8EBC4C5055E}"/>
                </a:ext>
              </a:extLst>
            </p:cNvPr>
            <p:cNvSpPr>
              <a:spLocks/>
            </p:cNvSpPr>
            <p:nvPr/>
          </p:nvSpPr>
          <p:spPr>
            <a:xfrm>
              <a:off x="1494614" y="3120914"/>
              <a:ext cx="28398" cy="28398"/>
            </a:xfrm>
            <a:prstGeom prst="ellipse">
              <a:avLst/>
            </a:prstGeom>
            <a:solidFill>
              <a:srgbClr val="7F8C97">
                <a:alpha val="48000"/>
              </a:srgbClr>
            </a:solidFill>
            <a:ln w="0">
              <a:noFill/>
              <a:prstDash val="solid"/>
            </a:ln>
          </p:spPr>
        </p:sp>
        <p:sp>
          <p:nvSpPr>
            <p:cNvPr id="821" name="03_assume_matched_820">
              <a:extLst>
                <a:ext uri="{FF2B5EF4-FFF2-40B4-BE49-F238E27FC236}">
                  <a16:creationId xmlns:a16="http://schemas.microsoft.com/office/drawing/2014/main" id="{B61714E1-7AA9-40E6-9E02-2CC9E625FBFB}"/>
                </a:ext>
              </a:extLst>
            </p:cNvPr>
            <p:cNvSpPr>
              <a:spLocks/>
            </p:cNvSpPr>
            <p:nvPr/>
          </p:nvSpPr>
          <p:spPr>
            <a:xfrm>
              <a:off x="1527426" y="3120914"/>
              <a:ext cx="28398" cy="28398"/>
            </a:xfrm>
            <a:prstGeom prst="ellipse">
              <a:avLst/>
            </a:prstGeom>
            <a:solidFill>
              <a:srgbClr val="7F8C97">
                <a:alpha val="48000"/>
              </a:srgbClr>
            </a:solidFill>
            <a:ln w="0">
              <a:noFill/>
              <a:prstDash val="solid"/>
            </a:ln>
          </p:spPr>
        </p:sp>
        <p:sp>
          <p:nvSpPr>
            <p:cNvPr id="822" name="03_assume_matched_821">
              <a:extLst>
                <a:ext uri="{FF2B5EF4-FFF2-40B4-BE49-F238E27FC236}">
                  <a16:creationId xmlns:a16="http://schemas.microsoft.com/office/drawing/2014/main" id="{EF960BAB-325A-4D55-958B-7A69113C1B7D}"/>
                </a:ext>
              </a:extLst>
            </p:cNvPr>
            <p:cNvSpPr>
              <a:spLocks/>
            </p:cNvSpPr>
            <p:nvPr/>
          </p:nvSpPr>
          <p:spPr>
            <a:xfrm>
              <a:off x="1426546" y="2886967"/>
              <a:ext cx="28398" cy="28398"/>
            </a:xfrm>
            <a:prstGeom prst="ellipse">
              <a:avLst/>
            </a:prstGeom>
            <a:solidFill>
              <a:srgbClr val="7F8C97">
                <a:alpha val="48000"/>
              </a:srgbClr>
            </a:solidFill>
            <a:ln w="0">
              <a:noFill/>
              <a:prstDash val="solid"/>
            </a:ln>
          </p:spPr>
        </p:sp>
        <p:sp>
          <p:nvSpPr>
            <p:cNvPr id="823" name="03_assume_matched_822">
              <a:extLst>
                <a:ext uri="{FF2B5EF4-FFF2-40B4-BE49-F238E27FC236}">
                  <a16:creationId xmlns:a16="http://schemas.microsoft.com/office/drawing/2014/main" id="{63D524AA-2607-4CA5-8D74-54B3DEB71DF0}"/>
                </a:ext>
              </a:extLst>
            </p:cNvPr>
            <p:cNvSpPr>
              <a:spLocks/>
            </p:cNvSpPr>
            <p:nvPr/>
          </p:nvSpPr>
          <p:spPr>
            <a:xfrm>
              <a:off x="1518503" y="3120914"/>
              <a:ext cx="28398" cy="28398"/>
            </a:xfrm>
            <a:prstGeom prst="ellipse">
              <a:avLst/>
            </a:prstGeom>
            <a:solidFill>
              <a:srgbClr val="7F8C97">
                <a:alpha val="48000"/>
              </a:srgbClr>
            </a:solidFill>
            <a:ln w="0">
              <a:noFill/>
              <a:prstDash val="solid"/>
            </a:ln>
          </p:spPr>
        </p:sp>
        <p:sp>
          <p:nvSpPr>
            <p:cNvPr id="824" name="03_assume_matched_823">
              <a:extLst>
                <a:ext uri="{FF2B5EF4-FFF2-40B4-BE49-F238E27FC236}">
                  <a16:creationId xmlns:a16="http://schemas.microsoft.com/office/drawing/2014/main" id="{EA4A821E-3D2F-4D27-94DB-7A0EB241FA87}"/>
                </a:ext>
              </a:extLst>
            </p:cNvPr>
            <p:cNvSpPr>
              <a:spLocks/>
            </p:cNvSpPr>
            <p:nvPr/>
          </p:nvSpPr>
          <p:spPr>
            <a:xfrm>
              <a:off x="1497637" y="3023436"/>
              <a:ext cx="28398" cy="28398"/>
            </a:xfrm>
            <a:prstGeom prst="ellipse">
              <a:avLst/>
            </a:prstGeom>
            <a:solidFill>
              <a:srgbClr val="7F8C97">
                <a:alpha val="48000"/>
              </a:srgbClr>
            </a:solidFill>
            <a:ln w="0">
              <a:noFill/>
              <a:prstDash val="solid"/>
            </a:ln>
          </p:spPr>
        </p:sp>
        <p:sp>
          <p:nvSpPr>
            <p:cNvPr id="825" name="03_assume_matched_824">
              <a:extLst>
                <a:ext uri="{FF2B5EF4-FFF2-40B4-BE49-F238E27FC236}">
                  <a16:creationId xmlns:a16="http://schemas.microsoft.com/office/drawing/2014/main" id="{1404E2ED-B460-4726-8446-7430B4CFCDFC}"/>
                </a:ext>
              </a:extLst>
            </p:cNvPr>
            <p:cNvSpPr>
              <a:spLocks/>
            </p:cNvSpPr>
            <p:nvPr/>
          </p:nvSpPr>
          <p:spPr>
            <a:xfrm>
              <a:off x="1406254" y="2536045"/>
              <a:ext cx="28398" cy="28398"/>
            </a:xfrm>
            <a:prstGeom prst="ellipse">
              <a:avLst/>
            </a:prstGeom>
            <a:solidFill>
              <a:srgbClr val="7F8C97">
                <a:alpha val="48000"/>
              </a:srgbClr>
            </a:solidFill>
            <a:ln w="0">
              <a:noFill/>
              <a:prstDash val="solid"/>
            </a:ln>
          </p:spPr>
        </p:sp>
        <p:sp>
          <p:nvSpPr>
            <p:cNvPr id="826" name="03_assume_matched_825">
              <a:extLst>
                <a:ext uri="{FF2B5EF4-FFF2-40B4-BE49-F238E27FC236}">
                  <a16:creationId xmlns:a16="http://schemas.microsoft.com/office/drawing/2014/main" id="{651AB2F4-B673-4A6D-95F7-7B1EA475C8DF}"/>
                </a:ext>
              </a:extLst>
            </p:cNvPr>
            <p:cNvSpPr>
              <a:spLocks/>
            </p:cNvSpPr>
            <p:nvPr/>
          </p:nvSpPr>
          <p:spPr>
            <a:xfrm>
              <a:off x="1465545" y="3120914"/>
              <a:ext cx="28398" cy="28398"/>
            </a:xfrm>
            <a:prstGeom prst="ellipse">
              <a:avLst/>
            </a:prstGeom>
            <a:solidFill>
              <a:srgbClr val="7F8C97">
                <a:alpha val="48000"/>
              </a:srgbClr>
            </a:solidFill>
            <a:ln w="0">
              <a:noFill/>
              <a:prstDash val="solid"/>
            </a:ln>
          </p:spPr>
        </p:sp>
        <p:sp>
          <p:nvSpPr>
            <p:cNvPr id="827" name="03_assume_matched_826">
              <a:extLst>
                <a:ext uri="{FF2B5EF4-FFF2-40B4-BE49-F238E27FC236}">
                  <a16:creationId xmlns:a16="http://schemas.microsoft.com/office/drawing/2014/main" id="{7180BFC7-49B8-4E04-B129-BBF463187806}"/>
                </a:ext>
              </a:extLst>
            </p:cNvPr>
            <p:cNvSpPr>
              <a:spLocks/>
            </p:cNvSpPr>
            <p:nvPr/>
          </p:nvSpPr>
          <p:spPr>
            <a:xfrm>
              <a:off x="1447700" y="3047806"/>
              <a:ext cx="28398" cy="28398"/>
            </a:xfrm>
            <a:prstGeom prst="ellipse">
              <a:avLst/>
            </a:prstGeom>
            <a:solidFill>
              <a:srgbClr val="7F8C97">
                <a:alpha val="48000"/>
              </a:srgbClr>
            </a:solidFill>
            <a:ln w="0">
              <a:noFill/>
              <a:prstDash val="solid"/>
            </a:ln>
          </p:spPr>
        </p:sp>
        <p:sp>
          <p:nvSpPr>
            <p:cNvPr id="828" name="03_assume_matched_827">
              <a:extLst>
                <a:ext uri="{FF2B5EF4-FFF2-40B4-BE49-F238E27FC236}">
                  <a16:creationId xmlns:a16="http://schemas.microsoft.com/office/drawing/2014/main" id="{10443F6B-5738-4A48-87F6-14592BDAD51A}"/>
                </a:ext>
              </a:extLst>
            </p:cNvPr>
            <p:cNvSpPr>
              <a:spLocks/>
            </p:cNvSpPr>
            <p:nvPr/>
          </p:nvSpPr>
          <p:spPr>
            <a:xfrm>
              <a:off x="1479936" y="2536045"/>
              <a:ext cx="28398" cy="28398"/>
            </a:xfrm>
            <a:prstGeom prst="ellipse">
              <a:avLst/>
            </a:prstGeom>
            <a:solidFill>
              <a:srgbClr val="7F8C97">
                <a:alpha val="48000"/>
              </a:srgbClr>
            </a:solidFill>
            <a:ln w="0">
              <a:noFill/>
              <a:prstDash val="solid"/>
            </a:ln>
          </p:spPr>
        </p:sp>
        <p:sp>
          <p:nvSpPr>
            <p:cNvPr id="829" name="03_assume_matched_828">
              <a:extLst>
                <a:ext uri="{FF2B5EF4-FFF2-40B4-BE49-F238E27FC236}">
                  <a16:creationId xmlns:a16="http://schemas.microsoft.com/office/drawing/2014/main" id="{A61DAA48-8EC0-47F7-A1C9-0F4CD94F9B84}"/>
                </a:ext>
              </a:extLst>
            </p:cNvPr>
            <p:cNvSpPr>
              <a:spLocks/>
            </p:cNvSpPr>
            <p:nvPr/>
          </p:nvSpPr>
          <p:spPr>
            <a:xfrm>
              <a:off x="1461803" y="2974697"/>
              <a:ext cx="28398" cy="28398"/>
            </a:xfrm>
            <a:prstGeom prst="ellipse">
              <a:avLst/>
            </a:prstGeom>
            <a:solidFill>
              <a:srgbClr val="7F8C97">
                <a:alpha val="48000"/>
              </a:srgbClr>
            </a:solidFill>
            <a:ln w="0">
              <a:noFill/>
              <a:prstDash val="solid"/>
            </a:ln>
          </p:spPr>
        </p:sp>
        <p:sp>
          <p:nvSpPr>
            <p:cNvPr id="830" name="03_assume_matched_829">
              <a:extLst>
                <a:ext uri="{FF2B5EF4-FFF2-40B4-BE49-F238E27FC236}">
                  <a16:creationId xmlns:a16="http://schemas.microsoft.com/office/drawing/2014/main" id="{E359689B-3706-4F79-8DB1-26A446794BC4}"/>
                </a:ext>
              </a:extLst>
            </p:cNvPr>
            <p:cNvSpPr>
              <a:spLocks/>
            </p:cNvSpPr>
            <p:nvPr/>
          </p:nvSpPr>
          <p:spPr>
            <a:xfrm>
              <a:off x="1523972" y="2974697"/>
              <a:ext cx="28398" cy="28398"/>
            </a:xfrm>
            <a:prstGeom prst="ellipse">
              <a:avLst/>
            </a:prstGeom>
            <a:solidFill>
              <a:srgbClr val="7F8C97">
                <a:alpha val="48000"/>
              </a:srgbClr>
            </a:solidFill>
            <a:ln w="0">
              <a:noFill/>
              <a:prstDash val="solid"/>
            </a:ln>
          </p:spPr>
        </p:sp>
        <p:sp>
          <p:nvSpPr>
            <p:cNvPr id="831" name="03_assume_matched_830">
              <a:extLst>
                <a:ext uri="{FF2B5EF4-FFF2-40B4-BE49-F238E27FC236}">
                  <a16:creationId xmlns:a16="http://schemas.microsoft.com/office/drawing/2014/main" id="{32FC7F0F-A713-47BC-8D3E-4950A163332E}"/>
                </a:ext>
              </a:extLst>
            </p:cNvPr>
            <p:cNvSpPr>
              <a:spLocks/>
            </p:cNvSpPr>
            <p:nvPr/>
          </p:nvSpPr>
          <p:spPr>
            <a:xfrm>
              <a:off x="1422084" y="2711506"/>
              <a:ext cx="28398" cy="28398"/>
            </a:xfrm>
            <a:prstGeom prst="ellipse">
              <a:avLst/>
            </a:prstGeom>
            <a:solidFill>
              <a:srgbClr val="7F8C97">
                <a:alpha val="48000"/>
              </a:srgbClr>
            </a:solidFill>
            <a:ln w="0">
              <a:noFill/>
              <a:prstDash val="solid"/>
            </a:ln>
          </p:spPr>
        </p:sp>
        <p:sp>
          <p:nvSpPr>
            <p:cNvPr id="832" name="03_assume_matched_831">
              <a:extLst>
                <a:ext uri="{FF2B5EF4-FFF2-40B4-BE49-F238E27FC236}">
                  <a16:creationId xmlns:a16="http://schemas.microsoft.com/office/drawing/2014/main" id="{6FD4CA3C-BDB7-4338-A787-6BEEDC480FDB}"/>
                </a:ext>
              </a:extLst>
            </p:cNvPr>
            <p:cNvSpPr>
              <a:spLocks/>
            </p:cNvSpPr>
            <p:nvPr/>
          </p:nvSpPr>
          <p:spPr>
            <a:xfrm>
              <a:off x="1428704" y="3120914"/>
              <a:ext cx="28398" cy="28398"/>
            </a:xfrm>
            <a:prstGeom prst="ellipse">
              <a:avLst/>
            </a:prstGeom>
            <a:solidFill>
              <a:srgbClr val="7F8C97">
                <a:alpha val="48000"/>
              </a:srgbClr>
            </a:solidFill>
            <a:ln w="0">
              <a:noFill/>
              <a:prstDash val="solid"/>
            </a:ln>
          </p:spPr>
        </p:sp>
        <p:sp>
          <p:nvSpPr>
            <p:cNvPr id="833" name="03_assume_matched_832">
              <a:extLst>
                <a:ext uri="{FF2B5EF4-FFF2-40B4-BE49-F238E27FC236}">
                  <a16:creationId xmlns:a16="http://schemas.microsoft.com/office/drawing/2014/main" id="{BE6AE23C-4084-4B90-BEE6-D5BA51F839AF}"/>
                </a:ext>
              </a:extLst>
            </p:cNvPr>
            <p:cNvSpPr>
              <a:spLocks/>
            </p:cNvSpPr>
            <p:nvPr/>
          </p:nvSpPr>
          <p:spPr>
            <a:xfrm>
              <a:off x="1488570" y="2536045"/>
              <a:ext cx="28398" cy="28398"/>
            </a:xfrm>
            <a:prstGeom prst="ellipse">
              <a:avLst/>
            </a:prstGeom>
            <a:solidFill>
              <a:srgbClr val="7F8C97">
                <a:alpha val="48000"/>
              </a:srgbClr>
            </a:solidFill>
            <a:ln w="0">
              <a:noFill/>
              <a:prstDash val="solid"/>
            </a:ln>
          </p:spPr>
        </p:sp>
        <p:sp>
          <p:nvSpPr>
            <p:cNvPr id="834" name="03_assume_matched_833">
              <a:extLst>
                <a:ext uri="{FF2B5EF4-FFF2-40B4-BE49-F238E27FC236}">
                  <a16:creationId xmlns:a16="http://schemas.microsoft.com/office/drawing/2014/main" id="{0A195C9E-0318-4CD1-8C9F-E9649CFF9390}"/>
                </a:ext>
              </a:extLst>
            </p:cNvPr>
            <p:cNvSpPr>
              <a:spLocks/>
            </p:cNvSpPr>
            <p:nvPr/>
          </p:nvSpPr>
          <p:spPr>
            <a:xfrm>
              <a:off x="1487275" y="2828480"/>
              <a:ext cx="28398" cy="28398"/>
            </a:xfrm>
            <a:prstGeom prst="ellipse">
              <a:avLst/>
            </a:prstGeom>
            <a:solidFill>
              <a:srgbClr val="7F8C97">
                <a:alpha val="48000"/>
              </a:srgbClr>
            </a:solidFill>
            <a:ln w="0">
              <a:noFill/>
              <a:prstDash val="solid"/>
            </a:ln>
          </p:spPr>
        </p:sp>
        <p:sp>
          <p:nvSpPr>
            <p:cNvPr id="835" name="03_assume_matched_834">
              <a:extLst>
                <a:ext uri="{FF2B5EF4-FFF2-40B4-BE49-F238E27FC236}">
                  <a16:creationId xmlns:a16="http://schemas.microsoft.com/office/drawing/2014/main" id="{1B990CCA-1E27-4284-B285-45CE7A17C09C}"/>
                </a:ext>
              </a:extLst>
            </p:cNvPr>
            <p:cNvSpPr>
              <a:spLocks/>
            </p:cNvSpPr>
            <p:nvPr/>
          </p:nvSpPr>
          <p:spPr>
            <a:xfrm>
              <a:off x="1534046" y="3120914"/>
              <a:ext cx="28398" cy="28398"/>
            </a:xfrm>
            <a:prstGeom prst="ellipse">
              <a:avLst/>
            </a:prstGeom>
            <a:solidFill>
              <a:srgbClr val="7F8C97">
                <a:alpha val="48000"/>
              </a:srgbClr>
            </a:solidFill>
            <a:ln w="0">
              <a:noFill/>
              <a:prstDash val="solid"/>
            </a:ln>
          </p:spPr>
        </p:sp>
        <p:sp>
          <p:nvSpPr>
            <p:cNvPr id="836" name="03_assume_matched_835">
              <a:extLst>
                <a:ext uri="{FF2B5EF4-FFF2-40B4-BE49-F238E27FC236}">
                  <a16:creationId xmlns:a16="http://schemas.microsoft.com/office/drawing/2014/main" id="{7CC61ED6-F3DA-42BA-9417-0A0C75BF9555}"/>
                </a:ext>
              </a:extLst>
            </p:cNvPr>
            <p:cNvSpPr>
              <a:spLocks/>
            </p:cNvSpPr>
            <p:nvPr/>
          </p:nvSpPr>
          <p:spPr>
            <a:xfrm>
              <a:off x="1512315" y="2974697"/>
              <a:ext cx="28398" cy="28398"/>
            </a:xfrm>
            <a:prstGeom prst="ellipse">
              <a:avLst/>
            </a:prstGeom>
            <a:solidFill>
              <a:srgbClr val="7F8C97">
                <a:alpha val="48000"/>
              </a:srgbClr>
            </a:solidFill>
            <a:ln w="0">
              <a:noFill/>
              <a:prstDash val="solid"/>
            </a:ln>
          </p:spPr>
        </p:sp>
        <p:sp>
          <p:nvSpPr>
            <p:cNvPr id="837" name="03_assume_matched_836">
              <a:extLst>
                <a:ext uri="{FF2B5EF4-FFF2-40B4-BE49-F238E27FC236}">
                  <a16:creationId xmlns:a16="http://schemas.microsoft.com/office/drawing/2014/main" id="{890B3405-0DBA-475E-B294-D6FA3025AAEC}"/>
                </a:ext>
              </a:extLst>
            </p:cNvPr>
            <p:cNvSpPr>
              <a:spLocks/>
            </p:cNvSpPr>
            <p:nvPr/>
          </p:nvSpPr>
          <p:spPr>
            <a:xfrm>
              <a:off x="1444390" y="3120914"/>
              <a:ext cx="28398" cy="28398"/>
            </a:xfrm>
            <a:prstGeom prst="ellipse">
              <a:avLst/>
            </a:prstGeom>
            <a:solidFill>
              <a:srgbClr val="7F8C97">
                <a:alpha val="48000"/>
              </a:srgbClr>
            </a:solidFill>
            <a:ln w="0">
              <a:noFill/>
              <a:prstDash val="solid"/>
            </a:ln>
          </p:spPr>
        </p:sp>
        <p:sp>
          <p:nvSpPr>
            <p:cNvPr id="838" name="03_assume_matched_837">
              <a:extLst>
                <a:ext uri="{FF2B5EF4-FFF2-40B4-BE49-F238E27FC236}">
                  <a16:creationId xmlns:a16="http://schemas.microsoft.com/office/drawing/2014/main" id="{1978C82C-9626-4550-AD07-E8CE9FC5C5BB}"/>
                </a:ext>
              </a:extLst>
            </p:cNvPr>
            <p:cNvSpPr>
              <a:spLocks/>
            </p:cNvSpPr>
            <p:nvPr/>
          </p:nvSpPr>
          <p:spPr>
            <a:xfrm>
              <a:off x="1515193" y="3120914"/>
              <a:ext cx="28398" cy="28398"/>
            </a:xfrm>
            <a:prstGeom prst="ellipse">
              <a:avLst/>
            </a:prstGeom>
            <a:solidFill>
              <a:srgbClr val="7F8C97">
                <a:alpha val="48000"/>
              </a:srgbClr>
            </a:solidFill>
            <a:ln w="0">
              <a:noFill/>
              <a:prstDash val="solid"/>
            </a:ln>
          </p:spPr>
        </p:sp>
        <p:sp>
          <p:nvSpPr>
            <p:cNvPr id="839" name="03_assume_matched_838">
              <a:extLst>
                <a:ext uri="{FF2B5EF4-FFF2-40B4-BE49-F238E27FC236}">
                  <a16:creationId xmlns:a16="http://schemas.microsoft.com/office/drawing/2014/main" id="{AAD966EF-C3BA-4DB4-A840-E720C8AB5B54}"/>
                </a:ext>
              </a:extLst>
            </p:cNvPr>
            <p:cNvSpPr>
              <a:spLocks/>
            </p:cNvSpPr>
            <p:nvPr/>
          </p:nvSpPr>
          <p:spPr>
            <a:xfrm>
              <a:off x="1503537" y="3120914"/>
              <a:ext cx="28398" cy="28398"/>
            </a:xfrm>
            <a:prstGeom prst="ellipse">
              <a:avLst/>
            </a:prstGeom>
            <a:solidFill>
              <a:srgbClr val="7F8C97">
                <a:alpha val="48000"/>
              </a:srgbClr>
            </a:solidFill>
            <a:ln w="0">
              <a:noFill/>
              <a:prstDash val="solid"/>
            </a:ln>
          </p:spPr>
        </p:sp>
        <p:sp>
          <p:nvSpPr>
            <p:cNvPr id="840" name="03_assume_matched_839">
              <a:extLst>
                <a:ext uri="{FF2B5EF4-FFF2-40B4-BE49-F238E27FC236}">
                  <a16:creationId xmlns:a16="http://schemas.microsoft.com/office/drawing/2014/main" id="{F2CE3AD0-4EF5-44A4-AA2C-78A200D6CABD}"/>
                </a:ext>
              </a:extLst>
            </p:cNvPr>
            <p:cNvSpPr>
              <a:spLocks/>
            </p:cNvSpPr>
            <p:nvPr/>
          </p:nvSpPr>
          <p:spPr>
            <a:xfrm>
              <a:off x="1509725" y="3120914"/>
              <a:ext cx="28398" cy="28398"/>
            </a:xfrm>
            <a:prstGeom prst="ellipse">
              <a:avLst/>
            </a:prstGeom>
            <a:solidFill>
              <a:srgbClr val="7F8C97">
                <a:alpha val="48000"/>
              </a:srgbClr>
            </a:solidFill>
            <a:ln w="0">
              <a:noFill/>
              <a:prstDash val="solid"/>
            </a:ln>
          </p:spPr>
        </p:sp>
        <p:sp>
          <p:nvSpPr>
            <p:cNvPr id="841" name="03_assume_matched_840">
              <a:extLst>
                <a:ext uri="{FF2B5EF4-FFF2-40B4-BE49-F238E27FC236}">
                  <a16:creationId xmlns:a16="http://schemas.microsoft.com/office/drawing/2014/main" id="{992FA68E-DBAE-4CAD-8346-B99A6320B630}"/>
                </a:ext>
              </a:extLst>
            </p:cNvPr>
            <p:cNvSpPr>
              <a:spLocks/>
            </p:cNvSpPr>
            <p:nvPr/>
          </p:nvSpPr>
          <p:spPr>
            <a:xfrm>
              <a:off x="1523108" y="3120914"/>
              <a:ext cx="28398" cy="28398"/>
            </a:xfrm>
            <a:prstGeom prst="ellipse">
              <a:avLst/>
            </a:prstGeom>
            <a:solidFill>
              <a:srgbClr val="7F8C97">
                <a:alpha val="48000"/>
              </a:srgbClr>
            </a:solidFill>
            <a:ln w="0">
              <a:noFill/>
              <a:prstDash val="solid"/>
            </a:ln>
          </p:spPr>
        </p:sp>
        <p:sp>
          <p:nvSpPr>
            <p:cNvPr id="842" name="03_assume_matched_841">
              <a:extLst>
                <a:ext uri="{FF2B5EF4-FFF2-40B4-BE49-F238E27FC236}">
                  <a16:creationId xmlns:a16="http://schemas.microsoft.com/office/drawing/2014/main" id="{1ED5B1FC-0CEE-43ED-928E-C1ED25C2753A}"/>
                </a:ext>
              </a:extLst>
            </p:cNvPr>
            <p:cNvSpPr>
              <a:spLocks/>
            </p:cNvSpPr>
            <p:nvPr/>
          </p:nvSpPr>
          <p:spPr>
            <a:xfrm>
              <a:off x="1431726" y="2536045"/>
              <a:ext cx="28398" cy="28398"/>
            </a:xfrm>
            <a:prstGeom prst="ellipse">
              <a:avLst/>
            </a:prstGeom>
            <a:solidFill>
              <a:srgbClr val="7F8C97">
                <a:alpha val="48000"/>
              </a:srgbClr>
            </a:solidFill>
            <a:ln w="0">
              <a:noFill/>
              <a:prstDash val="solid"/>
            </a:ln>
          </p:spPr>
        </p:sp>
        <p:sp>
          <p:nvSpPr>
            <p:cNvPr id="843" name="03_assume_matched_842">
              <a:extLst>
                <a:ext uri="{FF2B5EF4-FFF2-40B4-BE49-F238E27FC236}">
                  <a16:creationId xmlns:a16="http://schemas.microsoft.com/office/drawing/2014/main" id="{4E9038F9-649E-42FD-A83E-FD5506E971B2}"/>
                </a:ext>
              </a:extLst>
            </p:cNvPr>
            <p:cNvSpPr>
              <a:spLocks/>
            </p:cNvSpPr>
            <p:nvPr/>
          </p:nvSpPr>
          <p:spPr>
            <a:xfrm>
              <a:off x="1420933" y="2925958"/>
              <a:ext cx="28398" cy="28398"/>
            </a:xfrm>
            <a:prstGeom prst="ellipse">
              <a:avLst/>
            </a:prstGeom>
            <a:solidFill>
              <a:srgbClr val="7F8C97">
                <a:alpha val="48000"/>
              </a:srgbClr>
            </a:solidFill>
            <a:ln w="0">
              <a:noFill/>
              <a:prstDash val="solid"/>
            </a:ln>
          </p:spPr>
        </p:sp>
        <p:sp>
          <p:nvSpPr>
            <p:cNvPr id="844" name="03_assume_matched_843">
              <a:extLst>
                <a:ext uri="{FF2B5EF4-FFF2-40B4-BE49-F238E27FC236}">
                  <a16:creationId xmlns:a16="http://schemas.microsoft.com/office/drawing/2014/main" id="{4E3A54FC-6179-45E2-8DEB-73C1E2A9995B}"/>
                </a:ext>
              </a:extLst>
            </p:cNvPr>
            <p:cNvSpPr>
              <a:spLocks/>
            </p:cNvSpPr>
            <p:nvPr/>
          </p:nvSpPr>
          <p:spPr>
            <a:xfrm>
              <a:off x="1503825" y="2682262"/>
              <a:ext cx="28398" cy="28398"/>
            </a:xfrm>
            <a:prstGeom prst="ellipse">
              <a:avLst/>
            </a:prstGeom>
            <a:solidFill>
              <a:srgbClr val="7F8C97">
                <a:alpha val="48000"/>
              </a:srgbClr>
            </a:solidFill>
            <a:ln w="0">
              <a:noFill/>
              <a:prstDash val="solid"/>
            </a:ln>
          </p:spPr>
        </p:sp>
        <p:sp>
          <p:nvSpPr>
            <p:cNvPr id="845" name="03_assume_matched_844">
              <a:extLst>
                <a:ext uri="{FF2B5EF4-FFF2-40B4-BE49-F238E27FC236}">
                  <a16:creationId xmlns:a16="http://schemas.microsoft.com/office/drawing/2014/main" id="{5BF39FE0-FAFF-4DCA-968D-BDF4A14D059F}"/>
                </a:ext>
              </a:extLst>
            </p:cNvPr>
            <p:cNvSpPr>
              <a:spLocks/>
            </p:cNvSpPr>
            <p:nvPr/>
          </p:nvSpPr>
          <p:spPr>
            <a:xfrm>
              <a:off x="1540953" y="3079138"/>
              <a:ext cx="28398" cy="28398"/>
            </a:xfrm>
            <a:prstGeom prst="ellipse">
              <a:avLst/>
            </a:prstGeom>
            <a:solidFill>
              <a:srgbClr val="7F8C97">
                <a:alpha val="48000"/>
              </a:srgbClr>
            </a:solidFill>
            <a:ln w="0">
              <a:noFill/>
              <a:prstDash val="solid"/>
            </a:ln>
          </p:spPr>
        </p:sp>
        <p:sp>
          <p:nvSpPr>
            <p:cNvPr id="846" name="03_assume_matched_845">
              <a:extLst>
                <a:ext uri="{FF2B5EF4-FFF2-40B4-BE49-F238E27FC236}">
                  <a16:creationId xmlns:a16="http://schemas.microsoft.com/office/drawing/2014/main" id="{3B458A4F-5927-4AB2-BAFC-787378B6B2F0}"/>
                </a:ext>
              </a:extLst>
            </p:cNvPr>
            <p:cNvSpPr>
              <a:spLocks/>
            </p:cNvSpPr>
            <p:nvPr/>
          </p:nvSpPr>
          <p:spPr>
            <a:xfrm>
              <a:off x="1547141" y="2731002"/>
              <a:ext cx="28398" cy="28398"/>
            </a:xfrm>
            <a:prstGeom prst="ellipse">
              <a:avLst/>
            </a:prstGeom>
            <a:solidFill>
              <a:srgbClr val="7F8C97">
                <a:alpha val="48000"/>
              </a:srgbClr>
            </a:solidFill>
            <a:ln w="0">
              <a:noFill/>
              <a:prstDash val="solid"/>
            </a:ln>
          </p:spPr>
        </p:sp>
        <p:sp>
          <p:nvSpPr>
            <p:cNvPr id="847" name="03_assume_matched_846">
              <a:extLst>
                <a:ext uri="{FF2B5EF4-FFF2-40B4-BE49-F238E27FC236}">
                  <a16:creationId xmlns:a16="http://schemas.microsoft.com/office/drawing/2014/main" id="{F7E8908C-1780-4FC9-9971-D3B27370F50C}"/>
                </a:ext>
              </a:extLst>
            </p:cNvPr>
            <p:cNvSpPr>
              <a:spLocks/>
            </p:cNvSpPr>
            <p:nvPr/>
          </p:nvSpPr>
          <p:spPr>
            <a:xfrm>
              <a:off x="1458206" y="3120914"/>
              <a:ext cx="28398" cy="28398"/>
            </a:xfrm>
            <a:prstGeom prst="ellipse">
              <a:avLst/>
            </a:prstGeom>
            <a:solidFill>
              <a:srgbClr val="7F8C97">
                <a:alpha val="48000"/>
              </a:srgbClr>
            </a:solidFill>
            <a:ln w="0">
              <a:noFill/>
              <a:prstDash val="solid"/>
            </a:ln>
          </p:spPr>
        </p:sp>
        <p:sp>
          <p:nvSpPr>
            <p:cNvPr id="848" name="03_assume_matched_847">
              <a:extLst>
                <a:ext uri="{FF2B5EF4-FFF2-40B4-BE49-F238E27FC236}">
                  <a16:creationId xmlns:a16="http://schemas.microsoft.com/office/drawing/2014/main" id="{79C96329-42D6-48C1-80F8-0565CF7977AD}"/>
                </a:ext>
              </a:extLst>
            </p:cNvPr>
            <p:cNvSpPr>
              <a:spLocks/>
            </p:cNvSpPr>
            <p:nvPr/>
          </p:nvSpPr>
          <p:spPr>
            <a:xfrm>
              <a:off x="1511020" y="3120914"/>
              <a:ext cx="28398" cy="28398"/>
            </a:xfrm>
            <a:prstGeom prst="ellipse">
              <a:avLst/>
            </a:prstGeom>
            <a:solidFill>
              <a:srgbClr val="7F8C97">
                <a:alpha val="48000"/>
              </a:srgbClr>
            </a:solidFill>
            <a:ln w="0">
              <a:noFill/>
              <a:prstDash val="solid"/>
            </a:ln>
          </p:spPr>
        </p:sp>
        <p:sp>
          <p:nvSpPr>
            <p:cNvPr id="849" name="03_assume_matched_848">
              <a:extLst>
                <a:ext uri="{FF2B5EF4-FFF2-40B4-BE49-F238E27FC236}">
                  <a16:creationId xmlns:a16="http://schemas.microsoft.com/office/drawing/2014/main" id="{F4EEA61B-2F1E-49B8-9852-5DB2A64B0007}"/>
                </a:ext>
              </a:extLst>
            </p:cNvPr>
            <p:cNvSpPr>
              <a:spLocks/>
            </p:cNvSpPr>
            <p:nvPr/>
          </p:nvSpPr>
          <p:spPr>
            <a:xfrm>
              <a:off x="1521957" y="2536045"/>
              <a:ext cx="28398" cy="28398"/>
            </a:xfrm>
            <a:prstGeom prst="ellipse">
              <a:avLst/>
            </a:prstGeom>
            <a:solidFill>
              <a:srgbClr val="7F8C97">
                <a:alpha val="48000"/>
              </a:srgbClr>
            </a:solidFill>
            <a:ln w="0">
              <a:noFill/>
              <a:prstDash val="solid"/>
            </a:ln>
          </p:spPr>
        </p:sp>
        <p:sp>
          <p:nvSpPr>
            <p:cNvPr id="850" name="03_assume_matched_849">
              <a:extLst>
                <a:ext uri="{FF2B5EF4-FFF2-40B4-BE49-F238E27FC236}">
                  <a16:creationId xmlns:a16="http://schemas.microsoft.com/office/drawing/2014/main" id="{04AAE3E1-4FA6-4C5A-ACF9-99C98B54C7B9}"/>
                </a:ext>
              </a:extLst>
            </p:cNvPr>
            <p:cNvSpPr>
              <a:spLocks/>
            </p:cNvSpPr>
            <p:nvPr/>
          </p:nvSpPr>
          <p:spPr>
            <a:xfrm>
              <a:off x="1539370" y="2536045"/>
              <a:ext cx="28398" cy="28398"/>
            </a:xfrm>
            <a:prstGeom prst="ellipse">
              <a:avLst/>
            </a:prstGeom>
            <a:solidFill>
              <a:srgbClr val="7F8C97">
                <a:alpha val="48000"/>
              </a:srgbClr>
            </a:solidFill>
            <a:ln w="0">
              <a:noFill/>
              <a:prstDash val="solid"/>
            </a:ln>
          </p:spPr>
        </p:sp>
        <p:sp>
          <p:nvSpPr>
            <p:cNvPr id="851" name="03_assume_matched_850">
              <a:extLst>
                <a:ext uri="{FF2B5EF4-FFF2-40B4-BE49-F238E27FC236}">
                  <a16:creationId xmlns:a16="http://schemas.microsoft.com/office/drawing/2014/main" id="{28744775-65A1-42B6-9722-E0C0EE86CB20}"/>
                </a:ext>
              </a:extLst>
            </p:cNvPr>
            <p:cNvSpPr>
              <a:spLocks/>
            </p:cNvSpPr>
            <p:nvPr/>
          </p:nvSpPr>
          <p:spPr>
            <a:xfrm>
              <a:off x="1524116" y="2536045"/>
              <a:ext cx="28398" cy="28398"/>
            </a:xfrm>
            <a:prstGeom prst="ellipse">
              <a:avLst/>
            </a:prstGeom>
            <a:solidFill>
              <a:srgbClr val="7F8C97">
                <a:alpha val="48000"/>
              </a:srgbClr>
            </a:solidFill>
            <a:ln w="0">
              <a:noFill/>
              <a:prstDash val="solid"/>
            </a:ln>
          </p:spPr>
        </p:sp>
        <p:sp>
          <p:nvSpPr>
            <p:cNvPr id="852" name="03_assume_matched_851">
              <a:extLst>
                <a:ext uri="{FF2B5EF4-FFF2-40B4-BE49-F238E27FC236}">
                  <a16:creationId xmlns:a16="http://schemas.microsoft.com/office/drawing/2014/main" id="{14F896FB-9EA7-4BE0-BE10-D2819B081AFF}"/>
                </a:ext>
              </a:extLst>
            </p:cNvPr>
            <p:cNvSpPr>
              <a:spLocks/>
            </p:cNvSpPr>
            <p:nvPr/>
          </p:nvSpPr>
          <p:spPr>
            <a:xfrm>
              <a:off x="1502386" y="2536045"/>
              <a:ext cx="28398" cy="28398"/>
            </a:xfrm>
            <a:prstGeom prst="ellipse">
              <a:avLst/>
            </a:prstGeom>
            <a:solidFill>
              <a:srgbClr val="7F8C97">
                <a:alpha val="48000"/>
              </a:srgbClr>
            </a:solidFill>
            <a:ln w="0">
              <a:noFill/>
              <a:prstDash val="solid"/>
            </a:ln>
          </p:spPr>
        </p:sp>
        <p:sp>
          <p:nvSpPr>
            <p:cNvPr id="853" name="03_assume_matched_852">
              <a:extLst>
                <a:ext uri="{FF2B5EF4-FFF2-40B4-BE49-F238E27FC236}">
                  <a16:creationId xmlns:a16="http://schemas.microsoft.com/office/drawing/2014/main" id="{67C03824-8E2A-44B5-8961-E2BE17FDB93F}"/>
                </a:ext>
              </a:extLst>
            </p:cNvPr>
            <p:cNvSpPr>
              <a:spLocks/>
            </p:cNvSpPr>
            <p:nvPr/>
          </p:nvSpPr>
          <p:spPr>
            <a:xfrm>
              <a:off x="1414169" y="2536045"/>
              <a:ext cx="28398" cy="28398"/>
            </a:xfrm>
            <a:prstGeom prst="ellipse">
              <a:avLst/>
            </a:prstGeom>
            <a:solidFill>
              <a:srgbClr val="7F8C97">
                <a:alpha val="48000"/>
              </a:srgbClr>
            </a:solidFill>
            <a:ln w="0">
              <a:noFill/>
              <a:prstDash val="solid"/>
            </a:ln>
          </p:spPr>
        </p:sp>
        <p:sp>
          <p:nvSpPr>
            <p:cNvPr id="854" name="03_assume_matched_853">
              <a:extLst>
                <a:ext uri="{FF2B5EF4-FFF2-40B4-BE49-F238E27FC236}">
                  <a16:creationId xmlns:a16="http://schemas.microsoft.com/office/drawing/2014/main" id="{6DB839E8-CDF0-49F5-A4BC-698F9F74F5B4}"/>
                </a:ext>
              </a:extLst>
            </p:cNvPr>
            <p:cNvSpPr>
              <a:spLocks/>
            </p:cNvSpPr>
            <p:nvPr/>
          </p:nvSpPr>
          <p:spPr>
            <a:xfrm>
              <a:off x="1428129" y="3120914"/>
              <a:ext cx="28398" cy="28398"/>
            </a:xfrm>
            <a:prstGeom prst="ellipse">
              <a:avLst/>
            </a:prstGeom>
            <a:solidFill>
              <a:srgbClr val="7F8C97">
                <a:alpha val="48000"/>
              </a:srgbClr>
            </a:solidFill>
            <a:ln w="0">
              <a:noFill/>
              <a:prstDash val="solid"/>
            </a:ln>
          </p:spPr>
        </p:sp>
        <p:sp>
          <p:nvSpPr>
            <p:cNvPr id="855" name="03_assume_matched_854">
              <a:extLst>
                <a:ext uri="{FF2B5EF4-FFF2-40B4-BE49-F238E27FC236}">
                  <a16:creationId xmlns:a16="http://schemas.microsoft.com/office/drawing/2014/main" id="{9E7033EC-9FE7-4BF3-A9BF-50469012065C}"/>
                </a:ext>
              </a:extLst>
            </p:cNvPr>
            <p:cNvSpPr>
              <a:spLocks/>
            </p:cNvSpPr>
            <p:nvPr/>
          </p:nvSpPr>
          <p:spPr>
            <a:xfrm>
              <a:off x="1489290" y="2536045"/>
              <a:ext cx="28398" cy="28398"/>
            </a:xfrm>
            <a:prstGeom prst="ellipse">
              <a:avLst/>
            </a:prstGeom>
            <a:solidFill>
              <a:srgbClr val="7F8C97">
                <a:alpha val="48000"/>
              </a:srgbClr>
            </a:solidFill>
            <a:ln w="0">
              <a:noFill/>
              <a:prstDash val="solid"/>
            </a:ln>
          </p:spPr>
        </p:sp>
        <p:sp>
          <p:nvSpPr>
            <p:cNvPr id="856" name="03_assume_matched_855">
              <a:extLst>
                <a:ext uri="{FF2B5EF4-FFF2-40B4-BE49-F238E27FC236}">
                  <a16:creationId xmlns:a16="http://schemas.microsoft.com/office/drawing/2014/main" id="{705FCB08-4423-4E66-8EF7-34D5F5AF6F5A}"/>
                </a:ext>
              </a:extLst>
            </p:cNvPr>
            <p:cNvSpPr>
              <a:spLocks/>
            </p:cNvSpPr>
            <p:nvPr/>
          </p:nvSpPr>
          <p:spPr>
            <a:xfrm>
              <a:off x="1434173" y="2536045"/>
              <a:ext cx="28398" cy="28398"/>
            </a:xfrm>
            <a:prstGeom prst="ellipse">
              <a:avLst/>
            </a:prstGeom>
            <a:solidFill>
              <a:srgbClr val="7F8C97">
                <a:alpha val="48000"/>
              </a:srgbClr>
            </a:solidFill>
            <a:ln w="0">
              <a:noFill/>
              <a:prstDash val="solid"/>
            </a:ln>
          </p:spPr>
        </p:sp>
        <p:sp>
          <p:nvSpPr>
            <p:cNvPr id="857" name="03_assume_matched_856">
              <a:extLst>
                <a:ext uri="{FF2B5EF4-FFF2-40B4-BE49-F238E27FC236}">
                  <a16:creationId xmlns:a16="http://schemas.microsoft.com/office/drawing/2014/main" id="{AF8B5EA2-8B09-428B-80A7-998F0532DAC6}"/>
                </a:ext>
              </a:extLst>
            </p:cNvPr>
            <p:cNvSpPr>
              <a:spLocks/>
            </p:cNvSpPr>
            <p:nvPr/>
          </p:nvSpPr>
          <p:spPr>
            <a:xfrm>
              <a:off x="1460220" y="3120914"/>
              <a:ext cx="28398" cy="28398"/>
            </a:xfrm>
            <a:prstGeom prst="ellipse">
              <a:avLst/>
            </a:prstGeom>
            <a:solidFill>
              <a:srgbClr val="7F8C97">
                <a:alpha val="48000"/>
              </a:srgbClr>
            </a:solidFill>
            <a:ln w="0">
              <a:noFill/>
              <a:prstDash val="solid"/>
            </a:ln>
          </p:spPr>
        </p:sp>
        <p:sp>
          <p:nvSpPr>
            <p:cNvPr id="858" name="03_assume_matched_857">
              <a:extLst>
                <a:ext uri="{FF2B5EF4-FFF2-40B4-BE49-F238E27FC236}">
                  <a16:creationId xmlns:a16="http://schemas.microsoft.com/office/drawing/2014/main" id="{89DB0898-F90A-4E7D-94FD-B798837898E1}"/>
                </a:ext>
              </a:extLst>
            </p:cNvPr>
            <p:cNvSpPr>
              <a:spLocks/>
            </p:cNvSpPr>
            <p:nvPr/>
          </p:nvSpPr>
          <p:spPr>
            <a:xfrm>
              <a:off x="1409276" y="3120914"/>
              <a:ext cx="28398" cy="28398"/>
            </a:xfrm>
            <a:prstGeom prst="ellipse">
              <a:avLst/>
            </a:prstGeom>
            <a:solidFill>
              <a:srgbClr val="7F8C97">
                <a:alpha val="48000"/>
              </a:srgbClr>
            </a:solidFill>
            <a:ln w="0">
              <a:noFill/>
              <a:prstDash val="solid"/>
            </a:ln>
          </p:spPr>
        </p:sp>
        <p:sp>
          <p:nvSpPr>
            <p:cNvPr id="859" name="03_assume_matched_858">
              <a:extLst>
                <a:ext uri="{FF2B5EF4-FFF2-40B4-BE49-F238E27FC236}">
                  <a16:creationId xmlns:a16="http://schemas.microsoft.com/office/drawing/2014/main" id="{FA34BF79-B90C-477F-A799-DD410753F58C}"/>
                </a:ext>
              </a:extLst>
            </p:cNvPr>
            <p:cNvSpPr>
              <a:spLocks/>
            </p:cNvSpPr>
            <p:nvPr/>
          </p:nvSpPr>
          <p:spPr>
            <a:xfrm>
              <a:off x="2281956" y="2536045"/>
              <a:ext cx="28398" cy="28398"/>
            </a:xfrm>
            <a:prstGeom prst="ellipse">
              <a:avLst/>
            </a:prstGeom>
            <a:solidFill>
              <a:srgbClr val="7F8C97">
                <a:alpha val="48000"/>
              </a:srgbClr>
            </a:solidFill>
            <a:ln w="0">
              <a:noFill/>
              <a:prstDash val="solid"/>
            </a:ln>
          </p:spPr>
        </p:sp>
        <p:sp>
          <p:nvSpPr>
            <p:cNvPr id="860" name="03_assume_matched_859">
              <a:extLst>
                <a:ext uri="{FF2B5EF4-FFF2-40B4-BE49-F238E27FC236}">
                  <a16:creationId xmlns:a16="http://schemas.microsoft.com/office/drawing/2014/main" id="{E5B91272-56CF-4849-BF0B-A586EAD8E4D0}"/>
                </a:ext>
              </a:extLst>
            </p:cNvPr>
            <p:cNvSpPr>
              <a:spLocks/>
            </p:cNvSpPr>
            <p:nvPr/>
          </p:nvSpPr>
          <p:spPr>
            <a:xfrm>
              <a:off x="2270443" y="3120914"/>
              <a:ext cx="28398" cy="28398"/>
            </a:xfrm>
            <a:prstGeom prst="ellipse">
              <a:avLst/>
            </a:prstGeom>
            <a:solidFill>
              <a:srgbClr val="7F8C97">
                <a:alpha val="48000"/>
              </a:srgbClr>
            </a:solidFill>
            <a:ln w="0">
              <a:noFill/>
              <a:prstDash val="solid"/>
            </a:ln>
          </p:spPr>
        </p:sp>
        <p:sp>
          <p:nvSpPr>
            <p:cNvPr id="861" name="03_assume_matched_860">
              <a:extLst>
                <a:ext uri="{FF2B5EF4-FFF2-40B4-BE49-F238E27FC236}">
                  <a16:creationId xmlns:a16="http://schemas.microsoft.com/office/drawing/2014/main" id="{46F655A1-716A-43B4-91E9-00D6DFF9A4F2}"/>
                </a:ext>
              </a:extLst>
            </p:cNvPr>
            <p:cNvSpPr>
              <a:spLocks/>
            </p:cNvSpPr>
            <p:nvPr/>
          </p:nvSpPr>
          <p:spPr>
            <a:xfrm>
              <a:off x="2213311" y="3120914"/>
              <a:ext cx="28398" cy="28398"/>
            </a:xfrm>
            <a:prstGeom prst="ellipse">
              <a:avLst/>
            </a:prstGeom>
            <a:solidFill>
              <a:srgbClr val="7F8C97">
                <a:alpha val="48000"/>
              </a:srgbClr>
            </a:solidFill>
            <a:ln w="0">
              <a:noFill/>
              <a:prstDash val="solid"/>
            </a:ln>
          </p:spPr>
        </p:sp>
        <p:sp>
          <p:nvSpPr>
            <p:cNvPr id="862" name="03_assume_matched_861">
              <a:extLst>
                <a:ext uri="{FF2B5EF4-FFF2-40B4-BE49-F238E27FC236}">
                  <a16:creationId xmlns:a16="http://schemas.microsoft.com/office/drawing/2014/main" id="{42275D82-45AC-419A-957E-D2E71E0D61FE}"/>
                </a:ext>
              </a:extLst>
            </p:cNvPr>
            <p:cNvSpPr>
              <a:spLocks/>
            </p:cNvSpPr>
            <p:nvPr/>
          </p:nvSpPr>
          <p:spPr>
            <a:xfrm>
              <a:off x="2292173" y="2536045"/>
              <a:ext cx="28398" cy="28398"/>
            </a:xfrm>
            <a:prstGeom prst="ellipse">
              <a:avLst/>
            </a:prstGeom>
            <a:solidFill>
              <a:srgbClr val="7F8C97">
                <a:alpha val="48000"/>
              </a:srgbClr>
            </a:solidFill>
            <a:ln w="0">
              <a:noFill/>
              <a:prstDash val="solid"/>
            </a:ln>
          </p:spPr>
        </p:sp>
        <p:sp>
          <p:nvSpPr>
            <p:cNvPr id="863" name="03_assume_matched_862">
              <a:extLst>
                <a:ext uri="{FF2B5EF4-FFF2-40B4-BE49-F238E27FC236}">
                  <a16:creationId xmlns:a16="http://schemas.microsoft.com/office/drawing/2014/main" id="{E6C2E8C6-0AEE-4646-B1A3-01926329E376}"/>
                </a:ext>
              </a:extLst>
            </p:cNvPr>
            <p:cNvSpPr>
              <a:spLocks/>
            </p:cNvSpPr>
            <p:nvPr/>
          </p:nvSpPr>
          <p:spPr>
            <a:xfrm>
              <a:off x="2259938" y="2536045"/>
              <a:ext cx="28398" cy="28398"/>
            </a:xfrm>
            <a:prstGeom prst="ellipse">
              <a:avLst/>
            </a:prstGeom>
            <a:solidFill>
              <a:srgbClr val="7F8C97">
                <a:alpha val="48000"/>
              </a:srgbClr>
            </a:solidFill>
            <a:ln w="0">
              <a:noFill/>
              <a:prstDash val="solid"/>
            </a:ln>
          </p:spPr>
        </p:sp>
        <p:sp>
          <p:nvSpPr>
            <p:cNvPr id="864" name="03_assume_matched_863">
              <a:extLst>
                <a:ext uri="{FF2B5EF4-FFF2-40B4-BE49-F238E27FC236}">
                  <a16:creationId xmlns:a16="http://schemas.microsoft.com/office/drawing/2014/main" id="{AB1CE19A-81C8-4B8F-ADF8-6144E3CA81BA}"/>
                </a:ext>
              </a:extLst>
            </p:cNvPr>
            <p:cNvSpPr>
              <a:spLocks/>
            </p:cNvSpPr>
            <p:nvPr/>
          </p:nvSpPr>
          <p:spPr>
            <a:xfrm>
              <a:off x="2164670" y="2695555"/>
              <a:ext cx="28398" cy="28398"/>
            </a:xfrm>
            <a:prstGeom prst="ellipse">
              <a:avLst/>
            </a:prstGeom>
            <a:solidFill>
              <a:srgbClr val="7F8C97">
                <a:alpha val="48000"/>
              </a:srgbClr>
            </a:solidFill>
            <a:ln w="0">
              <a:noFill/>
              <a:prstDash val="solid"/>
            </a:ln>
          </p:spPr>
        </p:sp>
        <p:sp>
          <p:nvSpPr>
            <p:cNvPr id="865" name="03_assume_matched_864">
              <a:extLst>
                <a:ext uri="{FF2B5EF4-FFF2-40B4-BE49-F238E27FC236}">
                  <a16:creationId xmlns:a16="http://schemas.microsoft.com/office/drawing/2014/main" id="{FB027E9C-DA9B-4A3D-A86B-6A75855F6EB5}"/>
                </a:ext>
              </a:extLst>
            </p:cNvPr>
            <p:cNvSpPr>
              <a:spLocks/>
            </p:cNvSpPr>
            <p:nvPr/>
          </p:nvSpPr>
          <p:spPr>
            <a:xfrm>
              <a:off x="2195322" y="3120914"/>
              <a:ext cx="28398" cy="28398"/>
            </a:xfrm>
            <a:prstGeom prst="ellipse">
              <a:avLst/>
            </a:prstGeom>
            <a:solidFill>
              <a:srgbClr val="7F8C97">
                <a:alpha val="48000"/>
              </a:srgbClr>
            </a:solidFill>
            <a:ln w="0">
              <a:noFill/>
              <a:prstDash val="solid"/>
            </a:ln>
          </p:spPr>
        </p:sp>
        <p:sp>
          <p:nvSpPr>
            <p:cNvPr id="866" name="03_assume_matched_865">
              <a:extLst>
                <a:ext uri="{FF2B5EF4-FFF2-40B4-BE49-F238E27FC236}">
                  <a16:creationId xmlns:a16="http://schemas.microsoft.com/office/drawing/2014/main" id="{87CBFC41-2438-456F-AE44-1DEB781E2895}"/>
                </a:ext>
              </a:extLst>
            </p:cNvPr>
            <p:cNvSpPr>
              <a:spLocks/>
            </p:cNvSpPr>
            <p:nvPr/>
          </p:nvSpPr>
          <p:spPr>
            <a:xfrm>
              <a:off x="2164382" y="3120914"/>
              <a:ext cx="28398" cy="28398"/>
            </a:xfrm>
            <a:prstGeom prst="ellipse">
              <a:avLst/>
            </a:prstGeom>
            <a:solidFill>
              <a:srgbClr val="7F8C97">
                <a:alpha val="48000"/>
              </a:srgbClr>
            </a:solidFill>
            <a:ln w="0">
              <a:noFill/>
              <a:prstDash val="solid"/>
            </a:ln>
          </p:spPr>
        </p:sp>
        <p:sp>
          <p:nvSpPr>
            <p:cNvPr id="867" name="03_assume_matched_866">
              <a:extLst>
                <a:ext uri="{FF2B5EF4-FFF2-40B4-BE49-F238E27FC236}">
                  <a16:creationId xmlns:a16="http://schemas.microsoft.com/office/drawing/2014/main" id="{0D2B47EF-3693-4A29-848A-FEBDFA9899FC}"/>
                </a:ext>
              </a:extLst>
            </p:cNvPr>
            <p:cNvSpPr>
              <a:spLocks/>
            </p:cNvSpPr>
            <p:nvPr/>
          </p:nvSpPr>
          <p:spPr>
            <a:xfrm>
              <a:off x="2245691" y="2536045"/>
              <a:ext cx="28398" cy="28398"/>
            </a:xfrm>
            <a:prstGeom prst="ellipse">
              <a:avLst/>
            </a:prstGeom>
            <a:solidFill>
              <a:srgbClr val="7F8C97">
                <a:alpha val="48000"/>
              </a:srgbClr>
            </a:solidFill>
            <a:ln w="0">
              <a:noFill/>
              <a:prstDash val="solid"/>
            </a:ln>
          </p:spPr>
        </p:sp>
        <p:sp>
          <p:nvSpPr>
            <p:cNvPr id="868" name="03_assume_matched_867">
              <a:extLst>
                <a:ext uri="{FF2B5EF4-FFF2-40B4-BE49-F238E27FC236}">
                  <a16:creationId xmlns:a16="http://schemas.microsoft.com/office/drawing/2014/main" id="{D829F5EC-A7DD-4008-8B07-18EEB50DBF78}"/>
                </a:ext>
              </a:extLst>
            </p:cNvPr>
            <p:cNvSpPr>
              <a:spLocks/>
            </p:cNvSpPr>
            <p:nvPr/>
          </p:nvSpPr>
          <p:spPr>
            <a:xfrm>
              <a:off x="2226982" y="3120914"/>
              <a:ext cx="28398" cy="28398"/>
            </a:xfrm>
            <a:prstGeom prst="ellipse">
              <a:avLst/>
            </a:prstGeom>
            <a:solidFill>
              <a:srgbClr val="7F8C97">
                <a:alpha val="48000"/>
              </a:srgbClr>
            </a:solidFill>
            <a:ln w="0">
              <a:noFill/>
              <a:prstDash val="solid"/>
            </a:ln>
          </p:spPr>
        </p:sp>
        <p:sp>
          <p:nvSpPr>
            <p:cNvPr id="869" name="03_assume_matched_868">
              <a:extLst>
                <a:ext uri="{FF2B5EF4-FFF2-40B4-BE49-F238E27FC236}">
                  <a16:creationId xmlns:a16="http://schemas.microsoft.com/office/drawing/2014/main" id="{31DC5560-F417-49E6-BB62-A248030DC702}"/>
                </a:ext>
              </a:extLst>
            </p:cNvPr>
            <p:cNvSpPr>
              <a:spLocks/>
            </p:cNvSpPr>
            <p:nvPr/>
          </p:nvSpPr>
          <p:spPr>
            <a:xfrm>
              <a:off x="2211728" y="3120914"/>
              <a:ext cx="28398" cy="28398"/>
            </a:xfrm>
            <a:prstGeom prst="ellipse">
              <a:avLst/>
            </a:prstGeom>
            <a:solidFill>
              <a:srgbClr val="7F8C97">
                <a:alpha val="48000"/>
              </a:srgbClr>
            </a:solidFill>
            <a:ln w="0">
              <a:noFill/>
              <a:prstDash val="solid"/>
            </a:ln>
          </p:spPr>
        </p:sp>
        <p:sp>
          <p:nvSpPr>
            <p:cNvPr id="870" name="03_assume_matched_869">
              <a:extLst>
                <a:ext uri="{FF2B5EF4-FFF2-40B4-BE49-F238E27FC236}">
                  <a16:creationId xmlns:a16="http://schemas.microsoft.com/office/drawing/2014/main" id="{C9946CE5-CF28-49BC-AE3F-5DE5F7D0F962}"/>
                </a:ext>
              </a:extLst>
            </p:cNvPr>
            <p:cNvSpPr>
              <a:spLocks/>
            </p:cNvSpPr>
            <p:nvPr/>
          </p:nvSpPr>
          <p:spPr>
            <a:xfrm>
              <a:off x="2197481" y="3120914"/>
              <a:ext cx="28398" cy="28398"/>
            </a:xfrm>
            <a:prstGeom prst="ellipse">
              <a:avLst/>
            </a:prstGeom>
            <a:solidFill>
              <a:srgbClr val="7F8C97">
                <a:alpha val="48000"/>
              </a:srgbClr>
            </a:solidFill>
            <a:ln w="0">
              <a:noFill/>
              <a:prstDash val="solid"/>
            </a:ln>
          </p:spPr>
        </p:sp>
        <p:sp>
          <p:nvSpPr>
            <p:cNvPr id="871" name="03_assume_matched_870">
              <a:extLst>
                <a:ext uri="{FF2B5EF4-FFF2-40B4-BE49-F238E27FC236}">
                  <a16:creationId xmlns:a16="http://schemas.microsoft.com/office/drawing/2014/main" id="{219F64F5-DAA8-46C5-87F6-48FF06074E62}"/>
                </a:ext>
              </a:extLst>
            </p:cNvPr>
            <p:cNvSpPr>
              <a:spLocks/>
            </p:cNvSpPr>
            <p:nvPr/>
          </p:nvSpPr>
          <p:spPr>
            <a:xfrm>
              <a:off x="2213887" y="3120914"/>
              <a:ext cx="28398" cy="28398"/>
            </a:xfrm>
            <a:prstGeom prst="ellipse">
              <a:avLst/>
            </a:prstGeom>
            <a:solidFill>
              <a:srgbClr val="7F8C97">
                <a:alpha val="48000"/>
              </a:srgbClr>
            </a:solidFill>
            <a:ln w="0">
              <a:noFill/>
              <a:prstDash val="solid"/>
            </a:ln>
          </p:spPr>
        </p:sp>
        <p:sp>
          <p:nvSpPr>
            <p:cNvPr id="872" name="03_assume_matched_871">
              <a:extLst>
                <a:ext uri="{FF2B5EF4-FFF2-40B4-BE49-F238E27FC236}">
                  <a16:creationId xmlns:a16="http://schemas.microsoft.com/office/drawing/2014/main" id="{71C45616-E5F2-457D-85A8-71316D5EC602}"/>
                </a:ext>
              </a:extLst>
            </p:cNvPr>
            <p:cNvSpPr>
              <a:spLocks/>
            </p:cNvSpPr>
            <p:nvPr/>
          </p:nvSpPr>
          <p:spPr>
            <a:xfrm>
              <a:off x="2299081" y="2828480"/>
              <a:ext cx="28398" cy="28398"/>
            </a:xfrm>
            <a:prstGeom prst="ellipse">
              <a:avLst/>
            </a:prstGeom>
            <a:solidFill>
              <a:srgbClr val="7F8C97">
                <a:alpha val="48000"/>
              </a:srgbClr>
            </a:solidFill>
            <a:ln w="0">
              <a:noFill/>
              <a:prstDash val="solid"/>
            </a:ln>
          </p:spPr>
        </p:sp>
        <p:sp>
          <p:nvSpPr>
            <p:cNvPr id="873" name="03_assume_matched_872">
              <a:extLst>
                <a:ext uri="{FF2B5EF4-FFF2-40B4-BE49-F238E27FC236}">
                  <a16:creationId xmlns:a16="http://schemas.microsoft.com/office/drawing/2014/main" id="{FCCFDAD9-D45A-4D72-8C59-74837A6B44F9}"/>
                </a:ext>
              </a:extLst>
            </p:cNvPr>
            <p:cNvSpPr>
              <a:spLocks/>
            </p:cNvSpPr>
            <p:nvPr/>
          </p:nvSpPr>
          <p:spPr>
            <a:xfrm>
              <a:off x="2254037" y="2731002"/>
              <a:ext cx="28398" cy="28398"/>
            </a:xfrm>
            <a:prstGeom prst="ellipse">
              <a:avLst/>
            </a:prstGeom>
            <a:solidFill>
              <a:srgbClr val="7F8C97">
                <a:alpha val="48000"/>
              </a:srgbClr>
            </a:solidFill>
            <a:ln w="0">
              <a:noFill/>
              <a:prstDash val="solid"/>
            </a:ln>
          </p:spPr>
        </p:sp>
        <p:sp>
          <p:nvSpPr>
            <p:cNvPr id="874" name="03_assume_matched_873">
              <a:extLst>
                <a:ext uri="{FF2B5EF4-FFF2-40B4-BE49-F238E27FC236}">
                  <a16:creationId xmlns:a16="http://schemas.microsoft.com/office/drawing/2014/main" id="{CEB59CCA-685C-438C-AE99-4D43049CCB02}"/>
                </a:ext>
              </a:extLst>
            </p:cNvPr>
            <p:cNvSpPr>
              <a:spLocks/>
            </p:cNvSpPr>
            <p:nvPr/>
          </p:nvSpPr>
          <p:spPr>
            <a:xfrm>
              <a:off x="2263823" y="3055929"/>
              <a:ext cx="28398" cy="28398"/>
            </a:xfrm>
            <a:prstGeom prst="ellipse">
              <a:avLst/>
            </a:prstGeom>
            <a:solidFill>
              <a:srgbClr val="7F8C97">
                <a:alpha val="48000"/>
              </a:srgbClr>
            </a:solidFill>
            <a:ln w="0">
              <a:noFill/>
              <a:prstDash val="solid"/>
            </a:ln>
          </p:spPr>
        </p:sp>
        <p:sp>
          <p:nvSpPr>
            <p:cNvPr id="875" name="03_assume_matched_874">
              <a:extLst>
                <a:ext uri="{FF2B5EF4-FFF2-40B4-BE49-F238E27FC236}">
                  <a16:creationId xmlns:a16="http://schemas.microsoft.com/office/drawing/2014/main" id="{FB95C5C0-915B-435F-BE27-D8BC1C1AAD1C}"/>
                </a:ext>
              </a:extLst>
            </p:cNvPr>
            <p:cNvSpPr>
              <a:spLocks/>
            </p:cNvSpPr>
            <p:nvPr/>
          </p:nvSpPr>
          <p:spPr>
            <a:xfrm>
              <a:off x="2200647" y="3055929"/>
              <a:ext cx="28398" cy="28398"/>
            </a:xfrm>
            <a:prstGeom prst="ellipse">
              <a:avLst/>
            </a:prstGeom>
            <a:solidFill>
              <a:srgbClr val="7F8C97">
                <a:alpha val="48000"/>
              </a:srgbClr>
            </a:solidFill>
            <a:ln w="0">
              <a:noFill/>
              <a:prstDash val="solid"/>
            </a:ln>
          </p:spPr>
        </p:sp>
        <p:sp>
          <p:nvSpPr>
            <p:cNvPr id="876" name="03_assume_matched_875">
              <a:extLst>
                <a:ext uri="{FF2B5EF4-FFF2-40B4-BE49-F238E27FC236}">
                  <a16:creationId xmlns:a16="http://schemas.microsoft.com/office/drawing/2014/main" id="{3FB72A7D-5D9C-4777-90A1-5D36402FD9AA}"/>
                </a:ext>
              </a:extLst>
            </p:cNvPr>
            <p:cNvSpPr>
              <a:spLocks/>
            </p:cNvSpPr>
            <p:nvPr/>
          </p:nvSpPr>
          <p:spPr>
            <a:xfrm>
              <a:off x="2291022" y="3120914"/>
              <a:ext cx="28398" cy="28398"/>
            </a:xfrm>
            <a:prstGeom prst="ellipse">
              <a:avLst/>
            </a:prstGeom>
            <a:solidFill>
              <a:srgbClr val="7F8C97">
                <a:alpha val="48000"/>
              </a:srgbClr>
            </a:solidFill>
            <a:ln w="0">
              <a:noFill/>
              <a:prstDash val="solid"/>
            </a:ln>
          </p:spPr>
        </p:sp>
        <p:sp>
          <p:nvSpPr>
            <p:cNvPr id="877" name="03_assume_matched_876">
              <a:extLst>
                <a:ext uri="{FF2B5EF4-FFF2-40B4-BE49-F238E27FC236}">
                  <a16:creationId xmlns:a16="http://schemas.microsoft.com/office/drawing/2014/main" id="{0385D5CE-65B0-4286-84E7-E336F8A468CF}"/>
                </a:ext>
              </a:extLst>
            </p:cNvPr>
            <p:cNvSpPr>
              <a:spLocks/>
            </p:cNvSpPr>
            <p:nvPr/>
          </p:nvSpPr>
          <p:spPr>
            <a:xfrm>
              <a:off x="2264111" y="2589215"/>
              <a:ext cx="28398" cy="28398"/>
            </a:xfrm>
            <a:prstGeom prst="ellipse">
              <a:avLst/>
            </a:prstGeom>
            <a:solidFill>
              <a:srgbClr val="7F8C97">
                <a:alpha val="48000"/>
              </a:srgbClr>
            </a:solidFill>
            <a:ln w="0">
              <a:noFill/>
              <a:prstDash val="solid"/>
            </a:ln>
          </p:spPr>
        </p:sp>
        <p:sp>
          <p:nvSpPr>
            <p:cNvPr id="878" name="03_assume_matched_877">
              <a:extLst>
                <a:ext uri="{FF2B5EF4-FFF2-40B4-BE49-F238E27FC236}">
                  <a16:creationId xmlns:a16="http://schemas.microsoft.com/office/drawing/2014/main" id="{FFD8616E-4603-4A00-9A32-5491892C648F}"/>
                </a:ext>
              </a:extLst>
            </p:cNvPr>
            <p:cNvSpPr>
              <a:spLocks/>
            </p:cNvSpPr>
            <p:nvPr/>
          </p:nvSpPr>
          <p:spPr>
            <a:xfrm>
              <a:off x="2181939" y="3120914"/>
              <a:ext cx="28398" cy="28398"/>
            </a:xfrm>
            <a:prstGeom prst="ellipse">
              <a:avLst/>
            </a:prstGeom>
            <a:solidFill>
              <a:srgbClr val="7F8C97">
                <a:alpha val="48000"/>
              </a:srgbClr>
            </a:solidFill>
            <a:ln w="0">
              <a:noFill/>
              <a:prstDash val="solid"/>
            </a:ln>
          </p:spPr>
        </p:sp>
        <p:sp>
          <p:nvSpPr>
            <p:cNvPr id="879" name="03_assume_matched_878">
              <a:extLst>
                <a:ext uri="{FF2B5EF4-FFF2-40B4-BE49-F238E27FC236}">
                  <a16:creationId xmlns:a16="http://schemas.microsoft.com/office/drawing/2014/main" id="{3C6C518B-33F7-4313-A599-C095B789EE5C}"/>
                </a:ext>
              </a:extLst>
            </p:cNvPr>
            <p:cNvSpPr>
              <a:spLocks/>
            </p:cNvSpPr>
            <p:nvPr/>
          </p:nvSpPr>
          <p:spPr>
            <a:xfrm>
              <a:off x="2189278" y="3120914"/>
              <a:ext cx="28398" cy="28398"/>
            </a:xfrm>
            <a:prstGeom prst="ellipse">
              <a:avLst/>
            </a:prstGeom>
            <a:solidFill>
              <a:srgbClr val="7F8C97">
                <a:alpha val="48000"/>
              </a:srgbClr>
            </a:solidFill>
            <a:ln w="0">
              <a:noFill/>
              <a:prstDash val="solid"/>
            </a:ln>
          </p:spPr>
        </p:sp>
        <p:sp>
          <p:nvSpPr>
            <p:cNvPr id="880" name="03_assume_matched_879">
              <a:extLst>
                <a:ext uri="{FF2B5EF4-FFF2-40B4-BE49-F238E27FC236}">
                  <a16:creationId xmlns:a16="http://schemas.microsoft.com/office/drawing/2014/main" id="{A225A3E1-E0E5-4F5E-ADBE-9DF7A4163A8B}"/>
                </a:ext>
              </a:extLst>
            </p:cNvPr>
            <p:cNvSpPr>
              <a:spLocks/>
            </p:cNvSpPr>
            <p:nvPr/>
          </p:nvSpPr>
          <p:spPr>
            <a:xfrm>
              <a:off x="2200503" y="2925958"/>
              <a:ext cx="28398" cy="28398"/>
            </a:xfrm>
            <a:prstGeom prst="ellipse">
              <a:avLst/>
            </a:prstGeom>
            <a:solidFill>
              <a:srgbClr val="7F8C97">
                <a:alpha val="48000"/>
              </a:srgbClr>
            </a:solidFill>
            <a:ln w="0">
              <a:noFill/>
              <a:prstDash val="solid"/>
            </a:ln>
          </p:spPr>
        </p:sp>
        <p:sp>
          <p:nvSpPr>
            <p:cNvPr id="881" name="03_assume_matched_880">
              <a:extLst>
                <a:ext uri="{FF2B5EF4-FFF2-40B4-BE49-F238E27FC236}">
                  <a16:creationId xmlns:a16="http://schemas.microsoft.com/office/drawing/2014/main" id="{C6E4C56F-8FE0-40D3-BC98-A8F6C531F8C5}"/>
                </a:ext>
              </a:extLst>
            </p:cNvPr>
            <p:cNvSpPr>
              <a:spLocks/>
            </p:cNvSpPr>
            <p:nvPr/>
          </p:nvSpPr>
          <p:spPr>
            <a:xfrm>
              <a:off x="2289871" y="3120914"/>
              <a:ext cx="28398" cy="28398"/>
            </a:xfrm>
            <a:prstGeom prst="ellipse">
              <a:avLst/>
            </a:prstGeom>
            <a:solidFill>
              <a:srgbClr val="7F8C97">
                <a:alpha val="48000"/>
              </a:srgbClr>
            </a:solidFill>
            <a:ln w="0">
              <a:noFill/>
              <a:prstDash val="solid"/>
            </a:ln>
          </p:spPr>
        </p:sp>
        <p:sp>
          <p:nvSpPr>
            <p:cNvPr id="882" name="03_assume_matched_881">
              <a:extLst>
                <a:ext uri="{FF2B5EF4-FFF2-40B4-BE49-F238E27FC236}">
                  <a16:creationId xmlns:a16="http://schemas.microsoft.com/office/drawing/2014/main" id="{71101BCF-5848-4E26-A53E-CE37EAB31ECC}"/>
                </a:ext>
              </a:extLst>
            </p:cNvPr>
            <p:cNvSpPr>
              <a:spLocks/>
            </p:cNvSpPr>
            <p:nvPr/>
          </p:nvSpPr>
          <p:spPr>
            <a:xfrm>
              <a:off x="2202806" y="2536045"/>
              <a:ext cx="28398" cy="28398"/>
            </a:xfrm>
            <a:prstGeom prst="ellipse">
              <a:avLst/>
            </a:prstGeom>
            <a:solidFill>
              <a:srgbClr val="7F8C97">
                <a:alpha val="48000"/>
              </a:srgbClr>
            </a:solidFill>
            <a:ln w="0">
              <a:noFill/>
              <a:prstDash val="solid"/>
            </a:ln>
          </p:spPr>
        </p:sp>
        <p:sp>
          <p:nvSpPr>
            <p:cNvPr id="883" name="03_assume_matched_882">
              <a:extLst>
                <a:ext uri="{FF2B5EF4-FFF2-40B4-BE49-F238E27FC236}">
                  <a16:creationId xmlns:a16="http://schemas.microsoft.com/office/drawing/2014/main" id="{F5B1AD83-F201-4675-B64E-45F524D38FA0}"/>
                </a:ext>
              </a:extLst>
            </p:cNvPr>
            <p:cNvSpPr>
              <a:spLocks/>
            </p:cNvSpPr>
            <p:nvPr/>
          </p:nvSpPr>
          <p:spPr>
            <a:xfrm>
              <a:off x="2281812" y="3055929"/>
              <a:ext cx="28398" cy="28398"/>
            </a:xfrm>
            <a:prstGeom prst="ellipse">
              <a:avLst/>
            </a:prstGeom>
            <a:solidFill>
              <a:srgbClr val="7F8C97">
                <a:alpha val="48000"/>
              </a:srgbClr>
            </a:solidFill>
            <a:ln w="0">
              <a:noFill/>
              <a:prstDash val="solid"/>
            </a:ln>
          </p:spPr>
        </p:sp>
        <p:sp>
          <p:nvSpPr>
            <p:cNvPr id="884" name="03_assume_matched_883">
              <a:extLst>
                <a:ext uri="{FF2B5EF4-FFF2-40B4-BE49-F238E27FC236}">
                  <a16:creationId xmlns:a16="http://schemas.microsoft.com/office/drawing/2014/main" id="{6E3676A1-0576-44BE-A054-E0340F84F8FA}"/>
                </a:ext>
              </a:extLst>
            </p:cNvPr>
            <p:cNvSpPr>
              <a:spLocks/>
            </p:cNvSpPr>
            <p:nvPr/>
          </p:nvSpPr>
          <p:spPr>
            <a:xfrm>
              <a:off x="2282963" y="2536045"/>
              <a:ext cx="28398" cy="28398"/>
            </a:xfrm>
            <a:prstGeom prst="ellipse">
              <a:avLst/>
            </a:prstGeom>
            <a:solidFill>
              <a:srgbClr val="7F8C97">
                <a:alpha val="48000"/>
              </a:srgbClr>
            </a:solidFill>
            <a:ln w="0">
              <a:noFill/>
              <a:prstDash val="solid"/>
            </a:ln>
          </p:spPr>
        </p:sp>
        <p:sp>
          <p:nvSpPr>
            <p:cNvPr id="885" name="03_assume_matched_884">
              <a:extLst>
                <a:ext uri="{FF2B5EF4-FFF2-40B4-BE49-F238E27FC236}">
                  <a16:creationId xmlns:a16="http://schemas.microsoft.com/office/drawing/2014/main" id="{302C1BC3-FD10-414F-B35F-654F96AF39B9}"/>
                </a:ext>
              </a:extLst>
            </p:cNvPr>
            <p:cNvSpPr>
              <a:spLocks/>
            </p:cNvSpPr>
            <p:nvPr/>
          </p:nvSpPr>
          <p:spPr>
            <a:xfrm>
              <a:off x="2286705" y="3120914"/>
              <a:ext cx="28398" cy="28398"/>
            </a:xfrm>
            <a:prstGeom prst="ellipse">
              <a:avLst/>
            </a:prstGeom>
            <a:solidFill>
              <a:srgbClr val="7F8C97">
                <a:alpha val="48000"/>
              </a:srgbClr>
            </a:solidFill>
            <a:ln w="0">
              <a:noFill/>
              <a:prstDash val="solid"/>
            </a:ln>
          </p:spPr>
        </p:sp>
        <p:sp>
          <p:nvSpPr>
            <p:cNvPr id="886" name="03_assume_matched_885">
              <a:extLst>
                <a:ext uri="{FF2B5EF4-FFF2-40B4-BE49-F238E27FC236}">
                  <a16:creationId xmlns:a16="http://schemas.microsoft.com/office/drawing/2014/main" id="{B131E818-110F-443E-A688-11EBF0968D99}"/>
                </a:ext>
              </a:extLst>
            </p:cNvPr>
            <p:cNvSpPr>
              <a:spLocks/>
            </p:cNvSpPr>
            <p:nvPr/>
          </p:nvSpPr>
          <p:spPr>
            <a:xfrm>
              <a:off x="2203957" y="2925958"/>
              <a:ext cx="28398" cy="28398"/>
            </a:xfrm>
            <a:prstGeom prst="ellipse">
              <a:avLst/>
            </a:prstGeom>
            <a:solidFill>
              <a:srgbClr val="7F8C97">
                <a:alpha val="48000"/>
              </a:srgbClr>
            </a:solidFill>
            <a:ln w="0">
              <a:noFill/>
              <a:prstDash val="solid"/>
            </a:ln>
          </p:spPr>
        </p:sp>
        <p:sp>
          <p:nvSpPr>
            <p:cNvPr id="887" name="03_assume_matched_886">
              <a:extLst>
                <a:ext uri="{FF2B5EF4-FFF2-40B4-BE49-F238E27FC236}">
                  <a16:creationId xmlns:a16="http://schemas.microsoft.com/office/drawing/2014/main" id="{F3226B14-CF89-4844-93B8-B85E5386AB5E}"/>
                </a:ext>
              </a:extLst>
            </p:cNvPr>
            <p:cNvSpPr>
              <a:spLocks/>
            </p:cNvSpPr>
            <p:nvPr/>
          </p:nvSpPr>
          <p:spPr>
            <a:xfrm>
              <a:off x="2182227" y="2682262"/>
              <a:ext cx="28398" cy="28398"/>
            </a:xfrm>
            <a:prstGeom prst="ellipse">
              <a:avLst/>
            </a:prstGeom>
            <a:solidFill>
              <a:srgbClr val="7F8C97">
                <a:alpha val="48000"/>
              </a:srgbClr>
            </a:solidFill>
            <a:ln w="0">
              <a:noFill/>
              <a:prstDash val="solid"/>
            </a:ln>
          </p:spPr>
        </p:sp>
        <p:sp>
          <p:nvSpPr>
            <p:cNvPr id="888" name="03_assume_matched_887">
              <a:extLst>
                <a:ext uri="{FF2B5EF4-FFF2-40B4-BE49-F238E27FC236}">
                  <a16:creationId xmlns:a16="http://schemas.microsoft.com/office/drawing/2014/main" id="{64FF6232-9E6C-4EA0-BB16-75CCB93FFF87}"/>
                </a:ext>
              </a:extLst>
            </p:cNvPr>
            <p:cNvSpPr>
              <a:spLocks/>
            </p:cNvSpPr>
            <p:nvPr/>
          </p:nvSpPr>
          <p:spPr>
            <a:xfrm>
              <a:off x="2265982" y="2536045"/>
              <a:ext cx="28398" cy="28398"/>
            </a:xfrm>
            <a:prstGeom prst="ellipse">
              <a:avLst/>
            </a:prstGeom>
            <a:solidFill>
              <a:srgbClr val="7F8C97">
                <a:alpha val="48000"/>
              </a:srgbClr>
            </a:solidFill>
            <a:ln w="0">
              <a:noFill/>
              <a:prstDash val="solid"/>
            </a:ln>
          </p:spPr>
        </p:sp>
        <p:sp>
          <p:nvSpPr>
            <p:cNvPr id="889" name="03_assume_matched_888">
              <a:extLst>
                <a:ext uri="{FF2B5EF4-FFF2-40B4-BE49-F238E27FC236}">
                  <a16:creationId xmlns:a16="http://schemas.microsoft.com/office/drawing/2014/main" id="{55F7FF96-2FC8-4836-BDE3-3342CC1604B3}"/>
                </a:ext>
              </a:extLst>
            </p:cNvPr>
            <p:cNvSpPr>
              <a:spLocks/>
            </p:cNvSpPr>
            <p:nvPr/>
          </p:nvSpPr>
          <p:spPr>
            <a:xfrm>
              <a:off x="2175463" y="3120914"/>
              <a:ext cx="28398" cy="28398"/>
            </a:xfrm>
            <a:prstGeom prst="ellipse">
              <a:avLst/>
            </a:prstGeom>
            <a:solidFill>
              <a:srgbClr val="7F8C97">
                <a:alpha val="48000"/>
              </a:srgbClr>
            </a:solidFill>
            <a:ln w="0">
              <a:noFill/>
              <a:prstDash val="solid"/>
            </a:ln>
          </p:spPr>
        </p:sp>
        <p:sp>
          <p:nvSpPr>
            <p:cNvPr id="890" name="03_assume_matched_889">
              <a:extLst>
                <a:ext uri="{FF2B5EF4-FFF2-40B4-BE49-F238E27FC236}">
                  <a16:creationId xmlns:a16="http://schemas.microsoft.com/office/drawing/2014/main" id="{FF0F50A1-C58F-47D5-819E-DCF341472051}"/>
                </a:ext>
              </a:extLst>
            </p:cNvPr>
            <p:cNvSpPr>
              <a:spLocks/>
            </p:cNvSpPr>
            <p:nvPr/>
          </p:nvSpPr>
          <p:spPr>
            <a:xfrm>
              <a:off x="2269579" y="2536045"/>
              <a:ext cx="28398" cy="28398"/>
            </a:xfrm>
            <a:prstGeom prst="ellipse">
              <a:avLst/>
            </a:prstGeom>
            <a:solidFill>
              <a:srgbClr val="7F8C97">
                <a:alpha val="48000"/>
              </a:srgbClr>
            </a:solidFill>
            <a:ln w="0">
              <a:noFill/>
              <a:prstDash val="solid"/>
            </a:ln>
          </p:spPr>
        </p:sp>
        <p:sp>
          <p:nvSpPr>
            <p:cNvPr id="891" name="03_assume_matched_890">
              <a:extLst>
                <a:ext uri="{FF2B5EF4-FFF2-40B4-BE49-F238E27FC236}">
                  <a16:creationId xmlns:a16="http://schemas.microsoft.com/office/drawing/2014/main" id="{313970E7-7D56-4A24-9871-E3DA6ABAD9A1}"/>
                </a:ext>
              </a:extLst>
            </p:cNvPr>
            <p:cNvSpPr>
              <a:spLocks/>
            </p:cNvSpPr>
            <p:nvPr/>
          </p:nvSpPr>
          <p:spPr>
            <a:xfrm>
              <a:off x="2176758" y="3120914"/>
              <a:ext cx="28398" cy="28398"/>
            </a:xfrm>
            <a:prstGeom prst="ellipse">
              <a:avLst/>
            </a:prstGeom>
            <a:solidFill>
              <a:srgbClr val="7F8C97">
                <a:alpha val="48000"/>
              </a:srgbClr>
            </a:solidFill>
            <a:ln w="0">
              <a:noFill/>
              <a:prstDash val="solid"/>
            </a:ln>
          </p:spPr>
        </p:sp>
        <p:sp>
          <p:nvSpPr>
            <p:cNvPr id="892" name="03_assume_matched_891">
              <a:extLst>
                <a:ext uri="{FF2B5EF4-FFF2-40B4-BE49-F238E27FC236}">
                  <a16:creationId xmlns:a16="http://schemas.microsoft.com/office/drawing/2014/main" id="{F2DD84A4-EF2C-42DE-BDB5-1E444D80DDA0}"/>
                </a:ext>
              </a:extLst>
            </p:cNvPr>
            <p:cNvSpPr>
              <a:spLocks/>
            </p:cNvSpPr>
            <p:nvPr/>
          </p:nvSpPr>
          <p:spPr>
            <a:xfrm>
              <a:off x="2297210" y="2536045"/>
              <a:ext cx="28398" cy="28398"/>
            </a:xfrm>
            <a:prstGeom prst="ellipse">
              <a:avLst/>
            </a:prstGeom>
            <a:solidFill>
              <a:srgbClr val="7F8C97">
                <a:alpha val="48000"/>
              </a:srgbClr>
            </a:solidFill>
            <a:ln w="0">
              <a:noFill/>
              <a:prstDash val="solid"/>
            </a:ln>
          </p:spPr>
        </p:sp>
        <p:sp>
          <p:nvSpPr>
            <p:cNvPr id="893" name="03_assume_matched_892">
              <a:extLst>
                <a:ext uri="{FF2B5EF4-FFF2-40B4-BE49-F238E27FC236}">
                  <a16:creationId xmlns:a16="http://schemas.microsoft.com/office/drawing/2014/main" id="{9715C30B-9D86-44F7-9503-0EEFED8654D4}"/>
                </a:ext>
              </a:extLst>
            </p:cNvPr>
            <p:cNvSpPr>
              <a:spLocks/>
            </p:cNvSpPr>
            <p:nvPr/>
          </p:nvSpPr>
          <p:spPr>
            <a:xfrm>
              <a:off x="2275192" y="2536045"/>
              <a:ext cx="28398" cy="28398"/>
            </a:xfrm>
            <a:prstGeom prst="ellipse">
              <a:avLst/>
            </a:prstGeom>
            <a:solidFill>
              <a:srgbClr val="7F8C97">
                <a:alpha val="48000"/>
              </a:srgbClr>
            </a:solidFill>
            <a:ln w="0">
              <a:noFill/>
              <a:prstDash val="solid"/>
            </a:ln>
          </p:spPr>
        </p:sp>
        <p:sp>
          <p:nvSpPr>
            <p:cNvPr id="894" name="03_assume_matched_893">
              <a:extLst>
                <a:ext uri="{FF2B5EF4-FFF2-40B4-BE49-F238E27FC236}">
                  <a16:creationId xmlns:a16="http://schemas.microsoft.com/office/drawing/2014/main" id="{A6181CF3-5293-447D-AAED-DB0B9AF8F5DD}"/>
                </a:ext>
              </a:extLst>
            </p:cNvPr>
            <p:cNvSpPr>
              <a:spLocks/>
            </p:cNvSpPr>
            <p:nvPr/>
          </p:nvSpPr>
          <p:spPr>
            <a:xfrm>
              <a:off x="2223097" y="2536045"/>
              <a:ext cx="28398" cy="28398"/>
            </a:xfrm>
            <a:prstGeom prst="ellipse">
              <a:avLst/>
            </a:prstGeom>
            <a:solidFill>
              <a:srgbClr val="7F8C97">
                <a:alpha val="48000"/>
              </a:srgbClr>
            </a:solidFill>
            <a:ln w="0">
              <a:noFill/>
              <a:prstDash val="solid"/>
            </a:ln>
          </p:spPr>
        </p:sp>
        <p:sp>
          <p:nvSpPr>
            <p:cNvPr id="895" name="03_assume_matched_894">
              <a:extLst>
                <a:ext uri="{FF2B5EF4-FFF2-40B4-BE49-F238E27FC236}">
                  <a16:creationId xmlns:a16="http://schemas.microsoft.com/office/drawing/2014/main" id="{D8766430-0DE5-48CA-BFC0-2C2A5DDABB4B}"/>
                </a:ext>
              </a:extLst>
            </p:cNvPr>
            <p:cNvSpPr>
              <a:spLocks/>
            </p:cNvSpPr>
            <p:nvPr/>
          </p:nvSpPr>
          <p:spPr>
            <a:xfrm>
              <a:off x="2198776" y="3120914"/>
              <a:ext cx="28398" cy="28398"/>
            </a:xfrm>
            <a:prstGeom prst="ellipse">
              <a:avLst/>
            </a:prstGeom>
            <a:solidFill>
              <a:srgbClr val="7F8C97">
                <a:alpha val="48000"/>
              </a:srgbClr>
            </a:solidFill>
            <a:ln w="0">
              <a:noFill/>
              <a:prstDash val="solid"/>
            </a:ln>
          </p:spPr>
        </p:sp>
        <p:sp>
          <p:nvSpPr>
            <p:cNvPr id="896" name="03_assume_matched_895">
              <a:extLst>
                <a:ext uri="{FF2B5EF4-FFF2-40B4-BE49-F238E27FC236}">
                  <a16:creationId xmlns:a16="http://schemas.microsoft.com/office/drawing/2014/main" id="{E392AFEB-9ADB-4346-BF5A-98EC76570249}"/>
                </a:ext>
              </a:extLst>
            </p:cNvPr>
            <p:cNvSpPr>
              <a:spLocks/>
            </p:cNvSpPr>
            <p:nvPr/>
          </p:nvSpPr>
          <p:spPr>
            <a:xfrm>
              <a:off x="2301239" y="3120914"/>
              <a:ext cx="28398" cy="28398"/>
            </a:xfrm>
            <a:prstGeom prst="ellipse">
              <a:avLst/>
            </a:prstGeom>
            <a:solidFill>
              <a:srgbClr val="7F8C97">
                <a:alpha val="48000"/>
              </a:srgbClr>
            </a:solidFill>
            <a:ln w="0">
              <a:noFill/>
              <a:prstDash val="solid"/>
            </a:ln>
          </p:spPr>
        </p:sp>
        <p:sp>
          <p:nvSpPr>
            <p:cNvPr id="897" name="03_assume_matched_896">
              <a:extLst>
                <a:ext uri="{FF2B5EF4-FFF2-40B4-BE49-F238E27FC236}">
                  <a16:creationId xmlns:a16="http://schemas.microsoft.com/office/drawing/2014/main" id="{3A2805BC-AC71-4713-99B3-55C3E9BB2B71}"/>
                </a:ext>
              </a:extLst>
            </p:cNvPr>
            <p:cNvSpPr>
              <a:spLocks/>
            </p:cNvSpPr>
            <p:nvPr/>
          </p:nvSpPr>
          <p:spPr>
            <a:xfrm>
              <a:off x="2249000" y="2536045"/>
              <a:ext cx="28398" cy="28398"/>
            </a:xfrm>
            <a:prstGeom prst="ellipse">
              <a:avLst/>
            </a:prstGeom>
            <a:solidFill>
              <a:srgbClr val="7F8C97">
                <a:alpha val="48000"/>
              </a:srgbClr>
            </a:solidFill>
            <a:ln w="0">
              <a:noFill/>
              <a:prstDash val="solid"/>
            </a:ln>
          </p:spPr>
        </p:sp>
        <p:sp>
          <p:nvSpPr>
            <p:cNvPr id="898" name="03_assume_matched_897">
              <a:extLst>
                <a:ext uri="{FF2B5EF4-FFF2-40B4-BE49-F238E27FC236}">
                  <a16:creationId xmlns:a16="http://schemas.microsoft.com/office/drawing/2014/main" id="{C6B49DE0-1950-4D0B-8517-80F3402ADE37}"/>
                </a:ext>
              </a:extLst>
            </p:cNvPr>
            <p:cNvSpPr>
              <a:spLocks/>
            </p:cNvSpPr>
            <p:nvPr/>
          </p:nvSpPr>
          <p:spPr>
            <a:xfrm>
              <a:off x="2281812" y="3120914"/>
              <a:ext cx="28398" cy="28398"/>
            </a:xfrm>
            <a:prstGeom prst="ellipse">
              <a:avLst/>
            </a:prstGeom>
            <a:solidFill>
              <a:srgbClr val="7F8C97">
                <a:alpha val="48000"/>
              </a:srgbClr>
            </a:solidFill>
            <a:ln w="0">
              <a:noFill/>
              <a:prstDash val="solid"/>
            </a:ln>
          </p:spPr>
        </p:sp>
        <p:sp>
          <p:nvSpPr>
            <p:cNvPr id="899" name="03_assume_matched_898">
              <a:extLst>
                <a:ext uri="{FF2B5EF4-FFF2-40B4-BE49-F238E27FC236}">
                  <a16:creationId xmlns:a16="http://schemas.microsoft.com/office/drawing/2014/main" id="{8D56A587-F200-4AB0-AC81-7F4AC631DDC3}"/>
                </a:ext>
              </a:extLst>
            </p:cNvPr>
            <p:cNvSpPr>
              <a:spLocks/>
            </p:cNvSpPr>
            <p:nvPr/>
          </p:nvSpPr>
          <p:spPr>
            <a:xfrm>
              <a:off x="2180932" y="2653019"/>
              <a:ext cx="28398" cy="28398"/>
            </a:xfrm>
            <a:prstGeom prst="ellipse">
              <a:avLst/>
            </a:prstGeom>
            <a:solidFill>
              <a:srgbClr val="7F8C97">
                <a:alpha val="48000"/>
              </a:srgbClr>
            </a:solidFill>
            <a:ln w="0">
              <a:noFill/>
              <a:prstDash val="solid"/>
            </a:ln>
          </p:spPr>
        </p:sp>
        <p:sp>
          <p:nvSpPr>
            <p:cNvPr id="900" name="03_assume_matched_899">
              <a:extLst>
                <a:ext uri="{FF2B5EF4-FFF2-40B4-BE49-F238E27FC236}">
                  <a16:creationId xmlns:a16="http://schemas.microsoft.com/office/drawing/2014/main" id="{E7152221-46F2-4492-BB44-8E0688EB95DF}"/>
                </a:ext>
              </a:extLst>
            </p:cNvPr>
            <p:cNvSpPr>
              <a:spLocks/>
            </p:cNvSpPr>
            <p:nvPr/>
          </p:nvSpPr>
          <p:spPr>
            <a:xfrm>
              <a:off x="2272889" y="3120914"/>
              <a:ext cx="28398" cy="28398"/>
            </a:xfrm>
            <a:prstGeom prst="ellipse">
              <a:avLst/>
            </a:prstGeom>
            <a:solidFill>
              <a:srgbClr val="7F8C97">
                <a:alpha val="48000"/>
              </a:srgbClr>
            </a:solidFill>
            <a:ln w="0">
              <a:noFill/>
              <a:prstDash val="solid"/>
            </a:ln>
          </p:spPr>
        </p:sp>
        <p:sp>
          <p:nvSpPr>
            <p:cNvPr id="901" name="03_assume_matched_900">
              <a:extLst>
                <a:ext uri="{FF2B5EF4-FFF2-40B4-BE49-F238E27FC236}">
                  <a16:creationId xmlns:a16="http://schemas.microsoft.com/office/drawing/2014/main" id="{49ADE972-D7B1-4883-9EE8-CA2F691E20E2}"/>
                </a:ext>
              </a:extLst>
            </p:cNvPr>
            <p:cNvSpPr>
              <a:spLocks/>
            </p:cNvSpPr>
            <p:nvPr/>
          </p:nvSpPr>
          <p:spPr>
            <a:xfrm>
              <a:off x="2252023" y="3023436"/>
              <a:ext cx="28398" cy="28398"/>
            </a:xfrm>
            <a:prstGeom prst="ellipse">
              <a:avLst/>
            </a:prstGeom>
            <a:solidFill>
              <a:srgbClr val="7F8C97">
                <a:alpha val="48000"/>
              </a:srgbClr>
            </a:solidFill>
            <a:ln w="0">
              <a:noFill/>
              <a:prstDash val="solid"/>
            </a:ln>
          </p:spPr>
        </p:sp>
        <p:sp>
          <p:nvSpPr>
            <p:cNvPr id="902" name="03_assume_matched_901">
              <a:extLst>
                <a:ext uri="{FF2B5EF4-FFF2-40B4-BE49-F238E27FC236}">
                  <a16:creationId xmlns:a16="http://schemas.microsoft.com/office/drawing/2014/main" id="{A49FBF44-907B-41DA-975D-7E69981F3EAB}"/>
                </a:ext>
              </a:extLst>
            </p:cNvPr>
            <p:cNvSpPr>
              <a:spLocks/>
            </p:cNvSpPr>
            <p:nvPr/>
          </p:nvSpPr>
          <p:spPr>
            <a:xfrm>
              <a:off x="2160640" y="2536045"/>
              <a:ext cx="28398" cy="28398"/>
            </a:xfrm>
            <a:prstGeom prst="ellipse">
              <a:avLst/>
            </a:prstGeom>
            <a:solidFill>
              <a:srgbClr val="7F8C97">
                <a:alpha val="48000"/>
              </a:srgbClr>
            </a:solidFill>
            <a:ln w="0">
              <a:noFill/>
              <a:prstDash val="solid"/>
            </a:ln>
          </p:spPr>
        </p:sp>
        <p:sp>
          <p:nvSpPr>
            <p:cNvPr id="903" name="03_assume_matched_902">
              <a:extLst>
                <a:ext uri="{FF2B5EF4-FFF2-40B4-BE49-F238E27FC236}">
                  <a16:creationId xmlns:a16="http://schemas.microsoft.com/office/drawing/2014/main" id="{1891B220-6986-437B-8D6B-80F0796F32DF}"/>
                </a:ext>
              </a:extLst>
            </p:cNvPr>
            <p:cNvSpPr>
              <a:spLocks/>
            </p:cNvSpPr>
            <p:nvPr/>
          </p:nvSpPr>
          <p:spPr>
            <a:xfrm>
              <a:off x="2219931" y="3120914"/>
              <a:ext cx="28398" cy="28398"/>
            </a:xfrm>
            <a:prstGeom prst="ellipse">
              <a:avLst/>
            </a:prstGeom>
            <a:solidFill>
              <a:srgbClr val="7F8C97">
                <a:alpha val="48000"/>
              </a:srgbClr>
            </a:solidFill>
            <a:ln w="0">
              <a:noFill/>
              <a:prstDash val="solid"/>
            </a:ln>
          </p:spPr>
        </p:sp>
        <p:sp>
          <p:nvSpPr>
            <p:cNvPr id="904" name="03_assume_matched_903">
              <a:extLst>
                <a:ext uri="{FF2B5EF4-FFF2-40B4-BE49-F238E27FC236}">
                  <a16:creationId xmlns:a16="http://schemas.microsoft.com/office/drawing/2014/main" id="{4C26CA2F-4374-4B17-997B-14D67F690681}"/>
                </a:ext>
              </a:extLst>
            </p:cNvPr>
            <p:cNvSpPr>
              <a:spLocks/>
            </p:cNvSpPr>
            <p:nvPr/>
          </p:nvSpPr>
          <p:spPr>
            <a:xfrm>
              <a:off x="2202086" y="3047806"/>
              <a:ext cx="28398" cy="28398"/>
            </a:xfrm>
            <a:prstGeom prst="ellipse">
              <a:avLst/>
            </a:prstGeom>
            <a:solidFill>
              <a:srgbClr val="7F8C97">
                <a:alpha val="48000"/>
              </a:srgbClr>
            </a:solidFill>
            <a:ln w="0">
              <a:noFill/>
              <a:prstDash val="solid"/>
            </a:ln>
          </p:spPr>
        </p:sp>
        <p:sp>
          <p:nvSpPr>
            <p:cNvPr id="905" name="03_assume_matched_904">
              <a:extLst>
                <a:ext uri="{FF2B5EF4-FFF2-40B4-BE49-F238E27FC236}">
                  <a16:creationId xmlns:a16="http://schemas.microsoft.com/office/drawing/2014/main" id="{9D4BB412-134F-4396-AD88-EF7C5B86D132}"/>
                </a:ext>
              </a:extLst>
            </p:cNvPr>
            <p:cNvSpPr>
              <a:spLocks/>
            </p:cNvSpPr>
            <p:nvPr/>
          </p:nvSpPr>
          <p:spPr>
            <a:xfrm>
              <a:off x="2234322" y="2536045"/>
              <a:ext cx="28398" cy="28398"/>
            </a:xfrm>
            <a:prstGeom prst="ellipse">
              <a:avLst/>
            </a:prstGeom>
            <a:solidFill>
              <a:srgbClr val="7F8C97">
                <a:alpha val="48000"/>
              </a:srgbClr>
            </a:solidFill>
            <a:ln w="0">
              <a:noFill/>
              <a:prstDash val="solid"/>
            </a:ln>
          </p:spPr>
        </p:sp>
        <p:sp>
          <p:nvSpPr>
            <p:cNvPr id="906" name="03_assume_matched_905">
              <a:extLst>
                <a:ext uri="{FF2B5EF4-FFF2-40B4-BE49-F238E27FC236}">
                  <a16:creationId xmlns:a16="http://schemas.microsoft.com/office/drawing/2014/main" id="{86DF48FD-B649-4BA3-92C4-D0CDFB112BA5}"/>
                </a:ext>
              </a:extLst>
            </p:cNvPr>
            <p:cNvSpPr>
              <a:spLocks/>
            </p:cNvSpPr>
            <p:nvPr/>
          </p:nvSpPr>
          <p:spPr>
            <a:xfrm>
              <a:off x="2216189" y="2974697"/>
              <a:ext cx="28398" cy="28398"/>
            </a:xfrm>
            <a:prstGeom prst="ellipse">
              <a:avLst/>
            </a:prstGeom>
            <a:solidFill>
              <a:srgbClr val="7F8C97">
                <a:alpha val="48000"/>
              </a:srgbClr>
            </a:solidFill>
            <a:ln w="0">
              <a:noFill/>
              <a:prstDash val="solid"/>
            </a:ln>
          </p:spPr>
        </p:sp>
        <p:sp>
          <p:nvSpPr>
            <p:cNvPr id="907" name="03_assume_matched_906">
              <a:extLst>
                <a:ext uri="{FF2B5EF4-FFF2-40B4-BE49-F238E27FC236}">
                  <a16:creationId xmlns:a16="http://schemas.microsoft.com/office/drawing/2014/main" id="{16527D98-1F19-4ECE-B3DE-E2212C86974C}"/>
                </a:ext>
              </a:extLst>
            </p:cNvPr>
            <p:cNvSpPr>
              <a:spLocks/>
            </p:cNvSpPr>
            <p:nvPr/>
          </p:nvSpPr>
          <p:spPr>
            <a:xfrm>
              <a:off x="2278358" y="2974697"/>
              <a:ext cx="28398" cy="28398"/>
            </a:xfrm>
            <a:prstGeom prst="ellipse">
              <a:avLst/>
            </a:prstGeom>
            <a:solidFill>
              <a:srgbClr val="7F8C97">
                <a:alpha val="48000"/>
              </a:srgbClr>
            </a:solidFill>
            <a:ln w="0">
              <a:noFill/>
              <a:prstDash val="solid"/>
            </a:ln>
          </p:spPr>
        </p:sp>
        <p:sp>
          <p:nvSpPr>
            <p:cNvPr id="908" name="03_assume_matched_907">
              <a:extLst>
                <a:ext uri="{FF2B5EF4-FFF2-40B4-BE49-F238E27FC236}">
                  <a16:creationId xmlns:a16="http://schemas.microsoft.com/office/drawing/2014/main" id="{327FC29C-E967-4F57-A35F-608B0BA2FDE8}"/>
                </a:ext>
              </a:extLst>
            </p:cNvPr>
            <p:cNvSpPr>
              <a:spLocks/>
            </p:cNvSpPr>
            <p:nvPr/>
          </p:nvSpPr>
          <p:spPr>
            <a:xfrm>
              <a:off x="2176470" y="2594532"/>
              <a:ext cx="28398" cy="28398"/>
            </a:xfrm>
            <a:prstGeom prst="ellipse">
              <a:avLst/>
            </a:prstGeom>
            <a:solidFill>
              <a:srgbClr val="7F8C97">
                <a:alpha val="48000"/>
              </a:srgbClr>
            </a:solidFill>
            <a:ln w="0">
              <a:noFill/>
              <a:prstDash val="solid"/>
            </a:ln>
          </p:spPr>
        </p:sp>
        <p:sp>
          <p:nvSpPr>
            <p:cNvPr id="909" name="03_assume_matched_908">
              <a:extLst>
                <a:ext uri="{FF2B5EF4-FFF2-40B4-BE49-F238E27FC236}">
                  <a16:creationId xmlns:a16="http://schemas.microsoft.com/office/drawing/2014/main" id="{3386C562-FA06-4001-A857-B8FABC81FD98}"/>
                </a:ext>
              </a:extLst>
            </p:cNvPr>
            <p:cNvSpPr>
              <a:spLocks/>
            </p:cNvSpPr>
            <p:nvPr/>
          </p:nvSpPr>
          <p:spPr>
            <a:xfrm>
              <a:off x="2183090" y="3120914"/>
              <a:ext cx="28398" cy="28398"/>
            </a:xfrm>
            <a:prstGeom prst="ellipse">
              <a:avLst/>
            </a:prstGeom>
            <a:solidFill>
              <a:srgbClr val="7F8C97">
                <a:alpha val="48000"/>
              </a:srgbClr>
            </a:solidFill>
            <a:ln w="0">
              <a:noFill/>
              <a:prstDash val="solid"/>
            </a:ln>
          </p:spPr>
        </p:sp>
        <p:sp>
          <p:nvSpPr>
            <p:cNvPr id="910" name="03_assume_matched_909">
              <a:extLst>
                <a:ext uri="{FF2B5EF4-FFF2-40B4-BE49-F238E27FC236}">
                  <a16:creationId xmlns:a16="http://schemas.microsoft.com/office/drawing/2014/main" id="{5F1DD2E8-181A-47E1-A790-75A90D3FF1C5}"/>
                </a:ext>
              </a:extLst>
            </p:cNvPr>
            <p:cNvSpPr>
              <a:spLocks/>
            </p:cNvSpPr>
            <p:nvPr/>
          </p:nvSpPr>
          <p:spPr>
            <a:xfrm>
              <a:off x="2242956" y="2536045"/>
              <a:ext cx="28398" cy="28398"/>
            </a:xfrm>
            <a:prstGeom prst="ellipse">
              <a:avLst/>
            </a:prstGeom>
            <a:solidFill>
              <a:srgbClr val="7F8C97">
                <a:alpha val="48000"/>
              </a:srgbClr>
            </a:solidFill>
            <a:ln w="0">
              <a:noFill/>
              <a:prstDash val="solid"/>
            </a:ln>
          </p:spPr>
        </p:sp>
        <p:sp>
          <p:nvSpPr>
            <p:cNvPr id="911" name="03_assume_matched_910">
              <a:extLst>
                <a:ext uri="{FF2B5EF4-FFF2-40B4-BE49-F238E27FC236}">
                  <a16:creationId xmlns:a16="http://schemas.microsoft.com/office/drawing/2014/main" id="{D5C688AE-966E-4F67-BA3B-93548187E389}"/>
                </a:ext>
              </a:extLst>
            </p:cNvPr>
            <p:cNvSpPr>
              <a:spLocks/>
            </p:cNvSpPr>
            <p:nvPr/>
          </p:nvSpPr>
          <p:spPr>
            <a:xfrm>
              <a:off x="2241661" y="2828480"/>
              <a:ext cx="28398" cy="28398"/>
            </a:xfrm>
            <a:prstGeom prst="ellipse">
              <a:avLst/>
            </a:prstGeom>
            <a:solidFill>
              <a:srgbClr val="7F8C97">
                <a:alpha val="48000"/>
              </a:srgbClr>
            </a:solidFill>
            <a:ln w="0">
              <a:noFill/>
              <a:prstDash val="solid"/>
            </a:ln>
          </p:spPr>
        </p:sp>
        <p:sp>
          <p:nvSpPr>
            <p:cNvPr id="912" name="03_assume_matched_911">
              <a:extLst>
                <a:ext uri="{FF2B5EF4-FFF2-40B4-BE49-F238E27FC236}">
                  <a16:creationId xmlns:a16="http://schemas.microsoft.com/office/drawing/2014/main" id="{AF8C46EF-EEF0-4013-95B3-2D605BA508D8}"/>
                </a:ext>
              </a:extLst>
            </p:cNvPr>
            <p:cNvSpPr>
              <a:spLocks/>
            </p:cNvSpPr>
            <p:nvPr/>
          </p:nvSpPr>
          <p:spPr>
            <a:xfrm>
              <a:off x="2288432" y="3120914"/>
              <a:ext cx="28398" cy="28398"/>
            </a:xfrm>
            <a:prstGeom prst="ellipse">
              <a:avLst/>
            </a:prstGeom>
            <a:solidFill>
              <a:srgbClr val="7F8C97">
                <a:alpha val="48000"/>
              </a:srgbClr>
            </a:solidFill>
            <a:ln w="0">
              <a:noFill/>
              <a:prstDash val="solid"/>
            </a:ln>
          </p:spPr>
        </p:sp>
        <p:sp>
          <p:nvSpPr>
            <p:cNvPr id="913" name="03_assume_matched_912">
              <a:extLst>
                <a:ext uri="{FF2B5EF4-FFF2-40B4-BE49-F238E27FC236}">
                  <a16:creationId xmlns:a16="http://schemas.microsoft.com/office/drawing/2014/main" id="{17118AB6-BE60-4323-938C-27699F496B58}"/>
                </a:ext>
              </a:extLst>
            </p:cNvPr>
            <p:cNvSpPr>
              <a:spLocks/>
            </p:cNvSpPr>
            <p:nvPr/>
          </p:nvSpPr>
          <p:spPr>
            <a:xfrm>
              <a:off x="2266701" y="2828480"/>
              <a:ext cx="28398" cy="28398"/>
            </a:xfrm>
            <a:prstGeom prst="ellipse">
              <a:avLst/>
            </a:prstGeom>
            <a:solidFill>
              <a:srgbClr val="7F8C97">
                <a:alpha val="48000"/>
              </a:srgbClr>
            </a:solidFill>
            <a:ln w="0">
              <a:noFill/>
              <a:prstDash val="solid"/>
            </a:ln>
          </p:spPr>
        </p:sp>
        <p:sp>
          <p:nvSpPr>
            <p:cNvPr id="914" name="03_assume_matched_913">
              <a:extLst>
                <a:ext uri="{FF2B5EF4-FFF2-40B4-BE49-F238E27FC236}">
                  <a16:creationId xmlns:a16="http://schemas.microsoft.com/office/drawing/2014/main" id="{47777348-7813-4BAA-8921-C2EF2FDF43F0}"/>
                </a:ext>
              </a:extLst>
            </p:cNvPr>
            <p:cNvSpPr>
              <a:spLocks/>
            </p:cNvSpPr>
            <p:nvPr/>
          </p:nvSpPr>
          <p:spPr>
            <a:xfrm>
              <a:off x="2198776" y="3120914"/>
              <a:ext cx="28398" cy="28398"/>
            </a:xfrm>
            <a:prstGeom prst="ellipse">
              <a:avLst/>
            </a:prstGeom>
            <a:solidFill>
              <a:srgbClr val="7F8C97">
                <a:alpha val="48000"/>
              </a:srgbClr>
            </a:solidFill>
            <a:ln w="0">
              <a:noFill/>
              <a:prstDash val="solid"/>
            </a:ln>
          </p:spPr>
        </p:sp>
        <p:sp>
          <p:nvSpPr>
            <p:cNvPr id="915" name="03_assume_matched_914">
              <a:extLst>
                <a:ext uri="{FF2B5EF4-FFF2-40B4-BE49-F238E27FC236}">
                  <a16:creationId xmlns:a16="http://schemas.microsoft.com/office/drawing/2014/main" id="{80763D64-98CD-4AEF-ABF1-38C4F52EE594}"/>
                </a:ext>
              </a:extLst>
            </p:cNvPr>
            <p:cNvSpPr>
              <a:spLocks/>
            </p:cNvSpPr>
            <p:nvPr/>
          </p:nvSpPr>
          <p:spPr>
            <a:xfrm>
              <a:off x="2269579" y="3120914"/>
              <a:ext cx="28398" cy="28398"/>
            </a:xfrm>
            <a:prstGeom prst="ellipse">
              <a:avLst/>
            </a:prstGeom>
            <a:solidFill>
              <a:srgbClr val="7F8C97">
                <a:alpha val="48000"/>
              </a:srgbClr>
            </a:solidFill>
            <a:ln w="0">
              <a:noFill/>
              <a:prstDash val="solid"/>
            </a:ln>
          </p:spPr>
        </p:sp>
        <p:sp>
          <p:nvSpPr>
            <p:cNvPr id="916" name="03_assume_matched_915">
              <a:extLst>
                <a:ext uri="{FF2B5EF4-FFF2-40B4-BE49-F238E27FC236}">
                  <a16:creationId xmlns:a16="http://schemas.microsoft.com/office/drawing/2014/main" id="{0FEFE3A3-E1AC-4B08-835D-EE2722259EB1}"/>
                </a:ext>
              </a:extLst>
            </p:cNvPr>
            <p:cNvSpPr>
              <a:spLocks/>
            </p:cNvSpPr>
            <p:nvPr/>
          </p:nvSpPr>
          <p:spPr>
            <a:xfrm>
              <a:off x="2257923" y="3120914"/>
              <a:ext cx="28398" cy="28398"/>
            </a:xfrm>
            <a:prstGeom prst="ellipse">
              <a:avLst/>
            </a:prstGeom>
            <a:solidFill>
              <a:srgbClr val="7F8C97">
                <a:alpha val="48000"/>
              </a:srgbClr>
            </a:solidFill>
            <a:ln w="0">
              <a:noFill/>
              <a:prstDash val="solid"/>
            </a:ln>
          </p:spPr>
        </p:sp>
        <p:sp>
          <p:nvSpPr>
            <p:cNvPr id="917" name="03_assume_matched_916">
              <a:extLst>
                <a:ext uri="{FF2B5EF4-FFF2-40B4-BE49-F238E27FC236}">
                  <a16:creationId xmlns:a16="http://schemas.microsoft.com/office/drawing/2014/main" id="{21A83B79-6539-4349-8CA2-30478FE330E7}"/>
                </a:ext>
              </a:extLst>
            </p:cNvPr>
            <p:cNvSpPr>
              <a:spLocks/>
            </p:cNvSpPr>
            <p:nvPr/>
          </p:nvSpPr>
          <p:spPr>
            <a:xfrm>
              <a:off x="2264111" y="3120914"/>
              <a:ext cx="28398" cy="28398"/>
            </a:xfrm>
            <a:prstGeom prst="ellipse">
              <a:avLst/>
            </a:prstGeom>
            <a:solidFill>
              <a:srgbClr val="7F8C97">
                <a:alpha val="48000"/>
              </a:srgbClr>
            </a:solidFill>
            <a:ln w="0">
              <a:noFill/>
              <a:prstDash val="solid"/>
            </a:ln>
          </p:spPr>
        </p:sp>
        <p:sp>
          <p:nvSpPr>
            <p:cNvPr id="918" name="03_assume_matched_917">
              <a:extLst>
                <a:ext uri="{FF2B5EF4-FFF2-40B4-BE49-F238E27FC236}">
                  <a16:creationId xmlns:a16="http://schemas.microsoft.com/office/drawing/2014/main" id="{A9F28BF6-5765-40B3-B601-B79F738165BF}"/>
                </a:ext>
              </a:extLst>
            </p:cNvPr>
            <p:cNvSpPr>
              <a:spLocks/>
            </p:cNvSpPr>
            <p:nvPr/>
          </p:nvSpPr>
          <p:spPr>
            <a:xfrm>
              <a:off x="2277494" y="3120914"/>
              <a:ext cx="28398" cy="28398"/>
            </a:xfrm>
            <a:prstGeom prst="ellipse">
              <a:avLst/>
            </a:prstGeom>
            <a:solidFill>
              <a:srgbClr val="7F8C97">
                <a:alpha val="48000"/>
              </a:srgbClr>
            </a:solidFill>
            <a:ln w="0">
              <a:noFill/>
              <a:prstDash val="solid"/>
            </a:ln>
          </p:spPr>
        </p:sp>
        <p:sp>
          <p:nvSpPr>
            <p:cNvPr id="919" name="03_assume_matched_918">
              <a:extLst>
                <a:ext uri="{FF2B5EF4-FFF2-40B4-BE49-F238E27FC236}">
                  <a16:creationId xmlns:a16="http://schemas.microsoft.com/office/drawing/2014/main" id="{D02A0935-28EA-4F9B-B1DE-E8DA11095844}"/>
                </a:ext>
              </a:extLst>
            </p:cNvPr>
            <p:cNvSpPr>
              <a:spLocks/>
            </p:cNvSpPr>
            <p:nvPr/>
          </p:nvSpPr>
          <p:spPr>
            <a:xfrm>
              <a:off x="2186112" y="2536045"/>
              <a:ext cx="28398" cy="28398"/>
            </a:xfrm>
            <a:prstGeom prst="ellipse">
              <a:avLst/>
            </a:prstGeom>
            <a:solidFill>
              <a:srgbClr val="7F8C97">
                <a:alpha val="48000"/>
              </a:srgbClr>
            </a:solidFill>
            <a:ln w="0">
              <a:noFill/>
              <a:prstDash val="solid"/>
            </a:ln>
          </p:spPr>
        </p:sp>
        <p:sp>
          <p:nvSpPr>
            <p:cNvPr id="920" name="03_assume_matched_919">
              <a:extLst>
                <a:ext uri="{FF2B5EF4-FFF2-40B4-BE49-F238E27FC236}">
                  <a16:creationId xmlns:a16="http://schemas.microsoft.com/office/drawing/2014/main" id="{95F9997F-3EE9-4C00-A789-34E22F7D506C}"/>
                </a:ext>
              </a:extLst>
            </p:cNvPr>
            <p:cNvSpPr>
              <a:spLocks/>
            </p:cNvSpPr>
            <p:nvPr/>
          </p:nvSpPr>
          <p:spPr>
            <a:xfrm>
              <a:off x="2175319" y="2828480"/>
              <a:ext cx="28398" cy="28398"/>
            </a:xfrm>
            <a:prstGeom prst="ellipse">
              <a:avLst/>
            </a:prstGeom>
            <a:solidFill>
              <a:srgbClr val="7F8C97">
                <a:alpha val="48000"/>
              </a:srgbClr>
            </a:solidFill>
            <a:ln w="0">
              <a:noFill/>
              <a:prstDash val="solid"/>
            </a:ln>
          </p:spPr>
        </p:sp>
        <p:sp>
          <p:nvSpPr>
            <p:cNvPr id="921" name="03_assume_matched_920">
              <a:extLst>
                <a:ext uri="{FF2B5EF4-FFF2-40B4-BE49-F238E27FC236}">
                  <a16:creationId xmlns:a16="http://schemas.microsoft.com/office/drawing/2014/main" id="{2C0238F3-2789-414C-B877-2F79C1B9BC8F}"/>
                </a:ext>
              </a:extLst>
            </p:cNvPr>
            <p:cNvSpPr>
              <a:spLocks/>
            </p:cNvSpPr>
            <p:nvPr/>
          </p:nvSpPr>
          <p:spPr>
            <a:xfrm>
              <a:off x="2258211" y="2682262"/>
              <a:ext cx="28398" cy="28398"/>
            </a:xfrm>
            <a:prstGeom prst="ellipse">
              <a:avLst/>
            </a:prstGeom>
            <a:solidFill>
              <a:srgbClr val="7F8C97">
                <a:alpha val="48000"/>
              </a:srgbClr>
            </a:solidFill>
            <a:ln w="0">
              <a:noFill/>
              <a:prstDash val="solid"/>
            </a:ln>
          </p:spPr>
        </p:sp>
        <p:sp>
          <p:nvSpPr>
            <p:cNvPr id="922" name="03_assume_matched_921">
              <a:extLst>
                <a:ext uri="{FF2B5EF4-FFF2-40B4-BE49-F238E27FC236}">
                  <a16:creationId xmlns:a16="http://schemas.microsoft.com/office/drawing/2014/main" id="{D5499FAA-C8EB-4B38-B3A8-54FC34E8B564}"/>
                </a:ext>
              </a:extLst>
            </p:cNvPr>
            <p:cNvSpPr>
              <a:spLocks/>
            </p:cNvSpPr>
            <p:nvPr/>
          </p:nvSpPr>
          <p:spPr>
            <a:xfrm>
              <a:off x="2295339" y="3079138"/>
              <a:ext cx="28398" cy="28398"/>
            </a:xfrm>
            <a:prstGeom prst="ellipse">
              <a:avLst/>
            </a:prstGeom>
            <a:solidFill>
              <a:srgbClr val="7F8C97">
                <a:alpha val="48000"/>
              </a:srgbClr>
            </a:solidFill>
            <a:ln w="0">
              <a:noFill/>
              <a:prstDash val="solid"/>
            </a:ln>
          </p:spPr>
        </p:sp>
        <p:sp>
          <p:nvSpPr>
            <p:cNvPr id="923" name="03_assume_matched_922">
              <a:extLst>
                <a:ext uri="{FF2B5EF4-FFF2-40B4-BE49-F238E27FC236}">
                  <a16:creationId xmlns:a16="http://schemas.microsoft.com/office/drawing/2014/main" id="{184D6569-6CC0-4F10-8B9D-9CCFE9553F75}"/>
                </a:ext>
              </a:extLst>
            </p:cNvPr>
            <p:cNvSpPr>
              <a:spLocks/>
            </p:cNvSpPr>
            <p:nvPr/>
          </p:nvSpPr>
          <p:spPr>
            <a:xfrm>
              <a:off x="2301527" y="2536045"/>
              <a:ext cx="28398" cy="28398"/>
            </a:xfrm>
            <a:prstGeom prst="ellipse">
              <a:avLst/>
            </a:prstGeom>
            <a:solidFill>
              <a:srgbClr val="7F8C97">
                <a:alpha val="48000"/>
              </a:srgbClr>
            </a:solidFill>
            <a:ln w="0">
              <a:noFill/>
              <a:prstDash val="solid"/>
            </a:ln>
          </p:spPr>
        </p:sp>
        <p:sp>
          <p:nvSpPr>
            <p:cNvPr id="924" name="03_assume_matched_923">
              <a:extLst>
                <a:ext uri="{FF2B5EF4-FFF2-40B4-BE49-F238E27FC236}">
                  <a16:creationId xmlns:a16="http://schemas.microsoft.com/office/drawing/2014/main" id="{AAD65EA9-646D-419E-9860-47F5DDA98915}"/>
                </a:ext>
              </a:extLst>
            </p:cNvPr>
            <p:cNvSpPr>
              <a:spLocks/>
            </p:cNvSpPr>
            <p:nvPr/>
          </p:nvSpPr>
          <p:spPr>
            <a:xfrm>
              <a:off x="2212591" y="3120914"/>
              <a:ext cx="28398" cy="28398"/>
            </a:xfrm>
            <a:prstGeom prst="ellipse">
              <a:avLst/>
            </a:prstGeom>
            <a:solidFill>
              <a:srgbClr val="7F8C97">
                <a:alpha val="48000"/>
              </a:srgbClr>
            </a:solidFill>
            <a:ln w="0">
              <a:noFill/>
              <a:prstDash val="solid"/>
            </a:ln>
          </p:spPr>
        </p:sp>
        <p:sp>
          <p:nvSpPr>
            <p:cNvPr id="925" name="03_assume_matched_924">
              <a:extLst>
                <a:ext uri="{FF2B5EF4-FFF2-40B4-BE49-F238E27FC236}">
                  <a16:creationId xmlns:a16="http://schemas.microsoft.com/office/drawing/2014/main" id="{1C17CE8F-487C-43E7-8021-8B79E99F197F}"/>
                </a:ext>
              </a:extLst>
            </p:cNvPr>
            <p:cNvSpPr>
              <a:spLocks/>
            </p:cNvSpPr>
            <p:nvPr/>
          </p:nvSpPr>
          <p:spPr>
            <a:xfrm>
              <a:off x="2265406" y="3120914"/>
              <a:ext cx="28398" cy="28398"/>
            </a:xfrm>
            <a:prstGeom prst="ellipse">
              <a:avLst/>
            </a:prstGeom>
            <a:solidFill>
              <a:srgbClr val="7F8C97">
                <a:alpha val="48000"/>
              </a:srgbClr>
            </a:solidFill>
            <a:ln w="0">
              <a:noFill/>
              <a:prstDash val="solid"/>
            </a:ln>
          </p:spPr>
        </p:sp>
        <p:sp>
          <p:nvSpPr>
            <p:cNvPr id="926" name="03_assume_matched_925">
              <a:extLst>
                <a:ext uri="{FF2B5EF4-FFF2-40B4-BE49-F238E27FC236}">
                  <a16:creationId xmlns:a16="http://schemas.microsoft.com/office/drawing/2014/main" id="{B7DE2C2E-5792-4BD9-8889-A7204E047843}"/>
                </a:ext>
              </a:extLst>
            </p:cNvPr>
            <p:cNvSpPr>
              <a:spLocks/>
            </p:cNvSpPr>
            <p:nvPr/>
          </p:nvSpPr>
          <p:spPr>
            <a:xfrm>
              <a:off x="2276343" y="2536045"/>
              <a:ext cx="28398" cy="28398"/>
            </a:xfrm>
            <a:prstGeom prst="ellipse">
              <a:avLst/>
            </a:prstGeom>
            <a:solidFill>
              <a:srgbClr val="7F8C97">
                <a:alpha val="48000"/>
              </a:srgbClr>
            </a:solidFill>
            <a:ln w="0">
              <a:noFill/>
              <a:prstDash val="solid"/>
            </a:ln>
          </p:spPr>
        </p:sp>
        <p:sp>
          <p:nvSpPr>
            <p:cNvPr id="927" name="03_assume_matched_926">
              <a:extLst>
                <a:ext uri="{FF2B5EF4-FFF2-40B4-BE49-F238E27FC236}">
                  <a16:creationId xmlns:a16="http://schemas.microsoft.com/office/drawing/2014/main" id="{3BB66824-0A13-4732-8EC3-48467A0312CA}"/>
                </a:ext>
              </a:extLst>
            </p:cNvPr>
            <p:cNvSpPr>
              <a:spLocks/>
            </p:cNvSpPr>
            <p:nvPr/>
          </p:nvSpPr>
          <p:spPr>
            <a:xfrm>
              <a:off x="2293756" y="2536045"/>
              <a:ext cx="28398" cy="28398"/>
            </a:xfrm>
            <a:prstGeom prst="ellipse">
              <a:avLst/>
            </a:prstGeom>
            <a:solidFill>
              <a:srgbClr val="7F8C97">
                <a:alpha val="48000"/>
              </a:srgbClr>
            </a:solidFill>
            <a:ln w="0">
              <a:noFill/>
              <a:prstDash val="solid"/>
            </a:ln>
          </p:spPr>
        </p:sp>
        <p:sp>
          <p:nvSpPr>
            <p:cNvPr id="928" name="03_assume_matched_927">
              <a:extLst>
                <a:ext uri="{FF2B5EF4-FFF2-40B4-BE49-F238E27FC236}">
                  <a16:creationId xmlns:a16="http://schemas.microsoft.com/office/drawing/2014/main" id="{42E33D82-EA76-429C-955A-0E439EEE5D4B}"/>
                </a:ext>
              </a:extLst>
            </p:cNvPr>
            <p:cNvSpPr>
              <a:spLocks/>
            </p:cNvSpPr>
            <p:nvPr/>
          </p:nvSpPr>
          <p:spPr>
            <a:xfrm>
              <a:off x="2278502" y="2536045"/>
              <a:ext cx="28398" cy="28398"/>
            </a:xfrm>
            <a:prstGeom prst="ellipse">
              <a:avLst/>
            </a:prstGeom>
            <a:solidFill>
              <a:srgbClr val="7F8C97">
                <a:alpha val="48000"/>
              </a:srgbClr>
            </a:solidFill>
            <a:ln w="0">
              <a:noFill/>
              <a:prstDash val="solid"/>
            </a:ln>
          </p:spPr>
        </p:sp>
        <p:sp>
          <p:nvSpPr>
            <p:cNvPr id="929" name="03_assume_matched_928">
              <a:extLst>
                <a:ext uri="{FF2B5EF4-FFF2-40B4-BE49-F238E27FC236}">
                  <a16:creationId xmlns:a16="http://schemas.microsoft.com/office/drawing/2014/main" id="{04942C2F-6614-4DF7-91FB-99C6DF8D64CC}"/>
                </a:ext>
              </a:extLst>
            </p:cNvPr>
            <p:cNvSpPr>
              <a:spLocks/>
            </p:cNvSpPr>
            <p:nvPr/>
          </p:nvSpPr>
          <p:spPr>
            <a:xfrm>
              <a:off x="2256772" y="2536045"/>
              <a:ext cx="28398" cy="28398"/>
            </a:xfrm>
            <a:prstGeom prst="ellipse">
              <a:avLst/>
            </a:prstGeom>
            <a:solidFill>
              <a:srgbClr val="7F8C97">
                <a:alpha val="48000"/>
              </a:srgbClr>
            </a:solidFill>
            <a:ln w="0">
              <a:noFill/>
              <a:prstDash val="solid"/>
            </a:ln>
          </p:spPr>
        </p:sp>
        <p:sp>
          <p:nvSpPr>
            <p:cNvPr id="930" name="03_assume_matched_929">
              <a:extLst>
                <a:ext uri="{FF2B5EF4-FFF2-40B4-BE49-F238E27FC236}">
                  <a16:creationId xmlns:a16="http://schemas.microsoft.com/office/drawing/2014/main" id="{633750B7-728A-44D2-9AF1-41E3318EBFC8}"/>
                </a:ext>
              </a:extLst>
            </p:cNvPr>
            <p:cNvSpPr>
              <a:spLocks/>
            </p:cNvSpPr>
            <p:nvPr/>
          </p:nvSpPr>
          <p:spPr>
            <a:xfrm>
              <a:off x="2168555" y="2536045"/>
              <a:ext cx="28398" cy="28398"/>
            </a:xfrm>
            <a:prstGeom prst="ellipse">
              <a:avLst/>
            </a:prstGeom>
            <a:solidFill>
              <a:srgbClr val="7F8C97">
                <a:alpha val="48000"/>
              </a:srgbClr>
            </a:solidFill>
            <a:ln w="0">
              <a:noFill/>
              <a:prstDash val="solid"/>
            </a:ln>
          </p:spPr>
        </p:sp>
        <p:sp>
          <p:nvSpPr>
            <p:cNvPr id="931" name="03_assume_matched_930">
              <a:extLst>
                <a:ext uri="{FF2B5EF4-FFF2-40B4-BE49-F238E27FC236}">
                  <a16:creationId xmlns:a16="http://schemas.microsoft.com/office/drawing/2014/main" id="{D8564C4B-5FE2-404C-B226-CE5068E16343}"/>
                </a:ext>
              </a:extLst>
            </p:cNvPr>
            <p:cNvSpPr>
              <a:spLocks/>
            </p:cNvSpPr>
            <p:nvPr/>
          </p:nvSpPr>
          <p:spPr>
            <a:xfrm>
              <a:off x="2182515" y="3120914"/>
              <a:ext cx="28398" cy="28398"/>
            </a:xfrm>
            <a:prstGeom prst="ellipse">
              <a:avLst/>
            </a:prstGeom>
            <a:solidFill>
              <a:srgbClr val="7F8C97">
                <a:alpha val="48000"/>
              </a:srgbClr>
            </a:solidFill>
            <a:ln w="0">
              <a:noFill/>
              <a:prstDash val="solid"/>
            </a:ln>
          </p:spPr>
        </p:sp>
        <p:sp>
          <p:nvSpPr>
            <p:cNvPr id="932" name="03_assume_matched_931">
              <a:extLst>
                <a:ext uri="{FF2B5EF4-FFF2-40B4-BE49-F238E27FC236}">
                  <a16:creationId xmlns:a16="http://schemas.microsoft.com/office/drawing/2014/main" id="{C0A6BCE9-3A2C-4AAE-949B-81C2B2AD37E1}"/>
                </a:ext>
              </a:extLst>
            </p:cNvPr>
            <p:cNvSpPr>
              <a:spLocks/>
            </p:cNvSpPr>
            <p:nvPr/>
          </p:nvSpPr>
          <p:spPr>
            <a:xfrm>
              <a:off x="2243676" y="2536045"/>
              <a:ext cx="28398" cy="28398"/>
            </a:xfrm>
            <a:prstGeom prst="ellipse">
              <a:avLst/>
            </a:prstGeom>
            <a:solidFill>
              <a:srgbClr val="7F8C97">
                <a:alpha val="48000"/>
              </a:srgbClr>
            </a:solidFill>
            <a:ln w="0">
              <a:noFill/>
              <a:prstDash val="solid"/>
            </a:ln>
          </p:spPr>
        </p:sp>
        <p:sp>
          <p:nvSpPr>
            <p:cNvPr id="933" name="03_assume_matched_932">
              <a:extLst>
                <a:ext uri="{FF2B5EF4-FFF2-40B4-BE49-F238E27FC236}">
                  <a16:creationId xmlns:a16="http://schemas.microsoft.com/office/drawing/2014/main" id="{43D693E6-FAC9-43E0-9B10-F24303BCE965}"/>
                </a:ext>
              </a:extLst>
            </p:cNvPr>
            <p:cNvSpPr>
              <a:spLocks/>
            </p:cNvSpPr>
            <p:nvPr/>
          </p:nvSpPr>
          <p:spPr>
            <a:xfrm>
              <a:off x="2188559" y="2536045"/>
              <a:ext cx="28398" cy="28398"/>
            </a:xfrm>
            <a:prstGeom prst="ellipse">
              <a:avLst/>
            </a:prstGeom>
            <a:solidFill>
              <a:srgbClr val="7F8C97">
                <a:alpha val="48000"/>
              </a:srgbClr>
            </a:solidFill>
            <a:ln w="0">
              <a:noFill/>
              <a:prstDash val="solid"/>
            </a:ln>
          </p:spPr>
        </p:sp>
        <p:sp>
          <p:nvSpPr>
            <p:cNvPr id="934" name="03_assume_matched_933">
              <a:extLst>
                <a:ext uri="{FF2B5EF4-FFF2-40B4-BE49-F238E27FC236}">
                  <a16:creationId xmlns:a16="http://schemas.microsoft.com/office/drawing/2014/main" id="{0E00E8B3-DBBA-44C4-A1F8-5A81796B6CD2}"/>
                </a:ext>
              </a:extLst>
            </p:cNvPr>
            <p:cNvSpPr>
              <a:spLocks/>
            </p:cNvSpPr>
            <p:nvPr/>
          </p:nvSpPr>
          <p:spPr>
            <a:xfrm>
              <a:off x="2214606" y="3120914"/>
              <a:ext cx="28398" cy="28398"/>
            </a:xfrm>
            <a:prstGeom prst="ellipse">
              <a:avLst/>
            </a:prstGeom>
            <a:solidFill>
              <a:srgbClr val="7F8C97">
                <a:alpha val="48000"/>
              </a:srgbClr>
            </a:solidFill>
            <a:ln w="0">
              <a:noFill/>
              <a:prstDash val="solid"/>
            </a:ln>
          </p:spPr>
        </p:sp>
        <p:sp>
          <p:nvSpPr>
            <p:cNvPr id="935" name="03_assume_matched_934">
              <a:extLst>
                <a:ext uri="{FF2B5EF4-FFF2-40B4-BE49-F238E27FC236}">
                  <a16:creationId xmlns:a16="http://schemas.microsoft.com/office/drawing/2014/main" id="{AABB2D46-9A9F-4890-9578-662280628F3B}"/>
                </a:ext>
              </a:extLst>
            </p:cNvPr>
            <p:cNvSpPr>
              <a:spLocks/>
            </p:cNvSpPr>
            <p:nvPr/>
          </p:nvSpPr>
          <p:spPr>
            <a:xfrm>
              <a:off x="2163662" y="3120914"/>
              <a:ext cx="28398" cy="28398"/>
            </a:xfrm>
            <a:prstGeom prst="ellipse">
              <a:avLst/>
            </a:prstGeom>
            <a:solidFill>
              <a:srgbClr val="7F8C97">
                <a:alpha val="48000"/>
              </a:srgbClr>
            </a:solidFill>
            <a:ln w="0">
              <a:noFill/>
              <a:prstDash val="solid"/>
            </a:ln>
          </p:spPr>
        </p:sp>
        <p:sp>
          <p:nvSpPr>
            <p:cNvPr id="936" name="03_assume_matched_935">
              <a:extLst>
                <a:ext uri="{FF2B5EF4-FFF2-40B4-BE49-F238E27FC236}">
                  <a16:creationId xmlns:a16="http://schemas.microsoft.com/office/drawing/2014/main" id="{8C56B0FF-1A39-4A4D-A25C-F8F5D33A7F67}"/>
                </a:ext>
              </a:extLst>
            </p:cNvPr>
            <p:cNvSpPr>
              <a:spLocks/>
            </p:cNvSpPr>
            <p:nvPr/>
          </p:nvSpPr>
          <p:spPr>
            <a:xfrm>
              <a:off x="3036342" y="2536045"/>
              <a:ext cx="28398" cy="28398"/>
            </a:xfrm>
            <a:prstGeom prst="ellipse">
              <a:avLst/>
            </a:prstGeom>
            <a:solidFill>
              <a:srgbClr val="7F8C97">
                <a:alpha val="48000"/>
              </a:srgbClr>
            </a:solidFill>
            <a:ln w="0">
              <a:noFill/>
              <a:prstDash val="solid"/>
            </a:ln>
          </p:spPr>
        </p:sp>
        <p:sp>
          <p:nvSpPr>
            <p:cNvPr id="937" name="03_assume_matched_936">
              <a:extLst>
                <a:ext uri="{FF2B5EF4-FFF2-40B4-BE49-F238E27FC236}">
                  <a16:creationId xmlns:a16="http://schemas.microsoft.com/office/drawing/2014/main" id="{19E4BBF7-EDDE-4DFA-B77D-14C226FF9CDD}"/>
                </a:ext>
              </a:extLst>
            </p:cNvPr>
            <p:cNvSpPr>
              <a:spLocks/>
            </p:cNvSpPr>
            <p:nvPr/>
          </p:nvSpPr>
          <p:spPr>
            <a:xfrm>
              <a:off x="3024829" y="3120914"/>
              <a:ext cx="28398" cy="28398"/>
            </a:xfrm>
            <a:prstGeom prst="ellipse">
              <a:avLst/>
            </a:prstGeom>
            <a:solidFill>
              <a:srgbClr val="7F8C97">
                <a:alpha val="48000"/>
              </a:srgbClr>
            </a:solidFill>
            <a:ln w="0">
              <a:noFill/>
              <a:prstDash val="solid"/>
            </a:ln>
          </p:spPr>
        </p:sp>
        <p:sp>
          <p:nvSpPr>
            <p:cNvPr id="938" name="03_assume_matched_937">
              <a:extLst>
                <a:ext uri="{FF2B5EF4-FFF2-40B4-BE49-F238E27FC236}">
                  <a16:creationId xmlns:a16="http://schemas.microsoft.com/office/drawing/2014/main" id="{B7B9C92D-8059-4DFF-8E29-80C2FA9A9FCA}"/>
                </a:ext>
              </a:extLst>
            </p:cNvPr>
            <p:cNvSpPr>
              <a:spLocks/>
            </p:cNvSpPr>
            <p:nvPr/>
          </p:nvSpPr>
          <p:spPr>
            <a:xfrm>
              <a:off x="2967697" y="3120914"/>
              <a:ext cx="28398" cy="28398"/>
            </a:xfrm>
            <a:prstGeom prst="ellipse">
              <a:avLst/>
            </a:prstGeom>
            <a:solidFill>
              <a:srgbClr val="7F8C97">
                <a:alpha val="48000"/>
              </a:srgbClr>
            </a:solidFill>
            <a:ln w="0">
              <a:noFill/>
              <a:prstDash val="solid"/>
            </a:ln>
          </p:spPr>
        </p:sp>
        <p:sp>
          <p:nvSpPr>
            <p:cNvPr id="939" name="03_assume_matched_938">
              <a:extLst>
                <a:ext uri="{FF2B5EF4-FFF2-40B4-BE49-F238E27FC236}">
                  <a16:creationId xmlns:a16="http://schemas.microsoft.com/office/drawing/2014/main" id="{C5178A95-41FE-4816-A3BF-B11E66FBCF83}"/>
                </a:ext>
              </a:extLst>
            </p:cNvPr>
            <p:cNvSpPr>
              <a:spLocks/>
            </p:cNvSpPr>
            <p:nvPr/>
          </p:nvSpPr>
          <p:spPr>
            <a:xfrm>
              <a:off x="3046559" y="2536045"/>
              <a:ext cx="28398" cy="28398"/>
            </a:xfrm>
            <a:prstGeom prst="ellipse">
              <a:avLst/>
            </a:prstGeom>
            <a:solidFill>
              <a:srgbClr val="7F8C97">
                <a:alpha val="48000"/>
              </a:srgbClr>
            </a:solidFill>
            <a:ln w="0">
              <a:noFill/>
              <a:prstDash val="solid"/>
            </a:ln>
          </p:spPr>
        </p:sp>
        <p:sp>
          <p:nvSpPr>
            <p:cNvPr id="940" name="03_assume_matched_939">
              <a:extLst>
                <a:ext uri="{FF2B5EF4-FFF2-40B4-BE49-F238E27FC236}">
                  <a16:creationId xmlns:a16="http://schemas.microsoft.com/office/drawing/2014/main" id="{7C84FF30-62F8-4D80-8139-76834A8C9B1A}"/>
                </a:ext>
              </a:extLst>
            </p:cNvPr>
            <p:cNvSpPr>
              <a:spLocks/>
            </p:cNvSpPr>
            <p:nvPr/>
          </p:nvSpPr>
          <p:spPr>
            <a:xfrm>
              <a:off x="3014324" y="2536045"/>
              <a:ext cx="28398" cy="28398"/>
            </a:xfrm>
            <a:prstGeom prst="ellipse">
              <a:avLst/>
            </a:prstGeom>
            <a:solidFill>
              <a:srgbClr val="7F8C97">
                <a:alpha val="48000"/>
              </a:srgbClr>
            </a:solidFill>
            <a:ln w="0">
              <a:noFill/>
              <a:prstDash val="solid"/>
            </a:ln>
          </p:spPr>
        </p:sp>
        <p:sp>
          <p:nvSpPr>
            <p:cNvPr id="941" name="03_assume_matched_940">
              <a:extLst>
                <a:ext uri="{FF2B5EF4-FFF2-40B4-BE49-F238E27FC236}">
                  <a16:creationId xmlns:a16="http://schemas.microsoft.com/office/drawing/2014/main" id="{D5773AFC-997D-41CA-8428-704D20E64A9A}"/>
                </a:ext>
              </a:extLst>
            </p:cNvPr>
            <p:cNvSpPr>
              <a:spLocks/>
            </p:cNvSpPr>
            <p:nvPr/>
          </p:nvSpPr>
          <p:spPr>
            <a:xfrm>
              <a:off x="2919056" y="2695555"/>
              <a:ext cx="28398" cy="28398"/>
            </a:xfrm>
            <a:prstGeom prst="ellipse">
              <a:avLst/>
            </a:prstGeom>
            <a:solidFill>
              <a:srgbClr val="7F8C97">
                <a:alpha val="48000"/>
              </a:srgbClr>
            </a:solidFill>
            <a:ln w="0">
              <a:noFill/>
              <a:prstDash val="solid"/>
            </a:ln>
          </p:spPr>
        </p:sp>
        <p:sp>
          <p:nvSpPr>
            <p:cNvPr id="942" name="03_assume_matched_941">
              <a:extLst>
                <a:ext uri="{FF2B5EF4-FFF2-40B4-BE49-F238E27FC236}">
                  <a16:creationId xmlns:a16="http://schemas.microsoft.com/office/drawing/2014/main" id="{C96D489C-A63A-45BF-AD99-0F9BD8FA2ED0}"/>
                </a:ext>
              </a:extLst>
            </p:cNvPr>
            <p:cNvSpPr>
              <a:spLocks/>
            </p:cNvSpPr>
            <p:nvPr/>
          </p:nvSpPr>
          <p:spPr>
            <a:xfrm>
              <a:off x="2949708" y="3120914"/>
              <a:ext cx="28398" cy="28398"/>
            </a:xfrm>
            <a:prstGeom prst="ellipse">
              <a:avLst/>
            </a:prstGeom>
            <a:solidFill>
              <a:srgbClr val="7F8C97">
                <a:alpha val="48000"/>
              </a:srgbClr>
            </a:solidFill>
            <a:ln w="0">
              <a:noFill/>
              <a:prstDash val="solid"/>
            </a:ln>
          </p:spPr>
        </p:sp>
        <p:sp>
          <p:nvSpPr>
            <p:cNvPr id="943" name="03_assume_matched_942">
              <a:extLst>
                <a:ext uri="{FF2B5EF4-FFF2-40B4-BE49-F238E27FC236}">
                  <a16:creationId xmlns:a16="http://schemas.microsoft.com/office/drawing/2014/main" id="{22447FA3-F8E6-4F89-AF25-B78557C0B08F}"/>
                </a:ext>
              </a:extLst>
            </p:cNvPr>
            <p:cNvSpPr>
              <a:spLocks/>
            </p:cNvSpPr>
            <p:nvPr/>
          </p:nvSpPr>
          <p:spPr>
            <a:xfrm>
              <a:off x="2918768" y="3120914"/>
              <a:ext cx="28398" cy="28398"/>
            </a:xfrm>
            <a:prstGeom prst="ellipse">
              <a:avLst/>
            </a:prstGeom>
            <a:solidFill>
              <a:srgbClr val="7F8C97">
                <a:alpha val="48000"/>
              </a:srgbClr>
            </a:solidFill>
            <a:ln w="0">
              <a:noFill/>
              <a:prstDash val="solid"/>
            </a:ln>
          </p:spPr>
        </p:sp>
        <p:sp>
          <p:nvSpPr>
            <p:cNvPr id="944" name="03_assume_matched_943">
              <a:extLst>
                <a:ext uri="{FF2B5EF4-FFF2-40B4-BE49-F238E27FC236}">
                  <a16:creationId xmlns:a16="http://schemas.microsoft.com/office/drawing/2014/main" id="{E9AA1E62-1C91-4379-8338-6856C016433E}"/>
                </a:ext>
              </a:extLst>
            </p:cNvPr>
            <p:cNvSpPr>
              <a:spLocks/>
            </p:cNvSpPr>
            <p:nvPr/>
          </p:nvSpPr>
          <p:spPr>
            <a:xfrm>
              <a:off x="3000077" y="2536045"/>
              <a:ext cx="28398" cy="28398"/>
            </a:xfrm>
            <a:prstGeom prst="ellipse">
              <a:avLst/>
            </a:prstGeom>
            <a:solidFill>
              <a:srgbClr val="7F8C97">
                <a:alpha val="48000"/>
              </a:srgbClr>
            </a:solidFill>
            <a:ln w="0">
              <a:noFill/>
              <a:prstDash val="solid"/>
            </a:ln>
          </p:spPr>
        </p:sp>
        <p:sp>
          <p:nvSpPr>
            <p:cNvPr id="945" name="03_assume_matched_944">
              <a:extLst>
                <a:ext uri="{FF2B5EF4-FFF2-40B4-BE49-F238E27FC236}">
                  <a16:creationId xmlns:a16="http://schemas.microsoft.com/office/drawing/2014/main" id="{3DE44AD9-F636-4655-9DA5-F8E323DCCC83}"/>
                </a:ext>
              </a:extLst>
            </p:cNvPr>
            <p:cNvSpPr>
              <a:spLocks/>
            </p:cNvSpPr>
            <p:nvPr/>
          </p:nvSpPr>
          <p:spPr>
            <a:xfrm>
              <a:off x="2981368" y="3120914"/>
              <a:ext cx="28398" cy="28398"/>
            </a:xfrm>
            <a:prstGeom prst="ellipse">
              <a:avLst/>
            </a:prstGeom>
            <a:solidFill>
              <a:srgbClr val="7F8C97">
                <a:alpha val="48000"/>
              </a:srgbClr>
            </a:solidFill>
            <a:ln w="0">
              <a:noFill/>
              <a:prstDash val="solid"/>
            </a:ln>
          </p:spPr>
        </p:sp>
        <p:sp>
          <p:nvSpPr>
            <p:cNvPr id="946" name="03_assume_matched_945">
              <a:extLst>
                <a:ext uri="{FF2B5EF4-FFF2-40B4-BE49-F238E27FC236}">
                  <a16:creationId xmlns:a16="http://schemas.microsoft.com/office/drawing/2014/main" id="{804D34E4-3120-45BD-A89F-112405FDFC55}"/>
                </a:ext>
              </a:extLst>
            </p:cNvPr>
            <p:cNvSpPr>
              <a:spLocks/>
            </p:cNvSpPr>
            <p:nvPr/>
          </p:nvSpPr>
          <p:spPr>
            <a:xfrm>
              <a:off x="2966114" y="3120914"/>
              <a:ext cx="28398" cy="28398"/>
            </a:xfrm>
            <a:prstGeom prst="ellipse">
              <a:avLst/>
            </a:prstGeom>
            <a:solidFill>
              <a:srgbClr val="7F8C97">
                <a:alpha val="48000"/>
              </a:srgbClr>
            </a:solidFill>
            <a:ln w="0">
              <a:noFill/>
              <a:prstDash val="solid"/>
            </a:ln>
          </p:spPr>
        </p:sp>
        <p:sp>
          <p:nvSpPr>
            <p:cNvPr id="947" name="03_assume_matched_946">
              <a:extLst>
                <a:ext uri="{FF2B5EF4-FFF2-40B4-BE49-F238E27FC236}">
                  <a16:creationId xmlns:a16="http://schemas.microsoft.com/office/drawing/2014/main" id="{6560955F-3C07-44A0-93B5-A3E218107FE7}"/>
                </a:ext>
              </a:extLst>
            </p:cNvPr>
            <p:cNvSpPr>
              <a:spLocks/>
            </p:cNvSpPr>
            <p:nvPr/>
          </p:nvSpPr>
          <p:spPr>
            <a:xfrm>
              <a:off x="2951867" y="3120914"/>
              <a:ext cx="28398" cy="28398"/>
            </a:xfrm>
            <a:prstGeom prst="ellipse">
              <a:avLst/>
            </a:prstGeom>
            <a:solidFill>
              <a:srgbClr val="7F8C97">
                <a:alpha val="48000"/>
              </a:srgbClr>
            </a:solidFill>
            <a:ln w="0">
              <a:noFill/>
              <a:prstDash val="solid"/>
            </a:ln>
          </p:spPr>
        </p:sp>
        <p:sp>
          <p:nvSpPr>
            <p:cNvPr id="948" name="03_assume_matched_947">
              <a:extLst>
                <a:ext uri="{FF2B5EF4-FFF2-40B4-BE49-F238E27FC236}">
                  <a16:creationId xmlns:a16="http://schemas.microsoft.com/office/drawing/2014/main" id="{61356182-5821-475B-8B12-3C80C939A13C}"/>
                </a:ext>
              </a:extLst>
            </p:cNvPr>
            <p:cNvSpPr>
              <a:spLocks/>
            </p:cNvSpPr>
            <p:nvPr/>
          </p:nvSpPr>
          <p:spPr>
            <a:xfrm>
              <a:off x="2968273" y="3120914"/>
              <a:ext cx="28398" cy="28398"/>
            </a:xfrm>
            <a:prstGeom prst="ellipse">
              <a:avLst/>
            </a:prstGeom>
            <a:solidFill>
              <a:srgbClr val="7F8C97">
                <a:alpha val="48000"/>
              </a:srgbClr>
            </a:solidFill>
            <a:ln w="0">
              <a:noFill/>
              <a:prstDash val="solid"/>
            </a:ln>
          </p:spPr>
        </p:sp>
        <p:sp>
          <p:nvSpPr>
            <p:cNvPr id="949" name="03_assume_matched_948">
              <a:extLst>
                <a:ext uri="{FF2B5EF4-FFF2-40B4-BE49-F238E27FC236}">
                  <a16:creationId xmlns:a16="http://schemas.microsoft.com/office/drawing/2014/main" id="{5F07B97A-86D9-4A30-A666-8CA2D776641A}"/>
                </a:ext>
              </a:extLst>
            </p:cNvPr>
            <p:cNvSpPr>
              <a:spLocks/>
            </p:cNvSpPr>
            <p:nvPr/>
          </p:nvSpPr>
          <p:spPr>
            <a:xfrm>
              <a:off x="3053467" y="2828480"/>
              <a:ext cx="28398" cy="28398"/>
            </a:xfrm>
            <a:prstGeom prst="ellipse">
              <a:avLst/>
            </a:prstGeom>
            <a:solidFill>
              <a:srgbClr val="7F8C97">
                <a:alpha val="48000"/>
              </a:srgbClr>
            </a:solidFill>
            <a:ln w="0">
              <a:noFill/>
              <a:prstDash val="solid"/>
            </a:ln>
          </p:spPr>
        </p:sp>
        <p:sp>
          <p:nvSpPr>
            <p:cNvPr id="950" name="03_assume_matched_949">
              <a:extLst>
                <a:ext uri="{FF2B5EF4-FFF2-40B4-BE49-F238E27FC236}">
                  <a16:creationId xmlns:a16="http://schemas.microsoft.com/office/drawing/2014/main" id="{AA695BFE-821E-4A3C-8841-937524876EC2}"/>
                </a:ext>
              </a:extLst>
            </p:cNvPr>
            <p:cNvSpPr>
              <a:spLocks/>
            </p:cNvSpPr>
            <p:nvPr/>
          </p:nvSpPr>
          <p:spPr>
            <a:xfrm>
              <a:off x="3008423" y="2731002"/>
              <a:ext cx="28398" cy="28398"/>
            </a:xfrm>
            <a:prstGeom prst="ellipse">
              <a:avLst/>
            </a:prstGeom>
            <a:solidFill>
              <a:srgbClr val="7F8C97">
                <a:alpha val="48000"/>
              </a:srgbClr>
            </a:solidFill>
            <a:ln w="0">
              <a:noFill/>
              <a:prstDash val="solid"/>
            </a:ln>
          </p:spPr>
        </p:sp>
        <p:sp>
          <p:nvSpPr>
            <p:cNvPr id="951" name="03_assume_matched_950">
              <a:extLst>
                <a:ext uri="{FF2B5EF4-FFF2-40B4-BE49-F238E27FC236}">
                  <a16:creationId xmlns:a16="http://schemas.microsoft.com/office/drawing/2014/main" id="{EB52F3BC-4098-43CE-B633-87CFAD738AE0}"/>
                </a:ext>
              </a:extLst>
            </p:cNvPr>
            <p:cNvSpPr>
              <a:spLocks/>
            </p:cNvSpPr>
            <p:nvPr/>
          </p:nvSpPr>
          <p:spPr>
            <a:xfrm>
              <a:off x="3018209" y="3055929"/>
              <a:ext cx="28398" cy="28398"/>
            </a:xfrm>
            <a:prstGeom prst="ellipse">
              <a:avLst/>
            </a:prstGeom>
            <a:solidFill>
              <a:srgbClr val="7F8C97">
                <a:alpha val="48000"/>
              </a:srgbClr>
            </a:solidFill>
            <a:ln w="0">
              <a:noFill/>
              <a:prstDash val="solid"/>
            </a:ln>
          </p:spPr>
        </p:sp>
        <p:sp>
          <p:nvSpPr>
            <p:cNvPr id="952" name="03_assume_matched_951">
              <a:extLst>
                <a:ext uri="{FF2B5EF4-FFF2-40B4-BE49-F238E27FC236}">
                  <a16:creationId xmlns:a16="http://schemas.microsoft.com/office/drawing/2014/main" id="{B894C461-60EC-4B6E-84D3-0F1CD98F6D26}"/>
                </a:ext>
              </a:extLst>
            </p:cNvPr>
            <p:cNvSpPr>
              <a:spLocks/>
            </p:cNvSpPr>
            <p:nvPr/>
          </p:nvSpPr>
          <p:spPr>
            <a:xfrm>
              <a:off x="2955033" y="3055929"/>
              <a:ext cx="28398" cy="28398"/>
            </a:xfrm>
            <a:prstGeom prst="ellipse">
              <a:avLst/>
            </a:prstGeom>
            <a:solidFill>
              <a:srgbClr val="7F8C97">
                <a:alpha val="48000"/>
              </a:srgbClr>
            </a:solidFill>
            <a:ln w="0">
              <a:noFill/>
              <a:prstDash val="solid"/>
            </a:ln>
          </p:spPr>
        </p:sp>
        <p:sp>
          <p:nvSpPr>
            <p:cNvPr id="953" name="03_assume_matched_952">
              <a:extLst>
                <a:ext uri="{FF2B5EF4-FFF2-40B4-BE49-F238E27FC236}">
                  <a16:creationId xmlns:a16="http://schemas.microsoft.com/office/drawing/2014/main" id="{7B6D1ED9-4B49-4E5C-9301-7724389FC3DA}"/>
                </a:ext>
              </a:extLst>
            </p:cNvPr>
            <p:cNvSpPr>
              <a:spLocks/>
            </p:cNvSpPr>
            <p:nvPr/>
          </p:nvSpPr>
          <p:spPr>
            <a:xfrm>
              <a:off x="3045408" y="3120914"/>
              <a:ext cx="28398" cy="28398"/>
            </a:xfrm>
            <a:prstGeom prst="ellipse">
              <a:avLst/>
            </a:prstGeom>
            <a:solidFill>
              <a:srgbClr val="7F8C97">
                <a:alpha val="48000"/>
              </a:srgbClr>
            </a:solidFill>
            <a:ln w="0">
              <a:noFill/>
              <a:prstDash val="solid"/>
            </a:ln>
          </p:spPr>
        </p:sp>
        <p:sp>
          <p:nvSpPr>
            <p:cNvPr id="954" name="03_assume_matched_953">
              <a:extLst>
                <a:ext uri="{FF2B5EF4-FFF2-40B4-BE49-F238E27FC236}">
                  <a16:creationId xmlns:a16="http://schemas.microsoft.com/office/drawing/2014/main" id="{6C6780DD-F03D-418A-9C76-14167020BD76}"/>
                </a:ext>
              </a:extLst>
            </p:cNvPr>
            <p:cNvSpPr>
              <a:spLocks/>
            </p:cNvSpPr>
            <p:nvPr/>
          </p:nvSpPr>
          <p:spPr>
            <a:xfrm>
              <a:off x="3018497" y="2589215"/>
              <a:ext cx="28398" cy="28398"/>
            </a:xfrm>
            <a:prstGeom prst="ellipse">
              <a:avLst/>
            </a:prstGeom>
            <a:solidFill>
              <a:srgbClr val="7F8C97">
                <a:alpha val="48000"/>
              </a:srgbClr>
            </a:solidFill>
            <a:ln w="0">
              <a:noFill/>
              <a:prstDash val="solid"/>
            </a:ln>
          </p:spPr>
        </p:sp>
        <p:sp>
          <p:nvSpPr>
            <p:cNvPr id="955" name="03_assume_matched_954">
              <a:extLst>
                <a:ext uri="{FF2B5EF4-FFF2-40B4-BE49-F238E27FC236}">
                  <a16:creationId xmlns:a16="http://schemas.microsoft.com/office/drawing/2014/main" id="{67DE2BC9-A6E9-4091-A97D-682D795E2F96}"/>
                </a:ext>
              </a:extLst>
            </p:cNvPr>
            <p:cNvSpPr>
              <a:spLocks/>
            </p:cNvSpPr>
            <p:nvPr/>
          </p:nvSpPr>
          <p:spPr>
            <a:xfrm>
              <a:off x="2936325" y="3120914"/>
              <a:ext cx="28398" cy="28398"/>
            </a:xfrm>
            <a:prstGeom prst="ellipse">
              <a:avLst/>
            </a:prstGeom>
            <a:solidFill>
              <a:srgbClr val="7F8C97">
                <a:alpha val="48000"/>
              </a:srgbClr>
            </a:solidFill>
            <a:ln w="0">
              <a:noFill/>
              <a:prstDash val="solid"/>
            </a:ln>
          </p:spPr>
        </p:sp>
        <p:sp>
          <p:nvSpPr>
            <p:cNvPr id="956" name="03_assume_matched_955">
              <a:extLst>
                <a:ext uri="{FF2B5EF4-FFF2-40B4-BE49-F238E27FC236}">
                  <a16:creationId xmlns:a16="http://schemas.microsoft.com/office/drawing/2014/main" id="{D1203F49-117B-4552-BD2F-B21157BD901F}"/>
                </a:ext>
              </a:extLst>
            </p:cNvPr>
            <p:cNvSpPr>
              <a:spLocks/>
            </p:cNvSpPr>
            <p:nvPr/>
          </p:nvSpPr>
          <p:spPr>
            <a:xfrm>
              <a:off x="2943664" y="3120914"/>
              <a:ext cx="28398" cy="28398"/>
            </a:xfrm>
            <a:prstGeom prst="ellipse">
              <a:avLst/>
            </a:prstGeom>
            <a:solidFill>
              <a:srgbClr val="7F8C97">
                <a:alpha val="48000"/>
              </a:srgbClr>
            </a:solidFill>
            <a:ln w="0">
              <a:noFill/>
              <a:prstDash val="solid"/>
            </a:ln>
          </p:spPr>
        </p:sp>
        <p:sp>
          <p:nvSpPr>
            <p:cNvPr id="957" name="03_assume_matched_956">
              <a:extLst>
                <a:ext uri="{FF2B5EF4-FFF2-40B4-BE49-F238E27FC236}">
                  <a16:creationId xmlns:a16="http://schemas.microsoft.com/office/drawing/2014/main" id="{CA598EEC-0BF5-404B-8C39-D431DC6A3ACE}"/>
                </a:ext>
              </a:extLst>
            </p:cNvPr>
            <p:cNvSpPr>
              <a:spLocks/>
            </p:cNvSpPr>
            <p:nvPr/>
          </p:nvSpPr>
          <p:spPr>
            <a:xfrm>
              <a:off x="2954889" y="2925958"/>
              <a:ext cx="28398" cy="28398"/>
            </a:xfrm>
            <a:prstGeom prst="ellipse">
              <a:avLst/>
            </a:prstGeom>
            <a:solidFill>
              <a:srgbClr val="7F8C97">
                <a:alpha val="48000"/>
              </a:srgbClr>
            </a:solidFill>
            <a:ln w="0">
              <a:noFill/>
              <a:prstDash val="solid"/>
            </a:ln>
          </p:spPr>
        </p:sp>
        <p:sp>
          <p:nvSpPr>
            <p:cNvPr id="958" name="03_assume_matched_957">
              <a:extLst>
                <a:ext uri="{FF2B5EF4-FFF2-40B4-BE49-F238E27FC236}">
                  <a16:creationId xmlns:a16="http://schemas.microsoft.com/office/drawing/2014/main" id="{2FCC3188-64DE-4500-B648-70A123EB1873}"/>
                </a:ext>
              </a:extLst>
            </p:cNvPr>
            <p:cNvSpPr>
              <a:spLocks/>
            </p:cNvSpPr>
            <p:nvPr/>
          </p:nvSpPr>
          <p:spPr>
            <a:xfrm>
              <a:off x="3044257" y="3120914"/>
              <a:ext cx="28398" cy="28398"/>
            </a:xfrm>
            <a:prstGeom prst="ellipse">
              <a:avLst/>
            </a:prstGeom>
            <a:solidFill>
              <a:srgbClr val="7F8C97">
                <a:alpha val="48000"/>
              </a:srgbClr>
            </a:solidFill>
            <a:ln w="0">
              <a:noFill/>
              <a:prstDash val="solid"/>
            </a:ln>
          </p:spPr>
        </p:sp>
        <p:sp>
          <p:nvSpPr>
            <p:cNvPr id="959" name="03_assume_matched_958">
              <a:extLst>
                <a:ext uri="{FF2B5EF4-FFF2-40B4-BE49-F238E27FC236}">
                  <a16:creationId xmlns:a16="http://schemas.microsoft.com/office/drawing/2014/main" id="{96A984E1-E0F6-4C3E-BA54-346A752541EB}"/>
                </a:ext>
              </a:extLst>
            </p:cNvPr>
            <p:cNvSpPr>
              <a:spLocks/>
            </p:cNvSpPr>
            <p:nvPr/>
          </p:nvSpPr>
          <p:spPr>
            <a:xfrm>
              <a:off x="2957192" y="2536045"/>
              <a:ext cx="28398" cy="28398"/>
            </a:xfrm>
            <a:prstGeom prst="ellipse">
              <a:avLst/>
            </a:prstGeom>
            <a:solidFill>
              <a:srgbClr val="7F8C97">
                <a:alpha val="48000"/>
              </a:srgbClr>
            </a:solidFill>
            <a:ln w="0">
              <a:noFill/>
              <a:prstDash val="solid"/>
            </a:ln>
          </p:spPr>
        </p:sp>
        <p:sp>
          <p:nvSpPr>
            <p:cNvPr id="960" name="03_assume_matched_959">
              <a:extLst>
                <a:ext uri="{FF2B5EF4-FFF2-40B4-BE49-F238E27FC236}">
                  <a16:creationId xmlns:a16="http://schemas.microsoft.com/office/drawing/2014/main" id="{DD90DD37-8B9F-449B-8B7E-287CCD0EEAAE}"/>
                </a:ext>
              </a:extLst>
            </p:cNvPr>
            <p:cNvSpPr>
              <a:spLocks/>
            </p:cNvSpPr>
            <p:nvPr/>
          </p:nvSpPr>
          <p:spPr>
            <a:xfrm>
              <a:off x="3036198" y="3055929"/>
              <a:ext cx="28398" cy="28398"/>
            </a:xfrm>
            <a:prstGeom prst="ellipse">
              <a:avLst/>
            </a:prstGeom>
            <a:solidFill>
              <a:srgbClr val="7F8C97">
                <a:alpha val="48000"/>
              </a:srgbClr>
            </a:solidFill>
            <a:ln w="0">
              <a:noFill/>
              <a:prstDash val="solid"/>
            </a:ln>
          </p:spPr>
        </p:sp>
        <p:sp>
          <p:nvSpPr>
            <p:cNvPr id="961" name="03_assume_matched_960">
              <a:extLst>
                <a:ext uri="{FF2B5EF4-FFF2-40B4-BE49-F238E27FC236}">
                  <a16:creationId xmlns:a16="http://schemas.microsoft.com/office/drawing/2014/main" id="{285C0C4A-6463-4615-AE1F-0EFFEE0AB25C}"/>
                </a:ext>
              </a:extLst>
            </p:cNvPr>
            <p:cNvSpPr>
              <a:spLocks/>
            </p:cNvSpPr>
            <p:nvPr/>
          </p:nvSpPr>
          <p:spPr>
            <a:xfrm>
              <a:off x="3037349" y="2536045"/>
              <a:ext cx="28398" cy="28398"/>
            </a:xfrm>
            <a:prstGeom prst="ellipse">
              <a:avLst/>
            </a:prstGeom>
            <a:solidFill>
              <a:srgbClr val="7F8C97">
                <a:alpha val="48000"/>
              </a:srgbClr>
            </a:solidFill>
            <a:ln w="0">
              <a:noFill/>
              <a:prstDash val="solid"/>
            </a:ln>
          </p:spPr>
        </p:sp>
        <p:sp>
          <p:nvSpPr>
            <p:cNvPr id="962" name="03_assume_matched_961">
              <a:extLst>
                <a:ext uri="{FF2B5EF4-FFF2-40B4-BE49-F238E27FC236}">
                  <a16:creationId xmlns:a16="http://schemas.microsoft.com/office/drawing/2014/main" id="{DAB10329-080C-4F52-9ED1-F4A1C28FFF6F}"/>
                </a:ext>
              </a:extLst>
            </p:cNvPr>
            <p:cNvSpPr>
              <a:spLocks/>
            </p:cNvSpPr>
            <p:nvPr/>
          </p:nvSpPr>
          <p:spPr>
            <a:xfrm>
              <a:off x="3041091" y="3120914"/>
              <a:ext cx="28398" cy="28398"/>
            </a:xfrm>
            <a:prstGeom prst="ellipse">
              <a:avLst/>
            </a:prstGeom>
            <a:solidFill>
              <a:srgbClr val="7F8C97">
                <a:alpha val="48000"/>
              </a:srgbClr>
            </a:solidFill>
            <a:ln w="0">
              <a:noFill/>
              <a:prstDash val="solid"/>
            </a:ln>
          </p:spPr>
        </p:sp>
        <p:sp>
          <p:nvSpPr>
            <p:cNvPr id="963" name="03_assume_matched_962">
              <a:extLst>
                <a:ext uri="{FF2B5EF4-FFF2-40B4-BE49-F238E27FC236}">
                  <a16:creationId xmlns:a16="http://schemas.microsoft.com/office/drawing/2014/main" id="{14458657-0775-4D55-908F-00C0672854D8}"/>
                </a:ext>
              </a:extLst>
            </p:cNvPr>
            <p:cNvSpPr>
              <a:spLocks/>
            </p:cNvSpPr>
            <p:nvPr/>
          </p:nvSpPr>
          <p:spPr>
            <a:xfrm>
              <a:off x="2958343" y="2925958"/>
              <a:ext cx="28398" cy="28398"/>
            </a:xfrm>
            <a:prstGeom prst="ellipse">
              <a:avLst/>
            </a:prstGeom>
            <a:solidFill>
              <a:srgbClr val="7F8C97">
                <a:alpha val="48000"/>
              </a:srgbClr>
            </a:solidFill>
            <a:ln w="0">
              <a:noFill/>
              <a:prstDash val="solid"/>
            </a:ln>
          </p:spPr>
        </p:sp>
        <p:sp>
          <p:nvSpPr>
            <p:cNvPr id="964" name="03_assume_matched_963">
              <a:extLst>
                <a:ext uri="{FF2B5EF4-FFF2-40B4-BE49-F238E27FC236}">
                  <a16:creationId xmlns:a16="http://schemas.microsoft.com/office/drawing/2014/main" id="{88AFC74C-6855-447E-94AA-07B55D6FEA61}"/>
                </a:ext>
              </a:extLst>
            </p:cNvPr>
            <p:cNvSpPr>
              <a:spLocks/>
            </p:cNvSpPr>
            <p:nvPr/>
          </p:nvSpPr>
          <p:spPr>
            <a:xfrm>
              <a:off x="2936613" y="2682262"/>
              <a:ext cx="28398" cy="28398"/>
            </a:xfrm>
            <a:prstGeom prst="ellipse">
              <a:avLst/>
            </a:prstGeom>
            <a:solidFill>
              <a:srgbClr val="7F8C97">
                <a:alpha val="48000"/>
              </a:srgbClr>
            </a:solidFill>
            <a:ln w="0">
              <a:noFill/>
              <a:prstDash val="solid"/>
            </a:ln>
          </p:spPr>
        </p:sp>
        <p:sp>
          <p:nvSpPr>
            <p:cNvPr id="965" name="03_assume_matched_964">
              <a:extLst>
                <a:ext uri="{FF2B5EF4-FFF2-40B4-BE49-F238E27FC236}">
                  <a16:creationId xmlns:a16="http://schemas.microsoft.com/office/drawing/2014/main" id="{56B12540-4BAA-494D-800B-13E1EC5CD87C}"/>
                </a:ext>
              </a:extLst>
            </p:cNvPr>
            <p:cNvSpPr>
              <a:spLocks/>
            </p:cNvSpPr>
            <p:nvPr/>
          </p:nvSpPr>
          <p:spPr>
            <a:xfrm>
              <a:off x="3020368" y="2536045"/>
              <a:ext cx="28398" cy="28398"/>
            </a:xfrm>
            <a:prstGeom prst="ellipse">
              <a:avLst/>
            </a:prstGeom>
            <a:solidFill>
              <a:srgbClr val="7F8C97">
                <a:alpha val="48000"/>
              </a:srgbClr>
            </a:solidFill>
            <a:ln w="0">
              <a:noFill/>
              <a:prstDash val="solid"/>
            </a:ln>
          </p:spPr>
        </p:sp>
        <p:sp>
          <p:nvSpPr>
            <p:cNvPr id="966" name="03_assume_matched_965">
              <a:extLst>
                <a:ext uri="{FF2B5EF4-FFF2-40B4-BE49-F238E27FC236}">
                  <a16:creationId xmlns:a16="http://schemas.microsoft.com/office/drawing/2014/main" id="{138F2D50-E260-44C5-94E1-121BB3C9034D}"/>
                </a:ext>
              </a:extLst>
            </p:cNvPr>
            <p:cNvSpPr>
              <a:spLocks/>
            </p:cNvSpPr>
            <p:nvPr/>
          </p:nvSpPr>
          <p:spPr>
            <a:xfrm>
              <a:off x="2929849" y="3120914"/>
              <a:ext cx="28398" cy="28398"/>
            </a:xfrm>
            <a:prstGeom prst="ellipse">
              <a:avLst/>
            </a:prstGeom>
            <a:solidFill>
              <a:srgbClr val="7F8C97">
                <a:alpha val="48000"/>
              </a:srgbClr>
            </a:solidFill>
            <a:ln w="0">
              <a:noFill/>
              <a:prstDash val="solid"/>
            </a:ln>
          </p:spPr>
        </p:sp>
        <p:sp>
          <p:nvSpPr>
            <p:cNvPr id="967" name="03_assume_matched_966">
              <a:extLst>
                <a:ext uri="{FF2B5EF4-FFF2-40B4-BE49-F238E27FC236}">
                  <a16:creationId xmlns:a16="http://schemas.microsoft.com/office/drawing/2014/main" id="{A174EA93-6F34-4847-B4BB-F012D97AEB18}"/>
                </a:ext>
              </a:extLst>
            </p:cNvPr>
            <p:cNvSpPr>
              <a:spLocks/>
            </p:cNvSpPr>
            <p:nvPr/>
          </p:nvSpPr>
          <p:spPr>
            <a:xfrm>
              <a:off x="3023965" y="2536045"/>
              <a:ext cx="28398" cy="28398"/>
            </a:xfrm>
            <a:prstGeom prst="ellipse">
              <a:avLst/>
            </a:prstGeom>
            <a:solidFill>
              <a:srgbClr val="7F8C97">
                <a:alpha val="48000"/>
              </a:srgbClr>
            </a:solidFill>
            <a:ln w="0">
              <a:noFill/>
              <a:prstDash val="solid"/>
            </a:ln>
          </p:spPr>
        </p:sp>
        <p:sp>
          <p:nvSpPr>
            <p:cNvPr id="968" name="03_assume_matched_967">
              <a:extLst>
                <a:ext uri="{FF2B5EF4-FFF2-40B4-BE49-F238E27FC236}">
                  <a16:creationId xmlns:a16="http://schemas.microsoft.com/office/drawing/2014/main" id="{6A00605E-00E3-4E70-8D34-8F300B459588}"/>
                </a:ext>
              </a:extLst>
            </p:cNvPr>
            <p:cNvSpPr>
              <a:spLocks/>
            </p:cNvSpPr>
            <p:nvPr/>
          </p:nvSpPr>
          <p:spPr>
            <a:xfrm>
              <a:off x="2931144" y="3120914"/>
              <a:ext cx="28398" cy="28398"/>
            </a:xfrm>
            <a:prstGeom prst="ellipse">
              <a:avLst/>
            </a:prstGeom>
            <a:solidFill>
              <a:srgbClr val="7F8C97">
                <a:alpha val="48000"/>
              </a:srgbClr>
            </a:solidFill>
            <a:ln w="0">
              <a:noFill/>
              <a:prstDash val="solid"/>
            </a:ln>
          </p:spPr>
        </p:sp>
        <p:sp>
          <p:nvSpPr>
            <p:cNvPr id="969" name="03_assume_matched_968">
              <a:extLst>
                <a:ext uri="{FF2B5EF4-FFF2-40B4-BE49-F238E27FC236}">
                  <a16:creationId xmlns:a16="http://schemas.microsoft.com/office/drawing/2014/main" id="{125FAEA1-E86C-4C88-8426-9A68CE6BCCDA}"/>
                </a:ext>
              </a:extLst>
            </p:cNvPr>
            <p:cNvSpPr>
              <a:spLocks/>
            </p:cNvSpPr>
            <p:nvPr/>
          </p:nvSpPr>
          <p:spPr>
            <a:xfrm>
              <a:off x="3051596" y="2536045"/>
              <a:ext cx="28398" cy="28398"/>
            </a:xfrm>
            <a:prstGeom prst="ellipse">
              <a:avLst/>
            </a:prstGeom>
            <a:solidFill>
              <a:srgbClr val="7F8C97">
                <a:alpha val="48000"/>
              </a:srgbClr>
            </a:solidFill>
            <a:ln w="0">
              <a:noFill/>
              <a:prstDash val="solid"/>
            </a:ln>
          </p:spPr>
        </p:sp>
        <p:sp>
          <p:nvSpPr>
            <p:cNvPr id="970" name="03_assume_matched_969">
              <a:extLst>
                <a:ext uri="{FF2B5EF4-FFF2-40B4-BE49-F238E27FC236}">
                  <a16:creationId xmlns:a16="http://schemas.microsoft.com/office/drawing/2014/main" id="{4873B3A5-E8E5-4222-A130-BE0C911C4AB3}"/>
                </a:ext>
              </a:extLst>
            </p:cNvPr>
            <p:cNvSpPr>
              <a:spLocks/>
            </p:cNvSpPr>
            <p:nvPr/>
          </p:nvSpPr>
          <p:spPr>
            <a:xfrm>
              <a:off x="3029578" y="2536045"/>
              <a:ext cx="28398" cy="28398"/>
            </a:xfrm>
            <a:prstGeom prst="ellipse">
              <a:avLst/>
            </a:prstGeom>
            <a:solidFill>
              <a:srgbClr val="7F8C97">
                <a:alpha val="48000"/>
              </a:srgbClr>
            </a:solidFill>
            <a:ln w="0">
              <a:noFill/>
              <a:prstDash val="solid"/>
            </a:ln>
          </p:spPr>
        </p:sp>
        <p:sp>
          <p:nvSpPr>
            <p:cNvPr id="971" name="03_assume_matched_970">
              <a:extLst>
                <a:ext uri="{FF2B5EF4-FFF2-40B4-BE49-F238E27FC236}">
                  <a16:creationId xmlns:a16="http://schemas.microsoft.com/office/drawing/2014/main" id="{747EC194-9BE1-482D-AEBC-55D12DC9B28F}"/>
                </a:ext>
              </a:extLst>
            </p:cNvPr>
            <p:cNvSpPr>
              <a:spLocks/>
            </p:cNvSpPr>
            <p:nvPr/>
          </p:nvSpPr>
          <p:spPr>
            <a:xfrm>
              <a:off x="2977483" y="2536045"/>
              <a:ext cx="28398" cy="28398"/>
            </a:xfrm>
            <a:prstGeom prst="ellipse">
              <a:avLst/>
            </a:prstGeom>
            <a:solidFill>
              <a:srgbClr val="7F8C97">
                <a:alpha val="48000"/>
              </a:srgbClr>
            </a:solidFill>
            <a:ln w="0">
              <a:noFill/>
              <a:prstDash val="solid"/>
            </a:ln>
          </p:spPr>
        </p:sp>
        <p:sp>
          <p:nvSpPr>
            <p:cNvPr id="972" name="03_assume_matched_971">
              <a:extLst>
                <a:ext uri="{FF2B5EF4-FFF2-40B4-BE49-F238E27FC236}">
                  <a16:creationId xmlns:a16="http://schemas.microsoft.com/office/drawing/2014/main" id="{FF29077D-2D82-419B-8F3A-FBC254FEFBE2}"/>
                </a:ext>
              </a:extLst>
            </p:cNvPr>
            <p:cNvSpPr>
              <a:spLocks/>
            </p:cNvSpPr>
            <p:nvPr/>
          </p:nvSpPr>
          <p:spPr>
            <a:xfrm>
              <a:off x="2953162" y="3120914"/>
              <a:ext cx="28398" cy="28398"/>
            </a:xfrm>
            <a:prstGeom prst="ellipse">
              <a:avLst/>
            </a:prstGeom>
            <a:solidFill>
              <a:srgbClr val="7F8C97">
                <a:alpha val="48000"/>
              </a:srgbClr>
            </a:solidFill>
            <a:ln w="0">
              <a:noFill/>
              <a:prstDash val="solid"/>
            </a:ln>
          </p:spPr>
        </p:sp>
        <p:sp>
          <p:nvSpPr>
            <p:cNvPr id="973" name="03_assume_matched_972">
              <a:extLst>
                <a:ext uri="{FF2B5EF4-FFF2-40B4-BE49-F238E27FC236}">
                  <a16:creationId xmlns:a16="http://schemas.microsoft.com/office/drawing/2014/main" id="{84CDF762-2DDA-4B80-B177-169E77F24428}"/>
                </a:ext>
              </a:extLst>
            </p:cNvPr>
            <p:cNvSpPr>
              <a:spLocks/>
            </p:cNvSpPr>
            <p:nvPr/>
          </p:nvSpPr>
          <p:spPr>
            <a:xfrm>
              <a:off x="3055625" y="3120914"/>
              <a:ext cx="28398" cy="28398"/>
            </a:xfrm>
            <a:prstGeom prst="ellipse">
              <a:avLst/>
            </a:prstGeom>
            <a:solidFill>
              <a:srgbClr val="7F8C97">
                <a:alpha val="48000"/>
              </a:srgbClr>
            </a:solidFill>
            <a:ln w="0">
              <a:noFill/>
              <a:prstDash val="solid"/>
            </a:ln>
          </p:spPr>
        </p:sp>
        <p:sp>
          <p:nvSpPr>
            <p:cNvPr id="974" name="03_assume_matched_973">
              <a:extLst>
                <a:ext uri="{FF2B5EF4-FFF2-40B4-BE49-F238E27FC236}">
                  <a16:creationId xmlns:a16="http://schemas.microsoft.com/office/drawing/2014/main" id="{004BC0A4-F15D-4DC3-AB33-1B606DE39C7F}"/>
                </a:ext>
              </a:extLst>
            </p:cNvPr>
            <p:cNvSpPr>
              <a:spLocks/>
            </p:cNvSpPr>
            <p:nvPr/>
          </p:nvSpPr>
          <p:spPr>
            <a:xfrm>
              <a:off x="3003386" y="2536045"/>
              <a:ext cx="28398" cy="28398"/>
            </a:xfrm>
            <a:prstGeom prst="ellipse">
              <a:avLst/>
            </a:prstGeom>
            <a:solidFill>
              <a:srgbClr val="7F8C97">
                <a:alpha val="48000"/>
              </a:srgbClr>
            </a:solidFill>
            <a:ln w="0">
              <a:noFill/>
              <a:prstDash val="solid"/>
            </a:ln>
          </p:spPr>
        </p:sp>
        <p:sp>
          <p:nvSpPr>
            <p:cNvPr id="975" name="03_assume_matched_974">
              <a:extLst>
                <a:ext uri="{FF2B5EF4-FFF2-40B4-BE49-F238E27FC236}">
                  <a16:creationId xmlns:a16="http://schemas.microsoft.com/office/drawing/2014/main" id="{299755B9-FFDF-4BA2-9C3B-9FA40B23BE32}"/>
                </a:ext>
              </a:extLst>
            </p:cNvPr>
            <p:cNvSpPr>
              <a:spLocks/>
            </p:cNvSpPr>
            <p:nvPr/>
          </p:nvSpPr>
          <p:spPr>
            <a:xfrm>
              <a:off x="3036198" y="3120914"/>
              <a:ext cx="28398" cy="28398"/>
            </a:xfrm>
            <a:prstGeom prst="ellipse">
              <a:avLst/>
            </a:prstGeom>
            <a:solidFill>
              <a:srgbClr val="7F8C97">
                <a:alpha val="48000"/>
              </a:srgbClr>
            </a:solidFill>
            <a:ln w="0">
              <a:noFill/>
              <a:prstDash val="solid"/>
            </a:ln>
          </p:spPr>
        </p:sp>
        <p:sp>
          <p:nvSpPr>
            <p:cNvPr id="976" name="03_assume_matched_975">
              <a:extLst>
                <a:ext uri="{FF2B5EF4-FFF2-40B4-BE49-F238E27FC236}">
                  <a16:creationId xmlns:a16="http://schemas.microsoft.com/office/drawing/2014/main" id="{EB4820B3-E265-49A8-A604-97E796F8E021}"/>
                </a:ext>
              </a:extLst>
            </p:cNvPr>
            <p:cNvSpPr>
              <a:spLocks/>
            </p:cNvSpPr>
            <p:nvPr/>
          </p:nvSpPr>
          <p:spPr>
            <a:xfrm>
              <a:off x="2935317" y="2653019"/>
              <a:ext cx="28398" cy="28398"/>
            </a:xfrm>
            <a:prstGeom prst="ellipse">
              <a:avLst/>
            </a:prstGeom>
            <a:solidFill>
              <a:srgbClr val="7F8C97">
                <a:alpha val="48000"/>
              </a:srgbClr>
            </a:solidFill>
            <a:ln w="0">
              <a:noFill/>
              <a:prstDash val="solid"/>
            </a:ln>
          </p:spPr>
        </p:sp>
        <p:sp>
          <p:nvSpPr>
            <p:cNvPr id="977" name="03_assume_matched_976">
              <a:extLst>
                <a:ext uri="{FF2B5EF4-FFF2-40B4-BE49-F238E27FC236}">
                  <a16:creationId xmlns:a16="http://schemas.microsoft.com/office/drawing/2014/main" id="{A8324FF1-714A-475E-9426-98865D0FA9AC}"/>
                </a:ext>
              </a:extLst>
            </p:cNvPr>
            <p:cNvSpPr>
              <a:spLocks/>
            </p:cNvSpPr>
            <p:nvPr/>
          </p:nvSpPr>
          <p:spPr>
            <a:xfrm>
              <a:off x="3027275" y="3120914"/>
              <a:ext cx="28398" cy="28398"/>
            </a:xfrm>
            <a:prstGeom prst="ellipse">
              <a:avLst/>
            </a:prstGeom>
            <a:solidFill>
              <a:srgbClr val="7F8C97">
                <a:alpha val="48000"/>
              </a:srgbClr>
            </a:solidFill>
            <a:ln w="0">
              <a:noFill/>
              <a:prstDash val="solid"/>
            </a:ln>
          </p:spPr>
        </p:sp>
        <p:sp>
          <p:nvSpPr>
            <p:cNvPr id="978" name="03_assume_matched_977">
              <a:extLst>
                <a:ext uri="{FF2B5EF4-FFF2-40B4-BE49-F238E27FC236}">
                  <a16:creationId xmlns:a16="http://schemas.microsoft.com/office/drawing/2014/main" id="{0D14049A-51CE-43B2-8BFF-1A8CE2914AA2}"/>
                </a:ext>
              </a:extLst>
            </p:cNvPr>
            <p:cNvSpPr>
              <a:spLocks/>
            </p:cNvSpPr>
            <p:nvPr/>
          </p:nvSpPr>
          <p:spPr>
            <a:xfrm>
              <a:off x="3006409" y="3023436"/>
              <a:ext cx="28398" cy="28398"/>
            </a:xfrm>
            <a:prstGeom prst="ellipse">
              <a:avLst/>
            </a:prstGeom>
            <a:solidFill>
              <a:srgbClr val="7F8C97">
                <a:alpha val="48000"/>
              </a:srgbClr>
            </a:solidFill>
            <a:ln w="0">
              <a:noFill/>
              <a:prstDash val="solid"/>
            </a:ln>
          </p:spPr>
        </p:sp>
        <p:sp>
          <p:nvSpPr>
            <p:cNvPr id="979" name="03_assume_matched_978">
              <a:extLst>
                <a:ext uri="{FF2B5EF4-FFF2-40B4-BE49-F238E27FC236}">
                  <a16:creationId xmlns:a16="http://schemas.microsoft.com/office/drawing/2014/main" id="{D87E861B-762E-4D1F-A71C-D5136C257500}"/>
                </a:ext>
              </a:extLst>
            </p:cNvPr>
            <p:cNvSpPr>
              <a:spLocks/>
            </p:cNvSpPr>
            <p:nvPr/>
          </p:nvSpPr>
          <p:spPr>
            <a:xfrm>
              <a:off x="2915026" y="2536045"/>
              <a:ext cx="28398" cy="28398"/>
            </a:xfrm>
            <a:prstGeom prst="ellipse">
              <a:avLst/>
            </a:prstGeom>
            <a:solidFill>
              <a:srgbClr val="7F8C97">
                <a:alpha val="48000"/>
              </a:srgbClr>
            </a:solidFill>
            <a:ln w="0">
              <a:noFill/>
              <a:prstDash val="solid"/>
            </a:ln>
          </p:spPr>
        </p:sp>
        <p:sp>
          <p:nvSpPr>
            <p:cNvPr id="980" name="03_assume_matched_979">
              <a:extLst>
                <a:ext uri="{FF2B5EF4-FFF2-40B4-BE49-F238E27FC236}">
                  <a16:creationId xmlns:a16="http://schemas.microsoft.com/office/drawing/2014/main" id="{7F51CA46-0D36-4CAF-8762-7803A7C1DEAC}"/>
                </a:ext>
              </a:extLst>
            </p:cNvPr>
            <p:cNvSpPr>
              <a:spLocks/>
            </p:cNvSpPr>
            <p:nvPr/>
          </p:nvSpPr>
          <p:spPr>
            <a:xfrm>
              <a:off x="2974317" y="3120914"/>
              <a:ext cx="28398" cy="28398"/>
            </a:xfrm>
            <a:prstGeom prst="ellipse">
              <a:avLst/>
            </a:prstGeom>
            <a:solidFill>
              <a:srgbClr val="7F8C97">
                <a:alpha val="48000"/>
              </a:srgbClr>
            </a:solidFill>
            <a:ln w="0">
              <a:noFill/>
              <a:prstDash val="solid"/>
            </a:ln>
          </p:spPr>
        </p:sp>
        <p:sp>
          <p:nvSpPr>
            <p:cNvPr id="981" name="03_assume_matched_980">
              <a:extLst>
                <a:ext uri="{FF2B5EF4-FFF2-40B4-BE49-F238E27FC236}">
                  <a16:creationId xmlns:a16="http://schemas.microsoft.com/office/drawing/2014/main" id="{28A88243-BD38-439E-8DE1-D4925D6F2DF1}"/>
                </a:ext>
              </a:extLst>
            </p:cNvPr>
            <p:cNvSpPr>
              <a:spLocks/>
            </p:cNvSpPr>
            <p:nvPr/>
          </p:nvSpPr>
          <p:spPr>
            <a:xfrm>
              <a:off x="2956472" y="3047806"/>
              <a:ext cx="28398" cy="28398"/>
            </a:xfrm>
            <a:prstGeom prst="ellipse">
              <a:avLst/>
            </a:prstGeom>
            <a:solidFill>
              <a:srgbClr val="7F8C97">
                <a:alpha val="48000"/>
              </a:srgbClr>
            </a:solidFill>
            <a:ln w="0">
              <a:noFill/>
              <a:prstDash val="solid"/>
            </a:ln>
          </p:spPr>
        </p:sp>
        <p:sp>
          <p:nvSpPr>
            <p:cNvPr id="982" name="03_assume_matched_981">
              <a:extLst>
                <a:ext uri="{FF2B5EF4-FFF2-40B4-BE49-F238E27FC236}">
                  <a16:creationId xmlns:a16="http://schemas.microsoft.com/office/drawing/2014/main" id="{A0E80F65-B970-4297-85B3-ECC0220AA3FA}"/>
                </a:ext>
              </a:extLst>
            </p:cNvPr>
            <p:cNvSpPr>
              <a:spLocks/>
            </p:cNvSpPr>
            <p:nvPr/>
          </p:nvSpPr>
          <p:spPr>
            <a:xfrm>
              <a:off x="2988708" y="2536045"/>
              <a:ext cx="28398" cy="28398"/>
            </a:xfrm>
            <a:prstGeom prst="ellipse">
              <a:avLst/>
            </a:prstGeom>
            <a:solidFill>
              <a:srgbClr val="7F8C97">
                <a:alpha val="48000"/>
              </a:srgbClr>
            </a:solidFill>
            <a:ln w="0">
              <a:noFill/>
              <a:prstDash val="solid"/>
            </a:ln>
          </p:spPr>
        </p:sp>
        <p:sp>
          <p:nvSpPr>
            <p:cNvPr id="983" name="03_assume_matched_982">
              <a:extLst>
                <a:ext uri="{FF2B5EF4-FFF2-40B4-BE49-F238E27FC236}">
                  <a16:creationId xmlns:a16="http://schemas.microsoft.com/office/drawing/2014/main" id="{3000CB7E-5A24-4503-920D-3C170ACFF0B9}"/>
                </a:ext>
              </a:extLst>
            </p:cNvPr>
            <p:cNvSpPr>
              <a:spLocks/>
            </p:cNvSpPr>
            <p:nvPr/>
          </p:nvSpPr>
          <p:spPr>
            <a:xfrm>
              <a:off x="2970575" y="2974697"/>
              <a:ext cx="28398" cy="28398"/>
            </a:xfrm>
            <a:prstGeom prst="ellipse">
              <a:avLst/>
            </a:prstGeom>
            <a:solidFill>
              <a:srgbClr val="7F8C97">
                <a:alpha val="48000"/>
              </a:srgbClr>
            </a:solidFill>
            <a:ln w="0">
              <a:noFill/>
              <a:prstDash val="solid"/>
            </a:ln>
          </p:spPr>
        </p:sp>
        <p:sp>
          <p:nvSpPr>
            <p:cNvPr id="984" name="03_assume_matched_983">
              <a:extLst>
                <a:ext uri="{FF2B5EF4-FFF2-40B4-BE49-F238E27FC236}">
                  <a16:creationId xmlns:a16="http://schemas.microsoft.com/office/drawing/2014/main" id="{36FD643E-A9A2-4F95-9E4E-3CD23030EADC}"/>
                </a:ext>
              </a:extLst>
            </p:cNvPr>
            <p:cNvSpPr>
              <a:spLocks/>
            </p:cNvSpPr>
            <p:nvPr/>
          </p:nvSpPr>
          <p:spPr>
            <a:xfrm>
              <a:off x="3032744" y="2974697"/>
              <a:ext cx="28398" cy="28398"/>
            </a:xfrm>
            <a:prstGeom prst="ellipse">
              <a:avLst/>
            </a:prstGeom>
            <a:solidFill>
              <a:srgbClr val="7F8C97">
                <a:alpha val="48000"/>
              </a:srgbClr>
            </a:solidFill>
            <a:ln w="0">
              <a:noFill/>
              <a:prstDash val="solid"/>
            </a:ln>
          </p:spPr>
        </p:sp>
        <p:sp>
          <p:nvSpPr>
            <p:cNvPr id="985" name="03_assume_matched_984">
              <a:extLst>
                <a:ext uri="{FF2B5EF4-FFF2-40B4-BE49-F238E27FC236}">
                  <a16:creationId xmlns:a16="http://schemas.microsoft.com/office/drawing/2014/main" id="{68CDA89C-502F-4414-A235-DA563AFB4499}"/>
                </a:ext>
              </a:extLst>
            </p:cNvPr>
            <p:cNvSpPr>
              <a:spLocks/>
            </p:cNvSpPr>
            <p:nvPr/>
          </p:nvSpPr>
          <p:spPr>
            <a:xfrm>
              <a:off x="2930856" y="2594532"/>
              <a:ext cx="28398" cy="28398"/>
            </a:xfrm>
            <a:prstGeom prst="ellipse">
              <a:avLst/>
            </a:prstGeom>
            <a:solidFill>
              <a:srgbClr val="7F8C97">
                <a:alpha val="48000"/>
              </a:srgbClr>
            </a:solidFill>
            <a:ln w="0">
              <a:noFill/>
              <a:prstDash val="solid"/>
            </a:ln>
          </p:spPr>
        </p:sp>
        <p:sp>
          <p:nvSpPr>
            <p:cNvPr id="986" name="03_assume_matched_985">
              <a:extLst>
                <a:ext uri="{FF2B5EF4-FFF2-40B4-BE49-F238E27FC236}">
                  <a16:creationId xmlns:a16="http://schemas.microsoft.com/office/drawing/2014/main" id="{52184E63-C7D9-46F4-9827-E8A48713C683}"/>
                </a:ext>
              </a:extLst>
            </p:cNvPr>
            <p:cNvSpPr>
              <a:spLocks/>
            </p:cNvSpPr>
            <p:nvPr/>
          </p:nvSpPr>
          <p:spPr>
            <a:xfrm>
              <a:off x="2937476" y="3120914"/>
              <a:ext cx="28398" cy="28398"/>
            </a:xfrm>
            <a:prstGeom prst="ellipse">
              <a:avLst/>
            </a:prstGeom>
            <a:solidFill>
              <a:srgbClr val="7F8C97">
                <a:alpha val="48000"/>
              </a:srgbClr>
            </a:solidFill>
            <a:ln w="0">
              <a:noFill/>
              <a:prstDash val="solid"/>
            </a:ln>
          </p:spPr>
        </p:sp>
        <p:sp>
          <p:nvSpPr>
            <p:cNvPr id="987" name="03_assume_matched_986">
              <a:extLst>
                <a:ext uri="{FF2B5EF4-FFF2-40B4-BE49-F238E27FC236}">
                  <a16:creationId xmlns:a16="http://schemas.microsoft.com/office/drawing/2014/main" id="{91B0A704-98A0-4DF5-A79C-7D4844DE0E99}"/>
                </a:ext>
              </a:extLst>
            </p:cNvPr>
            <p:cNvSpPr>
              <a:spLocks/>
            </p:cNvSpPr>
            <p:nvPr/>
          </p:nvSpPr>
          <p:spPr>
            <a:xfrm>
              <a:off x="2997342" y="2536045"/>
              <a:ext cx="28398" cy="28398"/>
            </a:xfrm>
            <a:prstGeom prst="ellipse">
              <a:avLst/>
            </a:prstGeom>
            <a:solidFill>
              <a:srgbClr val="7F8C97">
                <a:alpha val="48000"/>
              </a:srgbClr>
            </a:solidFill>
            <a:ln w="0">
              <a:noFill/>
              <a:prstDash val="solid"/>
            </a:ln>
          </p:spPr>
        </p:sp>
        <p:sp>
          <p:nvSpPr>
            <p:cNvPr id="988" name="03_assume_matched_987">
              <a:extLst>
                <a:ext uri="{FF2B5EF4-FFF2-40B4-BE49-F238E27FC236}">
                  <a16:creationId xmlns:a16="http://schemas.microsoft.com/office/drawing/2014/main" id="{FA35EDE5-4DDC-4D9E-A9B7-37186F6DA27E}"/>
                </a:ext>
              </a:extLst>
            </p:cNvPr>
            <p:cNvSpPr>
              <a:spLocks/>
            </p:cNvSpPr>
            <p:nvPr/>
          </p:nvSpPr>
          <p:spPr>
            <a:xfrm>
              <a:off x="2996047" y="2828480"/>
              <a:ext cx="28398" cy="28398"/>
            </a:xfrm>
            <a:prstGeom prst="ellipse">
              <a:avLst/>
            </a:prstGeom>
            <a:solidFill>
              <a:srgbClr val="7F8C97">
                <a:alpha val="48000"/>
              </a:srgbClr>
            </a:solidFill>
            <a:ln w="0">
              <a:noFill/>
              <a:prstDash val="solid"/>
            </a:ln>
          </p:spPr>
        </p:sp>
        <p:sp>
          <p:nvSpPr>
            <p:cNvPr id="989" name="03_assume_matched_988">
              <a:extLst>
                <a:ext uri="{FF2B5EF4-FFF2-40B4-BE49-F238E27FC236}">
                  <a16:creationId xmlns:a16="http://schemas.microsoft.com/office/drawing/2014/main" id="{A98C1D91-04A5-49E7-811F-93E1887EE346}"/>
                </a:ext>
              </a:extLst>
            </p:cNvPr>
            <p:cNvSpPr>
              <a:spLocks/>
            </p:cNvSpPr>
            <p:nvPr/>
          </p:nvSpPr>
          <p:spPr>
            <a:xfrm>
              <a:off x="3042817" y="3120914"/>
              <a:ext cx="28398" cy="28398"/>
            </a:xfrm>
            <a:prstGeom prst="ellipse">
              <a:avLst/>
            </a:prstGeom>
            <a:solidFill>
              <a:srgbClr val="7F8C97">
                <a:alpha val="48000"/>
              </a:srgbClr>
            </a:solidFill>
            <a:ln w="0">
              <a:noFill/>
              <a:prstDash val="solid"/>
            </a:ln>
          </p:spPr>
        </p:sp>
        <p:sp>
          <p:nvSpPr>
            <p:cNvPr id="990" name="03_assume_matched_989">
              <a:extLst>
                <a:ext uri="{FF2B5EF4-FFF2-40B4-BE49-F238E27FC236}">
                  <a16:creationId xmlns:a16="http://schemas.microsoft.com/office/drawing/2014/main" id="{672A2457-7D8B-482F-8CF6-1AA551EE6BBA}"/>
                </a:ext>
              </a:extLst>
            </p:cNvPr>
            <p:cNvSpPr>
              <a:spLocks/>
            </p:cNvSpPr>
            <p:nvPr/>
          </p:nvSpPr>
          <p:spPr>
            <a:xfrm>
              <a:off x="3021087" y="2828480"/>
              <a:ext cx="28398" cy="28398"/>
            </a:xfrm>
            <a:prstGeom prst="ellipse">
              <a:avLst/>
            </a:prstGeom>
            <a:solidFill>
              <a:srgbClr val="7F8C97">
                <a:alpha val="48000"/>
              </a:srgbClr>
            </a:solidFill>
            <a:ln w="0">
              <a:noFill/>
              <a:prstDash val="solid"/>
            </a:ln>
          </p:spPr>
        </p:sp>
        <p:sp>
          <p:nvSpPr>
            <p:cNvPr id="991" name="03_assume_matched_990">
              <a:extLst>
                <a:ext uri="{FF2B5EF4-FFF2-40B4-BE49-F238E27FC236}">
                  <a16:creationId xmlns:a16="http://schemas.microsoft.com/office/drawing/2014/main" id="{2C00A7B0-7CC0-4CD2-8FAB-00D646DA697E}"/>
                </a:ext>
              </a:extLst>
            </p:cNvPr>
            <p:cNvSpPr>
              <a:spLocks/>
            </p:cNvSpPr>
            <p:nvPr/>
          </p:nvSpPr>
          <p:spPr>
            <a:xfrm>
              <a:off x="2953162" y="3120914"/>
              <a:ext cx="28398" cy="28398"/>
            </a:xfrm>
            <a:prstGeom prst="ellipse">
              <a:avLst/>
            </a:prstGeom>
            <a:solidFill>
              <a:srgbClr val="7F8C97">
                <a:alpha val="48000"/>
              </a:srgbClr>
            </a:solidFill>
            <a:ln w="0">
              <a:noFill/>
              <a:prstDash val="solid"/>
            </a:ln>
          </p:spPr>
        </p:sp>
        <p:sp>
          <p:nvSpPr>
            <p:cNvPr id="992" name="03_assume_matched_991">
              <a:extLst>
                <a:ext uri="{FF2B5EF4-FFF2-40B4-BE49-F238E27FC236}">
                  <a16:creationId xmlns:a16="http://schemas.microsoft.com/office/drawing/2014/main" id="{CE3E7ECA-68B8-4A66-AC76-C2790826E0F0}"/>
                </a:ext>
              </a:extLst>
            </p:cNvPr>
            <p:cNvSpPr>
              <a:spLocks/>
            </p:cNvSpPr>
            <p:nvPr/>
          </p:nvSpPr>
          <p:spPr>
            <a:xfrm>
              <a:off x="3023965" y="3120914"/>
              <a:ext cx="28398" cy="28398"/>
            </a:xfrm>
            <a:prstGeom prst="ellipse">
              <a:avLst/>
            </a:prstGeom>
            <a:solidFill>
              <a:srgbClr val="7F8C97">
                <a:alpha val="48000"/>
              </a:srgbClr>
            </a:solidFill>
            <a:ln w="0">
              <a:noFill/>
              <a:prstDash val="solid"/>
            </a:ln>
          </p:spPr>
        </p:sp>
        <p:sp>
          <p:nvSpPr>
            <p:cNvPr id="993" name="03_assume_matched_992">
              <a:extLst>
                <a:ext uri="{FF2B5EF4-FFF2-40B4-BE49-F238E27FC236}">
                  <a16:creationId xmlns:a16="http://schemas.microsoft.com/office/drawing/2014/main" id="{36ACA62F-4EC6-4E97-9D6D-435EFEEFD154}"/>
                </a:ext>
              </a:extLst>
            </p:cNvPr>
            <p:cNvSpPr>
              <a:spLocks/>
            </p:cNvSpPr>
            <p:nvPr/>
          </p:nvSpPr>
          <p:spPr>
            <a:xfrm>
              <a:off x="3012309" y="3120914"/>
              <a:ext cx="28398" cy="28398"/>
            </a:xfrm>
            <a:prstGeom prst="ellipse">
              <a:avLst/>
            </a:prstGeom>
            <a:solidFill>
              <a:srgbClr val="7F8C97">
                <a:alpha val="48000"/>
              </a:srgbClr>
            </a:solidFill>
            <a:ln w="0">
              <a:noFill/>
              <a:prstDash val="solid"/>
            </a:ln>
          </p:spPr>
        </p:sp>
        <p:sp>
          <p:nvSpPr>
            <p:cNvPr id="994" name="03_assume_matched_993">
              <a:extLst>
                <a:ext uri="{FF2B5EF4-FFF2-40B4-BE49-F238E27FC236}">
                  <a16:creationId xmlns:a16="http://schemas.microsoft.com/office/drawing/2014/main" id="{17F34F22-D1AC-4DBE-AEED-4330B95370DF}"/>
                </a:ext>
              </a:extLst>
            </p:cNvPr>
            <p:cNvSpPr>
              <a:spLocks/>
            </p:cNvSpPr>
            <p:nvPr/>
          </p:nvSpPr>
          <p:spPr>
            <a:xfrm>
              <a:off x="3018497" y="3120914"/>
              <a:ext cx="28398" cy="28398"/>
            </a:xfrm>
            <a:prstGeom prst="ellipse">
              <a:avLst/>
            </a:prstGeom>
            <a:solidFill>
              <a:srgbClr val="7F8C97">
                <a:alpha val="48000"/>
              </a:srgbClr>
            </a:solidFill>
            <a:ln w="0">
              <a:noFill/>
              <a:prstDash val="solid"/>
            </a:ln>
          </p:spPr>
        </p:sp>
        <p:sp>
          <p:nvSpPr>
            <p:cNvPr id="995" name="03_assume_matched_994">
              <a:extLst>
                <a:ext uri="{FF2B5EF4-FFF2-40B4-BE49-F238E27FC236}">
                  <a16:creationId xmlns:a16="http://schemas.microsoft.com/office/drawing/2014/main" id="{3F6AFD54-64B3-4952-B19A-D63DD8A6332A}"/>
                </a:ext>
              </a:extLst>
            </p:cNvPr>
            <p:cNvSpPr>
              <a:spLocks/>
            </p:cNvSpPr>
            <p:nvPr/>
          </p:nvSpPr>
          <p:spPr>
            <a:xfrm>
              <a:off x="3031880" y="3120914"/>
              <a:ext cx="28398" cy="28398"/>
            </a:xfrm>
            <a:prstGeom prst="ellipse">
              <a:avLst/>
            </a:prstGeom>
            <a:solidFill>
              <a:srgbClr val="7F8C97">
                <a:alpha val="48000"/>
              </a:srgbClr>
            </a:solidFill>
            <a:ln w="0">
              <a:noFill/>
              <a:prstDash val="solid"/>
            </a:ln>
          </p:spPr>
        </p:sp>
        <p:sp>
          <p:nvSpPr>
            <p:cNvPr id="996" name="03_assume_matched_995">
              <a:extLst>
                <a:ext uri="{FF2B5EF4-FFF2-40B4-BE49-F238E27FC236}">
                  <a16:creationId xmlns:a16="http://schemas.microsoft.com/office/drawing/2014/main" id="{1D5080CF-DC88-4BB7-B6BD-BD028A7ED65D}"/>
                </a:ext>
              </a:extLst>
            </p:cNvPr>
            <p:cNvSpPr>
              <a:spLocks/>
            </p:cNvSpPr>
            <p:nvPr/>
          </p:nvSpPr>
          <p:spPr>
            <a:xfrm>
              <a:off x="2940498" y="2536045"/>
              <a:ext cx="28398" cy="28398"/>
            </a:xfrm>
            <a:prstGeom prst="ellipse">
              <a:avLst/>
            </a:prstGeom>
            <a:solidFill>
              <a:srgbClr val="7F8C97">
                <a:alpha val="48000"/>
              </a:srgbClr>
            </a:solidFill>
            <a:ln w="0">
              <a:noFill/>
              <a:prstDash val="solid"/>
            </a:ln>
          </p:spPr>
        </p:sp>
        <p:sp>
          <p:nvSpPr>
            <p:cNvPr id="997" name="03_assume_matched_996">
              <a:extLst>
                <a:ext uri="{FF2B5EF4-FFF2-40B4-BE49-F238E27FC236}">
                  <a16:creationId xmlns:a16="http://schemas.microsoft.com/office/drawing/2014/main" id="{56974291-40C5-4302-ABD2-DC036C7F7BE7}"/>
                </a:ext>
              </a:extLst>
            </p:cNvPr>
            <p:cNvSpPr>
              <a:spLocks/>
            </p:cNvSpPr>
            <p:nvPr/>
          </p:nvSpPr>
          <p:spPr>
            <a:xfrm>
              <a:off x="2929705" y="2731002"/>
              <a:ext cx="28398" cy="28398"/>
            </a:xfrm>
            <a:prstGeom prst="ellipse">
              <a:avLst/>
            </a:prstGeom>
            <a:solidFill>
              <a:srgbClr val="7F8C97">
                <a:alpha val="48000"/>
              </a:srgbClr>
            </a:solidFill>
            <a:ln w="0">
              <a:noFill/>
              <a:prstDash val="solid"/>
            </a:ln>
          </p:spPr>
        </p:sp>
        <p:sp>
          <p:nvSpPr>
            <p:cNvPr id="998" name="03_assume_matched_997">
              <a:extLst>
                <a:ext uri="{FF2B5EF4-FFF2-40B4-BE49-F238E27FC236}">
                  <a16:creationId xmlns:a16="http://schemas.microsoft.com/office/drawing/2014/main" id="{F4518481-1D19-419D-88F7-BD7CC8D2712D}"/>
                </a:ext>
              </a:extLst>
            </p:cNvPr>
            <p:cNvSpPr>
              <a:spLocks/>
            </p:cNvSpPr>
            <p:nvPr/>
          </p:nvSpPr>
          <p:spPr>
            <a:xfrm>
              <a:off x="3012597" y="2682262"/>
              <a:ext cx="28398" cy="28398"/>
            </a:xfrm>
            <a:prstGeom prst="ellipse">
              <a:avLst/>
            </a:prstGeom>
            <a:solidFill>
              <a:srgbClr val="7F8C97">
                <a:alpha val="48000"/>
              </a:srgbClr>
            </a:solidFill>
            <a:ln w="0">
              <a:noFill/>
              <a:prstDash val="solid"/>
            </a:ln>
          </p:spPr>
        </p:sp>
        <p:sp>
          <p:nvSpPr>
            <p:cNvPr id="999" name="03_assume_matched_998">
              <a:extLst>
                <a:ext uri="{FF2B5EF4-FFF2-40B4-BE49-F238E27FC236}">
                  <a16:creationId xmlns:a16="http://schemas.microsoft.com/office/drawing/2014/main" id="{1AC5A6BE-8968-4A5A-ABE5-F3DFC51115DC}"/>
                </a:ext>
              </a:extLst>
            </p:cNvPr>
            <p:cNvSpPr>
              <a:spLocks/>
            </p:cNvSpPr>
            <p:nvPr/>
          </p:nvSpPr>
          <p:spPr>
            <a:xfrm>
              <a:off x="3049725" y="3079138"/>
              <a:ext cx="28398" cy="28398"/>
            </a:xfrm>
            <a:prstGeom prst="ellipse">
              <a:avLst/>
            </a:prstGeom>
            <a:solidFill>
              <a:srgbClr val="7F8C97">
                <a:alpha val="48000"/>
              </a:srgbClr>
            </a:solidFill>
            <a:ln w="0">
              <a:noFill/>
              <a:prstDash val="solid"/>
            </a:ln>
          </p:spPr>
        </p:sp>
        <p:sp>
          <p:nvSpPr>
            <p:cNvPr id="1000" name="03_assume_matched_999">
              <a:extLst>
                <a:ext uri="{FF2B5EF4-FFF2-40B4-BE49-F238E27FC236}">
                  <a16:creationId xmlns:a16="http://schemas.microsoft.com/office/drawing/2014/main" id="{1CABC57D-CF51-4150-AB54-DD0951732E86}"/>
                </a:ext>
              </a:extLst>
            </p:cNvPr>
            <p:cNvSpPr>
              <a:spLocks/>
            </p:cNvSpPr>
            <p:nvPr/>
          </p:nvSpPr>
          <p:spPr>
            <a:xfrm>
              <a:off x="3055913" y="2536045"/>
              <a:ext cx="28398" cy="28398"/>
            </a:xfrm>
            <a:prstGeom prst="ellipse">
              <a:avLst/>
            </a:prstGeom>
            <a:solidFill>
              <a:srgbClr val="7F8C97">
                <a:alpha val="48000"/>
              </a:srgbClr>
            </a:solidFill>
            <a:ln w="0">
              <a:noFill/>
              <a:prstDash val="solid"/>
            </a:ln>
          </p:spPr>
        </p:sp>
        <p:sp>
          <p:nvSpPr>
            <p:cNvPr id="1001" name="03_assume_matched_1000">
              <a:extLst>
                <a:ext uri="{FF2B5EF4-FFF2-40B4-BE49-F238E27FC236}">
                  <a16:creationId xmlns:a16="http://schemas.microsoft.com/office/drawing/2014/main" id="{9087B688-7AF9-4C6F-869D-F6EDB40348F2}"/>
                </a:ext>
              </a:extLst>
            </p:cNvPr>
            <p:cNvSpPr>
              <a:spLocks/>
            </p:cNvSpPr>
            <p:nvPr/>
          </p:nvSpPr>
          <p:spPr>
            <a:xfrm>
              <a:off x="2966977" y="3120914"/>
              <a:ext cx="28398" cy="28398"/>
            </a:xfrm>
            <a:prstGeom prst="ellipse">
              <a:avLst/>
            </a:prstGeom>
            <a:solidFill>
              <a:srgbClr val="7F8C97">
                <a:alpha val="48000"/>
              </a:srgbClr>
            </a:solidFill>
            <a:ln w="0">
              <a:noFill/>
              <a:prstDash val="solid"/>
            </a:ln>
          </p:spPr>
        </p:sp>
        <p:sp>
          <p:nvSpPr>
            <p:cNvPr id="1002" name="03_assume_matched_1001">
              <a:extLst>
                <a:ext uri="{FF2B5EF4-FFF2-40B4-BE49-F238E27FC236}">
                  <a16:creationId xmlns:a16="http://schemas.microsoft.com/office/drawing/2014/main" id="{3ADB394A-4E00-425F-B92F-8E879B0202F5}"/>
                </a:ext>
              </a:extLst>
            </p:cNvPr>
            <p:cNvSpPr>
              <a:spLocks/>
            </p:cNvSpPr>
            <p:nvPr/>
          </p:nvSpPr>
          <p:spPr>
            <a:xfrm>
              <a:off x="3019792" y="3120914"/>
              <a:ext cx="28398" cy="28398"/>
            </a:xfrm>
            <a:prstGeom prst="ellipse">
              <a:avLst/>
            </a:prstGeom>
            <a:solidFill>
              <a:srgbClr val="7F8C97">
                <a:alpha val="48000"/>
              </a:srgbClr>
            </a:solidFill>
            <a:ln w="0">
              <a:noFill/>
              <a:prstDash val="solid"/>
            </a:ln>
          </p:spPr>
        </p:sp>
        <p:sp>
          <p:nvSpPr>
            <p:cNvPr id="1003" name="03_assume_matched_1002">
              <a:extLst>
                <a:ext uri="{FF2B5EF4-FFF2-40B4-BE49-F238E27FC236}">
                  <a16:creationId xmlns:a16="http://schemas.microsoft.com/office/drawing/2014/main" id="{2E21D781-2D81-42EF-BAB8-8411BD4D022A}"/>
                </a:ext>
              </a:extLst>
            </p:cNvPr>
            <p:cNvSpPr>
              <a:spLocks/>
            </p:cNvSpPr>
            <p:nvPr/>
          </p:nvSpPr>
          <p:spPr>
            <a:xfrm>
              <a:off x="3030729" y="2536045"/>
              <a:ext cx="28398" cy="28398"/>
            </a:xfrm>
            <a:prstGeom prst="ellipse">
              <a:avLst/>
            </a:prstGeom>
            <a:solidFill>
              <a:srgbClr val="7F8C97">
                <a:alpha val="48000"/>
              </a:srgbClr>
            </a:solidFill>
            <a:ln w="0">
              <a:noFill/>
              <a:prstDash val="solid"/>
            </a:ln>
          </p:spPr>
        </p:sp>
        <p:sp>
          <p:nvSpPr>
            <p:cNvPr id="1004" name="03_assume_matched_1003">
              <a:extLst>
                <a:ext uri="{FF2B5EF4-FFF2-40B4-BE49-F238E27FC236}">
                  <a16:creationId xmlns:a16="http://schemas.microsoft.com/office/drawing/2014/main" id="{53973AAC-6318-4076-87A4-8B1D6104AFD6}"/>
                </a:ext>
              </a:extLst>
            </p:cNvPr>
            <p:cNvSpPr>
              <a:spLocks/>
            </p:cNvSpPr>
            <p:nvPr/>
          </p:nvSpPr>
          <p:spPr>
            <a:xfrm>
              <a:off x="3048142" y="2536045"/>
              <a:ext cx="28398" cy="28398"/>
            </a:xfrm>
            <a:prstGeom prst="ellipse">
              <a:avLst/>
            </a:prstGeom>
            <a:solidFill>
              <a:srgbClr val="7F8C97">
                <a:alpha val="48000"/>
              </a:srgbClr>
            </a:solidFill>
            <a:ln w="0">
              <a:noFill/>
              <a:prstDash val="solid"/>
            </a:ln>
          </p:spPr>
        </p:sp>
        <p:sp>
          <p:nvSpPr>
            <p:cNvPr id="1005" name="03_assume_matched_1004">
              <a:extLst>
                <a:ext uri="{FF2B5EF4-FFF2-40B4-BE49-F238E27FC236}">
                  <a16:creationId xmlns:a16="http://schemas.microsoft.com/office/drawing/2014/main" id="{11F667C5-E7B3-47F8-B7D7-8142232FDB48}"/>
                </a:ext>
              </a:extLst>
            </p:cNvPr>
            <p:cNvSpPr>
              <a:spLocks/>
            </p:cNvSpPr>
            <p:nvPr/>
          </p:nvSpPr>
          <p:spPr>
            <a:xfrm>
              <a:off x="3032888" y="2536045"/>
              <a:ext cx="28398" cy="28398"/>
            </a:xfrm>
            <a:prstGeom prst="ellipse">
              <a:avLst/>
            </a:prstGeom>
            <a:solidFill>
              <a:srgbClr val="7F8C97">
                <a:alpha val="48000"/>
              </a:srgbClr>
            </a:solidFill>
            <a:ln w="0">
              <a:noFill/>
              <a:prstDash val="solid"/>
            </a:ln>
          </p:spPr>
        </p:sp>
        <p:sp>
          <p:nvSpPr>
            <p:cNvPr id="1006" name="03_assume_matched_1005">
              <a:extLst>
                <a:ext uri="{FF2B5EF4-FFF2-40B4-BE49-F238E27FC236}">
                  <a16:creationId xmlns:a16="http://schemas.microsoft.com/office/drawing/2014/main" id="{B40B01FB-8006-472C-B562-11E27B203267}"/>
                </a:ext>
              </a:extLst>
            </p:cNvPr>
            <p:cNvSpPr>
              <a:spLocks/>
            </p:cNvSpPr>
            <p:nvPr/>
          </p:nvSpPr>
          <p:spPr>
            <a:xfrm>
              <a:off x="3011158" y="2536045"/>
              <a:ext cx="28398" cy="28398"/>
            </a:xfrm>
            <a:prstGeom prst="ellipse">
              <a:avLst/>
            </a:prstGeom>
            <a:solidFill>
              <a:srgbClr val="7F8C97">
                <a:alpha val="48000"/>
              </a:srgbClr>
            </a:solidFill>
            <a:ln w="0">
              <a:noFill/>
              <a:prstDash val="solid"/>
            </a:ln>
          </p:spPr>
        </p:sp>
        <p:sp>
          <p:nvSpPr>
            <p:cNvPr id="1007" name="03_assume_matched_1006">
              <a:extLst>
                <a:ext uri="{FF2B5EF4-FFF2-40B4-BE49-F238E27FC236}">
                  <a16:creationId xmlns:a16="http://schemas.microsoft.com/office/drawing/2014/main" id="{2A934BB6-E3D0-43BF-A80D-A9F380E675DF}"/>
                </a:ext>
              </a:extLst>
            </p:cNvPr>
            <p:cNvSpPr>
              <a:spLocks/>
            </p:cNvSpPr>
            <p:nvPr/>
          </p:nvSpPr>
          <p:spPr>
            <a:xfrm>
              <a:off x="2922941" y="2536045"/>
              <a:ext cx="28398" cy="28398"/>
            </a:xfrm>
            <a:prstGeom prst="ellipse">
              <a:avLst/>
            </a:prstGeom>
            <a:solidFill>
              <a:srgbClr val="7F8C97">
                <a:alpha val="48000"/>
              </a:srgbClr>
            </a:solidFill>
            <a:ln w="0">
              <a:noFill/>
              <a:prstDash val="solid"/>
            </a:ln>
          </p:spPr>
        </p:sp>
        <p:sp>
          <p:nvSpPr>
            <p:cNvPr id="1008" name="03_assume_matched_1007">
              <a:extLst>
                <a:ext uri="{FF2B5EF4-FFF2-40B4-BE49-F238E27FC236}">
                  <a16:creationId xmlns:a16="http://schemas.microsoft.com/office/drawing/2014/main" id="{C16CDBD6-28F4-438B-A818-DAA7EF4793D7}"/>
                </a:ext>
              </a:extLst>
            </p:cNvPr>
            <p:cNvSpPr>
              <a:spLocks/>
            </p:cNvSpPr>
            <p:nvPr/>
          </p:nvSpPr>
          <p:spPr>
            <a:xfrm>
              <a:off x="2936900" y="3120914"/>
              <a:ext cx="28398" cy="28398"/>
            </a:xfrm>
            <a:prstGeom prst="ellipse">
              <a:avLst/>
            </a:prstGeom>
            <a:solidFill>
              <a:srgbClr val="7F8C97">
                <a:alpha val="48000"/>
              </a:srgbClr>
            </a:solidFill>
            <a:ln w="0">
              <a:noFill/>
              <a:prstDash val="solid"/>
            </a:ln>
          </p:spPr>
        </p:sp>
        <p:sp>
          <p:nvSpPr>
            <p:cNvPr id="1009" name="03_assume_matched_1008">
              <a:extLst>
                <a:ext uri="{FF2B5EF4-FFF2-40B4-BE49-F238E27FC236}">
                  <a16:creationId xmlns:a16="http://schemas.microsoft.com/office/drawing/2014/main" id="{2F06CADA-A827-4837-A44F-F0A71DE53CFB}"/>
                </a:ext>
              </a:extLst>
            </p:cNvPr>
            <p:cNvSpPr>
              <a:spLocks/>
            </p:cNvSpPr>
            <p:nvPr/>
          </p:nvSpPr>
          <p:spPr>
            <a:xfrm>
              <a:off x="2998062" y="2536045"/>
              <a:ext cx="28398" cy="28398"/>
            </a:xfrm>
            <a:prstGeom prst="ellipse">
              <a:avLst/>
            </a:prstGeom>
            <a:solidFill>
              <a:srgbClr val="7F8C97">
                <a:alpha val="48000"/>
              </a:srgbClr>
            </a:solidFill>
            <a:ln w="0">
              <a:noFill/>
              <a:prstDash val="solid"/>
            </a:ln>
          </p:spPr>
        </p:sp>
        <p:sp>
          <p:nvSpPr>
            <p:cNvPr id="1010" name="03_assume_matched_1009">
              <a:extLst>
                <a:ext uri="{FF2B5EF4-FFF2-40B4-BE49-F238E27FC236}">
                  <a16:creationId xmlns:a16="http://schemas.microsoft.com/office/drawing/2014/main" id="{0A91B45B-29FD-44E4-9EE4-197874421A9D}"/>
                </a:ext>
              </a:extLst>
            </p:cNvPr>
            <p:cNvSpPr>
              <a:spLocks/>
            </p:cNvSpPr>
            <p:nvPr/>
          </p:nvSpPr>
          <p:spPr>
            <a:xfrm>
              <a:off x="2942945" y="2536045"/>
              <a:ext cx="28398" cy="28398"/>
            </a:xfrm>
            <a:prstGeom prst="ellipse">
              <a:avLst/>
            </a:prstGeom>
            <a:solidFill>
              <a:srgbClr val="7F8C97">
                <a:alpha val="48000"/>
              </a:srgbClr>
            </a:solidFill>
            <a:ln w="0">
              <a:noFill/>
              <a:prstDash val="solid"/>
            </a:ln>
          </p:spPr>
        </p:sp>
        <p:sp>
          <p:nvSpPr>
            <p:cNvPr id="1011" name="03_assume_matched_1010">
              <a:extLst>
                <a:ext uri="{FF2B5EF4-FFF2-40B4-BE49-F238E27FC236}">
                  <a16:creationId xmlns:a16="http://schemas.microsoft.com/office/drawing/2014/main" id="{AF9CCE61-CC02-406F-97D1-B448DC000A87}"/>
                </a:ext>
              </a:extLst>
            </p:cNvPr>
            <p:cNvSpPr>
              <a:spLocks/>
            </p:cNvSpPr>
            <p:nvPr/>
          </p:nvSpPr>
          <p:spPr>
            <a:xfrm>
              <a:off x="2968992" y="3120914"/>
              <a:ext cx="28398" cy="28398"/>
            </a:xfrm>
            <a:prstGeom prst="ellipse">
              <a:avLst/>
            </a:prstGeom>
            <a:solidFill>
              <a:srgbClr val="7F8C97">
                <a:alpha val="48000"/>
              </a:srgbClr>
            </a:solidFill>
            <a:ln w="0">
              <a:noFill/>
              <a:prstDash val="solid"/>
            </a:ln>
          </p:spPr>
        </p:sp>
        <p:sp>
          <p:nvSpPr>
            <p:cNvPr id="1012" name="03_assume_matched_1011">
              <a:extLst>
                <a:ext uri="{FF2B5EF4-FFF2-40B4-BE49-F238E27FC236}">
                  <a16:creationId xmlns:a16="http://schemas.microsoft.com/office/drawing/2014/main" id="{ABFA7EB2-999E-4F05-84DA-9449469884FD}"/>
                </a:ext>
              </a:extLst>
            </p:cNvPr>
            <p:cNvSpPr>
              <a:spLocks/>
            </p:cNvSpPr>
            <p:nvPr/>
          </p:nvSpPr>
          <p:spPr>
            <a:xfrm>
              <a:off x="2918048" y="3120914"/>
              <a:ext cx="28398" cy="28398"/>
            </a:xfrm>
            <a:prstGeom prst="ellipse">
              <a:avLst/>
            </a:prstGeom>
            <a:solidFill>
              <a:srgbClr val="7F8C97">
                <a:alpha val="48000"/>
              </a:srgbClr>
            </a:solidFill>
            <a:ln w="0">
              <a:noFill/>
              <a:prstDash val="solid"/>
            </a:ln>
          </p:spPr>
        </p:sp>
        <p:sp>
          <p:nvSpPr>
            <p:cNvPr id="1013" name="03_assume_matched_1012">
              <a:extLst>
                <a:ext uri="{FF2B5EF4-FFF2-40B4-BE49-F238E27FC236}">
                  <a16:creationId xmlns:a16="http://schemas.microsoft.com/office/drawing/2014/main" id="{C7FD15B8-F382-4204-922B-AE6D68036D7A}"/>
                </a:ext>
              </a:extLst>
            </p:cNvPr>
            <p:cNvSpPr>
              <a:spLocks/>
            </p:cNvSpPr>
            <p:nvPr/>
          </p:nvSpPr>
          <p:spPr>
            <a:xfrm>
              <a:off x="712800" y="2521001"/>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1014" name="03_assume_matched_1013">
              <a:extLst>
                <a:ext uri="{FF2B5EF4-FFF2-40B4-BE49-F238E27FC236}">
                  <a16:creationId xmlns:a16="http://schemas.microsoft.com/office/drawing/2014/main" id="{64350B90-7E04-4254-9A8D-B0B4C34A40ED}"/>
                </a:ext>
              </a:extLst>
            </p:cNvPr>
            <p:cNvSpPr>
              <a:spLocks/>
            </p:cNvSpPr>
            <p:nvPr/>
          </p:nvSpPr>
          <p:spPr>
            <a:xfrm>
              <a:off x="712800" y="3164357"/>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1015" name="text_1014">
              <a:extLst>
                <a:ext uri="{FF2B5EF4-FFF2-40B4-BE49-F238E27FC236}">
                  <a16:creationId xmlns:a16="http://schemas.microsoft.com/office/drawing/2014/main" id="{FDDAD9BB-A09C-4B9E-AB22-52C8A766E9F4}"/>
                </a:ext>
              </a:extLst>
            </p:cNvPr>
            <p:cNvSpPr>
              <a:spLocks/>
            </p:cNvSpPr>
            <p:nvPr/>
          </p:nvSpPr>
          <p:spPr>
            <a:xfrm>
              <a:off x="370611" y="2222065"/>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c</a:t>
              </a:r>
            </a:p>
          </p:txBody>
        </p:sp>
        <p:sp>
          <p:nvSpPr>
            <p:cNvPr id="1016" name="text_1015">
              <a:extLst>
                <a:ext uri="{FF2B5EF4-FFF2-40B4-BE49-F238E27FC236}">
                  <a16:creationId xmlns:a16="http://schemas.microsoft.com/office/drawing/2014/main" id="{11D0D948-05EC-4589-849B-98711C75B39F}"/>
                </a:ext>
              </a:extLst>
            </p:cNvPr>
            <p:cNvSpPr>
              <a:spLocks/>
            </p:cNvSpPr>
            <p:nvPr/>
          </p:nvSpPr>
          <p:spPr>
            <a:xfrm>
              <a:off x="712800" y="2321420"/>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Best of 50, RMSD &lt;2 Å</a:t>
              </a:r>
            </a:p>
          </p:txBody>
        </p:sp>
        <p:sp>
          <p:nvSpPr>
            <p:cNvPr id="1017" name="03_assume_matched_1016">
              <a:extLst>
                <a:ext uri="{FF2B5EF4-FFF2-40B4-BE49-F238E27FC236}">
                  <a16:creationId xmlns:a16="http://schemas.microsoft.com/office/drawing/2014/main" id="{AE685C81-9CF2-48E0-BCEF-2DCB8349D4A7}"/>
                </a:ext>
              </a:extLst>
            </p:cNvPr>
            <p:cNvSpPr>
              <a:spLocks/>
            </p:cNvSpPr>
            <p:nvPr/>
          </p:nvSpPr>
          <p:spPr>
            <a:xfrm>
              <a:off x="735432" y="2880408"/>
              <a:ext cx="2263158" cy="254705"/>
            </a:xfrm>
            <a:custGeom>
              <a:avLst/>
              <a:gdLst/>
              <a:ahLst/>
              <a:cxnLst/>
              <a:rect l="0" t="0" r="0" b="0"/>
              <a:pathLst>
                <a:path w="2263158" h="254705">
                  <a:moveTo>
                    <a:pt x="0" y="254705"/>
                  </a:moveTo>
                  <a:lnTo>
                    <a:pt x="62865" y="253699"/>
                  </a:lnTo>
                  <a:lnTo>
                    <a:pt x="62865" y="252433"/>
                  </a:lnTo>
                  <a:lnTo>
                    <a:pt x="75439" y="251645"/>
                  </a:lnTo>
                  <a:lnTo>
                    <a:pt x="75439" y="250885"/>
                  </a:lnTo>
                  <a:lnTo>
                    <a:pt x="107769" y="249652"/>
                  </a:lnTo>
                  <a:lnTo>
                    <a:pt x="107769" y="248567"/>
                  </a:lnTo>
                  <a:lnTo>
                    <a:pt x="125731" y="248469"/>
                  </a:lnTo>
                  <a:lnTo>
                    <a:pt x="125731" y="242675"/>
                  </a:lnTo>
                  <a:lnTo>
                    <a:pt x="137161" y="242578"/>
                  </a:lnTo>
                  <a:lnTo>
                    <a:pt x="137161" y="241197"/>
                  </a:lnTo>
                  <a:lnTo>
                    <a:pt x="150877" y="241099"/>
                  </a:lnTo>
                  <a:lnTo>
                    <a:pt x="150877" y="237302"/>
                  </a:lnTo>
                  <a:lnTo>
                    <a:pt x="188596" y="236912"/>
                  </a:lnTo>
                  <a:lnTo>
                    <a:pt x="188596" y="224253"/>
                  </a:lnTo>
                  <a:lnTo>
                    <a:pt x="205742" y="224058"/>
                  </a:lnTo>
                  <a:lnTo>
                    <a:pt x="205742" y="222677"/>
                  </a:lnTo>
                  <a:lnTo>
                    <a:pt x="226316" y="221397"/>
                  </a:lnTo>
                  <a:lnTo>
                    <a:pt x="226316" y="220637"/>
                  </a:lnTo>
                  <a:lnTo>
                    <a:pt x="251462" y="220443"/>
                  </a:lnTo>
                  <a:lnTo>
                    <a:pt x="251462" y="212328"/>
                  </a:lnTo>
                  <a:lnTo>
                    <a:pt x="274322" y="212133"/>
                  </a:lnTo>
                  <a:lnTo>
                    <a:pt x="274322" y="210752"/>
                  </a:lnTo>
                  <a:lnTo>
                    <a:pt x="301754" y="210460"/>
                  </a:lnTo>
                  <a:lnTo>
                    <a:pt x="301754" y="207421"/>
                  </a:lnTo>
                  <a:lnTo>
                    <a:pt x="323308" y="207227"/>
                  </a:lnTo>
                  <a:lnTo>
                    <a:pt x="323308" y="205599"/>
                  </a:lnTo>
                  <a:lnTo>
                    <a:pt x="342903" y="205404"/>
                  </a:lnTo>
                  <a:lnTo>
                    <a:pt x="342903" y="204023"/>
                  </a:lnTo>
                  <a:lnTo>
                    <a:pt x="377193" y="203731"/>
                  </a:lnTo>
                  <a:lnTo>
                    <a:pt x="377193" y="167554"/>
                  </a:lnTo>
                  <a:lnTo>
                    <a:pt x="411483" y="167262"/>
                  </a:lnTo>
                  <a:lnTo>
                    <a:pt x="411483" y="165881"/>
                  </a:lnTo>
                  <a:lnTo>
                    <a:pt x="431078" y="164842"/>
                  </a:lnTo>
                  <a:lnTo>
                    <a:pt x="431078" y="163757"/>
                  </a:lnTo>
                  <a:lnTo>
                    <a:pt x="452632" y="163660"/>
                  </a:lnTo>
                  <a:lnTo>
                    <a:pt x="452632" y="161381"/>
                  </a:lnTo>
                  <a:lnTo>
                    <a:pt x="480064" y="160139"/>
                  </a:lnTo>
                  <a:lnTo>
                    <a:pt x="480064" y="158758"/>
                  </a:lnTo>
                  <a:lnTo>
                    <a:pt x="502924" y="158564"/>
                  </a:lnTo>
                  <a:lnTo>
                    <a:pt x="502924" y="150968"/>
                  </a:lnTo>
                  <a:lnTo>
                    <a:pt x="538847" y="150013"/>
                  </a:lnTo>
                  <a:lnTo>
                    <a:pt x="538847" y="148928"/>
                  </a:lnTo>
                  <a:lnTo>
                    <a:pt x="565789" y="147946"/>
                  </a:lnTo>
                  <a:lnTo>
                    <a:pt x="565789" y="138451"/>
                  </a:lnTo>
                  <a:lnTo>
                    <a:pt x="603509" y="138062"/>
                  </a:lnTo>
                  <a:lnTo>
                    <a:pt x="603509" y="136542"/>
                  </a:lnTo>
                  <a:lnTo>
                    <a:pt x="618983" y="135161"/>
                  </a:lnTo>
                  <a:lnTo>
                    <a:pt x="618983" y="135064"/>
                  </a:lnTo>
                  <a:lnTo>
                    <a:pt x="628655" y="135064"/>
                  </a:lnTo>
                  <a:lnTo>
                    <a:pt x="628655" y="132435"/>
                  </a:lnTo>
                  <a:lnTo>
                    <a:pt x="678947" y="131057"/>
                  </a:lnTo>
                  <a:lnTo>
                    <a:pt x="678947" y="130298"/>
                  </a:lnTo>
                  <a:lnTo>
                    <a:pt x="754386" y="129218"/>
                  </a:lnTo>
                  <a:lnTo>
                    <a:pt x="754386" y="28278"/>
                  </a:lnTo>
                  <a:lnTo>
                    <a:pt x="870445" y="26935"/>
                  </a:lnTo>
                  <a:lnTo>
                    <a:pt x="870445" y="26837"/>
                  </a:lnTo>
                  <a:lnTo>
                    <a:pt x="880117" y="26837"/>
                  </a:lnTo>
                  <a:lnTo>
                    <a:pt x="880117" y="24208"/>
                  </a:lnTo>
                  <a:lnTo>
                    <a:pt x="905263" y="24208"/>
                  </a:lnTo>
                  <a:lnTo>
                    <a:pt x="905263" y="21929"/>
                  </a:lnTo>
                  <a:lnTo>
                    <a:pt x="942982" y="21929"/>
                  </a:lnTo>
                  <a:lnTo>
                    <a:pt x="942982" y="20030"/>
                  </a:lnTo>
                  <a:lnTo>
                    <a:pt x="1097289" y="18667"/>
                  </a:lnTo>
                  <a:lnTo>
                    <a:pt x="1097289" y="17976"/>
                  </a:lnTo>
                  <a:lnTo>
                    <a:pt x="1131579" y="17976"/>
                  </a:lnTo>
                  <a:lnTo>
                    <a:pt x="1131579" y="14179"/>
                  </a:lnTo>
                  <a:lnTo>
                    <a:pt x="1357895" y="14179"/>
                  </a:lnTo>
                  <a:lnTo>
                    <a:pt x="1357895" y="12659"/>
                  </a:lnTo>
                  <a:lnTo>
                    <a:pt x="1508772" y="12659"/>
                  </a:lnTo>
                  <a:lnTo>
                    <a:pt x="1508772" y="1266"/>
                  </a:lnTo>
                  <a:lnTo>
                    <a:pt x="2263158" y="0"/>
                  </a:lnTo>
                  <a:lnTo>
                    <a:pt x="2263158" y="0"/>
                  </a:lnTo>
                </a:path>
              </a:pathLst>
            </a:custGeom>
            <a:noFill/>
            <a:ln w="22860">
              <a:solidFill>
                <a:srgbClr val="00878B"/>
              </a:solidFill>
              <a:prstDash val="solid"/>
            </a:ln>
          </p:spPr>
        </p:sp>
        <p:sp>
          <p:nvSpPr>
            <p:cNvPr id="1018" name="03_assume_matched_1017">
              <a:extLst>
                <a:ext uri="{FF2B5EF4-FFF2-40B4-BE49-F238E27FC236}">
                  <a16:creationId xmlns:a16="http://schemas.microsoft.com/office/drawing/2014/main" id="{CD0C43A0-D48E-40F2-837A-981188551DC8}"/>
                </a:ext>
              </a:extLst>
            </p:cNvPr>
            <p:cNvSpPr>
              <a:spLocks/>
            </p:cNvSpPr>
            <p:nvPr/>
          </p:nvSpPr>
          <p:spPr>
            <a:xfrm>
              <a:off x="735432" y="2988896"/>
              <a:ext cx="2263158" cy="146217"/>
            </a:xfrm>
            <a:custGeom>
              <a:avLst/>
              <a:gdLst/>
              <a:ahLst/>
              <a:cxnLst/>
              <a:rect l="0" t="0" r="0" b="0"/>
              <a:pathLst>
                <a:path w="2263158" h="146217">
                  <a:moveTo>
                    <a:pt x="0" y="146217"/>
                  </a:moveTo>
                  <a:lnTo>
                    <a:pt x="754386" y="146217"/>
                  </a:lnTo>
                  <a:lnTo>
                    <a:pt x="754386" y="73109"/>
                  </a:lnTo>
                  <a:lnTo>
                    <a:pt x="1131579" y="73109"/>
                  </a:lnTo>
                  <a:lnTo>
                    <a:pt x="1131579" y="48739"/>
                  </a:lnTo>
                  <a:lnTo>
                    <a:pt x="1508772" y="48739"/>
                  </a:lnTo>
                  <a:lnTo>
                    <a:pt x="1508772" y="0"/>
                  </a:lnTo>
                  <a:lnTo>
                    <a:pt x="2263158" y="0"/>
                  </a:lnTo>
                  <a:lnTo>
                    <a:pt x="2263158" y="0"/>
                  </a:lnTo>
                </a:path>
              </a:pathLst>
            </a:custGeom>
            <a:noFill/>
            <a:ln w="13335">
              <a:solidFill>
                <a:srgbClr val="3A64C8"/>
              </a:solidFill>
              <a:prstDash val="solid"/>
            </a:ln>
          </p:spPr>
        </p:sp>
        <p:sp>
          <p:nvSpPr>
            <p:cNvPr id="1019" name="03_assume_matched_1018">
              <a:extLst>
                <a:ext uri="{FF2B5EF4-FFF2-40B4-BE49-F238E27FC236}">
                  <a16:creationId xmlns:a16="http://schemas.microsoft.com/office/drawing/2014/main" id="{6A2EFC0B-7485-43BB-A06B-29644602298C}"/>
                </a:ext>
              </a:extLst>
            </p:cNvPr>
            <p:cNvSpPr>
              <a:spLocks/>
            </p:cNvSpPr>
            <p:nvPr/>
          </p:nvSpPr>
          <p:spPr>
            <a:xfrm>
              <a:off x="1091035" y="3026372"/>
              <a:ext cx="43180" cy="43180"/>
            </a:xfrm>
            <a:prstGeom prst="ellipse">
              <a:avLst/>
            </a:prstGeom>
            <a:solidFill>
              <a:srgbClr val="00878B"/>
            </a:solidFill>
            <a:ln w="4445">
              <a:solidFill>
                <a:srgbClr val="FFFFFF"/>
              </a:solidFill>
              <a:prstDash val="solid"/>
            </a:ln>
          </p:spPr>
        </p:sp>
        <p:sp>
          <p:nvSpPr>
            <p:cNvPr id="1020" name="03_assume_matched_1019">
              <a:extLst>
                <a:ext uri="{FF2B5EF4-FFF2-40B4-BE49-F238E27FC236}">
                  <a16:creationId xmlns:a16="http://schemas.microsoft.com/office/drawing/2014/main" id="{5AEC1457-CD4B-45E3-AEBF-2D8C45FC8790}"/>
                </a:ext>
              </a:extLst>
            </p:cNvPr>
            <p:cNvSpPr>
              <a:spLocks/>
            </p:cNvSpPr>
            <p:nvPr/>
          </p:nvSpPr>
          <p:spPr>
            <a:xfrm>
              <a:off x="1468228" y="2887097"/>
              <a:ext cx="43180" cy="43180"/>
            </a:xfrm>
            <a:prstGeom prst="ellipse">
              <a:avLst/>
            </a:prstGeom>
            <a:solidFill>
              <a:srgbClr val="00878B"/>
            </a:solidFill>
            <a:ln w="4445">
              <a:solidFill>
                <a:srgbClr val="FFFFFF"/>
              </a:solidFill>
              <a:prstDash val="solid"/>
            </a:ln>
          </p:spPr>
        </p:sp>
        <p:sp>
          <p:nvSpPr>
            <p:cNvPr id="1021" name="03_assume_matched_1020">
              <a:extLst>
                <a:ext uri="{FF2B5EF4-FFF2-40B4-BE49-F238E27FC236}">
                  <a16:creationId xmlns:a16="http://schemas.microsoft.com/office/drawing/2014/main" id="{49B824A7-56EC-4059-8E7A-E53CA5C8BB1B}"/>
                </a:ext>
              </a:extLst>
            </p:cNvPr>
            <p:cNvSpPr>
              <a:spLocks/>
            </p:cNvSpPr>
            <p:nvPr/>
          </p:nvSpPr>
          <p:spPr>
            <a:xfrm>
              <a:off x="2222614" y="2860084"/>
              <a:ext cx="43180" cy="43180"/>
            </a:xfrm>
            <a:prstGeom prst="ellipse">
              <a:avLst/>
            </a:prstGeom>
            <a:solidFill>
              <a:srgbClr val="00878B"/>
            </a:solidFill>
            <a:ln w="4445">
              <a:solidFill>
                <a:srgbClr val="FFFFFF"/>
              </a:solidFill>
              <a:prstDash val="solid"/>
            </a:ln>
          </p:spPr>
        </p:sp>
        <p:sp>
          <p:nvSpPr>
            <p:cNvPr id="1022" name="03_assume_matched_1021">
              <a:extLst>
                <a:ext uri="{FF2B5EF4-FFF2-40B4-BE49-F238E27FC236}">
                  <a16:creationId xmlns:a16="http://schemas.microsoft.com/office/drawing/2014/main" id="{B56DACDB-9622-4E3B-9A2F-E98249C0031A}"/>
                </a:ext>
              </a:extLst>
            </p:cNvPr>
            <p:cNvSpPr>
              <a:spLocks/>
            </p:cNvSpPr>
            <p:nvPr/>
          </p:nvSpPr>
          <p:spPr>
            <a:xfrm>
              <a:off x="2976999" y="2858818"/>
              <a:ext cx="43180" cy="43180"/>
            </a:xfrm>
            <a:prstGeom prst="ellipse">
              <a:avLst/>
            </a:prstGeom>
            <a:solidFill>
              <a:srgbClr val="00878B"/>
            </a:solidFill>
            <a:ln w="4445">
              <a:solidFill>
                <a:srgbClr val="FFFFFF"/>
              </a:solidFill>
              <a:prstDash val="solid"/>
            </a:ln>
          </p:spPr>
        </p:sp>
        <p:sp>
          <p:nvSpPr>
            <p:cNvPr id="1023" name="03_assume_matched_1022">
              <a:extLst>
                <a:ext uri="{FF2B5EF4-FFF2-40B4-BE49-F238E27FC236}">
                  <a16:creationId xmlns:a16="http://schemas.microsoft.com/office/drawing/2014/main" id="{4B888AC9-56FA-4D5D-898C-3ACAA84D6CFD}"/>
                </a:ext>
              </a:extLst>
            </p:cNvPr>
            <p:cNvSpPr>
              <a:spLocks/>
            </p:cNvSpPr>
            <p:nvPr/>
          </p:nvSpPr>
          <p:spPr>
            <a:xfrm>
              <a:off x="1076704" y="309919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4" name="03_assume_matched_1023">
              <a:extLst>
                <a:ext uri="{FF2B5EF4-FFF2-40B4-BE49-F238E27FC236}">
                  <a16:creationId xmlns:a16="http://schemas.microsoft.com/office/drawing/2014/main" id="{2B265558-FFA3-4C2C-93AA-C8D5D491BF84}"/>
                </a:ext>
              </a:extLst>
            </p:cNvPr>
            <p:cNvSpPr>
              <a:spLocks/>
            </p:cNvSpPr>
            <p:nvPr/>
          </p:nvSpPr>
          <p:spPr>
            <a:xfrm>
              <a:off x="1453897" y="302608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5" name="03_assume_matched_1024">
              <a:extLst>
                <a:ext uri="{FF2B5EF4-FFF2-40B4-BE49-F238E27FC236}">
                  <a16:creationId xmlns:a16="http://schemas.microsoft.com/office/drawing/2014/main" id="{A3190C85-2BD9-4A4E-9F4F-461D67C72341}"/>
                </a:ext>
              </a:extLst>
            </p:cNvPr>
            <p:cNvSpPr>
              <a:spLocks/>
            </p:cNvSpPr>
            <p:nvPr/>
          </p:nvSpPr>
          <p:spPr>
            <a:xfrm>
              <a:off x="2208282" y="295297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6" name="03_assume_matched_1025">
              <a:extLst>
                <a:ext uri="{FF2B5EF4-FFF2-40B4-BE49-F238E27FC236}">
                  <a16:creationId xmlns:a16="http://schemas.microsoft.com/office/drawing/2014/main" id="{202E3339-E253-4F73-B79A-F5660EE39146}"/>
                </a:ext>
              </a:extLst>
            </p:cNvPr>
            <p:cNvSpPr>
              <a:spLocks/>
            </p:cNvSpPr>
            <p:nvPr/>
          </p:nvSpPr>
          <p:spPr>
            <a:xfrm>
              <a:off x="2962668" y="295297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027" name="03_assume_matched_1026">
              <a:extLst>
                <a:ext uri="{FF2B5EF4-FFF2-40B4-BE49-F238E27FC236}">
                  <a16:creationId xmlns:a16="http://schemas.microsoft.com/office/drawing/2014/main" id="{D3746F10-CE25-4A1D-B948-2F0F75468C33}"/>
                </a:ext>
              </a:extLst>
            </p:cNvPr>
            <p:cNvSpPr>
              <a:spLocks/>
            </p:cNvSpPr>
            <p:nvPr/>
          </p:nvSpPr>
          <p:spPr>
            <a:xfrm>
              <a:off x="3841389" y="2521001"/>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1028" name="03_assume_matched_1027">
              <a:extLst>
                <a:ext uri="{FF2B5EF4-FFF2-40B4-BE49-F238E27FC236}">
                  <a16:creationId xmlns:a16="http://schemas.microsoft.com/office/drawing/2014/main" id="{89D8C943-D788-4DAD-9265-E850BF638FAF}"/>
                </a:ext>
              </a:extLst>
            </p:cNvPr>
            <p:cNvSpPr>
              <a:spLocks/>
            </p:cNvSpPr>
            <p:nvPr/>
          </p:nvSpPr>
          <p:spPr>
            <a:xfrm>
              <a:off x="4143144" y="2550244"/>
              <a:ext cx="196140" cy="584869"/>
            </a:xfrm>
            <a:custGeom>
              <a:avLst/>
              <a:gdLst/>
              <a:ahLst/>
              <a:cxnLst/>
              <a:rect l="0" t="0" r="0" b="0"/>
              <a:pathLst>
                <a:path w="196140" h="584869">
                  <a:moveTo>
                    <a:pt x="196140" y="584869"/>
                  </a:moveTo>
                  <a:lnTo>
                    <a:pt x="0" y="584869"/>
                  </a:lnTo>
                  <a:lnTo>
                    <a:pt x="1109" y="579995"/>
                  </a:lnTo>
                  <a:lnTo>
                    <a:pt x="4361" y="575121"/>
                  </a:lnTo>
                  <a:lnTo>
                    <a:pt x="9533" y="570247"/>
                  </a:lnTo>
                  <a:lnTo>
                    <a:pt x="16283" y="565373"/>
                  </a:lnTo>
                  <a:lnTo>
                    <a:pt x="24184" y="560500"/>
                  </a:lnTo>
                  <a:lnTo>
                    <a:pt x="32771" y="555626"/>
                  </a:lnTo>
                  <a:lnTo>
                    <a:pt x="41579" y="550752"/>
                  </a:lnTo>
                  <a:lnTo>
                    <a:pt x="50189" y="545878"/>
                  </a:lnTo>
                  <a:lnTo>
                    <a:pt x="58251" y="541004"/>
                  </a:lnTo>
                  <a:lnTo>
                    <a:pt x="65509" y="536130"/>
                  </a:lnTo>
                  <a:lnTo>
                    <a:pt x="71802" y="531256"/>
                  </a:lnTo>
                  <a:lnTo>
                    <a:pt x="77062" y="526382"/>
                  </a:lnTo>
                  <a:lnTo>
                    <a:pt x="81301" y="521508"/>
                  </a:lnTo>
                  <a:lnTo>
                    <a:pt x="84593" y="516634"/>
                  </a:lnTo>
                  <a:lnTo>
                    <a:pt x="87053" y="511760"/>
                  </a:lnTo>
                  <a:lnTo>
                    <a:pt x="88817" y="506887"/>
                  </a:lnTo>
                  <a:lnTo>
                    <a:pt x="90031" y="502013"/>
                  </a:lnTo>
                  <a:lnTo>
                    <a:pt x="90828" y="497139"/>
                  </a:lnTo>
                  <a:lnTo>
                    <a:pt x="91327" y="492265"/>
                  </a:lnTo>
                  <a:lnTo>
                    <a:pt x="91627" y="487391"/>
                  </a:lnTo>
                  <a:lnTo>
                    <a:pt x="91801" y="482517"/>
                  </a:lnTo>
                  <a:lnTo>
                    <a:pt x="91899" y="477643"/>
                  </a:lnTo>
                  <a:lnTo>
                    <a:pt x="91954" y="472769"/>
                  </a:lnTo>
                  <a:lnTo>
                    <a:pt x="91980" y="467895"/>
                  </a:lnTo>
                  <a:lnTo>
                    <a:pt x="91981" y="463021"/>
                  </a:lnTo>
                  <a:lnTo>
                    <a:pt x="91953" y="458147"/>
                  </a:lnTo>
                  <a:lnTo>
                    <a:pt x="91887" y="453274"/>
                  </a:lnTo>
                  <a:lnTo>
                    <a:pt x="91775" y="448400"/>
                  </a:lnTo>
                  <a:lnTo>
                    <a:pt x="91610" y="443526"/>
                  </a:lnTo>
                  <a:lnTo>
                    <a:pt x="91387" y="438652"/>
                  </a:lnTo>
                  <a:lnTo>
                    <a:pt x="91106" y="433778"/>
                  </a:lnTo>
                  <a:lnTo>
                    <a:pt x="90773" y="428904"/>
                  </a:lnTo>
                  <a:lnTo>
                    <a:pt x="90394" y="424030"/>
                  </a:lnTo>
                  <a:lnTo>
                    <a:pt x="89983" y="419156"/>
                  </a:lnTo>
                  <a:lnTo>
                    <a:pt x="89553" y="414282"/>
                  </a:lnTo>
                  <a:lnTo>
                    <a:pt x="89121" y="409408"/>
                  </a:lnTo>
                  <a:lnTo>
                    <a:pt x="88703" y="404534"/>
                  </a:lnTo>
                  <a:lnTo>
                    <a:pt x="88314" y="399661"/>
                  </a:lnTo>
                  <a:lnTo>
                    <a:pt x="87965" y="394787"/>
                  </a:lnTo>
                  <a:lnTo>
                    <a:pt x="87663" y="389913"/>
                  </a:lnTo>
                  <a:lnTo>
                    <a:pt x="87409" y="385039"/>
                  </a:lnTo>
                  <a:lnTo>
                    <a:pt x="87194" y="380165"/>
                  </a:lnTo>
                  <a:lnTo>
                    <a:pt x="87008" y="375291"/>
                  </a:lnTo>
                  <a:lnTo>
                    <a:pt x="86828" y="370417"/>
                  </a:lnTo>
                  <a:lnTo>
                    <a:pt x="86630" y="365543"/>
                  </a:lnTo>
                  <a:lnTo>
                    <a:pt x="86384" y="360669"/>
                  </a:lnTo>
                  <a:lnTo>
                    <a:pt x="86061" y="355795"/>
                  </a:lnTo>
                  <a:lnTo>
                    <a:pt x="85634" y="350921"/>
                  </a:lnTo>
                  <a:lnTo>
                    <a:pt x="85083" y="346048"/>
                  </a:lnTo>
                  <a:lnTo>
                    <a:pt x="84396" y="341174"/>
                  </a:lnTo>
                  <a:lnTo>
                    <a:pt x="83578" y="336300"/>
                  </a:lnTo>
                  <a:lnTo>
                    <a:pt x="82648" y="331426"/>
                  </a:lnTo>
                  <a:lnTo>
                    <a:pt x="81641" y="326552"/>
                  </a:lnTo>
                  <a:lnTo>
                    <a:pt x="80611" y="321678"/>
                  </a:lnTo>
                  <a:lnTo>
                    <a:pt x="79622" y="316804"/>
                  </a:lnTo>
                  <a:lnTo>
                    <a:pt x="78748" y="311930"/>
                  </a:lnTo>
                  <a:lnTo>
                    <a:pt x="78064" y="307056"/>
                  </a:lnTo>
                  <a:lnTo>
                    <a:pt x="77641" y="302182"/>
                  </a:lnTo>
                  <a:lnTo>
                    <a:pt x="77533" y="297308"/>
                  </a:lnTo>
                  <a:lnTo>
                    <a:pt x="77776" y="292435"/>
                  </a:lnTo>
                  <a:lnTo>
                    <a:pt x="78382" y="287561"/>
                  </a:lnTo>
                  <a:lnTo>
                    <a:pt x="79336" y="282687"/>
                  </a:lnTo>
                  <a:lnTo>
                    <a:pt x="80597" y="277813"/>
                  </a:lnTo>
                  <a:lnTo>
                    <a:pt x="82108" y="272939"/>
                  </a:lnTo>
                  <a:lnTo>
                    <a:pt x="83792" y="268065"/>
                  </a:lnTo>
                  <a:lnTo>
                    <a:pt x="85571" y="263191"/>
                  </a:lnTo>
                  <a:lnTo>
                    <a:pt x="87363" y="258317"/>
                  </a:lnTo>
                  <a:lnTo>
                    <a:pt x="89098" y="253443"/>
                  </a:lnTo>
                  <a:lnTo>
                    <a:pt x="90717" y="248569"/>
                  </a:lnTo>
                  <a:lnTo>
                    <a:pt x="92177" y="243695"/>
                  </a:lnTo>
                  <a:lnTo>
                    <a:pt x="93452" y="238822"/>
                  </a:lnTo>
                  <a:lnTo>
                    <a:pt x="94531" y="233948"/>
                  </a:lnTo>
                  <a:lnTo>
                    <a:pt x="95419" y="229074"/>
                  </a:lnTo>
                  <a:lnTo>
                    <a:pt x="96129" y="224200"/>
                  </a:lnTo>
                  <a:lnTo>
                    <a:pt x="96680" y="219326"/>
                  </a:lnTo>
                  <a:lnTo>
                    <a:pt x="97098" y="214452"/>
                  </a:lnTo>
                  <a:lnTo>
                    <a:pt x="97405" y="209578"/>
                  </a:lnTo>
                  <a:lnTo>
                    <a:pt x="97625" y="204704"/>
                  </a:lnTo>
                  <a:lnTo>
                    <a:pt x="97780" y="199830"/>
                  </a:lnTo>
                  <a:lnTo>
                    <a:pt x="97885" y="194956"/>
                  </a:lnTo>
                  <a:lnTo>
                    <a:pt x="97954" y="190082"/>
                  </a:lnTo>
                  <a:lnTo>
                    <a:pt x="97999" y="185209"/>
                  </a:lnTo>
                  <a:lnTo>
                    <a:pt x="98028" y="180335"/>
                  </a:lnTo>
                  <a:lnTo>
                    <a:pt x="98046" y="175461"/>
                  </a:lnTo>
                  <a:lnTo>
                    <a:pt x="98056" y="170587"/>
                  </a:lnTo>
                  <a:lnTo>
                    <a:pt x="98062" y="165713"/>
                  </a:lnTo>
                  <a:lnTo>
                    <a:pt x="98066"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4" y="160839"/>
                  </a:lnTo>
                  <a:lnTo>
                    <a:pt x="98078" y="165713"/>
                  </a:lnTo>
                  <a:lnTo>
                    <a:pt x="98084" y="170587"/>
                  </a:lnTo>
                  <a:lnTo>
                    <a:pt x="98095" y="175461"/>
                  </a:lnTo>
                  <a:lnTo>
                    <a:pt x="98112" y="180335"/>
                  </a:lnTo>
                  <a:lnTo>
                    <a:pt x="98141" y="185209"/>
                  </a:lnTo>
                  <a:lnTo>
                    <a:pt x="98186" y="190082"/>
                  </a:lnTo>
                  <a:lnTo>
                    <a:pt x="98256" y="194956"/>
                  </a:lnTo>
                  <a:lnTo>
                    <a:pt x="98361" y="199830"/>
                  </a:lnTo>
                  <a:lnTo>
                    <a:pt x="98515" y="204704"/>
                  </a:lnTo>
                  <a:lnTo>
                    <a:pt x="98735" y="209578"/>
                  </a:lnTo>
                  <a:lnTo>
                    <a:pt x="99043" y="214452"/>
                  </a:lnTo>
                  <a:lnTo>
                    <a:pt x="99460" y="219326"/>
                  </a:lnTo>
                  <a:lnTo>
                    <a:pt x="100011" y="224200"/>
                  </a:lnTo>
                  <a:lnTo>
                    <a:pt x="100721" y="229074"/>
                  </a:lnTo>
                  <a:lnTo>
                    <a:pt x="101609" y="233948"/>
                  </a:lnTo>
                  <a:lnTo>
                    <a:pt x="102689" y="238822"/>
                  </a:lnTo>
                  <a:lnTo>
                    <a:pt x="103963" y="243695"/>
                  </a:lnTo>
                  <a:lnTo>
                    <a:pt x="105423" y="248569"/>
                  </a:lnTo>
                  <a:lnTo>
                    <a:pt x="107042" y="253443"/>
                  </a:lnTo>
                  <a:lnTo>
                    <a:pt x="108777" y="258317"/>
                  </a:lnTo>
                  <a:lnTo>
                    <a:pt x="110570" y="263191"/>
                  </a:lnTo>
                  <a:lnTo>
                    <a:pt x="112348" y="268065"/>
                  </a:lnTo>
                  <a:lnTo>
                    <a:pt x="114033" y="272939"/>
                  </a:lnTo>
                  <a:lnTo>
                    <a:pt x="115543" y="277813"/>
                  </a:lnTo>
                  <a:lnTo>
                    <a:pt x="116805" y="282687"/>
                  </a:lnTo>
                  <a:lnTo>
                    <a:pt x="117758" y="287561"/>
                  </a:lnTo>
                  <a:lnTo>
                    <a:pt x="118364" y="292435"/>
                  </a:lnTo>
                  <a:lnTo>
                    <a:pt x="118607" y="297308"/>
                  </a:lnTo>
                  <a:lnTo>
                    <a:pt x="118499" y="302182"/>
                  </a:lnTo>
                  <a:lnTo>
                    <a:pt x="118076" y="307056"/>
                  </a:lnTo>
                  <a:lnTo>
                    <a:pt x="117393" y="311930"/>
                  </a:lnTo>
                  <a:lnTo>
                    <a:pt x="116519" y="316804"/>
                  </a:lnTo>
                  <a:lnTo>
                    <a:pt x="115530" y="321678"/>
                  </a:lnTo>
                  <a:lnTo>
                    <a:pt x="114499" y="326552"/>
                  </a:lnTo>
                  <a:lnTo>
                    <a:pt x="113492" y="331426"/>
                  </a:lnTo>
                  <a:lnTo>
                    <a:pt x="112562" y="336300"/>
                  </a:lnTo>
                  <a:lnTo>
                    <a:pt x="111744" y="341174"/>
                  </a:lnTo>
                  <a:lnTo>
                    <a:pt x="111058" y="346048"/>
                  </a:lnTo>
                  <a:lnTo>
                    <a:pt x="110506" y="350921"/>
                  </a:lnTo>
                  <a:lnTo>
                    <a:pt x="110079" y="355795"/>
                  </a:lnTo>
                  <a:lnTo>
                    <a:pt x="109756" y="360669"/>
                  </a:lnTo>
                  <a:lnTo>
                    <a:pt x="109511" y="365543"/>
                  </a:lnTo>
                  <a:lnTo>
                    <a:pt x="109312" y="370417"/>
                  </a:lnTo>
                  <a:lnTo>
                    <a:pt x="109133" y="375291"/>
                  </a:lnTo>
                  <a:lnTo>
                    <a:pt x="108946" y="380165"/>
                  </a:lnTo>
                  <a:lnTo>
                    <a:pt x="108732" y="385039"/>
                  </a:lnTo>
                  <a:lnTo>
                    <a:pt x="108477" y="389913"/>
                  </a:lnTo>
                  <a:lnTo>
                    <a:pt x="108175" y="394787"/>
                  </a:lnTo>
                  <a:lnTo>
                    <a:pt x="107826" y="399661"/>
                  </a:lnTo>
                  <a:lnTo>
                    <a:pt x="107437" y="404534"/>
                  </a:lnTo>
                  <a:lnTo>
                    <a:pt x="107019" y="409408"/>
                  </a:lnTo>
                  <a:lnTo>
                    <a:pt x="106588" y="414282"/>
                  </a:lnTo>
                  <a:lnTo>
                    <a:pt x="106158" y="419156"/>
                  </a:lnTo>
                  <a:lnTo>
                    <a:pt x="105746" y="424030"/>
                  </a:lnTo>
                  <a:lnTo>
                    <a:pt x="105368" y="428904"/>
                  </a:lnTo>
                  <a:lnTo>
                    <a:pt x="105034" y="433778"/>
                  </a:lnTo>
                  <a:lnTo>
                    <a:pt x="104754" y="438652"/>
                  </a:lnTo>
                  <a:lnTo>
                    <a:pt x="104531" y="443526"/>
                  </a:lnTo>
                  <a:lnTo>
                    <a:pt x="104365" y="448400"/>
                  </a:lnTo>
                  <a:lnTo>
                    <a:pt x="104253" y="453274"/>
                  </a:lnTo>
                  <a:lnTo>
                    <a:pt x="104188" y="458147"/>
                  </a:lnTo>
                  <a:lnTo>
                    <a:pt x="104159" y="463021"/>
                  </a:lnTo>
                  <a:lnTo>
                    <a:pt x="104160" y="467895"/>
                  </a:lnTo>
                  <a:lnTo>
                    <a:pt x="104186" y="472769"/>
                  </a:lnTo>
                  <a:lnTo>
                    <a:pt x="104241" y="477643"/>
                  </a:lnTo>
                  <a:lnTo>
                    <a:pt x="104340" y="482517"/>
                  </a:lnTo>
                  <a:lnTo>
                    <a:pt x="104513" y="487391"/>
                  </a:lnTo>
                  <a:lnTo>
                    <a:pt x="104813" y="492265"/>
                  </a:lnTo>
                  <a:lnTo>
                    <a:pt x="105313" y="497139"/>
                  </a:lnTo>
                  <a:lnTo>
                    <a:pt x="106110" y="502013"/>
                  </a:lnTo>
                  <a:lnTo>
                    <a:pt x="107323" y="506887"/>
                  </a:lnTo>
                  <a:lnTo>
                    <a:pt x="109088" y="511760"/>
                  </a:lnTo>
                  <a:lnTo>
                    <a:pt x="111547" y="516634"/>
                  </a:lnTo>
                  <a:lnTo>
                    <a:pt x="114839" y="521508"/>
                  </a:lnTo>
                  <a:lnTo>
                    <a:pt x="119078" y="526382"/>
                  </a:lnTo>
                  <a:lnTo>
                    <a:pt x="124338" y="531256"/>
                  </a:lnTo>
                  <a:lnTo>
                    <a:pt x="130631" y="536130"/>
                  </a:lnTo>
                  <a:lnTo>
                    <a:pt x="137889" y="541004"/>
                  </a:lnTo>
                  <a:lnTo>
                    <a:pt x="145951" y="545878"/>
                  </a:lnTo>
                  <a:lnTo>
                    <a:pt x="154561" y="550752"/>
                  </a:lnTo>
                  <a:lnTo>
                    <a:pt x="163369" y="555626"/>
                  </a:lnTo>
                  <a:lnTo>
                    <a:pt x="171956" y="560500"/>
                  </a:lnTo>
                  <a:lnTo>
                    <a:pt x="179858" y="565373"/>
                  </a:lnTo>
                  <a:lnTo>
                    <a:pt x="186608" y="570247"/>
                  </a:lnTo>
                  <a:lnTo>
                    <a:pt x="191779" y="575121"/>
                  </a:lnTo>
                  <a:lnTo>
                    <a:pt x="195031"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1029" name="03_assume_matched_1028">
              <a:extLst>
                <a:ext uri="{FF2B5EF4-FFF2-40B4-BE49-F238E27FC236}">
                  <a16:creationId xmlns:a16="http://schemas.microsoft.com/office/drawing/2014/main" id="{11B4E8CA-94AA-4D96-9516-8333603F58BC}"/>
                </a:ext>
              </a:extLst>
            </p:cNvPr>
            <p:cNvSpPr>
              <a:spLocks/>
            </p:cNvSpPr>
            <p:nvPr/>
          </p:nvSpPr>
          <p:spPr>
            <a:xfrm>
              <a:off x="4520337" y="2550244"/>
              <a:ext cx="196140" cy="584869"/>
            </a:xfrm>
            <a:custGeom>
              <a:avLst/>
              <a:gdLst/>
              <a:ahLst/>
              <a:cxnLst/>
              <a:rect l="0" t="0" r="0" b="0"/>
              <a:pathLst>
                <a:path w="196140" h="584869">
                  <a:moveTo>
                    <a:pt x="196140" y="584869"/>
                  </a:moveTo>
                  <a:lnTo>
                    <a:pt x="0" y="584869"/>
                  </a:lnTo>
                  <a:lnTo>
                    <a:pt x="1071" y="579995"/>
                  </a:lnTo>
                  <a:lnTo>
                    <a:pt x="4210" y="575121"/>
                  </a:lnTo>
                  <a:lnTo>
                    <a:pt x="9197" y="570247"/>
                  </a:lnTo>
                  <a:lnTo>
                    <a:pt x="15696" y="565373"/>
                  </a:lnTo>
                  <a:lnTo>
                    <a:pt x="23290" y="560500"/>
                  </a:lnTo>
                  <a:lnTo>
                    <a:pt x="31522" y="555626"/>
                  </a:lnTo>
                  <a:lnTo>
                    <a:pt x="39943" y="550752"/>
                  </a:lnTo>
                  <a:lnTo>
                    <a:pt x="48146" y="545878"/>
                  </a:lnTo>
                  <a:lnTo>
                    <a:pt x="55801" y="541004"/>
                  </a:lnTo>
                  <a:lnTo>
                    <a:pt x="62667" y="536130"/>
                  </a:lnTo>
                  <a:lnTo>
                    <a:pt x="68602" y="531256"/>
                  </a:lnTo>
                  <a:lnTo>
                    <a:pt x="73552" y="526382"/>
                  </a:lnTo>
                  <a:lnTo>
                    <a:pt x="77540" y="521508"/>
                  </a:lnTo>
                  <a:lnTo>
                    <a:pt x="80648" y="516634"/>
                  </a:lnTo>
                  <a:lnTo>
                    <a:pt x="82992" y="511760"/>
                  </a:lnTo>
                  <a:lnTo>
                    <a:pt x="84709" y="506887"/>
                  </a:lnTo>
                  <a:lnTo>
                    <a:pt x="85934" y="502013"/>
                  </a:lnTo>
                  <a:lnTo>
                    <a:pt x="86792" y="497139"/>
                  </a:lnTo>
                  <a:lnTo>
                    <a:pt x="87387" y="492265"/>
                  </a:lnTo>
                  <a:lnTo>
                    <a:pt x="87805" y="487391"/>
                  </a:lnTo>
                  <a:lnTo>
                    <a:pt x="88104" y="482517"/>
                  </a:lnTo>
                  <a:lnTo>
                    <a:pt x="88328" y="477643"/>
                  </a:lnTo>
                  <a:lnTo>
                    <a:pt x="88500" y="472769"/>
                  </a:lnTo>
                  <a:lnTo>
                    <a:pt x="88633" y="467895"/>
                  </a:lnTo>
                  <a:lnTo>
                    <a:pt x="88735" y="463021"/>
                  </a:lnTo>
                  <a:lnTo>
                    <a:pt x="88805" y="458147"/>
                  </a:lnTo>
                  <a:lnTo>
                    <a:pt x="88844" y="453274"/>
                  </a:lnTo>
                  <a:lnTo>
                    <a:pt x="88853" y="448400"/>
                  </a:lnTo>
                  <a:lnTo>
                    <a:pt x="88833" y="443526"/>
                  </a:lnTo>
                  <a:lnTo>
                    <a:pt x="88788" y="438652"/>
                  </a:lnTo>
                  <a:lnTo>
                    <a:pt x="88723" y="433778"/>
                  </a:lnTo>
                  <a:lnTo>
                    <a:pt x="88645" y="428904"/>
                  </a:lnTo>
                  <a:lnTo>
                    <a:pt x="88565" y="424030"/>
                  </a:lnTo>
                  <a:lnTo>
                    <a:pt x="88494" y="419156"/>
                  </a:lnTo>
                  <a:lnTo>
                    <a:pt x="88445" y="414282"/>
                  </a:lnTo>
                  <a:lnTo>
                    <a:pt x="88431" y="409408"/>
                  </a:lnTo>
                  <a:lnTo>
                    <a:pt x="88467" y="404534"/>
                  </a:lnTo>
                  <a:lnTo>
                    <a:pt x="88565" y="399661"/>
                  </a:lnTo>
                  <a:lnTo>
                    <a:pt x="88733" y="394787"/>
                  </a:lnTo>
                  <a:lnTo>
                    <a:pt x="88975" y="389913"/>
                  </a:lnTo>
                  <a:lnTo>
                    <a:pt x="89289" y="385039"/>
                  </a:lnTo>
                  <a:lnTo>
                    <a:pt x="89665" y="380165"/>
                  </a:lnTo>
                  <a:lnTo>
                    <a:pt x="90087" y="375291"/>
                  </a:lnTo>
                  <a:lnTo>
                    <a:pt x="90535" y="370417"/>
                  </a:lnTo>
                  <a:lnTo>
                    <a:pt x="90984" y="365543"/>
                  </a:lnTo>
                  <a:lnTo>
                    <a:pt x="91409" y="360669"/>
                  </a:lnTo>
                  <a:lnTo>
                    <a:pt x="91785" y="355795"/>
                  </a:lnTo>
                  <a:lnTo>
                    <a:pt x="92094" y="350921"/>
                  </a:lnTo>
                  <a:lnTo>
                    <a:pt x="92320" y="346048"/>
                  </a:lnTo>
                  <a:lnTo>
                    <a:pt x="92456" y="341174"/>
                  </a:lnTo>
                  <a:lnTo>
                    <a:pt x="92505" y="336300"/>
                  </a:lnTo>
                  <a:lnTo>
                    <a:pt x="92472" y="331426"/>
                  </a:lnTo>
                  <a:lnTo>
                    <a:pt x="92374" y="326552"/>
                  </a:lnTo>
                  <a:lnTo>
                    <a:pt x="92230" y="321678"/>
                  </a:lnTo>
                  <a:lnTo>
                    <a:pt x="92064" y="316804"/>
                  </a:lnTo>
                  <a:lnTo>
                    <a:pt x="91899" y="311930"/>
                  </a:lnTo>
                  <a:lnTo>
                    <a:pt x="91759" y="307056"/>
                  </a:lnTo>
                  <a:lnTo>
                    <a:pt x="91664" y="302182"/>
                  </a:lnTo>
                  <a:lnTo>
                    <a:pt x="91627" y="297308"/>
                  </a:lnTo>
                  <a:lnTo>
                    <a:pt x="91657" y="292435"/>
                  </a:lnTo>
                  <a:lnTo>
                    <a:pt x="91753" y="287561"/>
                  </a:lnTo>
                  <a:lnTo>
                    <a:pt x="91908" y="282687"/>
                  </a:lnTo>
                  <a:lnTo>
                    <a:pt x="92107" y="277813"/>
                  </a:lnTo>
                  <a:lnTo>
                    <a:pt x="92331" y="272939"/>
                  </a:lnTo>
                  <a:lnTo>
                    <a:pt x="92558" y="268065"/>
                  </a:lnTo>
                  <a:lnTo>
                    <a:pt x="92764" y="263191"/>
                  </a:lnTo>
                  <a:lnTo>
                    <a:pt x="92928" y="258317"/>
                  </a:lnTo>
                  <a:lnTo>
                    <a:pt x="93033" y="253443"/>
                  </a:lnTo>
                  <a:lnTo>
                    <a:pt x="93065" y="248569"/>
                  </a:lnTo>
                  <a:lnTo>
                    <a:pt x="93018" y="243695"/>
                  </a:lnTo>
                  <a:lnTo>
                    <a:pt x="92892" y="238822"/>
                  </a:lnTo>
                  <a:lnTo>
                    <a:pt x="92693" y="233948"/>
                  </a:lnTo>
                  <a:lnTo>
                    <a:pt x="92432" y="229074"/>
                  </a:lnTo>
                  <a:lnTo>
                    <a:pt x="92124" y="224200"/>
                  </a:lnTo>
                  <a:lnTo>
                    <a:pt x="91785" y="219326"/>
                  </a:lnTo>
                  <a:lnTo>
                    <a:pt x="91432" y="214452"/>
                  </a:lnTo>
                  <a:lnTo>
                    <a:pt x="91082" y="209578"/>
                  </a:lnTo>
                  <a:lnTo>
                    <a:pt x="90746" y="204704"/>
                  </a:lnTo>
                  <a:lnTo>
                    <a:pt x="90434" y="199830"/>
                  </a:lnTo>
                  <a:lnTo>
                    <a:pt x="90150" y="194956"/>
                  </a:lnTo>
                  <a:lnTo>
                    <a:pt x="89896" y="190082"/>
                  </a:lnTo>
                  <a:lnTo>
                    <a:pt x="89667" y="185209"/>
                  </a:lnTo>
                  <a:lnTo>
                    <a:pt x="89458" y="180335"/>
                  </a:lnTo>
                  <a:lnTo>
                    <a:pt x="89264" y="175461"/>
                  </a:lnTo>
                  <a:lnTo>
                    <a:pt x="89080" y="170587"/>
                  </a:lnTo>
                  <a:lnTo>
                    <a:pt x="88903" y="165713"/>
                  </a:lnTo>
                  <a:lnTo>
                    <a:pt x="88732" y="160839"/>
                  </a:lnTo>
                  <a:lnTo>
                    <a:pt x="88573" y="155965"/>
                  </a:lnTo>
                  <a:lnTo>
                    <a:pt x="88431" y="151091"/>
                  </a:lnTo>
                  <a:lnTo>
                    <a:pt x="88316" y="146217"/>
                  </a:lnTo>
                  <a:lnTo>
                    <a:pt x="88239" y="141343"/>
                  </a:lnTo>
                  <a:lnTo>
                    <a:pt x="88210" y="136469"/>
                  </a:lnTo>
                  <a:lnTo>
                    <a:pt x="88238" y="131596"/>
                  </a:lnTo>
                  <a:lnTo>
                    <a:pt x="88327" y="126722"/>
                  </a:lnTo>
                  <a:lnTo>
                    <a:pt x="88478" y="121848"/>
                  </a:lnTo>
                  <a:lnTo>
                    <a:pt x="88686" y="116974"/>
                  </a:lnTo>
                  <a:lnTo>
                    <a:pt x="88937" y="112100"/>
                  </a:lnTo>
                  <a:lnTo>
                    <a:pt x="89208" y="107226"/>
                  </a:lnTo>
                  <a:lnTo>
                    <a:pt x="89469" y="102352"/>
                  </a:lnTo>
                  <a:lnTo>
                    <a:pt x="89676" y="97478"/>
                  </a:lnTo>
                  <a:lnTo>
                    <a:pt x="89772" y="92604"/>
                  </a:lnTo>
                  <a:lnTo>
                    <a:pt x="89687" y="87730"/>
                  </a:lnTo>
                  <a:lnTo>
                    <a:pt x="89340" y="82856"/>
                  </a:lnTo>
                  <a:lnTo>
                    <a:pt x="88634" y="77983"/>
                  </a:lnTo>
                  <a:lnTo>
                    <a:pt x="87465" y="73109"/>
                  </a:lnTo>
                  <a:lnTo>
                    <a:pt x="85727" y="68235"/>
                  </a:lnTo>
                  <a:lnTo>
                    <a:pt x="83319" y="63361"/>
                  </a:lnTo>
                  <a:lnTo>
                    <a:pt x="80159" y="58487"/>
                  </a:lnTo>
                  <a:lnTo>
                    <a:pt x="76194" y="53613"/>
                  </a:lnTo>
                  <a:lnTo>
                    <a:pt x="71420" y="48739"/>
                  </a:lnTo>
                  <a:lnTo>
                    <a:pt x="65893" y="43865"/>
                  </a:lnTo>
                  <a:lnTo>
                    <a:pt x="59736" y="38991"/>
                  </a:lnTo>
                  <a:lnTo>
                    <a:pt x="53150" y="34117"/>
                  </a:lnTo>
                  <a:lnTo>
                    <a:pt x="46401" y="29243"/>
                  </a:lnTo>
                  <a:lnTo>
                    <a:pt x="39816" y="24370"/>
                  </a:lnTo>
                  <a:lnTo>
                    <a:pt x="33751" y="19496"/>
                  </a:lnTo>
                  <a:lnTo>
                    <a:pt x="28567" y="14622"/>
                  </a:lnTo>
                  <a:lnTo>
                    <a:pt x="24592" y="9748"/>
                  </a:lnTo>
                  <a:lnTo>
                    <a:pt x="22093" y="4874"/>
                  </a:lnTo>
                  <a:lnTo>
                    <a:pt x="21240" y="0"/>
                  </a:lnTo>
                  <a:lnTo>
                    <a:pt x="174900" y="0"/>
                  </a:lnTo>
                  <a:lnTo>
                    <a:pt x="174900" y="0"/>
                  </a:lnTo>
                  <a:lnTo>
                    <a:pt x="174047" y="4874"/>
                  </a:lnTo>
                  <a:lnTo>
                    <a:pt x="171548" y="9748"/>
                  </a:lnTo>
                  <a:lnTo>
                    <a:pt x="167574" y="14622"/>
                  </a:lnTo>
                  <a:lnTo>
                    <a:pt x="162389" y="19496"/>
                  </a:lnTo>
                  <a:lnTo>
                    <a:pt x="156324" y="24370"/>
                  </a:lnTo>
                  <a:lnTo>
                    <a:pt x="149739" y="29243"/>
                  </a:lnTo>
                  <a:lnTo>
                    <a:pt x="142991" y="34117"/>
                  </a:lnTo>
                  <a:lnTo>
                    <a:pt x="136404" y="38991"/>
                  </a:lnTo>
                  <a:lnTo>
                    <a:pt x="130248" y="43865"/>
                  </a:lnTo>
                  <a:lnTo>
                    <a:pt x="124720" y="48739"/>
                  </a:lnTo>
                  <a:lnTo>
                    <a:pt x="119946" y="53613"/>
                  </a:lnTo>
                  <a:lnTo>
                    <a:pt x="115982" y="58487"/>
                  </a:lnTo>
                  <a:lnTo>
                    <a:pt x="112821" y="63361"/>
                  </a:lnTo>
                  <a:lnTo>
                    <a:pt x="110413" y="68235"/>
                  </a:lnTo>
                  <a:lnTo>
                    <a:pt x="108675" y="73109"/>
                  </a:lnTo>
                  <a:lnTo>
                    <a:pt x="107507" y="77983"/>
                  </a:lnTo>
                  <a:lnTo>
                    <a:pt x="106801" y="82856"/>
                  </a:lnTo>
                  <a:lnTo>
                    <a:pt x="106453" y="87730"/>
                  </a:lnTo>
                  <a:lnTo>
                    <a:pt x="106369" y="92604"/>
                  </a:lnTo>
                  <a:lnTo>
                    <a:pt x="106465" y="97478"/>
                  </a:lnTo>
                  <a:lnTo>
                    <a:pt x="106671" y="102352"/>
                  </a:lnTo>
                  <a:lnTo>
                    <a:pt x="106932" y="107226"/>
                  </a:lnTo>
                  <a:lnTo>
                    <a:pt x="107204" y="112100"/>
                  </a:lnTo>
                  <a:lnTo>
                    <a:pt x="107454" y="116974"/>
                  </a:lnTo>
                  <a:lnTo>
                    <a:pt x="107662" y="121848"/>
                  </a:lnTo>
                  <a:lnTo>
                    <a:pt x="107813" y="126722"/>
                  </a:lnTo>
                  <a:lnTo>
                    <a:pt x="107903" y="131596"/>
                  </a:lnTo>
                  <a:lnTo>
                    <a:pt x="107930" y="136469"/>
                  </a:lnTo>
                  <a:lnTo>
                    <a:pt x="107901" y="141343"/>
                  </a:lnTo>
                  <a:lnTo>
                    <a:pt x="107824" y="146217"/>
                  </a:lnTo>
                  <a:lnTo>
                    <a:pt x="107710" y="151091"/>
                  </a:lnTo>
                  <a:lnTo>
                    <a:pt x="107568" y="155965"/>
                  </a:lnTo>
                  <a:lnTo>
                    <a:pt x="107408" y="160839"/>
                  </a:lnTo>
                  <a:lnTo>
                    <a:pt x="107238" y="165713"/>
                  </a:lnTo>
                  <a:lnTo>
                    <a:pt x="107060" y="170587"/>
                  </a:lnTo>
                  <a:lnTo>
                    <a:pt x="106876" y="175461"/>
                  </a:lnTo>
                  <a:lnTo>
                    <a:pt x="106682" y="180335"/>
                  </a:lnTo>
                  <a:lnTo>
                    <a:pt x="106474" y="185209"/>
                  </a:lnTo>
                  <a:lnTo>
                    <a:pt x="106245" y="190082"/>
                  </a:lnTo>
                  <a:lnTo>
                    <a:pt x="105990" y="194956"/>
                  </a:lnTo>
                  <a:lnTo>
                    <a:pt x="105706" y="199830"/>
                  </a:lnTo>
                  <a:lnTo>
                    <a:pt x="105394" y="204704"/>
                  </a:lnTo>
                  <a:lnTo>
                    <a:pt x="105058" y="209578"/>
                  </a:lnTo>
                  <a:lnTo>
                    <a:pt x="104708" y="214452"/>
                  </a:lnTo>
                  <a:lnTo>
                    <a:pt x="104355" y="219326"/>
                  </a:lnTo>
                  <a:lnTo>
                    <a:pt x="104016" y="224200"/>
                  </a:lnTo>
                  <a:lnTo>
                    <a:pt x="103708" y="229074"/>
                  </a:lnTo>
                  <a:lnTo>
                    <a:pt x="103447" y="233948"/>
                  </a:lnTo>
                  <a:lnTo>
                    <a:pt x="103248" y="238822"/>
                  </a:lnTo>
                  <a:lnTo>
                    <a:pt x="103123" y="243695"/>
                  </a:lnTo>
                  <a:lnTo>
                    <a:pt x="103076" y="248569"/>
                  </a:lnTo>
                  <a:lnTo>
                    <a:pt x="103108" y="253443"/>
                  </a:lnTo>
                  <a:lnTo>
                    <a:pt x="103212" y="258317"/>
                  </a:lnTo>
                  <a:lnTo>
                    <a:pt x="103376" y="263191"/>
                  </a:lnTo>
                  <a:lnTo>
                    <a:pt x="103583" y="268065"/>
                  </a:lnTo>
                  <a:lnTo>
                    <a:pt x="103809" y="272939"/>
                  </a:lnTo>
                  <a:lnTo>
                    <a:pt x="104034" y="277813"/>
                  </a:lnTo>
                  <a:lnTo>
                    <a:pt x="104233" y="282687"/>
                  </a:lnTo>
                  <a:lnTo>
                    <a:pt x="104387" y="287561"/>
                  </a:lnTo>
                  <a:lnTo>
                    <a:pt x="104483" y="292435"/>
                  </a:lnTo>
                  <a:lnTo>
                    <a:pt x="104513" y="297308"/>
                  </a:lnTo>
                  <a:lnTo>
                    <a:pt x="104476" y="302182"/>
                  </a:lnTo>
                  <a:lnTo>
                    <a:pt x="104381" y="307056"/>
                  </a:lnTo>
                  <a:lnTo>
                    <a:pt x="104241" y="311930"/>
                  </a:lnTo>
                  <a:lnTo>
                    <a:pt x="104076" y="316804"/>
                  </a:lnTo>
                  <a:lnTo>
                    <a:pt x="103910" y="321678"/>
                  </a:lnTo>
                  <a:lnTo>
                    <a:pt x="103766" y="326552"/>
                  </a:lnTo>
                  <a:lnTo>
                    <a:pt x="103668" y="331426"/>
                  </a:lnTo>
                  <a:lnTo>
                    <a:pt x="103636" y="336300"/>
                  </a:lnTo>
                  <a:lnTo>
                    <a:pt x="103684" y="341174"/>
                  </a:lnTo>
                  <a:lnTo>
                    <a:pt x="103821" y="346048"/>
                  </a:lnTo>
                  <a:lnTo>
                    <a:pt x="104047" y="350921"/>
                  </a:lnTo>
                  <a:lnTo>
                    <a:pt x="104355" y="355795"/>
                  </a:lnTo>
                  <a:lnTo>
                    <a:pt x="104732" y="360669"/>
                  </a:lnTo>
                  <a:lnTo>
                    <a:pt x="105156" y="365543"/>
                  </a:lnTo>
                  <a:lnTo>
                    <a:pt x="105605" y="370417"/>
                  </a:lnTo>
                  <a:lnTo>
                    <a:pt x="106053" y="375291"/>
                  </a:lnTo>
                  <a:lnTo>
                    <a:pt x="106476" y="380165"/>
                  </a:lnTo>
                  <a:lnTo>
                    <a:pt x="106851" y="385039"/>
                  </a:lnTo>
                  <a:lnTo>
                    <a:pt x="107165" y="389913"/>
                  </a:lnTo>
                  <a:lnTo>
                    <a:pt x="107407" y="394787"/>
                  </a:lnTo>
                  <a:lnTo>
                    <a:pt x="107575" y="399661"/>
                  </a:lnTo>
                  <a:lnTo>
                    <a:pt x="107673" y="404534"/>
                  </a:lnTo>
                  <a:lnTo>
                    <a:pt x="107709" y="409408"/>
                  </a:lnTo>
                  <a:lnTo>
                    <a:pt x="107696" y="414282"/>
                  </a:lnTo>
                  <a:lnTo>
                    <a:pt x="107646" y="419156"/>
                  </a:lnTo>
                  <a:lnTo>
                    <a:pt x="107575" y="424030"/>
                  </a:lnTo>
                  <a:lnTo>
                    <a:pt x="107495" y="428904"/>
                  </a:lnTo>
                  <a:lnTo>
                    <a:pt x="107418" y="433778"/>
                  </a:lnTo>
                  <a:lnTo>
                    <a:pt x="107353" y="438652"/>
                  </a:lnTo>
                  <a:lnTo>
                    <a:pt x="107307" y="443526"/>
                  </a:lnTo>
                  <a:lnTo>
                    <a:pt x="107287" y="448400"/>
                  </a:lnTo>
                  <a:lnTo>
                    <a:pt x="107296" y="453274"/>
                  </a:lnTo>
                  <a:lnTo>
                    <a:pt x="107336" y="458147"/>
                  </a:lnTo>
                  <a:lnTo>
                    <a:pt x="107406" y="463021"/>
                  </a:lnTo>
                  <a:lnTo>
                    <a:pt x="107507" y="467895"/>
                  </a:lnTo>
                  <a:lnTo>
                    <a:pt x="107641" y="472769"/>
                  </a:lnTo>
                  <a:lnTo>
                    <a:pt x="107813" y="477643"/>
                  </a:lnTo>
                  <a:lnTo>
                    <a:pt x="108036" y="482517"/>
                  </a:lnTo>
                  <a:lnTo>
                    <a:pt x="108336" y="487391"/>
                  </a:lnTo>
                  <a:lnTo>
                    <a:pt x="108753" y="492265"/>
                  </a:lnTo>
                  <a:lnTo>
                    <a:pt x="109349" y="497139"/>
                  </a:lnTo>
                  <a:lnTo>
                    <a:pt x="110206" y="502013"/>
                  </a:lnTo>
                  <a:lnTo>
                    <a:pt x="111431" y="506887"/>
                  </a:lnTo>
                  <a:lnTo>
                    <a:pt x="113148" y="511760"/>
                  </a:lnTo>
                  <a:lnTo>
                    <a:pt x="115493" y="516634"/>
                  </a:lnTo>
                  <a:lnTo>
                    <a:pt x="118601" y="521508"/>
                  </a:lnTo>
                  <a:lnTo>
                    <a:pt x="122589" y="526382"/>
                  </a:lnTo>
                  <a:lnTo>
                    <a:pt x="127538" y="531256"/>
                  </a:lnTo>
                  <a:lnTo>
                    <a:pt x="133473" y="536130"/>
                  </a:lnTo>
                  <a:lnTo>
                    <a:pt x="140339" y="541004"/>
                  </a:lnTo>
                  <a:lnTo>
                    <a:pt x="147994" y="545878"/>
                  </a:lnTo>
                  <a:lnTo>
                    <a:pt x="156198" y="550752"/>
                  </a:lnTo>
                  <a:lnTo>
                    <a:pt x="164618" y="555626"/>
                  </a:lnTo>
                  <a:lnTo>
                    <a:pt x="172850" y="560500"/>
                  </a:lnTo>
                  <a:lnTo>
                    <a:pt x="180444" y="565373"/>
                  </a:lnTo>
                  <a:lnTo>
                    <a:pt x="186943" y="570247"/>
                  </a:lnTo>
                  <a:lnTo>
                    <a:pt x="191931" y="575121"/>
                  </a:lnTo>
                  <a:lnTo>
                    <a:pt x="195069" y="579995"/>
                  </a:lnTo>
                  <a:lnTo>
                    <a:pt x="196140" y="584869"/>
                  </a:lnTo>
                  <a:lnTo>
                    <a:pt x="196140" y="584869"/>
                  </a:lnTo>
                  <a:close/>
                </a:path>
              </a:pathLst>
            </a:custGeom>
            <a:solidFill>
              <a:srgbClr val="A57948">
                <a:alpha val="12000"/>
              </a:srgbClr>
            </a:solidFill>
            <a:ln w="6985">
              <a:solidFill>
                <a:srgbClr val="A57948">
                  <a:alpha val="12000"/>
                </a:srgbClr>
              </a:solidFill>
              <a:prstDash val="solid"/>
            </a:ln>
          </p:spPr>
        </p:sp>
        <p:sp>
          <p:nvSpPr>
            <p:cNvPr id="1030" name="03_assume_matched_1029">
              <a:extLst>
                <a:ext uri="{FF2B5EF4-FFF2-40B4-BE49-F238E27FC236}">
                  <a16:creationId xmlns:a16="http://schemas.microsoft.com/office/drawing/2014/main" id="{63D398FF-86E9-4EB9-8788-4A098F8A7EAA}"/>
                </a:ext>
              </a:extLst>
            </p:cNvPr>
            <p:cNvSpPr>
              <a:spLocks/>
            </p:cNvSpPr>
            <p:nvPr/>
          </p:nvSpPr>
          <p:spPr>
            <a:xfrm>
              <a:off x="5274723" y="2550244"/>
              <a:ext cx="196140" cy="584869"/>
            </a:xfrm>
            <a:custGeom>
              <a:avLst/>
              <a:gdLst/>
              <a:ahLst/>
              <a:cxnLst/>
              <a:rect l="0" t="0" r="0" b="0"/>
              <a:pathLst>
                <a:path w="196140" h="584869">
                  <a:moveTo>
                    <a:pt x="183790" y="584869"/>
                  </a:moveTo>
                  <a:lnTo>
                    <a:pt x="12350" y="584869"/>
                  </a:lnTo>
                  <a:lnTo>
                    <a:pt x="13287" y="579995"/>
                  </a:lnTo>
                  <a:lnTo>
                    <a:pt x="16031" y="575121"/>
                  </a:lnTo>
                  <a:lnTo>
                    <a:pt x="20394" y="570247"/>
                  </a:lnTo>
                  <a:lnTo>
                    <a:pt x="26081" y="565373"/>
                  </a:lnTo>
                  <a:lnTo>
                    <a:pt x="32730" y="560500"/>
                  </a:lnTo>
                  <a:lnTo>
                    <a:pt x="39944" y="555626"/>
                  </a:lnTo>
                  <a:lnTo>
                    <a:pt x="47332" y="550752"/>
                  </a:lnTo>
                  <a:lnTo>
                    <a:pt x="54544" y="545878"/>
                  </a:lnTo>
                  <a:lnTo>
                    <a:pt x="61290" y="541004"/>
                  </a:lnTo>
                  <a:lnTo>
                    <a:pt x="67363" y="536130"/>
                  </a:lnTo>
                  <a:lnTo>
                    <a:pt x="72640" y="531256"/>
                  </a:lnTo>
                  <a:lnTo>
                    <a:pt x="77072" y="526382"/>
                  </a:lnTo>
                  <a:lnTo>
                    <a:pt x="80679" y="521508"/>
                  </a:lnTo>
                  <a:lnTo>
                    <a:pt x="83530" y="516634"/>
                  </a:lnTo>
                  <a:lnTo>
                    <a:pt x="85724" y="511760"/>
                  </a:lnTo>
                  <a:lnTo>
                    <a:pt x="87373" y="506887"/>
                  </a:lnTo>
                  <a:lnTo>
                    <a:pt x="88592" y="502013"/>
                  </a:lnTo>
                  <a:lnTo>
                    <a:pt x="89483" y="497139"/>
                  </a:lnTo>
                  <a:lnTo>
                    <a:pt x="90134" y="492265"/>
                  </a:lnTo>
                  <a:lnTo>
                    <a:pt x="90612" y="487391"/>
                  </a:lnTo>
                  <a:lnTo>
                    <a:pt x="90968" y="482517"/>
                  </a:lnTo>
                  <a:lnTo>
                    <a:pt x="91232" y="477643"/>
                  </a:lnTo>
                  <a:lnTo>
                    <a:pt x="91425" y="472769"/>
                  </a:lnTo>
                  <a:lnTo>
                    <a:pt x="91553" y="467895"/>
                  </a:lnTo>
                  <a:lnTo>
                    <a:pt x="91619" y="463021"/>
                  </a:lnTo>
                  <a:lnTo>
                    <a:pt x="91623" y="458147"/>
                  </a:lnTo>
                  <a:lnTo>
                    <a:pt x="91560" y="453274"/>
                  </a:lnTo>
                  <a:lnTo>
                    <a:pt x="91429" y="448400"/>
                  </a:lnTo>
                  <a:lnTo>
                    <a:pt x="91231" y="443526"/>
                  </a:lnTo>
                  <a:lnTo>
                    <a:pt x="90969" y="438652"/>
                  </a:lnTo>
                  <a:lnTo>
                    <a:pt x="90652" y="433778"/>
                  </a:lnTo>
                  <a:lnTo>
                    <a:pt x="90291" y="428904"/>
                  </a:lnTo>
                  <a:lnTo>
                    <a:pt x="89903" y="424030"/>
                  </a:lnTo>
                  <a:lnTo>
                    <a:pt x="89510" y="419156"/>
                  </a:lnTo>
                  <a:lnTo>
                    <a:pt x="89137" y="414282"/>
                  </a:lnTo>
                  <a:lnTo>
                    <a:pt x="88809" y="409408"/>
                  </a:lnTo>
                  <a:lnTo>
                    <a:pt x="88554" y="404534"/>
                  </a:lnTo>
                  <a:lnTo>
                    <a:pt x="88394" y="399661"/>
                  </a:lnTo>
                  <a:lnTo>
                    <a:pt x="88349" y="394787"/>
                  </a:lnTo>
                  <a:lnTo>
                    <a:pt x="88429" y="389913"/>
                  </a:lnTo>
                  <a:lnTo>
                    <a:pt x="88635" y="385039"/>
                  </a:lnTo>
                  <a:lnTo>
                    <a:pt x="88958" y="380165"/>
                  </a:lnTo>
                  <a:lnTo>
                    <a:pt x="89382" y="375291"/>
                  </a:lnTo>
                  <a:lnTo>
                    <a:pt x="89880" y="370417"/>
                  </a:lnTo>
                  <a:lnTo>
                    <a:pt x="90424" y="365543"/>
                  </a:lnTo>
                  <a:lnTo>
                    <a:pt x="90980" y="360669"/>
                  </a:lnTo>
                  <a:lnTo>
                    <a:pt x="91520" y="355795"/>
                  </a:lnTo>
                  <a:lnTo>
                    <a:pt x="92017" y="350921"/>
                  </a:lnTo>
                  <a:lnTo>
                    <a:pt x="92451" y="346048"/>
                  </a:lnTo>
                  <a:lnTo>
                    <a:pt x="92810" y="341174"/>
                  </a:lnTo>
                  <a:lnTo>
                    <a:pt x="93091" y="336300"/>
                  </a:lnTo>
                  <a:lnTo>
                    <a:pt x="93296" y="331426"/>
                  </a:lnTo>
                  <a:lnTo>
                    <a:pt x="93436" y="326552"/>
                  </a:lnTo>
                  <a:lnTo>
                    <a:pt x="93525" y="321678"/>
                  </a:lnTo>
                  <a:lnTo>
                    <a:pt x="93582" y="316804"/>
                  </a:lnTo>
                  <a:lnTo>
                    <a:pt x="93624" y="311930"/>
                  </a:lnTo>
                  <a:lnTo>
                    <a:pt x="93670" y="307056"/>
                  </a:lnTo>
                  <a:lnTo>
                    <a:pt x="93735" y="302182"/>
                  </a:lnTo>
                  <a:lnTo>
                    <a:pt x="93832" y="297308"/>
                  </a:lnTo>
                  <a:lnTo>
                    <a:pt x="93966" y="292435"/>
                  </a:lnTo>
                  <a:lnTo>
                    <a:pt x="94138" y="287561"/>
                  </a:lnTo>
                  <a:lnTo>
                    <a:pt x="94344" y="282687"/>
                  </a:lnTo>
                  <a:lnTo>
                    <a:pt x="94573" y="277813"/>
                  </a:lnTo>
                  <a:lnTo>
                    <a:pt x="94811" y="272939"/>
                  </a:lnTo>
                  <a:lnTo>
                    <a:pt x="95039" y="268065"/>
                  </a:lnTo>
                  <a:lnTo>
                    <a:pt x="95238" y="263191"/>
                  </a:lnTo>
                  <a:lnTo>
                    <a:pt x="95389" y="258317"/>
                  </a:lnTo>
                  <a:lnTo>
                    <a:pt x="95474" y="253443"/>
                  </a:lnTo>
                  <a:lnTo>
                    <a:pt x="95479" y="248569"/>
                  </a:lnTo>
                  <a:lnTo>
                    <a:pt x="95396" y="243695"/>
                  </a:lnTo>
                  <a:lnTo>
                    <a:pt x="95222" y="238822"/>
                  </a:lnTo>
                  <a:lnTo>
                    <a:pt x="94960" y="233948"/>
                  </a:lnTo>
                  <a:lnTo>
                    <a:pt x="94620" y="229074"/>
                  </a:lnTo>
                  <a:lnTo>
                    <a:pt x="94216" y="224200"/>
                  </a:lnTo>
                  <a:lnTo>
                    <a:pt x="93767" y="219326"/>
                  </a:lnTo>
                  <a:lnTo>
                    <a:pt x="93293" y="214452"/>
                  </a:lnTo>
                  <a:lnTo>
                    <a:pt x="92815" y="209578"/>
                  </a:lnTo>
                  <a:lnTo>
                    <a:pt x="92354" y="204704"/>
                  </a:lnTo>
                  <a:lnTo>
                    <a:pt x="91925" y="199830"/>
                  </a:lnTo>
                  <a:lnTo>
                    <a:pt x="91542" y="194956"/>
                  </a:lnTo>
                  <a:lnTo>
                    <a:pt x="91212" y="190082"/>
                  </a:lnTo>
                  <a:lnTo>
                    <a:pt x="90942" y="185209"/>
                  </a:lnTo>
                  <a:lnTo>
                    <a:pt x="90731" y="180335"/>
                  </a:lnTo>
                  <a:lnTo>
                    <a:pt x="90580" y="175461"/>
                  </a:lnTo>
                  <a:lnTo>
                    <a:pt x="90486" y="170587"/>
                  </a:lnTo>
                  <a:lnTo>
                    <a:pt x="90448" y="165713"/>
                  </a:lnTo>
                  <a:lnTo>
                    <a:pt x="90465" y="160839"/>
                  </a:lnTo>
                  <a:lnTo>
                    <a:pt x="90537" y="155965"/>
                  </a:lnTo>
                  <a:lnTo>
                    <a:pt x="90666" y="151091"/>
                  </a:lnTo>
                  <a:lnTo>
                    <a:pt x="90850" y="146217"/>
                  </a:lnTo>
                  <a:lnTo>
                    <a:pt x="91090" y="141343"/>
                  </a:lnTo>
                  <a:lnTo>
                    <a:pt x="91382" y="136469"/>
                  </a:lnTo>
                  <a:lnTo>
                    <a:pt x="91720" y="131596"/>
                  </a:lnTo>
                  <a:lnTo>
                    <a:pt x="92094" y="126722"/>
                  </a:lnTo>
                  <a:lnTo>
                    <a:pt x="92490" y="121848"/>
                  </a:lnTo>
                  <a:lnTo>
                    <a:pt x="92888" y="116974"/>
                  </a:lnTo>
                  <a:lnTo>
                    <a:pt x="93264" y="112100"/>
                  </a:lnTo>
                  <a:lnTo>
                    <a:pt x="93587" y="107226"/>
                  </a:lnTo>
                  <a:lnTo>
                    <a:pt x="93815" y="102352"/>
                  </a:lnTo>
                  <a:lnTo>
                    <a:pt x="93897" y="97478"/>
                  </a:lnTo>
                  <a:lnTo>
                    <a:pt x="93769" y="92604"/>
                  </a:lnTo>
                  <a:lnTo>
                    <a:pt x="93351" y="87730"/>
                  </a:lnTo>
                  <a:lnTo>
                    <a:pt x="92548" y="82856"/>
                  </a:lnTo>
                  <a:lnTo>
                    <a:pt x="91247" y="77983"/>
                  </a:lnTo>
                  <a:lnTo>
                    <a:pt x="89327" y="73109"/>
                  </a:lnTo>
                  <a:lnTo>
                    <a:pt x="86661" y="68235"/>
                  </a:lnTo>
                  <a:lnTo>
                    <a:pt x="83129" y="63361"/>
                  </a:lnTo>
                  <a:lnTo>
                    <a:pt x="78633" y="58487"/>
                  </a:lnTo>
                  <a:lnTo>
                    <a:pt x="73115" y="53613"/>
                  </a:lnTo>
                  <a:lnTo>
                    <a:pt x="66576" y="48739"/>
                  </a:lnTo>
                  <a:lnTo>
                    <a:pt x="59093" y="43865"/>
                  </a:lnTo>
                  <a:lnTo>
                    <a:pt x="50832" y="38991"/>
                  </a:lnTo>
                  <a:lnTo>
                    <a:pt x="42053" y="34117"/>
                  </a:lnTo>
                  <a:lnTo>
                    <a:pt x="33105" y="29243"/>
                  </a:lnTo>
                  <a:lnTo>
                    <a:pt x="24407" y="24370"/>
                  </a:lnTo>
                  <a:lnTo>
                    <a:pt x="16420" y="19496"/>
                  </a:lnTo>
                  <a:lnTo>
                    <a:pt x="9608" y="14622"/>
                  </a:lnTo>
                  <a:lnTo>
                    <a:pt x="4393" y="9748"/>
                  </a:lnTo>
                  <a:lnTo>
                    <a:pt x="1117" y="4874"/>
                  </a:lnTo>
                  <a:lnTo>
                    <a:pt x="0" y="0"/>
                  </a:lnTo>
                  <a:lnTo>
                    <a:pt x="196140" y="0"/>
                  </a:lnTo>
                  <a:lnTo>
                    <a:pt x="196140" y="0"/>
                  </a:lnTo>
                  <a:lnTo>
                    <a:pt x="195023" y="4874"/>
                  </a:lnTo>
                  <a:lnTo>
                    <a:pt x="191747" y="9748"/>
                  </a:lnTo>
                  <a:lnTo>
                    <a:pt x="186533" y="14622"/>
                  </a:lnTo>
                  <a:lnTo>
                    <a:pt x="179720" y="19496"/>
                  </a:lnTo>
                  <a:lnTo>
                    <a:pt x="171733" y="24370"/>
                  </a:lnTo>
                  <a:lnTo>
                    <a:pt x="163035" y="29243"/>
                  </a:lnTo>
                  <a:lnTo>
                    <a:pt x="154087" y="34117"/>
                  </a:lnTo>
                  <a:lnTo>
                    <a:pt x="145308" y="38991"/>
                  </a:lnTo>
                  <a:lnTo>
                    <a:pt x="137047" y="43865"/>
                  </a:lnTo>
                  <a:lnTo>
                    <a:pt x="129564" y="48739"/>
                  </a:lnTo>
                  <a:lnTo>
                    <a:pt x="123025" y="53613"/>
                  </a:lnTo>
                  <a:lnTo>
                    <a:pt x="117507" y="58487"/>
                  </a:lnTo>
                  <a:lnTo>
                    <a:pt x="113012" y="63361"/>
                  </a:lnTo>
                  <a:lnTo>
                    <a:pt x="109480" y="68235"/>
                  </a:lnTo>
                  <a:lnTo>
                    <a:pt x="106813" y="73109"/>
                  </a:lnTo>
                  <a:lnTo>
                    <a:pt x="104893" y="77983"/>
                  </a:lnTo>
                  <a:lnTo>
                    <a:pt x="103593" y="82856"/>
                  </a:lnTo>
                  <a:lnTo>
                    <a:pt x="102789" y="87730"/>
                  </a:lnTo>
                  <a:lnTo>
                    <a:pt x="102371" y="92604"/>
                  </a:lnTo>
                  <a:lnTo>
                    <a:pt x="102243" y="97478"/>
                  </a:lnTo>
                  <a:lnTo>
                    <a:pt x="102326" y="102352"/>
                  </a:lnTo>
                  <a:lnTo>
                    <a:pt x="102554" y="107226"/>
                  </a:lnTo>
                  <a:lnTo>
                    <a:pt x="102876" y="112100"/>
                  </a:lnTo>
                  <a:lnTo>
                    <a:pt x="103252" y="116974"/>
                  </a:lnTo>
                  <a:lnTo>
                    <a:pt x="103651" y="121848"/>
                  </a:lnTo>
                  <a:lnTo>
                    <a:pt x="104046" y="126722"/>
                  </a:lnTo>
                  <a:lnTo>
                    <a:pt x="104420" y="131596"/>
                  </a:lnTo>
                  <a:lnTo>
                    <a:pt x="104758" y="136469"/>
                  </a:lnTo>
                  <a:lnTo>
                    <a:pt x="105050" y="141343"/>
                  </a:lnTo>
                  <a:lnTo>
                    <a:pt x="105290" y="146217"/>
                  </a:lnTo>
                  <a:lnTo>
                    <a:pt x="105475" y="151091"/>
                  </a:lnTo>
                  <a:lnTo>
                    <a:pt x="105603" y="155965"/>
                  </a:lnTo>
                  <a:lnTo>
                    <a:pt x="105676" y="160839"/>
                  </a:lnTo>
                  <a:lnTo>
                    <a:pt x="105693" y="165713"/>
                  </a:lnTo>
                  <a:lnTo>
                    <a:pt x="105655" y="170587"/>
                  </a:lnTo>
                  <a:lnTo>
                    <a:pt x="105561" y="175461"/>
                  </a:lnTo>
                  <a:lnTo>
                    <a:pt x="105409" y="180335"/>
                  </a:lnTo>
                  <a:lnTo>
                    <a:pt x="105198" y="185209"/>
                  </a:lnTo>
                  <a:lnTo>
                    <a:pt x="104928" y="190082"/>
                  </a:lnTo>
                  <a:lnTo>
                    <a:pt x="104599" y="194956"/>
                  </a:lnTo>
                  <a:lnTo>
                    <a:pt x="104216" y="199830"/>
                  </a:lnTo>
                  <a:lnTo>
                    <a:pt x="103787" y="204704"/>
                  </a:lnTo>
                  <a:lnTo>
                    <a:pt x="103325" y="209578"/>
                  </a:lnTo>
                  <a:lnTo>
                    <a:pt x="102848" y="214452"/>
                  </a:lnTo>
                  <a:lnTo>
                    <a:pt x="102374" y="219326"/>
                  </a:lnTo>
                  <a:lnTo>
                    <a:pt x="101924" y="224200"/>
                  </a:lnTo>
                  <a:lnTo>
                    <a:pt x="101520" y="229074"/>
                  </a:lnTo>
                  <a:lnTo>
                    <a:pt x="101180" y="233948"/>
                  </a:lnTo>
                  <a:lnTo>
                    <a:pt x="100918" y="238822"/>
                  </a:lnTo>
                  <a:lnTo>
                    <a:pt x="100744" y="243695"/>
                  </a:lnTo>
                  <a:lnTo>
                    <a:pt x="100662" y="248569"/>
                  </a:lnTo>
                  <a:lnTo>
                    <a:pt x="100667" y="253443"/>
                  </a:lnTo>
                  <a:lnTo>
                    <a:pt x="100752" y="258317"/>
                  </a:lnTo>
                  <a:lnTo>
                    <a:pt x="100902" y="263191"/>
                  </a:lnTo>
                  <a:lnTo>
                    <a:pt x="101101" y="268065"/>
                  </a:lnTo>
                  <a:lnTo>
                    <a:pt x="101329" y="272939"/>
                  </a:lnTo>
                  <a:lnTo>
                    <a:pt x="101567" y="277813"/>
                  </a:lnTo>
                  <a:lnTo>
                    <a:pt x="101796" y="282687"/>
                  </a:lnTo>
                  <a:lnTo>
                    <a:pt x="102002" y="287561"/>
                  </a:lnTo>
                  <a:lnTo>
                    <a:pt x="102175" y="292435"/>
                  </a:lnTo>
                  <a:lnTo>
                    <a:pt x="102309" y="297308"/>
                  </a:lnTo>
                  <a:lnTo>
                    <a:pt x="102405" y="302182"/>
                  </a:lnTo>
                  <a:lnTo>
                    <a:pt x="102471" y="307056"/>
                  </a:lnTo>
                  <a:lnTo>
                    <a:pt x="102517" y="311930"/>
                  </a:lnTo>
                  <a:lnTo>
                    <a:pt x="102559" y="316804"/>
                  </a:lnTo>
                  <a:lnTo>
                    <a:pt x="102615" y="321678"/>
                  </a:lnTo>
                  <a:lnTo>
                    <a:pt x="102704" y="326552"/>
                  </a:lnTo>
                  <a:lnTo>
                    <a:pt x="102844" y="331426"/>
                  </a:lnTo>
                  <a:lnTo>
                    <a:pt x="103050" y="336300"/>
                  </a:lnTo>
                  <a:lnTo>
                    <a:pt x="103330" y="341174"/>
                  </a:lnTo>
                  <a:lnTo>
                    <a:pt x="103689" y="346048"/>
                  </a:lnTo>
                  <a:lnTo>
                    <a:pt x="104124" y="350921"/>
                  </a:lnTo>
                  <a:lnTo>
                    <a:pt x="104620" y="355795"/>
                  </a:lnTo>
                  <a:lnTo>
                    <a:pt x="105160" y="360669"/>
                  </a:lnTo>
                  <a:lnTo>
                    <a:pt x="105717" y="365543"/>
                  </a:lnTo>
                  <a:lnTo>
                    <a:pt x="106260" y="370417"/>
                  </a:lnTo>
                  <a:lnTo>
                    <a:pt x="106759" y="375291"/>
                  </a:lnTo>
                  <a:lnTo>
                    <a:pt x="107182" y="380165"/>
                  </a:lnTo>
                  <a:lnTo>
                    <a:pt x="107506" y="385039"/>
                  </a:lnTo>
                  <a:lnTo>
                    <a:pt x="107712" y="389913"/>
                  </a:lnTo>
                  <a:lnTo>
                    <a:pt x="107791" y="394787"/>
                  </a:lnTo>
                  <a:lnTo>
                    <a:pt x="107746" y="399661"/>
                  </a:lnTo>
                  <a:lnTo>
                    <a:pt x="107587" y="404534"/>
                  </a:lnTo>
                  <a:lnTo>
                    <a:pt x="107331" y="409408"/>
                  </a:lnTo>
                  <a:lnTo>
                    <a:pt x="107004" y="414282"/>
                  </a:lnTo>
                  <a:lnTo>
                    <a:pt x="106630" y="419156"/>
                  </a:lnTo>
                  <a:lnTo>
                    <a:pt x="106237" y="424030"/>
                  </a:lnTo>
                  <a:lnTo>
                    <a:pt x="105849" y="428904"/>
                  </a:lnTo>
                  <a:lnTo>
                    <a:pt x="105488" y="433778"/>
                  </a:lnTo>
                  <a:lnTo>
                    <a:pt x="105171" y="438652"/>
                  </a:lnTo>
                  <a:lnTo>
                    <a:pt x="104909" y="443526"/>
                  </a:lnTo>
                  <a:lnTo>
                    <a:pt x="104711" y="448400"/>
                  </a:lnTo>
                  <a:lnTo>
                    <a:pt x="104581" y="453274"/>
                  </a:lnTo>
                  <a:lnTo>
                    <a:pt x="104518" y="458147"/>
                  </a:lnTo>
                  <a:lnTo>
                    <a:pt x="104521" y="463021"/>
                  </a:lnTo>
                  <a:lnTo>
                    <a:pt x="104587" y="467895"/>
                  </a:lnTo>
                  <a:lnTo>
                    <a:pt x="104716" y="472769"/>
                  </a:lnTo>
                  <a:lnTo>
                    <a:pt x="104908" y="477643"/>
                  </a:lnTo>
                  <a:lnTo>
                    <a:pt x="105173" y="482517"/>
                  </a:lnTo>
                  <a:lnTo>
                    <a:pt x="105528" y="487391"/>
                  </a:lnTo>
                  <a:lnTo>
                    <a:pt x="106007" y="492265"/>
                  </a:lnTo>
                  <a:lnTo>
                    <a:pt x="106658" y="497139"/>
                  </a:lnTo>
                  <a:lnTo>
                    <a:pt x="107549" y="502013"/>
                  </a:lnTo>
                  <a:lnTo>
                    <a:pt x="108767" y="506887"/>
                  </a:lnTo>
                  <a:lnTo>
                    <a:pt x="110417" y="511760"/>
                  </a:lnTo>
                  <a:lnTo>
                    <a:pt x="112610" y="516634"/>
                  </a:lnTo>
                  <a:lnTo>
                    <a:pt x="115461" y="521508"/>
                  </a:lnTo>
                  <a:lnTo>
                    <a:pt x="119069" y="526382"/>
                  </a:lnTo>
                  <a:lnTo>
                    <a:pt x="123501" y="531256"/>
                  </a:lnTo>
                  <a:lnTo>
                    <a:pt x="128777" y="536130"/>
                  </a:lnTo>
                  <a:lnTo>
                    <a:pt x="134850" y="541004"/>
                  </a:lnTo>
                  <a:lnTo>
                    <a:pt x="141597" y="545878"/>
                  </a:lnTo>
                  <a:lnTo>
                    <a:pt x="148808" y="550752"/>
                  </a:lnTo>
                  <a:lnTo>
                    <a:pt x="156197" y="555626"/>
                  </a:lnTo>
                  <a:lnTo>
                    <a:pt x="163411" y="560500"/>
                  </a:lnTo>
                  <a:lnTo>
                    <a:pt x="170060" y="565373"/>
                  </a:lnTo>
                  <a:lnTo>
                    <a:pt x="175747" y="570247"/>
                  </a:lnTo>
                  <a:lnTo>
                    <a:pt x="180109" y="575121"/>
                  </a:lnTo>
                  <a:lnTo>
                    <a:pt x="182854" y="579995"/>
                  </a:lnTo>
                  <a:lnTo>
                    <a:pt x="183790" y="584869"/>
                  </a:lnTo>
                  <a:lnTo>
                    <a:pt x="183790" y="584869"/>
                  </a:lnTo>
                  <a:close/>
                </a:path>
              </a:pathLst>
            </a:custGeom>
            <a:solidFill>
              <a:srgbClr val="A57948">
                <a:alpha val="12000"/>
              </a:srgbClr>
            </a:solidFill>
            <a:ln w="6985">
              <a:solidFill>
                <a:srgbClr val="A57948">
                  <a:alpha val="12000"/>
                </a:srgbClr>
              </a:solidFill>
              <a:prstDash val="solid"/>
            </a:ln>
          </p:spPr>
        </p:sp>
        <p:sp>
          <p:nvSpPr>
            <p:cNvPr id="1031" name="03_assume_matched_1030">
              <a:extLst>
                <a:ext uri="{FF2B5EF4-FFF2-40B4-BE49-F238E27FC236}">
                  <a16:creationId xmlns:a16="http://schemas.microsoft.com/office/drawing/2014/main" id="{631B998F-313D-4E6D-8C19-5F74DB7C2F83}"/>
                </a:ext>
              </a:extLst>
            </p:cNvPr>
            <p:cNvSpPr>
              <a:spLocks/>
            </p:cNvSpPr>
            <p:nvPr/>
          </p:nvSpPr>
          <p:spPr>
            <a:xfrm>
              <a:off x="6029109" y="2550244"/>
              <a:ext cx="196140" cy="584869"/>
            </a:xfrm>
            <a:custGeom>
              <a:avLst/>
              <a:gdLst/>
              <a:ahLst/>
              <a:cxnLst/>
              <a:rect l="0" t="0" r="0" b="0"/>
              <a:pathLst>
                <a:path w="196140" h="584869">
                  <a:moveTo>
                    <a:pt x="183761" y="584869"/>
                  </a:moveTo>
                  <a:lnTo>
                    <a:pt x="12379" y="584869"/>
                  </a:lnTo>
                  <a:lnTo>
                    <a:pt x="13315" y="579995"/>
                  </a:lnTo>
                  <a:lnTo>
                    <a:pt x="16059" y="575121"/>
                  </a:lnTo>
                  <a:lnTo>
                    <a:pt x="20420" y="570247"/>
                  </a:lnTo>
                  <a:lnTo>
                    <a:pt x="26105" y="565373"/>
                  </a:lnTo>
                  <a:lnTo>
                    <a:pt x="32752" y="560500"/>
                  </a:lnTo>
                  <a:lnTo>
                    <a:pt x="39963" y="555626"/>
                  </a:lnTo>
                  <a:lnTo>
                    <a:pt x="47350" y="550752"/>
                  </a:lnTo>
                  <a:lnTo>
                    <a:pt x="54558" y="545878"/>
                  </a:lnTo>
                  <a:lnTo>
                    <a:pt x="61302" y="541004"/>
                  </a:lnTo>
                  <a:lnTo>
                    <a:pt x="67374" y="536130"/>
                  </a:lnTo>
                  <a:lnTo>
                    <a:pt x="72648" y="531256"/>
                  </a:lnTo>
                  <a:lnTo>
                    <a:pt x="77079" y="526382"/>
                  </a:lnTo>
                  <a:lnTo>
                    <a:pt x="80685" y="521508"/>
                  </a:lnTo>
                  <a:lnTo>
                    <a:pt x="83535" y="516634"/>
                  </a:lnTo>
                  <a:lnTo>
                    <a:pt x="85728" y="511760"/>
                  </a:lnTo>
                  <a:lnTo>
                    <a:pt x="87377" y="506887"/>
                  </a:lnTo>
                  <a:lnTo>
                    <a:pt x="88595" y="502013"/>
                  </a:lnTo>
                  <a:lnTo>
                    <a:pt x="89486" y="497139"/>
                  </a:lnTo>
                  <a:lnTo>
                    <a:pt x="90136" y="492265"/>
                  </a:lnTo>
                  <a:lnTo>
                    <a:pt x="90615" y="487391"/>
                  </a:lnTo>
                  <a:lnTo>
                    <a:pt x="90970" y="482517"/>
                  </a:lnTo>
                  <a:lnTo>
                    <a:pt x="91235" y="477643"/>
                  </a:lnTo>
                  <a:lnTo>
                    <a:pt x="91427" y="472769"/>
                  </a:lnTo>
                  <a:lnTo>
                    <a:pt x="91555" y="467895"/>
                  </a:lnTo>
                  <a:lnTo>
                    <a:pt x="91622" y="463021"/>
                  </a:lnTo>
                  <a:lnTo>
                    <a:pt x="91625" y="458147"/>
                  </a:lnTo>
                  <a:lnTo>
                    <a:pt x="91562" y="453274"/>
                  </a:lnTo>
                  <a:lnTo>
                    <a:pt x="91431" y="448400"/>
                  </a:lnTo>
                  <a:lnTo>
                    <a:pt x="91233" y="443526"/>
                  </a:lnTo>
                  <a:lnTo>
                    <a:pt x="90972" y="438652"/>
                  </a:lnTo>
                  <a:lnTo>
                    <a:pt x="90654" y="433778"/>
                  </a:lnTo>
                  <a:lnTo>
                    <a:pt x="90294" y="428904"/>
                  </a:lnTo>
                  <a:lnTo>
                    <a:pt x="89906" y="424030"/>
                  </a:lnTo>
                  <a:lnTo>
                    <a:pt x="89513" y="419156"/>
                  </a:lnTo>
                  <a:lnTo>
                    <a:pt x="89140" y="414282"/>
                  </a:lnTo>
                  <a:lnTo>
                    <a:pt x="88812" y="409408"/>
                  </a:lnTo>
                  <a:lnTo>
                    <a:pt x="88557" y="404534"/>
                  </a:lnTo>
                  <a:lnTo>
                    <a:pt x="88397" y="399661"/>
                  </a:lnTo>
                  <a:lnTo>
                    <a:pt x="88352" y="394787"/>
                  </a:lnTo>
                  <a:lnTo>
                    <a:pt x="88432" y="389913"/>
                  </a:lnTo>
                  <a:lnTo>
                    <a:pt x="88638" y="385039"/>
                  </a:lnTo>
                  <a:lnTo>
                    <a:pt x="88961" y="380165"/>
                  </a:lnTo>
                  <a:lnTo>
                    <a:pt x="89385" y="375291"/>
                  </a:lnTo>
                  <a:lnTo>
                    <a:pt x="89883" y="370417"/>
                  </a:lnTo>
                  <a:lnTo>
                    <a:pt x="90426" y="365543"/>
                  </a:lnTo>
                  <a:lnTo>
                    <a:pt x="90983" y="360669"/>
                  </a:lnTo>
                  <a:lnTo>
                    <a:pt x="91522" y="355795"/>
                  </a:lnTo>
                  <a:lnTo>
                    <a:pt x="92019" y="350921"/>
                  </a:lnTo>
                  <a:lnTo>
                    <a:pt x="92453" y="346048"/>
                  </a:lnTo>
                  <a:lnTo>
                    <a:pt x="92812" y="341174"/>
                  </a:lnTo>
                  <a:lnTo>
                    <a:pt x="93093" y="336300"/>
                  </a:lnTo>
                  <a:lnTo>
                    <a:pt x="93298" y="331426"/>
                  </a:lnTo>
                  <a:lnTo>
                    <a:pt x="93438" y="326552"/>
                  </a:lnTo>
                  <a:lnTo>
                    <a:pt x="93527" y="321678"/>
                  </a:lnTo>
                  <a:lnTo>
                    <a:pt x="93584" y="316804"/>
                  </a:lnTo>
                  <a:lnTo>
                    <a:pt x="93627" y="311930"/>
                  </a:lnTo>
                  <a:lnTo>
                    <a:pt x="93675" y="307056"/>
                  </a:lnTo>
                  <a:lnTo>
                    <a:pt x="93743" y="302182"/>
                  </a:lnTo>
                  <a:lnTo>
                    <a:pt x="93843" y="297308"/>
                  </a:lnTo>
                  <a:lnTo>
                    <a:pt x="93984" y="292435"/>
                  </a:lnTo>
                  <a:lnTo>
                    <a:pt x="94165" y="287561"/>
                  </a:lnTo>
                  <a:lnTo>
                    <a:pt x="94385" y="282687"/>
                  </a:lnTo>
                  <a:lnTo>
                    <a:pt x="94634" y="277813"/>
                  </a:lnTo>
                  <a:lnTo>
                    <a:pt x="94899" y="272939"/>
                  </a:lnTo>
                  <a:lnTo>
                    <a:pt x="95164" y="268065"/>
                  </a:lnTo>
                  <a:lnTo>
                    <a:pt x="95411" y="263191"/>
                  </a:lnTo>
                  <a:lnTo>
                    <a:pt x="95624" y="258317"/>
                  </a:lnTo>
                  <a:lnTo>
                    <a:pt x="95787" y="253443"/>
                  </a:lnTo>
                  <a:lnTo>
                    <a:pt x="95887" y="248569"/>
                  </a:lnTo>
                  <a:lnTo>
                    <a:pt x="95915" y="243695"/>
                  </a:lnTo>
                  <a:lnTo>
                    <a:pt x="95867" y="238822"/>
                  </a:lnTo>
                  <a:lnTo>
                    <a:pt x="95745" y="233948"/>
                  </a:lnTo>
                  <a:lnTo>
                    <a:pt x="95552" y="229074"/>
                  </a:lnTo>
                  <a:lnTo>
                    <a:pt x="95297" y="224200"/>
                  </a:lnTo>
                  <a:lnTo>
                    <a:pt x="94993" y="219326"/>
                  </a:lnTo>
                  <a:lnTo>
                    <a:pt x="94652" y="214452"/>
                  </a:lnTo>
                  <a:lnTo>
                    <a:pt x="94286" y="209578"/>
                  </a:lnTo>
                  <a:lnTo>
                    <a:pt x="93910" y="204704"/>
                  </a:lnTo>
                  <a:lnTo>
                    <a:pt x="93532" y="199830"/>
                  </a:lnTo>
                  <a:lnTo>
                    <a:pt x="93161" y="194956"/>
                  </a:lnTo>
                  <a:lnTo>
                    <a:pt x="92804" y="190082"/>
                  </a:lnTo>
                  <a:lnTo>
                    <a:pt x="92465" y="185209"/>
                  </a:lnTo>
                  <a:lnTo>
                    <a:pt x="92148" y="180335"/>
                  </a:lnTo>
                  <a:lnTo>
                    <a:pt x="91855" y="175461"/>
                  </a:lnTo>
                  <a:lnTo>
                    <a:pt x="91591" y="170587"/>
                  </a:lnTo>
                  <a:lnTo>
                    <a:pt x="91359" y="165713"/>
                  </a:lnTo>
                  <a:lnTo>
                    <a:pt x="91163" y="160839"/>
                  </a:lnTo>
                  <a:lnTo>
                    <a:pt x="91011" y="155965"/>
                  </a:lnTo>
                  <a:lnTo>
                    <a:pt x="90906" y="151091"/>
                  </a:lnTo>
                  <a:lnTo>
                    <a:pt x="90853" y="146217"/>
                  </a:lnTo>
                  <a:lnTo>
                    <a:pt x="90855" y="141343"/>
                  </a:lnTo>
                  <a:lnTo>
                    <a:pt x="90914" y="136469"/>
                  </a:lnTo>
                  <a:lnTo>
                    <a:pt x="91026" y="131596"/>
                  </a:lnTo>
                  <a:lnTo>
                    <a:pt x="91188" y="126722"/>
                  </a:lnTo>
                  <a:lnTo>
                    <a:pt x="91389" y="121848"/>
                  </a:lnTo>
                  <a:lnTo>
                    <a:pt x="91617" y="116974"/>
                  </a:lnTo>
                  <a:lnTo>
                    <a:pt x="91852" y="112100"/>
                  </a:lnTo>
                  <a:lnTo>
                    <a:pt x="92067" y="107226"/>
                  </a:lnTo>
                  <a:lnTo>
                    <a:pt x="92227" y="102352"/>
                  </a:lnTo>
                  <a:lnTo>
                    <a:pt x="92281" y="97478"/>
                  </a:lnTo>
                  <a:lnTo>
                    <a:pt x="92166" y="92604"/>
                  </a:lnTo>
                  <a:lnTo>
                    <a:pt x="91799" y="87730"/>
                  </a:lnTo>
                  <a:lnTo>
                    <a:pt x="91080" y="82856"/>
                  </a:lnTo>
                  <a:lnTo>
                    <a:pt x="89892" y="77983"/>
                  </a:lnTo>
                  <a:lnTo>
                    <a:pt x="88105" y="73109"/>
                  </a:lnTo>
                  <a:lnTo>
                    <a:pt x="85585" y="68235"/>
                  </a:lnTo>
                  <a:lnTo>
                    <a:pt x="82203" y="63361"/>
                  </a:lnTo>
                  <a:lnTo>
                    <a:pt x="77856" y="58487"/>
                  </a:lnTo>
                  <a:lnTo>
                    <a:pt x="72479" y="53613"/>
                  </a:lnTo>
                  <a:lnTo>
                    <a:pt x="66068" y="48739"/>
                  </a:lnTo>
                  <a:lnTo>
                    <a:pt x="58699" y="43865"/>
                  </a:lnTo>
                  <a:lnTo>
                    <a:pt x="50535" y="38991"/>
                  </a:lnTo>
                  <a:lnTo>
                    <a:pt x="41837" y="34117"/>
                  </a:lnTo>
                  <a:lnTo>
                    <a:pt x="32954" y="29243"/>
                  </a:lnTo>
                  <a:lnTo>
                    <a:pt x="24307" y="24370"/>
                  </a:lnTo>
                  <a:lnTo>
                    <a:pt x="16359" y="19496"/>
                  </a:lnTo>
                  <a:lnTo>
                    <a:pt x="9575" y="14622"/>
                  </a:lnTo>
                  <a:lnTo>
                    <a:pt x="4379" y="9748"/>
                  </a:lnTo>
                  <a:lnTo>
                    <a:pt x="1114" y="4874"/>
                  </a:lnTo>
                  <a:lnTo>
                    <a:pt x="0" y="0"/>
                  </a:lnTo>
                  <a:lnTo>
                    <a:pt x="196140" y="0"/>
                  </a:lnTo>
                  <a:lnTo>
                    <a:pt x="196140" y="0"/>
                  </a:lnTo>
                  <a:lnTo>
                    <a:pt x="195026" y="4874"/>
                  </a:lnTo>
                  <a:lnTo>
                    <a:pt x="191761" y="9748"/>
                  </a:lnTo>
                  <a:lnTo>
                    <a:pt x="186566" y="14622"/>
                  </a:lnTo>
                  <a:lnTo>
                    <a:pt x="179781" y="19496"/>
                  </a:lnTo>
                  <a:lnTo>
                    <a:pt x="171833" y="24370"/>
                  </a:lnTo>
                  <a:lnTo>
                    <a:pt x="163186" y="29243"/>
                  </a:lnTo>
                  <a:lnTo>
                    <a:pt x="154303" y="34117"/>
                  </a:lnTo>
                  <a:lnTo>
                    <a:pt x="145605" y="38991"/>
                  </a:lnTo>
                  <a:lnTo>
                    <a:pt x="137441" y="43865"/>
                  </a:lnTo>
                  <a:lnTo>
                    <a:pt x="130072" y="48739"/>
                  </a:lnTo>
                  <a:lnTo>
                    <a:pt x="123661" y="53613"/>
                  </a:lnTo>
                  <a:lnTo>
                    <a:pt x="118284" y="58487"/>
                  </a:lnTo>
                  <a:lnTo>
                    <a:pt x="113937" y="63361"/>
                  </a:lnTo>
                  <a:lnTo>
                    <a:pt x="110556" y="68235"/>
                  </a:lnTo>
                  <a:lnTo>
                    <a:pt x="108035" y="73109"/>
                  </a:lnTo>
                  <a:lnTo>
                    <a:pt x="106249" y="77983"/>
                  </a:lnTo>
                  <a:lnTo>
                    <a:pt x="105061" y="82856"/>
                  </a:lnTo>
                  <a:lnTo>
                    <a:pt x="104342" y="87730"/>
                  </a:lnTo>
                  <a:lnTo>
                    <a:pt x="103974" y="92604"/>
                  </a:lnTo>
                  <a:lnTo>
                    <a:pt x="103859" y="97478"/>
                  </a:lnTo>
                  <a:lnTo>
                    <a:pt x="103913" y="102352"/>
                  </a:lnTo>
                  <a:lnTo>
                    <a:pt x="104073" y="107226"/>
                  </a:lnTo>
                  <a:lnTo>
                    <a:pt x="104289" y="112100"/>
                  </a:lnTo>
                  <a:lnTo>
                    <a:pt x="104524" y="116974"/>
                  </a:lnTo>
                  <a:lnTo>
                    <a:pt x="104751" y="121848"/>
                  </a:lnTo>
                  <a:lnTo>
                    <a:pt x="104953" y="126722"/>
                  </a:lnTo>
                  <a:lnTo>
                    <a:pt x="105114" y="131596"/>
                  </a:lnTo>
                  <a:lnTo>
                    <a:pt x="105226" y="136469"/>
                  </a:lnTo>
                  <a:lnTo>
                    <a:pt x="105285" y="141343"/>
                  </a:lnTo>
                  <a:lnTo>
                    <a:pt x="105288" y="146217"/>
                  </a:lnTo>
                  <a:lnTo>
                    <a:pt x="105235" y="151091"/>
                  </a:lnTo>
                  <a:lnTo>
                    <a:pt x="105130" y="155965"/>
                  </a:lnTo>
                  <a:lnTo>
                    <a:pt x="104977" y="160839"/>
                  </a:lnTo>
                  <a:lnTo>
                    <a:pt x="104782" y="165713"/>
                  </a:lnTo>
                  <a:lnTo>
                    <a:pt x="104549" y="170587"/>
                  </a:lnTo>
                  <a:lnTo>
                    <a:pt x="104285" y="175461"/>
                  </a:lnTo>
                  <a:lnTo>
                    <a:pt x="103992" y="180335"/>
                  </a:lnTo>
                  <a:lnTo>
                    <a:pt x="103675" y="185209"/>
                  </a:lnTo>
                  <a:lnTo>
                    <a:pt x="103336" y="190082"/>
                  </a:lnTo>
                  <a:lnTo>
                    <a:pt x="102979" y="194956"/>
                  </a:lnTo>
                  <a:lnTo>
                    <a:pt x="102609" y="199830"/>
                  </a:lnTo>
                  <a:lnTo>
                    <a:pt x="102231" y="204704"/>
                  </a:lnTo>
                  <a:lnTo>
                    <a:pt x="101854" y="209578"/>
                  </a:lnTo>
                  <a:lnTo>
                    <a:pt x="101489" y="214452"/>
                  </a:lnTo>
                  <a:lnTo>
                    <a:pt x="101147" y="219326"/>
                  </a:lnTo>
                  <a:lnTo>
                    <a:pt x="100843" y="224200"/>
                  </a:lnTo>
                  <a:lnTo>
                    <a:pt x="100589" y="229074"/>
                  </a:lnTo>
                  <a:lnTo>
                    <a:pt x="100396" y="233948"/>
                  </a:lnTo>
                  <a:lnTo>
                    <a:pt x="100273" y="238822"/>
                  </a:lnTo>
                  <a:lnTo>
                    <a:pt x="100225" y="243695"/>
                  </a:lnTo>
                  <a:lnTo>
                    <a:pt x="100253" y="248569"/>
                  </a:lnTo>
                  <a:lnTo>
                    <a:pt x="100353" y="253443"/>
                  </a:lnTo>
                  <a:lnTo>
                    <a:pt x="100516" y="258317"/>
                  </a:lnTo>
                  <a:lnTo>
                    <a:pt x="100729" y="263191"/>
                  </a:lnTo>
                  <a:lnTo>
                    <a:pt x="100977" y="268065"/>
                  </a:lnTo>
                  <a:lnTo>
                    <a:pt x="101242" y="272939"/>
                  </a:lnTo>
                  <a:lnTo>
                    <a:pt x="101507" y="277813"/>
                  </a:lnTo>
                  <a:lnTo>
                    <a:pt x="101755" y="282687"/>
                  </a:lnTo>
                  <a:lnTo>
                    <a:pt x="101975" y="287561"/>
                  </a:lnTo>
                  <a:lnTo>
                    <a:pt x="102157" y="292435"/>
                  </a:lnTo>
                  <a:lnTo>
                    <a:pt x="102297" y="297308"/>
                  </a:lnTo>
                  <a:lnTo>
                    <a:pt x="102397" y="302182"/>
                  </a:lnTo>
                  <a:lnTo>
                    <a:pt x="102465" y="307056"/>
                  </a:lnTo>
                  <a:lnTo>
                    <a:pt x="102513" y="311930"/>
                  </a:lnTo>
                  <a:lnTo>
                    <a:pt x="102556" y="316804"/>
                  </a:lnTo>
                  <a:lnTo>
                    <a:pt x="102613" y="321678"/>
                  </a:lnTo>
                  <a:lnTo>
                    <a:pt x="102702" y="326552"/>
                  </a:lnTo>
                  <a:lnTo>
                    <a:pt x="102842" y="331426"/>
                  </a:lnTo>
                  <a:lnTo>
                    <a:pt x="103048" y="336300"/>
                  </a:lnTo>
                  <a:lnTo>
                    <a:pt x="103328" y="341174"/>
                  </a:lnTo>
                  <a:lnTo>
                    <a:pt x="103688" y="346048"/>
                  </a:lnTo>
                  <a:lnTo>
                    <a:pt x="104121" y="350921"/>
                  </a:lnTo>
                  <a:lnTo>
                    <a:pt x="104618" y="355795"/>
                  </a:lnTo>
                  <a:lnTo>
                    <a:pt x="105158" y="360669"/>
                  </a:lnTo>
                  <a:lnTo>
                    <a:pt x="105714" y="365543"/>
                  </a:lnTo>
                  <a:lnTo>
                    <a:pt x="106257" y="370417"/>
                  </a:lnTo>
                  <a:lnTo>
                    <a:pt x="106756" y="375291"/>
                  </a:lnTo>
                  <a:lnTo>
                    <a:pt x="107179" y="380165"/>
                  </a:lnTo>
                  <a:lnTo>
                    <a:pt x="107503" y="385039"/>
                  </a:lnTo>
                  <a:lnTo>
                    <a:pt x="107708" y="389913"/>
                  </a:lnTo>
                  <a:lnTo>
                    <a:pt x="107788" y="394787"/>
                  </a:lnTo>
                  <a:lnTo>
                    <a:pt x="107743" y="399661"/>
                  </a:lnTo>
                  <a:lnTo>
                    <a:pt x="107584" y="404534"/>
                  </a:lnTo>
                  <a:lnTo>
                    <a:pt x="107328" y="409408"/>
                  </a:lnTo>
                  <a:lnTo>
                    <a:pt x="107001" y="414282"/>
                  </a:lnTo>
                  <a:lnTo>
                    <a:pt x="106627" y="419156"/>
                  </a:lnTo>
                  <a:lnTo>
                    <a:pt x="106234" y="424030"/>
                  </a:lnTo>
                  <a:lnTo>
                    <a:pt x="105847" y="428904"/>
                  </a:lnTo>
                  <a:lnTo>
                    <a:pt x="105486" y="433778"/>
                  </a:lnTo>
                  <a:lnTo>
                    <a:pt x="105169" y="438652"/>
                  </a:lnTo>
                  <a:lnTo>
                    <a:pt x="104907" y="443526"/>
                  </a:lnTo>
                  <a:lnTo>
                    <a:pt x="104709" y="448400"/>
                  </a:lnTo>
                  <a:lnTo>
                    <a:pt x="104579" y="453274"/>
                  </a:lnTo>
                  <a:lnTo>
                    <a:pt x="104516" y="458147"/>
                  </a:lnTo>
                  <a:lnTo>
                    <a:pt x="104519" y="463021"/>
                  </a:lnTo>
                  <a:lnTo>
                    <a:pt x="104585" y="467895"/>
                  </a:lnTo>
                  <a:lnTo>
                    <a:pt x="104714" y="472769"/>
                  </a:lnTo>
                  <a:lnTo>
                    <a:pt x="104906" y="477643"/>
                  </a:lnTo>
                  <a:lnTo>
                    <a:pt x="105170" y="482517"/>
                  </a:lnTo>
                  <a:lnTo>
                    <a:pt x="105526" y="487391"/>
                  </a:lnTo>
                  <a:lnTo>
                    <a:pt x="106004" y="492265"/>
                  </a:lnTo>
                  <a:lnTo>
                    <a:pt x="106655" y="497139"/>
                  </a:lnTo>
                  <a:lnTo>
                    <a:pt x="107546" y="502013"/>
                  </a:lnTo>
                  <a:lnTo>
                    <a:pt x="108764" y="506887"/>
                  </a:lnTo>
                  <a:lnTo>
                    <a:pt x="110412" y="511760"/>
                  </a:lnTo>
                  <a:lnTo>
                    <a:pt x="112605" y="516634"/>
                  </a:lnTo>
                  <a:lnTo>
                    <a:pt x="115455" y="521508"/>
                  </a:lnTo>
                  <a:lnTo>
                    <a:pt x="119061" y="526382"/>
                  </a:lnTo>
                  <a:lnTo>
                    <a:pt x="123492" y="531256"/>
                  </a:lnTo>
                  <a:lnTo>
                    <a:pt x="128767" y="536130"/>
                  </a:lnTo>
                  <a:lnTo>
                    <a:pt x="134838" y="541004"/>
                  </a:lnTo>
                  <a:lnTo>
                    <a:pt x="141582" y="545878"/>
                  </a:lnTo>
                  <a:lnTo>
                    <a:pt x="148791" y="550752"/>
                  </a:lnTo>
                  <a:lnTo>
                    <a:pt x="156177" y="555626"/>
                  </a:lnTo>
                  <a:lnTo>
                    <a:pt x="163389" y="560500"/>
                  </a:lnTo>
                  <a:lnTo>
                    <a:pt x="170035" y="565373"/>
                  </a:lnTo>
                  <a:lnTo>
                    <a:pt x="175721" y="570247"/>
                  </a:lnTo>
                  <a:lnTo>
                    <a:pt x="180081" y="575121"/>
                  </a:lnTo>
                  <a:lnTo>
                    <a:pt x="182825" y="579995"/>
                  </a:lnTo>
                  <a:lnTo>
                    <a:pt x="183761" y="584869"/>
                  </a:lnTo>
                  <a:lnTo>
                    <a:pt x="183761" y="584869"/>
                  </a:lnTo>
                  <a:close/>
                </a:path>
              </a:pathLst>
            </a:custGeom>
            <a:solidFill>
              <a:srgbClr val="A57948">
                <a:alpha val="12000"/>
              </a:srgbClr>
            </a:solidFill>
            <a:ln w="6985">
              <a:solidFill>
                <a:srgbClr val="A57948">
                  <a:alpha val="12000"/>
                </a:srgbClr>
              </a:solidFill>
              <a:prstDash val="solid"/>
            </a:ln>
          </p:spPr>
        </p:sp>
        <p:sp>
          <p:nvSpPr>
            <p:cNvPr id="1032" name="03_assume_matched_1031">
              <a:extLst>
                <a:ext uri="{FF2B5EF4-FFF2-40B4-BE49-F238E27FC236}">
                  <a16:creationId xmlns:a16="http://schemas.microsoft.com/office/drawing/2014/main" id="{F5763A03-0E5F-4B09-BA1A-0274DF1569CB}"/>
                </a:ext>
              </a:extLst>
            </p:cNvPr>
            <p:cNvSpPr>
              <a:spLocks/>
            </p:cNvSpPr>
            <p:nvPr/>
          </p:nvSpPr>
          <p:spPr>
            <a:xfrm>
              <a:off x="3864021"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3" name="03_assume_matched_1032">
              <a:extLst>
                <a:ext uri="{FF2B5EF4-FFF2-40B4-BE49-F238E27FC236}">
                  <a16:creationId xmlns:a16="http://schemas.microsoft.com/office/drawing/2014/main" id="{1FF3AA94-AF00-4CC3-B970-2F052D23E92F}"/>
                </a:ext>
              </a:extLst>
            </p:cNvPr>
            <p:cNvSpPr>
              <a:spLocks/>
            </p:cNvSpPr>
            <p:nvPr/>
          </p:nvSpPr>
          <p:spPr>
            <a:xfrm>
              <a:off x="4241214"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4" name="03_assume_matched_1033">
              <a:extLst>
                <a:ext uri="{FF2B5EF4-FFF2-40B4-BE49-F238E27FC236}">
                  <a16:creationId xmlns:a16="http://schemas.microsoft.com/office/drawing/2014/main" id="{CADDC430-D4CB-49EE-A2D7-E28E67341D55}"/>
                </a:ext>
              </a:extLst>
            </p:cNvPr>
            <p:cNvSpPr>
              <a:spLocks/>
            </p:cNvSpPr>
            <p:nvPr/>
          </p:nvSpPr>
          <p:spPr>
            <a:xfrm>
              <a:off x="4618407"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5" name="03_assume_matched_1034">
              <a:extLst>
                <a:ext uri="{FF2B5EF4-FFF2-40B4-BE49-F238E27FC236}">
                  <a16:creationId xmlns:a16="http://schemas.microsoft.com/office/drawing/2014/main" id="{D4550049-9105-4B96-8B58-4110261F4B02}"/>
                </a:ext>
              </a:extLst>
            </p:cNvPr>
            <p:cNvSpPr>
              <a:spLocks/>
            </p:cNvSpPr>
            <p:nvPr/>
          </p:nvSpPr>
          <p:spPr>
            <a:xfrm>
              <a:off x="5372793"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6" name="03_assume_matched_1035">
              <a:extLst>
                <a:ext uri="{FF2B5EF4-FFF2-40B4-BE49-F238E27FC236}">
                  <a16:creationId xmlns:a16="http://schemas.microsoft.com/office/drawing/2014/main" id="{2129A048-0A4E-412F-A250-DD2E68A7C071}"/>
                </a:ext>
              </a:extLst>
            </p:cNvPr>
            <p:cNvSpPr>
              <a:spLocks/>
            </p:cNvSpPr>
            <p:nvPr/>
          </p:nvSpPr>
          <p:spPr>
            <a:xfrm>
              <a:off x="6127179" y="3164357"/>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037" name="03_assume_matched_1036">
              <a:extLst>
                <a:ext uri="{FF2B5EF4-FFF2-40B4-BE49-F238E27FC236}">
                  <a16:creationId xmlns:a16="http://schemas.microsoft.com/office/drawing/2014/main" id="{B2A5B0F8-B5CB-42D8-BA2C-262624E9F128}"/>
                </a:ext>
              </a:extLst>
            </p:cNvPr>
            <p:cNvSpPr>
              <a:spLocks/>
            </p:cNvSpPr>
            <p:nvPr/>
          </p:nvSpPr>
          <p:spPr>
            <a:xfrm>
              <a:off x="3841389" y="3135113"/>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038" name="03_assume_matched_1037">
              <a:extLst>
                <a:ext uri="{FF2B5EF4-FFF2-40B4-BE49-F238E27FC236}">
                  <a16:creationId xmlns:a16="http://schemas.microsoft.com/office/drawing/2014/main" id="{7E18A6E7-2AC3-47B8-95BD-74478F10E84D}"/>
                </a:ext>
              </a:extLst>
            </p:cNvPr>
            <p:cNvSpPr>
              <a:spLocks/>
            </p:cNvSpPr>
            <p:nvPr/>
          </p:nvSpPr>
          <p:spPr>
            <a:xfrm>
              <a:off x="3803289" y="3135113"/>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039" name="text_1038">
              <a:extLst>
                <a:ext uri="{FF2B5EF4-FFF2-40B4-BE49-F238E27FC236}">
                  <a16:creationId xmlns:a16="http://schemas.microsoft.com/office/drawing/2014/main" id="{D585D8A8-96BC-419C-B496-EC84165E03D4}"/>
                </a:ext>
              </a:extLst>
            </p:cNvPr>
            <p:cNvSpPr>
              <a:spLocks/>
            </p:cNvSpPr>
            <p:nvPr/>
          </p:nvSpPr>
          <p:spPr>
            <a:xfrm>
              <a:off x="3713643" y="3095052"/>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1040" name="03_assume_matched_1039">
              <a:extLst>
                <a:ext uri="{FF2B5EF4-FFF2-40B4-BE49-F238E27FC236}">
                  <a16:creationId xmlns:a16="http://schemas.microsoft.com/office/drawing/2014/main" id="{C26F455E-1EF8-43B7-8427-0E7D0F961501}"/>
                </a:ext>
              </a:extLst>
            </p:cNvPr>
            <p:cNvSpPr>
              <a:spLocks/>
            </p:cNvSpPr>
            <p:nvPr/>
          </p:nvSpPr>
          <p:spPr>
            <a:xfrm>
              <a:off x="3841389" y="2842679"/>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041" name="03_assume_matched_1040">
              <a:extLst>
                <a:ext uri="{FF2B5EF4-FFF2-40B4-BE49-F238E27FC236}">
                  <a16:creationId xmlns:a16="http://schemas.microsoft.com/office/drawing/2014/main" id="{BF0679BE-1001-40F4-8514-0B8462F6704E}"/>
                </a:ext>
              </a:extLst>
            </p:cNvPr>
            <p:cNvSpPr>
              <a:spLocks/>
            </p:cNvSpPr>
            <p:nvPr/>
          </p:nvSpPr>
          <p:spPr>
            <a:xfrm>
              <a:off x="3803289" y="2842679"/>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042" name="text_1041">
              <a:extLst>
                <a:ext uri="{FF2B5EF4-FFF2-40B4-BE49-F238E27FC236}">
                  <a16:creationId xmlns:a16="http://schemas.microsoft.com/office/drawing/2014/main" id="{387B41A3-96BD-4D6A-99C2-EC99F123F182}"/>
                </a:ext>
              </a:extLst>
            </p:cNvPr>
            <p:cNvSpPr>
              <a:spLocks/>
            </p:cNvSpPr>
            <p:nvPr/>
          </p:nvSpPr>
          <p:spPr>
            <a:xfrm>
              <a:off x="3662096" y="2802618"/>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1043" name="03_assume_matched_1042">
              <a:extLst>
                <a:ext uri="{FF2B5EF4-FFF2-40B4-BE49-F238E27FC236}">
                  <a16:creationId xmlns:a16="http://schemas.microsoft.com/office/drawing/2014/main" id="{7947D072-A226-47B1-8F19-7EFCBE76CCAD}"/>
                </a:ext>
              </a:extLst>
            </p:cNvPr>
            <p:cNvSpPr>
              <a:spLocks/>
            </p:cNvSpPr>
            <p:nvPr/>
          </p:nvSpPr>
          <p:spPr>
            <a:xfrm>
              <a:off x="3841389" y="255024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044" name="03_assume_matched_1043">
              <a:extLst>
                <a:ext uri="{FF2B5EF4-FFF2-40B4-BE49-F238E27FC236}">
                  <a16:creationId xmlns:a16="http://schemas.microsoft.com/office/drawing/2014/main" id="{BB0C6837-CEFE-4F63-B08B-CFD266B69725}"/>
                </a:ext>
              </a:extLst>
            </p:cNvPr>
            <p:cNvSpPr>
              <a:spLocks/>
            </p:cNvSpPr>
            <p:nvPr/>
          </p:nvSpPr>
          <p:spPr>
            <a:xfrm>
              <a:off x="3803289" y="255024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045" name="text_1044">
              <a:extLst>
                <a:ext uri="{FF2B5EF4-FFF2-40B4-BE49-F238E27FC236}">
                  <a16:creationId xmlns:a16="http://schemas.microsoft.com/office/drawing/2014/main" id="{56F3FCA4-8FA6-491F-8A8D-C98FD2A958A7}"/>
                </a:ext>
              </a:extLst>
            </p:cNvPr>
            <p:cNvSpPr>
              <a:spLocks/>
            </p:cNvSpPr>
            <p:nvPr/>
          </p:nvSpPr>
          <p:spPr>
            <a:xfrm>
              <a:off x="3610549" y="2510183"/>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1046" name="03_assume_matched_1045">
              <a:extLst>
                <a:ext uri="{FF2B5EF4-FFF2-40B4-BE49-F238E27FC236}">
                  <a16:creationId xmlns:a16="http://schemas.microsoft.com/office/drawing/2014/main" id="{E20242D1-B5EC-4402-9AD7-42ECABA82A4E}"/>
                </a:ext>
              </a:extLst>
            </p:cNvPr>
            <p:cNvSpPr>
              <a:spLocks/>
            </p:cNvSpPr>
            <p:nvPr/>
          </p:nvSpPr>
          <p:spPr>
            <a:xfrm>
              <a:off x="4278966" y="2828480"/>
              <a:ext cx="28398" cy="28398"/>
            </a:xfrm>
            <a:prstGeom prst="ellipse">
              <a:avLst/>
            </a:prstGeom>
            <a:solidFill>
              <a:srgbClr val="7F8C97">
                <a:alpha val="48000"/>
              </a:srgbClr>
            </a:solidFill>
            <a:ln w="0">
              <a:noFill/>
              <a:prstDash val="solid"/>
            </a:ln>
          </p:spPr>
        </p:sp>
        <p:sp>
          <p:nvSpPr>
            <p:cNvPr id="1047" name="03_assume_matched_1046">
              <a:extLst>
                <a:ext uri="{FF2B5EF4-FFF2-40B4-BE49-F238E27FC236}">
                  <a16:creationId xmlns:a16="http://schemas.microsoft.com/office/drawing/2014/main" id="{331FE5A7-BAB1-456D-83E1-3A76B98EC002}"/>
                </a:ext>
              </a:extLst>
            </p:cNvPr>
            <p:cNvSpPr>
              <a:spLocks/>
            </p:cNvSpPr>
            <p:nvPr/>
          </p:nvSpPr>
          <p:spPr>
            <a:xfrm>
              <a:off x="4267453" y="3120914"/>
              <a:ext cx="28398" cy="28398"/>
            </a:xfrm>
            <a:prstGeom prst="ellipse">
              <a:avLst/>
            </a:prstGeom>
            <a:solidFill>
              <a:srgbClr val="7F8C97">
                <a:alpha val="48000"/>
              </a:srgbClr>
            </a:solidFill>
            <a:ln w="0">
              <a:noFill/>
              <a:prstDash val="solid"/>
            </a:ln>
          </p:spPr>
        </p:sp>
        <p:sp>
          <p:nvSpPr>
            <p:cNvPr id="1048" name="03_assume_matched_1047">
              <a:extLst>
                <a:ext uri="{FF2B5EF4-FFF2-40B4-BE49-F238E27FC236}">
                  <a16:creationId xmlns:a16="http://schemas.microsoft.com/office/drawing/2014/main" id="{F1ACBF76-B3E5-43E7-91C7-956BB569A199}"/>
                </a:ext>
              </a:extLst>
            </p:cNvPr>
            <p:cNvSpPr>
              <a:spLocks/>
            </p:cNvSpPr>
            <p:nvPr/>
          </p:nvSpPr>
          <p:spPr>
            <a:xfrm>
              <a:off x="4210322" y="3120914"/>
              <a:ext cx="28398" cy="28398"/>
            </a:xfrm>
            <a:prstGeom prst="ellipse">
              <a:avLst/>
            </a:prstGeom>
            <a:solidFill>
              <a:srgbClr val="7F8C97">
                <a:alpha val="48000"/>
              </a:srgbClr>
            </a:solidFill>
            <a:ln w="0">
              <a:noFill/>
              <a:prstDash val="solid"/>
            </a:ln>
          </p:spPr>
        </p:sp>
        <p:sp>
          <p:nvSpPr>
            <p:cNvPr id="1049" name="03_assume_matched_1048">
              <a:extLst>
                <a:ext uri="{FF2B5EF4-FFF2-40B4-BE49-F238E27FC236}">
                  <a16:creationId xmlns:a16="http://schemas.microsoft.com/office/drawing/2014/main" id="{D8A0D030-DA82-410A-A762-7941CFAFC443}"/>
                </a:ext>
              </a:extLst>
            </p:cNvPr>
            <p:cNvSpPr>
              <a:spLocks/>
            </p:cNvSpPr>
            <p:nvPr/>
          </p:nvSpPr>
          <p:spPr>
            <a:xfrm>
              <a:off x="4289184" y="2828480"/>
              <a:ext cx="28398" cy="28398"/>
            </a:xfrm>
            <a:prstGeom prst="ellipse">
              <a:avLst/>
            </a:prstGeom>
            <a:solidFill>
              <a:srgbClr val="7F8C97">
                <a:alpha val="48000"/>
              </a:srgbClr>
            </a:solidFill>
            <a:ln w="0">
              <a:noFill/>
              <a:prstDash val="solid"/>
            </a:ln>
          </p:spPr>
        </p:sp>
        <p:sp>
          <p:nvSpPr>
            <p:cNvPr id="1050" name="03_assume_matched_1049">
              <a:extLst>
                <a:ext uri="{FF2B5EF4-FFF2-40B4-BE49-F238E27FC236}">
                  <a16:creationId xmlns:a16="http://schemas.microsoft.com/office/drawing/2014/main" id="{FBE105EC-3301-4DA8-A056-DB853339FDC3}"/>
                </a:ext>
              </a:extLst>
            </p:cNvPr>
            <p:cNvSpPr>
              <a:spLocks/>
            </p:cNvSpPr>
            <p:nvPr/>
          </p:nvSpPr>
          <p:spPr>
            <a:xfrm>
              <a:off x="4256948" y="2870256"/>
              <a:ext cx="28398" cy="28398"/>
            </a:xfrm>
            <a:prstGeom prst="ellipse">
              <a:avLst/>
            </a:prstGeom>
            <a:solidFill>
              <a:srgbClr val="7F8C97">
                <a:alpha val="48000"/>
              </a:srgbClr>
            </a:solidFill>
            <a:ln w="0">
              <a:noFill/>
              <a:prstDash val="solid"/>
            </a:ln>
          </p:spPr>
        </p:sp>
        <p:sp>
          <p:nvSpPr>
            <p:cNvPr id="1051" name="03_assume_matched_1050">
              <a:extLst>
                <a:ext uri="{FF2B5EF4-FFF2-40B4-BE49-F238E27FC236}">
                  <a16:creationId xmlns:a16="http://schemas.microsoft.com/office/drawing/2014/main" id="{DA646CEB-4E0E-42F4-9869-D2F8188AEAFD}"/>
                </a:ext>
              </a:extLst>
            </p:cNvPr>
            <p:cNvSpPr>
              <a:spLocks/>
            </p:cNvSpPr>
            <p:nvPr/>
          </p:nvSpPr>
          <p:spPr>
            <a:xfrm>
              <a:off x="4161680" y="2855065"/>
              <a:ext cx="28398" cy="28398"/>
            </a:xfrm>
            <a:prstGeom prst="ellipse">
              <a:avLst/>
            </a:prstGeom>
            <a:solidFill>
              <a:srgbClr val="7F8C97">
                <a:alpha val="48000"/>
              </a:srgbClr>
            </a:solidFill>
            <a:ln w="0">
              <a:noFill/>
              <a:prstDash val="solid"/>
            </a:ln>
          </p:spPr>
        </p:sp>
        <p:sp>
          <p:nvSpPr>
            <p:cNvPr id="1052" name="03_assume_matched_1051">
              <a:extLst>
                <a:ext uri="{FF2B5EF4-FFF2-40B4-BE49-F238E27FC236}">
                  <a16:creationId xmlns:a16="http://schemas.microsoft.com/office/drawing/2014/main" id="{B6AFF4DC-DF09-43EF-BF8D-A1CA384301CD}"/>
                </a:ext>
              </a:extLst>
            </p:cNvPr>
            <p:cNvSpPr>
              <a:spLocks/>
            </p:cNvSpPr>
            <p:nvPr/>
          </p:nvSpPr>
          <p:spPr>
            <a:xfrm>
              <a:off x="4192333" y="3120914"/>
              <a:ext cx="28398" cy="28398"/>
            </a:xfrm>
            <a:prstGeom prst="ellipse">
              <a:avLst/>
            </a:prstGeom>
            <a:solidFill>
              <a:srgbClr val="7F8C97">
                <a:alpha val="48000"/>
              </a:srgbClr>
            </a:solidFill>
            <a:ln w="0">
              <a:noFill/>
              <a:prstDash val="solid"/>
            </a:ln>
          </p:spPr>
        </p:sp>
        <p:sp>
          <p:nvSpPr>
            <p:cNvPr id="1053" name="03_assume_matched_1052">
              <a:extLst>
                <a:ext uri="{FF2B5EF4-FFF2-40B4-BE49-F238E27FC236}">
                  <a16:creationId xmlns:a16="http://schemas.microsoft.com/office/drawing/2014/main" id="{B7A98AE5-F3F4-4A3E-9DE3-08E507B78D2C}"/>
                </a:ext>
              </a:extLst>
            </p:cNvPr>
            <p:cNvSpPr>
              <a:spLocks/>
            </p:cNvSpPr>
            <p:nvPr/>
          </p:nvSpPr>
          <p:spPr>
            <a:xfrm>
              <a:off x="4161393" y="3120914"/>
              <a:ext cx="28398" cy="28398"/>
            </a:xfrm>
            <a:prstGeom prst="ellipse">
              <a:avLst/>
            </a:prstGeom>
            <a:solidFill>
              <a:srgbClr val="7F8C97">
                <a:alpha val="48000"/>
              </a:srgbClr>
            </a:solidFill>
            <a:ln w="0">
              <a:noFill/>
              <a:prstDash val="solid"/>
            </a:ln>
          </p:spPr>
        </p:sp>
        <p:sp>
          <p:nvSpPr>
            <p:cNvPr id="1054" name="03_assume_matched_1053">
              <a:extLst>
                <a:ext uri="{FF2B5EF4-FFF2-40B4-BE49-F238E27FC236}">
                  <a16:creationId xmlns:a16="http://schemas.microsoft.com/office/drawing/2014/main" id="{9A518981-D395-452B-90AC-27CEB56FA714}"/>
                </a:ext>
              </a:extLst>
            </p:cNvPr>
            <p:cNvSpPr>
              <a:spLocks/>
            </p:cNvSpPr>
            <p:nvPr/>
          </p:nvSpPr>
          <p:spPr>
            <a:xfrm>
              <a:off x="4242701" y="3120914"/>
              <a:ext cx="28398" cy="28398"/>
            </a:xfrm>
            <a:prstGeom prst="ellipse">
              <a:avLst/>
            </a:prstGeom>
            <a:solidFill>
              <a:srgbClr val="7F8C97">
                <a:alpha val="48000"/>
              </a:srgbClr>
            </a:solidFill>
            <a:ln w="0">
              <a:noFill/>
              <a:prstDash val="solid"/>
            </a:ln>
          </p:spPr>
        </p:sp>
        <p:sp>
          <p:nvSpPr>
            <p:cNvPr id="1055" name="03_assume_matched_1054">
              <a:extLst>
                <a:ext uri="{FF2B5EF4-FFF2-40B4-BE49-F238E27FC236}">
                  <a16:creationId xmlns:a16="http://schemas.microsoft.com/office/drawing/2014/main" id="{ACF6BB6C-D069-452B-932F-0FA841E98EB9}"/>
                </a:ext>
              </a:extLst>
            </p:cNvPr>
            <p:cNvSpPr>
              <a:spLocks/>
            </p:cNvSpPr>
            <p:nvPr/>
          </p:nvSpPr>
          <p:spPr>
            <a:xfrm>
              <a:off x="4223993" y="3120914"/>
              <a:ext cx="28398" cy="28398"/>
            </a:xfrm>
            <a:prstGeom prst="ellipse">
              <a:avLst/>
            </a:prstGeom>
            <a:solidFill>
              <a:srgbClr val="7F8C97">
                <a:alpha val="48000"/>
              </a:srgbClr>
            </a:solidFill>
            <a:ln w="0">
              <a:noFill/>
              <a:prstDash val="solid"/>
            </a:ln>
          </p:spPr>
        </p:sp>
        <p:sp>
          <p:nvSpPr>
            <p:cNvPr id="1056" name="03_assume_matched_1055">
              <a:extLst>
                <a:ext uri="{FF2B5EF4-FFF2-40B4-BE49-F238E27FC236}">
                  <a16:creationId xmlns:a16="http://schemas.microsoft.com/office/drawing/2014/main" id="{9DD00AB4-88B6-4678-B5E2-D85897BFF5BE}"/>
                </a:ext>
              </a:extLst>
            </p:cNvPr>
            <p:cNvSpPr>
              <a:spLocks/>
            </p:cNvSpPr>
            <p:nvPr/>
          </p:nvSpPr>
          <p:spPr>
            <a:xfrm>
              <a:off x="4208739" y="3120914"/>
              <a:ext cx="28398" cy="28398"/>
            </a:xfrm>
            <a:prstGeom prst="ellipse">
              <a:avLst/>
            </a:prstGeom>
            <a:solidFill>
              <a:srgbClr val="7F8C97">
                <a:alpha val="48000"/>
              </a:srgbClr>
            </a:solidFill>
            <a:ln w="0">
              <a:noFill/>
              <a:prstDash val="solid"/>
            </a:ln>
          </p:spPr>
        </p:sp>
        <p:sp>
          <p:nvSpPr>
            <p:cNvPr id="1057" name="03_assume_matched_1056">
              <a:extLst>
                <a:ext uri="{FF2B5EF4-FFF2-40B4-BE49-F238E27FC236}">
                  <a16:creationId xmlns:a16="http://schemas.microsoft.com/office/drawing/2014/main" id="{0BAC5BC2-ACC6-427F-8EB3-CB464231DCD3}"/>
                </a:ext>
              </a:extLst>
            </p:cNvPr>
            <p:cNvSpPr>
              <a:spLocks/>
            </p:cNvSpPr>
            <p:nvPr/>
          </p:nvSpPr>
          <p:spPr>
            <a:xfrm>
              <a:off x="4194492" y="3120914"/>
              <a:ext cx="28398" cy="28398"/>
            </a:xfrm>
            <a:prstGeom prst="ellipse">
              <a:avLst/>
            </a:prstGeom>
            <a:solidFill>
              <a:srgbClr val="7F8C97">
                <a:alpha val="48000"/>
              </a:srgbClr>
            </a:solidFill>
            <a:ln w="0">
              <a:noFill/>
              <a:prstDash val="solid"/>
            </a:ln>
          </p:spPr>
        </p:sp>
        <p:sp>
          <p:nvSpPr>
            <p:cNvPr id="1058" name="03_assume_matched_1057">
              <a:extLst>
                <a:ext uri="{FF2B5EF4-FFF2-40B4-BE49-F238E27FC236}">
                  <a16:creationId xmlns:a16="http://schemas.microsoft.com/office/drawing/2014/main" id="{049F40AD-AB58-4373-8554-443DF6816AF5}"/>
                </a:ext>
              </a:extLst>
            </p:cNvPr>
            <p:cNvSpPr>
              <a:spLocks/>
            </p:cNvSpPr>
            <p:nvPr/>
          </p:nvSpPr>
          <p:spPr>
            <a:xfrm>
              <a:off x="4210897" y="3120914"/>
              <a:ext cx="28398" cy="28398"/>
            </a:xfrm>
            <a:prstGeom prst="ellipse">
              <a:avLst/>
            </a:prstGeom>
            <a:solidFill>
              <a:srgbClr val="7F8C97">
                <a:alpha val="48000"/>
              </a:srgbClr>
            </a:solidFill>
            <a:ln w="0">
              <a:noFill/>
              <a:prstDash val="solid"/>
            </a:ln>
          </p:spPr>
        </p:sp>
        <p:sp>
          <p:nvSpPr>
            <p:cNvPr id="1059" name="03_assume_matched_1058">
              <a:extLst>
                <a:ext uri="{FF2B5EF4-FFF2-40B4-BE49-F238E27FC236}">
                  <a16:creationId xmlns:a16="http://schemas.microsoft.com/office/drawing/2014/main" id="{13C403C3-9F66-4836-8FA5-52453F00EC10}"/>
                </a:ext>
              </a:extLst>
            </p:cNvPr>
            <p:cNvSpPr>
              <a:spLocks/>
            </p:cNvSpPr>
            <p:nvPr/>
          </p:nvSpPr>
          <p:spPr>
            <a:xfrm>
              <a:off x="4296091" y="2828480"/>
              <a:ext cx="28398" cy="28398"/>
            </a:xfrm>
            <a:prstGeom prst="ellipse">
              <a:avLst/>
            </a:prstGeom>
            <a:solidFill>
              <a:srgbClr val="7F8C97">
                <a:alpha val="48000"/>
              </a:srgbClr>
            </a:solidFill>
            <a:ln w="0">
              <a:noFill/>
              <a:prstDash val="solid"/>
            </a:ln>
          </p:spPr>
        </p:sp>
        <p:sp>
          <p:nvSpPr>
            <p:cNvPr id="1060" name="03_assume_matched_1059">
              <a:extLst>
                <a:ext uri="{FF2B5EF4-FFF2-40B4-BE49-F238E27FC236}">
                  <a16:creationId xmlns:a16="http://schemas.microsoft.com/office/drawing/2014/main" id="{84BF5C49-7353-4B99-8129-7F364AC036F6}"/>
                </a:ext>
              </a:extLst>
            </p:cNvPr>
            <p:cNvSpPr>
              <a:spLocks/>
            </p:cNvSpPr>
            <p:nvPr/>
          </p:nvSpPr>
          <p:spPr>
            <a:xfrm>
              <a:off x="4251048" y="2925958"/>
              <a:ext cx="28398" cy="28398"/>
            </a:xfrm>
            <a:prstGeom prst="ellipse">
              <a:avLst/>
            </a:prstGeom>
            <a:solidFill>
              <a:srgbClr val="7F8C97">
                <a:alpha val="48000"/>
              </a:srgbClr>
            </a:solidFill>
            <a:ln w="0">
              <a:noFill/>
              <a:prstDash val="solid"/>
            </a:ln>
          </p:spPr>
        </p:sp>
        <p:sp>
          <p:nvSpPr>
            <p:cNvPr id="1061" name="03_assume_matched_1060">
              <a:extLst>
                <a:ext uri="{FF2B5EF4-FFF2-40B4-BE49-F238E27FC236}">
                  <a16:creationId xmlns:a16="http://schemas.microsoft.com/office/drawing/2014/main" id="{75C4A850-EC8C-405F-A625-76F2F0012ABB}"/>
                </a:ext>
              </a:extLst>
            </p:cNvPr>
            <p:cNvSpPr>
              <a:spLocks/>
            </p:cNvSpPr>
            <p:nvPr/>
          </p:nvSpPr>
          <p:spPr>
            <a:xfrm>
              <a:off x="4260834" y="3023436"/>
              <a:ext cx="28398" cy="28398"/>
            </a:xfrm>
            <a:prstGeom prst="ellipse">
              <a:avLst/>
            </a:prstGeom>
            <a:solidFill>
              <a:srgbClr val="7F8C97">
                <a:alpha val="48000"/>
              </a:srgbClr>
            </a:solidFill>
            <a:ln w="0">
              <a:noFill/>
              <a:prstDash val="solid"/>
            </a:ln>
          </p:spPr>
        </p:sp>
        <p:sp>
          <p:nvSpPr>
            <p:cNvPr id="1062" name="03_assume_matched_1061">
              <a:extLst>
                <a:ext uri="{FF2B5EF4-FFF2-40B4-BE49-F238E27FC236}">
                  <a16:creationId xmlns:a16="http://schemas.microsoft.com/office/drawing/2014/main" id="{F8FD9E72-3557-4F14-9833-05900F0E1052}"/>
                </a:ext>
              </a:extLst>
            </p:cNvPr>
            <p:cNvSpPr>
              <a:spLocks/>
            </p:cNvSpPr>
            <p:nvPr/>
          </p:nvSpPr>
          <p:spPr>
            <a:xfrm>
              <a:off x="4197658" y="3023436"/>
              <a:ext cx="28398" cy="28398"/>
            </a:xfrm>
            <a:prstGeom prst="ellipse">
              <a:avLst/>
            </a:prstGeom>
            <a:solidFill>
              <a:srgbClr val="7F8C97">
                <a:alpha val="48000"/>
              </a:srgbClr>
            </a:solidFill>
            <a:ln w="0">
              <a:noFill/>
              <a:prstDash val="solid"/>
            </a:ln>
          </p:spPr>
        </p:sp>
        <p:sp>
          <p:nvSpPr>
            <p:cNvPr id="1063" name="03_assume_matched_1062">
              <a:extLst>
                <a:ext uri="{FF2B5EF4-FFF2-40B4-BE49-F238E27FC236}">
                  <a16:creationId xmlns:a16="http://schemas.microsoft.com/office/drawing/2014/main" id="{26802CAC-86BB-4433-8102-0548694016F2}"/>
                </a:ext>
              </a:extLst>
            </p:cNvPr>
            <p:cNvSpPr>
              <a:spLocks/>
            </p:cNvSpPr>
            <p:nvPr/>
          </p:nvSpPr>
          <p:spPr>
            <a:xfrm>
              <a:off x="4288032" y="2925958"/>
              <a:ext cx="28398" cy="28398"/>
            </a:xfrm>
            <a:prstGeom prst="ellipse">
              <a:avLst/>
            </a:prstGeom>
            <a:solidFill>
              <a:srgbClr val="7F8C97">
                <a:alpha val="48000"/>
              </a:srgbClr>
            </a:solidFill>
            <a:ln w="0">
              <a:noFill/>
              <a:prstDash val="solid"/>
            </a:ln>
          </p:spPr>
        </p:sp>
        <p:sp>
          <p:nvSpPr>
            <p:cNvPr id="1064" name="03_assume_matched_1063">
              <a:extLst>
                <a:ext uri="{FF2B5EF4-FFF2-40B4-BE49-F238E27FC236}">
                  <a16:creationId xmlns:a16="http://schemas.microsoft.com/office/drawing/2014/main" id="{D8DF3CA5-8C97-4D61-A15E-934034ABF3DB}"/>
                </a:ext>
              </a:extLst>
            </p:cNvPr>
            <p:cNvSpPr>
              <a:spLocks/>
            </p:cNvSpPr>
            <p:nvPr/>
          </p:nvSpPr>
          <p:spPr>
            <a:xfrm>
              <a:off x="4261121" y="2908235"/>
              <a:ext cx="28398" cy="28398"/>
            </a:xfrm>
            <a:prstGeom prst="ellipse">
              <a:avLst/>
            </a:prstGeom>
            <a:solidFill>
              <a:srgbClr val="7F8C97">
                <a:alpha val="48000"/>
              </a:srgbClr>
            </a:solidFill>
            <a:ln w="0">
              <a:noFill/>
              <a:prstDash val="solid"/>
            </a:ln>
          </p:spPr>
        </p:sp>
        <p:sp>
          <p:nvSpPr>
            <p:cNvPr id="1065" name="03_assume_matched_1064">
              <a:extLst>
                <a:ext uri="{FF2B5EF4-FFF2-40B4-BE49-F238E27FC236}">
                  <a16:creationId xmlns:a16="http://schemas.microsoft.com/office/drawing/2014/main" id="{5542EF3F-7A55-490E-B10C-42F41E409669}"/>
                </a:ext>
              </a:extLst>
            </p:cNvPr>
            <p:cNvSpPr>
              <a:spLocks/>
            </p:cNvSpPr>
            <p:nvPr/>
          </p:nvSpPr>
          <p:spPr>
            <a:xfrm>
              <a:off x="4178949" y="3120914"/>
              <a:ext cx="28398" cy="28398"/>
            </a:xfrm>
            <a:prstGeom prst="ellipse">
              <a:avLst/>
            </a:prstGeom>
            <a:solidFill>
              <a:srgbClr val="7F8C97">
                <a:alpha val="48000"/>
              </a:srgbClr>
            </a:solidFill>
            <a:ln w="0">
              <a:noFill/>
              <a:prstDash val="solid"/>
            </a:ln>
          </p:spPr>
        </p:sp>
        <p:sp>
          <p:nvSpPr>
            <p:cNvPr id="1066" name="03_assume_matched_1065">
              <a:extLst>
                <a:ext uri="{FF2B5EF4-FFF2-40B4-BE49-F238E27FC236}">
                  <a16:creationId xmlns:a16="http://schemas.microsoft.com/office/drawing/2014/main" id="{F45684BE-C95B-47A4-A423-9BC17C695409}"/>
                </a:ext>
              </a:extLst>
            </p:cNvPr>
            <p:cNvSpPr>
              <a:spLocks/>
            </p:cNvSpPr>
            <p:nvPr/>
          </p:nvSpPr>
          <p:spPr>
            <a:xfrm>
              <a:off x="4186289" y="3120914"/>
              <a:ext cx="28398" cy="28398"/>
            </a:xfrm>
            <a:prstGeom prst="ellipse">
              <a:avLst/>
            </a:prstGeom>
            <a:solidFill>
              <a:srgbClr val="7F8C97">
                <a:alpha val="48000"/>
              </a:srgbClr>
            </a:solidFill>
            <a:ln w="0">
              <a:noFill/>
              <a:prstDash val="solid"/>
            </a:ln>
          </p:spPr>
        </p:sp>
        <p:sp>
          <p:nvSpPr>
            <p:cNvPr id="1067" name="03_assume_matched_1066">
              <a:extLst>
                <a:ext uri="{FF2B5EF4-FFF2-40B4-BE49-F238E27FC236}">
                  <a16:creationId xmlns:a16="http://schemas.microsoft.com/office/drawing/2014/main" id="{6706BC4F-B852-4BCC-B138-E8CC5A70A160}"/>
                </a:ext>
              </a:extLst>
            </p:cNvPr>
            <p:cNvSpPr>
              <a:spLocks/>
            </p:cNvSpPr>
            <p:nvPr/>
          </p:nvSpPr>
          <p:spPr>
            <a:xfrm>
              <a:off x="4197514" y="2925958"/>
              <a:ext cx="28398" cy="28398"/>
            </a:xfrm>
            <a:prstGeom prst="ellipse">
              <a:avLst/>
            </a:prstGeom>
            <a:solidFill>
              <a:srgbClr val="7F8C97">
                <a:alpha val="48000"/>
              </a:srgbClr>
            </a:solidFill>
            <a:ln w="0">
              <a:noFill/>
              <a:prstDash val="solid"/>
            </a:ln>
          </p:spPr>
        </p:sp>
        <p:sp>
          <p:nvSpPr>
            <p:cNvPr id="1068" name="03_assume_matched_1067">
              <a:extLst>
                <a:ext uri="{FF2B5EF4-FFF2-40B4-BE49-F238E27FC236}">
                  <a16:creationId xmlns:a16="http://schemas.microsoft.com/office/drawing/2014/main" id="{CDD20E46-7D17-46F3-BFE4-B5E7A176B3BA}"/>
                </a:ext>
              </a:extLst>
            </p:cNvPr>
            <p:cNvSpPr>
              <a:spLocks/>
            </p:cNvSpPr>
            <p:nvPr/>
          </p:nvSpPr>
          <p:spPr>
            <a:xfrm>
              <a:off x="4286881" y="2828480"/>
              <a:ext cx="28398" cy="28398"/>
            </a:xfrm>
            <a:prstGeom prst="ellipse">
              <a:avLst/>
            </a:prstGeom>
            <a:solidFill>
              <a:srgbClr val="7F8C97">
                <a:alpha val="48000"/>
              </a:srgbClr>
            </a:solidFill>
            <a:ln w="0">
              <a:noFill/>
              <a:prstDash val="solid"/>
            </a:ln>
          </p:spPr>
        </p:sp>
        <p:sp>
          <p:nvSpPr>
            <p:cNvPr id="1069" name="03_assume_matched_1068">
              <a:extLst>
                <a:ext uri="{FF2B5EF4-FFF2-40B4-BE49-F238E27FC236}">
                  <a16:creationId xmlns:a16="http://schemas.microsoft.com/office/drawing/2014/main" id="{4A1BE772-7386-4DC2-8AAC-FA0C0C3B58C0}"/>
                </a:ext>
              </a:extLst>
            </p:cNvPr>
            <p:cNvSpPr>
              <a:spLocks/>
            </p:cNvSpPr>
            <p:nvPr/>
          </p:nvSpPr>
          <p:spPr>
            <a:xfrm>
              <a:off x="4199816" y="2828480"/>
              <a:ext cx="28398" cy="28398"/>
            </a:xfrm>
            <a:prstGeom prst="ellipse">
              <a:avLst/>
            </a:prstGeom>
            <a:solidFill>
              <a:srgbClr val="7F8C97">
                <a:alpha val="48000"/>
              </a:srgbClr>
            </a:solidFill>
            <a:ln w="0">
              <a:noFill/>
              <a:prstDash val="solid"/>
            </a:ln>
          </p:spPr>
        </p:sp>
        <p:sp>
          <p:nvSpPr>
            <p:cNvPr id="1070" name="03_assume_matched_1069">
              <a:extLst>
                <a:ext uri="{FF2B5EF4-FFF2-40B4-BE49-F238E27FC236}">
                  <a16:creationId xmlns:a16="http://schemas.microsoft.com/office/drawing/2014/main" id="{29E4153F-3D68-48AE-B3B4-8A1563A17DC9}"/>
                </a:ext>
              </a:extLst>
            </p:cNvPr>
            <p:cNvSpPr>
              <a:spLocks/>
            </p:cNvSpPr>
            <p:nvPr/>
          </p:nvSpPr>
          <p:spPr>
            <a:xfrm>
              <a:off x="4278822" y="3120914"/>
              <a:ext cx="28398" cy="28398"/>
            </a:xfrm>
            <a:prstGeom prst="ellipse">
              <a:avLst/>
            </a:prstGeom>
            <a:solidFill>
              <a:srgbClr val="7F8C97">
                <a:alpha val="48000"/>
              </a:srgbClr>
            </a:solidFill>
            <a:ln w="0">
              <a:noFill/>
              <a:prstDash val="solid"/>
            </a:ln>
          </p:spPr>
        </p:sp>
        <p:sp>
          <p:nvSpPr>
            <p:cNvPr id="1071" name="03_assume_matched_1070">
              <a:extLst>
                <a:ext uri="{FF2B5EF4-FFF2-40B4-BE49-F238E27FC236}">
                  <a16:creationId xmlns:a16="http://schemas.microsoft.com/office/drawing/2014/main" id="{244F2C09-6FDE-41D4-A764-0F5EF60E385B}"/>
                </a:ext>
              </a:extLst>
            </p:cNvPr>
            <p:cNvSpPr>
              <a:spLocks/>
            </p:cNvSpPr>
            <p:nvPr/>
          </p:nvSpPr>
          <p:spPr>
            <a:xfrm>
              <a:off x="4279974" y="2828480"/>
              <a:ext cx="28398" cy="28398"/>
            </a:xfrm>
            <a:prstGeom prst="ellipse">
              <a:avLst/>
            </a:prstGeom>
            <a:solidFill>
              <a:srgbClr val="7F8C97">
                <a:alpha val="48000"/>
              </a:srgbClr>
            </a:solidFill>
            <a:ln w="0">
              <a:noFill/>
              <a:prstDash val="solid"/>
            </a:ln>
          </p:spPr>
        </p:sp>
        <p:sp>
          <p:nvSpPr>
            <p:cNvPr id="1072" name="03_assume_matched_1071">
              <a:extLst>
                <a:ext uri="{FF2B5EF4-FFF2-40B4-BE49-F238E27FC236}">
                  <a16:creationId xmlns:a16="http://schemas.microsoft.com/office/drawing/2014/main" id="{F4F3303B-C224-4BE7-BA94-77FCD2CB9A49}"/>
                </a:ext>
              </a:extLst>
            </p:cNvPr>
            <p:cNvSpPr>
              <a:spLocks/>
            </p:cNvSpPr>
            <p:nvPr/>
          </p:nvSpPr>
          <p:spPr>
            <a:xfrm>
              <a:off x="4283715" y="3120914"/>
              <a:ext cx="28398" cy="28398"/>
            </a:xfrm>
            <a:prstGeom prst="ellipse">
              <a:avLst/>
            </a:prstGeom>
            <a:solidFill>
              <a:srgbClr val="7F8C97">
                <a:alpha val="48000"/>
              </a:srgbClr>
            </a:solidFill>
            <a:ln w="0">
              <a:noFill/>
              <a:prstDash val="solid"/>
            </a:ln>
          </p:spPr>
        </p:sp>
        <p:sp>
          <p:nvSpPr>
            <p:cNvPr id="1073" name="03_assume_matched_1072">
              <a:extLst>
                <a:ext uri="{FF2B5EF4-FFF2-40B4-BE49-F238E27FC236}">
                  <a16:creationId xmlns:a16="http://schemas.microsoft.com/office/drawing/2014/main" id="{7206A5C3-D5F7-49A1-830C-48C21F8F5F1D}"/>
                </a:ext>
              </a:extLst>
            </p:cNvPr>
            <p:cNvSpPr>
              <a:spLocks/>
            </p:cNvSpPr>
            <p:nvPr/>
          </p:nvSpPr>
          <p:spPr>
            <a:xfrm>
              <a:off x="4200967" y="3120914"/>
              <a:ext cx="28398" cy="28398"/>
            </a:xfrm>
            <a:prstGeom prst="ellipse">
              <a:avLst/>
            </a:prstGeom>
            <a:solidFill>
              <a:srgbClr val="7F8C97">
                <a:alpha val="48000"/>
              </a:srgbClr>
            </a:solidFill>
            <a:ln w="0">
              <a:noFill/>
              <a:prstDash val="solid"/>
            </a:ln>
          </p:spPr>
        </p:sp>
        <p:sp>
          <p:nvSpPr>
            <p:cNvPr id="1074" name="03_assume_matched_1073">
              <a:extLst>
                <a:ext uri="{FF2B5EF4-FFF2-40B4-BE49-F238E27FC236}">
                  <a16:creationId xmlns:a16="http://schemas.microsoft.com/office/drawing/2014/main" id="{5128A4AA-AD7A-4B0C-9951-875F3ACAC87D}"/>
                </a:ext>
              </a:extLst>
            </p:cNvPr>
            <p:cNvSpPr>
              <a:spLocks/>
            </p:cNvSpPr>
            <p:nvPr/>
          </p:nvSpPr>
          <p:spPr>
            <a:xfrm>
              <a:off x="4179237" y="2828480"/>
              <a:ext cx="28398" cy="28398"/>
            </a:xfrm>
            <a:prstGeom prst="ellipse">
              <a:avLst/>
            </a:prstGeom>
            <a:solidFill>
              <a:srgbClr val="7F8C97">
                <a:alpha val="48000"/>
              </a:srgbClr>
            </a:solidFill>
            <a:ln w="0">
              <a:noFill/>
              <a:prstDash val="solid"/>
            </a:ln>
          </p:spPr>
        </p:sp>
        <p:sp>
          <p:nvSpPr>
            <p:cNvPr id="1075" name="03_assume_matched_1074">
              <a:extLst>
                <a:ext uri="{FF2B5EF4-FFF2-40B4-BE49-F238E27FC236}">
                  <a16:creationId xmlns:a16="http://schemas.microsoft.com/office/drawing/2014/main" id="{EF96375F-F078-4BB9-B433-5E8F0C70EECC}"/>
                </a:ext>
              </a:extLst>
            </p:cNvPr>
            <p:cNvSpPr>
              <a:spLocks/>
            </p:cNvSpPr>
            <p:nvPr/>
          </p:nvSpPr>
          <p:spPr>
            <a:xfrm>
              <a:off x="4262992" y="3120914"/>
              <a:ext cx="28398" cy="28398"/>
            </a:xfrm>
            <a:prstGeom prst="ellipse">
              <a:avLst/>
            </a:prstGeom>
            <a:solidFill>
              <a:srgbClr val="7F8C97">
                <a:alpha val="48000"/>
              </a:srgbClr>
            </a:solidFill>
            <a:ln w="0">
              <a:noFill/>
              <a:prstDash val="solid"/>
            </a:ln>
          </p:spPr>
        </p:sp>
        <p:sp>
          <p:nvSpPr>
            <p:cNvPr id="1076" name="03_assume_matched_1075">
              <a:extLst>
                <a:ext uri="{FF2B5EF4-FFF2-40B4-BE49-F238E27FC236}">
                  <a16:creationId xmlns:a16="http://schemas.microsoft.com/office/drawing/2014/main" id="{FA42F5D6-467C-44C4-B28D-B85736AE6DBB}"/>
                </a:ext>
              </a:extLst>
            </p:cNvPr>
            <p:cNvSpPr>
              <a:spLocks/>
            </p:cNvSpPr>
            <p:nvPr/>
          </p:nvSpPr>
          <p:spPr>
            <a:xfrm>
              <a:off x="4172474" y="3120914"/>
              <a:ext cx="28398" cy="28398"/>
            </a:xfrm>
            <a:prstGeom prst="ellipse">
              <a:avLst/>
            </a:prstGeom>
            <a:solidFill>
              <a:srgbClr val="7F8C97">
                <a:alpha val="48000"/>
              </a:srgbClr>
            </a:solidFill>
            <a:ln w="0">
              <a:noFill/>
              <a:prstDash val="solid"/>
            </a:ln>
          </p:spPr>
        </p:sp>
        <p:sp>
          <p:nvSpPr>
            <p:cNvPr id="1077" name="03_assume_matched_1076">
              <a:extLst>
                <a:ext uri="{FF2B5EF4-FFF2-40B4-BE49-F238E27FC236}">
                  <a16:creationId xmlns:a16="http://schemas.microsoft.com/office/drawing/2014/main" id="{B61FDBBA-A1CB-41F4-AE7B-7B9C89EC05F4}"/>
                </a:ext>
              </a:extLst>
            </p:cNvPr>
            <p:cNvSpPr>
              <a:spLocks/>
            </p:cNvSpPr>
            <p:nvPr/>
          </p:nvSpPr>
          <p:spPr>
            <a:xfrm>
              <a:off x="4266590" y="2886967"/>
              <a:ext cx="28398" cy="28398"/>
            </a:xfrm>
            <a:prstGeom prst="ellipse">
              <a:avLst/>
            </a:prstGeom>
            <a:solidFill>
              <a:srgbClr val="7F8C97">
                <a:alpha val="48000"/>
              </a:srgbClr>
            </a:solidFill>
            <a:ln w="0">
              <a:noFill/>
              <a:prstDash val="solid"/>
            </a:ln>
          </p:spPr>
        </p:sp>
        <p:sp>
          <p:nvSpPr>
            <p:cNvPr id="1078" name="03_assume_matched_1077">
              <a:extLst>
                <a:ext uri="{FF2B5EF4-FFF2-40B4-BE49-F238E27FC236}">
                  <a16:creationId xmlns:a16="http://schemas.microsoft.com/office/drawing/2014/main" id="{0F42B4CF-BCE3-446C-B2A5-4595BE760F7B}"/>
                </a:ext>
              </a:extLst>
            </p:cNvPr>
            <p:cNvSpPr>
              <a:spLocks/>
            </p:cNvSpPr>
            <p:nvPr/>
          </p:nvSpPr>
          <p:spPr>
            <a:xfrm>
              <a:off x="4173769" y="3120914"/>
              <a:ext cx="28398" cy="28398"/>
            </a:xfrm>
            <a:prstGeom prst="ellipse">
              <a:avLst/>
            </a:prstGeom>
            <a:solidFill>
              <a:srgbClr val="7F8C97">
                <a:alpha val="48000"/>
              </a:srgbClr>
            </a:solidFill>
            <a:ln w="0">
              <a:noFill/>
              <a:prstDash val="solid"/>
            </a:ln>
          </p:spPr>
        </p:sp>
        <p:sp>
          <p:nvSpPr>
            <p:cNvPr id="1079" name="03_assume_matched_1078">
              <a:extLst>
                <a:ext uri="{FF2B5EF4-FFF2-40B4-BE49-F238E27FC236}">
                  <a16:creationId xmlns:a16="http://schemas.microsoft.com/office/drawing/2014/main" id="{5DD6B0E4-BEDD-4A70-BF7F-677E7F0236E8}"/>
                </a:ext>
              </a:extLst>
            </p:cNvPr>
            <p:cNvSpPr>
              <a:spLocks/>
            </p:cNvSpPr>
            <p:nvPr/>
          </p:nvSpPr>
          <p:spPr>
            <a:xfrm>
              <a:off x="4294220" y="3120914"/>
              <a:ext cx="28398" cy="28398"/>
            </a:xfrm>
            <a:prstGeom prst="ellipse">
              <a:avLst/>
            </a:prstGeom>
            <a:solidFill>
              <a:srgbClr val="7F8C97">
                <a:alpha val="48000"/>
              </a:srgbClr>
            </a:solidFill>
            <a:ln w="0">
              <a:noFill/>
              <a:prstDash val="solid"/>
            </a:ln>
          </p:spPr>
        </p:sp>
        <p:sp>
          <p:nvSpPr>
            <p:cNvPr id="1080" name="03_assume_matched_1079">
              <a:extLst>
                <a:ext uri="{FF2B5EF4-FFF2-40B4-BE49-F238E27FC236}">
                  <a16:creationId xmlns:a16="http://schemas.microsoft.com/office/drawing/2014/main" id="{21BC077E-306F-4C8B-8698-BBEF6BD86A1E}"/>
                </a:ext>
              </a:extLst>
            </p:cNvPr>
            <p:cNvSpPr>
              <a:spLocks/>
            </p:cNvSpPr>
            <p:nvPr/>
          </p:nvSpPr>
          <p:spPr>
            <a:xfrm>
              <a:off x="4272202" y="3120914"/>
              <a:ext cx="28398" cy="28398"/>
            </a:xfrm>
            <a:prstGeom prst="ellipse">
              <a:avLst/>
            </a:prstGeom>
            <a:solidFill>
              <a:srgbClr val="7F8C97">
                <a:alpha val="48000"/>
              </a:srgbClr>
            </a:solidFill>
            <a:ln w="0">
              <a:noFill/>
              <a:prstDash val="solid"/>
            </a:ln>
          </p:spPr>
        </p:sp>
        <p:sp>
          <p:nvSpPr>
            <p:cNvPr id="1081" name="03_assume_matched_1080">
              <a:extLst>
                <a:ext uri="{FF2B5EF4-FFF2-40B4-BE49-F238E27FC236}">
                  <a16:creationId xmlns:a16="http://schemas.microsoft.com/office/drawing/2014/main" id="{CDC1B1D2-8C9A-49FF-820A-0516BC329528}"/>
                </a:ext>
              </a:extLst>
            </p:cNvPr>
            <p:cNvSpPr>
              <a:spLocks/>
            </p:cNvSpPr>
            <p:nvPr/>
          </p:nvSpPr>
          <p:spPr>
            <a:xfrm>
              <a:off x="4220107" y="3120914"/>
              <a:ext cx="28398" cy="28398"/>
            </a:xfrm>
            <a:prstGeom prst="ellipse">
              <a:avLst/>
            </a:prstGeom>
            <a:solidFill>
              <a:srgbClr val="7F8C97">
                <a:alpha val="48000"/>
              </a:srgbClr>
            </a:solidFill>
            <a:ln w="0">
              <a:noFill/>
              <a:prstDash val="solid"/>
            </a:ln>
          </p:spPr>
        </p:sp>
        <p:sp>
          <p:nvSpPr>
            <p:cNvPr id="1082" name="03_assume_matched_1081">
              <a:extLst>
                <a:ext uri="{FF2B5EF4-FFF2-40B4-BE49-F238E27FC236}">
                  <a16:creationId xmlns:a16="http://schemas.microsoft.com/office/drawing/2014/main" id="{31408725-C3EC-40D9-9698-26B0A7E66DB5}"/>
                </a:ext>
              </a:extLst>
            </p:cNvPr>
            <p:cNvSpPr>
              <a:spLocks/>
            </p:cNvSpPr>
            <p:nvPr/>
          </p:nvSpPr>
          <p:spPr>
            <a:xfrm>
              <a:off x="4195787" y="3120914"/>
              <a:ext cx="28398" cy="28398"/>
            </a:xfrm>
            <a:prstGeom prst="ellipse">
              <a:avLst/>
            </a:prstGeom>
            <a:solidFill>
              <a:srgbClr val="7F8C97">
                <a:alpha val="48000"/>
              </a:srgbClr>
            </a:solidFill>
            <a:ln w="0">
              <a:noFill/>
              <a:prstDash val="solid"/>
            </a:ln>
          </p:spPr>
        </p:sp>
        <p:sp>
          <p:nvSpPr>
            <p:cNvPr id="1083" name="03_assume_matched_1082">
              <a:extLst>
                <a:ext uri="{FF2B5EF4-FFF2-40B4-BE49-F238E27FC236}">
                  <a16:creationId xmlns:a16="http://schemas.microsoft.com/office/drawing/2014/main" id="{C35206DE-43B5-4EE8-AA17-DF3F9CD5EDAA}"/>
                </a:ext>
              </a:extLst>
            </p:cNvPr>
            <p:cNvSpPr>
              <a:spLocks/>
            </p:cNvSpPr>
            <p:nvPr/>
          </p:nvSpPr>
          <p:spPr>
            <a:xfrm>
              <a:off x="4298250" y="3120914"/>
              <a:ext cx="28398" cy="28398"/>
            </a:xfrm>
            <a:prstGeom prst="ellipse">
              <a:avLst/>
            </a:prstGeom>
            <a:solidFill>
              <a:srgbClr val="7F8C97">
                <a:alpha val="48000"/>
              </a:srgbClr>
            </a:solidFill>
            <a:ln w="0">
              <a:noFill/>
              <a:prstDash val="solid"/>
            </a:ln>
          </p:spPr>
        </p:sp>
        <p:sp>
          <p:nvSpPr>
            <p:cNvPr id="1084" name="03_assume_matched_1083">
              <a:extLst>
                <a:ext uri="{FF2B5EF4-FFF2-40B4-BE49-F238E27FC236}">
                  <a16:creationId xmlns:a16="http://schemas.microsoft.com/office/drawing/2014/main" id="{C4DC2E45-E1B9-41EB-8082-2A7E0AFE7E31}"/>
                </a:ext>
              </a:extLst>
            </p:cNvPr>
            <p:cNvSpPr>
              <a:spLocks/>
            </p:cNvSpPr>
            <p:nvPr/>
          </p:nvSpPr>
          <p:spPr>
            <a:xfrm>
              <a:off x="4246011" y="3120914"/>
              <a:ext cx="28398" cy="28398"/>
            </a:xfrm>
            <a:prstGeom prst="ellipse">
              <a:avLst/>
            </a:prstGeom>
            <a:solidFill>
              <a:srgbClr val="7F8C97">
                <a:alpha val="48000"/>
              </a:srgbClr>
            </a:solidFill>
            <a:ln w="0">
              <a:noFill/>
              <a:prstDash val="solid"/>
            </a:ln>
          </p:spPr>
        </p:sp>
        <p:sp>
          <p:nvSpPr>
            <p:cNvPr id="1085" name="03_assume_matched_1084">
              <a:extLst>
                <a:ext uri="{FF2B5EF4-FFF2-40B4-BE49-F238E27FC236}">
                  <a16:creationId xmlns:a16="http://schemas.microsoft.com/office/drawing/2014/main" id="{B9CFB862-1500-456A-BB13-CD05D4473BF5}"/>
                </a:ext>
              </a:extLst>
            </p:cNvPr>
            <p:cNvSpPr>
              <a:spLocks/>
            </p:cNvSpPr>
            <p:nvPr/>
          </p:nvSpPr>
          <p:spPr>
            <a:xfrm>
              <a:off x="4278822" y="3120914"/>
              <a:ext cx="28398" cy="28398"/>
            </a:xfrm>
            <a:prstGeom prst="ellipse">
              <a:avLst/>
            </a:prstGeom>
            <a:solidFill>
              <a:srgbClr val="7F8C97">
                <a:alpha val="48000"/>
              </a:srgbClr>
            </a:solidFill>
            <a:ln w="0">
              <a:noFill/>
              <a:prstDash val="solid"/>
            </a:ln>
          </p:spPr>
        </p:sp>
        <p:sp>
          <p:nvSpPr>
            <p:cNvPr id="1086" name="03_assume_matched_1085">
              <a:extLst>
                <a:ext uri="{FF2B5EF4-FFF2-40B4-BE49-F238E27FC236}">
                  <a16:creationId xmlns:a16="http://schemas.microsoft.com/office/drawing/2014/main" id="{55688A85-F4B8-4D55-80DA-6BF971D7F60B}"/>
                </a:ext>
              </a:extLst>
            </p:cNvPr>
            <p:cNvSpPr>
              <a:spLocks/>
            </p:cNvSpPr>
            <p:nvPr/>
          </p:nvSpPr>
          <p:spPr>
            <a:xfrm>
              <a:off x="4177942" y="2886967"/>
              <a:ext cx="28398" cy="28398"/>
            </a:xfrm>
            <a:prstGeom prst="ellipse">
              <a:avLst/>
            </a:prstGeom>
            <a:solidFill>
              <a:srgbClr val="7F8C97">
                <a:alpha val="48000"/>
              </a:srgbClr>
            </a:solidFill>
            <a:ln w="0">
              <a:noFill/>
              <a:prstDash val="solid"/>
            </a:ln>
          </p:spPr>
        </p:sp>
        <p:sp>
          <p:nvSpPr>
            <p:cNvPr id="1087" name="03_assume_matched_1086">
              <a:extLst>
                <a:ext uri="{FF2B5EF4-FFF2-40B4-BE49-F238E27FC236}">
                  <a16:creationId xmlns:a16="http://schemas.microsoft.com/office/drawing/2014/main" id="{01C2407B-84B3-4EFC-8122-3415C6371486}"/>
                </a:ext>
              </a:extLst>
            </p:cNvPr>
            <p:cNvSpPr>
              <a:spLocks/>
            </p:cNvSpPr>
            <p:nvPr/>
          </p:nvSpPr>
          <p:spPr>
            <a:xfrm>
              <a:off x="4269900" y="3120914"/>
              <a:ext cx="28398" cy="28398"/>
            </a:xfrm>
            <a:prstGeom prst="ellipse">
              <a:avLst/>
            </a:prstGeom>
            <a:solidFill>
              <a:srgbClr val="7F8C97">
                <a:alpha val="48000"/>
              </a:srgbClr>
            </a:solidFill>
            <a:ln w="0">
              <a:noFill/>
              <a:prstDash val="solid"/>
            </a:ln>
          </p:spPr>
        </p:sp>
        <p:sp>
          <p:nvSpPr>
            <p:cNvPr id="1088" name="03_assume_matched_1087">
              <a:extLst>
                <a:ext uri="{FF2B5EF4-FFF2-40B4-BE49-F238E27FC236}">
                  <a16:creationId xmlns:a16="http://schemas.microsoft.com/office/drawing/2014/main" id="{B8575C88-3D90-4250-A106-04378E4AFFC5}"/>
                </a:ext>
              </a:extLst>
            </p:cNvPr>
            <p:cNvSpPr>
              <a:spLocks/>
            </p:cNvSpPr>
            <p:nvPr/>
          </p:nvSpPr>
          <p:spPr>
            <a:xfrm>
              <a:off x="4249033" y="3023436"/>
              <a:ext cx="28398" cy="28398"/>
            </a:xfrm>
            <a:prstGeom prst="ellipse">
              <a:avLst/>
            </a:prstGeom>
            <a:solidFill>
              <a:srgbClr val="7F8C97">
                <a:alpha val="48000"/>
              </a:srgbClr>
            </a:solidFill>
            <a:ln w="0">
              <a:noFill/>
              <a:prstDash val="solid"/>
            </a:ln>
          </p:spPr>
        </p:sp>
        <p:sp>
          <p:nvSpPr>
            <p:cNvPr id="1089" name="03_assume_matched_1088">
              <a:extLst>
                <a:ext uri="{FF2B5EF4-FFF2-40B4-BE49-F238E27FC236}">
                  <a16:creationId xmlns:a16="http://schemas.microsoft.com/office/drawing/2014/main" id="{F449B143-26A7-4778-A2DD-3E47D4906E8D}"/>
                </a:ext>
              </a:extLst>
            </p:cNvPr>
            <p:cNvSpPr>
              <a:spLocks/>
            </p:cNvSpPr>
            <p:nvPr/>
          </p:nvSpPr>
          <p:spPr>
            <a:xfrm>
              <a:off x="4157651" y="2828480"/>
              <a:ext cx="28398" cy="28398"/>
            </a:xfrm>
            <a:prstGeom prst="ellipse">
              <a:avLst/>
            </a:prstGeom>
            <a:solidFill>
              <a:srgbClr val="7F8C97">
                <a:alpha val="48000"/>
              </a:srgbClr>
            </a:solidFill>
            <a:ln w="0">
              <a:noFill/>
              <a:prstDash val="solid"/>
            </a:ln>
          </p:spPr>
        </p:sp>
        <p:sp>
          <p:nvSpPr>
            <p:cNvPr id="1090" name="03_assume_matched_1089">
              <a:extLst>
                <a:ext uri="{FF2B5EF4-FFF2-40B4-BE49-F238E27FC236}">
                  <a16:creationId xmlns:a16="http://schemas.microsoft.com/office/drawing/2014/main" id="{B9DA81AE-4EAC-4376-995F-AEB3A58AF42F}"/>
                </a:ext>
              </a:extLst>
            </p:cNvPr>
            <p:cNvSpPr>
              <a:spLocks/>
            </p:cNvSpPr>
            <p:nvPr/>
          </p:nvSpPr>
          <p:spPr>
            <a:xfrm>
              <a:off x="4216941" y="3120914"/>
              <a:ext cx="28398" cy="28398"/>
            </a:xfrm>
            <a:prstGeom prst="ellipse">
              <a:avLst/>
            </a:prstGeom>
            <a:solidFill>
              <a:srgbClr val="7F8C97">
                <a:alpha val="48000"/>
              </a:srgbClr>
            </a:solidFill>
            <a:ln w="0">
              <a:noFill/>
              <a:prstDash val="solid"/>
            </a:ln>
          </p:spPr>
        </p:sp>
        <p:sp>
          <p:nvSpPr>
            <p:cNvPr id="1091" name="03_assume_matched_1090">
              <a:extLst>
                <a:ext uri="{FF2B5EF4-FFF2-40B4-BE49-F238E27FC236}">
                  <a16:creationId xmlns:a16="http://schemas.microsoft.com/office/drawing/2014/main" id="{84476CDC-229A-4564-8DAB-097A8F60AF7B}"/>
                </a:ext>
              </a:extLst>
            </p:cNvPr>
            <p:cNvSpPr>
              <a:spLocks/>
            </p:cNvSpPr>
            <p:nvPr/>
          </p:nvSpPr>
          <p:spPr>
            <a:xfrm>
              <a:off x="4199097" y="3120914"/>
              <a:ext cx="28398" cy="28398"/>
            </a:xfrm>
            <a:prstGeom prst="ellipse">
              <a:avLst/>
            </a:prstGeom>
            <a:solidFill>
              <a:srgbClr val="7F8C97">
                <a:alpha val="48000"/>
              </a:srgbClr>
            </a:solidFill>
            <a:ln w="0">
              <a:noFill/>
              <a:prstDash val="solid"/>
            </a:ln>
          </p:spPr>
        </p:sp>
        <p:sp>
          <p:nvSpPr>
            <p:cNvPr id="1092" name="03_assume_matched_1091">
              <a:extLst>
                <a:ext uri="{FF2B5EF4-FFF2-40B4-BE49-F238E27FC236}">
                  <a16:creationId xmlns:a16="http://schemas.microsoft.com/office/drawing/2014/main" id="{364BC06F-3E8E-4EE0-BE33-98EEB44445B0}"/>
                </a:ext>
              </a:extLst>
            </p:cNvPr>
            <p:cNvSpPr>
              <a:spLocks/>
            </p:cNvSpPr>
            <p:nvPr/>
          </p:nvSpPr>
          <p:spPr>
            <a:xfrm>
              <a:off x="4231332" y="2828480"/>
              <a:ext cx="28398" cy="28398"/>
            </a:xfrm>
            <a:prstGeom prst="ellipse">
              <a:avLst/>
            </a:prstGeom>
            <a:solidFill>
              <a:srgbClr val="7F8C97">
                <a:alpha val="48000"/>
              </a:srgbClr>
            </a:solidFill>
            <a:ln w="0">
              <a:noFill/>
              <a:prstDash val="solid"/>
            </a:ln>
          </p:spPr>
        </p:sp>
        <p:sp>
          <p:nvSpPr>
            <p:cNvPr id="1093" name="03_assume_matched_1092">
              <a:extLst>
                <a:ext uri="{FF2B5EF4-FFF2-40B4-BE49-F238E27FC236}">
                  <a16:creationId xmlns:a16="http://schemas.microsoft.com/office/drawing/2014/main" id="{1A4AA8B1-B5C0-4A12-B982-C19EF41E50F2}"/>
                </a:ext>
              </a:extLst>
            </p:cNvPr>
            <p:cNvSpPr>
              <a:spLocks/>
            </p:cNvSpPr>
            <p:nvPr/>
          </p:nvSpPr>
          <p:spPr>
            <a:xfrm>
              <a:off x="4213200" y="2974697"/>
              <a:ext cx="28398" cy="28398"/>
            </a:xfrm>
            <a:prstGeom prst="ellipse">
              <a:avLst/>
            </a:prstGeom>
            <a:solidFill>
              <a:srgbClr val="7F8C97">
                <a:alpha val="48000"/>
              </a:srgbClr>
            </a:solidFill>
            <a:ln w="0">
              <a:noFill/>
              <a:prstDash val="solid"/>
            </a:ln>
          </p:spPr>
        </p:sp>
        <p:sp>
          <p:nvSpPr>
            <p:cNvPr id="1094" name="03_assume_matched_1093">
              <a:extLst>
                <a:ext uri="{FF2B5EF4-FFF2-40B4-BE49-F238E27FC236}">
                  <a16:creationId xmlns:a16="http://schemas.microsoft.com/office/drawing/2014/main" id="{44F998FA-3D5A-45E6-B541-689121C5D753}"/>
                </a:ext>
              </a:extLst>
            </p:cNvPr>
            <p:cNvSpPr>
              <a:spLocks/>
            </p:cNvSpPr>
            <p:nvPr/>
          </p:nvSpPr>
          <p:spPr>
            <a:xfrm>
              <a:off x="4275368" y="3120914"/>
              <a:ext cx="28398" cy="28398"/>
            </a:xfrm>
            <a:prstGeom prst="ellipse">
              <a:avLst/>
            </a:prstGeom>
            <a:solidFill>
              <a:srgbClr val="7F8C97">
                <a:alpha val="48000"/>
              </a:srgbClr>
            </a:solidFill>
            <a:ln w="0">
              <a:noFill/>
              <a:prstDash val="solid"/>
            </a:ln>
          </p:spPr>
        </p:sp>
        <p:sp>
          <p:nvSpPr>
            <p:cNvPr id="1095" name="03_assume_matched_1094">
              <a:extLst>
                <a:ext uri="{FF2B5EF4-FFF2-40B4-BE49-F238E27FC236}">
                  <a16:creationId xmlns:a16="http://schemas.microsoft.com/office/drawing/2014/main" id="{846BF3D4-E626-421A-BB3A-BB786BB4F01E}"/>
                </a:ext>
              </a:extLst>
            </p:cNvPr>
            <p:cNvSpPr>
              <a:spLocks/>
            </p:cNvSpPr>
            <p:nvPr/>
          </p:nvSpPr>
          <p:spPr>
            <a:xfrm>
              <a:off x="4173481" y="2886967"/>
              <a:ext cx="28398" cy="28398"/>
            </a:xfrm>
            <a:prstGeom prst="ellipse">
              <a:avLst/>
            </a:prstGeom>
            <a:solidFill>
              <a:srgbClr val="7F8C97">
                <a:alpha val="48000"/>
              </a:srgbClr>
            </a:solidFill>
            <a:ln w="0">
              <a:noFill/>
              <a:prstDash val="solid"/>
            </a:ln>
          </p:spPr>
        </p:sp>
        <p:sp>
          <p:nvSpPr>
            <p:cNvPr id="1096" name="03_assume_matched_1095">
              <a:extLst>
                <a:ext uri="{FF2B5EF4-FFF2-40B4-BE49-F238E27FC236}">
                  <a16:creationId xmlns:a16="http://schemas.microsoft.com/office/drawing/2014/main" id="{8411845A-A741-4221-969A-0B3318B45967}"/>
                </a:ext>
              </a:extLst>
            </p:cNvPr>
            <p:cNvSpPr>
              <a:spLocks/>
            </p:cNvSpPr>
            <p:nvPr/>
          </p:nvSpPr>
          <p:spPr>
            <a:xfrm>
              <a:off x="4180101" y="3120914"/>
              <a:ext cx="28398" cy="28398"/>
            </a:xfrm>
            <a:prstGeom prst="ellipse">
              <a:avLst/>
            </a:prstGeom>
            <a:solidFill>
              <a:srgbClr val="7F8C97">
                <a:alpha val="48000"/>
              </a:srgbClr>
            </a:solidFill>
            <a:ln w="0">
              <a:noFill/>
              <a:prstDash val="solid"/>
            </a:ln>
          </p:spPr>
        </p:sp>
        <p:sp>
          <p:nvSpPr>
            <p:cNvPr id="1097" name="03_assume_matched_1096">
              <a:extLst>
                <a:ext uri="{FF2B5EF4-FFF2-40B4-BE49-F238E27FC236}">
                  <a16:creationId xmlns:a16="http://schemas.microsoft.com/office/drawing/2014/main" id="{00452FF9-0F79-4CE0-A4D7-048A4B248417}"/>
                </a:ext>
              </a:extLst>
            </p:cNvPr>
            <p:cNvSpPr>
              <a:spLocks/>
            </p:cNvSpPr>
            <p:nvPr/>
          </p:nvSpPr>
          <p:spPr>
            <a:xfrm>
              <a:off x="4239967" y="2828480"/>
              <a:ext cx="28398" cy="28398"/>
            </a:xfrm>
            <a:prstGeom prst="ellipse">
              <a:avLst/>
            </a:prstGeom>
            <a:solidFill>
              <a:srgbClr val="7F8C97">
                <a:alpha val="48000"/>
              </a:srgbClr>
            </a:solidFill>
            <a:ln w="0">
              <a:noFill/>
              <a:prstDash val="solid"/>
            </a:ln>
          </p:spPr>
        </p:sp>
        <p:sp>
          <p:nvSpPr>
            <p:cNvPr id="1098" name="03_assume_matched_1097">
              <a:extLst>
                <a:ext uri="{FF2B5EF4-FFF2-40B4-BE49-F238E27FC236}">
                  <a16:creationId xmlns:a16="http://schemas.microsoft.com/office/drawing/2014/main" id="{CC711301-F526-49A6-B45C-9F83057A9E22}"/>
                </a:ext>
              </a:extLst>
            </p:cNvPr>
            <p:cNvSpPr>
              <a:spLocks/>
            </p:cNvSpPr>
            <p:nvPr/>
          </p:nvSpPr>
          <p:spPr>
            <a:xfrm>
              <a:off x="4238672" y="2828480"/>
              <a:ext cx="28398" cy="28398"/>
            </a:xfrm>
            <a:prstGeom prst="ellipse">
              <a:avLst/>
            </a:prstGeom>
            <a:solidFill>
              <a:srgbClr val="7F8C97">
                <a:alpha val="48000"/>
              </a:srgbClr>
            </a:solidFill>
            <a:ln w="0">
              <a:noFill/>
              <a:prstDash val="solid"/>
            </a:ln>
          </p:spPr>
        </p:sp>
        <p:sp>
          <p:nvSpPr>
            <p:cNvPr id="1099" name="03_assume_matched_1098">
              <a:extLst>
                <a:ext uri="{FF2B5EF4-FFF2-40B4-BE49-F238E27FC236}">
                  <a16:creationId xmlns:a16="http://schemas.microsoft.com/office/drawing/2014/main" id="{3AAA1E14-3D76-4C08-B19D-D4C37A15CB25}"/>
                </a:ext>
              </a:extLst>
            </p:cNvPr>
            <p:cNvSpPr>
              <a:spLocks/>
            </p:cNvSpPr>
            <p:nvPr/>
          </p:nvSpPr>
          <p:spPr>
            <a:xfrm>
              <a:off x="4285442" y="3120914"/>
              <a:ext cx="28398" cy="28398"/>
            </a:xfrm>
            <a:prstGeom prst="ellipse">
              <a:avLst/>
            </a:prstGeom>
            <a:solidFill>
              <a:srgbClr val="7F8C97">
                <a:alpha val="48000"/>
              </a:srgbClr>
            </a:solidFill>
            <a:ln w="0">
              <a:noFill/>
              <a:prstDash val="solid"/>
            </a:ln>
          </p:spPr>
        </p:sp>
        <p:sp>
          <p:nvSpPr>
            <p:cNvPr id="1100" name="03_assume_matched_1099">
              <a:extLst>
                <a:ext uri="{FF2B5EF4-FFF2-40B4-BE49-F238E27FC236}">
                  <a16:creationId xmlns:a16="http://schemas.microsoft.com/office/drawing/2014/main" id="{14116B2C-86C1-4A87-BA0D-F4483855D576}"/>
                </a:ext>
              </a:extLst>
            </p:cNvPr>
            <p:cNvSpPr>
              <a:spLocks/>
            </p:cNvSpPr>
            <p:nvPr/>
          </p:nvSpPr>
          <p:spPr>
            <a:xfrm>
              <a:off x="4263712" y="2974697"/>
              <a:ext cx="28398" cy="28398"/>
            </a:xfrm>
            <a:prstGeom prst="ellipse">
              <a:avLst/>
            </a:prstGeom>
            <a:solidFill>
              <a:srgbClr val="7F8C97">
                <a:alpha val="48000"/>
              </a:srgbClr>
            </a:solidFill>
            <a:ln w="0">
              <a:noFill/>
              <a:prstDash val="solid"/>
            </a:ln>
          </p:spPr>
        </p:sp>
        <p:sp>
          <p:nvSpPr>
            <p:cNvPr id="1101" name="03_assume_matched_1100">
              <a:extLst>
                <a:ext uri="{FF2B5EF4-FFF2-40B4-BE49-F238E27FC236}">
                  <a16:creationId xmlns:a16="http://schemas.microsoft.com/office/drawing/2014/main" id="{AF23ADB3-1261-41EA-BDE5-AB94F837FA73}"/>
                </a:ext>
              </a:extLst>
            </p:cNvPr>
            <p:cNvSpPr>
              <a:spLocks/>
            </p:cNvSpPr>
            <p:nvPr/>
          </p:nvSpPr>
          <p:spPr>
            <a:xfrm>
              <a:off x="4195787" y="3120914"/>
              <a:ext cx="28398" cy="28398"/>
            </a:xfrm>
            <a:prstGeom prst="ellipse">
              <a:avLst/>
            </a:prstGeom>
            <a:solidFill>
              <a:srgbClr val="7F8C97">
                <a:alpha val="48000"/>
              </a:srgbClr>
            </a:solidFill>
            <a:ln w="0">
              <a:noFill/>
              <a:prstDash val="solid"/>
            </a:ln>
          </p:spPr>
        </p:sp>
        <p:sp>
          <p:nvSpPr>
            <p:cNvPr id="1102" name="03_assume_matched_1101">
              <a:extLst>
                <a:ext uri="{FF2B5EF4-FFF2-40B4-BE49-F238E27FC236}">
                  <a16:creationId xmlns:a16="http://schemas.microsoft.com/office/drawing/2014/main" id="{A64AE7DE-CC24-4261-BCED-D25DA9E9FF67}"/>
                </a:ext>
              </a:extLst>
            </p:cNvPr>
            <p:cNvSpPr>
              <a:spLocks/>
            </p:cNvSpPr>
            <p:nvPr/>
          </p:nvSpPr>
          <p:spPr>
            <a:xfrm>
              <a:off x="4266590" y="3120914"/>
              <a:ext cx="28398" cy="28398"/>
            </a:xfrm>
            <a:prstGeom prst="ellipse">
              <a:avLst/>
            </a:prstGeom>
            <a:solidFill>
              <a:srgbClr val="7F8C97">
                <a:alpha val="48000"/>
              </a:srgbClr>
            </a:solidFill>
            <a:ln w="0">
              <a:noFill/>
              <a:prstDash val="solid"/>
            </a:ln>
          </p:spPr>
        </p:sp>
        <p:sp>
          <p:nvSpPr>
            <p:cNvPr id="1103" name="03_assume_matched_1102">
              <a:extLst>
                <a:ext uri="{FF2B5EF4-FFF2-40B4-BE49-F238E27FC236}">
                  <a16:creationId xmlns:a16="http://schemas.microsoft.com/office/drawing/2014/main" id="{F412EF44-0E34-4914-9E73-C22ED8CD1E15}"/>
                </a:ext>
              </a:extLst>
            </p:cNvPr>
            <p:cNvSpPr>
              <a:spLocks/>
            </p:cNvSpPr>
            <p:nvPr/>
          </p:nvSpPr>
          <p:spPr>
            <a:xfrm>
              <a:off x="4254933" y="2925958"/>
              <a:ext cx="28398" cy="28398"/>
            </a:xfrm>
            <a:prstGeom prst="ellipse">
              <a:avLst/>
            </a:prstGeom>
            <a:solidFill>
              <a:srgbClr val="7F8C97">
                <a:alpha val="48000"/>
              </a:srgbClr>
            </a:solidFill>
            <a:ln w="0">
              <a:noFill/>
              <a:prstDash val="solid"/>
            </a:ln>
          </p:spPr>
        </p:sp>
        <p:sp>
          <p:nvSpPr>
            <p:cNvPr id="1104" name="03_assume_matched_1103">
              <a:extLst>
                <a:ext uri="{FF2B5EF4-FFF2-40B4-BE49-F238E27FC236}">
                  <a16:creationId xmlns:a16="http://schemas.microsoft.com/office/drawing/2014/main" id="{9E63945A-D500-4417-9506-0F853903A657}"/>
                </a:ext>
              </a:extLst>
            </p:cNvPr>
            <p:cNvSpPr>
              <a:spLocks/>
            </p:cNvSpPr>
            <p:nvPr/>
          </p:nvSpPr>
          <p:spPr>
            <a:xfrm>
              <a:off x="4261121" y="3120914"/>
              <a:ext cx="28398" cy="28398"/>
            </a:xfrm>
            <a:prstGeom prst="ellipse">
              <a:avLst/>
            </a:prstGeom>
            <a:solidFill>
              <a:srgbClr val="7F8C97">
                <a:alpha val="48000"/>
              </a:srgbClr>
            </a:solidFill>
            <a:ln w="0">
              <a:noFill/>
              <a:prstDash val="solid"/>
            </a:ln>
          </p:spPr>
        </p:sp>
        <p:sp>
          <p:nvSpPr>
            <p:cNvPr id="1105" name="03_assume_matched_1104">
              <a:extLst>
                <a:ext uri="{FF2B5EF4-FFF2-40B4-BE49-F238E27FC236}">
                  <a16:creationId xmlns:a16="http://schemas.microsoft.com/office/drawing/2014/main" id="{8A59436E-7615-4ED1-93F2-A20DE121D699}"/>
                </a:ext>
              </a:extLst>
            </p:cNvPr>
            <p:cNvSpPr>
              <a:spLocks/>
            </p:cNvSpPr>
            <p:nvPr/>
          </p:nvSpPr>
          <p:spPr>
            <a:xfrm>
              <a:off x="4274505" y="3120914"/>
              <a:ext cx="28398" cy="28398"/>
            </a:xfrm>
            <a:prstGeom prst="ellipse">
              <a:avLst/>
            </a:prstGeom>
            <a:solidFill>
              <a:srgbClr val="7F8C97">
                <a:alpha val="48000"/>
              </a:srgbClr>
            </a:solidFill>
            <a:ln w="0">
              <a:noFill/>
              <a:prstDash val="solid"/>
            </a:ln>
          </p:spPr>
        </p:sp>
        <p:sp>
          <p:nvSpPr>
            <p:cNvPr id="1106" name="03_assume_matched_1105">
              <a:extLst>
                <a:ext uri="{FF2B5EF4-FFF2-40B4-BE49-F238E27FC236}">
                  <a16:creationId xmlns:a16="http://schemas.microsoft.com/office/drawing/2014/main" id="{E8FDAA42-767E-41B0-9451-C70A68EC3A5F}"/>
                </a:ext>
              </a:extLst>
            </p:cNvPr>
            <p:cNvSpPr>
              <a:spLocks/>
            </p:cNvSpPr>
            <p:nvPr/>
          </p:nvSpPr>
          <p:spPr>
            <a:xfrm>
              <a:off x="4183123" y="2828480"/>
              <a:ext cx="28398" cy="28398"/>
            </a:xfrm>
            <a:prstGeom prst="ellipse">
              <a:avLst/>
            </a:prstGeom>
            <a:solidFill>
              <a:srgbClr val="7F8C97">
                <a:alpha val="48000"/>
              </a:srgbClr>
            </a:solidFill>
            <a:ln w="0">
              <a:noFill/>
              <a:prstDash val="solid"/>
            </a:ln>
          </p:spPr>
        </p:sp>
        <p:sp>
          <p:nvSpPr>
            <p:cNvPr id="1107" name="03_assume_matched_1106">
              <a:extLst>
                <a:ext uri="{FF2B5EF4-FFF2-40B4-BE49-F238E27FC236}">
                  <a16:creationId xmlns:a16="http://schemas.microsoft.com/office/drawing/2014/main" id="{482D4716-097F-4D22-A450-84A9D4C3492B}"/>
                </a:ext>
              </a:extLst>
            </p:cNvPr>
            <p:cNvSpPr>
              <a:spLocks/>
            </p:cNvSpPr>
            <p:nvPr/>
          </p:nvSpPr>
          <p:spPr>
            <a:xfrm>
              <a:off x="4172330" y="3023436"/>
              <a:ext cx="28398" cy="28398"/>
            </a:xfrm>
            <a:prstGeom prst="ellipse">
              <a:avLst/>
            </a:prstGeom>
            <a:solidFill>
              <a:srgbClr val="7F8C97">
                <a:alpha val="48000"/>
              </a:srgbClr>
            </a:solidFill>
            <a:ln w="0">
              <a:noFill/>
              <a:prstDash val="solid"/>
            </a:ln>
          </p:spPr>
        </p:sp>
        <p:sp>
          <p:nvSpPr>
            <p:cNvPr id="1108" name="03_assume_matched_1107">
              <a:extLst>
                <a:ext uri="{FF2B5EF4-FFF2-40B4-BE49-F238E27FC236}">
                  <a16:creationId xmlns:a16="http://schemas.microsoft.com/office/drawing/2014/main" id="{2887C267-1BA9-4758-BF46-560AA4B73F14}"/>
                </a:ext>
              </a:extLst>
            </p:cNvPr>
            <p:cNvSpPr>
              <a:spLocks/>
            </p:cNvSpPr>
            <p:nvPr/>
          </p:nvSpPr>
          <p:spPr>
            <a:xfrm>
              <a:off x="4255221" y="2828480"/>
              <a:ext cx="28398" cy="28398"/>
            </a:xfrm>
            <a:prstGeom prst="ellipse">
              <a:avLst/>
            </a:prstGeom>
            <a:solidFill>
              <a:srgbClr val="7F8C97">
                <a:alpha val="48000"/>
              </a:srgbClr>
            </a:solidFill>
            <a:ln w="0">
              <a:noFill/>
              <a:prstDash val="solid"/>
            </a:ln>
          </p:spPr>
        </p:sp>
        <p:sp>
          <p:nvSpPr>
            <p:cNvPr id="1109" name="03_assume_matched_1108">
              <a:extLst>
                <a:ext uri="{FF2B5EF4-FFF2-40B4-BE49-F238E27FC236}">
                  <a16:creationId xmlns:a16="http://schemas.microsoft.com/office/drawing/2014/main" id="{E7041301-0AFB-4DD1-B977-715CD5169CA6}"/>
                </a:ext>
              </a:extLst>
            </p:cNvPr>
            <p:cNvSpPr>
              <a:spLocks/>
            </p:cNvSpPr>
            <p:nvPr/>
          </p:nvSpPr>
          <p:spPr>
            <a:xfrm>
              <a:off x="4292350" y="2953809"/>
              <a:ext cx="28398" cy="28398"/>
            </a:xfrm>
            <a:prstGeom prst="ellipse">
              <a:avLst/>
            </a:prstGeom>
            <a:solidFill>
              <a:srgbClr val="7F8C97">
                <a:alpha val="48000"/>
              </a:srgbClr>
            </a:solidFill>
            <a:ln w="0">
              <a:noFill/>
              <a:prstDash val="solid"/>
            </a:ln>
          </p:spPr>
        </p:sp>
        <p:sp>
          <p:nvSpPr>
            <p:cNvPr id="1110" name="03_assume_matched_1109">
              <a:extLst>
                <a:ext uri="{FF2B5EF4-FFF2-40B4-BE49-F238E27FC236}">
                  <a16:creationId xmlns:a16="http://schemas.microsoft.com/office/drawing/2014/main" id="{1EDD41C6-EF39-47D5-B95E-AF4296457DCD}"/>
                </a:ext>
              </a:extLst>
            </p:cNvPr>
            <p:cNvSpPr>
              <a:spLocks/>
            </p:cNvSpPr>
            <p:nvPr/>
          </p:nvSpPr>
          <p:spPr>
            <a:xfrm>
              <a:off x="4298538" y="2925958"/>
              <a:ext cx="28398" cy="28398"/>
            </a:xfrm>
            <a:prstGeom prst="ellipse">
              <a:avLst/>
            </a:prstGeom>
            <a:solidFill>
              <a:srgbClr val="7F8C97">
                <a:alpha val="48000"/>
              </a:srgbClr>
            </a:solidFill>
            <a:ln w="0">
              <a:noFill/>
              <a:prstDash val="solid"/>
            </a:ln>
          </p:spPr>
        </p:sp>
        <p:sp>
          <p:nvSpPr>
            <p:cNvPr id="1111" name="03_assume_matched_1110">
              <a:extLst>
                <a:ext uri="{FF2B5EF4-FFF2-40B4-BE49-F238E27FC236}">
                  <a16:creationId xmlns:a16="http://schemas.microsoft.com/office/drawing/2014/main" id="{81094920-515E-4081-88F2-F30AABF1E28E}"/>
                </a:ext>
              </a:extLst>
            </p:cNvPr>
            <p:cNvSpPr>
              <a:spLocks/>
            </p:cNvSpPr>
            <p:nvPr/>
          </p:nvSpPr>
          <p:spPr>
            <a:xfrm>
              <a:off x="4209602" y="2828480"/>
              <a:ext cx="28398" cy="28398"/>
            </a:xfrm>
            <a:prstGeom prst="ellipse">
              <a:avLst/>
            </a:prstGeom>
            <a:solidFill>
              <a:srgbClr val="7F8C97">
                <a:alpha val="48000"/>
              </a:srgbClr>
            </a:solidFill>
            <a:ln w="0">
              <a:noFill/>
              <a:prstDash val="solid"/>
            </a:ln>
          </p:spPr>
        </p:sp>
        <p:sp>
          <p:nvSpPr>
            <p:cNvPr id="1112" name="03_assume_matched_1111">
              <a:extLst>
                <a:ext uri="{FF2B5EF4-FFF2-40B4-BE49-F238E27FC236}">
                  <a16:creationId xmlns:a16="http://schemas.microsoft.com/office/drawing/2014/main" id="{25D795F3-20F0-448E-A736-36F629DF794F}"/>
                </a:ext>
              </a:extLst>
            </p:cNvPr>
            <p:cNvSpPr>
              <a:spLocks/>
            </p:cNvSpPr>
            <p:nvPr/>
          </p:nvSpPr>
          <p:spPr>
            <a:xfrm>
              <a:off x="4262417" y="3120914"/>
              <a:ext cx="28398" cy="28398"/>
            </a:xfrm>
            <a:prstGeom prst="ellipse">
              <a:avLst/>
            </a:prstGeom>
            <a:solidFill>
              <a:srgbClr val="7F8C97">
                <a:alpha val="48000"/>
              </a:srgbClr>
            </a:solidFill>
            <a:ln w="0">
              <a:noFill/>
              <a:prstDash val="solid"/>
            </a:ln>
          </p:spPr>
        </p:sp>
        <p:sp>
          <p:nvSpPr>
            <p:cNvPr id="1113" name="03_assume_matched_1112">
              <a:extLst>
                <a:ext uri="{FF2B5EF4-FFF2-40B4-BE49-F238E27FC236}">
                  <a16:creationId xmlns:a16="http://schemas.microsoft.com/office/drawing/2014/main" id="{1A524993-EE38-42F4-B7D1-D154C4EF8CC1}"/>
                </a:ext>
              </a:extLst>
            </p:cNvPr>
            <p:cNvSpPr>
              <a:spLocks/>
            </p:cNvSpPr>
            <p:nvPr/>
          </p:nvSpPr>
          <p:spPr>
            <a:xfrm>
              <a:off x="4273354" y="3120914"/>
              <a:ext cx="28398" cy="28398"/>
            </a:xfrm>
            <a:prstGeom prst="ellipse">
              <a:avLst/>
            </a:prstGeom>
            <a:solidFill>
              <a:srgbClr val="7F8C97">
                <a:alpha val="48000"/>
              </a:srgbClr>
            </a:solidFill>
            <a:ln w="0">
              <a:noFill/>
              <a:prstDash val="solid"/>
            </a:ln>
          </p:spPr>
        </p:sp>
        <p:sp>
          <p:nvSpPr>
            <p:cNvPr id="1114" name="03_assume_matched_1113">
              <a:extLst>
                <a:ext uri="{FF2B5EF4-FFF2-40B4-BE49-F238E27FC236}">
                  <a16:creationId xmlns:a16="http://schemas.microsoft.com/office/drawing/2014/main" id="{DA26AE23-BE0B-481E-B7DA-69163E18A848}"/>
                </a:ext>
              </a:extLst>
            </p:cNvPr>
            <p:cNvSpPr>
              <a:spLocks/>
            </p:cNvSpPr>
            <p:nvPr/>
          </p:nvSpPr>
          <p:spPr>
            <a:xfrm>
              <a:off x="4290767" y="3120914"/>
              <a:ext cx="28398" cy="28398"/>
            </a:xfrm>
            <a:prstGeom prst="ellipse">
              <a:avLst/>
            </a:prstGeom>
            <a:solidFill>
              <a:srgbClr val="7F8C97">
                <a:alpha val="48000"/>
              </a:srgbClr>
            </a:solidFill>
            <a:ln w="0">
              <a:noFill/>
              <a:prstDash val="solid"/>
            </a:ln>
          </p:spPr>
        </p:sp>
        <p:sp>
          <p:nvSpPr>
            <p:cNvPr id="1115" name="03_assume_matched_1114">
              <a:extLst>
                <a:ext uri="{FF2B5EF4-FFF2-40B4-BE49-F238E27FC236}">
                  <a16:creationId xmlns:a16="http://schemas.microsoft.com/office/drawing/2014/main" id="{8A4F5E7B-3D24-41BD-A874-35DA0EA47DC4}"/>
                </a:ext>
              </a:extLst>
            </p:cNvPr>
            <p:cNvSpPr>
              <a:spLocks/>
            </p:cNvSpPr>
            <p:nvPr/>
          </p:nvSpPr>
          <p:spPr>
            <a:xfrm>
              <a:off x="4275512" y="3120914"/>
              <a:ext cx="28398" cy="28398"/>
            </a:xfrm>
            <a:prstGeom prst="ellipse">
              <a:avLst/>
            </a:prstGeom>
            <a:solidFill>
              <a:srgbClr val="7F8C97">
                <a:alpha val="48000"/>
              </a:srgbClr>
            </a:solidFill>
            <a:ln w="0">
              <a:noFill/>
              <a:prstDash val="solid"/>
            </a:ln>
          </p:spPr>
        </p:sp>
        <p:sp>
          <p:nvSpPr>
            <p:cNvPr id="1116" name="03_assume_matched_1115">
              <a:extLst>
                <a:ext uri="{FF2B5EF4-FFF2-40B4-BE49-F238E27FC236}">
                  <a16:creationId xmlns:a16="http://schemas.microsoft.com/office/drawing/2014/main" id="{C4311FEA-B5E5-4994-A895-65A63283AD08}"/>
                </a:ext>
              </a:extLst>
            </p:cNvPr>
            <p:cNvSpPr>
              <a:spLocks/>
            </p:cNvSpPr>
            <p:nvPr/>
          </p:nvSpPr>
          <p:spPr>
            <a:xfrm>
              <a:off x="4253782" y="3120914"/>
              <a:ext cx="28398" cy="28398"/>
            </a:xfrm>
            <a:prstGeom prst="ellipse">
              <a:avLst/>
            </a:prstGeom>
            <a:solidFill>
              <a:srgbClr val="7F8C97">
                <a:alpha val="48000"/>
              </a:srgbClr>
            </a:solidFill>
            <a:ln w="0">
              <a:noFill/>
              <a:prstDash val="solid"/>
            </a:ln>
          </p:spPr>
        </p:sp>
        <p:sp>
          <p:nvSpPr>
            <p:cNvPr id="1117" name="03_assume_matched_1116">
              <a:extLst>
                <a:ext uri="{FF2B5EF4-FFF2-40B4-BE49-F238E27FC236}">
                  <a16:creationId xmlns:a16="http://schemas.microsoft.com/office/drawing/2014/main" id="{06639483-2888-478E-9A7C-F2DFEA039553}"/>
                </a:ext>
              </a:extLst>
            </p:cNvPr>
            <p:cNvSpPr>
              <a:spLocks/>
            </p:cNvSpPr>
            <p:nvPr/>
          </p:nvSpPr>
          <p:spPr>
            <a:xfrm>
              <a:off x="4165566" y="2828480"/>
              <a:ext cx="28398" cy="28398"/>
            </a:xfrm>
            <a:prstGeom prst="ellipse">
              <a:avLst/>
            </a:prstGeom>
            <a:solidFill>
              <a:srgbClr val="7F8C97">
                <a:alpha val="48000"/>
              </a:srgbClr>
            </a:solidFill>
            <a:ln w="0">
              <a:noFill/>
              <a:prstDash val="solid"/>
            </a:ln>
          </p:spPr>
        </p:sp>
        <p:sp>
          <p:nvSpPr>
            <p:cNvPr id="1118" name="03_assume_matched_1117">
              <a:extLst>
                <a:ext uri="{FF2B5EF4-FFF2-40B4-BE49-F238E27FC236}">
                  <a16:creationId xmlns:a16="http://schemas.microsoft.com/office/drawing/2014/main" id="{CEB671B4-5B51-4E6F-85E2-13A546959086}"/>
                </a:ext>
              </a:extLst>
            </p:cNvPr>
            <p:cNvSpPr>
              <a:spLocks/>
            </p:cNvSpPr>
            <p:nvPr/>
          </p:nvSpPr>
          <p:spPr>
            <a:xfrm>
              <a:off x="4179525" y="3120914"/>
              <a:ext cx="28398" cy="28398"/>
            </a:xfrm>
            <a:prstGeom prst="ellipse">
              <a:avLst/>
            </a:prstGeom>
            <a:solidFill>
              <a:srgbClr val="7F8C97">
                <a:alpha val="48000"/>
              </a:srgbClr>
            </a:solidFill>
            <a:ln w="0">
              <a:noFill/>
              <a:prstDash val="solid"/>
            </a:ln>
          </p:spPr>
        </p:sp>
        <p:sp>
          <p:nvSpPr>
            <p:cNvPr id="1119" name="03_assume_matched_1118">
              <a:extLst>
                <a:ext uri="{FF2B5EF4-FFF2-40B4-BE49-F238E27FC236}">
                  <a16:creationId xmlns:a16="http://schemas.microsoft.com/office/drawing/2014/main" id="{D9B66480-CE90-4C75-A307-059D7151FF06}"/>
                </a:ext>
              </a:extLst>
            </p:cNvPr>
            <p:cNvSpPr>
              <a:spLocks/>
            </p:cNvSpPr>
            <p:nvPr/>
          </p:nvSpPr>
          <p:spPr>
            <a:xfrm>
              <a:off x="4240686" y="2828480"/>
              <a:ext cx="28398" cy="28398"/>
            </a:xfrm>
            <a:prstGeom prst="ellipse">
              <a:avLst/>
            </a:prstGeom>
            <a:solidFill>
              <a:srgbClr val="7F8C97">
                <a:alpha val="48000"/>
              </a:srgbClr>
            </a:solidFill>
            <a:ln w="0">
              <a:noFill/>
              <a:prstDash val="solid"/>
            </a:ln>
          </p:spPr>
        </p:sp>
        <p:sp>
          <p:nvSpPr>
            <p:cNvPr id="1120" name="03_assume_matched_1119">
              <a:extLst>
                <a:ext uri="{FF2B5EF4-FFF2-40B4-BE49-F238E27FC236}">
                  <a16:creationId xmlns:a16="http://schemas.microsoft.com/office/drawing/2014/main" id="{9586EE28-E8B8-4895-89E3-2032C239E4E0}"/>
                </a:ext>
              </a:extLst>
            </p:cNvPr>
            <p:cNvSpPr>
              <a:spLocks/>
            </p:cNvSpPr>
            <p:nvPr/>
          </p:nvSpPr>
          <p:spPr>
            <a:xfrm>
              <a:off x="4185569" y="3120914"/>
              <a:ext cx="28398" cy="28398"/>
            </a:xfrm>
            <a:prstGeom prst="ellipse">
              <a:avLst/>
            </a:prstGeom>
            <a:solidFill>
              <a:srgbClr val="7F8C97">
                <a:alpha val="48000"/>
              </a:srgbClr>
            </a:solidFill>
            <a:ln w="0">
              <a:noFill/>
              <a:prstDash val="solid"/>
            </a:ln>
          </p:spPr>
        </p:sp>
        <p:sp>
          <p:nvSpPr>
            <p:cNvPr id="1121" name="03_assume_matched_1120">
              <a:extLst>
                <a:ext uri="{FF2B5EF4-FFF2-40B4-BE49-F238E27FC236}">
                  <a16:creationId xmlns:a16="http://schemas.microsoft.com/office/drawing/2014/main" id="{5F5B711E-0F86-408D-B3D1-590BC0201719}"/>
                </a:ext>
              </a:extLst>
            </p:cNvPr>
            <p:cNvSpPr>
              <a:spLocks/>
            </p:cNvSpPr>
            <p:nvPr/>
          </p:nvSpPr>
          <p:spPr>
            <a:xfrm>
              <a:off x="4211617" y="3120914"/>
              <a:ext cx="28398" cy="28398"/>
            </a:xfrm>
            <a:prstGeom prst="ellipse">
              <a:avLst/>
            </a:prstGeom>
            <a:solidFill>
              <a:srgbClr val="7F8C97">
                <a:alpha val="48000"/>
              </a:srgbClr>
            </a:solidFill>
            <a:ln w="0">
              <a:noFill/>
              <a:prstDash val="solid"/>
            </a:ln>
          </p:spPr>
        </p:sp>
        <p:sp>
          <p:nvSpPr>
            <p:cNvPr id="1122" name="03_assume_matched_1121">
              <a:extLst>
                <a:ext uri="{FF2B5EF4-FFF2-40B4-BE49-F238E27FC236}">
                  <a16:creationId xmlns:a16="http://schemas.microsoft.com/office/drawing/2014/main" id="{1A856604-D173-469A-8C2E-474451EA941F}"/>
                </a:ext>
              </a:extLst>
            </p:cNvPr>
            <p:cNvSpPr>
              <a:spLocks/>
            </p:cNvSpPr>
            <p:nvPr/>
          </p:nvSpPr>
          <p:spPr>
            <a:xfrm>
              <a:off x="4160673" y="3120914"/>
              <a:ext cx="28398" cy="28398"/>
            </a:xfrm>
            <a:prstGeom prst="ellipse">
              <a:avLst/>
            </a:prstGeom>
            <a:solidFill>
              <a:srgbClr val="7F8C97">
                <a:alpha val="48000"/>
              </a:srgbClr>
            </a:solidFill>
            <a:ln w="0">
              <a:noFill/>
              <a:prstDash val="solid"/>
            </a:ln>
          </p:spPr>
        </p:sp>
        <p:sp>
          <p:nvSpPr>
            <p:cNvPr id="1123" name="03_assume_matched_1122">
              <a:extLst>
                <a:ext uri="{FF2B5EF4-FFF2-40B4-BE49-F238E27FC236}">
                  <a16:creationId xmlns:a16="http://schemas.microsoft.com/office/drawing/2014/main" id="{80389756-A6A5-4E76-871A-07AECB48C7D3}"/>
                </a:ext>
              </a:extLst>
            </p:cNvPr>
            <p:cNvSpPr>
              <a:spLocks/>
            </p:cNvSpPr>
            <p:nvPr/>
          </p:nvSpPr>
          <p:spPr>
            <a:xfrm>
              <a:off x="4656159" y="2603530"/>
              <a:ext cx="28398" cy="28398"/>
            </a:xfrm>
            <a:prstGeom prst="ellipse">
              <a:avLst/>
            </a:prstGeom>
            <a:solidFill>
              <a:srgbClr val="7F8C97">
                <a:alpha val="48000"/>
              </a:srgbClr>
            </a:solidFill>
            <a:ln w="0">
              <a:noFill/>
              <a:prstDash val="solid"/>
            </a:ln>
          </p:spPr>
        </p:sp>
        <p:sp>
          <p:nvSpPr>
            <p:cNvPr id="1124" name="03_assume_matched_1123">
              <a:extLst>
                <a:ext uri="{FF2B5EF4-FFF2-40B4-BE49-F238E27FC236}">
                  <a16:creationId xmlns:a16="http://schemas.microsoft.com/office/drawing/2014/main" id="{BF025958-A02F-47C3-876C-8860A7EC089B}"/>
                </a:ext>
              </a:extLst>
            </p:cNvPr>
            <p:cNvSpPr>
              <a:spLocks/>
            </p:cNvSpPr>
            <p:nvPr/>
          </p:nvSpPr>
          <p:spPr>
            <a:xfrm>
              <a:off x="4644646" y="3120914"/>
              <a:ext cx="28398" cy="28398"/>
            </a:xfrm>
            <a:prstGeom prst="ellipse">
              <a:avLst/>
            </a:prstGeom>
            <a:solidFill>
              <a:srgbClr val="7F8C97">
                <a:alpha val="48000"/>
              </a:srgbClr>
            </a:solidFill>
            <a:ln w="0">
              <a:noFill/>
              <a:prstDash val="solid"/>
            </a:ln>
          </p:spPr>
        </p:sp>
        <p:sp>
          <p:nvSpPr>
            <p:cNvPr id="1125" name="03_assume_matched_1124">
              <a:extLst>
                <a:ext uri="{FF2B5EF4-FFF2-40B4-BE49-F238E27FC236}">
                  <a16:creationId xmlns:a16="http://schemas.microsoft.com/office/drawing/2014/main" id="{AC1A51DD-754B-49E2-912C-979AA7893A46}"/>
                </a:ext>
              </a:extLst>
            </p:cNvPr>
            <p:cNvSpPr>
              <a:spLocks/>
            </p:cNvSpPr>
            <p:nvPr/>
          </p:nvSpPr>
          <p:spPr>
            <a:xfrm>
              <a:off x="4587515" y="3120914"/>
              <a:ext cx="28398" cy="28398"/>
            </a:xfrm>
            <a:prstGeom prst="ellipse">
              <a:avLst/>
            </a:prstGeom>
            <a:solidFill>
              <a:srgbClr val="7F8C97">
                <a:alpha val="48000"/>
              </a:srgbClr>
            </a:solidFill>
            <a:ln w="0">
              <a:noFill/>
              <a:prstDash val="solid"/>
            </a:ln>
          </p:spPr>
        </p:sp>
        <p:sp>
          <p:nvSpPr>
            <p:cNvPr id="1126" name="03_assume_matched_1125">
              <a:extLst>
                <a:ext uri="{FF2B5EF4-FFF2-40B4-BE49-F238E27FC236}">
                  <a16:creationId xmlns:a16="http://schemas.microsoft.com/office/drawing/2014/main" id="{B513F661-CF95-4C9D-8642-ECE4A5CC3D75}"/>
                </a:ext>
              </a:extLst>
            </p:cNvPr>
            <p:cNvSpPr>
              <a:spLocks/>
            </p:cNvSpPr>
            <p:nvPr/>
          </p:nvSpPr>
          <p:spPr>
            <a:xfrm>
              <a:off x="4666377" y="2536045"/>
              <a:ext cx="28398" cy="28398"/>
            </a:xfrm>
            <a:prstGeom prst="ellipse">
              <a:avLst/>
            </a:prstGeom>
            <a:solidFill>
              <a:srgbClr val="7F8C97">
                <a:alpha val="48000"/>
              </a:srgbClr>
            </a:solidFill>
            <a:ln w="0">
              <a:noFill/>
              <a:prstDash val="solid"/>
            </a:ln>
          </p:spPr>
        </p:sp>
        <p:sp>
          <p:nvSpPr>
            <p:cNvPr id="1127" name="03_assume_matched_1126">
              <a:extLst>
                <a:ext uri="{FF2B5EF4-FFF2-40B4-BE49-F238E27FC236}">
                  <a16:creationId xmlns:a16="http://schemas.microsoft.com/office/drawing/2014/main" id="{AC8FED1D-621C-49A9-AF99-955B949FC0A4}"/>
                </a:ext>
              </a:extLst>
            </p:cNvPr>
            <p:cNvSpPr>
              <a:spLocks/>
            </p:cNvSpPr>
            <p:nvPr/>
          </p:nvSpPr>
          <p:spPr>
            <a:xfrm>
              <a:off x="4634141" y="2536045"/>
              <a:ext cx="28398" cy="28398"/>
            </a:xfrm>
            <a:prstGeom prst="ellipse">
              <a:avLst/>
            </a:prstGeom>
            <a:solidFill>
              <a:srgbClr val="7F8C97">
                <a:alpha val="48000"/>
              </a:srgbClr>
            </a:solidFill>
            <a:ln w="0">
              <a:noFill/>
              <a:prstDash val="solid"/>
            </a:ln>
          </p:spPr>
        </p:sp>
        <p:sp>
          <p:nvSpPr>
            <p:cNvPr id="1128" name="03_assume_matched_1127">
              <a:extLst>
                <a:ext uri="{FF2B5EF4-FFF2-40B4-BE49-F238E27FC236}">
                  <a16:creationId xmlns:a16="http://schemas.microsoft.com/office/drawing/2014/main" id="{6CF8E091-A3A4-4DD0-A931-A6EF185FDBD6}"/>
                </a:ext>
              </a:extLst>
            </p:cNvPr>
            <p:cNvSpPr>
              <a:spLocks/>
            </p:cNvSpPr>
            <p:nvPr/>
          </p:nvSpPr>
          <p:spPr>
            <a:xfrm>
              <a:off x="4538873" y="2642385"/>
              <a:ext cx="28398" cy="28398"/>
            </a:xfrm>
            <a:prstGeom prst="ellipse">
              <a:avLst/>
            </a:prstGeom>
            <a:solidFill>
              <a:srgbClr val="7F8C97">
                <a:alpha val="48000"/>
              </a:srgbClr>
            </a:solidFill>
            <a:ln w="0">
              <a:noFill/>
              <a:prstDash val="solid"/>
            </a:ln>
          </p:spPr>
        </p:sp>
        <p:sp>
          <p:nvSpPr>
            <p:cNvPr id="1129" name="03_assume_matched_1128">
              <a:extLst>
                <a:ext uri="{FF2B5EF4-FFF2-40B4-BE49-F238E27FC236}">
                  <a16:creationId xmlns:a16="http://schemas.microsoft.com/office/drawing/2014/main" id="{08191553-4747-428E-BBC7-8BC6EF786F4F}"/>
                </a:ext>
              </a:extLst>
            </p:cNvPr>
            <p:cNvSpPr>
              <a:spLocks/>
            </p:cNvSpPr>
            <p:nvPr/>
          </p:nvSpPr>
          <p:spPr>
            <a:xfrm>
              <a:off x="4569526" y="3120914"/>
              <a:ext cx="28398" cy="28398"/>
            </a:xfrm>
            <a:prstGeom prst="ellipse">
              <a:avLst/>
            </a:prstGeom>
            <a:solidFill>
              <a:srgbClr val="7F8C97">
                <a:alpha val="48000"/>
              </a:srgbClr>
            </a:solidFill>
            <a:ln w="0">
              <a:noFill/>
              <a:prstDash val="solid"/>
            </a:ln>
          </p:spPr>
        </p:sp>
        <p:sp>
          <p:nvSpPr>
            <p:cNvPr id="1130" name="03_assume_matched_1129">
              <a:extLst>
                <a:ext uri="{FF2B5EF4-FFF2-40B4-BE49-F238E27FC236}">
                  <a16:creationId xmlns:a16="http://schemas.microsoft.com/office/drawing/2014/main" id="{146D7DC4-DB27-4347-A43A-8BE53B411BF0}"/>
                </a:ext>
              </a:extLst>
            </p:cNvPr>
            <p:cNvSpPr>
              <a:spLocks/>
            </p:cNvSpPr>
            <p:nvPr/>
          </p:nvSpPr>
          <p:spPr>
            <a:xfrm>
              <a:off x="4538585" y="3120914"/>
              <a:ext cx="28398" cy="28398"/>
            </a:xfrm>
            <a:prstGeom prst="ellipse">
              <a:avLst/>
            </a:prstGeom>
            <a:solidFill>
              <a:srgbClr val="7F8C97">
                <a:alpha val="48000"/>
              </a:srgbClr>
            </a:solidFill>
            <a:ln w="0">
              <a:noFill/>
              <a:prstDash val="solid"/>
            </a:ln>
          </p:spPr>
        </p:sp>
        <p:sp>
          <p:nvSpPr>
            <p:cNvPr id="1131" name="03_assume_matched_1130">
              <a:extLst>
                <a:ext uri="{FF2B5EF4-FFF2-40B4-BE49-F238E27FC236}">
                  <a16:creationId xmlns:a16="http://schemas.microsoft.com/office/drawing/2014/main" id="{AA358B71-F1BA-4BB5-8068-1B441AC2D22B}"/>
                </a:ext>
              </a:extLst>
            </p:cNvPr>
            <p:cNvSpPr>
              <a:spLocks/>
            </p:cNvSpPr>
            <p:nvPr/>
          </p:nvSpPr>
          <p:spPr>
            <a:xfrm>
              <a:off x="4619894" y="3120914"/>
              <a:ext cx="28398" cy="28398"/>
            </a:xfrm>
            <a:prstGeom prst="ellipse">
              <a:avLst/>
            </a:prstGeom>
            <a:solidFill>
              <a:srgbClr val="7F8C97">
                <a:alpha val="48000"/>
              </a:srgbClr>
            </a:solidFill>
            <a:ln w="0">
              <a:noFill/>
              <a:prstDash val="solid"/>
            </a:ln>
          </p:spPr>
        </p:sp>
        <p:sp>
          <p:nvSpPr>
            <p:cNvPr id="1132" name="03_assume_matched_1131">
              <a:extLst>
                <a:ext uri="{FF2B5EF4-FFF2-40B4-BE49-F238E27FC236}">
                  <a16:creationId xmlns:a16="http://schemas.microsoft.com/office/drawing/2014/main" id="{88B50DB3-8964-4033-8DEB-44A1D95EFC88}"/>
                </a:ext>
              </a:extLst>
            </p:cNvPr>
            <p:cNvSpPr>
              <a:spLocks/>
            </p:cNvSpPr>
            <p:nvPr/>
          </p:nvSpPr>
          <p:spPr>
            <a:xfrm>
              <a:off x="4601186" y="3120914"/>
              <a:ext cx="28398" cy="28398"/>
            </a:xfrm>
            <a:prstGeom prst="ellipse">
              <a:avLst/>
            </a:prstGeom>
            <a:solidFill>
              <a:srgbClr val="7F8C97">
                <a:alpha val="48000"/>
              </a:srgbClr>
            </a:solidFill>
            <a:ln w="0">
              <a:noFill/>
              <a:prstDash val="solid"/>
            </a:ln>
          </p:spPr>
        </p:sp>
        <p:sp>
          <p:nvSpPr>
            <p:cNvPr id="1133" name="03_assume_matched_1132">
              <a:extLst>
                <a:ext uri="{FF2B5EF4-FFF2-40B4-BE49-F238E27FC236}">
                  <a16:creationId xmlns:a16="http://schemas.microsoft.com/office/drawing/2014/main" id="{B22D84AE-D776-4A2D-A2D6-A75F7408B108}"/>
                </a:ext>
              </a:extLst>
            </p:cNvPr>
            <p:cNvSpPr>
              <a:spLocks/>
            </p:cNvSpPr>
            <p:nvPr/>
          </p:nvSpPr>
          <p:spPr>
            <a:xfrm>
              <a:off x="4585932" y="3120914"/>
              <a:ext cx="28398" cy="28398"/>
            </a:xfrm>
            <a:prstGeom prst="ellipse">
              <a:avLst/>
            </a:prstGeom>
            <a:solidFill>
              <a:srgbClr val="7F8C97">
                <a:alpha val="48000"/>
              </a:srgbClr>
            </a:solidFill>
            <a:ln w="0">
              <a:noFill/>
              <a:prstDash val="solid"/>
            </a:ln>
          </p:spPr>
        </p:sp>
        <p:sp>
          <p:nvSpPr>
            <p:cNvPr id="1134" name="03_assume_matched_1133">
              <a:extLst>
                <a:ext uri="{FF2B5EF4-FFF2-40B4-BE49-F238E27FC236}">
                  <a16:creationId xmlns:a16="http://schemas.microsoft.com/office/drawing/2014/main" id="{589D803D-9915-48FF-87FE-158760A320AC}"/>
                </a:ext>
              </a:extLst>
            </p:cNvPr>
            <p:cNvSpPr>
              <a:spLocks/>
            </p:cNvSpPr>
            <p:nvPr/>
          </p:nvSpPr>
          <p:spPr>
            <a:xfrm>
              <a:off x="4571685" y="3120914"/>
              <a:ext cx="28398" cy="28398"/>
            </a:xfrm>
            <a:prstGeom prst="ellipse">
              <a:avLst/>
            </a:prstGeom>
            <a:solidFill>
              <a:srgbClr val="7F8C97">
                <a:alpha val="48000"/>
              </a:srgbClr>
            </a:solidFill>
            <a:ln w="0">
              <a:noFill/>
              <a:prstDash val="solid"/>
            </a:ln>
          </p:spPr>
        </p:sp>
        <p:sp>
          <p:nvSpPr>
            <p:cNvPr id="1135" name="03_assume_matched_1134">
              <a:extLst>
                <a:ext uri="{FF2B5EF4-FFF2-40B4-BE49-F238E27FC236}">
                  <a16:creationId xmlns:a16="http://schemas.microsoft.com/office/drawing/2014/main" id="{3B30F22E-8138-4D2C-8780-7C59656C8272}"/>
                </a:ext>
              </a:extLst>
            </p:cNvPr>
            <p:cNvSpPr>
              <a:spLocks/>
            </p:cNvSpPr>
            <p:nvPr/>
          </p:nvSpPr>
          <p:spPr>
            <a:xfrm>
              <a:off x="4588090" y="3120914"/>
              <a:ext cx="28398" cy="28398"/>
            </a:xfrm>
            <a:prstGeom prst="ellipse">
              <a:avLst/>
            </a:prstGeom>
            <a:solidFill>
              <a:srgbClr val="7F8C97">
                <a:alpha val="48000"/>
              </a:srgbClr>
            </a:solidFill>
            <a:ln w="0">
              <a:noFill/>
              <a:prstDash val="solid"/>
            </a:ln>
          </p:spPr>
        </p:sp>
        <p:sp>
          <p:nvSpPr>
            <p:cNvPr id="1136" name="03_assume_matched_1135">
              <a:extLst>
                <a:ext uri="{FF2B5EF4-FFF2-40B4-BE49-F238E27FC236}">
                  <a16:creationId xmlns:a16="http://schemas.microsoft.com/office/drawing/2014/main" id="{92650F0E-C8B7-439B-8AF4-B111DD81F043}"/>
                </a:ext>
              </a:extLst>
            </p:cNvPr>
            <p:cNvSpPr>
              <a:spLocks/>
            </p:cNvSpPr>
            <p:nvPr/>
          </p:nvSpPr>
          <p:spPr>
            <a:xfrm>
              <a:off x="4673284" y="2682262"/>
              <a:ext cx="28398" cy="28398"/>
            </a:xfrm>
            <a:prstGeom prst="ellipse">
              <a:avLst/>
            </a:prstGeom>
            <a:solidFill>
              <a:srgbClr val="7F8C97">
                <a:alpha val="48000"/>
              </a:srgbClr>
            </a:solidFill>
            <a:ln w="0">
              <a:noFill/>
              <a:prstDash val="solid"/>
            </a:ln>
          </p:spPr>
        </p:sp>
        <p:sp>
          <p:nvSpPr>
            <p:cNvPr id="1137" name="03_assume_matched_1136">
              <a:extLst>
                <a:ext uri="{FF2B5EF4-FFF2-40B4-BE49-F238E27FC236}">
                  <a16:creationId xmlns:a16="http://schemas.microsoft.com/office/drawing/2014/main" id="{4B7F7330-0ABA-43C8-9E30-D20B4BBD98DE}"/>
                </a:ext>
              </a:extLst>
            </p:cNvPr>
            <p:cNvSpPr>
              <a:spLocks/>
            </p:cNvSpPr>
            <p:nvPr/>
          </p:nvSpPr>
          <p:spPr>
            <a:xfrm>
              <a:off x="4628241" y="2731002"/>
              <a:ext cx="28398" cy="28398"/>
            </a:xfrm>
            <a:prstGeom prst="ellipse">
              <a:avLst/>
            </a:prstGeom>
            <a:solidFill>
              <a:srgbClr val="7F8C97">
                <a:alpha val="48000"/>
              </a:srgbClr>
            </a:solidFill>
            <a:ln w="0">
              <a:noFill/>
              <a:prstDash val="solid"/>
            </a:ln>
          </p:spPr>
        </p:sp>
        <p:sp>
          <p:nvSpPr>
            <p:cNvPr id="1138" name="03_assume_matched_1137">
              <a:extLst>
                <a:ext uri="{FF2B5EF4-FFF2-40B4-BE49-F238E27FC236}">
                  <a16:creationId xmlns:a16="http://schemas.microsoft.com/office/drawing/2014/main" id="{79D86BC2-B6CE-42A0-9259-13C2748C1516}"/>
                </a:ext>
              </a:extLst>
            </p:cNvPr>
            <p:cNvSpPr>
              <a:spLocks/>
            </p:cNvSpPr>
            <p:nvPr/>
          </p:nvSpPr>
          <p:spPr>
            <a:xfrm>
              <a:off x="4638027" y="3023436"/>
              <a:ext cx="28398" cy="28398"/>
            </a:xfrm>
            <a:prstGeom prst="ellipse">
              <a:avLst/>
            </a:prstGeom>
            <a:solidFill>
              <a:srgbClr val="7F8C97">
                <a:alpha val="48000"/>
              </a:srgbClr>
            </a:solidFill>
            <a:ln w="0">
              <a:noFill/>
              <a:prstDash val="solid"/>
            </a:ln>
          </p:spPr>
        </p:sp>
        <p:sp>
          <p:nvSpPr>
            <p:cNvPr id="1139" name="03_assume_matched_1138">
              <a:extLst>
                <a:ext uri="{FF2B5EF4-FFF2-40B4-BE49-F238E27FC236}">
                  <a16:creationId xmlns:a16="http://schemas.microsoft.com/office/drawing/2014/main" id="{5D7C8FE2-F739-4C6F-ACB4-28CF2BAF97AE}"/>
                </a:ext>
              </a:extLst>
            </p:cNvPr>
            <p:cNvSpPr>
              <a:spLocks/>
            </p:cNvSpPr>
            <p:nvPr/>
          </p:nvSpPr>
          <p:spPr>
            <a:xfrm>
              <a:off x="4574851" y="3023436"/>
              <a:ext cx="28398" cy="28398"/>
            </a:xfrm>
            <a:prstGeom prst="ellipse">
              <a:avLst/>
            </a:prstGeom>
            <a:solidFill>
              <a:srgbClr val="7F8C97">
                <a:alpha val="48000"/>
              </a:srgbClr>
            </a:solidFill>
            <a:ln w="0">
              <a:noFill/>
              <a:prstDash val="solid"/>
            </a:ln>
          </p:spPr>
        </p:sp>
        <p:sp>
          <p:nvSpPr>
            <p:cNvPr id="1140" name="03_assume_matched_1139">
              <a:extLst>
                <a:ext uri="{FF2B5EF4-FFF2-40B4-BE49-F238E27FC236}">
                  <a16:creationId xmlns:a16="http://schemas.microsoft.com/office/drawing/2014/main" id="{3C9EA7C9-4698-445F-BAF5-CC34D6562897}"/>
                </a:ext>
              </a:extLst>
            </p:cNvPr>
            <p:cNvSpPr>
              <a:spLocks/>
            </p:cNvSpPr>
            <p:nvPr/>
          </p:nvSpPr>
          <p:spPr>
            <a:xfrm>
              <a:off x="4665225" y="2925958"/>
              <a:ext cx="28398" cy="28398"/>
            </a:xfrm>
            <a:prstGeom prst="ellipse">
              <a:avLst/>
            </a:prstGeom>
            <a:solidFill>
              <a:srgbClr val="7F8C97">
                <a:alpha val="48000"/>
              </a:srgbClr>
            </a:solidFill>
            <a:ln w="0">
              <a:noFill/>
              <a:prstDash val="solid"/>
            </a:ln>
          </p:spPr>
        </p:sp>
        <p:sp>
          <p:nvSpPr>
            <p:cNvPr id="1141" name="03_assume_matched_1140">
              <a:extLst>
                <a:ext uri="{FF2B5EF4-FFF2-40B4-BE49-F238E27FC236}">
                  <a16:creationId xmlns:a16="http://schemas.microsoft.com/office/drawing/2014/main" id="{D3F00433-7296-4190-AD64-B2E52D3149CE}"/>
                </a:ext>
              </a:extLst>
            </p:cNvPr>
            <p:cNvSpPr>
              <a:spLocks/>
            </p:cNvSpPr>
            <p:nvPr/>
          </p:nvSpPr>
          <p:spPr>
            <a:xfrm>
              <a:off x="4638314" y="2642385"/>
              <a:ext cx="28398" cy="28398"/>
            </a:xfrm>
            <a:prstGeom prst="ellipse">
              <a:avLst/>
            </a:prstGeom>
            <a:solidFill>
              <a:srgbClr val="7F8C97">
                <a:alpha val="48000"/>
              </a:srgbClr>
            </a:solidFill>
            <a:ln w="0">
              <a:noFill/>
              <a:prstDash val="solid"/>
            </a:ln>
          </p:spPr>
        </p:sp>
        <p:sp>
          <p:nvSpPr>
            <p:cNvPr id="1142" name="03_assume_matched_1141">
              <a:extLst>
                <a:ext uri="{FF2B5EF4-FFF2-40B4-BE49-F238E27FC236}">
                  <a16:creationId xmlns:a16="http://schemas.microsoft.com/office/drawing/2014/main" id="{1CB61D7B-2AEB-4BF9-928B-CE84918E1A2F}"/>
                </a:ext>
              </a:extLst>
            </p:cNvPr>
            <p:cNvSpPr>
              <a:spLocks/>
            </p:cNvSpPr>
            <p:nvPr/>
          </p:nvSpPr>
          <p:spPr>
            <a:xfrm>
              <a:off x="4556142" y="3120914"/>
              <a:ext cx="28398" cy="28398"/>
            </a:xfrm>
            <a:prstGeom prst="ellipse">
              <a:avLst/>
            </a:prstGeom>
            <a:solidFill>
              <a:srgbClr val="7F8C97">
                <a:alpha val="48000"/>
              </a:srgbClr>
            </a:solidFill>
            <a:ln w="0">
              <a:noFill/>
              <a:prstDash val="solid"/>
            </a:ln>
          </p:spPr>
        </p:sp>
        <p:sp>
          <p:nvSpPr>
            <p:cNvPr id="1143" name="03_assume_matched_1142">
              <a:extLst>
                <a:ext uri="{FF2B5EF4-FFF2-40B4-BE49-F238E27FC236}">
                  <a16:creationId xmlns:a16="http://schemas.microsoft.com/office/drawing/2014/main" id="{9984DE07-FA88-4340-A341-C3B824BF6E2E}"/>
                </a:ext>
              </a:extLst>
            </p:cNvPr>
            <p:cNvSpPr>
              <a:spLocks/>
            </p:cNvSpPr>
            <p:nvPr/>
          </p:nvSpPr>
          <p:spPr>
            <a:xfrm>
              <a:off x="4563482" y="3120914"/>
              <a:ext cx="28398" cy="28398"/>
            </a:xfrm>
            <a:prstGeom prst="ellipse">
              <a:avLst/>
            </a:prstGeom>
            <a:solidFill>
              <a:srgbClr val="7F8C97">
                <a:alpha val="48000"/>
              </a:srgbClr>
            </a:solidFill>
            <a:ln w="0">
              <a:noFill/>
              <a:prstDash val="solid"/>
            </a:ln>
          </p:spPr>
        </p:sp>
        <p:sp>
          <p:nvSpPr>
            <p:cNvPr id="1144" name="03_assume_matched_1143">
              <a:extLst>
                <a:ext uri="{FF2B5EF4-FFF2-40B4-BE49-F238E27FC236}">
                  <a16:creationId xmlns:a16="http://schemas.microsoft.com/office/drawing/2014/main" id="{B7033BDE-8425-4D90-966E-A5C4F8B9E22D}"/>
                </a:ext>
              </a:extLst>
            </p:cNvPr>
            <p:cNvSpPr>
              <a:spLocks/>
            </p:cNvSpPr>
            <p:nvPr/>
          </p:nvSpPr>
          <p:spPr>
            <a:xfrm>
              <a:off x="4574707" y="2925958"/>
              <a:ext cx="28398" cy="28398"/>
            </a:xfrm>
            <a:prstGeom prst="ellipse">
              <a:avLst/>
            </a:prstGeom>
            <a:solidFill>
              <a:srgbClr val="7F8C97">
                <a:alpha val="48000"/>
              </a:srgbClr>
            </a:solidFill>
            <a:ln w="0">
              <a:noFill/>
              <a:prstDash val="solid"/>
            </a:ln>
          </p:spPr>
        </p:sp>
        <p:sp>
          <p:nvSpPr>
            <p:cNvPr id="1145" name="03_assume_matched_1144">
              <a:extLst>
                <a:ext uri="{FF2B5EF4-FFF2-40B4-BE49-F238E27FC236}">
                  <a16:creationId xmlns:a16="http://schemas.microsoft.com/office/drawing/2014/main" id="{98287177-2E76-4D07-8769-2CE2ECF5A884}"/>
                </a:ext>
              </a:extLst>
            </p:cNvPr>
            <p:cNvSpPr>
              <a:spLocks/>
            </p:cNvSpPr>
            <p:nvPr/>
          </p:nvSpPr>
          <p:spPr>
            <a:xfrm>
              <a:off x="4664074" y="2828480"/>
              <a:ext cx="28398" cy="28398"/>
            </a:xfrm>
            <a:prstGeom prst="ellipse">
              <a:avLst/>
            </a:prstGeom>
            <a:solidFill>
              <a:srgbClr val="7F8C97">
                <a:alpha val="48000"/>
              </a:srgbClr>
            </a:solidFill>
            <a:ln w="0">
              <a:noFill/>
              <a:prstDash val="solid"/>
            </a:ln>
          </p:spPr>
        </p:sp>
        <p:sp>
          <p:nvSpPr>
            <p:cNvPr id="1146" name="03_assume_matched_1145">
              <a:extLst>
                <a:ext uri="{FF2B5EF4-FFF2-40B4-BE49-F238E27FC236}">
                  <a16:creationId xmlns:a16="http://schemas.microsoft.com/office/drawing/2014/main" id="{391C5B76-5CF9-45D6-B634-3F2702701EC9}"/>
                </a:ext>
              </a:extLst>
            </p:cNvPr>
            <p:cNvSpPr>
              <a:spLocks/>
            </p:cNvSpPr>
            <p:nvPr/>
          </p:nvSpPr>
          <p:spPr>
            <a:xfrm>
              <a:off x="4577009" y="2536045"/>
              <a:ext cx="28398" cy="28398"/>
            </a:xfrm>
            <a:prstGeom prst="ellipse">
              <a:avLst/>
            </a:prstGeom>
            <a:solidFill>
              <a:srgbClr val="7F8C97">
                <a:alpha val="48000"/>
              </a:srgbClr>
            </a:solidFill>
            <a:ln w="0">
              <a:noFill/>
              <a:prstDash val="solid"/>
            </a:ln>
          </p:spPr>
        </p:sp>
        <p:sp>
          <p:nvSpPr>
            <p:cNvPr id="1147" name="03_assume_matched_1146">
              <a:extLst>
                <a:ext uri="{FF2B5EF4-FFF2-40B4-BE49-F238E27FC236}">
                  <a16:creationId xmlns:a16="http://schemas.microsoft.com/office/drawing/2014/main" id="{75B4B6DC-DED4-48A9-BC45-4BA5B2F84615}"/>
                </a:ext>
              </a:extLst>
            </p:cNvPr>
            <p:cNvSpPr>
              <a:spLocks/>
            </p:cNvSpPr>
            <p:nvPr/>
          </p:nvSpPr>
          <p:spPr>
            <a:xfrm>
              <a:off x="4656015" y="3055929"/>
              <a:ext cx="28398" cy="28398"/>
            </a:xfrm>
            <a:prstGeom prst="ellipse">
              <a:avLst/>
            </a:prstGeom>
            <a:solidFill>
              <a:srgbClr val="7F8C97">
                <a:alpha val="48000"/>
              </a:srgbClr>
            </a:solidFill>
            <a:ln w="0">
              <a:noFill/>
              <a:prstDash val="solid"/>
            </a:ln>
          </p:spPr>
        </p:sp>
        <p:sp>
          <p:nvSpPr>
            <p:cNvPr id="1148" name="03_assume_matched_1147">
              <a:extLst>
                <a:ext uri="{FF2B5EF4-FFF2-40B4-BE49-F238E27FC236}">
                  <a16:creationId xmlns:a16="http://schemas.microsoft.com/office/drawing/2014/main" id="{52A61936-8D23-433E-9430-6C5B8AA943DD}"/>
                </a:ext>
              </a:extLst>
            </p:cNvPr>
            <p:cNvSpPr>
              <a:spLocks/>
            </p:cNvSpPr>
            <p:nvPr/>
          </p:nvSpPr>
          <p:spPr>
            <a:xfrm>
              <a:off x="4657166" y="2536045"/>
              <a:ext cx="28398" cy="28398"/>
            </a:xfrm>
            <a:prstGeom prst="ellipse">
              <a:avLst/>
            </a:prstGeom>
            <a:solidFill>
              <a:srgbClr val="7F8C97">
                <a:alpha val="48000"/>
              </a:srgbClr>
            </a:solidFill>
            <a:ln w="0">
              <a:noFill/>
              <a:prstDash val="solid"/>
            </a:ln>
          </p:spPr>
        </p:sp>
        <p:sp>
          <p:nvSpPr>
            <p:cNvPr id="1149" name="03_assume_matched_1148">
              <a:extLst>
                <a:ext uri="{FF2B5EF4-FFF2-40B4-BE49-F238E27FC236}">
                  <a16:creationId xmlns:a16="http://schemas.microsoft.com/office/drawing/2014/main" id="{B5F95B7C-206C-4E5D-9371-59B158B0823D}"/>
                </a:ext>
              </a:extLst>
            </p:cNvPr>
            <p:cNvSpPr>
              <a:spLocks/>
            </p:cNvSpPr>
            <p:nvPr/>
          </p:nvSpPr>
          <p:spPr>
            <a:xfrm>
              <a:off x="4660908" y="3120914"/>
              <a:ext cx="28398" cy="28398"/>
            </a:xfrm>
            <a:prstGeom prst="ellipse">
              <a:avLst/>
            </a:prstGeom>
            <a:solidFill>
              <a:srgbClr val="7F8C97">
                <a:alpha val="48000"/>
              </a:srgbClr>
            </a:solidFill>
            <a:ln w="0">
              <a:noFill/>
              <a:prstDash val="solid"/>
            </a:ln>
          </p:spPr>
        </p:sp>
        <p:sp>
          <p:nvSpPr>
            <p:cNvPr id="1150" name="03_assume_matched_1149">
              <a:extLst>
                <a:ext uri="{FF2B5EF4-FFF2-40B4-BE49-F238E27FC236}">
                  <a16:creationId xmlns:a16="http://schemas.microsoft.com/office/drawing/2014/main" id="{9CED6B64-9185-41F6-A5BC-6714D8026407}"/>
                </a:ext>
              </a:extLst>
            </p:cNvPr>
            <p:cNvSpPr>
              <a:spLocks/>
            </p:cNvSpPr>
            <p:nvPr/>
          </p:nvSpPr>
          <p:spPr>
            <a:xfrm>
              <a:off x="4578160" y="2925958"/>
              <a:ext cx="28398" cy="28398"/>
            </a:xfrm>
            <a:prstGeom prst="ellipse">
              <a:avLst/>
            </a:prstGeom>
            <a:solidFill>
              <a:srgbClr val="7F8C97">
                <a:alpha val="48000"/>
              </a:srgbClr>
            </a:solidFill>
            <a:ln w="0">
              <a:noFill/>
              <a:prstDash val="solid"/>
            </a:ln>
          </p:spPr>
        </p:sp>
        <p:sp>
          <p:nvSpPr>
            <p:cNvPr id="1151" name="03_assume_matched_1150">
              <a:extLst>
                <a:ext uri="{FF2B5EF4-FFF2-40B4-BE49-F238E27FC236}">
                  <a16:creationId xmlns:a16="http://schemas.microsoft.com/office/drawing/2014/main" id="{694F9794-D1D4-40EE-9570-DC16FE14E9AE}"/>
                </a:ext>
              </a:extLst>
            </p:cNvPr>
            <p:cNvSpPr>
              <a:spLocks/>
            </p:cNvSpPr>
            <p:nvPr/>
          </p:nvSpPr>
          <p:spPr>
            <a:xfrm>
              <a:off x="4556430" y="2682262"/>
              <a:ext cx="28398" cy="28398"/>
            </a:xfrm>
            <a:prstGeom prst="ellipse">
              <a:avLst/>
            </a:prstGeom>
            <a:solidFill>
              <a:srgbClr val="7F8C97">
                <a:alpha val="48000"/>
              </a:srgbClr>
            </a:solidFill>
            <a:ln w="0">
              <a:noFill/>
              <a:prstDash val="solid"/>
            </a:ln>
          </p:spPr>
        </p:sp>
        <p:sp>
          <p:nvSpPr>
            <p:cNvPr id="1152" name="03_assume_matched_1151">
              <a:extLst>
                <a:ext uri="{FF2B5EF4-FFF2-40B4-BE49-F238E27FC236}">
                  <a16:creationId xmlns:a16="http://schemas.microsoft.com/office/drawing/2014/main" id="{6144574F-1F01-40C5-BDEC-8090A186448E}"/>
                </a:ext>
              </a:extLst>
            </p:cNvPr>
            <p:cNvSpPr>
              <a:spLocks/>
            </p:cNvSpPr>
            <p:nvPr/>
          </p:nvSpPr>
          <p:spPr>
            <a:xfrm>
              <a:off x="4640185" y="2536045"/>
              <a:ext cx="28398" cy="28398"/>
            </a:xfrm>
            <a:prstGeom prst="ellipse">
              <a:avLst/>
            </a:prstGeom>
            <a:solidFill>
              <a:srgbClr val="7F8C97">
                <a:alpha val="48000"/>
              </a:srgbClr>
            </a:solidFill>
            <a:ln w="0">
              <a:noFill/>
              <a:prstDash val="solid"/>
            </a:ln>
          </p:spPr>
        </p:sp>
        <p:sp>
          <p:nvSpPr>
            <p:cNvPr id="1153" name="03_assume_matched_1152">
              <a:extLst>
                <a:ext uri="{FF2B5EF4-FFF2-40B4-BE49-F238E27FC236}">
                  <a16:creationId xmlns:a16="http://schemas.microsoft.com/office/drawing/2014/main" id="{EA976496-5226-497F-9572-FBF78260C00E}"/>
                </a:ext>
              </a:extLst>
            </p:cNvPr>
            <p:cNvSpPr>
              <a:spLocks/>
            </p:cNvSpPr>
            <p:nvPr/>
          </p:nvSpPr>
          <p:spPr>
            <a:xfrm>
              <a:off x="4549666" y="3120914"/>
              <a:ext cx="28398" cy="28398"/>
            </a:xfrm>
            <a:prstGeom prst="ellipse">
              <a:avLst/>
            </a:prstGeom>
            <a:solidFill>
              <a:srgbClr val="7F8C97">
                <a:alpha val="48000"/>
              </a:srgbClr>
            </a:solidFill>
            <a:ln w="0">
              <a:noFill/>
              <a:prstDash val="solid"/>
            </a:ln>
          </p:spPr>
        </p:sp>
        <p:sp>
          <p:nvSpPr>
            <p:cNvPr id="1154" name="03_assume_matched_1153">
              <a:extLst>
                <a:ext uri="{FF2B5EF4-FFF2-40B4-BE49-F238E27FC236}">
                  <a16:creationId xmlns:a16="http://schemas.microsoft.com/office/drawing/2014/main" id="{7A8BBDC1-97D4-45B7-9999-870888195E50}"/>
                </a:ext>
              </a:extLst>
            </p:cNvPr>
            <p:cNvSpPr>
              <a:spLocks/>
            </p:cNvSpPr>
            <p:nvPr/>
          </p:nvSpPr>
          <p:spPr>
            <a:xfrm>
              <a:off x="4643783" y="2536045"/>
              <a:ext cx="28398" cy="28398"/>
            </a:xfrm>
            <a:prstGeom prst="ellipse">
              <a:avLst/>
            </a:prstGeom>
            <a:solidFill>
              <a:srgbClr val="7F8C97">
                <a:alpha val="48000"/>
              </a:srgbClr>
            </a:solidFill>
            <a:ln w="0">
              <a:noFill/>
              <a:prstDash val="solid"/>
            </a:ln>
          </p:spPr>
        </p:sp>
        <p:sp>
          <p:nvSpPr>
            <p:cNvPr id="1155" name="03_assume_matched_1154">
              <a:extLst>
                <a:ext uri="{FF2B5EF4-FFF2-40B4-BE49-F238E27FC236}">
                  <a16:creationId xmlns:a16="http://schemas.microsoft.com/office/drawing/2014/main" id="{E29766CA-8C60-4BCC-A2DE-D154516C0021}"/>
                </a:ext>
              </a:extLst>
            </p:cNvPr>
            <p:cNvSpPr>
              <a:spLocks/>
            </p:cNvSpPr>
            <p:nvPr/>
          </p:nvSpPr>
          <p:spPr>
            <a:xfrm>
              <a:off x="4550962" y="3120914"/>
              <a:ext cx="28398" cy="28398"/>
            </a:xfrm>
            <a:prstGeom prst="ellipse">
              <a:avLst/>
            </a:prstGeom>
            <a:solidFill>
              <a:srgbClr val="7F8C97">
                <a:alpha val="48000"/>
              </a:srgbClr>
            </a:solidFill>
            <a:ln w="0">
              <a:noFill/>
              <a:prstDash val="solid"/>
            </a:ln>
          </p:spPr>
        </p:sp>
        <p:sp>
          <p:nvSpPr>
            <p:cNvPr id="1156" name="03_assume_matched_1155">
              <a:extLst>
                <a:ext uri="{FF2B5EF4-FFF2-40B4-BE49-F238E27FC236}">
                  <a16:creationId xmlns:a16="http://schemas.microsoft.com/office/drawing/2014/main" id="{DE4C9491-881D-4707-A1B0-7D8006C85587}"/>
                </a:ext>
              </a:extLst>
            </p:cNvPr>
            <p:cNvSpPr>
              <a:spLocks/>
            </p:cNvSpPr>
            <p:nvPr/>
          </p:nvSpPr>
          <p:spPr>
            <a:xfrm>
              <a:off x="4671413" y="2536045"/>
              <a:ext cx="28398" cy="28398"/>
            </a:xfrm>
            <a:prstGeom prst="ellipse">
              <a:avLst/>
            </a:prstGeom>
            <a:solidFill>
              <a:srgbClr val="7F8C97">
                <a:alpha val="48000"/>
              </a:srgbClr>
            </a:solidFill>
            <a:ln w="0">
              <a:noFill/>
              <a:prstDash val="solid"/>
            </a:ln>
          </p:spPr>
        </p:sp>
        <p:sp>
          <p:nvSpPr>
            <p:cNvPr id="1157" name="03_assume_matched_1156">
              <a:extLst>
                <a:ext uri="{FF2B5EF4-FFF2-40B4-BE49-F238E27FC236}">
                  <a16:creationId xmlns:a16="http://schemas.microsoft.com/office/drawing/2014/main" id="{6941CAD2-0775-4823-BF64-6B30E2358705}"/>
                </a:ext>
              </a:extLst>
            </p:cNvPr>
            <p:cNvSpPr>
              <a:spLocks/>
            </p:cNvSpPr>
            <p:nvPr/>
          </p:nvSpPr>
          <p:spPr>
            <a:xfrm>
              <a:off x="4649395" y="2536045"/>
              <a:ext cx="28398" cy="28398"/>
            </a:xfrm>
            <a:prstGeom prst="ellipse">
              <a:avLst/>
            </a:prstGeom>
            <a:solidFill>
              <a:srgbClr val="7F8C97">
                <a:alpha val="48000"/>
              </a:srgbClr>
            </a:solidFill>
            <a:ln w="0">
              <a:noFill/>
              <a:prstDash val="solid"/>
            </a:ln>
          </p:spPr>
        </p:sp>
        <p:sp>
          <p:nvSpPr>
            <p:cNvPr id="1158" name="03_assume_matched_1157">
              <a:extLst>
                <a:ext uri="{FF2B5EF4-FFF2-40B4-BE49-F238E27FC236}">
                  <a16:creationId xmlns:a16="http://schemas.microsoft.com/office/drawing/2014/main" id="{6DB6829D-8EF7-4AB1-9800-AC378881A365}"/>
                </a:ext>
              </a:extLst>
            </p:cNvPr>
            <p:cNvSpPr>
              <a:spLocks/>
            </p:cNvSpPr>
            <p:nvPr/>
          </p:nvSpPr>
          <p:spPr>
            <a:xfrm>
              <a:off x="4597300" y="2536045"/>
              <a:ext cx="28398" cy="28398"/>
            </a:xfrm>
            <a:prstGeom prst="ellipse">
              <a:avLst/>
            </a:prstGeom>
            <a:solidFill>
              <a:srgbClr val="7F8C97">
                <a:alpha val="48000"/>
              </a:srgbClr>
            </a:solidFill>
            <a:ln w="0">
              <a:noFill/>
              <a:prstDash val="solid"/>
            </a:ln>
          </p:spPr>
        </p:sp>
        <p:sp>
          <p:nvSpPr>
            <p:cNvPr id="1159" name="03_assume_matched_1158">
              <a:extLst>
                <a:ext uri="{FF2B5EF4-FFF2-40B4-BE49-F238E27FC236}">
                  <a16:creationId xmlns:a16="http://schemas.microsoft.com/office/drawing/2014/main" id="{F3368CA5-CD1C-4EE2-8D25-47BAE619621E}"/>
                </a:ext>
              </a:extLst>
            </p:cNvPr>
            <p:cNvSpPr>
              <a:spLocks/>
            </p:cNvSpPr>
            <p:nvPr/>
          </p:nvSpPr>
          <p:spPr>
            <a:xfrm>
              <a:off x="4572980" y="3120914"/>
              <a:ext cx="28398" cy="28398"/>
            </a:xfrm>
            <a:prstGeom prst="ellipse">
              <a:avLst/>
            </a:prstGeom>
            <a:solidFill>
              <a:srgbClr val="7F8C97">
                <a:alpha val="48000"/>
              </a:srgbClr>
            </a:solidFill>
            <a:ln w="0">
              <a:noFill/>
              <a:prstDash val="solid"/>
            </a:ln>
          </p:spPr>
        </p:sp>
        <p:sp>
          <p:nvSpPr>
            <p:cNvPr id="1160" name="03_assume_matched_1159">
              <a:extLst>
                <a:ext uri="{FF2B5EF4-FFF2-40B4-BE49-F238E27FC236}">
                  <a16:creationId xmlns:a16="http://schemas.microsoft.com/office/drawing/2014/main" id="{1FE46493-578D-44DD-A03D-83574196977E}"/>
                </a:ext>
              </a:extLst>
            </p:cNvPr>
            <p:cNvSpPr>
              <a:spLocks/>
            </p:cNvSpPr>
            <p:nvPr/>
          </p:nvSpPr>
          <p:spPr>
            <a:xfrm>
              <a:off x="4675443" y="3120914"/>
              <a:ext cx="28398" cy="28398"/>
            </a:xfrm>
            <a:prstGeom prst="ellipse">
              <a:avLst/>
            </a:prstGeom>
            <a:solidFill>
              <a:srgbClr val="7F8C97">
                <a:alpha val="48000"/>
              </a:srgbClr>
            </a:solidFill>
            <a:ln w="0">
              <a:noFill/>
              <a:prstDash val="solid"/>
            </a:ln>
          </p:spPr>
        </p:sp>
        <p:sp>
          <p:nvSpPr>
            <p:cNvPr id="1161" name="03_assume_matched_1160">
              <a:extLst>
                <a:ext uri="{FF2B5EF4-FFF2-40B4-BE49-F238E27FC236}">
                  <a16:creationId xmlns:a16="http://schemas.microsoft.com/office/drawing/2014/main" id="{3FAD5A11-D440-4ADB-828B-D1D53775896B}"/>
                </a:ext>
              </a:extLst>
            </p:cNvPr>
            <p:cNvSpPr>
              <a:spLocks/>
            </p:cNvSpPr>
            <p:nvPr/>
          </p:nvSpPr>
          <p:spPr>
            <a:xfrm>
              <a:off x="4623204" y="3120914"/>
              <a:ext cx="28398" cy="28398"/>
            </a:xfrm>
            <a:prstGeom prst="ellipse">
              <a:avLst/>
            </a:prstGeom>
            <a:solidFill>
              <a:srgbClr val="7F8C97">
                <a:alpha val="48000"/>
              </a:srgbClr>
            </a:solidFill>
            <a:ln w="0">
              <a:noFill/>
              <a:prstDash val="solid"/>
            </a:ln>
          </p:spPr>
        </p:sp>
        <p:sp>
          <p:nvSpPr>
            <p:cNvPr id="1162" name="03_assume_matched_1161">
              <a:extLst>
                <a:ext uri="{FF2B5EF4-FFF2-40B4-BE49-F238E27FC236}">
                  <a16:creationId xmlns:a16="http://schemas.microsoft.com/office/drawing/2014/main" id="{FDD524AE-F6AE-44CE-9266-21762A41FEC3}"/>
                </a:ext>
              </a:extLst>
            </p:cNvPr>
            <p:cNvSpPr>
              <a:spLocks/>
            </p:cNvSpPr>
            <p:nvPr/>
          </p:nvSpPr>
          <p:spPr>
            <a:xfrm>
              <a:off x="4656015" y="3120914"/>
              <a:ext cx="28398" cy="28398"/>
            </a:xfrm>
            <a:prstGeom prst="ellipse">
              <a:avLst/>
            </a:prstGeom>
            <a:solidFill>
              <a:srgbClr val="7F8C97">
                <a:alpha val="48000"/>
              </a:srgbClr>
            </a:solidFill>
            <a:ln w="0">
              <a:noFill/>
              <a:prstDash val="solid"/>
            </a:ln>
          </p:spPr>
        </p:sp>
        <p:sp>
          <p:nvSpPr>
            <p:cNvPr id="1163" name="03_assume_matched_1162">
              <a:extLst>
                <a:ext uri="{FF2B5EF4-FFF2-40B4-BE49-F238E27FC236}">
                  <a16:creationId xmlns:a16="http://schemas.microsoft.com/office/drawing/2014/main" id="{D3FB2182-0D81-439A-9AB2-C25C39AA808D}"/>
                </a:ext>
              </a:extLst>
            </p:cNvPr>
            <p:cNvSpPr>
              <a:spLocks/>
            </p:cNvSpPr>
            <p:nvPr/>
          </p:nvSpPr>
          <p:spPr>
            <a:xfrm>
              <a:off x="4555135" y="2769993"/>
              <a:ext cx="28398" cy="28398"/>
            </a:xfrm>
            <a:prstGeom prst="ellipse">
              <a:avLst/>
            </a:prstGeom>
            <a:solidFill>
              <a:srgbClr val="7F8C97">
                <a:alpha val="48000"/>
              </a:srgbClr>
            </a:solidFill>
            <a:ln w="0">
              <a:noFill/>
              <a:prstDash val="solid"/>
            </a:ln>
          </p:spPr>
        </p:sp>
        <p:sp>
          <p:nvSpPr>
            <p:cNvPr id="1164" name="03_assume_matched_1163">
              <a:extLst>
                <a:ext uri="{FF2B5EF4-FFF2-40B4-BE49-F238E27FC236}">
                  <a16:creationId xmlns:a16="http://schemas.microsoft.com/office/drawing/2014/main" id="{8D9239A8-2C93-4A6A-8730-22D7BAE896E5}"/>
                </a:ext>
              </a:extLst>
            </p:cNvPr>
            <p:cNvSpPr>
              <a:spLocks/>
            </p:cNvSpPr>
            <p:nvPr/>
          </p:nvSpPr>
          <p:spPr>
            <a:xfrm>
              <a:off x="4647093" y="3120914"/>
              <a:ext cx="28398" cy="28398"/>
            </a:xfrm>
            <a:prstGeom prst="ellipse">
              <a:avLst/>
            </a:prstGeom>
            <a:solidFill>
              <a:srgbClr val="7F8C97">
                <a:alpha val="48000"/>
              </a:srgbClr>
            </a:solidFill>
            <a:ln w="0">
              <a:noFill/>
              <a:prstDash val="solid"/>
            </a:ln>
          </p:spPr>
        </p:sp>
        <p:sp>
          <p:nvSpPr>
            <p:cNvPr id="1165" name="03_assume_matched_1164">
              <a:extLst>
                <a:ext uri="{FF2B5EF4-FFF2-40B4-BE49-F238E27FC236}">
                  <a16:creationId xmlns:a16="http://schemas.microsoft.com/office/drawing/2014/main" id="{3C810EB4-022F-40E8-8B07-F5572A422278}"/>
                </a:ext>
              </a:extLst>
            </p:cNvPr>
            <p:cNvSpPr>
              <a:spLocks/>
            </p:cNvSpPr>
            <p:nvPr/>
          </p:nvSpPr>
          <p:spPr>
            <a:xfrm>
              <a:off x="4626226" y="3023436"/>
              <a:ext cx="28398" cy="28398"/>
            </a:xfrm>
            <a:prstGeom prst="ellipse">
              <a:avLst/>
            </a:prstGeom>
            <a:solidFill>
              <a:srgbClr val="7F8C97">
                <a:alpha val="48000"/>
              </a:srgbClr>
            </a:solidFill>
            <a:ln w="0">
              <a:noFill/>
              <a:prstDash val="solid"/>
            </a:ln>
          </p:spPr>
        </p:sp>
        <p:sp>
          <p:nvSpPr>
            <p:cNvPr id="1166" name="03_assume_matched_1165">
              <a:extLst>
                <a:ext uri="{FF2B5EF4-FFF2-40B4-BE49-F238E27FC236}">
                  <a16:creationId xmlns:a16="http://schemas.microsoft.com/office/drawing/2014/main" id="{59FCB717-9487-474E-91AD-0ADF826A37EA}"/>
                </a:ext>
              </a:extLst>
            </p:cNvPr>
            <p:cNvSpPr>
              <a:spLocks/>
            </p:cNvSpPr>
            <p:nvPr/>
          </p:nvSpPr>
          <p:spPr>
            <a:xfrm>
              <a:off x="4534844" y="2536045"/>
              <a:ext cx="28398" cy="28398"/>
            </a:xfrm>
            <a:prstGeom prst="ellipse">
              <a:avLst/>
            </a:prstGeom>
            <a:solidFill>
              <a:srgbClr val="7F8C97">
                <a:alpha val="48000"/>
              </a:srgbClr>
            </a:solidFill>
            <a:ln w="0">
              <a:noFill/>
              <a:prstDash val="solid"/>
            </a:ln>
          </p:spPr>
        </p:sp>
        <p:sp>
          <p:nvSpPr>
            <p:cNvPr id="1167" name="03_assume_matched_1166">
              <a:extLst>
                <a:ext uri="{FF2B5EF4-FFF2-40B4-BE49-F238E27FC236}">
                  <a16:creationId xmlns:a16="http://schemas.microsoft.com/office/drawing/2014/main" id="{A29E6A1D-4102-4D6D-A7B7-61633D1AB499}"/>
                </a:ext>
              </a:extLst>
            </p:cNvPr>
            <p:cNvSpPr>
              <a:spLocks/>
            </p:cNvSpPr>
            <p:nvPr/>
          </p:nvSpPr>
          <p:spPr>
            <a:xfrm>
              <a:off x="4594134" y="3120914"/>
              <a:ext cx="28398" cy="28398"/>
            </a:xfrm>
            <a:prstGeom prst="ellipse">
              <a:avLst/>
            </a:prstGeom>
            <a:solidFill>
              <a:srgbClr val="7F8C97">
                <a:alpha val="48000"/>
              </a:srgbClr>
            </a:solidFill>
            <a:ln w="0">
              <a:noFill/>
              <a:prstDash val="solid"/>
            </a:ln>
          </p:spPr>
        </p:sp>
        <p:sp>
          <p:nvSpPr>
            <p:cNvPr id="1168" name="03_assume_matched_1167">
              <a:extLst>
                <a:ext uri="{FF2B5EF4-FFF2-40B4-BE49-F238E27FC236}">
                  <a16:creationId xmlns:a16="http://schemas.microsoft.com/office/drawing/2014/main" id="{E97DB60D-09B5-4069-BCE2-AAD2FAA42617}"/>
                </a:ext>
              </a:extLst>
            </p:cNvPr>
            <p:cNvSpPr>
              <a:spLocks/>
            </p:cNvSpPr>
            <p:nvPr/>
          </p:nvSpPr>
          <p:spPr>
            <a:xfrm>
              <a:off x="4576290" y="3047806"/>
              <a:ext cx="28398" cy="28398"/>
            </a:xfrm>
            <a:prstGeom prst="ellipse">
              <a:avLst/>
            </a:prstGeom>
            <a:solidFill>
              <a:srgbClr val="7F8C97">
                <a:alpha val="48000"/>
              </a:srgbClr>
            </a:solidFill>
            <a:ln w="0">
              <a:noFill/>
              <a:prstDash val="solid"/>
            </a:ln>
          </p:spPr>
        </p:sp>
        <p:sp>
          <p:nvSpPr>
            <p:cNvPr id="1169" name="03_assume_matched_1168">
              <a:extLst>
                <a:ext uri="{FF2B5EF4-FFF2-40B4-BE49-F238E27FC236}">
                  <a16:creationId xmlns:a16="http://schemas.microsoft.com/office/drawing/2014/main" id="{E15872A4-C5CC-48C5-A78E-93031AAAA63C}"/>
                </a:ext>
              </a:extLst>
            </p:cNvPr>
            <p:cNvSpPr>
              <a:spLocks/>
            </p:cNvSpPr>
            <p:nvPr/>
          </p:nvSpPr>
          <p:spPr>
            <a:xfrm>
              <a:off x="4608525" y="2536045"/>
              <a:ext cx="28398" cy="28398"/>
            </a:xfrm>
            <a:prstGeom prst="ellipse">
              <a:avLst/>
            </a:prstGeom>
            <a:solidFill>
              <a:srgbClr val="7F8C97">
                <a:alpha val="48000"/>
              </a:srgbClr>
            </a:solidFill>
            <a:ln w="0">
              <a:noFill/>
              <a:prstDash val="solid"/>
            </a:ln>
          </p:spPr>
        </p:sp>
        <p:sp>
          <p:nvSpPr>
            <p:cNvPr id="1170" name="03_assume_matched_1169">
              <a:extLst>
                <a:ext uri="{FF2B5EF4-FFF2-40B4-BE49-F238E27FC236}">
                  <a16:creationId xmlns:a16="http://schemas.microsoft.com/office/drawing/2014/main" id="{0527F317-64B2-47FA-ABC7-734227814EE8}"/>
                </a:ext>
              </a:extLst>
            </p:cNvPr>
            <p:cNvSpPr>
              <a:spLocks/>
            </p:cNvSpPr>
            <p:nvPr/>
          </p:nvSpPr>
          <p:spPr>
            <a:xfrm>
              <a:off x="4590393" y="2974697"/>
              <a:ext cx="28398" cy="28398"/>
            </a:xfrm>
            <a:prstGeom prst="ellipse">
              <a:avLst/>
            </a:prstGeom>
            <a:solidFill>
              <a:srgbClr val="7F8C97">
                <a:alpha val="48000"/>
              </a:srgbClr>
            </a:solidFill>
            <a:ln w="0">
              <a:noFill/>
              <a:prstDash val="solid"/>
            </a:ln>
          </p:spPr>
        </p:sp>
        <p:sp>
          <p:nvSpPr>
            <p:cNvPr id="1171" name="03_assume_matched_1170">
              <a:extLst>
                <a:ext uri="{FF2B5EF4-FFF2-40B4-BE49-F238E27FC236}">
                  <a16:creationId xmlns:a16="http://schemas.microsoft.com/office/drawing/2014/main" id="{5106031C-6BFD-4E60-B3C4-A8D1340E31D0}"/>
                </a:ext>
              </a:extLst>
            </p:cNvPr>
            <p:cNvSpPr>
              <a:spLocks/>
            </p:cNvSpPr>
            <p:nvPr/>
          </p:nvSpPr>
          <p:spPr>
            <a:xfrm>
              <a:off x="4652561" y="2974697"/>
              <a:ext cx="28398" cy="28398"/>
            </a:xfrm>
            <a:prstGeom prst="ellipse">
              <a:avLst/>
            </a:prstGeom>
            <a:solidFill>
              <a:srgbClr val="7F8C97">
                <a:alpha val="48000"/>
              </a:srgbClr>
            </a:solidFill>
            <a:ln w="0">
              <a:noFill/>
              <a:prstDash val="solid"/>
            </a:ln>
          </p:spPr>
        </p:sp>
        <p:sp>
          <p:nvSpPr>
            <p:cNvPr id="1172" name="03_assume_matched_1171">
              <a:extLst>
                <a:ext uri="{FF2B5EF4-FFF2-40B4-BE49-F238E27FC236}">
                  <a16:creationId xmlns:a16="http://schemas.microsoft.com/office/drawing/2014/main" id="{D741434C-17F1-4561-BF2F-D58BCDAC44D3}"/>
                </a:ext>
              </a:extLst>
            </p:cNvPr>
            <p:cNvSpPr>
              <a:spLocks/>
            </p:cNvSpPr>
            <p:nvPr/>
          </p:nvSpPr>
          <p:spPr>
            <a:xfrm>
              <a:off x="4550674" y="2653019"/>
              <a:ext cx="28398" cy="28398"/>
            </a:xfrm>
            <a:prstGeom prst="ellipse">
              <a:avLst/>
            </a:prstGeom>
            <a:solidFill>
              <a:srgbClr val="7F8C97">
                <a:alpha val="48000"/>
              </a:srgbClr>
            </a:solidFill>
            <a:ln w="0">
              <a:noFill/>
              <a:prstDash val="solid"/>
            </a:ln>
          </p:spPr>
        </p:sp>
        <p:sp>
          <p:nvSpPr>
            <p:cNvPr id="1173" name="03_assume_matched_1172">
              <a:extLst>
                <a:ext uri="{FF2B5EF4-FFF2-40B4-BE49-F238E27FC236}">
                  <a16:creationId xmlns:a16="http://schemas.microsoft.com/office/drawing/2014/main" id="{7C4073DF-DF25-4254-8202-46A623637E25}"/>
                </a:ext>
              </a:extLst>
            </p:cNvPr>
            <p:cNvSpPr>
              <a:spLocks/>
            </p:cNvSpPr>
            <p:nvPr/>
          </p:nvSpPr>
          <p:spPr>
            <a:xfrm>
              <a:off x="4557294" y="3120914"/>
              <a:ext cx="28398" cy="28398"/>
            </a:xfrm>
            <a:prstGeom prst="ellipse">
              <a:avLst/>
            </a:prstGeom>
            <a:solidFill>
              <a:srgbClr val="7F8C97">
                <a:alpha val="48000"/>
              </a:srgbClr>
            </a:solidFill>
            <a:ln w="0">
              <a:noFill/>
              <a:prstDash val="solid"/>
            </a:ln>
          </p:spPr>
        </p:sp>
        <p:sp>
          <p:nvSpPr>
            <p:cNvPr id="1174" name="03_assume_matched_1173">
              <a:extLst>
                <a:ext uri="{FF2B5EF4-FFF2-40B4-BE49-F238E27FC236}">
                  <a16:creationId xmlns:a16="http://schemas.microsoft.com/office/drawing/2014/main" id="{A02B2249-F5BB-49E3-A9C5-6827AB8DC180}"/>
                </a:ext>
              </a:extLst>
            </p:cNvPr>
            <p:cNvSpPr>
              <a:spLocks/>
            </p:cNvSpPr>
            <p:nvPr/>
          </p:nvSpPr>
          <p:spPr>
            <a:xfrm>
              <a:off x="4617160" y="2536045"/>
              <a:ext cx="28398" cy="28398"/>
            </a:xfrm>
            <a:prstGeom prst="ellipse">
              <a:avLst/>
            </a:prstGeom>
            <a:solidFill>
              <a:srgbClr val="7F8C97">
                <a:alpha val="48000"/>
              </a:srgbClr>
            </a:solidFill>
            <a:ln w="0">
              <a:noFill/>
              <a:prstDash val="solid"/>
            </a:ln>
          </p:spPr>
        </p:sp>
        <p:sp>
          <p:nvSpPr>
            <p:cNvPr id="1175" name="03_assume_matched_1174">
              <a:extLst>
                <a:ext uri="{FF2B5EF4-FFF2-40B4-BE49-F238E27FC236}">
                  <a16:creationId xmlns:a16="http://schemas.microsoft.com/office/drawing/2014/main" id="{410BD25C-CC56-4D65-BDAD-1C13BC01C0FC}"/>
                </a:ext>
              </a:extLst>
            </p:cNvPr>
            <p:cNvSpPr>
              <a:spLocks/>
            </p:cNvSpPr>
            <p:nvPr/>
          </p:nvSpPr>
          <p:spPr>
            <a:xfrm>
              <a:off x="4615865" y="2536045"/>
              <a:ext cx="28398" cy="28398"/>
            </a:xfrm>
            <a:prstGeom prst="ellipse">
              <a:avLst/>
            </a:prstGeom>
            <a:solidFill>
              <a:srgbClr val="7F8C97">
                <a:alpha val="48000"/>
              </a:srgbClr>
            </a:solidFill>
            <a:ln w="0">
              <a:noFill/>
              <a:prstDash val="solid"/>
            </a:ln>
          </p:spPr>
        </p:sp>
        <p:sp>
          <p:nvSpPr>
            <p:cNvPr id="1176" name="03_assume_matched_1175">
              <a:extLst>
                <a:ext uri="{FF2B5EF4-FFF2-40B4-BE49-F238E27FC236}">
                  <a16:creationId xmlns:a16="http://schemas.microsoft.com/office/drawing/2014/main" id="{1511CFAA-5430-41AE-B456-82E13E268B28}"/>
                </a:ext>
              </a:extLst>
            </p:cNvPr>
            <p:cNvSpPr>
              <a:spLocks/>
            </p:cNvSpPr>
            <p:nvPr/>
          </p:nvSpPr>
          <p:spPr>
            <a:xfrm>
              <a:off x="4662635" y="3120914"/>
              <a:ext cx="28398" cy="28398"/>
            </a:xfrm>
            <a:prstGeom prst="ellipse">
              <a:avLst/>
            </a:prstGeom>
            <a:solidFill>
              <a:srgbClr val="7F8C97">
                <a:alpha val="48000"/>
              </a:srgbClr>
            </a:solidFill>
            <a:ln w="0">
              <a:noFill/>
              <a:prstDash val="solid"/>
            </a:ln>
          </p:spPr>
        </p:sp>
        <p:sp>
          <p:nvSpPr>
            <p:cNvPr id="1177" name="03_assume_matched_1176">
              <a:extLst>
                <a:ext uri="{FF2B5EF4-FFF2-40B4-BE49-F238E27FC236}">
                  <a16:creationId xmlns:a16="http://schemas.microsoft.com/office/drawing/2014/main" id="{2327E156-D3C6-4772-AB9D-93D9086C0845}"/>
                </a:ext>
              </a:extLst>
            </p:cNvPr>
            <p:cNvSpPr>
              <a:spLocks/>
            </p:cNvSpPr>
            <p:nvPr/>
          </p:nvSpPr>
          <p:spPr>
            <a:xfrm>
              <a:off x="4640905" y="2974697"/>
              <a:ext cx="28398" cy="28398"/>
            </a:xfrm>
            <a:prstGeom prst="ellipse">
              <a:avLst/>
            </a:prstGeom>
            <a:solidFill>
              <a:srgbClr val="7F8C97">
                <a:alpha val="48000"/>
              </a:srgbClr>
            </a:solidFill>
            <a:ln w="0">
              <a:noFill/>
              <a:prstDash val="solid"/>
            </a:ln>
          </p:spPr>
        </p:sp>
        <p:sp>
          <p:nvSpPr>
            <p:cNvPr id="1178" name="03_assume_matched_1177">
              <a:extLst>
                <a:ext uri="{FF2B5EF4-FFF2-40B4-BE49-F238E27FC236}">
                  <a16:creationId xmlns:a16="http://schemas.microsoft.com/office/drawing/2014/main" id="{767372DA-CBD3-4281-A721-446DAFDBF851}"/>
                </a:ext>
              </a:extLst>
            </p:cNvPr>
            <p:cNvSpPr>
              <a:spLocks/>
            </p:cNvSpPr>
            <p:nvPr/>
          </p:nvSpPr>
          <p:spPr>
            <a:xfrm>
              <a:off x="4572980" y="3120914"/>
              <a:ext cx="28398" cy="28398"/>
            </a:xfrm>
            <a:prstGeom prst="ellipse">
              <a:avLst/>
            </a:prstGeom>
            <a:solidFill>
              <a:srgbClr val="7F8C97">
                <a:alpha val="48000"/>
              </a:srgbClr>
            </a:solidFill>
            <a:ln w="0">
              <a:noFill/>
              <a:prstDash val="solid"/>
            </a:ln>
          </p:spPr>
        </p:sp>
        <p:sp>
          <p:nvSpPr>
            <p:cNvPr id="1179" name="03_assume_matched_1178">
              <a:extLst>
                <a:ext uri="{FF2B5EF4-FFF2-40B4-BE49-F238E27FC236}">
                  <a16:creationId xmlns:a16="http://schemas.microsoft.com/office/drawing/2014/main" id="{FB952E42-CACD-4CD5-A766-FC53B8D0222C}"/>
                </a:ext>
              </a:extLst>
            </p:cNvPr>
            <p:cNvSpPr>
              <a:spLocks/>
            </p:cNvSpPr>
            <p:nvPr/>
          </p:nvSpPr>
          <p:spPr>
            <a:xfrm>
              <a:off x="4643783" y="3120914"/>
              <a:ext cx="28398" cy="28398"/>
            </a:xfrm>
            <a:prstGeom prst="ellipse">
              <a:avLst/>
            </a:prstGeom>
            <a:solidFill>
              <a:srgbClr val="7F8C97">
                <a:alpha val="48000"/>
              </a:srgbClr>
            </a:solidFill>
            <a:ln w="0">
              <a:noFill/>
              <a:prstDash val="solid"/>
            </a:ln>
          </p:spPr>
        </p:sp>
        <p:sp>
          <p:nvSpPr>
            <p:cNvPr id="1180" name="03_assume_matched_1179">
              <a:extLst>
                <a:ext uri="{FF2B5EF4-FFF2-40B4-BE49-F238E27FC236}">
                  <a16:creationId xmlns:a16="http://schemas.microsoft.com/office/drawing/2014/main" id="{4DCFD223-70EC-4F64-A606-D61C110F0F1F}"/>
                </a:ext>
              </a:extLst>
            </p:cNvPr>
            <p:cNvSpPr>
              <a:spLocks/>
            </p:cNvSpPr>
            <p:nvPr/>
          </p:nvSpPr>
          <p:spPr>
            <a:xfrm>
              <a:off x="4632126" y="2731002"/>
              <a:ext cx="28398" cy="28398"/>
            </a:xfrm>
            <a:prstGeom prst="ellipse">
              <a:avLst/>
            </a:prstGeom>
            <a:solidFill>
              <a:srgbClr val="7F8C97">
                <a:alpha val="48000"/>
              </a:srgbClr>
            </a:solidFill>
            <a:ln w="0">
              <a:noFill/>
              <a:prstDash val="solid"/>
            </a:ln>
          </p:spPr>
        </p:sp>
        <p:sp>
          <p:nvSpPr>
            <p:cNvPr id="1181" name="03_assume_matched_1180">
              <a:extLst>
                <a:ext uri="{FF2B5EF4-FFF2-40B4-BE49-F238E27FC236}">
                  <a16:creationId xmlns:a16="http://schemas.microsoft.com/office/drawing/2014/main" id="{8DFD5817-6267-4A77-AC96-8A8F57656B28}"/>
                </a:ext>
              </a:extLst>
            </p:cNvPr>
            <p:cNvSpPr>
              <a:spLocks/>
            </p:cNvSpPr>
            <p:nvPr/>
          </p:nvSpPr>
          <p:spPr>
            <a:xfrm>
              <a:off x="4638314" y="3120914"/>
              <a:ext cx="28398" cy="28398"/>
            </a:xfrm>
            <a:prstGeom prst="ellipse">
              <a:avLst/>
            </a:prstGeom>
            <a:solidFill>
              <a:srgbClr val="7F8C97">
                <a:alpha val="48000"/>
              </a:srgbClr>
            </a:solidFill>
            <a:ln w="0">
              <a:noFill/>
              <a:prstDash val="solid"/>
            </a:ln>
          </p:spPr>
        </p:sp>
        <p:sp>
          <p:nvSpPr>
            <p:cNvPr id="1182" name="03_assume_matched_1181">
              <a:extLst>
                <a:ext uri="{FF2B5EF4-FFF2-40B4-BE49-F238E27FC236}">
                  <a16:creationId xmlns:a16="http://schemas.microsoft.com/office/drawing/2014/main" id="{989F0FB4-0B04-4D1B-A0F4-18F2415CCBDD}"/>
                </a:ext>
              </a:extLst>
            </p:cNvPr>
            <p:cNvSpPr>
              <a:spLocks/>
            </p:cNvSpPr>
            <p:nvPr/>
          </p:nvSpPr>
          <p:spPr>
            <a:xfrm>
              <a:off x="4651698" y="3120914"/>
              <a:ext cx="28398" cy="28398"/>
            </a:xfrm>
            <a:prstGeom prst="ellipse">
              <a:avLst/>
            </a:prstGeom>
            <a:solidFill>
              <a:srgbClr val="7F8C97">
                <a:alpha val="48000"/>
              </a:srgbClr>
            </a:solidFill>
            <a:ln w="0">
              <a:noFill/>
              <a:prstDash val="solid"/>
            </a:ln>
          </p:spPr>
        </p:sp>
        <p:sp>
          <p:nvSpPr>
            <p:cNvPr id="1183" name="03_assume_matched_1182">
              <a:extLst>
                <a:ext uri="{FF2B5EF4-FFF2-40B4-BE49-F238E27FC236}">
                  <a16:creationId xmlns:a16="http://schemas.microsoft.com/office/drawing/2014/main" id="{27F24364-A173-4467-900F-1A2046E69804}"/>
                </a:ext>
              </a:extLst>
            </p:cNvPr>
            <p:cNvSpPr>
              <a:spLocks/>
            </p:cNvSpPr>
            <p:nvPr/>
          </p:nvSpPr>
          <p:spPr>
            <a:xfrm>
              <a:off x="4560316" y="2536045"/>
              <a:ext cx="28398" cy="28398"/>
            </a:xfrm>
            <a:prstGeom prst="ellipse">
              <a:avLst/>
            </a:prstGeom>
            <a:solidFill>
              <a:srgbClr val="7F8C97">
                <a:alpha val="48000"/>
              </a:srgbClr>
            </a:solidFill>
            <a:ln w="0">
              <a:noFill/>
              <a:prstDash val="solid"/>
            </a:ln>
          </p:spPr>
        </p:sp>
        <p:sp>
          <p:nvSpPr>
            <p:cNvPr id="1184" name="03_assume_matched_1183">
              <a:extLst>
                <a:ext uri="{FF2B5EF4-FFF2-40B4-BE49-F238E27FC236}">
                  <a16:creationId xmlns:a16="http://schemas.microsoft.com/office/drawing/2014/main" id="{EBCB0310-C6C8-4A56-8DF3-D3140408F80F}"/>
                </a:ext>
              </a:extLst>
            </p:cNvPr>
            <p:cNvSpPr>
              <a:spLocks/>
            </p:cNvSpPr>
            <p:nvPr/>
          </p:nvSpPr>
          <p:spPr>
            <a:xfrm>
              <a:off x="4549523" y="2828480"/>
              <a:ext cx="28398" cy="28398"/>
            </a:xfrm>
            <a:prstGeom prst="ellipse">
              <a:avLst/>
            </a:prstGeom>
            <a:solidFill>
              <a:srgbClr val="7F8C97">
                <a:alpha val="48000"/>
              </a:srgbClr>
            </a:solidFill>
            <a:ln w="0">
              <a:noFill/>
              <a:prstDash val="solid"/>
            </a:ln>
          </p:spPr>
        </p:sp>
        <p:sp>
          <p:nvSpPr>
            <p:cNvPr id="1185" name="03_assume_matched_1184">
              <a:extLst>
                <a:ext uri="{FF2B5EF4-FFF2-40B4-BE49-F238E27FC236}">
                  <a16:creationId xmlns:a16="http://schemas.microsoft.com/office/drawing/2014/main" id="{DE1232AB-7013-4C37-B691-BA88A0A532A0}"/>
                </a:ext>
              </a:extLst>
            </p:cNvPr>
            <p:cNvSpPr>
              <a:spLocks/>
            </p:cNvSpPr>
            <p:nvPr/>
          </p:nvSpPr>
          <p:spPr>
            <a:xfrm>
              <a:off x="4632414" y="2682262"/>
              <a:ext cx="28398" cy="28398"/>
            </a:xfrm>
            <a:prstGeom prst="ellipse">
              <a:avLst/>
            </a:prstGeom>
            <a:solidFill>
              <a:srgbClr val="7F8C97">
                <a:alpha val="48000"/>
              </a:srgbClr>
            </a:solidFill>
            <a:ln w="0">
              <a:noFill/>
              <a:prstDash val="solid"/>
            </a:ln>
          </p:spPr>
        </p:sp>
        <p:sp>
          <p:nvSpPr>
            <p:cNvPr id="1186" name="03_assume_matched_1185">
              <a:extLst>
                <a:ext uri="{FF2B5EF4-FFF2-40B4-BE49-F238E27FC236}">
                  <a16:creationId xmlns:a16="http://schemas.microsoft.com/office/drawing/2014/main" id="{81DBF35C-6559-40FE-AEE4-8E9F901F4001}"/>
                </a:ext>
              </a:extLst>
            </p:cNvPr>
            <p:cNvSpPr>
              <a:spLocks/>
            </p:cNvSpPr>
            <p:nvPr/>
          </p:nvSpPr>
          <p:spPr>
            <a:xfrm>
              <a:off x="4669543" y="2870256"/>
              <a:ext cx="28398" cy="28398"/>
            </a:xfrm>
            <a:prstGeom prst="ellipse">
              <a:avLst/>
            </a:prstGeom>
            <a:solidFill>
              <a:srgbClr val="7F8C97">
                <a:alpha val="48000"/>
              </a:srgbClr>
            </a:solidFill>
            <a:ln w="0">
              <a:noFill/>
              <a:prstDash val="solid"/>
            </a:ln>
          </p:spPr>
        </p:sp>
        <p:sp>
          <p:nvSpPr>
            <p:cNvPr id="1187" name="03_assume_matched_1186">
              <a:extLst>
                <a:ext uri="{FF2B5EF4-FFF2-40B4-BE49-F238E27FC236}">
                  <a16:creationId xmlns:a16="http://schemas.microsoft.com/office/drawing/2014/main" id="{B11A2ABC-0E4B-46E9-A73C-70A676EE9315}"/>
                </a:ext>
              </a:extLst>
            </p:cNvPr>
            <p:cNvSpPr>
              <a:spLocks/>
            </p:cNvSpPr>
            <p:nvPr/>
          </p:nvSpPr>
          <p:spPr>
            <a:xfrm>
              <a:off x="4675731" y="2731002"/>
              <a:ext cx="28398" cy="28398"/>
            </a:xfrm>
            <a:prstGeom prst="ellipse">
              <a:avLst/>
            </a:prstGeom>
            <a:solidFill>
              <a:srgbClr val="7F8C97">
                <a:alpha val="48000"/>
              </a:srgbClr>
            </a:solidFill>
            <a:ln w="0">
              <a:noFill/>
              <a:prstDash val="solid"/>
            </a:ln>
          </p:spPr>
        </p:sp>
        <p:sp>
          <p:nvSpPr>
            <p:cNvPr id="1188" name="03_assume_matched_1187">
              <a:extLst>
                <a:ext uri="{FF2B5EF4-FFF2-40B4-BE49-F238E27FC236}">
                  <a16:creationId xmlns:a16="http://schemas.microsoft.com/office/drawing/2014/main" id="{19F6BCC7-D20F-4F22-B0C1-43C9B80B3E12}"/>
                </a:ext>
              </a:extLst>
            </p:cNvPr>
            <p:cNvSpPr>
              <a:spLocks/>
            </p:cNvSpPr>
            <p:nvPr/>
          </p:nvSpPr>
          <p:spPr>
            <a:xfrm>
              <a:off x="4586795" y="2828480"/>
              <a:ext cx="28398" cy="28398"/>
            </a:xfrm>
            <a:prstGeom prst="ellipse">
              <a:avLst/>
            </a:prstGeom>
            <a:solidFill>
              <a:srgbClr val="7F8C97">
                <a:alpha val="48000"/>
              </a:srgbClr>
            </a:solidFill>
            <a:ln w="0">
              <a:noFill/>
              <a:prstDash val="solid"/>
            </a:ln>
          </p:spPr>
        </p:sp>
        <p:sp>
          <p:nvSpPr>
            <p:cNvPr id="1189" name="03_assume_matched_1188">
              <a:extLst>
                <a:ext uri="{FF2B5EF4-FFF2-40B4-BE49-F238E27FC236}">
                  <a16:creationId xmlns:a16="http://schemas.microsoft.com/office/drawing/2014/main" id="{D705C950-C9CC-4539-A7E1-7C5EB21B5058}"/>
                </a:ext>
              </a:extLst>
            </p:cNvPr>
            <p:cNvSpPr>
              <a:spLocks/>
            </p:cNvSpPr>
            <p:nvPr/>
          </p:nvSpPr>
          <p:spPr>
            <a:xfrm>
              <a:off x="4639610" y="2925958"/>
              <a:ext cx="28398" cy="28398"/>
            </a:xfrm>
            <a:prstGeom prst="ellipse">
              <a:avLst/>
            </a:prstGeom>
            <a:solidFill>
              <a:srgbClr val="7F8C97">
                <a:alpha val="48000"/>
              </a:srgbClr>
            </a:solidFill>
            <a:ln w="0">
              <a:noFill/>
              <a:prstDash val="solid"/>
            </a:ln>
          </p:spPr>
        </p:sp>
        <p:sp>
          <p:nvSpPr>
            <p:cNvPr id="1190" name="03_assume_matched_1189">
              <a:extLst>
                <a:ext uri="{FF2B5EF4-FFF2-40B4-BE49-F238E27FC236}">
                  <a16:creationId xmlns:a16="http://schemas.microsoft.com/office/drawing/2014/main" id="{0ED0A473-F08E-469A-86FD-7DA5F046EEFC}"/>
                </a:ext>
              </a:extLst>
            </p:cNvPr>
            <p:cNvSpPr>
              <a:spLocks/>
            </p:cNvSpPr>
            <p:nvPr/>
          </p:nvSpPr>
          <p:spPr>
            <a:xfrm>
              <a:off x="4650547" y="2536045"/>
              <a:ext cx="28398" cy="28398"/>
            </a:xfrm>
            <a:prstGeom prst="ellipse">
              <a:avLst/>
            </a:prstGeom>
            <a:solidFill>
              <a:srgbClr val="7F8C97">
                <a:alpha val="48000"/>
              </a:srgbClr>
            </a:solidFill>
            <a:ln w="0">
              <a:noFill/>
              <a:prstDash val="solid"/>
            </a:ln>
          </p:spPr>
        </p:sp>
        <p:sp>
          <p:nvSpPr>
            <p:cNvPr id="1191" name="03_assume_matched_1190">
              <a:extLst>
                <a:ext uri="{FF2B5EF4-FFF2-40B4-BE49-F238E27FC236}">
                  <a16:creationId xmlns:a16="http://schemas.microsoft.com/office/drawing/2014/main" id="{6548897E-48C7-4466-8826-83B021ED3AE3}"/>
                </a:ext>
              </a:extLst>
            </p:cNvPr>
            <p:cNvSpPr>
              <a:spLocks/>
            </p:cNvSpPr>
            <p:nvPr/>
          </p:nvSpPr>
          <p:spPr>
            <a:xfrm>
              <a:off x="4667960" y="2536045"/>
              <a:ext cx="28398" cy="28398"/>
            </a:xfrm>
            <a:prstGeom prst="ellipse">
              <a:avLst/>
            </a:prstGeom>
            <a:solidFill>
              <a:srgbClr val="7F8C97">
                <a:alpha val="48000"/>
              </a:srgbClr>
            </a:solidFill>
            <a:ln w="0">
              <a:noFill/>
              <a:prstDash val="solid"/>
            </a:ln>
          </p:spPr>
        </p:sp>
        <p:sp>
          <p:nvSpPr>
            <p:cNvPr id="1192" name="03_assume_matched_1191">
              <a:extLst>
                <a:ext uri="{FF2B5EF4-FFF2-40B4-BE49-F238E27FC236}">
                  <a16:creationId xmlns:a16="http://schemas.microsoft.com/office/drawing/2014/main" id="{3B50085C-786C-45C0-8943-EFAA0A3401A5}"/>
                </a:ext>
              </a:extLst>
            </p:cNvPr>
            <p:cNvSpPr>
              <a:spLocks/>
            </p:cNvSpPr>
            <p:nvPr/>
          </p:nvSpPr>
          <p:spPr>
            <a:xfrm>
              <a:off x="4652705" y="2536045"/>
              <a:ext cx="28398" cy="28398"/>
            </a:xfrm>
            <a:prstGeom prst="ellipse">
              <a:avLst/>
            </a:prstGeom>
            <a:solidFill>
              <a:srgbClr val="7F8C97">
                <a:alpha val="48000"/>
              </a:srgbClr>
            </a:solidFill>
            <a:ln w="0">
              <a:noFill/>
              <a:prstDash val="solid"/>
            </a:ln>
          </p:spPr>
        </p:sp>
        <p:sp>
          <p:nvSpPr>
            <p:cNvPr id="1193" name="03_assume_matched_1192">
              <a:extLst>
                <a:ext uri="{FF2B5EF4-FFF2-40B4-BE49-F238E27FC236}">
                  <a16:creationId xmlns:a16="http://schemas.microsoft.com/office/drawing/2014/main" id="{D312F372-805B-48DC-9127-A249A0A45595}"/>
                </a:ext>
              </a:extLst>
            </p:cNvPr>
            <p:cNvSpPr>
              <a:spLocks/>
            </p:cNvSpPr>
            <p:nvPr/>
          </p:nvSpPr>
          <p:spPr>
            <a:xfrm>
              <a:off x="4630975" y="2536045"/>
              <a:ext cx="28398" cy="28398"/>
            </a:xfrm>
            <a:prstGeom prst="ellipse">
              <a:avLst/>
            </a:prstGeom>
            <a:solidFill>
              <a:srgbClr val="7F8C97">
                <a:alpha val="48000"/>
              </a:srgbClr>
            </a:solidFill>
            <a:ln w="0">
              <a:noFill/>
              <a:prstDash val="solid"/>
            </a:ln>
          </p:spPr>
        </p:sp>
        <p:sp>
          <p:nvSpPr>
            <p:cNvPr id="1194" name="03_assume_matched_1193">
              <a:extLst>
                <a:ext uri="{FF2B5EF4-FFF2-40B4-BE49-F238E27FC236}">
                  <a16:creationId xmlns:a16="http://schemas.microsoft.com/office/drawing/2014/main" id="{E6709874-ABFA-485B-854C-B43D9B300C42}"/>
                </a:ext>
              </a:extLst>
            </p:cNvPr>
            <p:cNvSpPr>
              <a:spLocks/>
            </p:cNvSpPr>
            <p:nvPr/>
          </p:nvSpPr>
          <p:spPr>
            <a:xfrm>
              <a:off x="4542759" y="2536045"/>
              <a:ext cx="28398" cy="28398"/>
            </a:xfrm>
            <a:prstGeom prst="ellipse">
              <a:avLst/>
            </a:prstGeom>
            <a:solidFill>
              <a:srgbClr val="7F8C97">
                <a:alpha val="48000"/>
              </a:srgbClr>
            </a:solidFill>
            <a:ln w="0">
              <a:noFill/>
              <a:prstDash val="solid"/>
            </a:ln>
          </p:spPr>
        </p:sp>
        <p:sp>
          <p:nvSpPr>
            <p:cNvPr id="1195" name="03_assume_matched_1194">
              <a:extLst>
                <a:ext uri="{FF2B5EF4-FFF2-40B4-BE49-F238E27FC236}">
                  <a16:creationId xmlns:a16="http://schemas.microsoft.com/office/drawing/2014/main" id="{C8C1F116-0E09-4F18-AF82-BB392B1FEAC6}"/>
                </a:ext>
              </a:extLst>
            </p:cNvPr>
            <p:cNvSpPr>
              <a:spLocks/>
            </p:cNvSpPr>
            <p:nvPr/>
          </p:nvSpPr>
          <p:spPr>
            <a:xfrm>
              <a:off x="4556718" y="3120914"/>
              <a:ext cx="28398" cy="28398"/>
            </a:xfrm>
            <a:prstGeom prst="ellipse">
              <a:avLst/>
            </a:prstGeom>
            <a:solidFill>
              <a:srgbClr val="7F8C97">
                <a:alpha val="48000"/>
              </a:srgbClr>
            </a:solidFill>
            <a:ln w="0">
              <a:noFill/>
              <a:prstDash val="solid"/>
            </a:ln>
          </p:spPr>
        </p:sp>
        <p:sp>
          <p:nvSpPr>
            <p:cNvPr id="1196" name="03_assume_matched_1195">
              <a:extLst>
                <a:ext uri="{FF2B5EF4-FFF2-40B4-BE49-F238E27FC236}">
                  <a16:creationId xmlns:a16="http://schemas.microsoft.com/office/drawing/2014/main" id="{2D6259F9-183F-4A58-8A0C-D55180FD4BB3}"/>
                </a:ext>
              </a:extLst>
            </p:cNvPr>
            <p:cNvSpPr>
              <a:spLocks/>
            </p:cNvSpPr>
            <p:nvPr/>
          </p:nvSpPr>
          <p:spPr>
            <a:xfrm>
              <a:off x="4617879" y="2536045"/>
              <a:ext cx="28398" cy="28398"/>
            </a:xfrm>
            <a:prstGeom prst="ellipse">
              <a:avLst/>
            </a:prstGeom>
            <a:solidFill>
              <a:srgbClr val="7F8C97">
                <a:alpha val="48000"/>
              </a:srgbClr>
            </a:solidFill>
            <a:ln w="0">
              <a:noFill/>
              <a:prstDash val="solid"/>
            </a:ln>
          </p:spPr>
        </p:sp>
        <p:sp>
          <p:nvSpPr>
            <p:cNvPr id="1197" name="03_assume_matched_1196">
              <a:extLst>
                <a:ext uri="{FF2B5EF4-FFF2-40B4-BE49-F238E27FC236}">
                  <a16:creationId xmlns:a16="http://schemas.microsoft.com/office/drawing/2014/main" id="{ABDFBD7E-FF51-4490-A622-041EE7F02DC7}"/>
                </a:ext>
              </a:extLst>
            </p:cNvPr>
            <p:cNvSpPr>
              <a:spLocks/>
            </p:cNvSpPr>
            <p:nvPr/>
          </p:nvSpPr>
          <p:spPr>
            <a:xfrm>
              <a:off x="4562762" y="2536045"/>
              <a:ext cx="28398" cy="28398"/>
            </a:xfrm>
            <a:prstGeom prst="ellipse">
              <a:avLst/>
            </a:prstGeom>
            <a:solidFill>
              <a:srgbClr val="7F8C97">
                <a:alpha val="48000"/>
              </a:srgbClr>
            </a:solidFill>
            <a:ln w="0">
              <a:noFill/>
              <a:prstDash val="solid"/>
            </a:ln>
          </p:spPr>
        </p:sp>
        <p:sp>
          <p:nvSpPr>
            <p:cNvPr id="1198" name="03_assume_matched_1197">
              <a:extLst>
                <a:ext uri="{FF2B5EF4-FFF2-40B4-BE49-F238E27FC236}">
                  <a16:creationId xmlns:a16="http://schemas.microsoft.com/office/drawing/2014/main" id="{B2F40043-A441-4685-99F7-B943D24B8CAF}"/>
                </a:ext>
              </a:extLst>
            </p:cNvPr>
            <p:cNvSpPr>
              <a:spLocks/>
            </p:cNvSpPr>
            <p:nvPr/>
          </p:nvSpPr>
          <p:spPr>
            <a:xfrm>
              <a:off x="4588810" y="2536045"/>
              <a:ext cx="28398" cy="28398"/>
            </a:xfrm>
            <a:prstGeom prst="ellipse">
              <a:avLst/>
            </a:prstGeom>
            <a:solidFill>
              <a:srgbClr val="7F8C97">
                <a:alpha val="48000"/>
              </a:srgbClr>
            </a:solidFill>
            <a:ln w="0">
              <a:noFill/>
              <a:prstDash val="solid"/>
            </a:ln>
          </p:spPr>
        </p:sp>
        <p:sp>
          <p:nvSpPr>
            <p:cNvPr id="1199" name="03_assume_matched_1198">
              <a:extLst>
                <a:ext uri="{FF2B5EF4-FFF2-40B4-BE49-F238E27FC236}">
                  <a16:creationId xmlns:a16="http://schemas.microsoft.com/office/drawing/2014/main" id="{83121E8E-7CB8-4CB4-87CF-9106568766D9}"/>
                </a:ext>
              </a:extLst>
            </p:cNvPr>
            <p:cNvSpPr>
              <a:spLocks/>
            </p:cNvSpPr>
            <p:nvPr/>
          </p:nvSpPr>
          <p:spPr>
            <a:xfrm>
              <a:off x="4537866" y="3120914"/>
              <a:ext cx="28398" cy="28398"/>
            </a:xfrm>
            <a:prstGeom prst="ellipse">
              <a:avLst/>
            </a:prstGeom>
            <a:solidFill>
              <a:srgbClr val="7F8C97">
                <a:alpha val="48000"/>
              </a:srgbClr>
            </a:solidFill>
            <a:ln w="0">
              <a:noFill/>
              <a:prstDash val="solid"/>
            </a:ln>
          </p:spPr>
        </p:sp>
        <p:sp>
          <p:nvSpPr>
            <p:cNvPr id="1200" name="03_assume_matched_1199">
              <a:extLst>
                <a:ext uri="{FF2B5EF4-FFF2-40B4-BE49-F238E27FC236}">
                  <a16:creationId xmlns:a16="http://schemas.microsoft.com/office/drawing/2014/main" id="{9302FE7C-FA3A-4A54-9F9F-30E92206E710}"/>
                </a:ext>
              </a:extLst>
            </p:cNvPr>
            <p:cNvSpPr>
              <a:spLocks/>
            </p:cNvSpPr>
            <p:nvPr/>
          </p:nvSpPr>
          <p:spPr>
            <a:xfrm>
              <a:off x="5410545" y="2536045"/>
              <a:ext cx="28398" cy="28398"/>
            </a:xfrm>
            <a:prstGeom prst="ellipse">
              <a:avLst/>
            </a:prstGeom>
            <a:solidFill>
              <a:srgbClr val="7F8C97">
                <a:alpha val="48000"/>
              </a:srgbClr>
            </a:solidFill>
            <a:ln w="0">
              <a:noFill/>
              <a:prstDash val="solid"/>
            </a:ln>
          </p:spPr>
        </p:sp>
        <p:sp>
          <p:nvSpPr>
            <p:cNvPr id="1201" name="03_assume_matched_1200">
              <a:extLst>
                <a:ext uri="{FF2B5EF4-FFF2-40B4-BE49-F238E27FC236}">
                  <a16:creationId xmlns:a16="http://schemas.microsoft.com/office/drawing/2014/main" id="{52D6E5C1-E63D-4D62-9915-8A30CA15D2EF}"/>
                </a:ext>
              </a:extLst>
            </p:cNvPr>
            <p:cNvSpPr>
              <a:spLocks/>
            </p:cNvSpPr>
            <p:nvPr/>
          </p:nvSpPr>
          <p:spPr>
            <a:xfrm>
              <a:off x="5399032" y="3120914"/>
              <a:ext cx="28398" cy="28398"/>
            </a:xfrm>
            <a:prstGeom prst="ellipse">
              <a:avLst/>
            </a:prstGeom>
            <a:solidFill>
              <a:srgbClr val="7F8C97">
                <a:alpha val="48000"/>
              </a:srgbClr>
            </a:solidFill>
            <a:ln w="0">
              <a:noFill/>
              <a:prstDash val="solid"/>
            </a:ln>
          </p:spPr>
        </p:sp>
        <p:sp>
          <p:nvSpPr>
            <p:cNvPr id="1202" name="03_assume_matched_1201">
              <a:extLst>
                <a:ext uri="{FF2B5EF4-FFF2-40B4-BE49-F238E27FC236}">
                  <a16:creationId xmlns:a16="http://schemas.microsoft.com/office/drawing/2014/main" id="{F6F0353C-7414-4DBC-B3B7-70D76F8EF7C3}"/>
                </a:ext>
              </a:extLst>
            </p:cNvPr>
            <p:cNvSpPr>
              <a:spLocks/>
            </p:cNvSpPr>
            <p:nvPr/>
          </p:nvSpPr>
          <p:spPr>
            <a:xfrm>
              <a:off x="5341901" y="3120914"/>
              <a:ext cx="28398" cy="28398"/>
            </a:xfrm>
            <a:prstGeom prst="ellipse">
              <a:avLst/>
            </a:prstGeom>
            <a:solidFill>
              <a:srgbClr val="7F8C97">
                <a:alpha val="48000"/>
              </a:srgbClr>
            </a:solidFill>
            <a:ln w="0">
              <a:noFill/>
              <a:prstDash val="solid"/>
            </a:ln>
          </p:spPr>
        </p:sp>
        <p:sp>
          <p:nvSpPr>
            <p:cNvPr id="1203" name="03_assume_matched_1202">
              <a:extLst>
                <a:ext uri="{FF2B5EF4-FFF2-40B4-BE49-F238E27FC236}">
                  <a16:creationId xmlns:a16="http://schemas.microsoft.com/office/drawing/2014/main" id="{060B1F93-D147-4E3D-8695-524621A0214E}"/>
                </a:ext>
              </a:extLst>
            </p:cNvPr>
            <p:cNvSpPr>
              <a:spLocks/>
            </p:cNvSpPr>
            <p:nvPr/>
          </p:nvSpPr>
          <p:spPr>
            <a:xfrm>
              <a:off x="5420763" y="2536045"/>
              <a:ext cx="28398" cy="28398"/>
            </a:xfrm>
            <a:prstGeom prst="ellipse">
              <a:avLst/>
            </a:prstGeom>
            <a:solidFill>
              <a:srgbClr val="7F8C97">
                <a:alpha val="48000"/>
              </a:srgbClr>
            </a:solidFill>
            <a:ln w="0">
              <a:noFill/>
              <a:prstDash val="solid"/>
            </a:ln>
          </p:spPr>
        </p:sp>
        <p:sp>
          <p:nvSpPr>
            <p:cNvPr id="1204" name="03_assume_matched_1203">
              <a:extLst>
                <a:ext uri="{FF2B5EF4-FFF2-40B4-BE49-F238E27FC236}">
                  <a16:creationId xmlns:a16="http://schemas.microsoft.com/office/drawing/2014/main" id="{8FFCAA5F-DBD1-4361-B012-EE08340AC2E7}"/>
                </a:ext>
              </a:extLst>
            </p:cNvPr>
            <p:cNvSpPr>
              <a:spLocks/>
            </p:cNvSpPr>
            <p:nvPr/>
          </p:nvSpPr>
          <p:spPr>
            <a:xfrm>
              <a:off x="5388527" y="2536045"/>
              <a:ext cx="28398" cy="28398"/>
            </a:xfrm>
            <a:prstGeom prst="ellipse">
              <a:avLst/>
            </a:prstGeom>
            <a:solidFill>
              <a:srgbClr val="7F8C97">
                <a:alpha val="48000"/>
              </a:srgbClr>
            </a:solidFill>
            <a:ln w="0">
              <a:noFill/>
              <a:prstDash val="solid"/>
            </a:ln>
          </p:spPr>
        </p:sp>
        <p:sp>
          <p:nvSpPr>
            <p:cNvPr id="1205" name="03_assume_matched_1204">
              <a:extLst>
                <a:ext uri="{FF2B5EF4-FFF2-40B4-BE49-F238E27FC236}">
                  <a16:creationId xmlns:a16="http://schemas.microsoft.com/office/drawing/2014/main" id="{7132829C-851D-4CA7-B70F-991F6E53872F}"/>
                </a:ext>
              </a:extLst>
            </p:cNvPr>
            <p:cNvSpPr>
              <a:spLocks/>
            </p:cNvSpPr>
            <p:nvPr/>
          </p:nvSpPr>
          <p:spPr>
            <a:xfrm>
              <a:off x="5293259" y="2642385"/>
              <a:ext cx="28398" cy="28398"/>
            </a:xfrm>
            <a:prstGeom prst="ellipse">
              <a:avLst/>
            </a:prstGeom>
            <a:solidFill>
              <a:srgbClr val="7F8C97">
                <a:alpha val="48000"/>
              </a:srgbClr>
            </a:solidFill>
            <a:ln w="0">
              <a:noFill/>
              <a:prstDash val="solid"/>
            </a:ln>
          </p:spPr>
        </p:sp>
        <p:sp>
          <p:nvSpPr>
            <p:cNvPr id="1206" name="03_assume_matched_1205">
              <a:extLst>
                <a:ext uri="{FF2B5EF4-FFF2-40B4-BE49-F238E27FC236}">
                  <a16:creationId xmlns:a16="http://schemas.microsoft.com/office/drawing/2014/main" id="{A0C3D75B-5A33-4733-A221-339EF0B92362}"/>
                </a:ext>
              </a:extLst>
            </p:cNvPr>
            <p:cNvSpPr>
              <a:spLocks/>
            </p:cNvSpPr>
            <p:nvPr/>
          </p:nvSpPr>
          <p:spPr>
            <a:xfrm>
              <a:off x="5323912" y="3120914"/>
              <a:ext cx="28398" cy="28398"/>
            </a:xfrm>
            <a:prstGeom prst="ellipse">
              <a:avLst/>
            </a:prstGeom>
            <a:solidFill>
              <a:srgbClr val="7F8C97">
                <a:alpha val="48000"/>
              </a:srgbClr>
            </a:solidFill>
            <a:ln w="0">
              <a:noFill/>
              <a:prstDash val="solid"/>
            </a:ln>
          </p:spPr>
        </p:sp>
        <p:sp>
          <p:nvSpPr>
            <p:cNvPr id="1207" name="03_assume_matched_1206">
              <a:extLst>
                <a:ext uri="{FF2B5EF4-FFF2-40B4-BE49-F238E27FC236}">
                  <a16:creationId xmlns:a16="http://schemas.microsoft.com/office/drawing/2014/main" id="{B16B54C0-B652-40CB-B67E-76FC1A1BAF91}"/>
                </a:ext>
              </a:extLst>
            </p:cNvPr>
            <p:cNvSpPr>
              <a:spLocks/>
            </p:cNvSpPr>
            <p:nvPr/>
          </p:nvSpPr>
          <p:spPr>
            <a:xfrm>
              <a:off x="5292971" y="3120914"/>
              <a:ext cx="28398" cy="28398"/>
            </a:xfrm>
            <a:prstGeom prst="ellipse">
              <a:avLst/>
            </a:prstGeom>
            <a:solidFill>
              <a:srgbClr val="7F8C97">
                <a:alpha val="48000"/>
              </a:srgbClr>
            </a:solidFill>
            <a:ln w="0">
              <a:noFill/>
              <a:prstDash val="solid"/>
            </a:ln>
          </p:spPr>
        </p:sp>
        <p:sp>
          <p:nvSpPr>
            <p:cNvPr id="1208" name="03_assume_matched_1207">
              <a:extLst>
                <a:ext uri="{FF2B5EF4-FFF2-40B4-BE49-F238E27FC236}">
                  <a16:creationId xmlns:a16="http://schemas.microsoft.com/office/drawing/2014/main" id="{BAF34541-1D2E-4ADB-BF26-C4B8FF65E1A3}"/>
                </a:ext>
              </a:extLst>
            </p:cNvPr>
            <p:cNvSpPr>
              <a:spLocks/>
            </p:cNvSpPr>
            <p:nvPr/>
          </p:nvSpPr>
          <p:spPr>
            <a:xfrm>
              <a:off x="5374280" y="2536045"/>
              <a:ext cx="28398" cy="28398"/>
            </a:xfrm>
            <a:prstGeom prst="ellipse">
              <a:avLst/>
            </a:prstGeom>
            <a:solidFill>
              <a:srgbClr val="7F8C97">
                <a:alpha val="48000"/>
              </a:srgbClr>
            </a:solidFill>
            <a:ln w="0">
              <a:noFill/>
              <a:prstDash val="solid"/>
            </a:ln>
          </p:spPr>
        </p:sp>
        <p:sp>
          <p:nvSpPr>
            <p:cNvPr id="1209" name="03_assume_matched_1208">
              <a:extLst>
                <a:ext uri="{FF2B5EF4-FFF2-40B4-BE49-F238E27FC236}">
                  <a16:creationId xmlns:a16="http://schemas.microsoft.com/office/drawing/2014/main" id="{8052A70A-5A89-4202-B1DC-8FA7781C4EC6}"/>
                </a:ext>
              </a:extLst>
            </p:cNvPr>
            <p:cNvSpPr>
              <a:spLocks/>
            </p:cNvSpPr>
            <p:nvPr/>
          </p:nvSpPr>
          <p:spPr>
            <a:xfrm>
              <a:off x="5355572" y="3120914"/>
              <a:ext cx="28398" cy="28398"/>
            </a:xfrm>
            <a:prstGeom prst="ellipse">
              <a:avLst/>
            </a:prstGeom>
            <a:solidFill>
              <a:srgbClr val="7F8C97">
                <a:alpha val="48000"/>
              </a:srgbClr>
            </a:solidFill>
            <a:ln w="0">
              <a:noFill/>
              <a:prstDash val="solid"/>
            </a:ln>
          </p:spPr>
        </p:sp>
        <p:sp>
          <p:nvSpPr>
            <p:cNvPr id="1210" name="03_assume_matched_1209">
              <a:extLst>
                <a:ext uri="{FF2B5EF4-FFF2-40B4-BE49-F238E27FC236}">
                  <a16:creationId xmlns:a16="http://schemas.microsoft.com/office/drawing/2014/main" id="{7B7B16F1-9DBD-4844-9C9D-8934D423B719}"/>
                </a:ext>
              </a:extLst>
            </p:cNvPr>
            <p:cNvSpPr>
              <a:spLocks/>
            </p:cNvSpPr>
            <p:nvPr/>
          </p:nvSpPr>
          <p:spPr>
            <a:xfrm>
              <a:off x="5340318" y="3120914"/>
              <a:ext cx="28398" cy="28398"/>
            </a:xfrm>
            <a:prstGeom prst="ellipse">
              <a:avLst/>
            </a:prstGeom>
            <a:solidFill>
              <a:srgbClr val="7F8C97">
                <a:alpha val="48000"/>
              </a:srgbClr>
            </a:solidFill>
            <a:ln w="0">
              <a:noFill/>
              <a:prstDash val="solid"/>
            </a:ln>
          </p:spPr>
        </p:sp>
        <p:sp>
          <p:nvSpPr>
            <p:cNvPr id="1211" name="03_assume_matched_1210">
              <a:extLst>
                <a:ext uri="{FF2B5EF4-FFF2-40B4-BE49-F238E27FC236}">
                  <a16:creationId xmlns:a16="http://schemas.microsoft.com/office/drawing/2014/main" id="{45D9933E-D2B9-4287-8A6B-20DA968E4C29}"/>
                </a:ext>
              </a:extLst>
            </p:cNvPr>
            <p:cNvSpPr>
              <a:spLocks/>
            </p:cNvSpPr>
            <p:nvPr/>
          </p:nvSpPr>
          <p:spPr>
            <a:xfrm>
              <a:off x="5326071" y="3120914"/>
              <a:ext cx="28398" cy="28398"/>
            </a:xfrm>
            <a:prstGeom prst="ellipse">
              <a:avLst/>
            </a:prstGeom>
            <a:solidFill>
              <a:srgbClr val="7F8C97">
                <a:alpha val="48000"/>
              </a:srgbClr>
            </a:solidFill>
            <a:ln w="0">
              <a:noFill/>
              <a:prstDash val="solid"/>
            </a:ln>
          </p:spPr>
        </p:sp>
        <p:sp>
          <p:nvSpPr>
            <p:cNvPr id="1212" name="03_assume_matched_1211">
              <a:extLst>
                <a:ext uri="{FF2B5EF4-FFF2-40B4-BE49-F238E27FC236}">
                  <a16:creationId xmlns:a16="http://schemas.microsoft.com/office/drawing/2014/main" id="{2D0B9592-60BC-4082-95B3-1B0041DEA02D}"/>
                </a:ext>
              </a:extLst>
            </p:cNvPr>
            <p:cNvSpPr>
              <a:spLocks/>
            </p:cNvSpPr>
            <p:nvPr/>
          </p:nvSpPr>
          <p:spPr>
            <a:xfrm>
              <a:off x="5342476" y="3120914"/>
              <a:ext cx="28398" cy="28398"/>
            </a:xfrm>
            <a:prstGeom prst="ellipse">
              <a:avLst/>
            </a:prstGeom>
            <a:solidFill>
              <a:srgbClr val="7F8C97">
                <a:alpha val="48000"/>
              </a:srgbClr>
            </a:solidFill>
            <a:ln w="0">
              <a:noFill/>
              <a:prstDash val="solid"/>
            </a:ln>
          </p:spPr>
        </p:sp>
        <p:sp>
          <p:nvSpPr>
            <p:cNvPr id="1213" name="03_assume_matched_1212">
              <a:extLst>
                <a:ext uri="{FF2B5EF4-FFF2-40B4-BE49-F238E27FC236}">
                  <a16:creationId xmlns:a16="http://schemas.microsoft.com/office/drawing/2014/main" id="{B46556B3-2012-4920-9FC8-8CDA390A0F4E}"/>
                </a:ext>
              </a:extLst>
            </p:cNvPr>
            <p:cNvSpPr>
              <a:spLocks/>
            </p:cNvSpPr>
            <p:nvPr/>
          </p:nvSpPr>
          <p:spPr>
            <a:xfrm>
              <a:off x="5427670" y="2682262"/>
              <a:ext cx="28398" cy="28398"/>
            </a:xfrm>
            <a:prstGeom prst="ellipse">
              <a:avLst/>
            </a:prstGeom>
            <a:solidFill>
              <a:srgbClr val="7F8C97">
                <a:alpha val="48000"/>
              </a:srgbClr>
            </a:solidFill>
            <a:ln w="0">
              <a:noFill/>
              <a:prstDash val="solid"/>
            </a:ln>
          </p:spPr>
        </p:sp>
        <p:sp>
          <p:nvSpPr>
            <p:cNvPr id="1214" name="03_assume_matched_1213">
              <a:extLst>
                <a:ext uri="{FF2B5EF4-FFF2-40B4-BE49-F238E27FC236}">
                  <a16:creationId xmlns:a16="http://schemas.microsoft.com/office/drawing/2014/main" id="{291D2F49-1720-4F7B-87D3-EE40547E04AA}"/>
                </a:ext>
              </a:extLst>
            </p:cNvPr>
            <p:cNvSpPr>
              <a:spLocks/>
            </p:cNvSpPr>
            <p:nvPr/>
          </p:nvSpPr>
          <p:spPr>
            <a:xfrm>
              <a:off x="5382627" y="2731002"/>
              <a:ext cx="28398" cy="28398"/>
            </a:xfrm>
            <a:prstGeom prst="ellipse">
              <a:avLst/>
            </a:prstGeom>
            <a:solidFill>
              <a:srgbClr val="7F8C97">
                <a:alpha val="48000"/>
              </a:srgbClr>
            </a:solidFill>
            <a:ln w="0">
              <a:noFill/>
              <a:prstDash val="solid"/>
            </a:ln>
          </p:spPr>
        </p:sp>
        <p:sp>
          <p:nvSpPr>
            <p:cNvPr id="1215" name="03_assume_matched_1214">
              <a:extLst>
                <a:ext uri="{FF2B5EF4-FFF2-40B4-BE49-F238E27FC236}">
                  <a16:creationId xmlns:a16="http://schemas.microsoft.com/office/drawing/2014/main" id="{6F6A52D0-E05F-4C5C-8E40-81DBBA7DE0FE}"/>
                </a:ext>
              </a:extLst>
            </p:cNvPr>
            <p:cNvSpPr>
              <a:spLocks/>
            </p:cNvSpPr>
            <p:nvPr/>
          </p:nvSpPr>
          <p:spPr>
            <a:xfrm>
              <a:off x="5392413" y="3023436"/>
              <a:ext cx="28398" cy="28398"/>
            </a:xfrm>
            <a:prstGeom prst="ellipse">
              <a:avLst/>
            </a:prstGeom>
            <a:solidFill>
              <a:srgbClr val="7F8C97">
                <a:alpha val="48000"/>
              </a:srgbClr>
            </a:solidFill>
            <a:ln w="0">
              <a:noFill/>
              <a:prstDash val="solid"/>
            </a:ln>
          </p:spPr>
        </p:sp>
        <p:sp>
          <p:nvSpPr>
            <p:cNvPr id="1216" name="03_assume_matched_1215">
              <a:extLst>
                <a:ext uri="{FF2B5EF4-FFF2-40B4-BE49-F238E27FC236}">
                  <a16:creationId xmlns:a16="http://schemas.microsoft.com/office/drawing/2014/main" id="{0AF21E3F-D3C5-494E-B7B7-7E9CAED3E1E8}"/>
                </a:ext>
              </a:extLst>
            </p:cNvPr>
            <p:cNvSpPr>
              <a:spLocks/>
            </p:cNvSpPr>
            <p:nvPr/>
          </p:nvSpPr>
          <p:spPr>
            <a:xfrm>
              <a:off x="5329237" y="3023436"/>
              <a:ext cx="28398" cy="28398"/>
            </a:xfrm>
            <a:prstGeom prst="ellipse">
              <a:avLst/>
            </a:prstGeom>
            <a:solidFill>
              <a:srgbClr val="7F8C97">
                <a:alpha val="48000"/>
              </a:srgbClr>
            </a:solidFill>
            <a:ln w="0">
              <a:noFill/>
              <a:prstDash val="solid"/>
            </a:ln>
          </p:spPr>
        </p:sp>
        <p:sp>
          <p:nvSpPr>
            <p:cNvPr id="1217" name="03_assume_matched_1216">
              <a:extLst>
                <a:ext uri="{FF2B5EF4-FFF2-40B4-BE49-F238E27FC236}">
                  <a16:creationId xmlns:a16="http://schemas.microsoft.com/office/drawing/2014/main" id="{8B629917-B6F8-4641-B9FC-20D4A68171AD}"/>
                </a:ext>
              </a:extLst>
            </p:cNvPr>
            <p:cNvSpPr>
              <a:spLocks/>
            </p:cNvSpPr>
            <p:nvPr/>
          </p:nvSpPr>
          <p:spPr>
            <a:xfrm>
              <a:off x="5419611" y="2925958"/>
              <a:ext cx="28398" cy="28398"/>
            </a:xfrm>
            <a:prstGeom prst="ellipse">
              <a:avLst/>
            </a:prstGeom>
            <a:solidFill>
              <a:srgbClr val="7F8C97">
                <a:alpha val="48000"/>
              </a:srgbClr>
            </a:solidFill>
            <a:ln w="0">
              <a:noFill/>
              <a:prstDash val="solid"/>
            </a:ln>
          </p:spPr>
        </p:sp>
        <p:sp>
          <p:nvSpPr>
            <p:cNvPr id="1218" name="03_assume_matched_1217">
              <a:extLst>
                <a:ext uri="{FF2B5EF4-FFF2-40B4-BE49-F238E27FC236}">
                  <a16:creationId xmlns:a16="http://schemas.microsoft.com/office/drawing/2014/main" id="{6219B5AA-F906-43CE-87C5-51F6688F8708}"/>
                </a:ext>
              </a:extLst>
            </p:cNvPr>
            <p:cNvSpPr>
              <a:spLocks/>
            </p:cNvSpPr>
            <p:nvPr/>
          </p:nvSpPr>
          <p:spPr>
            <a:xfrm>
              <a:off x="5392700" y="2536045"/>
              <a:ext cx="28398" cy="28398"/>
            </a:xfrm>
            <a:prstGeom prst="ellipse">
              <a:avLst/>
            </a:prstGeom>
            <a:solidFill>
              <a:srgbClr val="7F8C97">
                <a:alpha val="48000"/>
              </a:srgbClr>
            </a:solidFill>
            <a:ln w="0">
              <a:noFill/>
              <a:prstDash val="solid"/>
            </a:ln>
          </p:spPr>
        </p:sp>
        <p:sp>
          <p:nvSpPr>
            <p:cNvPr id="1219" name="03_assume_matched_1218">
              <a:extLst>
                <a:ext uri="{FF2B5EF4-FFF2-40B4-BE49-F238E27FC236}">
                  <a16:creationId xmlns:a16="http://schemas.microsoft.com/office/drawing/2014/main" id="{BBCD1176-5096-4F68-B4C1-15EC1B60B76C}"/>
                </a:ext>
              </a:extLst>
            </p:cNvPr>
            <p:cNvSpPr>
              <a:spLocks/>
            </p:cNvSpPr>
            <p:nvPr/>
          </p:nvSpPr>
          <p:spPr>
            <a:xfrm>
              <a:off x="5310528" y="3120914"/>
              <a:ext cx="28398" cy="28398"/>
            </a:xfrm>
            <a:prstGeom prst="ellipse">
              <a:avLst/>
            </a:prstGeom>
            <a:solidFill>
              <a:srgbClr val="7F8C97">
                <a:alpha val="48000"/>
              </a:srgbClr>
            </a:solidFill>
            <a:ln w="0">
              <a:noFill/>
              <a:prstDash val="solid"/>
            </a:ln>
          </p:spPr>
        </p:sp>
        <p:sp>
          <p:nvSpPr>
            <p:cNvPr id="1220" name="03_assume_matched_1219">
              <a:extLst>
                <a:ext uri="{FF2B5EF4-FFF2-40B4-BE49-F238E27FC236}">
                  <a16:creationId xmlns:a16="http://schemas.microsoft.com/office/drawing/2014/main" id="{8057C118-FE60-4861-98D4-4691072D47BD}"/>
                </a:ext>
              </a:extLst>
            </p:cNvPr>
            <p:cNvSpPr>
              <a:spLocks/>
            </p:cNvSpPr>
            <p:nvPr/>
          </p:nvSpPr>
          <p:spPr>
            <a:xfrm>
              <a:off x="5317868" y="3120914"/>
              <a:ext cx="28398" cy="28398"/>
            </a:xfrm>
            <a:prstGeom prst="ellipse">
              <a:avLst/>
            </a:prstGeom>
            <a:solidFill>
              <a:srgbClr val="7F8C97">
                <a:alpha val="48000"/>
              </a:srgbClr>
            </a:solidFill>
            <a:ln w="0">
              <a:noFill/>
              <a:prstDash val="solid"/>
            </a:ln>
          </p:spPr>
        </p:sp>
        <p:sp>
          <p:nvSpPr>
            <p:cNvPr id="1221" name="03_assume_matched_1220">
              <a:extLst>
                <a:ext uri="{FF2B5EF4-FFF2-40B4-BE49-F238E27FC236}">
                  <a16:creationId xmlns:a16="http://schemas.microsoft.com/office/drawing/2014/main" id="{A0857085-6916-4376-A0FF-AB5B373DADE5}"/>
                </a:ext>
              </a:extLst>
            </p:cNvPr>
            <p:cNvSpPr>
              <a:spLocks/>
            </p:cNvSpPr>
            <p:nvPr/>
          </p:nvSpPr>
          <p:spPr>
            <a:xfrm>
              <a:off x="5329093" y="2925958"/>
              <a:ext cx="28398" cy="28398"/>
            </a:xfrm>
            <a:prstGeom prst="ellipse">
              <a:avLst/>
            </a:prstGeom>
            <a:solidFill>
              <a:srgbClr val="7F8C97">
                <a:alpha val="48000"/>
              </a:srgbClr>
            </a:solidFill>
            <a:ln w="0">
              <a:noFill/>
              <a:prstDash val="solid"/>
            </a:ln>
          </p:spPr>
        </p:sp>
        <p:sp>
          <p:nvSpPr>
            <p:cNvPr id="1222" name="03_assume_matched_1221">
              <a:extLst>
                <a:ext uri="{FF2B5EF4-FFF2-40B4-BE49-F238E27FC236}">
                  <a16:creationId xmlns:a16="http://schemas.microsoft.com/office/drawing/2014/main" id="{DE11AD4A-00A0-4360-8B65-01ADF4DC2194}"/>
                </a:ext>
              </a:extLst>
            </p:cNvPr>
            <p:cNvSpPr>
              <a:spLocks/>
            </p:cNvSpPr>
            <p:nvPr/>
          </p:nvSpPr>
          <p:spPr>
            <a:xfrm>
              <a:off x="5418460" y="2828480"/>
              <a:ext cx="28398" cy="28398"/>
            </a:xfrm>
            <a:prstGeom prst="ellipse">
              <a:avLst/>
            </a:prstGeom>
            <a:solidFill>
              <a:srgbClr val="7F8C97">
                <a:alpha val="48000"/>
              </a:srgbClr>
            </a:solidFill>
            <a:ln w="0">
              <a:noFill/>
              <a:prstDash val="solid"/>
            </a:ln>
          </p:spPr>
        </p:sp>
        <p:sp>
          <p:nvSpPr>
            <p:cNvPr id="1223" name="03_assume_matched_1222">
              <a:extLst>
                <a:ext uri="{FF2B5EF4-FFF2-40B4-BE49-F238E27FC236}">
                  <a16:creationId xmlns:a16="http://schemas.microsoft.com/office/drawing/2014/main" id="{D2BA4E6C-35D2-4A42-88D5-065E18C42EDD}"/>
                </a:ext>
              </a:extLst>
            </p:cNvPr>
            <p:cNvSpPr>
              <a:spLocks/>
            </p:cNvSpPr>
            <p:nvPr/>
          </p:nvSpPr>
          <p:spPr>
            <a:xfrm>
              <a:off x="5331395" y="2536045"/>
              <a:ext cx="28398" cy="28398"/>
            </a:xfrm>
            <a:prstGeom prst="ellipse">
              <a:avLst/>
            </a:prstGeom>
            <a:solidFill>
              <a:srgbClr val="7F8C97">
                <a:alpha val="48000"/>
              </a:srgbClr>
            </a:solidFill>
            <a:ln w="0">
              <a:noFill/>
              <a:prstDash val="solid"/>
            </a:ln>
          </p:spPr>
        </p:sp>
        <p:sp>
          <p:nvSpPr>
            <p:cNvPr id="1224" name="03_assume_matched_1223">
              <a:extLst>
                <a:ext uri="{FF2B5EF4-FFF2-40B4-BE49-F238E27FC236}">
                  <a16:creationId xmlns:a16="http://schemas.microsoft.com/office/drawing/2014/main" id="{52223187-98A1-46E6-880F-5CD2921CFEAC}"/>
                </a:ext>
              </a:extLst>
            </p:cNvPr>
            <p:cNvSpPr>
              <a:spLocks/>
            </p:cNvSpPr>
            <p:nvPr/>
          </p:nvSpPr>
          <p:spPr>
            <a:xfrm>
              <a:off x="5410401" y="3055929"/>
              <a:ext cx="28398" cy="28398"/>
            </a:xfrm>
            <a:prstGeom prst="ellipse">
              <a:avLst/>
            </a:prstGeom>
            <a:solidFill>
              <a:srgbClr val="7F8C97">
                <a:alpha val="48000"/>
              </a:srgbClr>
            </a:solidFill>
            <a:ln w="0">
              <a:noFill/>
              <a:prstDash val="solid"/>
            </a:ln>
          </p:spPr>
        </p:sp>
        <p:sp>
          <p:nvSpPr>
            <p:cNvPr id="1225" name="03_assume_matched_1224">
              <a:extLst>
                <a:ext uri="{FF2B5EF4-FFF2-40B4-BE49-F238E27FC236}">
                  <a16:creationId xmlns:a16="http://schemas.microsoft.com/office/drawing/2014/main" id="{85B07485-7B49-4023-9BA6-D8EDDA8018C6}"/>
                </a:ext>
              </a:extLst>
            </p:cNvPr>
            <p:cNvSpPr>
              <a:spLocks/>
            </p:cNvSpPr>
            <p:nvPr/>
          </p:nvSpPr>
          <p:spPr>
            <a:xfrm>
              <a:off x="5411552" y="2536045"/>
              <a:ext cx="28398" cy="28398"/>
            </a:xfrm>
            <a:prstGeom prst="ellipse">
              <a:avLst/>
            </a:prstGeom>
            <a:solidFill>
              <a:srgbClr val="7F8C97">
                <a:alpha val="48000"/>
              </a:srgbClr>
            </a:solidFill>
            <a:ln w="0">
              <a:noFill/>
              <a:prstDash val="solid"/>
            </a:ln>
          </p:spPr>
        </p:sp>
        <p:sp>
          <p:nvSpPr>
            <p:cNvPr id="1226" name="03_assume_matched_1225">
              <a:extLst>
                <a:ext uri="{FF2B5EF4-FFF2-40B4-BE49-F238E27FC236}">
                  <a16:creationId xmlns:a16="http://schemas.microsoft.com/office/drawing/2014/main" id="{FAFDF0D8-A7AF-46EB-BCA3-82130614845F}"/>
                </a:ext>
              </a:extLst>
            </p:cNvPr>
            <p:cNvSpPr>
              <a:spLocks/>
            </p:cNvSpPr>
            <p:nvPr/>
          </p:nvSpPr>
          <p:spPr>
            <a:xfrm>
              <a:off x="5415294" y="3120914"/>
              <a:ext cx="28398" cy="28398"/>
            </a:xfrm>
            <a:prstGeom prst="ellipse">
              <a:avLst/>
            </a:prstGeom>
            <a:solidFill>
              <a:srgbClr val="7F8C97">
                <a:alpha val="48000"/>
              </a:srgbClr>
            </a:solidFill>
            <a:ln w="0">
              <a:noFill/>
              <a:prstDash val="solid"/>
            </a:ln>
          </p:spPr>
        </p:sp>
        <p:sp>
          <p:nvSpPr>
            <p:cNvPr id="1227" name="03_assume_matched_1226">
              <a:extLst>
                <a:ext uri="{FF2B5EF4-FFF2-40B4-BE49-F238E27FC236}">
                  <a16:creationId xmlns:a16="http://schemas.microsoft.com/office/drawing/2014/main" id="{B7AFDA7E-1621-4E17-8F06-89B9CF0AD1CF}"/>
                </a:ext>
              </a:extLst>
            </p:cNvPr>
            <p:cNvSpPr>
              <a:spLocks/>
            </p:cNvSpPr>
            <p:nvPr/>
          </p:nvSpPr>
          <p:spPr>
            <a:xfrm>
              <a:off x="5332546" y="2925958"/>
              <a:ext cx="28398" cy="28398"/>
            </a:xfrm>
            <a:prstGeom prst="ellipse">
              <a:avLst/>
            </a:prstGeom>
            <a:solidFill>
              <a:srgbClr val="7F8C97">
                <a:alpha val="48000"/>
              </a:srgbClr>
            </a:solidFill>
            <a:ln w="0">
              <a:noFill/>
              <a:prstDash val="solid"/>
            </a:ln>
          </p:spPr>
        </p:sp>
        <p:sp>
          <p:nvSpPr>
            <p:cNvPr id="1228" name="03_assume_matched_1227">
              <a:extLst>
                <a:ext uri="{FF2B5EF4-FFF2-40B4-BE49-F238E27FC236}">
                  <a16:creationId xmlns:a16="http://schemas.microsoft.com/office/drawing/2014/main" id="{B1EC1F20-73EC-44A0-990B-1390A0211A98}"/>
                </a:ext>
              </a:extLst>
            </p:cNvPr>
            <p:cNvSpPr>
              <a:spLocks/>
            </p:cNvSpPr>
            <p:nvPr/>
          </p:nvSpPr>
          <p:spPr>
            <a:xfrm>
              <a:off x="5310816" y="2682262"/>
              <a:ext cx="28398" cy="28398"/>
            </a:xfrm>
            <a:prstGeom prst="ellipse">
              <a:avLst/>
            </a:prstGeom>
            <a:solidFill>
              <a:srgbClr val="7F8C97">
                <a:alpha val="48000"/>
              </a:srgbClr>
            </a:solidFill>
            <a:ln w="0">
              <a:noFill/>
              <a:prstDash val="solid"/>
            </a:ln>
          </p:spPr>
        </p:sp>
        <p:sp>
          <p:nvSpPr>
            <p:cNvPr id="1229" name="03_assume_matched_1228">
              <a:extLst>
                <a:ext uri="{FF2B5EF4-FFF2-40B4-BE49-F238E27FC236}">
                  <a16:creationId xmlns:a16="http://schemas.microsoft.com/office/drawing/2014/main" id="{E03BC371-19F1-4C5A-A386-D40CB3560F22}"/>
                </a:ext>
              </a:extLst>
            </p:cNvPr>
            <p:cNvSpPr>
              <a:spLocks/>
            </p:cNvSpPr>
            <p:nvPr/>
          </p:nvSpPr>
          <p:spPr>
            <a:xfrm>
              <a:off x="5394571" y="2536045"/>
              <a:ext cx="28398" cy="28398"/>
            </a:xfrm>
            <a:prstGeom prst="ellipse">
              <a:avLst/>
            </a:prstGeom>
            <a:solidFill>
              <a:srgbClr val="7F8C97">
                <a:alpha val="48000"/>
              </a:srgbClr>
            </a:solidFill>
            <a:ln w="0">
              <a:noFill/>
              <a:prstDash val="solid"/>
            </a:ln>
          </p:spPr>
        </p:sp>
        <p:sp>
          <p:nvSpPr>
            <p:cNvPr id="1230" name="03_assume_matched_1229">
              <a:extLst>
                <a:ext uri="{FF2B5EF4-FFF2-40B4-BE49-F238E27FC236}">
                  <a16:creationId xmlns:a16="http://schemas.microsoft.com/office/drawing/2014/main" id="{614BFDAF-9459-46C1-8935-C0E6AD844E02}"/>
                </a:ext>
              </a:extLst>
            </p:cNvPr>
            <p:cNvSpPr>
              <a:spLocks/>
            </p:cNvSpPr>
            <p:nvPr/>
          </p:nvSpPr>
          <p:spPr>
            <a:xfrm>
              <a:off x="5304052" y="3120914"/>
              <a:ext cx="28398" cy="28398"/>
            </a:xfrm>
            <a:prstGeom prst="ellipse">
              <a:avLst/>
            </a:prstGeom>
            <a:solidFill>
              <a:srgbClr val="7F8C97">
                <a:alpha val="48000"/>
              </a:srgbClr>
            </a:solidFill>
            <a:ln w="0">
              <a:noFill/>
              <a:prstDash val="solid"/>
            </a:ln>
          </p:spPr>
        </p:sp>
        <p:sp>
          <p:nvSpPr>
            <p:cNvPr id="1231" name="03_assume_matched_1230">
              <a:extLst>
                <a:ext uri="{FF2B5EF4-FFF2-40B4-BE49-F238E27FC236}">
                  <a16:creationId xmlns:a16="http://schemas.microsoft.com/office/drawing/2014/main" id="{A1337A11-6680-4544-B1E1-BDAA1434D72D}"/>
                </a:ext>
              </a:extLst>
            </p:cNvPr>
            <p:cNvSpPr>
              <a:spLocks/>
            </p:cNvSpPr>
            <p:nvPr/>
          </p:nvSpPr>
          <p:spPr>
            <a:xfrm>
              <a:off x="5398169" y="2536045"/>
              <a:ext cx="28398" cy="28398"/>
            </a:xfrm>
            <a:prstGeom prst="ellipse">
              <a:avLst/>
            </a:prstGeom>
            <a:solidFill>
              <a:srgbClr val="7F8C97">
                <a:alpha val="48000"/>
              </a:srgbClr>
            </a:solidFill>
            <a:ln w="0">
              <a:noFill/>
              <a:prstDash val="solid"/>
            </a:ln>
          </p:spPr>
        </p:sp>
        <p:sp>
          <p:nvSpPr>
            <p:cNvPr id="1232" name="03_assume_matched_1231">
              <a:extLst>
                <a:ext uri="{FF2B5EF4-FFF2-40B4-BE49-F238E27FC236}">
                  <a16:creationId xmlns:a16="http://schemas.microsoft.com/office/drawing/2014/main" id="{4F9B0FAE-E248-4B70-9B5C-A022B1F9E107}"/>
                </a:ext>
              </a:extLst>
            </p:cNvPr>
            <p:cNvSpPr>
              <a:spLocks/>
            </p:cNvSpPr>
            <p:nvPr/>
          </p:nvSpPr>
          <p:spPr>
            <a:xfrm>
              <a:off x="5305348" y="3120914"/>
              <a:ext cx="28398" cy="28398"/>
            </a:xfrm>
            <a:prstGeom prst="ellipse">
              <a:avLst/>
            </a:prstGeom>
            <a:solidFill>
              <a:srgbClr val="7F8C97">
                <a:alpha val="48000"/>
              </a:srgbClr>
            </a:solidFill>
            <a:ln w="0">
              <a:noFill/>
              <a:prstDash val="solid"/>
            </a:ln>
          </p:spPr>
        </p:sp>
        <p:sp>
          <p:nvSpPr>
            <p:cNvPr id="1233" name="03_assume_matched_1232">
              <a:extLst>
                <a:ext uri="{FF2B5EF4-FFF2-40B4-BE49-F238E27FC236}">
                  <a16:creationId xmlns:a16="http://schemas.microsoft.com/office/drawing/2014/main" id="{9A0E6695-53A4-45CB-AA83-13ACA919ED13}"/>
                </a:ext>
              </a:extLst>
            </p:cNvPr>
            <p:cNvSpPr>
              <a:spLocks/>
            </p:cNvSpPr>
            <p:nvPr/>
          </p:nvSpPr>
          <p:spPr>
            <a:xfrm>
              <a:off x="5425799" y="2536045"/>
              <a:ext cx="28398" cy="28398"/>
            </a:xfrm>
            <a:prstGeom prst="ellipse">
              <a:avLst/>
            </a:prstGeom>
            <a:solidFill>
              <a:srgbClr val="7F8C97">
                <a:alpha val="48000"/>
              </a:srgbClr>
            </a:solidFill>
            <a:ln w="0">
              <a:noFill/>
              <a:prstDash val="solid"/>
            </a:ln>
          </p:spPr>
        </p:sp>
        <p:sp>
          <p:nvSpPr>
            <p:cNvPr id="1234" name="03_assume_matched_1233">
              <a:extLst>
                <a:ext uri="{FF2B5EF4-FFF2-40B4-BE49-F238E27FC236}">
                  <a16:creationId xmlns:a16="http://schemas.microsoft.com/office/drawing/2014/main" id="{310D309F-33F6-4992-A8B7-4194584C6823}"/>
                </a:ext>
              </a:extLst>
            </p:cNvPr>
            <p:cNvSpPr>
              <a:spLocks/>
            </p:cNvSpPr>
            <p:nvPr/>
          </p:nvSpPr>
          <p:spPr>
            <a:xfrm>
              <a:off x="5403781" y="2536045"/>
              <a:ext cx="28398" cy="28398"/>
            </a:xfrm>
            <a:prstGeom prst="ellipse">
              <a:avLst/>
            </a:prstGeom>
            <a:solidFill>
              <a:srgbClr val="7F8C97">
                <a:alpha val="48000"/>
              </a:srgbClr>
            </a:solidFill>
            <a:ln w="0">
              <a:noFill/>
              <a:prstDash val="solid"/>
            </a:ln>
          </p:spPr>
        </p:sp>
        <p:sp>
          <p:nvSpPr>
            <p:cNvPr id="1235" name="03_assume_matched_1234">
              <a:extLst>
                <a:ext uri="{FF2B5EF4-FFF2-40B4-BE49-F238E27FC236}">
                  <a16:creationId xmlns:a16="http://schemas.microsoft.com/office/drawing/2014/main" id="{BB1F273D-F568-4073-97D7-A0ADA2816423}"/>
                </a:ext>
              </a:extLst>
            </p:cNvPr>
            <p:cNvSpPr>
              <a:spLocks/>
            </p:cNvSpPr>
            <p:nvPr/>
          </p:nvSpPr>
          <p:spPr>
            <a:xfrm>
              <a:off x="5351686" y="2536045"/>
              <a:ext cx="28398" cy="28398"/>
            </a:xfrm>
            <a:prstGeom prst="ellipse">
              <a:avLst/>
            </a:prstGeom>
            <a:solidFill>
              <a:srgbClr val="7F8C97">
                <a:alpha val="48000"/>
              </a:srgbClr>
            </a:solidFill>
            <a:ln w="0">
              <a:noFill/>
              <a:prstDash val="solid"/>
            </a:ln>
          </p:spPr>
        </p:sp>
        <p:sp>
          <p:nvSpPr>
            <p:cNvPr id="1236" name="03_assume_matched_1235">
              <a:extLst>
                <a:ext uri="{FF2B5EF4-FFF2-40B4-BE49-F238E27FC236}">
                  <a16:creationId xmlns:a16="http://schemas.microsoft.com/office/drawing/2014/main" id="{A07BE713-219F-4E0A-A138-8F0D9925E215}"/>
                </a:ext>
              </a:extLst>
            </p:cNvPr>
            <p:cNvSpPr>
              <a:spLocks/>
            </p:cNvSpPr>
            <p:nvPr/>
          </p:nvSpPr>
          <p:spPr>
            <a:xfrm>
              <a:off x="5327366" y="3120914"/>
              <a:ext cx="28398" cy="28398"/>
            </a:xfrm>
            <a:prstGeom prst="ellipse">
              <a:avLst/>
            </a:prstGeom>
            <a:solidFill>
              <a:srgbClr val="7F8C97">
                <a:alpha val="48000"/>
              </a:srgbClr>
            </a:solidFill>
            <a:ln w="0">
              <a:noFill/>
              <a:prstDash val="solid"/>
            </a:ln>
          </p:spPr>
        </p:sp>
        <p:sp>
          <p:nvSpPr>
            <p:cNvPr id="1237" name="03_assume_matched_1236">
              <a:extLst>
                <a:ext uri="{FF2B5EF4-FFF2-40B4-BE49-F238E27FC236}">
                  <a16:creationId xmlns:a16="http://schemas.microsoft.com/office/drawing/2014/main" id="{61748E41-E54C-46DE-BDEC-54CD2D5E828A}"/>
                </a:ext>
              </a:extLst>
            </p:cNvPr>
            <p:cNvSpPr>
              <a:spLocks/>
            </p:cNvSpPr>
            <p:nvPr/>
          </p:nvSpPr>
          <p:spPr>
            <a:xfrm>
              <a:off x="5429829" y="3120914"/>
              <a:ext cx="28398" cy="28398"/>
            </a:xfrm>
            <a:prstGeom prst="ellipse">
              <a:avLst/>
            </a:prstGeom>
            <a:solidFill>
              <a:srgbClr val="7F8C97">
                <a:alpha val="48000"/>
              </a:srgbClr>
            </a:solidFill>
            <a:ln w="0">
              <a:noFill/>
              <a:prstDash val="solid"/>
            </a:ln>
          </p:spPr>
        </p:sp>
        <p:sp>
          <p:nvSpPr>
            <p:cNvPr id="1238" name="03_assume_matched_1237">
              <a:extLst>
                <a:ext uri="{FF2B5EF4-FFF2-40B4-BE49-F238E27FC236}">
                  <a16:creationId xmlns:a16="http://schemas.microsoft.com/office/drawing/2014/main" id="{3F2F1456-FD59-4B9D-A0A5-C47DE5207CD9}"/>
                </a:ext>
              </a:extLst>
            </p:cNvPr>
            <p:cNvSpPr>
              <a:spLocks/>
            </p:cNvSpPr>
            <p:nvPr/>
          </p:nvSpPr>
          <p:spPr>
            <a:xfrm>
              <a:off x="5377590" y="2536045"/>
              <a:ext cx="28398" cy="28398"/>
            </a:xfrm>
            <a:prstGeom prst="ellipse">
              <a:avLst/>
            </a:prstGeom>
            <a:solidFill>
              <a:srgbClr val="7F8C97">
                <a:alpha val="48000"/>
              </a:srgbClr>
            </a:solidFill>
            <a:ln w="0">
              <a:noFill/>
              <a:prstDash val="solid"/>
            </a:ln>
          </p:spPr>
        </p:sp>
        <p:sp>
          <p:nvSpPr>
            <p:cNvPr id="1239" name="03_assume_matched_1238">
              <a:extLst>
                <a:ext uri="{FF2B5EF4-FFF2-40B4-BE49-F238E27FC236}">
                  <a16:creationId xmlns:a16="http://schemas.microsoft.com/office/drawing/2014/main" id="{3E6209F4-ECB0-47E7-8B44-5AF6B59F8AB1}"/>
                </a:ext>
              </a:extLst>
            </p:cNvPr>
            <p:cNvSpPr>
              <a:spLocks/>
            </p:cNvSpPr>
            <p:nvPr/>
          </p:nvSpPr>
          <p:spPr>
            <a:xfrm>
              <a:off x="5410401" y="3120914"/>
              <a:ext cx="28398" cy="28398"/>
            </a:xfrm>
            <a:prstGeom prst="ellipse">
              <a:avLst/>
            </a:prstGeom>
            <a:solidFill>
              <a:srgbClr val="7F8C97">
                <a:alpha val="48000"/>
              </a:srgbClr>
            </a:solidFill>
            <a:ln w="0">
              <a:noFill/>
              <a:prstDash val="solid"/>
            </a:ln>
          </p:spPr>
        </p:sp>
        <p:sp>
          <p:nvSpPr>
            <p:cNvPr id="1240" name="03_assume_matched_1239">
              <a:extLst>
                <a:ext uri="{FF2B5EF4-FFF2-40B4-BE49-F238E27FC236}">
                  <a16:creationId xmlns:a16="http://schemas.microsoft.com/office/drawing/2014/main" id="{E866BF79-384C-47C7-B198-55B085D1D85C}"/>
                </a:ext>
              </a:extLst>
            </p:cNvPr>
            <p:cNvSpPr>
              <a:spLocks/>
            </p:cNvSpPr>
            <p:nvPr/>
          </p:nvSpPr>
          <p:spPr>
            <a:xfrm>
              <a:off x="5309521" y="2536045"/>
              <a:ext cx="28398" cy="28398"/>
            </a:xfrm>
            <a:prstGeom prst="ellipse">
              <a:avLst/>
            </a:prstGeom>
            <a:solidFill>
              <a:srgbClr val="7F8C97">
                <a:alpha val="48000"/>
              </a:srgbClr>
            </a:solidFill>
            <a:ln w="0">
              <a:noFill/>
              <a:prstDash val="solid"/>
            </a:ln>
          </p:spPr>
        </p:sp>
        <p:sp>
          <p:nvSpPr>
            <p:cNvPr id="1241" name="03_assume_matched_1240">
              <a:extLst>
                <a:ext uri="{FF2B5EF4-FFF2-40B4-BE49-F238E27FC236}">
                  <a16:creationId xmlns:a16="http://schemas.microsoft.com/office/drawing/2014/main" id="{13BB8D6F-1BA3-4CAE-8DD0-7DC8385EB357}"/>
                </a:ext>
              </a:extLst>
            </p:cNvPr>
            <p:cNvSpPr>
              <a:spLocks/>
            </p:cNvSpPr>
            <p:nvPr/>
          </p:nvSpPr>
          <p:spPr>
            <a:xfrm>
              <a:off x="5401479" y="3120914"/>
              <a:ext cx="28398" cy="28398"/>
            </a:xfrm>
            <a:prstGeom prst="ellipse">
              <a:avLst/>
            </a:prstGeom>
            <a:solidFill>
              <a:srgbClr val="7F8C97">
                <a:alpha val="48000"/>
              </a:srgbClr>
            </a:solidFill>
            <a:ln w="0">
              <a:noFill/>
              <a:prstDash val="solid"/>
            </a:ln>
          </p:spPr>
        </p:sp>
        <p:sp>
          <p:nvSpPr>
            <p:cNvPr id="1242" name="03_assume_matched_1241">
              <a:extLst>
                <a:ext uri="{FF2B5EF4-FFF2-40B4-BE49-F238E27FC236}">
                  <a16:creationId xmlns:a16="http://schemas.microsoft.com/office/drawing/2014/main" id="{3E49AB7B-C5D3-4EC2-A4BB-1EE7D085F25C}"/>
                </a:ext>
              </a:extLst>
            </p:cNvPr>
            <p:cNvSpPr>
              <a:spLocks/>
            </p:cNvSpPr>
            <p:nvPr/>
          </p:nvSpPr>
          <p:spPr>
            <a:xfrm>
              <a:off x="5380612" y="2925958"/>
              <a:ext cx="28398" cy="28398"/>
            </a:xfrm>
            <a:prstGeom prst="ellipse">
              <a:avLst/>
            </a:prstGeom>
            <a:solidFill>
              <a:srgbClr val="7F8C97">
                <a:alpha val="48000"/>
              </a:srgbClr>
            </a:solidFill>
            <a:ln w="0">
              <a:noFill/>
              <a:prstDash val="solid"/>
            </a:ln>
          </p:spPr>
        </p:sp>
        <p:sp>
          <p:nvSpPr>
            <p:cNvPr id="1243" name="03_assume_matched_1242">
              <a:extLst>
                <a:ext uri="{FF2B5EF4-FFF2-40B4-BE49-F238E27FC236}">
                  <a16:creationId xmlns:a16="http://schemas.microsoft.com/office/drawing/2014/main" id="{72D076BE-B9F6-4AA8-A6CF-4796571F558B}"/>
                </a:ext>
              </a:extLst>
            </p:cNvPr>
            <p:cNvSpPr>
              <a:spLocks/>
            </p:cNvSpPr>
            <p:nvPr/>
          </p:nvSpPr>
          <p:spPr>
            <a:xfrm>
              <a:off x="5289230" y="2536045"/>
              <a:ext cx="28398" cy="28398"/>
            </a:xfrm>
            <a:prstGeom prst="ellipse">
              <a:avLst/>
            </a:prstGeom>
            <a:solidFill>
              <a:srgbClr val="7F8C97">
                <a:alpha val="48000"/>
              </a:srgbClr>
            </a:solidFill>
            <a:ln w="0">
              <a:noFill/>
              <a:prstDash val="solid"/>
            </a:ln>
          </p:spPr>
        </p:sp>
        <p:sp>
          <p:nvSpPr>
            <p:cNvPr id="1244" name="03_assume_matched_1243">
              <a:extLst>
                <a:ext uri="{FF2B5EF4-FFF2-40B4-BE49-F238E27FC236}">
                  <a16:creationId xmlns:a16="http://schemas.microsoft.com/office/drawing/2014/main" id="{7BB0E53E-6D01-49EA-882B-4FC29C23C565}"/>
                </a:ext>
              </a:extLst>
            </p:cNvPr>
            <p:cNvSpPr>
              <a:spLocks/>
            </p:cNvSpPr>
            <p:nvPr/>
          </p:nvSpPr>
          <p:spPr>
            <a:xfrm>
              <a:off x="5348520" y="3120914"/>
              <a:ext cx="28398" cy="28398"/>
            </a:xfrm>
            <a:prstGeom prst="ellipse">
              <a:avLst/>
            </a:prstGeom>
            <a:solidFill>
              <a:srgbClr val="7F8C97">
                <a:alpha val="48000"/>
              </a:srgbClr>
            </a:solidFill>
            <a:ln w="0">
              <a:noFill/>
              <a:prstDash val="solid"/>
            </a:ln>
          </p:spPr>
        </p:sp>
        <p:sp>
          <p:nvSpPr>
            <p:cNvPr id="1245" name="03_assume_matched_1244">
              <a:extLst>
                <a:ext uri="{FF2B5EF4-FFF2-40B4-BE49-F238E27FC236}">
                  <a16:creationId xmlns:a16="http://schemas.microsoft.com/office/drawing/2014/main" id="{93B9DC5C-58F1-4137-B18E-F1D09CAEF703}"/>
                </a:ext>
              </a:extLst>
            </p:cNvPr>
            <p:cNvSpPr>
              <a:spLocks/>
            </p:cNvSpPr>
            <p:nvPr/>
          </p:nvSpPr>
          <p:spPr>
            <a:xfrm>
              <a:off x="5330676" y="3047806"/>
              <a:ext cx="28398" cy="28398"/>
            </a:xfrm>
            <a:prstGeom prst="ellipse">
              <a:avLst/>
            </a:prstGeom>
            <a:solidFill>
              <a:srgbClr val="7F8C97">
                <a:alpha val="48000"/>
              </a:srgbClr>
            </a:solidFill>
            <a:ln w="0">
              <a:noFill/>
              <a:prstDash val="solid"/>
            </a:ln>
          </p:spPr>
        </p:sp>
        <p:sp>
          <p:nvSpPr>
            <p:cNvPr id="1246" name="03_assume_matched_1245">
              <a:extLst>
                <a:ext uri="{FF2B5EF4-FFF2-40B4-BE49-F238E27FC236}">
                  <a16:creationId xmlns:a16="http://schemas.microsoft.com/office/drawing/2014/main" id="{11E67193-2BDD-4FD8-8EBB-38996442B656}"/>
                </a:ext>
              </a:extLst>
            </p:cNvPr>
            <p:cNvSpPr>
              <a:spLocks/>
            </p:cNvSpPr>
            <p:nvPr/>
          </p:nvSpPr>
          <p:spPr>
            <a:xfrm>
              <a:off x="5362911" y="2536045"/>
              <a:ext cx="28398" cy="28398"/>
            </a:xfrm>
            <a:prstGeom prst="ellipse">
              <a:avLst/>
            </a:prstGeom>
            <a:solidFill>
              <a:srgbClr val="7F8C97">
                <a:alpha val="48000"/>
              </a:srgbClr>
            </a:solidFill>
            <a:ln w="0">
              <a:noFill/>
              <a:prstDash val="solid"/>
            </a:ln>
          </p:spPr>
        </p:sp>
        <p:sp>
          <p:nvSpPr>
            <p:cNvPr id="1247" name="03_assume_matched_1246">
              <a:extLst>
                <a:ext uri="{FF2B5EF4-FFF2-40B4-BE49-F238E27FC236}">
                  <a16:creationId xmlns:a16="http://schemas.microsoft.com/office/drawing/2014/main" id="{613C98E3-D6BA-4956-B950-A721F9FF6A01}"/>
                </a:ext>
              </a:extLst>
            </p:cNvPr>
            <p:cNvSpPr>
              <a:spLocks/>
            </p:cNvSpPr>
            <p:nvPr/>
          </p:nvSpPr>
          <p:spPr>
            <a:xfrm>
              <a:off x="5344779" y="2974697"/>
              <a:ext cx="28398" cy="28398"/>
            </a:xfrm>
            <a:prstGeom prst="ellipse">
              <a:avLst/>
            </a:prstGeom>
            <a:solidFill>
              <a:srgbClr val="7F8C97">
                <a:alpha val="48000"/>
              </a:srgbClr>
            </a:solidFill>
            <a:ln w="0">
              <a:noFill/>
              <a:prstDash val="solid"/>
            </a:ln>
          </p:spPr>
        </p:sp>
        <p:sp>
          <p:nvSpPr>
            <p:cNvPr id="1248" name="03_assume_matched_1247">
              <a:extLst>
                <a:ext uri="{FF2B5EF4-FFF2-40B4-BE49-F238E27FC236}">
                  <a16:creationId xmlns:a16="http://schemas.microsoft.com/office/drawing/2014/main" id="{B8042B4F-43B9-42A0-9664-C3CE0CE5E8D2}"/>
                </a:ext>
              </a:extLst>
            </p:cNvPr>
            <p:cNvSpPr>
              <a:spLocks/>
            </p:cNvSpPr>
            <p:nvPr/>
          </p:nvSpPr>
          <p:spPr>
            <a:xfrm>
              <a:off x="5406947" y="2974697"/>
              <a:ext cx="28398" cy="28398"/>
            </a:xfrm>
            <a:prstGeom prst="ellipse">
              <a:avLst/>
            </a:prstGeom>
            <a:solidFill>
              <a:srgbClr val="7F8C97">
                <a:alpha val="48000"/>
              </a:srgbClr>
            </a:solidFill>
            <a:ln w="0">
              <a:noFill/>
              <a:prstDash val="solid"/>
            </a:ln>
          </p:spPr>
        </p:sp>
        <p:sp>
          <p:nvSpPr>
            <p:cNvPr id="1249" name="03_assume_matched_1248">
              <a:extLst>
                <a:ext uri="{FF2B5EF4-FFF2-40B4-BE49-F238E27FC236}">
                  <a16:creationId xmlns:a16="http://schemas.microsoft.com/office/drawing/2014/main" id="{75CD117C-10AE-4593-9CB3-61581B39B4A5}"/>
                </a:ext>
              </a:extLst>
            </p:cNvPr>
            <p:cNvSpPr>
              <a:spLocks/>
            </p:cNvSpPr>
            <p:nvPr/>
          </p:nvSpPr>
          <p:spPr>
            <a:xfrm>
              <a:off x="5305060" y="2536045"/>
              <a:ext cx="28398" cy="28398"/>
            </a:xfrm>
            <a:prstGeom prst="ellipse">
              <a:avLst/>
            </a:prstGeom>
            <a:solidFill>
              <a:srgbClr val="7F8C97">
                <a:alpha val="48000"/>
              </a:srgbClr>
            </a:solidFill>
            <a:ln w="0">
              <a:noFill/>
              <a:prstDash val="solid"/>
            </a:ln>
          </p:spPr>
        </p:sp>
        <p:sp>
          <p:nvSpPr>
            <p:cNvPr id="1250" name="03_assume_matched_1249">
              <a:extLst>
                <a:ext uri="{FF2B5EF4-FFF2-40B4-BE49-F238E27FC236}">
                  <a16:creationId xmlns:a16="http://schemas.microsoft.com/office/drawing/2014/main" id="{2BE1E363-C408-4D91-9925-0227E5904B8E}"/>
                </a:ext>
              </a:extLst>
            </p:cNvPr>
            <p:cNvSpPr>
              <a:spLocks/>
            </p:cNvSpPr>
            <p:nvPr/>
          </p:nvSpPr>
          <p:spPr>
            <a:xfrm>
              <a:off x="5311680" y="3120914"/>
              <a:ext cx="28398" cy="28398"/>
            </a:xfrm>
            <a:prstGeom prst="ellipse">
              <a:avLst/>
            </a:prstGeom>
            <a:solidFill>
              <a:srgbClr val="7F8C97">
                <a:alpha val="48000"/>
              </a:srgbClr>
            </a:solidFill>
            <a:ln w="0">
              <a:noFill/>
              <a:prstDash val="solid"/>
            </a:ln>
          </p:spPr>
        </p:sp>
        <p:sp>
          <p:nvSpPr>
            <p:cNvPr id="1251" name="03_assume_matched_1250">
              <a:extLst>
                <a:ext uri="{FF2B5EF4-FFF2-40B4-BE49-F238E27FC236}">
                  <a16:creationId xmlns:a16="http://schemas.microsoft.com/office/drawing/2014/main" id="{FB9551EA-3C4B-4922-AD6D-E97A21FAF5F9}"/>
                </a:ext>
              </a:extLst>
            </p:cNvPr>
            <p:cNvSpPr>
              <a:spLocks/>
            </p:cNvSpPr>
            <p:nvPr/>
          </p:nvSpPr>
          <p:spPr>
            <a:xfrm>
              <a:off x="5371546" y="2536045"/>
              <a:ext cx="28398" cy="28398"/>
            </a:xfrm>
            <a:prstGeom prst="ellipse">
              <a:avLst/>
            </a:prstGeom>
            <a:solidFill>
              <a:srgbClr val="7F8C97">
                <a:alpha val="48000"/>
              </a:srgbClr>
            </a:solidFill>
            <a:ln w="0">
              <a:noFill/>
              <a:prstDash val="solid"/>
            </a:ln>
          </p:spPr>
        </p:sp>
        <p:sp>
          <p:nvSpPr>
            <p:cNvPr id="1252" name="03_assume_matched_1251">
              <a:extLst>
                <a:ext uri="{FF2B5EF4-FFF2-40B4-BE49-F238E27FC236}">
                  <a16:creationId xmlns:a16="http://schemas.microsoft.com/office/drawing/2014/main" id="{55486794-36BB-4B0D-980D-817891667A29}"/>
                </a:ext>
              </a:extLst>
            </p:cNvPr>
            <p:cNvSpPr>
              <a:spLocks/>
            </p:cNvSpPr>
            <p:nvPr/>
          </p:nvSpPr>
          <p:spPr>
            <a:xfrm>
              <a:off x="5370251" y="2536045"/>
              <a:ext cx="28398" cy="28398"/>
            </a:xfrm>
            <a:prstGeom prst="ellipse">
              <a:avLst/>
            </a:prstGeom>
            <a:solidFill>
              <a:srgbClr val="7F8C97">
                <a:alpha val="48000"/>
              </a:srgbClr>
            </a:solidFill>
            <a:ln w="0">
              <a:noFill/>
              <a:prstDash val="solid"/>
            </a:ln>
          </p:spPr>
        </p:sp>
        <p:sp>
          <p:nvSpPr>
            <p:cNvPr id="1253" name="03_assume_matched_1252">
              <a:extLst>
                <a:ext uri="{FF2B5EF4-FFF2-40B4-BE49-F238E27FC236}">
                  <a16:creationId xmlns:a16="http://schemas.microsoft.com/office/drawing/2014/main" id="{46AEEAB4-3E9E-454E-8267-2DDAF2B63D7D}"/>
                </a:ext>
              </a:extLst>
            </p:cNvPr>
            <p:cNvSpPr>
              <a:spLocks/>
            </p:cNvSpPr>
            <p:nvPr/>
          </p:nvSpPr>
          <p:spPr>
            <a:xfrm>
              <a:off x="5417021" y="3120914"/>
              <a:ext cx="28398" cy="28398"/>
            </a:xfrm>
            <a:prstGeom prst="ellipse">
              <a:avLst/>
            </a:prstGeom>
            <a:solidFill>
              <a:srgbClr val="7F8C97">
                <a:alpha val="48000"/>
              </a:srgbClr>
            </a:solidFill>
            <a:ln w="0">
              <a:noFill/>
              <a:prstDash val="solid"/>
            </a:ln>
          </p:spPr>
        </p:sp>
        <p:sp>
          <p:nvSpPr>
            <p:cNvPr id="1254" name="03_assume_matched_1253">
              <a:extLst>
                <a:ext uri="{FF2B5EF4-FFF2-40B4-BE49-F238E27FC236}">
                  <a16:creationId xmlns:a16="http://schemas.microsoft.com/office/drawing/2014/main" id="{7EC655DC-15F9-4481-A9DC-FEB7D7656AB5}"/>
                </a:ext>
              </a:extLst>
            </p:cNvPr>
            <p:cNvSpPr>
              <a:spLocks/>
            </p:cNvSpPr>
            <p:nvPr/>
          </p:nvSpPr>
          <p:spPr>
            <a:xfrm>
              <a:off x="5395291" y="2828480"/>
              <a:ext cx="28398" cy="28398"/>
            </a:xfrm>
            <a:prstGeom prst="ellipse">
              <a:avLst/>
            </a:prstGeom>
            <a:solidFill>
              <a:srgbClr val="7F8C97">
                <a:alpha val="48000"/>
              </a:srgbClr>
            </a:solidFill>
            <a:ln w="0">
              <a:noFill/>
              <a:prstDash val="solid"/>
            </a:ln>
          </p:spPr>
        </p:sp>
        <p:sp>
          <p:nvSpPr>
            <p:cNvPr id="1255" name="03_assume_matched_1254">
              <a:extLst>
                <a:ext uri="{FF2B5EF4-FFF2-40B4-BE49-F238E27FC236}">
                  <a16:creationId xmlns:a16="http://schemas.microsoft.com/office/drawing/2014/main" id="{1B3D6E3E-B1CB-41AB-8749-C465A598E83C}"/>
                </a:ext>
              </a:extLst>
            </p:cNvPr>
            <p:cNvSpPr>
              <a:spLocks/>
            </p:cNvSpPr>
            <p:nvPr/>
          </p:nvSpPr>
          <p:spPr>
            <a:xfrm>
              <a:off x="5327366" y="3120914"/>
              <a:ext cx="28398" cy="28398"/>
            </a:xfrm>
            <a:prstGeom prst="ellipse">
              <a:avLst/>
            </a:prstGeom>
            <a:solidFill>
              <a:srgbClr val="7F8C97">
                <a:alpha val="48000"/>
              </a:srgbClr>
            </a:solidFill>
            <a:ln w="0">
              <a:noFill/>
              <a:prstDash val="solid"/>
            </a:ln>
          </p:spPr>
        </p:sp>
        <p:sp>
          <p:nvSpPr>
            <p:cNvPr id="1256" name="03_assume_matched_1255">
              <a:extLst>
                <a:ext uri="{FF2B5EF4-FFF2-40B4-BE49-F238E27FC236}">
                  <a16:creationId xmlns:a16="http://schemas.microsoft.com/office/drawing/2014/main" id="{64777F32-C357-4DC3-85A3-02031ED2EDDB}"/>
                </a:ext>
              </a:extLst>
            </p:cNvPr>
            <p:cNvSpPr>
              <a:spLocks/>
            </p:cNvSpPr>
            <p:nvPr/>
          </p:nvSpPr>
          <p:spPr>
            <a:xfrm>
              <a:off x="5398169" y="3120914"/>
              <a:ext cx="28398" cy="28398"/>
            </a:xfrm>
            <a:prstGeom prst="ellipse">
              <a:avLst/>
            </a:prstGeom>
            <a:solidFill>
              <a:srgbClr val="7F8C97">
                <a:alpha val="48000"/>
              </a:srgbClr>
            </a:solidFill>
            <a:ln w="0">
              <a:noFill/>
              <a:prstDash val="solid"/>
            </a:ln>
          </p:spPr>
        </p:sp>
        <p:sp>
          <p:nvSpPr>
            <p:cNvPr id="1257" name="03_assume_matched_1256">
              <a:extLst>
                <a:ext uri="{FF2B5EF4-FFF2-40B4-BE49-F238E27FC236}">
                  <a16:creationId xmlns:a16="http://schemas.microsoft.com/office/drawing/2014/main" id="{E02B2FE4-08B7-4AAB-8D7F-386260881E22}"/>
                </a:ext>
              </a:extLst>
            </p:cNvPr>
            <p:cNvSpPr>
              <a:spLocks/>
            </p:cNvSpPr>
            <p:nvPr/>
          </p:nvSpPr>
          <p:spPr>
            <a:xfrm>
              <a:off x="5386512" y="2731002"/>
              <a:ext cx="28398" cy="28398"/>
            </a:xfrm>
            <a:prstGeom prst="ellipse">
              <a:avLst/>
            </a:prstGeom>
            <a:solidFill>
              <a:srgbClr val="7F8C97">
                <a:alpha val="48000"/>
              </a:srgbClr>
            </a:solidFill>
            <a:ln w="0">
              <a:noFill/>
              <a:prstDash val="solid"/>
            </a:ln>
          </p:spPr>
        </p:sp>
        <p:sp>
          <p:nvSpPr>
            <p:cNvPr id="1258" name="03_assume_matched_1257">
              <a:extLst>
                <a:ext uri="{FF2B5EF4-FFF2-40B4-BE49-F238E27FC236}">
                  <a16:creationId xmlns:a16="http://schemas.microsoft.com/office/drawing/2014/main" id="{4D29D561-276F-465C-A7AA-BF63C54C944B}"/>
                </a:ext>
              </a:extLst>
            </p:cNvPr>
            <p:cNvSpPr>
              <a:spLocks/>
            </p:cNvSpPr>
            <p:nvPr/>
          </p:nvSpPr>
          <p:spPr>
            <a:xfrm>
              <a:off x="5392700" y="3120914"/>
              <a:ext cx="28398" cy="28398"/>
            </a:xfrm>
            <a:prstGeom prst="ellipse">
              <a:avLst/>
            </a:prstGeom>
            <a:solidFill>
              <a:srgbClr val="7F8C97">
                <a:alpha val="48000"/>
              </a:srgbClr>
            </a:solidFill>
            <a:ln w="0">
              <a:noFill/>
              <a:prstDash val="solid"/>
            </a:ln>
          </p:spPr>
        </p:sp>
        <p:sp>
          <p:nvSpPr>
            <p:cNvPr id="1259" name="03_assume_matched_1258">
              <a:extLst>
                <a:ext uri="{FF2B5EF4-FFF2-40B4-BE49-F238E27FC236}">
                  <a16:creationId xmlns:a16="http://schemas.microsoft.com/office/drawing/2014/main" id="{2BB4E61B-1061-4D85-A939-7B78F36D23FC}"/>
                </a:ext>
              </a:extLst>
            </p:cNvPr>
            <p:cNvSpPr>
              <a:spLocks/>
            </p:cNvSpPr>
            <p:nvPr/>
          </p:nvSpPr>
          <p:spPr>
            <a:xfrm>
              <a:off x="5406084" y="3120914"/>
              <a:ext cx="28398" cy="28398"/>
            </a:xfrm>
            <a:prstGeom prst="ellipse">
              <a:avLst/>
            </a:prstGeom>
            <a:solidFill>
              <a:srgbClr val="7F8C97">
                <a:alpha val="48000"/>
              </a:srgbClr>
            </a:solidFill>
            <a:ln w="0">
              <a:noFill/>
              <a:prstDash val="solid"/>
            </a:ln>
          </p:spPr>
        </p:sp>
        <p:sp>
          <p:nvSpPr>
            <p:cNvPr id="1260" name="03_assume_matched_1259">
              <a:extLst>
                <a:ext uri="{FF2B5EF4-FFF2-40B4-BE49-F238E27FC236}">
                  <a16:creationId xmlns:a16="http://schemas.microsoft.com/office/drawing/2014/main" id="{6F73E4BA-3CC4-4D9C-BF71-8317379613EE}"/>
                </a:ext>
              </a:extLst>
            </p:cNvPr>
            <p:cNvSpPr>
              <a:spLocks/>
            </p:cNvSpPr>
            <p:nvPr/>
          </p:nvSpPr>
          <p:spPr>
            <a:xfrm>
              <a:off x="5314702" y="2536045"/>
              <a:ext cx="28398" cy="28398"/>
            </a:xfrm>
            <a:prstGeom prst="ellipse">
              <a:avLst/>
            </a:prstGeom>
            <a:solidFill>
              <a:srgbClr val="7F8C97">
                <a:alpha val="48000"/>
              </a:srgbClr>
            </a:solidFill>
            <a:ln w="0">
              <a:noFill/>
              <a:prstDash val="solid"/>
            </a:ln>
          </p:spPr>
        </p:sp>
        <p:sp>
          <p:nvSpPr>
            <p:cNvPr id="1261" name="03_assume_matched_1260">
              <a:extLst>
                <a:ext uri="{FF2B5EF4-FFF2-40B4-BE49-F238E27FC236}">
                  <a16:creationId xmlns:a16="http://schemas.microsoft.com/office/drawing/2014/main" id="{5D6CFABE-8E74-49E2-9D82-9E218B401799}"/>
                </a:ext>
              </a:extLst>
            </p:cNvPr>
            <p:cNvSpPr>
              <a:spLocks/>
            </p:cNvSpPr>
            <p:nvPr/>
          </p:nvSpPr>
          <p:spPr>
            <a:xfrm>
              <a:off x="5303909" y="2731002"/>
              <a:ext cx="28398" cy="28398"/>
            </a:xfrm>
            <a:prstGeom prst="ellipse">
              <a:avLst/>
            </a:prstGeom>
            <a:solidFill>
              <a:srgbClr val="7F8C97">
                <a:alpha val="48000"/>
              </a:srgbClr>
            </a:solidFill>
            <a:ln w="0">
              <a:noFill/>
              <a:prstDash val="solid"/>
            </a:ln>
          </p:spPr>
        </p:sp>
        <p:sp>
          <p:nvSpPr>
            <p:cNvPr id="1262" name="03_assume_matched_1261">
              <a:extLst>
                <a:ext uri="{FF2B5EF4-FFF2-40B4-BE49-F238E27FC236}">
                  <a16:creationId xmlns:a16="http://schemas.microsoft.com/office/drawing/2014/main" id="{9E40A2CA-95E8-4DB8-8CC2-9DE3696CC9D2}"/>
                </a:ext>
              </a:extLst>
            </p:cNvPr>
            <p:cNvSpPr>
              <a:spLocks/>
            </p:cNvSpPr>
            <p:nvPr/>
          </p:nvSpPr>
          <p:spPr>
            <a:xfrm>
              <a:off x="5386800" y="2682262"/>
              <a:ext cx="28398" cy="28398"/>
            </a:xfrm>
            <a:prstGeom prst="ellipse">
              <a:avLst/>
            </a:prstGeom>
            <a:solidFill>
              <a:srgbClr val="7F8C97">
                <a:alpha val="48000"/>
              </a:srgbClr>
            </a:solidFill>
            <a:ln w="0">
              <a:noFill/>
              <a:prstDash val="solid"/>
            </a:ln>
          </p:spPr>
        </p:sp>
        <p:sp>
          <p:nvSpPr>
            <p:cNvPr id="1263" name="03_assume_matched_1262">
              <a:extLst>
                <a:ext uri="{FF2B5EF4-FFF2-40B4-BE49-F238E27FC236}">
                  <a16:creationId xmlns:a16="http://schemas.microsoft.com/office/drawing/2014/main" id="{BE6BABB5-B014-4630-8C62-8578839EE799}"/>
                </a:ext>
              </a:extLst>
            </p:cNvPr>
            <p:cNvSpPr>
              <a:spLocks/>
            </p:cNvSpPr>
            <p:nvPr/>
          </p:nvSpPr>
          <p:spPr>
            <a:xfrm>
              <a:off x="5423929" y="2870256"/>
              <a:ext cx="28398" cy="28398"/>
            </a:xfrm>
            <a:prstGeom prst="ellipse">
              <a:avLst/>
            </a:prstGeom>
            <a:solidFill>
              <a:srgbClr val="7F8C97">
                <a:alpha val="48000"/>
              </a:srgbClr>
            </a:solidFill>
            <a:ln w="0">
              <a:noFill/>
              <a:prstDash val="solid"/>
            </a:ln>
          </p:spPr>
        </p:sp>
        <p:sp>
          <p:nvSpPr>
            <p:cNvPr id="1264" name="03_assume_matched_1263">
              <a:extLst>
                <a:ext uri="{FF2B5EF4-FFF2-40B4-BE49-F238E27FC236}">
                  <a16:creationId xmlns:a16="http://schemas.microsoft.com/office/drawing/2014/main" id="{8F38B3FC-529B-47FF-A0E3-EA6C93804098}"/>
                </a:ext>
              </a:extLst>
            </p:cNvPr>
            <p:cNvSpPr>
              <a:spLocks/>
            </p:cNvSpPr>
            <p:nvPr/>
          </p:nvSpPr>
          <p:spPr>
            <a:xfrm>
              <a:off x="5430117" y="2536045"/>
              <a:ext cx="28398" cy="28398"/>
            </a:xfrm>
            <a:prstGeom prst="ellipse">
              <a:avLst/>
            </a:prstGeom>
            <a:solidFill>
              <a:srgbClr val="7F8C97">
                <a:alpha val="48000"/>
              </a:srgbClr>
            </a:solidFill>
            <a:ln w="0">
              <a:noFill/>
              <a:prstDash val="solid"/>
            </a:ln>
          </p:spPr>
        </p:sp>
        <p:sp>
          <p:nvSpPr>
            <p:cNvPr id="1265" name="03_assume_matched_1264">
              <a:extLst>
                <a:ext uri="{FF2B5EF4-FFF2-40B4-BE49-F238E27FC236}">
                  <a16:creationId xmlns:a16="http://schemas.microsoft.com/office/drawing/2014/main" id="{2C732AC3-3FF6-4DA0-A884-5F6B8801DF34}"/>
                </a:ext>
              </a:extLst>
            </p:cNvPr>
            <p:cNvSpPr>
              <a:spLocks/>
            </p:cNvSpPr>
            <p:nvPr/>
          </p:nvSpPr>
          <p:spPr>
            <a:xfrm>
              <a:off x="5341181" y="2536045"/>
              <a:ext cx="28398" cy="28398"/>
            </a:xfrm>
            <a:prstGeom prst="ellipse">
              <a:avLst/>
            </a:prstGeom>
            <a:solidFill>
              <a:srgbClr val="7F8C97">
                <a:alpha val="48000"/>
              </a:srgbClr>
            </a:solidFill>
            <a:ln w="0">
              <a:noFill/>
              <a:prstDash val="solid"/>
            </a:ln>
          </p:spPr>
        </p:sp>
        <p:sp>
          <p:nvSpPr>
            <p:cNvPr id="1266" name="03_assume_matched_1265">
              <a:extLst>
                <a:ext uri="{FF2B5EF4-FFF2-40B4-BE49-F238E27FC236}">
                  <a16:creationId xmlns:a16="http://schemas.microsoft.com/office/drawing/2014/main" id="{076C0144-4964-4702-9FCC-C749DEFF8849}"/>
                </a:ext>
              </a:extLst>
            </p:cNvPr>
            <p:cNvSpPr>
              <a:spLocks/>
            </p:cNvSpPr>
            <p:nvPr/>
          </p:nvSpPr>
          <p:spPr>
            <a:xfrm>
              <a:off x="5393996" y="2925958"/>
              <a:ext cx="28398" cy="28398"/>
            </a:xfrm>
            <a:prstGeom prst="ellipse">
              <a:avLst/>
            </a:prstGeom>
            <a:solidFill>
              <a:srgbClr val="7F8C97">
                <a:alpha val="48000"/>
              </a:srgbClr>
            </a:solidFill>
            <a:ln w="0">
              <a:noFill/>
              <a:prstDash val="solid"/>
            </a:ln>
          </p:spPr>
        </p:sp>
        <p:sp>
          <p:nvSpPr>
            <p:cNvPr id="1267" name="03_assume_matched_1266">
              <a:extLst>
                <a:ext uri="{FF2B5EF4-FFF2-40B4-BE49-F238E27FC236}">
                  <a16:creationId xmlns:a16="http://schemas.microsoft.com/office/drawing/2014/main" id="{C9EC55B6-B037-4347-A1EE-F0A80F01DD23}"/>
                </a:ext>
              </a:extLst>
            </p:cNvPr>
            <p:cNvSpPr>
              <a:spLocks/>
            </p:cNvSpPr>
            <p:nvPr/>
          </p:nvSpPr>
          <p:spPr>
            <a:xfrm>
              <a:off x="5404933" y="2536045"/>
              <a:ext cx="28398" cy="28398"/>
            </a:xfrm>
            <a:prstGeom prst="ellipse">
              <a:avLst/>
            </a:prstGeom>
            <a:solidFill>
              <a:srgbClr val="7F8C97">
                <a:alpha val="48000"/>
              </a:srgbClr>
            </a:solidFill>
            <a:ln w="0">
              <a:noFill/>
              <a:prstDash val="solid"/>
            </a:ln>
          </p:spPr>
        </p:sp>
        <p:sp>
          <p:nvSpPr>
            <p:cNvPr id="1268" name="03_assume_matched_1267">
              <a:extLst>
                <a:ext uri="{FF2B5EF4-FFF2-40B4-BE49-F238E27FC236}">
                  <a16:creationId xmlns:a16="http://schemas.microsoft.com/office/drawing/2014/main" id="{0C0B0C22-853B-4990-8CE7-6316AC6F3CE8}"/>
                </a:ext>
              </a:extLst>
            </p:cNvPr>
            <p:cNvSpPr>
              <a:spLocks/>
            </p:cNvSpPr>
            <p:nvPr/>
          </p:nvSpPr>
          <p:spPr>
            <a:xfrm>
              <a:off x="5422346" y="2536045"/>
              <a:ext cx="28398" cy="28398"/>
            </a:xfrm>
            <a:prstGeom prst="ellipse">
              <a:avLst/>
            </a:prstGeom>
            <a:solidFill>
              <a:srgbClr val="7F8C97">
                <a:alpha val="48000"/>
              </a:srgbClr>
            </a:solidFill>
            <a:ln w="0">
              <a:noFill/>
              <a:prstDash val="solid"/>
            </a:ln>
          </p:spPr>
        </p:sp>
        <p:sp>
          <p:nvSpPr>
            <p:cNvPr id="1269" name="03_assume_matched_1268">
              <a:extLst>
                <a:ext uri="{FF2B5EF4-FFF2-40B4-BE49-F238E27FC236}">
                  <a16:creationId xmlns:a16="http://schemas.microsoft.com/office/drawing/2014/main" id="{7DF5514F-26AB-4B53-84F0-772378CF9C45}"/>
                </a:ext>
              </a:extLst>
            </p:cNvPr>
            <p:cNvSpPr>
              <a:spLocks/>
            </p:cNvSpPr>
            <p:nvPr/>
          </p:nvSpPr>
          <p:spPr>
            <a:xfrm>
              <a:off x="5407091" y="2536045"/>
              <a:ext cx="28398" cy="28398"/>
            </a:xfrm>
            <a:prstGeom prst="ellipse">
              <a:avLst/>
            </a:prstGeom>
            <a:solidFill>
              <a:srgbClr val="7F8C97">
                <a:alpha val="48000"/>
              </a:srgbClr>
            </a:solidFill>
            <a:ln w="0">
              <a:noFill/>
              <a:prstDash val="solid"/>
            </a:ln>
          </p:spPr>
        </p:sp>
        <p:sp>
          <p:nvSpPr>
            <p:cNvPr id="1270" name="03_assume_matched_1269">
              <a:extLst>
                <a:ext uri="{FF2B5EF4-FFF2-40B4-BE49-F238E27FC236}">
                  <a16:creationId xmlns:a16="http://schemas.microsoft.com/office/drawing/2014/main" id="{BFC9258E-C8C0-4A89-80A0-8BE9FD3463B6}"/>
                </a:ext>
              </a:extLst>
            </p:cNvPr>
            <p:cNvSpPr>
              <a:spLocks/>
            </p:cNvSpPr>
            <p:nvPr/>
          </p:nvSpPr>
          <p:spPr>
            <a:xfrm>
              <a:off x="5385361" y="2536045"/>
              <a:ext cx="28398" cy="28398"/>
            </a:xfrm>
            <a:prstGeom prst="ellipse">
              <a:avLst/>
            </a:prstGeom>
            <a:solidFill>
              <a:srgbClr val="7F8C97">
                <a:alpha val="48000"/>
              </a:srgbClr>
            </a:solidFill>
            <a:ln w="0">
              <a:noFill/>
              <a:prstDash val="solid"/>
            </a:ln>
          </p:spPr>
        </p:sp>
        <p:sp>
          <p:nvSpPr>
            <p:cNvPr id="1271" name="03_assume_matched_1270">
              <a:extLst>
                <a:ext uri="{FF2B5EF4-FFF2-40B4-BE49-F238E27FC236}">
                  <a16:creationId xmlns:a16="http://schemas.microsoft.com/office/drawing/2014/main" id="{A63485A2-4CC6-412B-9E1D-BB1452FA8E03}"/>
                </a:ext>
              </a:extLst>
            </p:cNvPr>
            <p:cNvSpPr>
              <a:spLocks/>
            </p:cNvSpPr>
            <p:nvPr/>
          </p:nvSpPr>
          <p:spPr>
            <a:xfrm>
              <a:off x="5297145" y="2536045"/>
              <a:ext cx="28398" cy="28398"/>
            </a:xfrm>
            <a:prstGeom prst="ellipse">
              <a:avLst/>
            </a:prstGeom>
            <a:solidFill>
              <a:srgbClr val="7F8C97">
                <a:alpha val="48000"/>
              </a:srgbClr>
            </a:solidFill>
            <a:ln w="0">
              <a:noFill/>
              <a:prstDash val="solid"/>
            </a:ln>
          </p:spPr>
        </p:sp>
        <p:sp>
          <p:nvSpPr>
            <p:cNvPr id="1272" name="03_assume_matched_1271">
              <a:extLst>
                <a:ext uri="{FF2B5EF4-FFF2-40B4-BE49-F238E27FC236}">
                  <a16:creationId xmlns:a16="http://schemas.microsoft.com/office/drawing/2014/main" id="{63AA0989-FB2E-45D1-9C82-1F3B11489E46}"/>
                </a:ext>
              </a:extLst>
            </p:cNvPr>
            <p:cNvSpPr>
              <a:spLocks/>
            </p:cNvSpPr>
            <p:nvPr/>
          </p:nvSpPr>
          <p:spPr>
            <a:xfrm>
              <a:off x="5311104" y="3120914"/>
              <a:ext cx="28398" cy="28398"/>
            </a:xfrm>
            <a:prstGeom prst="ellipse">
              <a:avLst/>
            </a:prstGeom>
            <a:solidFill>
              <a:srgbClr val="7F8C97">
                <a:alpha val="48000"/>
              </a:srgbClr>
            </a:solidFill>
            <a:ln w="0">
              <a:noFill/>
              <a:prstDash val="solid"/>
            </a:ln>
          </p:spPr>
        </p:sp>
        <p:sp>
          <p:nvSpPr>
            <p:cNvPr id="1273" name="03_assume_matched_1272">
              <a:extLst>
                <a:ext uri="{FF2B5EF4-FFF2-40B4-BE49-F238E27FC236}">
                  <a16:creationId xmlns:a16="http://schemas.microsoft.com/office/drawing/2014/main" id="{B1C86DF3-649A-4BAE-BFF1-14DBE4751B4D}"/>
                </a:ext>
              </a:extLst>
            </p:cNvPr>
            <p:cNvSpPr>
              <a:spLocks/>
            </p:cNvSpPr>
            <p:nvPr/>
          </p:nvSpPr>
          <p:spPr>
            <a:xfrm>
              <a:off x="5372265" y="2536045"/>
              <a:ext cx="28398" cy="28398"/>
            </a:xfrm>
            <a:prstGeom prst="ellipse">
              <a:avLst/>
            </a:prstGeom>
            <a:solidFill>
              <a:srgbClr val="7F8C97">
                <a:alpha val="48000"/>
              </a:srgbClr>
            </a:solidFill>
            <a:ln w="0">
              <a:noFill/>
              <a:prstDash val="solid"/>
            </a:ln>
          </p:spPr>
        </p:sp>
        <p:sp>
          <p:nvSpPr>
            <p:cNvPr id="1274" name="03_assume_matched_1273">
              <a:extLst>
                <a:ext uri="{FF2B5EF4-FFF2-40B4-BE49-F238E27FC236}">
                  <a16:creationId xmlns:a16="http://schemas.microsoft.com/office/drawing/2014/main" id="{FF87D3E3-BACF-4EC1-B13D-4772D880096E}"/>
                </a:ext>
              </a:extLst>
            </p:cNvPr>
            <p:cNvSpPr>
              <a:spLocks/>
            </p:cNvSpPr>
            <p:nvPr/>
          </p:nvSpPr>
          <p:spPr>
            <a:xfrm>
              <a:off x="5317148" y="2536045"/>
              <a:ext cx="28398" cy="28398"/>
            </a:xfrm>
            <a:prstGeom prst="ellipse">
              <a:avLst/>
            </a:prstGeom>
            <a:solidFill>
              <a:srgbClr val="7F8C97">
                <a:alpha val="48000"/>
              </a:srgbClr>
            </a:solidFill>
            <a:ln w="0">
              <a:noFill/>
              <a:prstDash val="solid"/>
            </a:ln>
          </p:spPr>
        </p:sp>
        <p:sp>
          <p:nvSpPr>
            <p:cNvPr id="1275" name="03_assume_matched_1274">
              <a:extLst>
                <a:ext uri="{FF2B5EF4-FFF2-40B4-BE49-F238E27FC236}">
                  <a16:creationId xmlns:a16="http://schemas.microsoft.com/office/drawing/2014/main" id="{45988079-7F63-44CC-B1AD-1E51256C3B8F}"/>
                </a:ext>
              </a:extLst>
            </p:cNvPr>
            <p:cNvSpPr>
              <a:spLocks/>
            </p:cNvSpPr>
            <p:nvPr/>
          </p:nvSpPr>
          <p:spPr>
            <a:xfrm>
              <a:off x="5343196" y="2536045"/>
              <a:ext cx="28398" cy="28398"/>
            </a:xfrm>
            <a:prstGeom prst="ellipse">
              <a:avLst/>
            </a:prstGeom>
            <a:solidFill>
              <a:srgbClr val="7F8C97">
                <a:alpha val="48000"/>
              </a:srgbClr>
            </a:solidFill>
            <a:ln w="0">
              <a:noFill/>
              <a:prstDash val="solid"/>
            </a:ln>
          </p:spPr>
        </p:sp>
        <p:sp>
          <p:nvSpPr>
            <p:cNvPr id="1276" name="03_assume_matched_1275">
              <a:extLst>
                <a:ext uri="{FF2B5EF4-FFF2-40B4-BE49-F238E27FC236}">
                  <a16:creationId xmlns:a16="http://schemas.microsoft.com/office/drawing/2014/main" id="{B7F7D64D-B1D2-4544-8F0F-D9FB1F7CB566}"/>
                </a:ext>
              </a:extLst>
            </p:cNvPr>
            <p:cNvSpPr>
              <a:spLocks/>
            </p:cNvSpPr>
            <p:nvPr/>
          </p:nvSpPr>
          <p:spPr>
            <a:xfrm>
              <a:off x="5292252" y="3120914"/>
              <a:ext cx="28398" cy="28398"/>
            </a:xfrm>
            <a:prstGeom prst="ellipse">
              <a:avLst/>
            </a:prstGeom>
            <a:solidFill>
              <a:srgbClr val="7F8C97">
                <a:alpha val="48000"/>
              </a:srgbClr>
            </a:solidFill>
            <a:ln w="0">
              <a:noFill/>
              <a:prstDash val="solid"/>
            </a:ln>
          </p:spPr>
        </p:sp>
        <p:sp>
          <p:nvSpPr>
            <p:cNvPr id="1277" name="03_assume_matched_1276">
              <a:extLst>
                <a:ext uri="{FF2B5EF4-FFF2-40B4-BE49-F238E27FC236}">
                  <a16:creationId xmlns:a16="http://schemas.microsoft.com/office/drawing/2014/main" id="{944C54CB-97F4-4AF4-AFED-0C22C6D7AEB3}"/>
                </a:ext>
              </a:extLst>
            </p:cNvPr>
            <p:cNvSpPr>
              <a:spLocks/>
            </p:cNvSpPr>
            <p:nvPr/>
          </p:nvSpPr>
          <p:spPr>
            <a:xfrm>
              <a:off x="6164931" y="2536045"/>
              <a:ext cx="28398" cy="28398"/>
            </a:xfrm>
            <a:prstGeom prst="ellipse">
              <a:avLst/>
            </a:prstGeom>
            <a:solidFill>
              <a:srgbClr val="7F8C97">
                <a:alpha val="48000"/>
              </a:srgbClr>
            </a:solidFill>
            <a:ln w="0">
              <a:noFill/>
              <a:prstDash val="solid"/>
            </a:ln>
          </p:spPr>
        </p:sp>
        <p:sp>
          <p:nvSpPr>
            <p:cNvPr id="1278" name="03_assume_matched_1277">
              <a:extLst>
                <a:ext uri="{FF2B5EF4-FFF2-40B4-BE49-F238E27FC236}">
                  <a16:creationId xmlns:a16="http://schemas.microsoft.com/office/drawing/2014/main" id="{C64026E0-4F10-43CD-9380-A3C41DDA0160}"/>
                </a:ext>
              </a:extLst>
            </p:cNvPr>
            <p:cNvSpPr>
              <a:spLocks/>
            </p:cNvSpPr>
            <p:nvPr/>
          </p:nvSpPr>
          <p:spPr>
            <a:xfrm>
              <a:off x="6153418" y="3120914"/>
              <a:ext cx="28398" cy="28398"/>
            </a:xfrm>
            <a:prstGeom prst="ellipse">
              <a:avLst/>
            </a:prstGeom>
            <a:solidFill>
              <a:srgbClr val="7F8C97">
                <a:alpha val="48000"/>
              </a:srgbClr>
            </a:solidFill>
            <a:ln w="0">
              <a:noFill/>
              <a:prstDash val="solid"/>
            </a:ln>
          </p:spPr>
        </p:sp>
        <p:sp>
          <p:nvSpPr>
            <p:cNvPr id="1279" name="03_assume_matched_1278">
              <a:extLst>
                <a:ext uri="{FF2B5EF4-FFF2-40B4-BE49-F238E27FC236}">
                  <a16:creationId xmlns:a16="http://schemas.microsoft.com/office/drawing/2014/main" id="{1608C54B-E3DA-42DD-B6E3-A4B1D35C7A76}"/>
                </a:ext>
              </a:extLst>
            </p:cNvPr>
            <p:cNvSpPr>
              <a:spLocks/>
            </p:cNvSpPr>
            <p:nvPr/>
          </p:nvSpPr>
          <p:spPr>
            <a:xfrm>
              <a:off x="6096286" y="3120914"/>
              <a:ext cx="28398" cy="28398"/>
            </a:xfrm>
            <a:prstGeom prst="ellipse">
              <a:avLst/>
            </a:prstGeom>
            <a:solidFill>
              <a:srgbClr val="7F8C97">
                <a:alpha val="48000"/>
              </a:srgbClr>
            </a:solidFill>
            <a:ln w="0">
              <a:noFill/>
              <a:prstDash val="solid"/>
            </a:ln>
          </p:spPr>
        </p:sp>
        <p:sp>
          <p:nvSpPr>
            <p:cNvPr id="1280" name="03_assume_matched_1279">
              <a:extLst>
                <a:ext uri="{FF2B5EF4-FFF2-40B4-BE49-F238E27FC236}">
                  <a16:creationId xmlns:a16="http://schemas.microsoft.com/office/drawing/2014/main" id="{5C03855D-062B-48F9-B6E4-7105643E50DB}"/>
                </a:ext>
              </a:extLst>
            </p:cNvPr>
            <p:cNvSpPr>
              <a:spLocks/>
            </p:cNvSpPr>
            <p:nvPr/>
          </p:nvSpPr>
          <p:spPr>
            <a:xfrm>
              <a:off x="6175149" y="2536045"/>
              <a:ext cx="28398" cy="28398"/>
            </a:xfrm>
            <a:prstGeom prst="ellipse">
              <a:avLst/>
            </a:prstGeom>
            <a:solidFill>
              <a:srgbClr val="7F8C97">
                <a:alpha val="48000"/>
              </a:srgbClr>
            </a:solidFill>
            <a:ln w="0">
              <a:noFill/>
              <a:prstDash val="solid"/>
            </a:ln>
          </p:spPr>
        </p:sp>
        <p:sp>
          <p:nvSpPr>
            <p:cNvPr id="1281" name="03_assume_matched_1280">
              <a:extLst>
                <a:ext uri="{FF2B5EF4-FFF2-40B4-BE49-F238E27FC236}">
                  <a16:creationId xmlns:a16="http://schemas.microsoft.com/office/drawing/2014/main" id="{D0174625-D844-49D7-877F-2B2A182199E9}"/>
                </a:ext>
              </a:extLst>
            </p:cNvPr>
            <p:cNvSpPr>
              <a:spLocks/>
            </p:cNvSpPr>
            <p:nvPr/>
          </p:nvSpPr>
          <p:spPr>
            <a:xfrm>
              <a:off x="6142913" y="2536045"/>
              <a:ext cx="28398" cy="28398"/>
            </a:xfrm>
            <a:prstGeom prst="ellipse">
              <a:avLst/>
            </a:prstGeom>
            <a:solidFill>
              <a:srgbClr val="7F8C97">
                <a:alpha val="48000"/>
              </a:srgbClr>
            </a:solidFill>
            <a:ln w="0">
              <a:noFill/>
              <a:prstDash val="solid"/>
            </a:ln>
          </p:spPr>
        </p:sp>
        <p:sp>
          <p:nvSpPr>
            <p:cNvPr id="1282" name="03_assume_matched_1281">
              <a:extLst>
                <a:ext uri="{FF2B5EF4-FFF2-40B4-BE49-F238E27FC236}">
                  <a16:creationId xmlns:a16="http://schemas.microsoft.com/office/drawing/2014/main" id="{50B1739E-8410-4490-85D9-49207A5539B4}"/>
                </a:ext>
              </a:extLst>
            </p:cNvPr>
            <p:cNvSpPr>
              <a:spLocks/>
            </p:cNvSpPr>
            <p:nvPr/>
          </p:nvSpPr>
          <p:spPr>
            <a:xfrm>
              <a:off x="6047645" y="2642385"/>
              <a:ext cx="28398" cy="28398"/>
            </a:xfrm>
            <a:prstGeom prst="ellipse">
              <a:avLst/>
            </a:prstGeom>
            <a:solidFill>
              <a:srgbClr val="7F8C97">
                <a:alpha val="48000"/>
              </a:srgbClr>
            </a:solidFill>
            <a:ln w="0">
              <a:noFill/>
              <a:prstDash val="solid"/>
            </a:ln>
          </p:spPr>
        </p:sp>
        <p:sp>
          <p:nvSpPr>
            <p:cNvPr id="1283" name="03_assume_matched_1282">
              <a:extLst>
                <a:ext uri="{FF2B5EF4-FFF2-40B4-BE49-F238E27FC236}">
                  <a16:creationId xmlns:a16="http://schemas.microsoft.com/office/drawing/2014/main" id="{8D918204-E32C-4C71-9D0A-8FFC7EAFBD15}"/>
                </a:ext>
              </a:extLst>
            </p:cNvPr>
            <p:cNvSpPr>
              <a:spLocks/>
            </p:cNvSpPr>
            <p:nvPr/>
          </p:nvSpPr>
          <p:spPr>
            <a:xfrm>
              <a:off x="6078298" y="3120914"/>
              <a:ext cx="28398" cy="28398"/>
            </a:xfrm>
            <a:prstGeom prst="ellipse">
              <a:avLst/>
            </a:prstGeom>
            <a:solidFill>
              <a:srgbClr val="7F8C97">
                <a:alpha val="48000"/>
              </a:srgbClr>
            </a:solidFill>
            <a:ln w="0">
              <a:noFill/>
              <a:prstDash val="solid"/>
            </a:ln>
          </p:spPr>
        </p:sp>
        <p:sp>
          <p:nvSpPr>
            <p:cNvPr id="1284" name="03_assume_matched_1283">
              <a:extLst>
                <a:ext uri="{FF2B5EF4-FFF2-40B4-BE49-F238E27FC236}">
                  <a16:creationId xmlns:a16="http://schemas.microsoft.com/office/drawing/2014/main" id="{451D63E7-123B-4D1F-B6A7-187F64A266FB}"/>
                </a:ext>
              </a:extLst>
            </p:cNvPr>
            <p:cNvSpPr>
              <a:spLocks/>
            </p:cNvSpPr>
            <p:nvPr/>
          </p:nvSpPr>
          <p:spPr>
            <a:xfrm>
              <a:off x="6047357" y="3120914"/>
              <a:ext cx="28398" cy="28398"/>
            </a:xfrm>
            <a:prstGeom prst="ellipse">
              <a:avLst/>
            </a:prstGeom>
            <a:solidFill>
              <a:srgbClr val="7F8C97">
                <a:alpha val="48000"/>
              </a:srgbClr>
            </a:solidFill>
            <a:ln w="0">
              <a:noFill/>
              <a:prstDash val="solid"/>
            </a:ln>
          </p:spPr>
        </p:sp>
        <p:sp>
          <p:nvSpPr>
            <p:cNvPr id="1285" name="03_assume_matched_1284">
              <a:extLst>
                <a:ext uri="{FF2B5EF4-FFF2-40B4-BE49-F238E27FC236}">
                  <a16:creationId xmlns:a16="http://schemas.microsoft.com/office/drawing/2014/main" id="{21489240-3498-47FC-895A-F82854413CB3}"/>
                </a:ext>
              </a:extLst>
            </p:cNvPr>
            <p:cNvSpPr>
              <a:spLocks/>
            </p:cNvSpPr>
            <p:nvPr/>
          </p:nvSpPr>
          <p:spPr>
            <a:xfrm>
              <a:off x="6128666" y="2536045"/>
              <a:ext cx="28398" cy="28398"/>
            </a:xfrm>
            <a:prstGeom prst="ellipse">
              <a:avLst/>
            </a:prstGeom>
            <a:solidFill>
              <a:srgbClr val="7F8C97">
                <a:alpha val="48000"/>
              </a:srgbClr>
            </a:solidFill>
            <a:ln w="0">
              <a:noFill/>
              <a:prstDash val="solid"/>
            </a:ln>
          </p:spPr>
        </p:sp>
        <p:sp>
          <p:nvSpPr>
            <p:cNvPr id="1286" name="03_assume_matched_1285">
              <a:extLst>
                <a:ext uri="{FF2B5EF4-FFF2-40B4-BE49-F238E27FC236}">
                  <a16:creationId xmlns:a16="http://schemas.microsoft.com/office/drawing/2014/main" id="{1E543656-9BD3-41B4-AEA4-F9BD0AA812CB}"/>
                </a:ext>
              </a:extLst>
            </p:cNvPr>
            <p:cNvSpPr>
              <a:spLocks/>
            </p:cNvSpPr>
            <p:nvPr/>
          </p:nvSpPr>
          <p:spPr>
            <a:xfrm>
              <a:off x="6109958" y="3120914"/>
              <a:ext cx="28398" cy="28398"/>
            </a:xfrm>
            <a:prstGeom prst="ellipse">
              <a:avLst/>
            </a:prstGeom>
            <a:solidFill>
              <a:srgbClr val="7F8C97">
                <a:alpha val="48000"/>
              </a:srgbClr>
            </a:solidFill>
            <a:ln w="0">
              <a:noFill/>
              <a:prstDash val="solid"/>
            </a:ln>
          </p:spPr>
        </p:sp>
        <p:sp>
          <p:nvSpPr>
            <p:cNvPr id="1287" name="03_assume_matched_1286">
              <a:extLst>
                <a:ext uri="{FF2B5EF4-FFF2-40B4-BE49-F238E27FC236}">
                  <a16:creationId xmlns:a16="http://schemas.microsoft.com/office/drawing/2014/main" id="{587DD47E-205E-48F4-8B80-ADD5EBD39013}"/>
                </a:ext>
              </a:extLst>
            </p:cNvPr>
            <p:cNvSpPr>
              <a:spLocks/>
            </p:cNvSpPr>
            <p:nvPr/>
          </p:nvSpPr>
          <p:spPr>
            <a:xfrm>
              <a:off x="6094703" y="3120914"/>
              <a:ext cx="28398" cy="28398"/>
            </a:xfrm>
            <a:prstGeom prst="ellipse">
              <a:avLst/>
            </a:prstGeom>
            <a:solidFill>
              <a:srgbClr val="7F8C97">
                <a:alpha val="48000"/>
              </a:srgbClr>
            </a:solidFill>
            <a:ln w="0">
              <a:noFill/>
              <a:prstDash val="solid"/>
            </a:ln>
          </p:spPr>
        </p:sp>
        <p:sp>
          <p:nvSpPr>
            <p:cNvPr id="1288" name="03_assume_matched_1287">
              <a:extLst>
                <a:ext uri="{FF2B5EF4-FFF2-40B4-BE49-F238E27FC236}">
                  <a16:creationId xmlns:a16="http://schemas.microsoft.com/office/drawing/2014/main" id="{56E76EC8-3374-4099-A144-4A3522328894}"/>
                </a:ext>
              </a:extLst>
            </p:cNvPr>
            <p:cNvSpPr>
              <a:spLocks/>
            </p:cNvSpPr>
            <p:nvPr/>
          </p:nvSpPr>
          <p:spPr>
            <a:xfrm>
              <a:off x="6080456" y="3120914"/>
              <a:ext cx="28398" cy="28398"/>
            </a:xfrm>
            <a:prstGeom prst="ellipse">
              <a:avLst/>
            </a:prstGeom>
            <a:solidFill>
              <a:srgbClr val="7F8C97">
                <a:alpha val="48000"/>
              </a:srgbClr>
            </a:solidFill>
            <a:ln w="0">
              <a:noFill/>
              <a:prstDash val="solid"/>
            </a:ln>
          </p:spPr>
        </p:sp>
        <p:sp>
          <p:nvSpPr>
            <p:cNvPr id="1289" name="03_assume_matched_1288">
              <a:extLst>
                <a:ext uri="{FF2B5EF4-FFF2-40B4-BE49-F238E27FC236}">
                  <a16:creationId xmlns:a16="http://schemas.microsoft.com/office/drawing/2014/main" id="{86CFBDDE-C914-4B3C-A6B1-842F5FF6DC60}"/>
                </a:ext>
              </a:extLst>
            </p:cNvPr>
            <p:cNvSpPr>
              <a:spLocks/>
            </p:cNvSpPr>
            <p:nvPr/>
          </p:nvSpPr>
          <p:spPr>
            <a:xfrm>
              <a:off x="6096862" y="3120914"/>
              <a:ext cx="28398" cy="28398"/>
            </a:xfrm>
            <a:prstGeom prst="ellipse">
              <a:avLst/>
            </a:prstGeom>
            <a:solidFill>
              <a:srgbClr val="7F8C97">
                <a:alpha val="48000"/>
              </a:srgbClr>
            </a:solidFill>
            <a:ln w="0">
              <a:noFill/>
              <a:prstDash val="solid"/>
            </a:ln>
          </p:spPr>
        </p:sp>
        <p:sp>
          <p:nvSpPr>
            <p:cNvPr id="1290" name="03_assume_matched_1289">
              <a:extLst>
                <a:ext uri="{FF2B5EF4-FFF2-40B4-BE49-F238E27FC236}">
                  <a16:creationId xmlns:a16="http://schemas.microsoft.com/office/drawing/2014/main" id="{8F9C669C-9FD1-45DD-9557-0A6D31F9FBC6}"/>
                </a:ext>
              </a:extLst>
            </p:cNvPr>
            <p:cNvSpPr>
              <a:spLocks/>
            </p:cNvSpPr>
            <p:nvPr/>
          </p:nvSpPr>
          <p:spPr>
            <a:xfrm>
              <a:off x="6182056" y="2682262"/>
              <a:ext cx="28398" cy="28398"/>
            </a:xfrm>
            <a:prstGeom prst="ellipse">
              <a:avLst/>
            </a:prstGeom>
            <a:solidFill>
              <a:srgbClr val="7F8C97">
                <a:alpha val="48000"/>
              </a:srgbClr>
            </a:solidFill>
            <a:ln w="0">
              <a:noFill/>
              <a:prstDash val="solid"/>
            </a:ln>
          </p:spPr>
        </p:sp>
        <p:sp>
          <p:nvSpPr>
            <p:cNvPr id="1291" name="03_assume_matched_1290">
              <a:extLst>
                <a:ext uri="{FF2B5EF4-FFF2-40B4-BE49-F238E27FC236}">
                  <a16:creationId xmlns:a16="http://schemas.microsoft.com/office/drawing/2014/main" id="{E23C5BD1-5224-4CF7-BC13-9214902C68D2}"/>
                </a:ext>
              </a:extLst>
            </p:cNvPr>
            <p:cNvSpPr>
              <a:spLocks/>
            </p:cNvSpPr>
            <p:nvPr/>
          </p:nvSpPr>
          <p:spPr>
            <a:xfrm>
              <a:off x="6137013" y="2731002"/>
              <a:ext cx="28398" cy="28398"/>
            </a:xfrm>
            <a:prstGeom prst="ellipse">
              <a:avLst/>
            </a:prstGeom>
            <a:solidFill>
              <a:srgbClr val="7F8C97">
                <a:alpha val="48000"/>
              </a:srgbClr>
            </a:solidFill>
            <a:ln w="0">
              <a:noFill/>
              <a:prstDash val="solid"/>
            </a:ln>
          </p:spPr>
        </p:sp>
        <p:sp>
          <p:nvSpPr>
            <p:cNvPr id="1292" name="03_assume_matched_1291">
              <a:extLst>
                <a:ext uri="{FF2B5EF4-FFF2-40B4-BE49-F238E27FC236}">
                  <a16:creationId xmlns:a16="http://schemas.microsoft.com/office/drawing/2014/main" id="{3BD1E672-BC51-4AAA-BF74-8B0767C037A1}"/>
                </a:ext>
              </a:extLst>
            </p:cNvPr>
            <p:cNvSpPr>
              <a:spLocks/>
            </p:cNvSpPr>
            <p:nvPr/>
          </p:nvSpPr>
          <p:spPr>
            <a:xfrm>
              <a:off x="6146799" y="3023436"/>
              <a:ext cx="28398" cy="28398"/>
            </a:xfrm>
            <a:prstGeom prst="ellipse">
              <a:avLst/>
            </a:prstGeom>
            <a:solidFill>
              <a:srgbClr val="7F8C97">
                <a:alpha val="48000"/>
              </a:srgbClr>
            </a:solidFill>
            <a:ln w="0">
              <a:noFill/>
              <a:prstDash val="solid"/>
            </a:ln>
          </p:spPr>
        </p:sp>
        <p:sp>
          <p:nvSpPr>
            <p:cNvPr id="1293" name="03_assume_matched_1292">
              <a:extLst>
                <a:ext uri="{FF2B5EF4-FFF2-40B4-BE49-F238E27FC236}">
                  <a16:creationId xmlns:a16="http://schemas.microsoft.com/office/drawing/2014/main" id="{F9E7422B-1BC7-4FD3-BE15-3F12CBC4B85D}"/>
                </a:ext>
              </a:extLst>
            </p:cNvPr>
            <p:cNvSpPr>
              <a:spLocks/>
            </p:cNvSpPr>
            <p:nvPr/>
          </p:nvSpPr>
          <p:spPr>
            <a:xfrm>
              <a:off x="6083622" y="3023436"/>
              <a:ext cx="28398" cy="28398"/>
            </a:xfrm>
            <a:prstGeom prst="ellipse">
              <a:avLst/>
            </a:prstGeom>
            <a:solidFill>
              <a:srgbClr val="7F8C97">
                <a:alpha val="48000"/>
              </a:srgbClr>
            </a:solidFill>
            <a:ln w="0">
              <a:noFill/>
              <a:prstDash val="solid"/>
            </a:ln>
          </p:spPr>
        </p:sp>
        <p:sp>
          <p:nvSpPr>
            <p:cNvPr id="1294" name="03_assume_matched_1293">
              <a:extLst>
                <a:ext uri="{FF2B5EF4-FFF2-40B4-BE49-F238E27FC236}">
                  <a16:creationId xmlns:a16="http://schemas.microsoft.com/office/drawing/2014/main" id="{90618725-7DE6-44FE-BCA2-6EA54CF72758}"/>
                </a:ext>
              </a:extLst>
            </p:cNvPr>
            <p:cNvSpPr>
              <a:spLocks/>
            </p:cNvSpPr>
            <p:nvPr/>
          </p:nvSpPr>
          <p:spPr>
            <a:xfrm>
              <a:off x="6173997" y="2925958"/>
              <a:ext cx="28398" cy="28398"/>
            </a:xfrm>
            <a:prstGeom prst="ellipse">
              <a:avLst/>
            </a:prstGeom>
            <a:solidFill>
              <a:srgbClr val="7F8C97">
                <a:alpha val="48000"/>
              </a:srgbClr>
            </a:solidFill>
            <a:ln w="0">
              <a:noFill/>
              <a:prstDash val="solid"/>
            </a:ln>
          </p:spPr>
        </p:sp>
        <p:sp>
          <p:nvSpPr>
            <p:cNvPr id="1295" name="03_assume_matched_1294">
              <a:extLst>
                <a:ext uri="{FF2B5EF4-FFF2-40B4-BE49-F238E27FC236}">
                  <a16:creationId xmlns:a16="http://schemas.microsoft.com/office/drawing/2014/main" id="{9B110F39-FA98-40CB-A815-759B2542AE15}"/>
                </a:ext>
              </a:extLst>
            </p:cNvPr>
            <p:cNvSpPr>
              <a:spLocks/>
            </p:cNvSpPr>
            <p:nvPr/>
          </p:nvSpPr>
          <p:spPr>
            <a:xfrm>
              <a:off x="6147086" y="2536045"/>
              <a:ext cx="28398" cy="28398"/>
            </a:xfrm>
            <a:prstGeom prst="ellipse">
              <a:avLst/>
            </a:prstGeom>
            <a:solidFill>
              <a:srgbClr val="7F8C97">
                <a:alpha val="48000"/>
              </a:srgbClr>
            </a:solidFill>
            <a:ln w="0">
              <a:noFill/>
              <a:prstDash val="solid"/>
            </a:ln>
          </p:spPr>
        </p:sp>
        <p:sp>
          <p:nvSpPr>
            <p:cNvPr id="1296" name="03_assume_matched_1295">
              <a:extLst>
                <a:ext uri="{FF2B5EF4-FFF2-40B4-BE49-F238E27FC236}">
                  <a16:creationId xmlns:a16="http://schemas.microsoft.com/office/drawing/2014/main" id="{3D096865-9811-46B7-A2C4-7A5AE03A94AE}"/>
                </a:ext>
              </a:extLst>
            </p:cNvPr>
            <p:cNvSpPr>
              <a:spLocks/>
            </p:cNvSpPr>
            <p:nvPr/>
          </p:nvSpPr>
          <p:spPr>
            <a:xfrm>
              <a:off x="6064914" y="3120914"/>
              <a:ext cx="28398" cy="28398"/>
            </a:xfrm>
            <a:prstGeom prst="ellipse">
              <a:avLst/>
            </a:prstGeom>
            <a:solidFill>
              <a:srgbClr val="7F8C97">
                <a:alpha val="48000"/>
              </a:srgbClr>
            </a:solidFill>
            <a:ln w="0">
              <a:noFill/>
              <a:prstDash val="solid"/>
            </a:ln>
          </p:spPr>
        </p:sp>
        <p:sp>
          <p:nvSpPr>
            <p:cNvPr id="1297" name="03_assume_matched_1296">
              <a:extLst>
                <a:ext uri="{FF2B5EF4-FFF2-40B4-BE49-F238E27FC236}">
                  <a16:creationId xmlns:a16="http://schemas.microsoft.com/office/drawing/2014/main" id="{304D8D42-FDEF-42E2-AE3B-8CF45E3DFE7A}"/>
                </a:ext>
              </a:extLst>
            </p:cNvPr>
            <p:cNvSpPr>
              <a:spLocks/>
            </p:cNvSpPr>
            <p:nvPr/>
          </p:nvSpPr>
          <p:spPr>
            <a:xfrm>
              <a:off x="6072254" y="3120914"/>
              <a:ext cx="28398" cy="28398"/>
            </a:xfrm>
            <a:prstGeom prst="ellipse">
              <a:avLst/>
            </a:prstGeom>
            <a:solidFill>
              <a:srgbClr val="7F8C97">
                <a:alpha val="48000"/>
              </a:srgbClr>
            </a:solidFill>
            <a:ln w="0">
              <a:noFill/>
              <a:prstDash val="solid"/>
            </a:ln>
          </p:spPr>
        </p:sp>
        <p:sp>
          <p:nvSpPr>
            <p:cNvPr id="1298" name="03_assume_matched_1297">
              <a:extLst>
                <a:ext uri="{FF2B5EF4-FFF2-40B4-BE49-F238E27FC236}">
                  <a16:creationId xmlns:a16="http://schemas.microsoft.com/office/drawing/2014/main" id="{625D1E3C-5C9F-4464-BDC8-5DA0415D6D1C}"/>
                </a:ext>
              </a:extLst>
            </p:cNvPr>
            <p:cNvSpPr>
              <a:spLocks/>
            </p:cNvSpPr>
            <p:nvPr/>
          </p:nvSpPr>
          <p:spPr>
            <a:xfrm>
              <a:off x="6083479" y="2925958"/>
              <a:ext cx="28398" cy="28398"/>
            </a:xfrm>
            <a:prstGeom prst="ellipse">
              <a:avLst/>
            </a:prstGeom>
            <a:solidFill>
              <a:srgbClr val="7F8C97">
                <a:alpha val="48000"/>
              </a:srgbClr>
            </a:solidFill>
            <a:ln w="0">
              <a:noFill/>
              <a:prstDash val="solid"/>
            </a:ln>
          </p:spPr>
        </p:sp>
        <p:sp>
          <p:nvSpPr>
            <p:cNvPr id="1299" name="03_assume_matched_1298">
              <a:extLst>
                <a:ext uri="{FF2B5EF4-FFF2-40B4-BE49-F238E27FC236}">
                  <a16:creationId xmlns:a16="http://schemas.microsoft.com/office/drawing/2014/main" id="{A0FF295A-3000-43E8-8832-FDC276C6A7D6}"/>
                </a:ext>
              </a:extLst>
            </p:cNvPr>
            <p:cNvSpPr>
              <a:spLocks/>
            </p:cNvSpPr>
            <p:nvPr/>
          </p:nvSpPr>
          <p:spPr>
            <a:xfrm>
              <a:off x="6172846" y="2828480"/>
              <a:ext cx="28398" cy="28398"/>
            </a:xfrm>
            <a:prstGeom prst="ellipse">
              <a:avLst/>
            </a:prstGeom>
            <a:solidFill>
              <a:srgbClr val="7F8C97">
                <a:alpha val="48000"/>
              </a:srgbClr>
            </a:solidFill>
            <a:ln w="0">
              <a:noFill/>
              <a:prstDash val="solid"/>
            </a:ln>
          </p:spPr>
        </p:sp>
        <p:sp>
          <p:nvSpPr>
            <p:cNvPr id="1300" name="03_assume_matched_1299">
              <a:extLst>
                <a:ext uri="{FF2B5EF4-FFF2-40B4-BE49-F238E27FC236}">
                  <a16:creationId xmlns:a16="http://schemas.microsoft.com/office/drawing/2014/main" id="{F0351984-3188-4F59-91FD-694826CE83A0}"/>
                </a:ext>
              </a:extLst>
            </p:cNvPr>
            <p:cNvSpPr>
              <a:spLocks/>
            </p:cNvSpPr>
            <p:nvPr/>
          </p:nvSpPr>
          <p:spPr>
            <a:xfrm>
              <a:off x="6085781" y="2536045"/>
              <a:ext cx="28398" cy="28398"/>
            </a:xfrm>
            <a:prstGeom prst="ellipse">
              <a:avLst/>
            </a:prstGeom>
            <a:solidFill>
              <a:srgbClr val="7F8C97">
                <a:alpha val="48000"/>
              </a:srgbClr>
            </a:solidFill>
            <a:ln w="0">
              <a:noFill/>
              <a:prstDash val="solid"/>
            </a:ln>
          </p:spPr>
        </p:sp>
        <p:sp>
          <p:nvSpPr>
            <p:cNvPr id="1301" name="03_assume_matched_1300">
              <a:extLst>
                <a:ext uri="{FF2B5EF4-FFF2-40B4-BE49-F238E27FC236}">
                  <a16:creationId xmlns:a16="http://schemas.microsoft.com/office/drawing/2014/main" id="{374E5B49-4448-4CCC-94D1-7DC9111E0720}"/>
                </a:ext>
              </a:extLst>
            </p:cNvPr>
            <p:cNvSpPr>
              <a:spLocks/>
            </p:cNvSpPr>
            <p:nvPr/>
          </p:nvSpPr>
          <p:spPr>
            <a:xfrm>
              <a:off x="6164787" y="3055929"/>
              <a:ext cx="28398" cy="28398"/>
            </a:xfrm>
            <a:prstGeom prst="ellipse">
              <a:avLst/>
            </a:prstGeom>
            <a:solidFill>
              <a:srgbClr val="7F8C97">
                <a:alpha val="48000"/>
              </a:srgbClr>
            </a:solidFill>
            <a:ln w="0">
              <a:noFill/>
              <a:prstDash val="solid"/>
            </a:ln>
          </p:spPr>
        </p:sp>
        <p:sp>
          <p:nvSpPr>
            <p:cNvPr id="1302" name="03_assume_matched_1301">
              <a:extLst>
                <a:ext uri="{FF2B5EF4-FFF2-40B4-BE49-F238E27FC236}">
                  <a16:creationId xmlns:a16="http://schemas.microsoft.com/office/drawing/2014/main" id="{D1D8E485-BDA3-4618-919A-658260DF7A53}"/>
                </a:ext>
              </a:extLst>
            </p:cNvPr>
            <p:cNvSpPr>
              <a:spLocks/>
            </p:cNvSpPr>
            <p:nvPr/>
          </p:nvSpPr>
          <p:spPr>
            <a:xfrm>
              <a:off x="6165938" y="2536045"/>
              <a:ext cx="28398" cy="28398"/>
            </a:xfrm>
            <a:prstGeom prst="ellipse">
              <a:avLst/>
            </a:prstGeom>
            <a:solidFill>
              <a:srgbClr val="7F8C97">
                <a:alpha val="48000"/>
              </a:srgbClr>
            </a:solidFill>
            <a:ln w="0">
              <a:noFill/>
              <a:prstDash val="solid"/>
            </a:ln>
          </p:spPr>
        </p:sp>
        <p:sp>
          <p:nvSpPr>
            <p:cNvPr id="1303" name="03_assume_matched_1302">
              <a:extLst>
                <a:ext uri="{FF2B5EF4-FFF2-40B4-BE49-F238E27FC236}">
                  <a16:creationId xmlns:a16="http://schemas.microsoft.com/office/drawing/2014/main" id="{E0048DF7-4770-4EAC-BC2D-A548BA54D5D9}"/>
                </a:ext>
              </a:extLst>
            </p:cNvPr>
            <p:cNvSpPr>
              <a:spLocks/>
            </p:cNvSpPr>
            <p:nvPr/>
          </p:nvSpPr>
          <p:spPr>
            <a:xfrm>
              <a:off x="6169680" y="3120914"/>
              <a:ext cx="28398" cy="28398"/>
            </a:xfrm>
            <a:prstGeom prst="ellipse">
              <a:avLst/>
            </a:prstGeom>
            <a:solidFill>
              <a:srgbClr val="7F8C97">
                <a:alpha val="48000"/>
              </a:srgbClr>
            </a:solidFill>
            <a:ln w="0">
              <a:noFill/>
              <a:prstDash val="solid"/>
            </a:ln>
          </p:spPr>
        </p:sp>
        <p:sp>
          <p:nvSpPr>
            <p:cNvPr id="1304" name="03_assume_matched_1303">
              <a:extLst>
                <a:ext uri="{FF2B5EF4-FFF2-40B4-BE49-F238E27FC236}">
                  <a16:creationId xmlns:a16="http://schemas.microsoft.com/office/drawing/2014/main" id="{B01FD259-68C0-42F3-8251-40F9CC2E96EF}"/>
                </a:ext>
              </a:extLst>
            </p:cNvPr>
            <p:cNvSpPr>
              <a:spLocks/>
            </p:cNvSpPr>
            <p:nvPr/>
          </p:nvSpPr>
          <p:spPr>
            <a:xfrm>
              <a:off x="6086932" y="2925958"/>
              <a:ext cx="28398" cy="28398"/>
            </a:xfrm>
            <a:prstGeom prst="ellipse">
              <a:avLst/>
            </a:prstGeom>
            <a:solidFill>
              <a:srgbClr val="7F8C97">
                <a:alpha val="48000"/>
              </a:srgbClr>
            </a:solidFill>
            <a:ln w="0">
              <a:noFill/>
              <a:prstDash val="solid"/>
            </a:ln>
          </p:spPr>
        </p:sp>
        <p:sp>
          <p:nvSpPr>
            <p:cNvPr id="1305" name="03_assume_matched_1304">
              <a:extLst>
                <a:ext uri="{FF2B5EF4-FFF2-40B4-BE49-F238E27FC236}">
                  <a16:creationId xmlns:a16="http://schemas.microsoft.com/office/drawing/2014/main" id="{CED2F98B-6EE8-4D46-80A6-561934AA2A62}"/>
                </a:ext>
              </a:extLst>
            </p:cNvPr>
            <p:cNvSpPr>
              <a:spLocks/>
            </p:cNvSpPr>
            <p:nvPr/>
          </p:nvSpPr>
          <p:spPr>
            <a:xfrm>
              <a:off x="6065202" y="2682262"/>
              <a:ext cx="28398" cy="28398"/>
            </a:xfrm>
            <a:prstGeom prst="ellipse">
              <a:avLst/>
            </a:prstGeom>
            <a:solidFill>
              <a:srgbClr val="7F8C97">
                <a:alpha val="48000"/>
              </a:srgbClr>
            </a:solidFill>
            <a:ln w="0">
              <a:noFill/>
              <a:prstDash val="solid"/>
            </a:ln>
          </p:spPr>
        </p:sp>
        <p:sp>
          <p:nvSpPr>
            <p:cNvPr id="1306" name="03_assume_matched_1305">
              <a:extLst>
                <a:ext uri="{FF2B5EF4-FFF2-40B4-BE49-F238E27FC236}">
                  <a16:creationId xmlns:a16="http://schemas.microsoft.com/office/drawing/2014/main" id="{03973359-73A8-4952-B85F-0947E9CA730E}"/>
                </a:ext>
              </a:extLst>
            </p:cNvPr>
            <p:cNvSpPr>
              <a:spLocks/>
            </p:cNvSpPr>
            <p:nvPr/>
          </p:nvSpPr>
          <p:spPr>
            <a:xfrm>
              <a:off x="6148957" y="2536045"/>
              <a:ext cx="28398" cy="28398"/>
            </a:xfrm>
            <a:prstGeom prst="ellipse">
              <a:avLst/>
            </a:prstGeom>
            <a:solidFill>
              <a:srgbClr val="7F8C97">
                <a:alpha val="48000"/>
              </a:srgbClr>
            </a:solidFill>
            <a:ln w="0">
              <a:noFill/>
              <a:prstDash val="solid"/>
            </a:ln>
          </p:spPr>
        </p:sp>
        <p:sp>
          <p:nvSpPr>
            <p:cNvPr id="1307" name="03_assume_matched_1306">
              <a:extLst>
                <a:ext uri="{FF2B5EF4-FFF2-40B4-BE49-F238E27FC236}">
                  <a16:creationId xmlns:a16="http://schemas.microsoft.com/office/drawing/2014/main" id="{B7486AFA-D157-4D7E-B99A-574F0439B252}"/>
                </a:ext>
              </a:extLst>
            </p:cNvPr>
            <p:cNvSpPr>
              <a:spLocks/>
            </p:cNvSpPr>
            <p:nvPr/>
          </p:nvSpPr>
          <p:spPr>
            <a:xfrm>
              <a:off x="6058438" y="3120914"/>
              <a:ext cx="28398" cy="28398"/>
            </a:xfrm>
            <a:prstGeom prst="ellipse">
              <a:avLst/>
            </a:prstGeom>
            <a:solidFill>
              <a:srgbClr val="7F8C97">
                <a:alpha val="48000"/>
              </a:srgbClr>
            </a:solidFill>
            <a:ln w="0">
              <a:noFill/>
              <a:prstDash val="solid"/>
            </a:ln>
          </p:spPr>
        </p:sp>
        <p:sp>
          <p:nvSpPr>
            <p:cNvPr id="1308" name="03_assume_matched_1307">
              <a:extLst>
                <a:ext uri="{FF2B5EF4-FFF2-40B4-BE49-F238E27FC236}">
                  <a16:creationId xmlns:a16="http://schemas.microsoft.com/office/drawing/2014/main" id="{9CBE0D42-D2E5-4735-9907-F50FD2444ABF}"/>
                </a:ext>
              </a:extLst>
            </p:cNvPr>
            <p:cNvSpPr>
              <a:spLocks/>
            </p:cNvSpPr>
            <p:nvPr/>
          </p:nvSpPr>
          <p:spPr>
            <a:xfrm>
              <a:off x="6152555" y="2536045"/>
              <a:ext cx="28398" cy="28398"/>
            </a:xfrm>
            <a:prstGeom prst="ellipse">
              <a:avLst/>
            </a:prstGeom>
            <a:solidFill>
              <a:srgbClr val="7F8C97">
                <a:alpha val="48000"/>
              </a:srgbClr>
            </a:solidFill>
            <a:ln w="0">
              <a:noFill/>
              <a:prstDash val="solid"/>
            </a:ln>
          </p:spPr>
        </p:sp>
        <p:sp>
          <p:nvSpPr>
            <p:cNvPr id="1309" name="03_assume_matched_1308">
              <a:extLst>
                <a:ext uri="{FF2B5EF4-FFF2-40B4-BE49-F238E27FC236}">
                  <a16:creationId xmlns:a16="http://schemas.microsoft.com/office/drawing/2014/main" id="{614BD362-D49A-4E63-950C-BC0236D0797D}"/>
                </a:ext>
              </a:extLst>
            </p:cNvPr>
            <p:cNvSpPr>
              <a:spLocks/>
            </p:cNvSpPr>
            <p:nvPr/>
          </p:nvSpPr>
          <p:spPr>
            <a:xfrm>
              <a:off x="6059734" y="3120914"/>
              <a:ext cx="28398" cy="28398"/>
            </a:xfrm>
            <a:prstGeom prst="ellipse">
              <a:avLst/>
            </a:prstGeom>
            <a:solidFill>
              <a:srgbClr val="7F8C97">
                <a:alpha val="48000"/>
              </a:srgbClr>
            </a:solidFill>
            <a:ln w="0">
              <a:noFill/>
              <a:prstDash val="solid"/>
            </a:ln>
          </p:spPr>
        </p:sp>
        <p:sp>
          <p:nvSpPr>
            <p:cNvPr id="1310" name="03_assume_matched_1309">
              <a:extLst>
                <a:ext uri="{FF2B5EF4-FFF2-40B4-BE49-F238E27FC236}">
                  <a16:creationId xmlns:a16="http://schemas.microsoft.com/office/drawing/2014/main" id="{0DCE042B-A990-4976-80A6-637C9E1D3092}"/>
                </a:ext>
              </a:extLst>
            </p:cNvPr>
            <p:cNvSpPr>
              <a:spLocks/>
            </p:cNvSpPr>
            <p:nvPr/>
          </p:nvSpPr>
          <p:spPr>
            <a:xfrm>
              <a:off x="6180185" y="2536045"/>
              <a:ext cx="28398" cy="28398"/>
            </a:xfrm>
            <a:prstGeom prst="ellipse">
              <a:avLst/>
            </a:prstGeom>
            <a:solidFill>
              <a:srgbClr val="7F8C97">
                <a:alpha val="48000"/>
              </a:srgbClr>
            </a:solidFill>
            <a:ln w="0">
              <a:noFill/>
              <a:prstDash val="solid"/>
            </a:ln>
          </p:spPr>
        </p:sp>
        <p:sp>
          <p:nvSpPr>
            <p:cNvPr id="1311" name="03_assume_matched_1310">
              <a:extLst>
                <a:ext uri="{FF2B5EF4-FFF2-40B4-BE49-F238E27FC236}">
                  <a16:creationId xmlns:a16="http://schemas.microsoft.com/office/drawing/2014/main" id="{F7B72DAC-878E-4398-ACB3-36C94AF85106}"/>
                </a:ext>
              </a:extLst>
            </p:cNvPr>
            <p:cNvSpPr>
              <a:spLocks/>
            </p:cNvSpPr>
            <p:nvPr/>
          </p:nvSpPr>
          <p:spPr>
            <a:xfrm>
              <a:off x="6158167" y="2536045"/>
              <a:ext cx="28398" cy="28398"/>
            </a:xfrm>
            <a:prstGeom prst="ellipse">
              <a:avLst/>
            </a:prstGeom>
            <a:solidFill>
              <a:srgbClr val="7F8C97">
                <a:alpha val="48000"/>
              </a:srgbClr>
            </a:solidFill>
            <a:ln w="0">
              <a:noFill/>
              <a:prstDash val="solid"/>
            </a:ln>
          </p:spPr>
        </p:sp>
        <p:sp>
          <p:nvSpPr>
            <p:cNvPr id="1312" name="03_assume_matched_1311">
              <a:extLst>
                <a:ext uri="{FF2B5EF4-FFF2-40B4-BE49-F238E27FC236}">
                  <a16:creationId xmlns:a16="http://schemas.microsoft.com/office/drawing/2014/main" id="{AFB90DDD-324A-4AA7-8F7B-01E9550ECA74}"/>
                </a:ext>
              </a:extLst>
            </p:cNvPr>
            <p:cNvSpPr>
              <a:spLocks/>
            </p:cNvSpPr>
            <p:nvPr/>
          </p:nvSpPr>
          <p:spPr>
            <a:xfrm>
              <a:off x="6106072" y="2536045"/>
              <a:ext cx="28398" cy="28398"/>
            </a:xfrm>
            <a:prstGeom prst="ellipse">
              <a:avLst/>
            </a:prstGeom>
            <a:solidFill>
              <a:srgbClr val="7F8C97">
                <a:alpha val="48000"/>
              </a:srgbClr>
            </a:solidFill>
            <a:ln w="0">
              <a:noFill/>
              <a:prstDash val="solid"/>
            </a:ln>
          </p:spPr>
        </p:sp>
        <p:sp>
          <p:nvSpPr>
            <p:cNvPr id="1313" name="03_assume_matched_1312">
              <a:extLst>
                <a:ext uri="{FF2B5EF4-FFF2-40B4-BE49-F238E27FC236}">
                  <a16:creationId xmlns:a16="http://schemas.microsoft.com/office/drawing/2014/main" id="{1893654F-EAD4-4B2F-9B5A-C7E8889651CE}"/>
                </a:ext>
              </a:extLst>
            </p:cNvPr>
            <p:cNvSpPr>
              <a:spLocks/>
            </p:cNvSpPr>
            <p:nvPr/>
          </p:nvSpPr>
          <p:spPr>
            <a:xfrm>
              <a:off x="6081752" y="3120914"/>
              <a:ext cx="28398" cy="28398"/>
            </a:xfrm>
            <a:prstGeom prst="ellipse">
              <a:avLst/>
            </a:prstGeom>
            <a:solidFill>
              <a:srgbClr val="7F8C97">
                <a:alpha val="48000"/>
              </a:srgbClr>
            </a:solidFill>
            <a:ln w="0">
              <a:noFill/>
              <a:prstDash val="solid"/>
            </a:ln>
          </p:spPr>
        </p:sp>
        <p:sp>
          <p:nvSpPr>
            <p:cNvPr id="1314" name="03_assume_matched_1313">
              <a:extLst>
                <a:ext uri="{FF2B5EF4-FFF2-40B4-BE49-F238E27FC236}">
                  <a16:creationId xmlns:a16="http://schemas.microsoft.com/office/drawing/2014/main" id="{D443ED7B-9804-4E6C-BB73-431AFCCE5FD7}"/>
                </a:ext>
              </a:extLst>
            </p:cNvPr>
            <p:cNvSpPr>
              <a:spLocks/>
            </p:cNvSpPr>
            <p:nvPr/>
          </p:nvSpPr>
          <p:spPr>
            <a:xfrm>
              <a:off x="6184215" y="3120914"/>
              <a:ext cx="28398" cy="28398"/>
            </a:xfrm>
            <a:prstGeom prst="ellipse">
              <a:avLst/>
            </a:prstGeom>
            <a:solidFill>
              <a:srgbClr val="7F8C97">
                <a:alpha val="48000"/>
              </a:srgbClr>
            </a:solidFill>
            <a:ln w="0">
              <a:noFill/>
              <a:prstDash val="solid"/>
            </a:ln>
          </p:spPr>
        </p:sp>
        <p:sp>
          <p:nvSpPr>
            <p:cNvPr id="1315" name="03_assume_matched_1314">
              <a:extLst>
                <a:ext uri="{FF2B5EF4-FFF2-40B4-BE49-F238E27FC236}">
                  <a16:creationId xmlns:a16="http://schemas.microsoft.com/office/drawing/2014/main" id="{8B8BA1B0-1822-4BC4-A0E8-E90B33D92F6F}"/>
                </a:ext>
              </a:extLst>
            </p:cNvPr>
            <p:cNvSpPr>
              <a:spLocks/>
            </p:cNvSpPr>
            <p:nvPr/>
          </p:nvSpPr>
          <p:spPr>
            <a:xfrm>
              <a:off x="6131976" y="2536045"/>
              <a:ext cx="28398" cy="28398"/>
            </a:xfrm>
            <a:prstGeom prst="ellipse">
              <a:avLst/>
            </a:prstGeom>
            <a:solidFill>
              <a:srgbClr val="7F8C97">
                <a:alpha val="48000"/>
              </a:srgbClr>
            </a:solidFill>
            <a:ln w="0">
              <a:noFill/>
              <a:prstDash val="solid"/>
            </a:ln>
          </p:spPr>
        </p:sp>
        <p:sp>
          <p:nvSpPr>
            <p:cNvPr id="1316" name="03_assume_matched_1315">
              <a:extLst>
                <a:ext uri="{FF2B5EF4-FFF2-40B4-BE49-F238E27FC236}">
                  <a16:creationId xmlns:a16="http://schemas.microsoft.com/office/drawing/2014/main" id="{E2A7DBBD-CA10-4028-B49B-7916F680229E}"/>
                </a:ext>
              </a:extLst>
            </p:cNvPr>
            <p:cNvSpPr>
              <a:spLocks/>
            </p:cNvSpPr>
            <p:nvPr/>
          </p:nvSpPr>
          <p:spPr>
            <a:xfrm>
              <a:off x="6164787" y="3120914"/>
              <a:ext cx="28398" cy="28398"/>
            </a:xfrm>
            <a:prstGeom prst="ellipse">
              <a:avLst/>
            </a:prstGeom>
            <a:solidFill>
              <a:srgbClr val="7F8C97">
                <a:alpha val="48000"/>
              </a:srgbClr>
            </a:solidFill>
            <a:ln w="0">
              <a:noFill/>
              <a:prstDash val="solid"/>
            </a:ln>
          </p:spPr>
        </p:sp>
        <p:sp>
          <p:nvSpPr>
            <p:cNvPr id="1317" name="03_assume_matched_1316">
              <a:extLst>
                <a:ext uri="{FF2B5EF4-FFF2-40B4-BE49-F238E27FC236}">
                  <a16:creationId xmlns:a16="http://schemas.microsoft.com/office/drawing/2014/main" id="{C91F66CB-7B52-4E7F-8A3F-69AE225D2417}"/>
                </a:ext>
              </a:extLst>
            </p:cNvPr>
            <p:cNvSpPr>
              <a:spLocks/>
            </p:cNvSpPr>
            <p:nvPr/>
          </p:nvSpPr>
          <p:spPr>
            <a:xfrm>
              <a:off x="6063907" y="2536045"/>
              <a:ext cx="28398" cy="28398"/>
            </a:xfrm>
            <a:prstGeom prst="ellipse">
              <a:avLst/>
            </a:prstGeom>
            <a:solidFill>
              <a:srgbClr val="7F8C97">
                <a:alpha val="48000"/>
              </a:srgbClr>
            </a:solidFill>
            <a:ln w="0">
              <a:noFill/>
              <a:prstDash val="solid"/>
            </a:ln>
          </p:spPr>
        </p:sp>
        <p:sp>
          <p:nvSpPr>
            <p:cNvPr id="1318" name="03_assume_matched_1317">
              <a:extLst>
                <a:ext uri="{FF2B5EF4-FFF2-40B4-BE49-F238E27FC236}">
                  <a16:creationId xmlns:a16="http://schemas.microsoft.com/office/drawing/2014/main" id="{13FF52AD-CC89-4A49-BF09-855D24298EBB}"/>
                </a:ext>
              </a:extLst>
            </p:cNvPr>
            <p:cNvSpPr>
              <a:spLocks/>
            </p:cNvSpPr>
            <p:nvPr/>
          </p:nvSpPr>
          <p:spPr>
            <a:xfrm>
              <a:off x="6155865" y="3120914"/>
              <a:ext cx="28398" cy="28398"/>
            </a:xfrm>
            <a:prstGeom prst="ellipse">
              <a:avLst/>
            </a:prstGeom>
            <a:solidFill>
              <a:srgbClr val="7F8C97">
                <a:alpha val="48000"/>
              </a:srgbClr>
            </a:solidFill>
            <a:ln w="0">
              <a:noFill/>
              <a:prstDash val="solid"/>
            </a:ln>
          </p:spPr>
        </p:sp>
        <p:sp>
          <p:nvSpPr>
            <p:cNvPr id="1319" name="03_assume_matched_1318">
              <a:extLst>
                <a:ext uri="{FF2B5EF4-FFF2-40B4-BE49-F238E27FC236}">
                  <a16:creationId xmlns:a16="http://schemas.microsoft.com/office/drawing/2014/main" id="{1A1C1AB5-40D0-4472-B6D6-6916A5A3F6B0}"/>
                </a:ext>
              </a:extLst>
            </p:cNvPr>
            <p:cNvSpPr>
              <a:spLocks/>
            </p:cNvSpPr>
            <p:nvPr/>
          </p:nvSpPr>
          <p:spPr>
            <a:xfrm>
              <a:off x="6134998" y="2925958"/>
              <a:ext cx="28398" cy="28398"/>
            </a:xfrm>
            <a:prstGeom prst="ellipse">
              <a:avLst/>
            </a:prstGeom>
            <a:solidFill>
              <a:srgbClr val="7F8C97">
                <a:alpha val="48000"/>
              </a:srgbClr>
            </a:solidFill>
            <a:ln w="0">
              <a:noFill/>
              <a:prstDash val="solid"/>
            </a:ln>
          </p:spPr>
        </p:sp>
        <p:sp>
          <p:nvSpPr>
            <p:cNvPr id="1320" name="03_assume_matched_1319">
              <a:extLst>
                <a:ext uri="{FF2B5EF4-FFF2-40B4-BE49-F238E27FC236}">
                  <a16:creationId xmlns:a16="http://schemas.microsoft.com/office/drawing/2014/main" id="{84C5948C-6DB7-4443-8386-AA22CC9AEBB4}"/>
                </a:ext>
              </a:extLst>
            </p:cNvPr>
            <p:cNvSpPr>
              <a:spLocks/>
            </p:cNvSpPr>
            <p:nvPr/>
          </p:nvSpPr>
          <p:spPr>
            <a:xfrm>
              <a:off x="6043616" y="2536045"/>
              <a:ext cx="28398" cy="28398"/>
            </a:xfrm>
            <a:prstGeom prst="ellipse">
              <a:avLst/>
            </a:prstGeom>
            <a:solidFill>
              <a:srgbClr val="7F8C97">
                <a:alpha val="48000"/>
              </a:srgbClr>
            </a:solidFill>
            <a:ln w="0">
              <a:noFill/>
              <a:prstDash val="solid"/>
            </a:ln>
          </p:spPr>
        </p:sp>
        <p:sp>
          <p:nvSpPr>
            <p:cNvPr id="1321" name="03_assume_matched_1320">
              <a:extLst>
                <a:ext uri="{FF2B5EF4-FFF2-40B4-BE49-F238E27FC236}">
                  <a16:creationId xmlns:a16="http://schemas.microsoft.com/office/drawing/2014/main" id="{04FE8247-D8ED-48ED-813B-B42463F33E1E}"/>
                </a:ext>
              </a:extLst>
            </p:cNvPr>
            <p:cNvSpPr>
              <a:spLocks/>
            </p:cNvSpPr>
            <p:nvPr/>
          </p:nvSpPr>
          <p:spPr>
            <a:xfrm>
              <a:off x="6102906" y="3120914"/>
              <a:ext cx="28398" cy="28398"/>
            </a:xfrm>
            <a:prstGeom prst="ellipse">
              <a:avLst/>
            </a:prstGeom>
            <a:solidFill>
              <a:srgbClr val="7F8C97">
                <a:alpha val="48000"/>
              </a:srgbClr>
            </a:solidFill>
            <a:ln w="0">
              <a:noFill/>
              <a:prstDash val="solid"/>
            </a:ln>
          </p:spPr>
        </p:sp>
        <p:sp>
          <p:nvSpPr>
            <p:cNvPr id="1322" name="03_assume_matched_1321">
              <a:extLst>
                <a:ext uri="{FF2B5EF4-FFF2-40B4-BE49-F238E27FC236}">
                  <a16:creationId xmlns:a16="http://schemas.microsoft.com/office/drawing/2014/main" id="{2502059B-5364-4631-8D9E-3A1F959A60F1}"/>
                </a:ext>
              </a:extLst>
            </p:cNvPr>
            <p:cNvSpPr>
              <a:spLocks/>
            </p:cNvSpPr>
            <p:nvPr/>
          </p:nvSpPr>
          <p:spPr>
            <a:xfrm>
              <a:off x="6085062" y="3047806"/>
              <a:ext cx="28398" cy="28398"/>
            </a:xfrm>
            <a:prstGeom prst="ellipse">
              <a:avLst/>
            </a:prstGeom>
            <a:solidFill>
              <a:srgbClr val="7F8C97">
                <a:alpha val="48000"/>
              </a:srgbClr>
            </a:solidFill>
            <a:ln w="0">
              <a:noFill/>
              <a:prstDash val="solid"/>
            </a:ln>
          </p:spPr>
        </p:sp>
        <p:sp>
          <p:nvSpPr>
            <p:cNvPr id="1323" name="03_assume_matched_1322">
              <a:extLst>
                <a:ext uri="{FF2B5EF4-FFF2-40B4-BE49-F238E27FC236}">
                  <a16:creationId xmlns:a16="http://schemas.microsoft.com/office/drawing/2014/main" id="{FA8A4CDC-28F7-4B17-A59D-F325EFBF8E45}"/>
                </a:ext>
              </a:extLst>
            </p:cNvPr>
            <p:cNvSpPr>
              <a:spLocks/>
            </p:cNvSpPr>
            <p:nvPr/>
          </p:nvSpPr>
          <p:spPr>
            <a:xfrm>
              <a:off x="6117297" y="2536045"/>
              <a:ext cx="28398" cy="28398"/>
            </a:xfrm>
            <a:prstGeom prst="ellipse">
              <a:avLst/>
            </a:prstGeom>
            <a:solidFill>
              <a:srgbClr val="7F8C97">
                <a:alpha val="48000"/>
              </a:srgbClr>
            </a:solidFill>
            <a:ln w="0">
              <a:noFill/>
              <a:prstDash val="solid"/>
            </a:ln>
          </p:spPr>
        </p:sp>
        <p:sp>
          <p:nvSpPr>
            <p:cNvPr id="1324" name="03_assume_matched_1323">
              <a:extLst>
                <a:ext uri="{FF2B5EF4-FFF2-40B4-BE49-F238E27FC236}">
                  <a16:creationId xmlns:a16="http://schemas.microsoft.com/office/drawing/2014/main" id="{02963BFF-1B3F-4BC4-A7F1-B39C7CDDF3C8}"/>
                </a:ext>
              </a:extLst>
            </p:cNvPr>
            <p:cNvSpPr>
              <a:spLocks/>
            </p:cNvSpPr>
            <p:nvPr/>
          </p:nvSpPr>
          <p:spPr>
            <a:xfrm>
              <a:off x="6099165" y="2974697"/>
              <a:ext cx="28398" cy="28398"/>
            </a:xfrm>
            <a:prstGeom prst="ellipse">
              <a:avLst/>
            </a:prstGeom>
            <a:solidFill>
              <a:srgbClr val="7F8C97">
                <a:alpha val="48000"/>
              </a:srgbClr>
            </a:solidFill>
            <a:ln w="0">
              <a:noFill/>
              <a:prstDash val="solid"/>
            </a:ln>
          </p:spPr>
        </p:sp>
        <p:sp>
          <p:nvSpPr>
            <p:cNvPr id="1325" name="03_assume_matched_1324">
              <a:extLst>
                <a:ext uri="{FF2B5EF4-FFF2-40B4-BE49-F238E27FC236}">
                  <a16:creationId xmlns:a16="http://schemas.microsoft.com/office/drawing/2014/main" id="{C65349D1-78ED-4BF6-9CB2-A5CFF41FFCFE}"/>
                </a:ext>
              </a:extLst>
            </p:cNvPr>
            <p:cNvSpPr>
              <a:spLocks/>
            </p:cNvSpPr>
            <p:nvPr/>
          </p:nvSpPr>
          <p:spPr>
            <a:xfrm>
              <a:off x="6161333" y="2974697"/>
              <a:ext cx="28398" cy="28398"/>
            </a:xfrm>
            <a:prstGeom prst="ellipse">
              <a:avLst/>
            </a:prstGeom>
            <a:solidFill>
              <a:srgbClr val="7F8C97">
                <a:alpha val="48000"/>
              </a:srgbClr>
            </a:solidFill>
            <a:ln w="0">
              <a:noFill/>
              <a:prstDash val="solid"/>
            </a:ln>
          </p:spPr>
        </p:sp>
        <p:sp>
          <p:nvSpPr>
            <p:cNvPr id="1326" name="03_assume_matched_1325">
              <a:extLst>
                <a:ext uri="{FF2B5EF4-FFF2-40B4-BE49-F238E27FC236}">
                  <a16:creationId xmlns:a16="http://schemas.microsoft.com/office/drawing/2014/main" id="{0D9CD7C6-5A2F-476D-9FE7-358981A1CFF1}"/>
                </a:ext>
              </a:extLst>
            </p:cNvPr>
            <p:cNvSpPr>
              <a:spLocks/>
            </p:cNvSpPr>
            <p:nvPr/>
          </p:nvSpPr>
          <p:spPr>
            <a:xfrm>
              <a:off x="6059446" y="2536045"/>
              <a:ext cx="28398" cy="28398"/>
            </a:xfrm>
            <a:prstGeom prst="ellipse">
              <a:avLst/>
            </a:prstGeom>
            <a:solidFill>
              <a:srgbClr val="7F8C97">
                <a:alpha val="48000"/>
              </a:srgbClr>
            </a:solidFill>
            <a:ln w="0">
              <a:noFill/>
              <a:prstDash val="solid"/>
            </a:ln>
          </p:spPr>
        </p:sp>
        <p:sp>
          <p:nvSpPr>
            <p:cNvPr id="1327" name="03_assume_matched_1326">
              <a:extLst>
                <a:ext uri="{FF2B5EF4-FFF2-40B4-BE49-F238E27FC236}">
                  <a16:creationId xmlns:a16="http://schemas.microsoft.com/office/drawing/2014/main" id="{60B8F8A1-3035-419D-840B-08F987F71089}"/>
                </a:ext>
              </a:extLst>
            </p:cNvPr>
            <p:cNvSpPr>
              <a:spLocks/>
            </p:cNvSpPr>
            <p:nvPr/>
          </p:nvSpPr>
          <p:spPr>
            <a:xfrm>
              <a:off x="6066066" y="3120914"/>
              <a:ext cx="28398" cy="28398"/>
            </a:xfrm>
            <a:prstGeom prst="ellipse">
              <a:avLst/>
            </a:prstGeom>
            <a:solidFill>
              <a:srgbClr val="7F8C97">
                <a:alpha val="48000"/>
              </a:srgbClr>
            </a:solidFill>
            <a:ln w="0">
              <a:noFill/>
              <a:prstDash val="solid"/>
            </a:ln>
          </p:spPr>
        </p:sp>
        <p:sp>
          <p:nvSpPr>
            <p:cNvPr id="1328" name="03_assume_matched_1327">
              <a:extLst>
                <a:ext uri="{FF2B5EF4-FFF2-40B4-BE49-F238E27FC236}">
                  <a16:creationId xmlns:a16="http://schemas.microsoft.com/office/drawing/2014/main" id="{BF777821-7944-4718-9C76-67B73D19FFC9}"/>
                </a:ext>
              </a:extLst>
            </p:cNvPr>
            <p:cNvSpPr>
              <a:spLocks/>
            </p:cNvSpPr>
            <p:nvPr/>
          </p:nvSpPr>
          <p:spPr>
            <a:xfrm>
              <a:off x="6125932" y="2536045"/>
              <a:ext cx="28398" cy="28398"/>
            </a:xfrm>
            <a:prstGeom prst="ellipse">
              <a:avLst/>
            </a:prstGeom>
            <a:solidFill>
              <a:srgbClr val="7F8C97">
                <a:alpha val="48000"/>
              </a:srgbClr>
            </a:solidFill>
            <a:ln w="0">
              <a:noFill/>
              <a:prstDash val="solid"/>
            </a:ln>
          </p:spPr>
        </p:sp>
        <p:sp>
          <p:nvSpPr>
            <p:cNvPr id="1329" name="03_assume_matched_1328">
              <a:extLst>
                <a:ext uri="{FF2B5EF4-FFF2-40B4-BE49-F238E27FC236}">
                  <a16:creationId xmlns:a16="http://schemas.microsoft.com/office/drawing/2014/main" id="{D71B3C1C-1A0F-4A13-BA92-039B67970C00}"/>
                </a:ext>
              </a:extLst>
            </p:cNvPr>
            <p:cNvSpPr>
              <a:spLocks/>
            </p:cNvSpPr>
            <p:nvPr/>
          </p:nvSpPr>
          <p:spPr>
            <a:xfrm>
              <a:off x="6124637" y="2536045"/>
              <a:ext cx="28398" cy="28398"/>
            </a:xfrm>
            <a:prstGeom prst="ellipse">
              <a:avLst/>
            </a:prstGeom>
            <a:solidFill>
              <a:srgbClr val="7F8C97">
                <a:alpha val="48000"/>
              </a:srgbClr>
            </a:solidFill>
            <a:ln w="0">
              <a:noFill/>
              <a:prstDash val="solid"/>
            </a:ln>
          </p:spPr>
        </p:sp>
        <p:sp>
          <p:nvSpPr>
            <p:cNvPr id="1330" name="03_assume_matched_1329">
              <a:extLst>
                <a:ext uri="{FF2B5EF4-FFF2-40B4-BE49-F238E27FC236}">
                  <a16:creationId xmlns:a16="http://schemas.microsoft.com/office/drawing/2014/main" id="{3735B94A-3933-4323-A314-550F3A28A097}"/>
                </a:ext>
              </a:extLst>
            </p:cNvPr>
            <p:cNvSpPr>
              <a:spLocks/>
            </p:cNvSpPr>
            <p:nvPr/>
          </p:nvSpPr>
          <p:spPr>
            <a:xfrm>
              <a:off x="6171407" y="3120914"/>
              <a:ext cx="28398" cy="28398"/>
            </a:xfrm>
            <a:prstGeom prst="ellipse">
              <a:avLst/>
            </a:prstGeom>
            <a:solidFill>
              <a:srgbClr val="7F8C97">
                <a:alpha val="48000"/>
              </a:srgbClr>
            </a:solidFill>
            <a:ln w="0">
              <a:noFill/>
              <a:prstDash val="solid"/>
            </a:ln>
          </p:spPr>
        </p:sp>
        <p:sp>
          <p:nvSpPr>
            <p:cNvPr id="1331" name="03_assume_matched_1330">
              <a:extLst>
                <a:ext uri="{FF2B5EF4-FFF2-40B4-BE49-F238E27FC236}">
                  <a16:creationId xmlns:a16="http://schemas.microsoft.com/office/drawing/2014/main" id="{0C327FE7-6EAF-4C2A-8787-9DB8499FC642}"/>
                </a:ext>
              </a:extLst>
            </p:cNvPr>
            <p:cNvSpPr>
              <a:spLocks/>
            </p:cNvSpPr>
            <p:nvPr/>
          </p:nvSpPr>
          <p:spPr>
            <a:xfrm>
              <a:off x="6149677" y="2828480"/>
              <a:ext cx="28398" cy="28398"/>
            </a:xfrm>
            <a:prstGeom prst="ellipse">
              <a:avLst/>
            </a:prstGeom>
            <a:solidFill>
              <a:srgbClr val="7F8C97">
                <a:alpha val="48000"/>
              </a:srgbClr>
            </a:solidFill>
            <a:ln w="0">
              <a:noFill/>
              <a:prstDash val="solid"/>
            </a:ln>
          </p:spPr>
        </p:sp>
        <p:sp>
          <p:nvSpPr>
            <p:cNvPr id="1332" name="03_assume_matched_1331">
              <a:extLst>
                <a:ext uri="{FF2B5EF4-FFF2-40B4-BE49-F238E27FC236}">
                  <a16:creationId xmlns:a16="http://schemas.microsoft.com/office/drawing/2014/main" id="{8383BE0F-ECC3-4C16-91EE-FF6158427EAF}"/>
                </a:ext>
              </a:extLst>
            </p:cNvPr>
            <p:cNvSpPr>
              <a:spLocks/>
            </p:cNvSpPr>
            <p:nvPr/>
          </p:nvSpPr>
          <p:spPr>
            <a:xfrm>
              <a:off x="6081752" y="3120914"/>
              <a:ext cx="28398" cy="28398"/>
            </a:xfrm>
            <a:prstGeom prst="ellipse">
              <a:avLst/>
            </a:prstGeom>
            <a:solidFill>
              <a:srgbClr val="7F8C97">
                <a:alpha val="48000"/>
              </a:srgbClr>
            </a:solidFill>
            <a:ln w="0">
              <a:noFill/>
              <a:prstDash val="solid"/>
            </a:ln>
          </p:spPr>
        </p:sp>
        <p:sp>
          <p:nvSpPr>
            <p:cNvPr id="1333" name="03_assume_matched_1332">
              <a:extLst>
                <a:ext uri="{FF2B5EF4-FFF2-40B4-BE49-F238E27FC236}">
                  <a16:creationId xmlns:a16="http://schemas.microsoft.com/office/drawing/2014/main" id="{552ADD9F-8259-4D84-BBED-65ECB54C1690}"/>
                </a:ext>
              </a:extLst>
            </p:cNvPr>
            <p:cNvSpPr>
              <a:spLocks/>
            </p:cNvSpPr>
            <p:nvPr/>
          </p:nvSpPr>
          <p:spPr>
            <a:xfrm>
              <a:off x="6152555" y="3120914"/>
              <a:ext cx="28398" cy="28398"/>
            </a:xfrm>
            <a:prstGeom prst="ellipse">
              <a:avLst/>
            </a:prstGeom>
            <a:solidFill>
              <a:srgbClr val="7F8C97">
                <a:alpha val="48000"/>
              </a:srgbClr>
            </a:solidFill>
            <a:ln w="0">
              <a:noFill/>
              <a:prstDash val="solid"/>
            </a:ln>
          </p:spPr>
        </p:sp>
        <p:sp>
          <p:nvSpPr>
            <p:cNvPr id="1334" name="03_assume_matched_1333">
              <a:extLst>
                <a:ext uri="{FF2B5EF4-FFF2-40B4-BE49-F238E27FC236}">
                  <a16:creationId xmlns:a16="http://schemas.microsoft.com/office/drawing/2014/main" id="{8FEAD7C4-601C-47CA-AD67-827218DC58C8}"/>
                </a:ext>
              </a:extLst>
            </p:cNvPr>
            <p:cNvSpPr>
              <a:spLocks/>
            </p:cNvSpPr>
            <p:nvPr/>
          </p:nvSpPr>
          <p:spPr>
            <a:xfrm>
              <a:off x="6140898" y="2731002"/>
              <a:ext cx="28398" cy="28398"/>
            </a:xfrm>
            <a:prstGeom prst="ellipse">
              <a:avLst/>
            </a:prstGeom>
            <a:solidFill>
              <a:srgbClr val="7F8C97">
                <a:alpha val="48000"/>
              </a:srgbClr>
            </a:solidFill>
            <a:ln w="0">
              <a:noFill/>
              <a:prstDash val="solid"/>
            </a:ln>
          </p:spPr>
        </p:sp>
        <p:sp>
          <p:nvSpPr>
            <p:cNvPr id="1335" name="03_assume_matched_1334">
              <a:extLst>
                <a:ext uri="{FF2B5EF4-FFF2-40B4-BE49-F238E27FC236}">
                  <a16:creationId xmlns:a16="http://schemas.microsoft.com/office/drawing/2014/main" id="{1C16857F-4FBE-401F-ABA5-234DF914F1E5}"/>
                </a:ext>
              </a:extLst>
            </p:cNvPr>
            <p:cNvSpPr>
              <a:spLocks/>
            </p:cNvSpPr>
            <p:nvPr/>
          </p:nvSpPr>
          <p:spPr>
            <a:xfrm>
              <a:off x="6147086" y="3120914"/>
              <a:ext cx="28398" cy="28398"/>
            </a:xfrm>
            <a:prstGeom prst="ellipse">
              <a:avLst/>
            </a:prstGeom>
            <a:solidFill>
              <a:srgbClr val="7F8C97">
                <a:alpha val="48000"/>
              </a:srgbClr>
            </a:solidFill>
            <a:ln w="0">
              <a:noFill/>
              <a:prstDash val="solid"/>
            </a:ln>
          </p:spPr>
        </p:sp>
        <p:sp>
          <p:nvSpPr>
            <p:cNvPr id="1336" name="03_assume_matched_1335">
              <a:extLst>
                <a:ext uri="{FF2B5EF4-FFF2-40B4-BE49-F238E27FC236}">
                  <a16:creationId xmlns:a16="http://schemas.microsoft.com/office/drawing/2014/main" id="{64FB9F24-2FA7-4A02-99D8-832A82BCC763}"/>
                </a:ext>
              </a:extLst>
            </p:cNvPr>
            <p:cNvSpPr>
              <a:spLocks/>
            </p:cNvSpPr>
            <p:nvPr/>
          </p:nvSpPr>
          <p:spPr>
            <a:xfrm>
              <a:off x="6160470" y="3120914"/>
              <a:ext cx="28398" cy="28398"/>
            </a:xfrm>
            <a:prstGeom prst="ellipse">
              <a:avLst/>
            </a:prstGeom>
            <a:solidFill>
              <a:srgbClr val="7F8C97">
                <a:alpha val="48000"/>
              </a:srgbClr>
            </a:solidFill>
            <a:ln w="0">
              <a:noFill/>
              <a:prstDash val="solid"/>
            </a:ln>
          </p:spPr>
        </p:sp>
        <p:sp>
          <p:nvSpPr>
            <p:cNvPr id="1337" name="03_assume_matched_1336">
              <a:extLst>
                <a:ext uri="{FF2B5EF4-FFF2-40B4-BE49-F238E27FC236}">
                  <a16:creationId xmlns:a16="http://schemas.microsoft.com/office/drawing/2014/main" id="{4D4F0A97-C1EA-4434-A6D5-8495FD6A7C00}"/>
                </a:ext>
              </a:extLst>
            </p:cNvPr>
            <p:cNvSpPr>
              <a:spLocks/>
            </p:cNvSpPr>
            <p:nvPr/>
          </p:nvSpPr>
          <p:spPr>
            <a:xfrm>
              <a:off x="6069088" y="2536045"/>
              <a:ext cx="28398" cy="28398"/>
            </a:xfrm>
            <a:prstGeom prst="ellipse">
              <a:avLst/>
            </a:prstGeom>
            <a:solidFill>
              <a:srgbClr val="7F8C97">
                <a:alpha val="48000"/>
              </a:srgbClr>
            </a:solidFill>
            <a:ln w="0">
              <a:noFill/>
              <a:prstDash val="solid"/>
            </a:ln>
          </p:spPr>
        </p:sp>
        <p:sp>
          <p:nvSpPr>
            <p:cNvPr id="1338" name="03_assume_matched_1337">
              <a:extLst>
                <a:ext uri="{FF2B5EF4-FFF2-40B4-BE49-F238E27FC236}">
                  <a16:creationId xmlns:a16="http://schemas.microsoft.com/office/drawing/2014/main" id="{C38E9F8C-20E2-4AAE-B733-2E278A108675}"/>
                </a:ext>
              </a:extLst>
            </p:cNvPr>
            <p:cNvSpPr>
              <a:spLocks/>
            </p:cNvSpPr>
            <p:nvPr/>
          </p:nvSpPr>
          <p:spPr>
            <a:xfrm>
              <a:off x="6058295" y="2633523"/>
              <a:ext cx="28398" cy="28398"/>
            </a:xfrm>
            <a:prstGeom prst="ellipse">
              <a:avLst/>
            </a:prstGeom>
            <a:solidFill>
              <a:srgbClr val="7F8C97">
                <a:alpha val="48000"/>
              </a:srgbClr>
            </a:solidFill>
            <a:ln w="0">
              <a:noFill/>
              <a:prstDash val="solid"/>
            </a:ln>
          </p:spPr>
        </p:sp>
        <p:sp>
          <p:nvSpPr>
            <p:cNvPr id="1339" name="03_assume_matched_1338">
              <a:extLst>
                <a:ext uri="{FF2B5EF4-FFF2-40B4-BE49-F238E27FC236}">
                  <a16:creationId xmlns:a16="http://schemas.microsoft.com/office/drawing/2014/main" id="{CE5E8FDA-205B-4F0A-8B07-76BC2584089C}"/>
                </a:ext>
              </a:extLst>
            </p:cNvPr>
            <p:cNvSpPr>
              <a:spLocks/>
            </p:cNvSpPr>
            <p:nvPr/>
          </p:nvSpPr>
          <p:spPr>
            <a:xfrm>
              <a:off x="6141186" y="2682262"/>
              <a:ext cx="28398" cy="28398"/>
            </a:xfrm>
            <a:prstGeom prst="ellipse">
              <a:avLst/>
            </a:prstGeom>
            <a:solidFill>
              <a:srgbClr val="7F8C97">
                <a:alpha val="48000"/>
              </a:srgbClr>
            </a:solidFill>
            <a:ln w="0">
              <a:noFill/>
              <a:prstDash val="solid"/>
            </a:ln>
          </p:spPr>
        </p:sp>
        <p:sp>
          <p:nvSpPr>
            <p:cNvPr id="1340" name="03_assume_matched_1339">
              <a:extLst>
                <a:ext uri="{FF2B5EF4-FFF2-40B4-BE49-F238E27FC236}">
                  <a16:creationId xmlns:a16="http://schemas.microsoft.com/office/drawing/2014/main" id="{2AEAD3BE-9E4A-4F3B-9F74-A7402FCB3EF9}"/>
                </a:ext>
              </a:extLst>
            </p:cNvPr>
            <p:cNvSpPr>
              <a:spLocks/>
            </p:cNvSpPr>
            <p:nvPr/>
          </p:nvSpPr>
          <p:spPr>
            <a:xfrm>
              <a:off x="6178315" y="2870256"/>
              <a:ext cx="28398" cy="28398"/>
            </a:xfrm>
            <a:prstGeom prst="ellipse">
              <a:avLst/>
            </a:prstGeom>
            <a:solidFill>
              <a:srgbClr val="7F8C97">
                <a:alpha val="48000"/>
              </a:srgbClr>
            </a:solidFill>
            <a:ln w="0">
              <a:noFill/>
              <a:prstDash val="solid"/>
            </a:ln>
          </p:spPr>
        </p:sp>
        <p:sp>
          <p:nvSpPr>
            <p:cNvPr id="1341" name="03_assume_matched_1340">
              <a:extLst>
                <a:ext uri="{FF2B5EF4-FFF2-40B4-BE49-F238E27FC236}">
                  <a16:creationId xmlns:a16="http://schemas.microsoft.com/office/drawing/2014/main" id="{FDB56585-5D1F-4885-926E-DF0EEB24466E}"/>
                </a:ext>
              </a:extLst>
            </p:cNvPr>
            <p:cNvSpPr>
              <a:spLocks/>
            </p:cNvSpPr>
            <p:nvPr/>
          </p:nvSpPr>
          <p:spPr>
            <a:xfrm>
              <a:off x="6184503" y="2536045"/>
              <a:ext cx="28398" cy="28398"/>
            </a:xfrm>
            <a:prstGeom prst="ellipse">
              <a:avLst/>
            </a:prstGeom>
            <a:solidFill>
              <a:srgbClr val="7F8C97">
                <a:alpha val="48000"/>
              </a:srgbClr>
            </a:solidFill>
            <a:ln w="0">
              <a:noFill/>
              <a:prstDash val="solid"/>
            </a:ln>
          </p:spPr>
        </p:sp>
        <p:sp>
          <p:nvSpPr>
            <p:cNvPr id="1342" name="03_assume_matched_1341">
              <a:extLst>
                <a:ext uri="{FF2B5EF4-FFF2-40B4-BE49-F238E27FC236}">
                  <a16:creationId xmlns:a16="http://schemas.microsoft.com/office/drawing/2014/main" id="{31F21242-87E9-4AF8-8F5D-6BC252690E60}"/>
                </a:ext>
              </a:extLst>
            </p:cNvPr>
            <p:cNvSpPr>
              <a:spLocks/>
            </p:cNvSpPr>
            <p:nvPr/>
          </p:nvSpPr>
          <p:spPr>
            <a:xfrm>
              <a:off x="6095567" y="2536045"/>
              <a:ext cx="28398" cy="28398"/>
            </a:xfrm>
            <a:prstGeom prst="ellipse">
              <a:avLst/>
            </a:prstGeom>
            <a:solidFill>
              <a:srgbClr val="7F8C97">
                <a:alpha val="48000"/>
              </a:srgbClr>
            </a:solidFill>
            <a:ln w="0">
              <a:noFill/>
              <a:prstDash val="solid"/>
            </a:ln>
          </p:spPr>
        </p:sp>
        <p:sp>
          <p:nvSpPr>
            <p:cNvPr id="1343" name="03_assume_matched_1342">
              <a:extLst>
                <a:ext uri="{FF2B5EF4-FFF2-40B4-BE49-F238E27FC236}">
                  <a16:creationId xmlns:a16="http://schemas.microsoft.com/office/drawing/2014/main" id="{656A5328-A238-4C09-92DF-44D2818B6D31}"/>
                </a:ext>
              </a:extLst>
            </p:cNvPr>
            <p:cNvSpPr>
              <a:spLocks/>
            </p:cNvSpPr>
            <p:nvPr/>
          </p:nvSpPr>
          <p:spPr>
            <a:xfrm>
              <a:off x="6148382" y="2925958"/>
              <a:ext cx="28398" cy="28398"/>
            </a:xfrm>
            <a:prstGeom prst="ellipse">
              <a:avLst/>
            </a:prstGeom>
            <a:solidFill>
              <a:srgbClr val="7F8C97">
                <a:alpha val="48000"/>
              </a:srgbClr>
            </a:solidFill>
            <a:ln w="0">
              <a:noFill/>
              <a:prstDash val="solid"/>
            </a:ln>
          </p:spPr>
        </p:sp>
        <p:sp>
          <p:nvSpPr>
            <p:cNvPr id="1344" name="03_assume_matched_1343">
              <a:extLst>
                <a:ext uri="{FF2B5EF4-FFF2-40B4-BE49-F238E27FC236}">
                  <a16:creationId xmlns:a16="http://schemas.microsoft.com/office/drawing/2014/main" id="{CFC57B73-3C71-4B8A-8382-9267F8C1EA08}"/>
                </a:ext>
              </a:extLst>
            </p:cNvPr>
            <p:cNvSpPr>
              <a:spLocks/>
            </p:cNvSpPr>
            <p:nvPr/>
          </p:nvSpPr>
          <p:spPr>
            <a:xfrm>
              <a:off x="6159319" y="2536045"/>
              <a:ext cx="28398" cy="28398"/>
            </a:xfrm>
            <a:prstGeom prst="ellipse">
              <a:avLst/>
            </a:prstGeom>
            <a:solidFill>
              <a:srgbClr val="7F8C97">
                <a:alpha val="48000"/>
              </a:srgbClr>
            </a:solidFill>
            <a:ln w="0">
              <a:noFill/>
              <a:prstDash val="solid"/>
            </a:ln>
          </p:spPr>
        </p:sp>
        <p:sp>
          <p:nvSpPr>
            <p:cNvPr id="1345" name="03_assume_matched_1344">
              <a:extLst>
                <a:ext uri="{FF2B5EF4-FFF2-40B4-BE49-F238E27FC236}">
                  <a16:creationId xmlns:a16="http://schemas.microsoft.com/office/drawing/2014/main" id="{90BEC1C0-8E7F-45BC-9477-8B37AB1E0C50}"/>
                </a:ext>
              </a:extLst>
            </p:cNvPr>
            <p:cNvSpPr>
              <a:spLocks/>
            </p:cNvSpPr>
            <p:nvPr/>
          </p:nvSpPr>
          <p:spPr>
            <a:xfrm>
              <a:off x="6176732" y="2536045"/>
              <a:ext cx="28398" cy="28398"/>
            </a:xfrm>
            <a:prstGeom prst="ellipse">
              <a:avLst/>
            </a:prstGeom>
            <a:solidFill>
              <a:srgbClr val="7F8C97">
                <a:alpha val="48000"/>
              </a:srgbClr>
            </a:solidFill>
            <a:ln w="0">
              <a:noFill/>
              <a:prstDash val="solid"/>
            </a:ln>
          </p:spPr>
        </p:sp>
        <p:sp>
          <p:nvSpPr>
            <p:cNvPr id="1346" name="03_assume_matched_1345">
              <a:extLst>
                <a:ext uri="{FF2B5EF4-FFF2-40B4-BE49-F238E27FC236}">
                  <a16:creationId xmlns:a16="http://schemas.microsoft.com/office/drawing/2014/main" id="{BDF78083-E9DF-4D18-A941-245B9BCEC826}"/>
                </a:ext>
              </a:extLst>
            </p:cNvPr>
            <p:cNvSpPr>
              <a:spLocks/>
            </p:cNvSpPr>
            <p:nvPr/>
          </p:nvSpPr>
          <p:spPr>
            <a:xfrm>
              <a:off x="6161477" y="2536045"/>
              <a:ext cx="28398" cy="28398"/>
            </a:xfrm>
            <a:prstGeom prst="ellipse">
              <a:avLst/>
            </a:prstGeom>
            <a:solidFill>
              <a:srgbClr val="7F8C97">
                <a:alpha val="48000"/>
              </a:srgbClr>
            </a:solidFill>
            <a:ln w="0">
              <a:noFill/>
              <a:prstDash val="solid"/>
            </a:ln>
          </p:spPr>
        </p:sp>
        <p:sp>
          <p:nvSpPr>
            <p:cNvPr id="1347" name="03_assume_matched_1346">
              <a:extLst>
                <a:ext uri="{FF2B5EF4-FFF2-40B4-BE49-F238E27FC236}">
                  <a16:creationId xmlns:a16="http://schemas.microsoft.com/office/drawing/2014/main" id="{ECDF8E60-75F1-4CEF-B070-1D51DCA82675}"/>
                </a:ext>
              </a:extLst>
            </p:cNvPr>
            <p:cNvSpPr>
              <a:spLocks/>
            </p:cNvSpPr>
            <p:nvPr/>
          </p:nvSpPr>
          <p:spPr>
            <a:xfrm>
              <a:off x="6139747" y="2536045"/>
              <a:ext cx="28398" cy="28398"/>
            </a:xfrm>
            <a:prstGeom prst="ellipse">
              <a:avLst/>
            </a:prstGeom>
            <a:solidFill>
              <a:srgbClr val="7F8C97">
                <a:alpha val="48000"/>
              </a:srgbClr>
            </a:solidFill>
            <a:ln w="0">
              <a:noFill/>
              <a:prstDash val="solid"/>
            </a:ln>
          </p:spPr>
        </p:sp>
        <p:sp>
          <p:nvSpPr>
            <p:cNvPr id="1348" name="03_assume_matched_1347">
              <a:extLst>
                <a:ext uri="{FF2B5EF4-FFF2-40B4-BE49-F238E27FC236}">
                  <a16:creationId xmlns:a16="http://schemas.microsoft.com/office/drawing/2014/main" id="{8D7E6F1F-BFA9-4034-A9FB-CA1B76B8F12E}"/>
                </a:ext>
              </a:extLst>
            </p:cNvPr>
            <p:cNvSpPr>
              <a:spLocks/>
            </p:cNvSpPr>
            <p:nvPr/>
          </p:nvSpPr>
          <p:spPr>
            <a:xfrm>
              <a:off x="6051531" y="2536045"/>
              <a:ext cx="28398" cy="28398"/>
            </a:xfrm>
            <a:prstGeom prst="ellipse">
              <a:avLst/>
            </a:prstGeom>
            <a:solidFill>
              <a:srgbClr val="7F8C97">
                <a:alpha val="48000"/>
              </a:srgbClr>
            </a:solidFill>
            <a:ln w="0">
              <a:noFill/>
              <a:prstDash val="solid"/>
            </a:ln>
          </p:spPr>
        </p:sp>
        <p:sp>
          <p:nvSpPr>
            <p:cNvPr id="1349" name="03_assume_matched_1348">
              <a:extLst>
                <a:ext uri="{FF2B5EF4-FFF2-40B4-BE49-F238E27FC236}">
                  <a16:creationId xmlns:a16="http://schemas.microsoft.com/office/drawing/2014/main" id="{26624CB7-7A87-447B-A590-0BE8AFEC1AE2}"/>
                </a:ext>
              </a:extLst>
            </p:cNvPr>
            <p:cNvSpPr>
              <a:spLocks/>
            </p:cNvSpPr>
            <p:nvPr/>
          </p:nvSpPr>
          <p:spPr>
            <a:xfrm>
              <a:off x="6065490" y="3120914"/>
              <a:ext cx="28398" cy="28398"/>
            </a:xfrm>
            <a:prstGeom prst="ellipse">
              <a:avLst/>
            </a:prstGeom>
            <a:solidFill>
              <a:srgbClr val="7F8C97">
                <a:alpha val="48000"/>
              </a:srgbClr>
            </a:solidFill>
            <a:ln w="0">
              <a:noFill/>
              <a:prstDash val="solid"/>
            </a:ln>
          </p:spPr>
        </p:sp>
        <p:sp>
          <p:nvSpPr>
            <p:cNvPr id="1350" name="03_assume_matched_1349">
              <a:extLst>
                <a:ext uri="{FF2B5EF4-FFF2-40B4-BE49-F238E27FC236}">
                  <a16:creationId xmlns:a16="http://schemas.microsoft.com/office/drawing/2014/main" id="{99F0846A-C4BF-449F-8862-B229C6FF615A}"/>
                </a:ext>
              </a:extLst>
            </p:cNvPr>
            <p:cNvSpPr>
              <a:spLocks/>
            </p:cNvSpPr>
            <p:nvPr/>
          </p:nvSpPr>
          <p:spPr>
            <a:xfrm>
              <a:off x="6126651" y="2536045"/>
              <a:ext cx="28398" cy="28398"/>
            </a:xfrm>
            <a:prstGeom prst="ellipse">
              <a:avLst/>
            </a:prstGeom>
            <a:solidFill>
              <a:srgbClr val="7F8C97">
                <a:alpha val="48000"/>
              </a:srgbClr>
            </a:solidFill>
            <a:ln w="0">
              <a:noFill/>
              <a:prstDash val="solid"/>
            </a:ln>
          </p:spPr>
        </p:sp>
        <p:sp>
          <p:nvSpPr>
            <p:cNvPr id="1351" name="03_assume_matched_1350">
              <a:extLst>
                <a:ext uri="{FF2B5EF4-FFF2-40B4-BE49-F238E27FC236}">
                  <a16:creationId xmlns:a16="http://schemas.microsoft.com/office/drawing/2014/main" id="{40F933DD-0DB2-408E-9F43-68AB070E8E6A}"/>
                </a:ext>
              </a:extLst>
            </p:cNvPr>
            <p:cNvSpPr>
              <a:spLocks/>
            </p:cNvSpPr>
            <p:nvPr/>
          </p:nvSpPr>
          <p:spPr>
            <a:xfrm>
              <a:off x="6071534" y="2536045"/>
              <a:ext cx="28398" cy="28398"/>
            </a:xfrm>
            <a:prstGeom prst="ellipse">
              <a:avLst/>
            </a:prstGeom>
            <a:solidFill>
              <a:srgbClr val="7F8C97">
                <a:alpha val="48000"/>
              </a:srgbClr>
            </a:solidFill>
            <a:ln w="0">
              <a:noFill/>
              <a:prstDash val="solid"/>
            </a:ln>
          </p:spPr>
        </p:sp>
        <p:sp>
          <p:nvSpPr>
            <p:cNvPr id="1352" name="03_assume_matched_1351">
              <a:extLst>
                <a:ext uri="{FF2B5EF4-FFF2-40B4-BE49-F238E27FC236}">
                  <a16:creationId xmlns:a16="http://schemas.microsoft.com/office/drawing/2014/main" id="{7E0ACB72-3ABC-4A89-B4B2-D1578482CE6F}"/>
                </a:ext>
              </a:extLst>
            </p:cNvPr>
            <p:cNvSpPr>
              <a:spLocks/>
            </p:cNvSpPr>
            <p:nvPr/>
          </p:nvSpPr>
          <p:spPr>
            <a:xfrm>
              <a:off x="6097582" y="2536045"/>
              <a:ext cx="28398" cy="28398"/>
            </a:xfrm>
            <a:prstGeom prst="ellipse">
              <a:avLst/>
            </a:prstGeom>
            <a:solidFill>
              <a:srgbClr val="7F8C97">
                <a:alpha val="48000"/>
              </a:srgbClr>
            </a:solidFill>
            <a:ln w="0">
              <a:noFill/>
              <a:prstDash val="solid"/>
            </a:ln>
          </p:spPr>
        </p:sp>
        <p:sp>
          <p:nvSpPr>
            <p:cNvPr id="1353" name="03_assume_matched_1352">
              <a:extLst>
                <a:ext uri="{FF2B5EF4-FFF2-40B4-BE49-F238E27FC236}">
                  <a16:creationId xmlns:a16="http://schemas.microsoft.com/office/drawing/2014/main" id="{49CE8DAA-E0B4-4BEC-AD52-04B6823ECB66}"/>
                </a:ext>
              </a:extLst>
            </p:cNvPr>
            <p:cNvSpPr>
              <a:spLocks/>
            </p:cNvSpPr>
            <p:nvPr/>
          </p:nvSpPr>
          <p:spPr>
            <a:xfrm>
              <a:off x="6046638" y="3120914"/>
              <a:ext cx="28398" cy="28398"/>
            </a:xfrm>
            <a:prstGeom prst="ellipse">
              <a:avLst/>
            </a:prstGeom>
            <a:solidFill>
              <a:srgbClr val="7F8C97">
                <a:alpha val="48000"/>
              </a:srgbClr>
            </a:solidFill>
            <a:ln w="0">
              <a:noFill/>
              <a:prstDash val="solid"/>
            </a:ln>
          </p:spPr>
        </p:sp>
        <p:sp>
          <p:nvSpPr>
            <p:cNvPr id="1354" name="03_assume_matched_1353">
              <a:extLst>
                <a:ext uri="{FF2B5EF4-FFF2-40B4-BE49-F238E27FC236}">
                  <a16:creationId xmlns:a16="http://schemas.microsoft.com/office/drawing/2014/main" id="{181F5863-C66D-4CF9-9162-58213F2650AE}"/>
                </a:ext>
              </a:extLst>
            </p:cNvPr>
            <p:cNvSpPr>
              <a:spLocks/>
            </p:cNvSpPr>
            <p:nvPr/>
          </p:nvSpPr>
          <p:spPr>
            <a:xfrm>
              <a:off x="3841389" y="2521001"/>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1355" name="03_assume_matched_1354">
              <a:extLst>
                <a:ext uri="{FF2B5EF4-FFF2-40B4-BE49-F238E27FC236}">
                  <a16:creationId xmlns:a16="http://schemas.microsoft.com/office/drawing/2014/main" id="{7B4DF1F5-7207-4889-BB84-CA95F23413BC}"/>
                </a:ext>
              </a:extLst>
            </p:cNvPr>
            <p:cNvSpPr>
              <a:spLocks/>
            </p:cNvSpPr>
            <p:nvPr/>
          </p:nvSpPr>
          <p:spPr>
            <a:xfrm>
              <a:off x="3841389" y="3164357"/>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1356" name="text_1355">
              <a:extLst>
                <a:ext uri="{FF2B5EF4-FFF2-40B4-BE49-F238E27FC236}">
                  <a16:creationId xmlns:a16="http://schemas.microsoft.com/office/drawing/2014/main" id="{E141E04E-1E4C-4973-8CFB-9052A7E5908A}"/>
                </a:ext>
              </a:extLst>
            </p:cNvPr>
            <p:cNvSpPr>
              <a:spLocks/>
            </p:cNvSpPr>
            <p:nvPr/>
          </p:nvSpPr>
          <p:spPr>
            <a:xfrm>
              <a:off x="3499200" y="2222065"/>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d</a:t>
              </a:r>
            </a:p>
          </p:txBody>
        </p:sp>
        <p:sp>
          <p:nvSpPr>
            <p:cNvPr id="1357" name="text_1356">
              <a:extLst>
                <a:ext uri="{FF2B5EF4-FFF2-40B4-BE49-F238E27FC236}">
                  <a16:creationId xmlns:a16="http://schemas.microsoft.com/office/drawing/2014/main" id="{7DFC9113-4F22-4946-AEFF-3F7F7A05E504}"/>
                </a:ext>
              </a:extLst>
            </p:cNvPr>
            <p:cNvSpPr>
              <a:spLocks/>
            </p:cNvSpPr>
            <p:nvPr/>
          </p:nvSpPr>
          <p:spPr>
            <a:xfrm>
              <a:off x="3841389" y="2321420"/>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Best of 50, RMSD &lt;3 Å</a:t>
              </a:r>
            </a:p>
          </p:txBody>
        </p:sp>
        <p:sp>
          <p:nvSpPr>
            <p:cNvPr id="1358" name="03_assume_matched_1357">
              <a:extLst>
                <a:ext uri="{FF2B5EF4-FFF2-40B4-BE49-F238E27FC236}">
                  <a16:creationId xmlns:a16="http://schemas.microsoft.com/office/drawing/2014/main" id="{3BBA19F1-A1E8-412B-907C-1FC012DFF95D}"/>
                </a:ext>
              </a:extLst>
            </p:cNvPr>
            <p:cNvSpPr>
              <a:spLocks/>
            </p:cNvSpPr>
            <p:nvPr/>
          </p:nvSpPr>
          <p:spPr>
            <a:xfrm>
              <a:off x="3864021" y="2835846"/>
              <a:ext cx="2263158" cy="299267"/>
            </a:xfrm>
            <a:custGeom>
              <a:avLst/>
              <a:gdLst/>
              <a:ahLst/>
              <a:cxnLst/>
              <a:rect l="0" t="0" r="0" b="0"/>
              <a:pathLst>
                <a:path w="2263158" h="299267">
                  <a:moveTo>
                    <a:pt x="0" y="299267"/>
                  </a:moveTo>
                  <a:lnTo>
                    <a:pt x="53885" y="298358"/>
                  </a:lnTo>
                  <a:lnTo>
                    <a:pt x="53885" y="297816"/>
                  </a:lnTo>
                  <a:lnTo>
                    <a:pt x="67701" y="296452"/>
                  </a:lnTo>
                  <a:lnTo>
                    <a:pt x="68581" y="295664"/>
                  </a:lnTo>
                  <a:lnTo>
                    <a:pt x="83821" y="294807"/>
                  </a:lnTo>
                  <a:lnTo>
                    <a:pt x="83821" y="293964"/>
                  </a:lnTo>
                  <a:lnTo>
                    <a:pt x="116059" y="292586"/>
                  </a:lnTo>
                  <a:lnTo>
                    <a:pt x="116059" y="292489"/>
                  </a:lnTo>
                  <a:lnTo>
                    <a:pt x="125731" y="292489"/>
                  </a:lnTo>
                  <a:lnTo>
                    <a:pt x="125731" y="286273"/>
                  </a:lnTo>
                  <a:lnTo>
                    <a:pt x="137161" y="286175"/>
                  </a:lnTo>
                  <a:lnTo>
                    <a:pt x="137161" y="284794"/>
                  </a:lnTo>
                  <a:lnTo>
                    <a:pt x="150877" y="284697"/>
                  </a:lnTo>
                  <a:lnTo>
                    <a:pt x="150877" y="280899"/>
                  </a:lnTo>
                  <a:lnTo>
                    <a:pt x="188596" y="279967"/>
                  </a:lnTo>
                  <a:lnTo>
                    <a:pt x="188596" y="267308"/>
                  </a:lnTo>
                  <a:lnTo>
                    <a:pt x="205742" y="267113"/>
                  </a:lnTo>
                  <a:lnTo>
                    <a:pt x="205742" y="265732"/>
                  </a:lnTo>
                  <a:lnTo>
                    <a:pt x="226316" y="264452"/>
                  </a:lnTo>
                  <a:lnTo>
                    <a:pt x="226316" y="263692"/>
                  </a:lnTo>
                  <a:lnTo>
                    <a:pt x="251462" y="263498"/>
                  </a:lnTo>
                  <a:lnTo>
                    <a:pt x="251462" y="250319"/>
                  </a:lnTo>
                  <a:lnTo>
                    <a:pt x="274322" y="249581"/>
                  </a:lnTo>
                  <a:lnTo>
                    <a:pt x="274322" y="248200"/>
                  </a:lnTo>
                  <a:lnTo>
                    <a:pt x="301754" y="247486"/>
                  </a:lnTo>
                  <a:lnTo>
                    <a:pt x="301754" y="243688"/>
                  </a:lnTo>
                  <a:lnTo>
                    <a:pt x="323308" y="243494"/>
                  </a:lnTo>
                  <a:lnTo>
                    <a:pt x="323308" y="241866"/>
                  </a:lnTo>
                  <a:lnTo>
                    <a:pt x="342903" y="241671"/>
                  </a:lnTo>
                  <a:lnTo>
                    <a:pt x="342903" y="240290"/>
                  </a:lnTo>
                  <a:lnTo>
                    <a:pt x="377193" y="239998"/>
                  </a:lnTo>
                  <a:lnTo>
                    <a:pt x="377193" y="196225"/>
                  </a:lnTo>
                  <a:lnTo>
                    <a:pt x="411483" y="195933"/>
                  </a:lnTo>
                  <a:lnTo>
                    <a:pt x="411483" y="194552"/>
                  </a:lnTo>
                  <a:lnTo>
                    <a:pt x="431078" y="193513"/>
                  </a:lnTo>
                  <a:lnTo>
                    <a:pt x="431078" y="191886"/>
                  </a:lnTo>
                  <a:lnTo>
                    <a:pt x="452632" y="191788"/>
                  </a:lnTo>
                  <a:lnTo>
                    <a:pt x="452632" y="189510"/>
                  </a:lnTo>
                  <a:lnTo>
                    <a:pt x="480064" y="188268"/>
                  </a:lnTo>
                  <a:lnTo>
                    <a:pt x="480064" y="186887"/>
                  </a:lnTo>
                  <a:lnTo>
                    <a:pt x="502924" y="186692"/>
                  </a:lnTo>
                  <a:lnTo>
                    <a:pt x="502924" y="176565"/>
                  </a:lnTo>
                  <a:lnTo>
                    <a:pt x="538847" y="175610"/>
                  </a:lnTo>
                  <a:lnTo>
                    <a:pt x="538847" y="174525"/>
                  </a:lnTo>
                  <a:lnTo>
                    <a:pt x="548644" y="174428"/>
                  </a:lnTo>
                  <a:lnTo>
                    <a:pt x="548644" y="173047"/>
                  </a:lnTo>
                  <a:lnTo>
                    <a:pt x="565789" y="172852"/>
                  </a:lnTo>
                  <a:lnTo>
                    <a:pt x="565789" y="163357"/>
                  </a:lnTo>
                  <a:lnTo>
                    <a:pt x="603509" y="162968"/>
                  </a:lnTo>
                  <a:lnTo>
                    <a:pt x="603509" y="159930"/>
                  </a:lnTo>
                  <a:lnTo>
                    <a:pt x="618983" y="158549"/>
                  </a:lnTo>
                  <a:lnTo>
                    <a:pt x="618983" y="158451"/>
                  </a:lnTo>
                  <a:lnTo>
                    <a:pt x="628655" y="158451"/>
                  </a:lnTo>
                  <a:lnTo>
                    <a:pt x="628655" y="154556"/>
                  </a:lnTo>
                  <a:lnTo>
                    <a:pt x="646617" y="154556"/>
                  </a:lnTo>
                  <a:lnTo>
                    <a:pt x="647998" y="152831"/>
                  </a:lnTo>
                  <a:lnTo>
                    <a:pt x="685805" y="151877"/>
                  </a:lnTo>
                  <a:lnTo>
                    <a:pt x="686685" y="151089"/>
                  </a:lnTo>
                  <a:lnTo>
                    <a:pt x="754386" y="150797"/>
                  </a:lnTo>
                  <a:lnTo>
                    <a:pt x="754386" y="34033"/>
                  </a:lnTo>
                  <a:lnTo>
                    <a:pt x="870445" y="32689"/>
                  </a:lnTo>
                  <a:lnTo>
                    <a:pt x="870445" y="32592"/>
                  </a:lnTo>
                  <a:lnTo>
                    <a:pt x="880117" y="32592"/>
                  </a:lnTo>
                  <a:lnTo>
                    <a:pt x="880117" y="28696"/>
                  </a:lnTo>
                  <a:lnTo>
                    <a:pt x="905263" y="28006"/>
                  </a:lnTo>
                  <a:lnTo>
                    <a:pt x="905263" y="25727"/>
                  </a:lnTo>
                  <a:lnTo>
                    <a:pt x="942982" y="25727"/>
                  </a:lnTo>
                  <a:lnTo>
                    <a:pt x="942982" y="23828"/>
                  </a:lnTo>
                  <a:lnTo>
                    <a:pt x="1097289" y="22465"/>
                  </a:lnTo>
                  <a:lnTo>
                    <a:pt x="1097289" y="21774"/>
                  </a:lnTo>
                  <a:lnTo>
                    <a:pt x="1131579" y="21774"/>
                  </a:lnTo>
                  <a:lnTo>
                    <a:pt x="1131579" y="14179"/>
                  </a:lnTo>
                  <a:lnTo>
                    <a:pt x="1357895" y="14179"/>
                  </a:lnTo>
                  <a:lnTo>
                    <a:pt x="1357895" y="12659"/>
                  </a:lnTo>
                  <a:lnTo>
                    <a:pt x="1508772" y="12659"/>
                  </a:lnTo>
                  <a:lnTo>
                    <a:pt x="1508772" y="1266"/>
                  </a:lnTo>
                  <a:lnTo>
                    <a:pt x="2263158" y="0"/>
                  </a:lnTo>
                  <a:lnTo>
                    <a:pt x="2263158" y="0"/>
                  </a:lnTo>
                </a:path>
              </a:pathLst>
            </a:custGeom>
            <a:noFill/>
            <a:ln w="22860">
              <a:solidFill>
                <a:srgbClr val="00878B"/>
              </a:solidFill>
              <a:prstDash val="solid"/>
            </a:ln>
          </p:spPr>
        </p:sp>
        <p:sp>
          <p:nvSpPr>
            <p:cNvPr id="1359" name="03_assume_matched_1358">
              <a:extLst>
                <a:ext uri="{FF2B5EF4-FFF2-40B4-BE49-F238E27FC236}">
                  <a16:creationId xmlns:a16="http://schemas.microsoft.com/office/drawing/2014/main" id="{650A1B5D-935B-4ECC-9BF9-8F8FBD0C1E91}"/>
                </a:ext>
              </a:extLst>
            </p:cNvPr>
            <p:cNvSpPr>
              <a:spLocks/>
            </p:cNvSpPr>
            <p:nvPr/>
          </p:nvSpPr>
          <p:spPr>
            <a:xfrm>
              <a:off x="3864021" y="2842679"/>
              <a:ext cx="2263158" cy="292435"/>
            </a:xfrm>
            <a:custGeom>
              <a:avLst/>
              <a:gdLst/>
              <a:ahLst/>
              <a:cxnLst/>
              <a:rect l="0" t="0" r="0" b="0"/>
              <a:pathLst>
                <a:path w="2263158" h="292435">
                  <a:moveTo>
                    <a:pt x="0" y="292435"/>
                  </a:moveTo>
                  <a:lnTo>
                    <a:pt x="565789" y="292435"/>
                  </a:lnTo>
                  <a:lnTo>
                    <a:pt x="565789" y="227449"/>
                  </a:lnTo>
                  <a:lnTo>
                    <a:pt x="754386" y="227449"/>
                  </a:lnTo>
                  <a:lnTo>
                    <a:pt x="754386" y="97478"/>
                  </a:lnTo>
                  <a:lnTo>
                    <a:pt x="1131579" y="97478"/>
                  </a:lnTo>
                  <a:lnTo>
                    <a:pt x="1131579" y="41776"/>
                  </a:lnTo>
                  <a:lnTo>
                    <a:pt x="1508772" y="41776"/>
                  </a:lnTo>
                  <a:lnTo>
                    <a:pt x="1508772" y="0"/>
                  </a:lnTo>
                  <a:lnTo>
                    <a:pt x="2263158" y="0"/>
                  </a:lnTo>
                  <a:lnTo>
                    <a:pt x="2263158" y="0"/>
                  </a:lnTo>
                </a:path>
              </a:pathLst>
            </a:custGeom>
            <a:noFill/>
            <a:ln w="13335">
              <a:solidFill>
                <a:srgbClr val="3A64C8"/>
              </a:solidFill>
              <a:prstDash val="solid"/>
            </a:ln>
          </p:spPr>
        </p:sp>
        <p:sp>
          <p:nvSpPr>
            <p:cNvPr id="1360" name="03_assume_matched_1359">
              <a:extLst>
                <a:ext uri="{FF2B5EF4-FFF2-40B4-BE49-F238E27FC236}">
                  <a16:creationId xmlns:a16="http://schemas.microsoft.com/office/drawing/2014/main" id="{2C40A9A3-255B-4DCB-ACAC-4E623A876417}"/>
                </a:ext>
              </a:extLst>
            </p:cNvPr>
            <p:cNvSpPr>
              <a:spLocks/>
            </p:cNvSpPr>
            <p:nvPr/>
          </p:nvSpPr>
          <p:spPr>
            <a:xfrm>
              <a:off x="4219624" y="3010482"/>
              <a:ext cx="43180" cy="43180"/>
            </a:xfrm>
            <a:prstGeom prst="ellipse">
              <a:avLst/>
            </a:prstGeom>
            <a:solidFill>
              <a:srgbClr val="00878B"/>
            </a:solidFill>
            <a:ln w="4445">
              <a:solidFill>
                <a:srgbClr val="FFFFFF"/>
              </a:solidFill>
              <a:prstDash val="solid"/>
            </a:ln>
          </p:spPr>
        </p:sp>
        <p:sp>
          <p:nvSpPr>
            <p:cNvPr id="1361" name="03_assume_matched_1360">
              <a:extLst>
                <a:ext uri="{FF2B5EF4-FFF2-40B4-BE49-F238E27FC236}">
                  <a16:creationId xmlns:a16="http://schemas.microsoft.com/office/drawing/2014/main" id="{8E165DA6-6364-44F4-92DA-5AE90CC57965}"/>
                </a:ext>
              </a:extLst>
            </p:cNvPr>
            <p:cNvSpPr>
              <a:spLocks/>
            </p:cNvSpPr>
            <p:nvPr/>
          </p:nvSpPr>
          <p:spPr>
            <a:xfrm>
              <a:off x="4596817" y="2848289"/>
              <a:ext cx="43180" cy="43180"/>
            </a:xfrm>
            <a:prstGeom prst="ellipse">
              <a:avLst/>
            </a:prstGeom>
            <a:solidFill>
              <a:srgbClr val="00878B"/>
            </a:solidFill>
            <a:ln w="4445">
              <a:solidFill>
                <a:srgbClr val="FFFFFF"/>
              </a:solidFill>
              <a:prstDash val="solid"/>
            </a:ln>
          </p:spPr>
        </p:sp>
        <p:sp>
          <p:nvSpPr>
            <p:cNvPr id="1362" name="03_assume_matched_1361">
              <a:extLst>
                <a:ext uri="{FF2B5EF4-FFF2-40B4-BE49-F238E27FC236}">
                  <a16:creationId xmlns:a16="http://schemas.microsoft.com/office/drawing/2014/main" id="{3A6DE972-1BA3-4EFC-A7CF-0EA17985B694}"/>
                </a:ext>
              </a:extLst>
            </p:cNvPr>
            <p:cNvSpPr>
              <a:spLocks/>
            </p:cNvSpPr>
            <p:nvPr/>
          </p:nvSpPr>
          <p:spPr>
            <a:xfrm>
              <a:off x="5351203" y="2815522"/>
              <a:ext cx="43180" cy="43180"/>
            </a:xfrm>
            <a:prstGeom prst="ellipse">
              <a:avLst/>
            </a:prstGeom>
            <a:solidFill>
              <a:srgbClr val="00878B"/>
            </a:solidFill>
            <a:ln w="4445">
              <a:solidFill>
                <a:srgbClr val="FFFFFF"/>
              </a:solidFill>
              <a:prstDash val="solid"/>
            </a:ln>
          </p:spPr>
        </p:sp>
        <p:sp>
          <p:nvSpPr>
            <p:cNvPr id="1363" name="03_assume_matched_1362">
              <a:extLst>
                <a:ext uri="{FF2B5EF4-FFF2-40B4-BE49-F238E27FC236}">
                  <a16:creationId xmlns:a16="http://schemas.microsoft.com/office/drawing/2014/main" id="{4322A015-AF45-4D0A-8120-672CA92F2B9D}"/>
                </a:ext>
              </a:extLst>
            </p:cNvPr>
            <p:cNvSpPr>
              <a:spLocks/>
            </p:cNvSpPr>
            <p:nvPr/>
          </p:nvSpPr>
          <p:spPr>
            <a:xfrm>
              <a:off x="6105589" y="2814256"/>
              <a:ext cx="43180" cy="43180"/>
            </a:xfrm>
            <a:prstGeom prst="ellipse">
              <a:avLst/>
            </a:prstGeom>
            <a:solidFill>
              <a:srgbClr val="00878B"/>
            </a:solidFill>
            <a:ln w="4445">
              <a:solidFill>
                <a:srgbClr val="FFFFFF"/>
              </a:solidFill>
              <a:prstDash val="solid"/>
            </a:ln>
          </p:spPr>
        </p:sp>
        <p:sp>
          <p:nvSpPr>
            <p:cNvPr id="1364" name="03_assume_matched_1363">
              <a:extLst>
                <a:ext uri="{FF2B5EF4-FFF2-40B4-BE49-F238E27FC236}">
                  <a16:creationId xmlns:a16="http://schemas.microsoft.com/office/drawing/2014/main" id="{947F35C2-A8D9-40E8-9183-F8D47743C02F}"/>
                </a:ext>
              </a:extLst>
            </p:cNvPr>
            <p:cNvSpPr>
              <a:spLocks/>
            </p:cNvSpPr>
            <p:nvPr/>
          </p:nvSpPr>
          <p:spPr>
            <a:xfrm>
              <a:off x="4205293" y="3099192"/>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5" name="03_assume_matched_1364">
              <a:extLst>
                <a:ext uri="{FF2B5EF4-FFF2-40B4-BE49-F238E27FC236}">
                  <a16:creationId xmlns:a16="http://schemas.microsoft.com/office/drawing/2014/main" id="{9211A999-F33E-4CEF-B9E5-65176A2B8806}"/>
                </a:ext>
              </a:extLst>
            </p:cNvPr>
            <p:cNvSpPr>
              <a:spLocks/>
            </p:cNvSpPr>
            <p:nvPr/>
          </p:nvSpPr>
          <p:spPr>
            <a:xfrm>
              <a:off x="4582486" y="290423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6" name="03_assume_matched_1365">
              <a:extLst>
                <a:ext uri="{FF2B5EF4-FFF2-40B4-BE49-F238E27FC236}">
                  <a16:creationId xmlns:a16="http://schemas.microsoft.com/office/drawing/2014/main" id="{C5227909-10E4-40B4-9FF9-574994DFFD59}"/>
                </a:ext>
              </a:extLst>
            </p:cNvPr>
            <p:cNvSpPr>
              <a:spLocks/>
            </p:cNvSpPr>
            <p:nvPr/>
          </p:nvSpPr>
          <p:spPr>
            <a:xfrm>
              <a:off x="5336872" y="2806758"/>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7" name="03_assume_matched_1366">
              <a:extLst>
                <a:ext uri="{FF2B5EF4-FFF2-40B4-BE49-F238E27FC236}">
                  <a16:creationId xmlns:a16="http://schemas.microsoft.com/office/drawing/2014/main" id="{C12C8161-CC1F-46A1-A7F4-13837A754266}"/>
                </a:ext>
              </a:extLst>
            </p:cNvPr>
            <p:cNvSpPr>
              <a:spLocks/>
            </p:cNvSpPr>
            <p:nvPr/>
          </p:nvSpPr>
          <p:spPr>
            <a:xfrm>
              <a:off x="6091258" y="2806758"/>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368" name="03_assume_matched_1367">
              <a:extLst>
                <a:ext uri="{FF2B5EF4-FFF2-40B4-BE49-F238E27FC236}">
                  <a16:creationId xmlns:a16="http://schemas.microsoft.com/office/drawing/2014/main" id="{11C5F334-A19A-4703-A1ED-94CF1EA25BB6}"/>
                </a:ext>
              </a:extLst>
            </p:cNvPr>
            <p:cNvSpPr>
              <a:spLocks/>
            </p:cNvSpPr>
            <p:nvPr/>
          </p:nvSpPr>
          <p:spPr>
            <a:xfrm>
              <a:off x="712800" y="367904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1369" name="03_assume_matched_1368">
              <a:extLst>
                <a:ext uri="{FF2B5EF4-FFF2-40B4-BE49-F238E27FC236}">
                  <a16:creationId xmlns:a16="http://schemas.microsoft.com/office/drawing/2014/main" id="{688CA0E7-484E-469D-A601-E922EDC599D6}"/>
                </a:ext>
              </a:extLst>
            </p:cNvPr>
            <p:cNvSpPr>
              <a:spLocks/>
            </p:cNvSpPr>
            <p:nvPr/>
          </p:nvSpPr>
          <p:spPr>
            <a:xfrm>
              <a:off x="1014554" y="3708285"/>
              <a:ext cx="196140" cy="584869"/>
            </a:xfrm>
            <a:custGeom>
              <a:avLst/>
              <a:gdLst/>
              <a:ahLst/>
              <a:cxnLst/>
              <a:rect l="0" t="0" r="0" b="0"/>
              <a:pathLst>
                <a:path w="196140" h="584869">
                  <a:moveTo>
                    <a:pt x="196140" y="584869"/>
                  </a:moveTo>
                  <a:lnTo>
                    <a:pt x="0" y="584869"/>
                  </a:lnTo>
                  <a:lnTo>
                    <a:pt x="1064" y="579995"/>
                  </a:lnTo>
                  <a:lnTo>
                    <a:pt x="4183" y="575121"/>
                  </a:lnTo>
                  <a:lnTo>
                    <a:pt x="9151" y="570247"/>
                  </a:lnTo>
                  <a:lnTo>
                    <a:pt x="15649" y="565373"/>
                  </a:lnTo>
                  <a:lnTo>
                    <a:pt x="23280" y="560500"/>
                  </a:lnTo>
                  <a:lnTo>
                    <a:pt x="31608" y="555626"/>
                  </a:lnTo>
                  <a:lnTo>
                    <a:pt x="40200" y="550752"/>
                  </a:lnTo>
                  <a:lnTo>
                    <a:pt x="48658" y="545878"/>
                  </a:lnTo>
                  <a:lnTo>
                    <a:pt x="56653" y="541004"/>
                  </a:lnTo>
                  <a:lnTo>
                    <a:pt x="63936" y="536130"/>
                  </a:lnTo>
                  <a:lnTo>
                    <a:pt x="70343" y="531256"/>
                  </a:lnTo>
                  <a:lnTo>
                    <a:pt x="75797" y="526382"/>
                  </a:lnTo>
                  <a:lnTo>
                    <a:pt x="80287" y="521508"/>
                  </a:lnTo>
                  <a:lnTo>
                    <a:pt x="83860" y="516634"/>
                  </a:lnTo>
                  <a:lnTo>
                    <a:pt x="86600" y="511760"/>
                  </a:lnTo>
                  <a:lnTo>
                    <a:pt x="88611" y="506887"/>
                  </a:lnTo>
                  <a:lnTo>
                    <a:pt x="90007" y="502013"/>
                  </a:lnTo>
                  <a:lnTo>
                    <a:pt x="90896" y="497139"/>
                  </a:lnTo>
                  <a:lnTo>
                    <a:pt x="91381" y="492265"/>
                  </a:lnTo>
                  <a:lnTo>
                    <a:pt x="91550" y="487391"/>
                  </a:lnTo>
                  <a:lnTo>
                    <a:pt x="91478" y="482517"/>
                  </a:lnTo>
                  <a:lnTo>
                    <a:pt x="91228" y="477643"/>
                  </a:lnTo>
                  <a:lnTo>
                    <a:pt x="90856" y="472769"/>
                  </a:lnTo>
                  <a:lnTo>
                    <a:pt x="90407" y="467895"/>
                  </a:lnTo>
                  <a:lnTo>
                    <a:pt x="89922" y="463021"/>
                  </a:lnTo>
                  <a:lnTo>
                    <a:pt x="89437" y="458147"/>
                  </a:lnTo>
                  <a:lnTo>
                    <a:pt x="88983" y="453274"/>
                  </a:lnTo>
                  <a:lnTo>
                    <a:pt x="88588" y="448400"/>
                  </a:lnTo>
                  <a:lnTo>
                    <a:pt x="88274" y="443526"/>
                  </a:lnTo>
                  <a:lnTo>
                    <a:pt x="88056" y="438652"/>
                  </a:lnTo>
                  <a:lnTo>
                    <a:pt x="87944" y="433778"/>
                  </a:lnTo>
                  <a:lnTo>
                    <a:pt x="87940" y="428904"/>
                  </a:lnTo>
                  <a:lnTo>
                    <a:pt x="88039" y="424030"/>
                  </a:lnTo>
                  <a:lnTo>
                    <a:pt x="88230" y="419156"/>
                  </a:lnTo>
                  <a:lnTo>
                    <a:pt x="88499" y="414282"/>
                  </a:lnTo>
                  <a:lnTo>
                    <a:pt x="88826" y="409408"/>
                  </a:lnTo>
                  <a:lnTo>
                    <a:pt x="89193" y="404534"/>
                  </a:lnTo>
                  <a:lnTo>
                    <a:pt x="89577" y="399661"/>
                  </a:lnTo>
                  <a:lnTo>
                    <a:pt x="89960" y="394787"/>
                  </a:lnTo>
                  <a:lnTo>
                    <a:pt x="90322" y="389913"/>
                  </a:lnTo>
                  <a:lnTo>
                    <a:pt x="90646" y="385039"/>
                  </a:lnTo>
                  <a:lnTo>
                    <a:pt x="90912" y="380165"/>
                  </a:lnTo>
                  <a:lnTo>
                    <a:pt x="91105" y="375291"/>
                  </a:lnTo>
                  <a:lnTo>
                    <a:pt x="91205" y="370417"/>
                  </a:lnTo>
                  <a:lnTo>
                    <a:pt x="91196" y="365543"/>
                  </a:lnTo>
                  <a:lnTo>
                    <a:pt x="91061" y="360669"/>
                  </a:lnTo>
                  <a:lnTo>
                    <a:pt x="90786" y="355795"/>
                  </a:lnTo>
                  <a:lnTo>
                    <a:pt x="90358" y="350921"/>
                  </a:lnTo>
                  <a:lnTo>
                    <a:pt x="89773" y="346048"/>
                  </a:lnTo>
                  <a:lnTo>
                    <a:pt x="89035" y="341174"/>
                  </a:lnTo>
                  <a:lnTo>
                    <a:pt x="88158" y="336300"/>
                  </a:lnTo>
                  <a:lnTo>
                    <a:pt x="87172" y="331426"/>
                  </a:lnTo>
                  <a:lnTo>
                    <a:pt x="86115" y="326552"/>
                  </a:lnTo>
                  <a:lnTo>
                    <a:pt x="85041" y="321678"/>
                  </a:lnTo>
                  <a:lnTo>
                    <a:pt x="84012" y="316804"/>
                  </a:lnTo>
                  <a:lnTo>
                    <a:pt x="83096" y="311930"/>
                  </a:lnTo>
                  <a:lnTo>
                    <a:pt x="82359" y="307056"/>
                  </a:lnTo>
                  <a:lnTo>
                    <a:pt x="81862" y="302182"/>
                  </a:lnTo>
                  <a:lnTo>
                    <a:pt x="81650" y="297308"/>
                  </a:lnTo>
                  <a:lnTo>
                    <a:pt x="81752" y="292435"/>
                  </a:lnTo>
                  <a:lnTo>
                    <a:pt x="82175" y="287561"/>
                  </a:lnTo>
                  <a:lnTo>
                    <a:pt x="82902" y="282687"/>
                  </a:lnTo>
                  <a:lnTo>
                    <a:pt x="83899" y="277813"/>
                  </a:lnTo>
                  <a:lnTo>
                    <a:pt x="85111" y="272939"/>
                  </a:lnTo>
                  <a:lnTo>
                    <a:pt x="86474" y="268065"/>
                  </a:lnTo>
                  <a:lnTo>
                    <a:pt x="87919" y="263191"/>
                  </a:lnTo>
                  <a:lnTo>
                    <a:pt x="89379" y="258317"/>
                  </a:lnTo>
                  <a:lnTo>
                    <a:pt x="90792" y="253443"/>
                  </a:lnTo>
                  <a:lnTo>
                    <a:pt x="92111" y="248569"/>
                  </a:lnTo>
                  <a:lnTo>
                    <a:pt x="93299" y="243695"/>
                  </a:lnTo>
                  <a:lnTo>
                    <a:pt x="94335" y="238822"/>
                  </a:lnTo>
                  <a:lnTo>
                    <a:pt x="95212" y="233948"/>
                  </a:lnTo>
                  <a:lnTo>
                    <a:pt x="95932" y="229074"/>
                  </a:lnTo>
                  <a:lnTo>
                    <a:pt x="96506" y="224200"/>
                  </a:lnTo>
                  <a:lnTo>
                    <a:pt x="96952" y="219326"/>
                  </a:lnTo>
                  <a:lnTo>
                    <a:pt x="97289" y="214452"/>
                  </a:lnTo>
                  <a:lnTo>
                    <a:pt x="97536" y="209578"/>
                  </a:lnTo>
                  <a:lnTo>
                    <a:pt x="97714" y="204704"/>
                  </a:lnTo>
                  <a:lnTo>
                    <a:pt x="97838" y="199830"/>
                  </a:lnTo>
                  <a:lnTo>
                    <a:pt x="97922" y="194956"/>
                  </a:lnTo>
                  <a:lnTo>
                    <a:pt x="97978" y="190082"/>
                  </a:lnTo>
                  <a:lnTo>
                    <a:pt x="98014" y="185209"/>
                  </a:lnTo>
                  <a:lnTo>
                    <a:pt x="98037" y="180335"/>
                  </a:lnTo>
                  <a:lnTo>
                    <a:pt x="98051" y="175461"/>
                  </a:lnTo>
                  <a:lnTo>
                    <a:pt x="98059" y="170587"/>
                  </a:lnTo>
                  <a:lnTo>
                    <a:pt x="98064" y="165713"/>
                  </a:lnTo>
                  <a:lnTo>
                    <a:pt x="98067"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2" y="155965"/>
                  </a:lnTo>
                  <a:lnTo>
                    <a:pt x="98074" y="160839"/>
                  </a:lnTo>
                  <a:lnTo>
                    <a:pt x="98076" y="165713"/>
                  </a:lnTo>
                  <a:lnTo>
                    <a:pt x="98081" y="170587"/>
                  </a:lnTo>
                  <a:lnTo>
                    <a:pt x="98090" y="175461"/>
                  </a:lnTo>
                  <a:lnTo>
                    <a:pt x="98104" y="180335"/>
                  </a:lnTo>
                  <a:lnTo>
                    <a:pt x="98127" y="185209"/>
                  </a:lnTo>
                  <a:lnTo>
                    <a:pt x="98163" y="190082"/>
                  </a:lnTo>
                  <a:lnTo>
                    <a:pt x="98219" y="194956"/>
                  </a:lnTo>
                  <a:lnTo>
                    <a:pt x="98303" y="199830"/>
                  </a:lnTo>
                  <a:lnTo>
                    <a:pt x="98427" y="204704"/>
                  </a:lnTo>
                  <a:lnTo>
                    <a:pt x="98604" y="209578"/>
                  </a:lnTo>
                  <a:lnTo>
                    <a:pt x="98852" y="214452"/>
                  </a:lnTo>
                  <a:lnTo>
                    <a:pt x="99188" y="219326"/>
                  </a:lnTo>
                  <a:lnTo>
                    <a:pt x="99634" y="224200"/>
                  </a:lnTo>
                  <a:lnTo>
                    <a:pt x="100208" y="229074"/>
                  </a:lnTo>
                  <a:lnTo>
                    <a:pt x="100928" y="233948"/>
                  </a:lnTo>
                  <a:lnTo>
                    <a:pt x="101805" y="238822"/>
                  </a:lnTo>
                  <a:lnTo>
                    <a:pt x="102841" y="243695"/>
                  </a:lnTo>
                  <a:lnTo>
                    <a:pt x="104029" y="248569"/>
                  </a:lnTo>
                  <a:lnTo>
                    <a:pt x="105348" y="253443"/>
                  </a:lnTo>
                  <a:lnTo>
                    <a:pt x="106762" y="258317"/>
                  </a:lnTo>
                  <a:lnTo>
                    <a:pt x="108221" y="263191"/>
                  </a:lnTo>
                  <a:lnTo>
                    <a:pt x="109666" y="268065"/>
                  </a:lnTo>
                  <a:lnTo>
                    <a:pt x="111030" y="272939"/>
                  </a:lnTo>
                  <a:lnTo>
                    <a:pt x="112242" y="277813"/>
                  </a:lnTo>
                  <a:lnTo>
                    <a:pt x="113238" y="282687"/>
                  </a:lnTo>
                  <a:lnTo>
                    <a:pt x="113966" y="287561"/>
                  </a:lnTo>
                  <a:lnTo>
                    <a:pt x="114388" y="292435"/>
                  </a:lnTo>
                  <a:lnTo>
                    <a:pt x="114490" y="297308"/>
                  </a:lnTo>
                  <a:lnTo>
                    <a:pt x="114279" y="302182"/>
                  </a:lnTo>
                  <a:lnTo>
                    <a:pt x="113781" y="307056"/>
                  </a:lnTo>
                  <a:lnTo>
                    <a:pt x="113044" y="311930"/>
                  </a:lnTo>
                  <a:lnTo>
                    <a:pt x="112128" y="316804"/>
                  </a:lnTo>
                  <a:lnTo>
                    <a:pt x="111100" y="321678"/>
                  </a:lnTo>
                  <a:lnTo>
                    <a:pt x="110026" y="326552"/>
                  </a:lnTo>
                  <a:lnTo>
                    <a:pt x="108969" y="331426"/>
                  </a:lnTo>
                  <a:lnTo>
                    <a:pt x="107982" y="336300"/>
                  </a:lnTo>
                  <a:lnTo>
                    <a:pt x="107106" y="341174"/>
                  </a:lnTo>
                  <a:lnTo>
                    <a:pt x="106368" y="346048"/>
                  </a:lnTo>
                  <a:lnTo>
                    <a:pt x="105783" y="350921"/>
                  </a:lnTo>
                  <a:lnTo>
                    <a:pt x="105355" y="355795"/>
                  </a:lnTo>
                  <a:lnTo>
                    <a:pt x="105079" y="360669"/>
                  </a:lnTo>
                  <a:lnTo>
                    <a:pt x="104944" y="365543"/>
                  </a:lnTo>
                  <a:lnTo>
                    <a:pt x="104935" y="370417"/>
                  </a:lnTo>
                  <a:lnTo>
                    <a:pt x="105036" y="375291"/>
                  </a:lnTo>
                  <a:lnTo>
                    <a:pt x="105228" y="380165"/>
                  </a:lnTo>
                  <a:lnTo>
                    <a:pt x="105495" y="385039"/>
                  </a:lnTo>
                  <a:lnTo>
                    <a:pt x="105818" y="389913"/>
                  </a:lnTo>
                  <a:lnTo>
                    <a:pt x="106180" y="394787"/>
                  </a:lnTo>
                  <a:lnTo>
                    <a:pt x="106563" y="399661"/>
                  </a:lnTo>
                  <a:lnTo>
                    <a:pt x="106948" y="404534"/>
                  </a:lnTo>
                  <a:lnTo>
                    <a:pt x="107314" y="409408"/>
                  </a:lnTo>
                  <a:lnTo>
                    <a:pt x="107641" y="414282"/>
                  </a:lnTo>
                  <a:lnTo>
                    <a:pt x="107910" y="419156"/>
                  </a:lnTo>
                  <a:lnTo>
                    <a:pt x="108101" y="424030"/>
                  </a:lnTo>
                  <a:lnTo>
                    <a:pt x="108200" y="428904"/>
                  </a:lnTo>
                  <a:lnTo>
                    <a:pt x="108196" y="433778"/>
                  </a:lnTo>
                  <a:lnTo>
                    <a:pt x="108084" y="438652"/>
                  </a:lnTo>
                  <a:lnTo>
                    <a:pt x="107866" y="443526"/>
                  </a:lnTo>
                  <a:lnTo>
                    <a:pt x="107552" y="448400"/>
                  </a:lnTo>
                  <a:lnTo>
                    <a:pt x="107157" y="453274"/>
                  </a:lnTo>
                  <a:lnTo>
                    <a:pt x="106703" y="458147"/>
                  </a:lnTo>
                  <a:lnTo>
                    <a:pt x="106218" y="463021"/>
                  </a:lnTo>
                  <a:lnTo>
                    <a:pt x="105733" y="467895"/>
                  </a:lnTo>
                  <a:lnTo>
                    <a:pt x="105284" y="472769"/>
                  </a:lnTo>
                  <a:lnTo>
                    <a:pt x="104912" y="477643"/>
                  </a:lnTo>
                  <a:lnTo>
                    <a:pt x="104663" y="482517"/>
                  </a:lnTo>
                  <a:lnTo>
                    <a:pt x="104590" y="487391"/>
                  </a:lnTo>
                  <a:lnTo>
                    <a:pt x="104759" y="492265"/>
                  </a:lnTo>
                  <a:lnTo>
                    <a:pt x="105244" y="497139"/>
                  </a:lnTo>
                  <a:lnTo>
                    <a:pt x="106134" y="502013"/>
                  </a:lnTo>
                  <a:lnTo>
                    <a:pt x="107529" y="506887"/>
                  </a:lnTo>
                  <a:lnTo>
                    <a:pt x="109541" y="511760"/>
                  </a:lnTo>
                  <a:lnTo>
                    <a:pt x="112281" y="516634"/>
                  </a:lnTo>
                  <a:lnTo>
                    <a:pt x="115854" y="521508"/>
                  </a:lnTo>
                  <a:lnTo>
                    <a:pt x="120344" y="526382"/>
                  </a:lnTo>
                  <a:lnTo>
                    <a:pt x="125797" y="531256"/>
                  </a:lnTo>
                  <a:lnTo>
                    <a:pt x="132205" y="536130"/>
                  </a:lnTo>
                  <a:lnTo>
                    <a:pt x="139487" y="541004"/>
                  </a:lnTo>
                  <a:lnTo>
                    <a:pt x="147482" y="545878"/>
                  </a:lnTo>
                  <a:lnTo>
                    <a:pt x="155941" y="550752"/>
                  </a:lnTo>
                  <a:lnTo>
                    <a:pt x="164532" y="555626"/>
                  </a:lnTo>
                  <a:lnTo>
                    <a:pt x="172860" y="560500"/>
                  </a:lnTo>
                  <a:lnTo>
                    <a:pt x="180491" y="565373"/>
                  </a:lnTo>
                  <a:lnTo>
                    <a:pt x="186990" y="570247"/>
                  </a:lnTo>
                  <a:lnTo>
                    <a:pt x="191958" y="575121"/>
                  </a:lnTo>
                  <a:lnTo>
                    <a:pt x="195077"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370" name="03_assume_matched_1369">
              <a:extLst>
                <a:ext uri="{FF2B5EF4-FFF2-40B4-BE49-F238E27FC236}">
                  <a16:creationId xmlns:a16="http://schemas.microsoft.com/office/drawing/2014/main" id="{8E350169-8DB1-42A4-9DF3-E3ABD1130232}"/>
                </a:ext>
              </a:extLst>
            </p:cNvPr>
            <p:cNvSpPr>
              <a:spLocks/>
            </p:cNvSpPr>
            <p:nvPr/>
          </p:nvSpPr>
          <p:spPr>
            <a:xfrm>
              <a:off x="1391747" y="3708285"/>
              <a:ext cx="196140" cy="584869"/>
            </a:xfrm>
            <a:custGeom>
              <a:avLst/>
              <a:gdLst/>
              <a:ahLst/>
              <a:cxnLst/>
              <a:rect l="0" t="0" r="0" b="0"/>
              <a:pathLst>
                <a:path w="196140" h="584869">
                  <a:moveTo>
                    <a:pt x="196140" y="584869"/>
                  </a:moveTo>
                  <a:lnTo>
                    <a:pt x="0" y="584869"/>
                  </a:lnTo>
                  <a:lnTo>
                    <a:pt x="1066" y="579995"/>
                  </a:lnTo>
                  <a:lnTo>
                    <a:pt x="4190" y="575121"/>
                  </a:lnTo>
                  <a:lnTo>
                    <a:pt x="9165" y="570247"/>
                  </a:lnTo>
                  <a:lnTo>
                    <a:pt x="15670" y="565373"/>
                  </a:lnTo>
                  <a:lnTo>
                    <a:pt x="23304" y="560500"/>
                  </a:lnTo>
                  <a:lnTo>
                    <a:pt x="31627" y="555626"/>
                  </a:lnTo>
                  <a:lnTo>
                    <a:pt x="40202" y="550752"/>
                  </a:lnTo>
                  <a:lnTo>
                    <a:pt x="48631" y="545878"/>
                  </a:lnTo>
                  <a:lnTo>
                    <a:pt x="56579" y="541004"/>
                  </a:lnTo>
                  <a:lnTo>
                    <a:pt x="63797" y="536130"/>
                  </a:lnTo>
                  <a:lnTo>
                    <a:pt x="70123" y="531256"/>
                  </a:lnTo>
                  <a:lnTo>
                    <a:pt x="75476" y="526382"/>
                  </a:lnTo>
                  <a:lnTo>
                    <a:pt x="79853" y="521508"/>
                  </a:lnTo>
                  <a:lnTo>
                    <a:pt x="83301" y="516634"/>
                  </a:lnTo>
                  <a:lnTo>
                    <a:pt x="85910" y="511760"/>
                  </a:lnTo>
                  <a:lnTo>
                    <a:pt x="87789" y="506887"/>
                  </a:lnTo>
                  <a:lnTo>
                    <a:pt x="89057" y="502013"/>
                  </a:lnTo>
                  <a:lnTo>
                    <a:pt x="89829" y="497139"/>
                  </a:lnTo>
                  <a:lnTo>
                    <a:pt x="90212" y="492265"/>
                  </a:lnTo>
                  <a:lnTo>
                    <a:pt x="90298" y="487391"/>
                  </a:lnTo>
                  <a:lnTo>
                    <a:pt x="90167" y="482517"/>
                  </a:lnTo>
                  <a:lnTo>
                    <a:pt x="89884" y="477643"/>
                  </a:lnTo>
                  <a:lnTo>
                    <a:pt x="89507" y="472769"/>
                  </a:lnTo>
                  <a:lnTo>
                    <a:pt x="89080" y="467895"/>
                  </a:lnTo>
                  <a:lnTo>
                    <a:pt x="88645" y="463021"/>
                  </a:lnTo>
                  <a:lnTo>
                    <a:pt x="88236" y="458147"/>
                  </a:lnTo>
                  <a:lnTo>
                    <a:pt x="87881" y="453274"/>
                  </a:lnTo>
                  <a:lnTo>
                    <a:pt x="87606" y="448400"/>
                  </a:lnTo>
                  <a:lnTo>
                    <a:pt x="87430" y="443526"/>
                  </a:lnTo>
                  <a:lnTo>
                    <a:pt x="87363" y="438652"/>
                  </a:lnTo>
                  <a:lnTo>
                    <a:pt x="87414" y="433778"/>
                  </a:lnTo>
                  <a:lnTo>
                    <a:pt x="87581" y="428904"/>
                  </a:lnTo>
                  <a:lnTo>
                    <a:pt x="87859" y="424030"/>
                  </a:lnTo>
                  <a:lnTo>
                    <a:pt x="88236" y="419156"/>
                  </a:lnTo>
                  <a:lnTo>
                    <a:pt x="88698" y="414282"/>
                  </a:lnTo>
                  <a:lnTo>
                    <a:pt x="89227" y="409408"/>
                  </a:lnTo>
                  <a:lnTo>
                    <a:pt x="89807" y="404534"/>
                  </a:lnTo>
                  <a:lnTo>
                    <a:pt x="90419" y="399661"/>
                  </a:lnTo>
                  <a:lnTo>
                    <a:pt x="91046" y="394787"/>
                  </a:lnTo>
                  <a:lnTo>
                    <a:pt x="91671" y="389913"/>
                  </a:lnTo>
                  <a:lnTo>
                    <a:pt x="92277" y="385039"/>
                  </a:lnTo>
                  <a:lnTo>
                    <a:pt x="92847" y="380165"/>
                  </a:lnTo>
                  <a:lnTo>
                    <a:pt x="93363" y="375291"/>
                  </a:lnTo>
                  <a:lnTo>
                    <a:pt x="93807" y="370417"/>
                  </a:lnTo>
                  <a:lnTo>
                    <a:pt x="94159" y="365543"/>
                  </a:lnTo>
                  <a:lnTo>
                    <a:pt x="94403" y="360669"/>
                  </a:lnTo>
                  <a:lnTo>
                    <a:pt x="94520" y="355795"/>
                  </a:lnTo>
                  <a:lnTo>
                    <a:pt x="94498" y="350921"/>
                  </a:lnTo>
                  <a:lnTo>
                    <a:pt x="94331" y="346048"/>
                  </a:lnTo>
                  <a:lnTo>
                    <a:pt x="94017" y="341174"/>
                  </a:lnTo>
                  <a:lnTo>
                    <a:pt x="93566" y="336300"/>
                  </a:lnTo>
                  <a:lnTo>
                    <a:pt x="92997" y="331426"/>
                  </a:lnTo>
                  <a:lnTo>
                    <a:pt x="92338" y="326552"/>
                  </a:lnTo>
                  <a:lnTo>
                    <a:pt x="91626" y="321678"/>
                  </a:lnTo>
                  <a:lnTo>
                    <a:pt x="90908" y="316804"/>
                  </a:lnTo>
                  <a:lnTo>
                    <a:pt x="90232" y="311930"/>
                  </a:lnTo>
                  <a:lnTo>
                    <a:pt x="89645" y="307056"/>
                  </a:lnTo>
                  <a:lnTo>
                    <a:pt x="89194" y="302182"/>
                  </a:lnTo>
                  <a:lnTo>
                    <a:pt x="88912" y="297308"/>
                  </a:lnTo>
                  <a:lnTo>
                    <a:pt x="88825" y="292435"/>
                  </a:lnTo>
                  <a:lnTo>
                    <a:pt x="88942" y="287561"/>
                  </a:lnTo>
                  <a:lnTo>
                    <a:pt x="89256" y="282687"/>
                  </a:lnTo>
                  <a:lnTo>
                    <a:pt x="89749" y="277813"/>
                  </a:lnTo>
                  <a:lnTo>
                    <a:pt x="90390" y="272939"/>
                  </a:lnTo>
                  <a:lnTo>
                    <a:pt x="91138" y="268065"/>
                  </a:lnTo>
                  <a:lnTo>
                    <a:pt x="91949" y="263191"/>
                  </a:lnTo>
                  <a:lnTo>
                    <a:pt x="92779" y="258317"/>
                  </a:lnTo>
                  <a:lnTo>
                    <a:pt x="93588" y="253443"/>
                  </a:lnTo>
                  <a:lnTo>
                    <a:pt x="94339" y="248569"/>
                  </a:lnTo>
                  <a:lnTo>
                    <a:pt x="95007" y="243695"/>
                  </a:lnTo>
                  <a:lnTo>
                    <a:pt x="95572" y="238822"/>
                  </a:lnTo>
                  <a:lnTo>
                    <a:pt x="96023" y="233948"/>
                  </a:lnTo>
                  <a:lnTo>
                    <a:pt x="96358" y="229074"/>
                  </a:lnTo>
                  <a:lnTo>
                    <a:pt x="96578" y="224200"/>
                  </a:lnTo>
                  <a:lnTo>
                    <a:pt x="96690" y="219326"/>
                  </a:lnTo>
                  <a:lnTo>
                    <a:pt x="96706" y="214452"/>
                  </a:lnTo>
                  <a:lnTo>
                    <a:pt x="96637" y="209578"/>
                  </a:lnTo>
                  <a:lnTo>
                    <a:pt x="96499" y="204704"/>
                  </a:lnTo>
                  <a:lnTo>
                    <a:pt x="96309" y="199830"/>
                  </a:lnTo>
                  <a:lnTo>
                    <a:pt x="96085" y="194956"/>
                  </a:lnTo>
                  <a:lnTo>
                    <a:pt x="95845" y="190082"/>
                  </a:lnTo>
                  <a:lnTo>
                    <a:pt x="95608" y="185209"/>
                  </a:lnTo>
                  <a:lnTo>
                    <a:pt x="95392" y="180335"/>
                  </a:lnTo>
                  <a:lnTo>
                    <a:pt x="95215" y="175461"/>
                  </a:lnTo>
                  <a:lnTo>
                    <a:pt x="95088" y="170587"/>
                  </a:lnTo>
                  <a:lnTo>
                    <a:pt x="95022" y="165713"/>
                  </a:lnTo>
                  <a:lnTo>
                    <a:pt x="95022" y="160839"/>
                  </a:lnTo>
                  <a:lnTo>
                    <a:pt x="95087" y="155965"/>
                  </a:lnTo>
                  <a:lnTo>
                    <a:pt x="95213" y="151091"/>
                  </a:lnTo>
                  <a:lnTo>
                    <a:pt x="95391" y="146217"/>
                  </a:lnTo>
                  <a:lnTo>
                    <a:pt x="95606" y="141343"/>
                  </a:lnTo>
                  <a:lnTo>
                    <a:pt x="95843" y="136469"/>
                  </a:lnTo>
                  <a:lnTo>
                    <a:pt x="96084" y="131596"/>
                  </a:lnTo>
                  <a:lnTo>
                    <a:pt x="96311" y="126722"/>
                  </a:lnTo>
                  <a:lnTo>
                    <a:pt x="96506" y="121848"/>
                  </a:lnTo>
                  <a:lnTo>
                    <a:pt x="96650" y="116974"/>
                  </a:lnTo>
                  <a:lnTo>
                    <a:pt x="96723" y="112100"/>
                  </a:lnTo>
                  <a:lnTo>
                    <a:pt x="96704" y="107226"/>
                  </a:lnTo>
                  <a:lnTo>
                    <a:pt x="96567" y="102352"/>
                  </a:lnTo>
                  <a:lnTo>
                    <a:pt x="96281" y="97478"/>
                  </a:lnTo>
                  <a:lnTo>
                    <a:pt x="95806" y="92604"/>
                  </a:lnTo>
                  <a:lnTo>
                    <a:pt x="95091" y="87730"/>
                  </a:lnTo>
                  <a:lnTo>
                    <a:pt x="94075" y="82856"/>
                  </a:lnTo>
                  <a:lnTo>
                    <a:pt x="92683" y="77983"/>
                  </a:lnTo>
                  <a:lnTo>
                    <a:pt x="90834" y="73109"/>
                  </a:lnTo>
                  <a:lnTo>
                    <a:pt x="88439" y="68235"/>
                  </a:lnTo>
                  <a:lnTo>
                    <a:pt x="85415" y="63361"/>
                  </a:lnTo>
                  <a:lnTo>
                    <a:pt x="81695" y="58487"/>
                  </a:lnTo>
                  <a:lnTo>
                    <a:pt x="77238" y="53613"/>
                  </a:lnTo>
                  <a:lnTo>
                    <a:pt x="72047" y="48739"/>
                  </a:lnTo>
                  <a:lnTo>
                    <a:pt x="66180" y="43865"/>
                  </a:lnTo>
                  <a:lnTo>
                    <a:pt x="59761" y="38991"/>
                  </a:lnTo>
                  <a:lnTo>
                    <a:pt x="52985" y="34117"/>
                  </a:lnTo>
                  <a:lnTo>
                    <a:pt x="46110" y="29243"/>
                  </a:lnTo>
                  <a:lnTo>
                    <a:pt x="39449" y="24370"/>
                  </a:lnTo>
                  <a:lnTo>
                    <a:pt x="33348" y="19496"/>
                  </a:lnTo>
                  <a:lnTo>
                    <a:pt x="28153" y="14622"/>
                  </a:lnTo>
                  <a:lnTo>
                    <a:pt x="24182" y="9748"/>
                  </a:lnTo>
                  <a:lnTo>
                    <a:pt x="21688" y="4874"/>
                  </a:lnTo>
                  <a:lnTo>
                    <a:pt x="20838" y="0"/>
                  </a:lnTo>
                  <a:lnTo>
                    <a:pt x="175302" y="0"/>
                  </a:lnTo>
                  <a:lnTo>
                    <a:pt x="175302" y="0"/>
                  </a:lnTo>
                  <a:lnTo>
                    <a:pt x="174452" y="4874"/>
                  </a:lnTo>
                  <a:lnTo>
                    <a:pt x="171959" y="9748"/>
                  </a:lnTo>
                  <a:lnTo>
                    <a:pt x="167987" y="14622"/>
                  </a:lnTo>
                  <a:lnTo>
                    <a:pt x="162792" y="19496"/>
                  </a:lnTo>
                  <a:lnTo>
                    <a:pt x="156691" y="24370"/>
                  </a:lnTo>
                  <a:lnTo>
                    <a:pt x="150031" y="29243"/>
                  </a:lnTo>
                  <a:lnTo>
                    <a:pt x="143156" y="34117"/>
                  </a:lnTo>
                  <a:lnTo>
                    <a:pt x="136379" y="38991"/>
                  </a:lnTo>
                  <a:lnTo>
                    <a:pt x="129960" y="43865"/>
                  </a:lnTo>
                  <a:lnTo>
                    <a:pt x="124093" y="48739"/>
                  </a:lnTo>
                  <a:lnTo>
                    <a:pt x="118902" y="53613"/>
                  </a:lnTo>
                  <a:lnTo>
                    <a:pt x="114445" y="58487"/>
                  </a:lnTo>
                  <a:lnTo>
                    <a:pt x="110725" y="63361"/>
                  </a:lnTo>
                  <a:lnTo>
                    <a:pt x="107702" y="68235"/>
                  </a:lnTo>
                  <a:lnTo>
                    <a:pt x="105307" y="73109"/>
                  </a:lnTo>
                  <a:lnTo>
                    <a:pt x="103457" y="77983"/>
                  </a:lnTo>
                  <a:lnTo>
                    <a:pt x="102065" y="82856"/>
                  </a:lnTo>
                  <a:lnTo>
                    <a:pt x="101049" y="87730"/>
                  </a:lnTo>
                  <a:lnTo>
                    <a:pt x="100334" y="92604"/>
                  </a:lnTo>
                  <a:lnTo>
                    <a:pt x="99859" y="97478"/>
                  </a:lnTo>
                  <a:lnTo>
                    <a:pt x="99573" y="102352"/>
                  </a:lnTo>
                  <a:lnTo>
                    <a:pt x="99437" y="107226"/>
                  </a:lnTo>
                  <a:lnTo>
                    <a:pt x="99418" y="112100"/>
                  </a:lnTo>
                  <a:lnTo>
                    <a:pt x="99491" y="116974"/>
                  </a:lnTo>
                  <a:lnTo>
                    <a:pt x="99634" y="121848"/>
                  </a:lnTo>
                  <a:lnTo>
                    <a:pt x="99829" y="126722"/>
                  </a:lnTo>
                  <a:lnTo>
                    <a:pt x="100057" y="131596"/>
                  </a:lnTo>
                  <a:lnTo>
                    <a:pt x="100298" y="136469"/>
                  </a:lnTo>
                  <a:lnTo>
                    <a:pt x="100535" y="141343"/>
                  </a:lnTo>
                  <a:lnTo>
                    <a:pt x="100750" y="146217"/>
                  </a:lnTo>
                  <a:lnTo>
                    <a:pt x="100927" y="151091"/>
                  </a:lnTo>
                  <a:lnTo>
                    <a:pt x="101053" y="155965"/>
                  </a:lnTo>
                  <a:lnTo>
                    <a:pt x="101119" y="160839"/>
                  </a:lnTo>
                  <a:lnTo>
                    <a:pt x="101119" y="165713"/>
                  </a:lnTo>
                  <a:lnTo>
                    <a:pt x="101053" y="170587"/>
                  </a:lnTo>
                  <a:lnTo>
                    <a:pt x="100926" y="175461"/>
                  </a:lnTo>
                  <a:lnTo>
                    <a:pt x="100748" y="180335"/>
                  </a:lnTo>
                  <a:lnTo>
                    <a:pt x="100532" y="185209"/>
                  </a:lnTo>
                  <a:lnTo>
                    <a:pt x="100296" y="190082"/>
                  </a:lnTo>
                  <a:lnTo>
                    <a:pt x="100056" y="194956"/>
                  </a:lnTo>
                  <a:lnTo>
                    <a:pt x="99831" y="199830"/>
                  </a:lnTo>
                  <a:lnTo>
                    <a:pt x="99641" y="204704"/>
                  </a:lnTo>
                  <a:lnTo>
                    <a:pt x="99504" y="209578"/>
                  </a:lnTo>
                  <a:lnTo>
                    <a:pt x="99435" y="214452"/>
                  </a:lnTo>
                  <a:lnTo>
                    <a:pt x="99450" y="219326"/>
                  </a:lnTo>
                  <a:lnTo>
                    <a:pt x="99562" y="224200"/>
                  </a:lnTo>
                  <a:lnTo>
                    <a:pt x="99782" y="229074"/>
                  </a:lnTo>
                  <a:lnTo>
                    <a:pt x="100117" y="233948"/>
                  </a:lnTo>
                  <a:lnTo>
                    <a:pt x="100569" y="238822"/>
                  </a:lnTo>
                  <a:lnTo>
                    <a:pt x="101134" y="243695"/>
                  </a:lnTo>
                  <a:lnTo>
                    <a:pt x="101801" y="248569"/>
                  </a:lnTo>
                  <a:lnTo>
                    <a:pt x="102553" y="253443"/>
                  </a:lnTo>
                  <a:lnTo>
                    <a:pt x="103361" y="258317"/>
                  </a:lnTo>
                  <a:lnTo>
                    <a:pt x="104191" y="263191"/>
                  </a:lnTo>
                  <a:lnTo>
                    <a:pt x="105003" y="268065"/>
                  </a:lnTo>
                  <a:lnTo>
                    <a:pt x="105751" y="272939"/>
                  </a:lnTo>
                  <a:lnTo>
                    <a:pt x="106391" y="277813"/>
                  </a:lnTo>
                  <a:lnTo>
                    <a:pt x="106884" y="282687"/>
                  </a:lnTo>
                  <a:lnTo>
                    <a:pt x="107199" y="287561"/>
                  </a:lnTo>
                  <a:lnTo>
                    <a:pt x="107315" y="292435"/>
                  </a:lnTo>
                  <a:lnTo>
                    <a:pt x="107228" y="297308"/>
                  </a:lnTo>
                  <a:lnTo>
                    <a:pt x="106947" y="302182"/>
                  </a:lnTo>
                  <a:lnTo>
                    <a:pt x="106495" y="307056"/>
                  </a:lnTo>
                  <a:lnTo>
                    <a:pt x="105909" y="311930"/>
                  </a:lnTo>
                  <a:lnTo>
                    <a:pt x="105232" y="316804"/>
                  </a:lnTo>
                  <a:lnTo>
                    <a:pt x="104514" y="321678"/>
                  </a:lnTo>
                  <a:lnTo>
                    <a:pt x="103803" y="326552"/>
                  </a:lnTo>
                  <a:lnTo>
                    <a:pt x="103144" y="331426"/>
                  </a:lnTo>
                  <a:lnTo>
                    <a:pt x="102574" y="336300"/>
                  </a:lnTo>
                  <a:lnTo>
                    <a:pt x="102123" y="341174"/>
                  </a:lnTo>
                  <a:lnTo>
                    <a:pt x="101810" y="346048"/>
                  </a:lnTo>
                  <a:lnTo>
                    <a:pt x="101642" y="350921"/>
                  </a:lnTo>
                  <a:lnTo>
                    <a:pt x="101621" y="355795"/>
                  </a:lnTo>
                  <a:lnTo>
                    <a:pt x="101738" y="360669"/>
                  </a:lnTo>
                  <a:lnTo>
                    <a:pt x="101981" y="365543"/>
                  </a:lnTo>
                  <a:lnTo>
                    <a:pt x="102333" y="370417"/>
                  </a:lnTo>
                  <a:lnTo>
                    <a:pt x="102777" y="375291"/>
                  </a:lnTo>
                  <a:lnTo>
                    <a:pt x="103293" y="380165"/>
                  </a:lnTo>
                  <a:lnTo>
                    <a:pt x="103863" y="385039"/>
                  </a:lnTo>
                  <a:lnTo>
                    <a:pt x="104469" y="389913"/>
                  </a:lnTo>
                  <a:lnTo>
                    <a:pt x="105094" y="394787"/>
                  </a:lnTo>
                  <a:lnTo>
                    <a:pt x="105721" y="399661"/>
                  </a:lnTo>
                  <a:lnTo>
                    <a:pt x="106333" y="404534"/>
                  </a:lnTo>
                  <a:lnTo>
                    <a:pt x="106913" y="409408"/>
                  </a:lnTo>
                  <a:lnTo>
                    <a:pt x="107443" y="414282"/>
                  </a:lnTo>
                  <a:lnTo>
                    <a:pt x="107904" y="419156"/>
                  </a:lnTo>
                  <a:lnTo>
                    <a:pt x="108281" y="424030"/>
                  </a:lnTo>
                  <a:lnTo>
                    <a:pt x="108559" y="428904"/>
                  </a:lnTo>
                  <a:lnTo>
                    <a:pt x="108726" y="433778"/>
                  </a:lnTo>
                  <a:lnTo>
                    <a:pt x="108777" y="438652"/>
                  </a:lnTo>
                  <a:lnTo>
                    <a:pt x="108711" y="443526"/>
                  </a:lnTo>
                  <a:lnTo>
                    <a:pt x="108534" y="448400"/>
                  </a:lnTo>
                  <a:lnTo>
                    <a:pt x="108259" y="453274"/>
                  </a:lnTo>
                  <a:lnTo>
                    <a:pt x="107905" y="458147"/>
                  </a:lnTo>
                  <a:lnTo>
                    <a:pt x="107495" y="463021"/>
                  </a:lnTo>
                  <a:lnTo>
                    <a:pt x="107060" y="467895"/>
                  </a:lnTo>
                  <a:lnTo>
                    <a:pt x="106634" y="472769"/>
                  </a:lnTo>
                  <a:lnTo>
                    <a:pt x="106256" y="477643"/>
                  </a:lnTo>
                  <a:lnTo>
                    <a:pt x="105974" y="482517"/>
                  </a:lnTo>
                  <a:lnTo>
                    <a:pt x="105842" y="487391"/>
                  </a:lnTo>
                  <a:lnTo>
                    <a:pt x="105928" y="492265"/>
                  </a:lnTo>
                  <a:lnTo>
                    <a:pt x="106311" y="497139"/>
                  </a:lnTo>
                  <a:lnTo>
                    <a:pt x="107083" y="502013"/>
                  </a:lnTo>
                  <a:lnTo>
                    <a:pt x="108351" y="506887"/>
                  </a:lnTo>
                  <a:lnTo>
                    <a:pt x="110231" y="511760"/>
                  </a:lnTo>
                  <a:lnTo>
                    <a:pt x="112839" y="516634"/>
                  </a:lnTo>
                  <a:lnTo>
                    <a:pt x="116288" y="521508"/>
                  </a:lnTo>
                  <a:lnTo>
                    <a:pt x="120664" y="526382"/>
                  </a:lnTo>
                  <a:lnTo>
                    <a:pt x="126018" y="531256"/>
                  </a:lnTo>
                  <a:lnTo>
                    <a:pt x="132343" y="536130"/>
                  </a:lnTo>
                  <a:lnTo>
                    <a:pt x="139561" y="541004"/>
                  </a:lnTo>
                  <a:lnTo>
                    <a:pt x="147510" y="545878"/>
                  </a:lnTo>
                  <a:lnTo>
                    <a:pt x="155938" y="550752"/>
                  </a:lnTo>
                  <a:lnTo>
                    <a:pt x="164514" y="555626"/>
                  </a:lnTo>
                  <a:lnTo>
                    <a:pt x="172837" y="560500"/>
                  </a:lnTo>
                  <a:lnTo>
                    <a:pt x="180470" y="565373"/>
                  </a:lnTo>
                  <a:lnTo>
                    <a:pt x="186975" y="570247"/>
                  </a:lnTo>
                  <a:lnTo>
                    <a:pt x="191950" y="575121"/>
                  </a:lnTo>
                  <a:lnTo>
                    <a:pt x="195075"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371" name="03_assume_matched_1370">
              <a:extLst>
                <a:ext uri="{FF2B5EF4-FFF2-40B4-BE49-F238E27FC236}">
                  <a16:creationId xmlns:a16="http://schemas.microsoft.com/office/drawing/2014/main" id="{C6D0901F-6AB0-498B-87BB-29A1D6A048E5}"/>
                </a:ext>
              </a:extLst>
            </p:cNvPr>
            <p:cNvSpPr>
              <a:spLocks/>
            </p:cNvSpPr>
            <p:nvPr/>
          </p:nvSpPr>
          <p:spPr>
            <a:xfrm>
              <a:off x="2146133" y="3708285"/>
              <a:ext cx="196140" cy="584869"/>
            </a:xfrm>
            <a:custGeom>
              <a:avLst/>
              <a:gdLst/>
              <a:ahLst/>
              <a:cxnLst/>
              <a:rect l="0" t="0" r="0" b="0"/>
              <a:pathLst>
                <a:path w="196140" h="584869">
                  <a:moveTo>
                    <a:pt x="196140" y="584869"/>
                  </a:moveTo>
                  <a:lnTo>
                    <a:pt x="0" y="584869"/>
                  </a:lnTo>
                  <a:lnTo>
                    <a:pt x="1059" y="579995"/>
                  </a:lnTo>
                  <a:lnTo>
                    <a:pt x="4165" y="575121"/>
                  </a:lnTo>
                  <a:lnTo>
                    <a:pt x="9111" y="570247"/>
                  </a:lnTo>
                  <a:lnTo>
                    <a:pt x="15575" y="565373"/>
                  </a:lnTo>
                  <a:lnTo>
                    <a:pt x="23160" y="560500"/>
                  </a:lnTo>
                  <a:lnTo>
                    <a:pt x="31426" y="555626"/>
                  </a:lnTo>
                  <a:lnTo>
                    <a:pt x="39937" y="550752"/>
                  </a:lnTo>
                  <a:lnTo>
                    <a:pt x="48295" y="545878"/>
                  </a:lnTo>
                  <a:lnTo>
                    <a:pt x="56164" y="541004"/>
                  </a:lnTo>
                  <a:lnTo>
                    <a:pt x="63293" y="536130"/>
                  </a:lnTo>
                  <a:lnTo>
                    <a:pt x="69518" y="531256"/>
                  </a:lnTo>
                  <a:lnTo>
                    <a:pt x="74758" y="526382"/>
                  </a:lnTo>
                  <a:lnTo>
                    <a:pt x="79003" y="521508"/>
                  </a:lnTo>
                  <a:lnTo>
                    <a:pt x="82304" y="516634"/>
                  </a:lnTo>
                  <a:lnTo>
                    <a:pt x="84748" y="511760"/>
                  </a:lnTo>
                  <a:lnTo>
                    <a:pt x="86447" y="506887"/>
                  </a:lnTo>
                  <a:lnTo>
                    <a:pt x="87522" y="502013"/>
                  </a:lnTo>
                  <a:lnTo>
                    <a:pt x="88095" y="497139"/>
                  </a:lnTo>
                  <a:lnTo>
                    <a:pt x="88277" y="492265"/>
                  </a:lnTo>
                  <a:lnTo>
                    <a:pt x="88169" y="487391"/>
                  </a:lnTo>
                  <a:lnTo>
                    <a:pt x="87857" y="482517"/>
                  </a:lnTo>
                  <a:lnTo>
                    <a:pt x="87416" y="477643"/>
                  </a:lnTo>
                  <a:lnTo>
                    <a:pt x="86906" y="472769"/>
                  </a:lnTo>
                  <a:lnTo>
                    <a:pt x="86378" y="467895"/>
                  </a:lnTo>
                  <a:lnTo>
                    <a:pt x="85873" y="463021"/>
                  </a:lnTo>
                  <a:lnTo>
                    <a:pt x="85424" y="458147"/>
                  </a:lnTo>
                  <a:lnTo>
                    <a:pt x="85056" y="453274"/>
                  </a:lnTo>
                  <a:lnTo>
                    <a:pt x="84789" y="448400"/>
                  </a:lnTo>
                  <a:lnTo>
                    <a:pt x="84633" y="443526"/>
                  </a:lnTo>
                  <a:lnTo>
                    <a:pt x="84596" y="438652"/>
                  </a:lnTo>
                  <a:lnTo>
                    <a:pt x="84676" y="433778"/>
                  </a:lnTo>
                  <a:lnTo>
                    <a:pt x="84869" y="428904"/>
                  </a:lnTo>
                  <a:lnTo>
                    <a:pt x="85167" y="424030"/>
                  </a:lnTo>
                  <a:lnTo>
                    <a:pt x="85559" y="419156"/>
                  </a:lnTo>
                  <a:lnTo>
                    <a:pt x="86034" y="414282"/>
                  </a:lnTo>
                  <a:lnTo>
                    <a:pt x="86579" y="409408"/>
                  </a:lnTo>
                  <a:lnTo>
                    <a:pt x="87183" y="404534"/>
                  </a:lnTo>
                  <a:lnTo>
                    <a:pt x="87836" y="399661"/>
                  </a:lnTo>
                  <a:lnTo>
                    <a:pt x="88526" y="394787"/>
                  </a:lnTo>
                  <a:lnTo>
                    <a:pt x="89241" y="389913"/>
                  </a:lnTo>
                  <a:lnTo>
                    <a:pt x="89968" y="385039"/>
                  </a:lnTo>
                  <a:lnTo>
                    <a:pt x="90688" y="380165"/>
                  </a:lnTo>
                  <a:lnTo>
                    <a:pt x="91382" y="375291"/>
                  </a:lnTo>
                  <a:lnTo>
                    <a:pt x="92028" y="370417"/>
                  </a:lnTo>
                  <a:lnTo>
                    <a:pt x="92600" y="365543"/>
                  </a:lnTo>
                  <a:lnTo>
                    <a:pt x="93074" y="360669"/>
                  </a:lnTo>
                  <a:lnTo>
                    <a:pt x="93426" y="355795"/>
                  </a:lnTo>
                  <a:lnTo>
                    <a:pt x="93638" y="350921"/>
                  </a:lnTo>
                  <a:lnTo>
                    <a:pt x="93696" y="346048"/>
                  </a:lnTo>
                  <a:lnTo>
                    <a:pt x="93596" y="341174"/>
                  </a:lnTo>
                  <a:lnTo>
                    <a:pt x="93345" y="336300"/>
                  </a:lnTo>
                  <a:lnTo>
                    <a:pt x="92959" y="331426"/>
                  </a:lnTo>
                  <a:lnTo>
                    <a:pt x="92465" y="326552"/>
                  </a:lnTo>
                  <a:lnTo>
                    <a:pt x="91900" y="321678"/>
                  </a:lnTo>
                  <a:lnTo>
                    <a:pt x="91308" y="316804"/>
                  </a:lnTo>
                  <a:lnTo>
                    <a:pt x="90738" y="311930"/>
                  </a:lnTo>
                  <a:lnTo>
                    <a:pt x="90235" y="307056"/>
                  </a:lnTo>
                  <a:lnTo>
                    <a:pt x="89845" y="302182"/>
                  </a:lnTo>
                  <a:lnTo>
                    <a:pt x="89601" y="297308"/>
                  </a:lnTo>
                  <a:lnTo>
                    <a:pt x="89528" y="292435"/>
                  </a:lnTo>
                  <a:lnTo>
                    <a:pt x="89635" y="287561"/>
                  </a:lnTo>
                  <a:lnTo>
                    <a:pt x="89916" y="282687"/>
                  </a:lnTo>
                  <a:lnTo>
                    <a:pt x="90354" y="277813"/>
                  </a:lnTo>
                  <a:lnTo>
                    <a:pt x="90920" y="272939"/>
                  </a:lnTo>
                  <a:lnTo>
                    <a:pt x="91574" y="268065"/>
                  </a:lnTo>
                  <a:lnTo>
                    <a:pt x="92276" y="263191"/>
                  </a:lnTo>
                  <a:lnTo>
                    <a:pt x="92983" y="258317"/>
                  </a:lnTo>
                  <a:lnTo>
                    <a:pt x="93657" y="253443"/>
                  </a:lnTo>
                  <a:lnTo>
                    <a:pt x="94267" y="248569"/>
                  </a:lnTo>
                  <a:lnTo>
                    <a:pt x="94789" y="243695"/>
                  </a:lnTo>
                  <a:lnTo>
                    <a:pt x="95208" y="238822"/>
                  </a:lnTo>
                  <a:lnTo>
                    <a:pt x="95519" y="233948"/>
                  </a:lnTo>
                  <a:lnTo>
                    <a:pt x="95724" y="229074"/>
                  </a:lnTo>
                  <a:lnTo>
                    <a:pt x="95832" y="224200"/>
                  </a:lnTo>
                  <a:lnTo>
                    <a:pt x="95857" y="219326"/>
                  </a:lnTo>
                  <a:lnTo>
                    <a:pt x="95817" y="214452"/>
                  </a:lnTo>
                  <a:lnTo>
                    <a:pt x="95730" y="209578"/>
                  </a:lnTo>
                  <a:lnTo>
                    <a:pt x="95615" y="204704"/>
                  </a:lnTo>
                  <a:lnTo>
                    <a:pt x="95488" y="199830"/>
                  </a:lnTo>
                  <a:lnTo>
                    <a:pt x="95367" y="194956"/>
                  </a:lnTo>
                  <a:lnTo>
                    <a:pt x="95263" y="190082"/>
                  </a:lnTo>
                  <a:lnTo>
                    <a:pt x="95188" y="185209"/>
                  </a:lnTo>
                  <a:lnTo>
                    <a:pt x="95148" y="180335"/>
                  </a:lnTo>
                  <a:lnTo>
                    <a:pt x="95150" y="175461"/>
                  </a:lnTo>
                  <a:lnTo>
                    <a:pt x="95195" y="170587"/>
                  </a:lnTo>
                  <a:lnTo>
                    <a:pt x="95282" y="165713"/>
                  </a:lnTo>
                  <a:lnTo>
                    <a:pt x="95409" y="160839"/>
                  </a:lnTo>
                  <a:lnTo>
                    <a:pt x="95571" y="155965"/>
                  </a:lnTo>
                  <a:lnTo>
                    <a:pt x="95762" y="151091"/>
                  </a:lnTo>
                  <a:lnTo>
                    <a:pt x="95973" y="146217"/>
                  </a:lnTo>
                  <a:lnTo>
                    <a:pt x="96196" y="141343"/>
                  </a:lnTo>
                  <a:lnTo>
                    <a:pt x="96422" y="136469"/>
                  </a:lnTo>
                  <a:lnTo>
                    <a:pt x="96640" y="131596"/>
                  </a:lnTo>
                  <a:lnTo>
                    <a:pt x="96840" y="126722"/>
                  </a:lnTo>
                  <a:lnTo>
                    <a:pt x="97011" y="121848"/>
                  </a:lnTo>
                  <a:lnTo>
                    <a:pt x="97139" y="116974"/>
                  </a:lnTo>
                  <a:lnTo>
                    <a:pt x="97207" y="112100"/>
                  </a:lnTo>
                  <a:lnTo>
                    <a:pt x="97194" y="107226"/>
                  </a:lnTo>
                  <a:lnTo>
                    <a:pt x="97070" y="102352"/>
                  </a:lnTo>
                  <a:lnTo>
                    <a:pt x="96794" y="97478"/>
                  </a:lnTo>
                  <a:lnTo>
                    <a:pt x="96315" y="92604"/>
                  </a:lnTo>
                  <a:lnTo>
                    <a:pt x="95562" y="87730"/>
                  </a:lnTo>
                  <a:lnTo>
                    <a:pt x="94451" y="82856"/>
                  </a:lnTo>
                  <a:lnTo>
                    <a:pt x="92880" y="77983"/>
                  </a:lnTo>
                  <a:lnTo>
                    <a:pt x="90737" y="73109"/>
                  </a:lnTo>
                  <a:lnTo>
                    <a:pt x="87903" y="68235"/>
                  </a:lnTo>
                  <a:lnTo>
                    <a:pt x="84266" y="63361"/>
                  </a:lnTo>
                  <a:lnTo>
                    <a:pt x="79732" y="58487"/>
                  </a:lnTo>
                  <a:lnTo>
                    <a:pt x="74249" y="53613"/>
                  </a:lnTo>
                  <a:lnTo>
                    <a:pt x="67816" y="48739"/>
                  </a:lnTo>
                  <a:lnTo>
                    <a:pt x="60508" y="43865"/>
                  </a:lnTo>
                  <a:lnTo>
                    <a:pt x="52481" y="38991"/>
                  </a:lnTo>
                  <a:lnTo>
                    <a:pt x="43985" y="34117"/>
                  </a:lnTo>
                  <a:lnTo>
                    <a:pt x="35349" y="29243"/>
                  </a:lnTo>
                  <a:lnTo>
                    <a:pt x="26973" y="24370"/>
                  </a:lnTo>
                  <a:lnTo>
                    <a:pt x="19293" y="19496"/>
                  </a:lnTo>
                  <a:lnTo>
                    <a:pt x="12750" y="14622"/>
                  </a:lnTo>
                  <a:lnTo>
                    <a:pt x="7747" y="9748"/>
                  </a:lnTo>
                  <a:lnTo>
                    <a:pt x="4605" y="4874"/>
                  </a:lnTo>
                  <a:lnTo>
                    <a:pt x="3534" y="0"/>
                  </a:lnTo>
                  <a:lnTo>
                    <a:pt x="192607" y="0"/>
                  </a:lnTo>
                  <a:lnTo>
                    <a:pt x="192607" y="0"/>
                  </a:lnTo>
                  <a:lnTo>
                    <a:pt x="191535" y="4874"/>
                  </a:lnTo>
                  <a:lnTo>
                    <a:pt x="188393" y="9748"/>
                  </a:lnTo>
                  <a:lnTo>
                    <a:pt x="183390" y="14622"/>
                  </a:lnTo>
                  <a:lnTo>
                    <a:pt x="176847" y="19496"/>
                  </a:lnTo>
                  <a:lnTo>
                    <a:pt x="169168" y="24370"/>
                  </a:lnTo>
                  <a:lnTo>
                    <a:pt x="160791" y="29243"/>
                  </a:lnTo>
                  <a:lnTo>
                    <a:pt x="152156" y="34117"/>
                  </a:lnTo>
                  <a:lnTo>
                    <a:pt x="143659" y="38991"/>
                  </a:lnTo>
                  <a:lnTo>
                    <a:pt x="135633" y="43865"/>
                  </a:lnTo>
                  <a:lnTo>
                    <a:pt x="128324" y="48739"/>
                  </a:lnTo>
                  <a:lnTo>
                    <a:pt x="121891" y="53613"/>
                  </a:lnTo>
                  <a:lnTo>
                    <a:pt x="116408" y="58487"/>
                  </a:lnTo>
                  <a:lnTo>
                    <a:pt x="111875" y="63361"/>
                  </a:lnTo>
                  <a:lnTo>
                    <a:pt x="108237" y="68235"/>
                  </a:lnTo>
                  <a:lnTo>
                    <a:pt x="105403" y="73109"/>
                  </a:lnTo>
                  <a:lnTo>
                    <a:pt x="103260" y="77983"/>
                  </a:lnTo>
                  <a:lnTo>
                    <a:pt x="101690" y="82856"/>
                  </a:lnTo>
                  <a:lnTo>
                    <a:pt x="100579" y="87730"/>
                  </a:lnTo>
                  <a:lnTo>
                    <a:pt x="99826" y="92604"/>
                  </a:lnTo>
                  <a:lnTo>
                    <a:pt x="99346" y="97478"/>
                  </a:lnTo>
                  <a:lnTo>
                    <a:pt x="99071" y="102352"/>
                  </a:lnTo>
                  <a:lnTo>
                    <a:pt x="98946" y="107226"/>
                  </a:lnTo>
                  <a:lnTo>
                    <a:pt x="98933" y="112100"/>
                  </a:lnTo>
                  <a:lnTo>
                    <a:pt x="99001" y="116974"/>
                  </a:lnTo>
                  <a:lnTo>
                    <a:pt x="99129" y="121848"/>
                  </a:lnTo>
                  <a:lnTo>
                    <a:pt x="99300" y="126722"/>
                  </a:lnTo>
                  <a:lnTo>
                    <a:pt x="99500" y="131596"/>
                  </a:lnTo>
                  <a:lnTo>
                    <a:pt x="99718" y="136469"/>
                  </a:lnTo>
                  <a:lnTo>
                    <a:pt x="99944" y="141343"/>
                  </a:lnTo>
                  <a:lnTo>
                    <a:pt x="100167" y="146217"/>
                  </a:lnTo>
                  <a:lnTo>
                    <a:pt x="100378" y="151091"/>
                  </a:lnTo>
                  <a:lnTo>
                    <a:pt x="100569" y="155965"/>
                  </a:lnTo>
                  <a:lnTo>
                    <a:pt x="100731" y="160839"/>
                  </a:lnTo>
                  <a:lnTo>
                    <a:pt x="100858" y="165713"/>
                  </a:lnTo>
                  <a:lnTo>
                    <a:pt x="100945" y="170587"/>
                  </a:lnTo>
                  <a:lnTo>
                    <a:pt x="100990" y="175461"/>
                  </a:lnTo>
                  <a:lnTo>
                    <a:pt x="100992" y="180335"/>
                  </a:lnTo>
                  <a:lnTo>
                    <a:pt x="100953" y="185209"/>
                  </a:lnTo>
                  <a:lnTo>
                    <a:pt x="100877" y="190082"/>
                  </a:lnTo>
                  <a:lnTo>
                    <a:pt x="100774" y="194956"/>
                  </a:lnTo>
                  <a:lnTo>
                    <a:pt x="100652" y="199830"/>
                  </a:lnTo>
                  <a:lnTo>
                    <a:pt x="100526" y="204704"/>
                  </a:lnTo>
                  <a:lnTo>
                    <a:pt x="100410" y="209578"/>
                  </a:lnTo>
                  <a:lnTo>
                    <a:pt x="100323" y="214452"/>
                  </a:lnTo>
                  <a:lnTo>
                    <a:pt x="100283" y="219326"/>
                  </a:lnTo>
                  <a:lnTo>
                    <a:pt x="100308" y="224200"/>
                  </a:lnTo>
                  <a:lnTo>
                    <a:pt x="100417" y="229074"/>
                  </a:lnTo>
                  <a:lnTo>
                    <a:pt x="100622" y="233948"/>
                  </a:lnTo>
                  <a:lnTo>
                    <a:pt x="100933" y="238822"/>
                  </a:lnTo>
                  <a:lnTo>
                    <a:pt x="101351" y="243695"/>
                  </a:lnTo>
                  <a:lnTo>
                    <a:pt x="101873" y="248569"/>
                  </a:lnTo>
                  <a:lnTo>
                    <a:pt x="102483" y="253443"/>
                  </a:lnTo>
                  <a:lnTo>
                    <a:pt x="103157" y="258317"/>
                  </a:lnTo>
                  <a:lnTo>
                    <a:pt x="103865" y="263191"/>
                  </a:lnTo>
                  <a:lnTo>
                    <a:pt x="104566" y="268065"/>
                  </a:lnTo>
                  <a:lnTo>
                    <a:pt x="105221" y="272939"/>
                  </a:lnTo>
                  <a:lnTo>
                    <a:pt x="105786" y="277813"/>
                  </a:lnTo>
                  <a:lnTo>
                    <a:pt x="106224" y="282687"/>
                  </a:lnTo>
                  <a:lnTo>
                    <a:pt x="106506" y="287561"/>
                  </a:lnTo>
                  <a:lnTo>
                    <a:pt x="106612" y="292435"/>
                  </a:lnTo>
                  <a:lnTo>
                    <a:pt x="106539" y="297308"/>
                  </a:lnTo>
                  <a:lnTo>
                    <a:pt x="106295" y="302182"/>
                  </a:lnTo>
                  <a:lnTo>
                    <a:pt x="105905" y="307056"/>
                  </a:lnTo>
                  <a:lnTo>
                    <a:pt x="105403" y="311930"/>
                  </a:lnTo>
                  <a:lnTo>
                    <a:pt x="104832" y="316804"/>
                  </a:lnTo>
                  <a:lnTo>
                    <a:pt x="104240" y="321678"/>
                  </a:lnTo>
                  <a:lnTo>
                    <a:pt x="103675" y="326552"/>
                  </a:lnTo>
                  <a:lnTo>
                    <a:pt x="103181" y="331426"/>
                  </a:lnTo>
                  <a:lnTo>
                    <a:pt x="102795" y="336300"/>
                  </a:lnTo>
                  <a:lnTo>
                    <a:pt x="102544" y="341174"/>
                  </a:lnTo>
                  <a:lnTo>
                    <a:pt x="102444" y="346048"/>
                  </a:lnTo>
                  <a:lnTo>
                    <a:pt x="102503" y="350921"/>
                  </a:lnTo>
                  <a:lnTo>
                    <a:pt x="102714" y="355795"/>
                  </a:lnTo>
                  <a:lnTo>
                    <a:pt x="103067" y="360669"/>
                  </a:lnTo>
                  <a:lnTo>
                    <a:pt x="103541" y="365543"/>
                  </a:lnTo>
                  <a:lnTo>
                    <a:pt x="104113" y="370417"/>
                  </a:lnTo>
                  <a:lnTo>
                    <a:pt x="104758" y="375291"/>
                  </a:lnTo>
                  <a:lnTo>
                    <a:pt x="105453" y="380165"/>
                  </a:lnTo>
                  <a:lnTo>
                    <a:pt x="106173" y="385039"/>
                  </a:lnTo>
                  <a:lnTo>
                    <a:pt x="106899" y="389913"/>
                  </a:lnTo>
                  <a:lnTo>
                    <a:pt x="107614" y="394787"/>
                  </a:lnTo>
                  <a:lnTo>
                    <a:pt x="108304" y="399661"/>
                  </a:lnTo>
                  <a:lnTo>
                    <a:pt x="108957" y="404534"/>
                  </a:lnTo>
                  <a:lnTo>
                    <a:pt x="109562" y="409408"/>
                  </a:lnTo>
                  <a:lnTo>
                    <a:pt x="110107" y="414282"/>
                  </a:lnTo>
                  <a:lnTo>
                    <a:pt x="110581" y="419156"/>
                  </a:lnTo>
                  <a:lnTo>
                    <a:pt x="110973" y="424030"/>
                  </a:lnTo>
                  <a:lnTo>
                    <a:pt x="111271" y="428904"/>
                  </a:lnTo>
                  <a:lnTo>
                    <a:pt x="111464" y="433778"/>
                  </a:lnTo>
                  <a:lnTo>
                    <a:pt x="111545" y="438652"/>
                  </a:lnTo>
                  <a:lnTo>
                    <a:pt x="111507" y="443526"/>
                  </a:lnTo>
                  <a:lnTo>
                    <a:pt x="111351" y="448400"/>
                  </a:lnTo>
                  <a:lnTo>
                    <a:pt x="111084" y="453274"/>
                  </a:lnTo>
                  <a:lnTo>
                    <a:pt x="110716" y="458147"/>
                  </a:lnTo>
                  <a:lnTo>
                    <a:pt x="110267" y="463021"/>
                  </a:lnTo>
                  <a:lnTo>
                    <a:pt x="109762" y="467895"/>
                  </a:lnTo>
                  <a:lnTo>
                    <a:pt x="109234" y="472769"/>
                  </a:lnTo>
                  <a:lnTo>
                    <a:pt x="108724" y="477643"/>
                  </a:lnTo>
                  <a:lnTo>
                    <a:pt x="108283" y="482517"/>
                  </a:lnTo>
                  <a:lnTo>
                    <a:pt x="107972" y="487391"/>
                  </a:lnTo>
                  <a:lnTo>
                    <a:pt x="107864" y="492265"/>
                  </a:lnTo>
                  <a:lnTo>
                    <a:pt x="108046" y="497139"/>
                  </a:lnTo>
                  <a:lnTo>
                    <a:pt x="108618" y="502013"/>
                  </a:lnTo>
                  <a:lnTo>
                    <a:pt x="109693" y="506887"/>
                  </a:lnTo>
                  <a:lnTo>
                    <a:pt x="111392" y="511760"/>
                  </a:lnTo>
                  <a:lnTo>
                    <a:pt x="113836" y="516634"/>
                  </a:lnTo>
                  <a:lnTo>
                    <a:pt x="117137" y="521508"/>
                  </a:lnTo>
                  <a:lnTo>
                    <a:pt x="121383" y="526382"/>
                  </a:lnTo>
                  <a:lnTo>
                    <a:pt x="126622" y="531256"/>
                  </a:lnTo>
                  <a:lnTo>
                    <a:pt x="132847" y="536130"/>
                  </a:lnTo>
                  <a:lnTo>
                    <a:pt x="139976" y="541004"/>
                  </a:lnTo>
                  <a:lnTo>
                    <a:pt x="147846" y="545878"/>
                  </a:lnTo>
                  <a:lnTo>
                    <a:pt x="156203" y="550752"/>
                  </a:lnTo>
                  <a:lnTo>
                    <a:pt x="164714" y="555626"/>
                  </a:lnTo>
                  <a:lnTo>
                    <a:pt x="172981" y="560500"/>
                  </a:lnTo>
                  <a:lnTo>
                    <a:pt x="180565" y="565373"/>
                  </a:lnTo>
                  <a:lnTo>
                    <a:pt x="187030" y="570247"/>
                  </a:lnTo>
                  <a:lnTo>
                    <a:pt x="191975" y="575121"/>
                  </a:lnTo>
                  <a:lnTo>
                    <a:pt x="195081"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372" name="03_assume_matched_1371">
              <a:extLst>
                <a:ext uri="{FF2B5EF4-FFF2-40B4-BE49-F238E27FC236}">
                  <a16:creationId xmlns:a16="http://schemas.microsoft.com/office/drawing/2014/main" id="{D047A37C-D8E9-4048-BBAE-87891C5634B4}"/>
                </a:ext>
              </a:extLst>
            </p:cNvPr>
            <p:cNvSpPr>
              <a:spLocks/>
            </p:cNvSpPr>
            <p:nvPr/>
          </p:nvSpPr>
          <p:spPr>
            <a:xfrm>
              <a:off x="2900519" y="3708285"/>
              <a:ext cx="196140" cy="584869"/>
            </a:xfrm>
            <a:custGeom>
              <a:avLst/>
              <a:gdLst/>
              <a:ahLst/>
              <a:cxnLst/>
              <a:rect l="0" t="0" r="0" b="0"/>
              <a:pathLst>
                <a:path w="196140" h="584869">
                  <a:moveTo>
                    <a:pt x="192892" y="584869"/>
                  </a:moveTo>
                  <a:lnTo>
                    <a:pt x="3249" y="584869"/>
                  </a:lnTo>
                  <a:lnTo>
                    <a:pt x="4271" y="579995"/>
                  </a:lnTo>
                  <a:lnTo>
                    <a:pt x="7268" y="575121"/>
                  </a:lnTo>
                  <a:lnTo>
                    <a:pt x="12040" y="570247"/>
                  </a:lnTo>
                  <a:lnTo>
                    <a:pt x="18278" y="565373"/>
                  </a:lnTo>
                  <a:lnTo>
                    <a:pt x="25596" y="560500"/>
                  </a:lnTo>
                  <a:lnTo>
                    <a:pt x="33573" y="555626"/>
                  </a:lnTo>
                  <a:lnTo>
                    <a:pt x="41785" y="550752"/>
                  </a:lnTo>
                  <a:lnTo>
                    <a:pt x="49849" y="545878"/>
                  </a:lnTo>
                  <a:lnTo>
                    <a:pt x="57441" y="541004"/>
                  </a:lnTo>
                  <a:lnTo>
                    <a:pt x="64319" y="536130"/>
                  </a:lnTo>
                  <a:lnTo>
                    <a:pt x="70322" y="531256"/>
                  </a:lnTo>
                  <a:lnTo>
                    <a:pt x="75373" y="526382"/>
                  </a:lnTo>
                  <a:lnTo>
                    <a:pt x="79463" y="521508"/>
                  </a:lnTo>
                  <a:lnTo>
                    <a:pt x="82638" y="516634"/>
                  </a:lnTo>
                  <a:lnTo>
                    <a:pt x="84985" y="511760"/>
                  </a:lnTo>
                  <a:lnTo>
                    <a:pt x="86609" y="506887"/>
                  </a:lnTo>
                  <a:lnTo>
                    <a:pt x="87630" y="502013"/>
                  </a:lnTo>
                  <a:lnTo>
                    <a:pt x="88162" y="497139"/>
                  </a:lnTo>
                  <a:lnTo>
                    <a:pt x="88316" y="492265"/>
                  </a:lnTo>
                  <a:lnTo>
                    <a:pt x="88188" y="487391"/>
                  </a:lnTo>
                  <a:lnTo>
                    <a:pt x="87864" y="482517"/>
                  </a:lnTo>
                  <a:lnTo>
                    <a:pt x="87413" y="477643"/>
                  </a:lnTo>
                  <a:lnTo>
                    <a:pt x="86898" y="472769"/>
                  </a:lnTo>
                  <a:lnTo>
                    <a:pt x="86366" y="467895"/>
                  </a:lnTo>
                  <a:lnTo>
                    <a:pt x="85858" y="463021"/>
                  </a:lnTo>
                  <a:lnTo>
                    <a:pt x="85407" y="458147"/>
                  </a:lnTo>
                  <a:lnTo>
                    <a:pt x="85038" y="453274"/>
                  </a:lnTo>
                  <a:lnTo>
                    <a:pt x="84770" y="448400"/>
                  </a:lnTo>
                  <a:lnTo>
                    <a:pt x="84614" y="443526"/>
                  </a:lnTo>
                  <a:lnTo>
                    <a:pt x="84576" y="438652"/>
                  </a:lnTo>
                  <a:lnTo>
                    <a:pt x="84656" y="433778"/>
                  </a:lnTo>
                  <a:lnTo>
                    <a:pt x="84850" y="428904"/>
                  </a:lnTo>
                  <a:lnTo>
                    <a:pt x="85148" y="424030"/>
                  </a:lnTo>
                  <a:lnTo>
                    <a:pt x="85541" y="419156"/>
                  </a:lnTo>
                  <a:lnTo>
                    <a:pt x="86016" y="414282"/>
                  </a:lnTo>
                  <a:lnTo>
                    <a:pt x="86562" y="409408"/>
                  </a:lnTo>
                  <a:lnTo>
                    <a:pt x="87167" y="404534"/>
                  </a:lnTo>
                  <a:lnTo>
                    <a:pt x="87821" y="399661"/>
                  </a:lnTo>
                  <a:lnTo>
                    <a:pt x="88512" y="394787"/>
                  </a:lnTo>
                  <a:lnTo>
                    <a:pt x="89228" y="389913"/>
                  </a:lnTo>
                  <a:lnTo>
                    <a:pt x="89956" y="385039"/>
                  </a:lnTo>
                  <a:lnTo>
                    <a:pt x="90677" y="380165"/>
                  </a:lnTo>
                  <a:lnTo>
                    <a:pt x="91372" y="375291"/>
                  </a:lnTo>
                  <a:lnTo>
                    <a:pt x="92019" y="370417"/>
                  </a:lnTo>
                  <a:lnTo>
                    <a:pt x="92592" y="365543"/>
                  </a:lnTo>
                  <a:lnTo>
                    <a:pt x="93066" y="360669"/>
                  </a:lnTo>
                  <a:lnTo>
                    <a:pt x="93419" y="355795"/>
                  </a:lnTo>
                  <a:lnTo>
                    <a:pt x="93631" y="350921"/>
                  </a:lnTo>
                  <a:lnTo>
                    <a:pt x="93689" y="346048"/>
                  </a:lnTo>
                  <a:lnTo>
                    <a:pt x="93590" y="341174"/>
                  </a:lnTo>
                  <a:lnTo>
                    <a:pt x="93338" y="336300"/>
                  </a:lnTo>
                  <a:lnTo>
                    <a:pt x="92951" y="331426"/>
                  </a:lnTo>
                  <a:lnTo>
                    <a:pt x="92457" y="326552"/>
                  </a:lnTo>
                  <a:lnTo>
                    <a:pt x="91891" y="321678"/>
                  </a:lnTo>
                  <a:lnTo>
                    <a:pt x="91298" y="316804"/>
                  </a:lnTo>
                  <a:lnTo>
                    <a:pt x="90727" y="311930"/>
                  </a:lnTo>
                  <a:lnTo>
                    <a:pt x="90224" y="307056"/>
                  </a:lnTo>
                  <a:lnTo>
                    <a:pt x="89833" y="302182"/>
                  </a:lnTo>
                  <a:lnTo>
                    <a:pt x="89589" y="297308"/>
                  </a:lnTo>
                  <a:lnTo>
                    <a:pt x="89515" y="292435"/>
                  </a:lnTo>
                  <a:lnTo>
                    <a:pt x="89622" y="287561"/>
                  </a:lnTo>
                  <a:lnTo>
                    <a:pt x="89904" y="282687"/>
                  </a:lnTo>
                  <a:lnTo>
                    <a:pt x="90343" y="277813"/>
                  </a:lnTo>
                  <a:lnTo>
                    <a:pt x="90909" y="272939"/>
                  </a:lnTo>
                  <a:lnTo>
                    <a:pt x="91564" y="268065"/>
                  </a:lnTo>
                  <a:lnTo>
                    <a:pt x="92267" y="263191"/>
                  </a:lnTo>
                  <a:lnTo>
                    <a:pt x="92975" y="258317"/>
                  </a:lnTo>
                  <a:lnTo>
                    <a:pt x="93651" y="253443"/>
                  </a:lnTo>
                  <a:lnTo>
                    <a:pt x="94262" y="248569"/>
                  </a:lnTo>
                  <a:lnTo>
                    <a:pt x="94784" y="243695"/>
                  </a:lnTo>
                  <a:lnTo>
                    <a:pt x="95204" y="238822"/>
                  </a:lnTo>
                  <a:lnTo>
                    <a:pt x="95515" y="233948"/>
                  </a:lnTo>
                  <a:lnTo>
                    <a:pt x="95720" y="229074"/>
                  </a:lnTo>
                  <a:lnTo>
                    <a:pt x="95829" y="224200"/>
                  </a:lnTo>
                  <a:lnTo>
                    <a:pt x="95854" y="219326"/>
                  </a:lnTo>
                  <a:lnTo>
                    <a:pt x="95814" y="214452"/>
                  </a:lnTo>
                  <a:lnTo>
                    <a:pt x="95727" y="209578"/>
                  </a:lnTo>
                  <a:lnTo>
                    <a:pt x="95611" y="204704"/>
                  </a:lnTo>
                  <a:lnTo>
                    <a:pt x="95485" y="199830"/>
                  </a:lnTo>
                  <a:lnTo>
                    <a:pt x="95363" y="194956"/>
                  </a:lnTo>
                  <a:lnTo>
                    <a:pt x="95259" y="190082"/>
                  </a:lnTo>
                  <a:lnTo>
                    <a:pt x="95183" y="185209"/>
                  </a:lnTo>
                  <a:lnTo>
                    <a:pt x="95144" y="180335"/>
                  </a:lnTo>
                  <a:lnTo>
                    <a:pt x="95146" y="175461"/>
                  </a:lnTo>
                  <a:lnTo>
                    <a:pt x="95191" y="170587"/>
                  </a:lnTo>
                  <a:lnTo>
                    <a:pt x="95278" y="165713"/>
                  </a:lnTo>
                  <a:lnTo>
                    <a:pt x="95405" y="160839"/>
                  </a:lnTo>
                  <a:lnTo>
                    <a:pt x="95568" y="155965"/>
                  </a:lnTo>
                  <a:lnTo>
                    <a:pt x="95758" y="151091"/>
                  </a:lnTo>
                  <a:lnTo>
                    <a:pt x="95970" y="146217"/>
                  </a:lnTo>
                  <a:lnTo>
                    <a:pt x="96193" y="141343"/>
                  </a:lnTo>
                  <a:lnTo>
                    <a:pt x="96419" y="136469"/>
                  </a:lnTo>
                  <a:lnTo>
                    <a:pt x="96637" y="131596"/>
                  </a:lnTo>
                  <a:lnTo>
                    <a:pt x="96837" y="126722"/>
                  </a:lnTo>
                  <a:lnTo>
                    <a:pt x="97007" y="121848"/>
                  </a:lnTo>
                  <a:lnTo>
                    <a:pt x="97133" y="116974"/>
                  </a:lnTo>
                  <a:lnTo>
                    <a:pt x="97198" y="112100"/>
                  </a:lnTo>
                  <a:lnTo>
                    <a:pt x="97180" y="107226"/>
                  </a:lnTo>
                  <a:lnTo>
                    <a:pt x="97047" y="102352"/>
                  </a:lnTo>
                  <a:lnTo>
                    <a:pt x="96758" y="97478"/>
                  </a:lnTo>
                  <a:lnTo>
                    <a:pt x="96258" y="92604"/>
                  </a:lnTo>
                  <a:lnTo>
                    <a:pt x="95476" y="87730"/>
                  </a:lnTo>
                  <a:lnTo>
                    <a:pt x="94322" y="82856"/>
                  </a:lnTo>
                  <a:lnTo>
                    <a:pt x="92693" y="77983"/>
                  </a:lnTo>
                  <a:lnTo>
                    <a:pt x="90470" y="73109"/>
                  </a:lnTo>
                  <a:lnTo>
                    <a:pt x="87530" y="68235"/>
                  </a:lnTo>
                  <a:lnTo>
                    <a:pt x="83757" y="63361"/>
                  </a:lnTo>
                  <a:lnTo>
                    <a:pt x="79055" y="58487"/>
                  </a:lnTo>
                  <a:lnTo>
                    <a:pt x="73368" y="53613"/>
                  </a:lnTo>
                  <a:lnTo>
                    <a:pt x="66695" y="48739"/>
                  </a:lnTo>
                  <a:lnTo>
                    <a:pt x="59113" y="43865"/>
                  </a:lnTo>
                  <a:lnTo>
                    <a:pt x="50786" y="38991"/>
                  </a:lnTo>
                  <a:lnTo>
                    <a:pt x="41971" y="34117"/>
                  </a:lnTo>
                  <a:lnTo>
                    <a:pt x="33011" y="29243"/>
                  </a:lnTo>
                  <a:lnTo>
                    <a:pt x="24320" y="24370"/>
                  </a:lnTo>
                  <a:lnTo>
                    <a:pt x="16352" y="19496"/>
                  </a:lnTo>
                  <a:lnTo>
                    <a:pt x="9564" y="14622"/>
                  </a:lnTo>
                  <a:lnTo>
                    <a:pt x="4372" y="9748"/>
                  </a:lnTo>
                  <a:lnTo>
                    <a:pt x="1112" y="4874"/>
                  </a:lnTo>
                  <a:lnTo>
                    <a:pt x="0" y="0"/>
                  </a:lnTo>
                  <a:lnTo>
                    <a:pt x="196140" y="0"/>
                  </a:lnTo>
                  <a:lnTo>
                    <a:pt x="196140" y="0"/>
                  </a:lnTo>
                  <a:lnTo>
                    <a:pt x="195029" y="4874"/>
                  </a:lnTo>
                  <a:lnTo>
                    <a:pt x="191768" y="9748"/>
                  </a:lnTo>
                  <a:lnTo>
                    <a:pt x="186577" y="14622"/>
                  </a:lnTo>
                  <a:lnTo>
                    <a:pt x="179788" y="19496"/>
                  </a:lnTo>
                  <a:lnTo>
                    <a:pt x="171820" y="24370"/>
                  </a:lnTo>
                  <a:lnTo>
                    <a:pt x="163129" y="29243"/>
                  </a:lnTo>
                  <a:lnTo>
                    <a:pt x="154169" y="34117"/>
                  </a:lnTo>
                  <a:lnTo>
                    <a:pt x="145354" y="38991"/>
                  </a:lnTo>
                  <a:lnTo>
                    <a:pt x="137027" y="43865"/>
                  </a:lnTo>
                  <a:lnTo>
                    <a:pt x="129446" y="48739"/>
                  </a:lnTo>
                  <a:lnTo>
                    <a:pt x="122773" y="53613"/>
                  </a:lnTo>
                  <a:lnTo>
                    <a:pt x="117085" y="58487"/>
                  </a:lnTo>
                  <a:lnTo>
                    <a:pt x="112383" y="63361"/>
                  </a:lnTo>
                  <a:lnTo>
                    <a:pt x="108610" y="68235"/>
                  </a:lnTo>
                  <a:lnTo>
                    <a:pt x="105671" y="73109"/>
                  </a:lnTo>
                  <a:lnTo>
                    <a:pt x="103448" y="77983"/>
                  </a:lnTo>
                  <a:lnTo>
                    <a:pt x="101818" y="82856"/>
                  </a:lnTo>
                  <a:lnTo>
                    <a:pt x="100665" y="87730"/>
                  </a:lnTo>
                  <a:lnTo>
                    <a:pt x="99882" y="92604"/>
                  </a:lnTo>
                  <a:lnTo>
                    <a:pt x="99382" y="97478"/>
                  </a:lnTo>
                  <a:lnTo>
                    <a:pt x="99094" y="102352"/>
                  </a:lnTo>
                  <a:lnTo>
                    <a:pt x="98961" y="107226"/>
                  </a:lnTo>
                  <a:lnTo>
                    <a:pt x="98942" y="112100"/>
                  </a:lnTo>
                  <a:lnTo>
                    <a:pt x="99007" y="116974"/>
                  </a:lnTo>
                  <a:lnTo>
                    <a:pt x="99133" y="121848"/>
                  </a:lnTo>
                  <a:lnTo>
                    <a:pt x="99303" y="126722"/>
                  </a:lnTo>
                  <a:lnTo>
                    <a:pt x="99503" y="131596"/>
                  </a:lnTo>
                  <a:lnTo>
                    <a:pt x="99721" y="136469"/>
                  </a:lnTo>
                  <a:lnTo>
                    <a:pt x="99947" y="141343"/>
                  </a:lnTo>
                  <a:lnTo>
                    <a:pt x="100170" y="146217"/>
                  </a:lnTo>
                  <a:lnTo>
                    <a:pt x="100382" y="151091"/>
                  </a:lnTo>
                  <a:lnTo>
                    <a:pt x="100573" y="155965"/>
                  </a:lnTo>
                  <a:lnTo>
                    <a:pt x="100735" y="160839"/>
                  </a:lnTo>
                  <a:lnTo>
                    <a:pt x="100862" y="165713"/>
                  </a:lnTo>
                  <a:lnTo>
                    <a:pt x="100950" y="170587"/>
                  </a:lnTo>
                  <a:lnTo>
                    <a:pt x="100994" y="175461"/>
                  </a:lnTo>
                  <a:lnTo>
                    <a:pt x="100996" y="180335"/>
                  </a:lnTo>
                  <a:lnTo>
                    <a:pt x="100957" y="185209"/>
                  </a:lnTo>
                  <a:lnTo>
                    <a:pt x="100882" y="190082"/>
                  </a:lnTo>
                  <a:lnTo>
                    <a:pt x="100778" y="194956"/>
                  </a:lnTo>
                  <a:lnTo>
                    <a:pt x="100656" y="199830"/>
                  </a:lnTo>
                  <a:lnTo>
                    <a:pt x="100529" y="204704"/>
                  </a:lnTo>
                  <a:lnTo>
                    <a:pt x="100413" y="209578"/>
                  </a:lnTo>
                  <a:lnTo>
                    <a:pt x="100326" y="214452"/>
                  </a:lnTo>
                  <a:lnTo>
                    <a:pt x="100286" y="219326"/>
                  </a:lnTo>
                  <a:lnTo>
                    <a:pt x="100312" y="224200"/>
                  </a:lnTo>
                  <a:lnTo>
                    <a:pt x="100420" y="229074"/>
                  </a:lnTo>
                  <a:lnTo>
                    <a:pt x="100626" y="233948"/>
                  </a:lnTo>
                  <a:lnTo>
                    <a:pt x="100937" y="238822"/>
                  </a:lnTo>
                  <a:lnTo>
                    <a:pt x="101356" y="243695"/>
                  </a:lnTo>
                  <a:lnTo>
                    <a:pt x="101879" y="248569"/>
                  </a:lnTo>
                  <a:lnTo>
                    <a:pt x="102490" y="253443"/>
                  </a:lnTo>
                  <a:lnTo>
                    <a:pt x="103165" y="258317"/>
                  </a:lnTo>
                  <a:lnTo>
                    <a:pt x="103873" y="263191"/>
                  </a:lnTo>
                  <a:lnTo>
                    <a:pt x="104576" y="268065"/>
                  </a:lnTo>
                  <a:lnTo>
                    <a:pt x="105231" y="272939"/>
                  </a:lnTo>
                  <a:lnTo>
                    <a:pt x="105797" y="277813"/>
                  </a:lnTo>
                  <a:lnTo>
                    <a:pt x="106236" y="282687"/>
                  </a:lnTo>
                  <a:lnTo>
                    <a:pt x="106518" y="287561"/>
                  </a:lnTo>
                  <a:lnTo>
                    <a:pt x="106625" y="292435"/>
                  </a:lnTo>
                  <a:lnTo>
                    <a:pt x="106551" y="297308"/>
                  </a:lnTo>
                  <a:lnTo>
                    <a:pt x="106308" y="302182"/>
                  </a:lnTo>
                  <a:lnTo>
                    <a:pt x="105917" y="307056"/>
                  </a:lnTo>
                  <a:lnTo>
                    <a:pt x="105414" y="311930"/>
                  </a:lnTo>
                  <a:lnTo>
                    <a:pt x="104842" y="316804"/>
                  </a:lnTo>
                  <a:lnTo>
                    <a:pt x="104249" y="321678"/>
                  </a:lnTo>
                  <a:lnTo>
                    <a:pt x="103684" y="326552"/>
                  </a:lnTo>
                  <a:lnTo>
                    <a:pt x="103189" y="331426"/>
                  </a:lnTo>
                  <a:lnTo>
                    <a:pt x="102802" y="336300"/>
                  </a:lnTo>
                  <a:lnTo>
                    <a:pt x="102551" y="341174"/>
                  </a:lnTo>
                  <a:lnTo>
                    <a:pt x="102451" y="346048"/>
                  </a:lnTo>
                  <a:lnTo>
                    <a:pt x="102509" y="350921"/>
                  </a:lnTo>
                  <a:lnTo>
                    <a:pt x="102721" y="355795"/>
                  </a:lnTo>
                  <a:lnTo>
                    <a:pt x="103074" y="360669"/>
                  </a:lnTo>
                  <a:lnTo>
                    <a:pt x="103549" y="365543"/>
                  </a:lnTo>
                  <a:lnTo>
                    <a:pt x="104122" y="370417"/>
                  </a:lnTo>
                  <a:lnTo>
                    <a:pt x="104768" y="375291"/>
                  </a:lnTo>
                  <a:lnTo>
                    <a:pt x="105464" y="380165"/>
                  </a:lnTo>
                  <a:lnTo>
                    <a:pt x="106185" y="385039"/>
                  </a:lnTo>
                  <a:lnTo>
                    <a:pt x="106912" y="389913"/>
                  </a:lnTo>
                  <a:lnTo>
                    <a:pt x="107628" y="394787"/>
                  </a:lnTo>
                  <a:lnTo>
                    <a:pt x="108319" y="399661"/>
                  </a:lnTo>
                  <a:lnTo>
                    <a:pt x="108973" y="404534"/>
                  </a:lnTo>
                  <a:lnTo>
                    <a:pt x="109579" y="409408"/>
                  </a:lnTo>
                  <a:lnTo>
                    <a:pt x="110125" y="414282"/>
                  </a:lnTo>
                  <a:lnTo>
                    <a:pt x="110600" y="419156"/>
                  </a:lnTo>
                  <a:lnTo>
                    <a:pt x="110992" y="424030"/>
                  </a:lnTo>
                  <a:lnTo>
                    <a:pt x="111291" y="428904"/>
                  </a:lnTo>
                  <a:lnTo>
                    <a:pt x="111484" y="433778"/>
                  </a:lnTo>
                  <a:lnTo>
                    <a:pt x="111564" y="438652"/>
                  </a:lnTo>
                  <a:lnTo>
                    <a:pt x="111526" y="443526"/>
                  </a:lnTo>
                  <a:lnTo>
                    <a:pt x="111371" y="448400"/>
                  </a:lnTo>
                  <a:lnTo>
                    <a:pt x="111102" y="453274"/>
                  </a:lnTo>
                  <a:lnTo>
                    <a:pt x="110734" y="458147"/>
                  </a:lnTo>
                  <a:lnTo>
                    <a:pt x="110283" y="463021"/>
                  </a:lnTo>
                  <a:lnTo>
                    <a:pt x="109775" y="467895"/>
                  </a:lnTo>
                  <a:lnTo>
                    <a:pt x="109243" y="472769"/>
                  </a:lnTo>
                  <a:lnTo>
                    <a:pt x="108727" y="477643"/>
                  </a:lnTo>
                  <a:lnTo>
                    <a:pt x="108277" y="482517"/>
                  </a:lnTo>
                  <a:lnTo>
                    <a:pt x="107952" y="487391"/>
                  </a:lnTo>
                  <a:lnTo>
                    <a:pt x="107824" y="492265"/>
                  </a:lnTo>
                  <a:lnTo>
                    <a:pt x="107978" y="497139"/>
                  </a:lnTo>
                  <a:lnTo>
                    <a:pt x="108511" y="502013"/>
                  </a:lnTo>
                  <a:lnTo>
                    <a:pt x="109531" y="506887"/>
                  </a:lnTo>
                  <a:lnTo>
                    <a:pt x="111156" y="511760"/>
                  </a:lnTo>
                  <a:lnTo>
                    <a:pt x="113502" y="516634"/>
                  </a:lnTo>
                  <a:lnTo>
                    <a:pt x="116677" y="521508"/>
                  </a:lnTo>
                  <a:lnTo>
                    <a:pt x="120767" y="526382"/>
                  </a:lnTo>
                  <a:lnTo>
                    <a:pt x="125818" y="531256"/>
                  </a:lnTo>
                  <a:lnTo>
                    <a:pt x="131822" y="536130"/>
                  </a:lnTo>
                  <a:lnTo>
                    <a:pt x="138699" y="541004"/>
                  </a:lnTo>
                  <a:lnTo>
                    <a:pt x="146291" y="545878"/>
                  </a:lnTo>
                  <a:lnTo>
                    <a:pt x="154355" y="550752"/>
                  </a:lnTo>
                  <a:lnTo>
                    <a:pt x="162568" y="555626"/>
                  </a:lnTo>
                  <a:lnTo>
                    <a:pt x="170544" y="560500"/>
                  </a:lnTo>
                  <a:lnTo>
                    <a:pt x="177863" y="565373"/>
                  </a:lnTo>
                  <a:lnTo>
                    <a:pt x="184101" y="570247"/>
                  </a:lnTo>
                  <a:lnTo>
                    <a:pt x="188873" y="575121"/>
                  </a:lnTo>
                  <a:lnTo>
                    <a:pt x="191870" y="579995"/>
                  </a:lnTo>
                  <a:lnTo>
                    <a:pt x="192892" y="584869"/>
                  </a:lnTo>
                  <a:lnTo>
                    <a:pt x="192892" y="584869"/>
                  </a:lnTo>
                  <a:close/>
                </a:path>
              </a:pathLst>
            </a:custGeom>
            <a:solidFill>
              <a:srgbClr val="596BC0">
                <a:alpha val="12000"/>
              </a:srgbClr>
            </a:solidFill>
            <a:ln w="6985">
              <a:solidFill>
                <a:srgbClr val="596BC0">
                  <a:alpha val="12000"/>
                </a:srgbClr>
              </a:solidFill>
              <a:prstDash val="solid"/>
            </a:ln>
          </p:spPr>
        </p:sp>
        <p:sp>
          <p:nvSpPr>
            <p:cNvPr id="1373" name="03_assume_matched_1372">
              <a:extLst>
                <a:ext uri="{FF2B5EF4-FFF2-40B4-BE49-F238E27FC236}">
                  <a16:creationId xmlns:a16="http://schemas.microsoft.com/office/drawing/2014/main" id="{933C8D34-1475-4762-8469-74391F70D832}"/>
                </a:ext>
              </a:extLst>
            </p:cNvPr>
            <p:cNvSpPr>
              <a:spLocks/>
            </p:cNvSpPr>
            <p:nvPr/>
          </p:nvSpPr>
          <p:spPr>
            <a:xfrm>
              <a:off x="735432"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4" name="03_assume_matched_1373">
              <a:extLst>
                <a:ext uri="{FF2B5EF4-FFF2-40B4-BE49-F238E27FC236}">
                  <a16:creationId xmlns:a16="http://schemas.microsoft.com/office/drawing/2014/main" id="{7029F49D-E981-4533-A7D6-1A19F1DB081C}"/>
                </a:ext>
              </a:extLst>
            </p:cNvPr>
            <p:cNvSpPr>
              <a:spLocks/>
            </p:cNvSpPr>
            <p:nvPr/>
          </p:nvSpPr>
          <p:spPr>
            <a:xfrm>
              <a:off x="1112625"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5" name="03_assume_matched_1374">
              <a:extLst>
                <a:ext uri="{FF2B5EF4-FFF2-40B4-BE49-F238E27FC236}">
                  <a16:creationId xmlns:a16="http://schemas.microsoft.com/office/drawing/2014/main" id="{094329F7-6039-45FA-BC42-40CA29954C38}"/>
                </a:ext>
              </a:extLst>
            </p:cNvPr>
            <p:cNvSpPr>
              <a:spLocks/>
            </p:cNvSpPr>
            <p:nvPr/>
          </p:nvSpPr>
          <p:spPr>
            <a:xfrm>
              <a:off x="1489818"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6" name="03_assume_matched_1375">
              <a:extLst>
                <a:ext uri="{FF2B5EF4-FFF2-40B4-BE49-F238E27FC236}">
                  <a16:creationId xmlns:a16="http://schemas.microsoft.com/office/drawing/2014/main" id="{A86F3395-2B87-4D57-92F3-B80FF37AE638}"/>
                </a:ext>
              </a:extLst>
            </p:cNvPr>
            <p:cNvSpPr>
              <a:spLocks/>
            </p:cNvSpPr>
            <p:nvPr/>
          </p:nvSpPr>
          <p:spPr>
            <a:xfrm>
              <a:off x="2244204"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7" name="03_assume_matched_1376">
              <a:extLst>
                <a:ext uri="{FF2B5EF4-FFF2-40B4-BE49-F238E27FC236}">
                  <a16:creationId xmlns:a16="http://schemas.microsoft.com/office/drawing/2014/main" id="{07774DFC-5A87-47FD-A8A8-0D172D5AC1F1}"/>
                </a:ext>
              </a:extLst>
            </p:cNvPr>
            <p:cNvSpPr>
              <a:spLocks/>
            </p:cNvSpPr>
            <p:nvPr/>
          </p:nvSpPr>
          <p:spPr>
            <a:xfrm>
              <a:off x="2998589"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378" name="03_assume_matched_1377">
              <a:extLst>
                <a:ext uri="{FF2B5EF4-FFF2-40B4-BE49-F238E27FC236}">
                  <a16:creationId xmlns:a16="http://schemas.microsoft.com/office/drawing/2014/main" id="{8057D5F5-6689-4F82-B486-90FC5D9BEE95}"/>
                </a:ext>
              </a:extLst>
            </p:cNvPr>
            <p:cNvSpPr>
              <a:spLocks/>
            </p:cNvSpPr>
            <p:nvPr/>
          </p:nvSpPr>
          <p:spPr>
            <a:xfrm>
              <a:off x="712800" y="429315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79" name="03_assume_matched_1378">
              <a:extLst>
                <a:ext uri="{FF2B5EF4-FFF2-40B4-BE49-F238E27FC236}">
                  <a16:creationId xmlns:a16="http://schemas.microsoft.com/office/drawing/2014/main" id="{17BC6360-131D-4CCC-BCCD-2560BBFACC70}"/>
                </a:ext>
              </a:extLst>
            </p:cNvPr>
            <p:cNvSpPr>
              <a:spLocks/>
            </p:cNvSpPr>
            <p:nvPr/>
          </p:nvSpPr>
          <p:spPr>
            <a:xfrm>
              <a:off x="674700" y="429315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380" name="text_1379">
              <a:extLst>
                <a:ext uri="{FF2B5EF4-FFF2-40B4-BE49-F238E27FC236}">
                  <a16:creationId xmlns:a16="http://schemas.microsoft.com/office/drawing/2014/main" id="{7EE59BF7-2FD6-4D9E-B757-DC17884148F8}"/>
                </a:ext>
              </a:extLst>
            </p:cNvPr>
            <p:cNvSpPr>
              <a:spLocks/>
            </p:cNvSpPr>
            <p:nvPr/>
          </p:nvSpPr>
          <p:spPr>
            <a:xfrm>
              <a:off x="585053" y="4253093"/>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1381" name="03_assume_matched_1380">
              <a:extLst>
                <a:ext uri="{FF2B5EF4-FFF2-40B4-BE49-F238E27FC236}">
                  <a16:creationId xmlns:a16="http://schemas.microsoft.com/office/drawing/2014/main" id="{14D13E6C-31DE-4322-9EA7-5390C5A69E30}"/>
                </a:ext>
              </a:extLst>
            </p:cNvPr>
            <p:cNvSpPr>
              <a:spLocks/>
            </p:cNvSpPr>
            <p:nvPr/>
          </p:nvSpPr>
          <p:spPr>
            <a:xfrm>
              <a:off x="712800" y="400072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82" name="03_assume_matched_1381">
              <a:extLst>
                <a:ext uri="{FF2B5EF4-FFF2-40B4-BE49-F238E27FC236}">
                  <a16:creationId xmlns:a16="http://schemas.microsoft.com/office/drawing/2014/main" id="{EB4F0B3A-7DC7-4FF6-BF29-6F3B864C706B}"/>
                </a:ext>
              </a:extLst>
            </p:cNvPr>
            <p:cNvSpPr>
              <a:spLocks/>
            </p:cNvSpPr>
            <p:nvPr/>
          </p:nvSpPr>
          <p:spPr>
            <a:xfrm>
              <a:off x="674700" y="400072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383" name="text_1382">
              <a:extLst>
                <a:ext uri="{FF2B5EF4-FFF2-40B4-BE49-F238E27FC236}">
                  <a16:creationId xmlns:a16="http://schemas.microsoft.com/office/drawing/2014/main" id="{30AF3E0E-EB2F-484B-85F4-BC6C2CB3A6B7}"/>
                </a:ext>
              </a:extLst>
            </p:cNvPr>
            <p:cNvSpPr>
              <a:spLocks/>
            </p:cNvSpPr>
            <p:nvPr/>
          </p:nvSpPr>
          <p:spPr>
            <a:xfrm>
              <a:off x="533506" y="396065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1384" name="03_assume_matched_1383">
              <a:extLst>
                <a:ext uri="{FF2B5EF4-FFF2-40B4-BE49-F238E27FC236}">
                  <a16:creationId xmlns:a16="http://schemas.microsoft.com/office/drawing/2014/main" id="{EF16E638-2972-4368-82B0-951E80A3BC01}"/>
                </a:ext>
              </a:extLst>
            </p:cNvPr>
            <p:cNvSpPr>
              <a:spLocks/>
            </p:cNvSpPr>
            <p:nvPr/>
          </p:nvSpPr>
          <p:spPr>
            <a:xfrm>
              <a:off x="712800" y="370828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385" name="03_assume_matched_1384">
              <a:extLst>
                <a:ext uri="{FF2B5EF4-FFF2-40B4-BE49-F238E27FC236}">
                  <a16:creationId xmlns:a16="http://schemas.microsoft.com/office/drawing/2014/main" id="{88DAB631-40F0-460A-BE7F-5A6D8B1A7704}"/>
                </a:ext>
              </a:extLst>
            </p:cNvPr>
            <p:cNvSpPr>
              <a:spLocks/>
            </p:cNvSpPr>
            <p:nvPr/>
          </p:nvSpPr>
          <p:spPr>
            <a:xfrm>
              <a:off x="674700" y="370828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386" name="text_1385">
              <a:extLst>
                <a:ext uri="{FF2B5EF4-FFF2-40B4-BE49-F238E27FC236}">
                  <a16:creationId xmlns:a16="http://schemas.microsoft.com/office/drawing/2014/main" id="{90316C1B-5A19-4EB5-95D6-562184163F35}"/>
                </a:ext>
              </a:extLst>
            </p:cNvPr>
            <p:cNvSpPr>
              <a:spLocks/>
            </p:cNvSpPr>
            <p:nvPr/>
          </p:nvSpPr>
          <p:spPr>
            <a:xfrm>
              <a:off x="481960" y="3668224"/>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1387" name="text_1386">
              <a:extLst>
                <a:ext uri="{FF2B5EF4-FFF2-40B4-BE49-F238E27FC236}">
                  <a16:creationId xmlns:a16="http://schemas.microsoft.com/office/drawing/2014/main" id="{412787F7-E087-4503-9C69-B913DA6A8468}"/>
                </a:ext>
              </a:extLst>
            </p:cNvPr>
            <p:cNvSpPr>
              <a:spLocks/>
            </p:cNvSpPr>
            <p:nvPr/>
          </p:nvSpPr>
          <p:spPr>
            <a:xfrm rot="-5400000">
              <a:off x="67234" y="3941188"/>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t>Completion (%)</a:t>
              </a:r>
            </a:p>
          </p:txBody>
        </p:sp>
        <p:sp>
          <p:nvSpPr>
            <p:cNvPr id="1388" name="03_assume_matched_1387">
              <a:extLst>
                <a:ext uri="{FF2B5EF4-FFF2-40B4-BE49-F238E27FC236}">
                  <a16:creationId xmlns:a16="http://schemas.microsoft.com/office/drawing/2014/main" id="{E2834637-5BA1-4362-896E-0AA1CD0C81CE}"/>
                </a:ext>
              </a:extLst>
            </p:cNvPr>
            <p:cNvSpPr>
              <a:spLocks/>
            </p:cNvSpPr>
            <p:nvPr/>
          </p:nvSpPr>
          <p:spPr>
            <a:xfrm>
              <a:off x="1150377" y="3994019"/>
              <a:ext cx="28398" cy="28398"/>
            </a:xfrm>
            <a:prstGeom prst="ellipse">
              <a:avLst/>
            </a:prstGeom>
            <a:solidFill>
              <a:srgbClr val="7F8C97">
                <a:alpha val="48000"/>
              </a:srgbClr>
            </a:solidFill>
            <a:ln w="0">
              <a:noFill/>
              <a:prstDash val="solid"/>
            </a:ln>
          </p:spPr>
        </p:sp>
        <p:sp>
          <p:nvSpPr>
            <p:cNvPr id="1389" name="03_assume_matched_1388">
              <a:extLst>
                <a:ext uri="{FF2B5EF4-FFF2-40B4-BE49-F238E27FC236}">
                  <a16:creationId xmlns:a16="http://schemas.microsoft.com/office/drawing/2014/main" id="{367FA09F-15CB-488D-9025-81160C389ADC}"/>
                </a:ext>
              </a:extLst>
            </p:cNvPr>
            <p:cNvSpPr>
              <a:spLocks/>
            </p:cNvSpPr>
            <p:nvPr/>
          </p:nvSpPr>
          <p:spPr>
            <a:xfrm>
              <a:off x="1138864" y="4278955"/>
              <a:ext cx="28398" cy="28398"/>
            </a:xfrm>
            <a:prstGeom prst="ellipse">
              <a:avLst/>
            </a:prstGeom>
            <a:solidFill>
              <a:srgbClr val="7F8C97">
                <a:alpha val="48000"/>
              </a:srgbClr>
            </a:solidFill>
            <a:ln w="0">
              <a:noFill/>
              <a:prstDash val="solid"/>
            </a:ln>
          </p:spPr>
        </p:sp>
        <p:sp>
          <p:nvSpPr>
            <p:cNvPr id="1390" name="03_assume_matched_1389">
              <a:extLst>
                <a:ext uri="{FF2B5EF4-FFF2-40B4-BE49-F238E27FC236}">
                  <a16:creationId xmlns:a16="http://schemas.microsoft.com/office/drawing/2014/main" id="{E6F49915-F113-416B-A035-392642D0A8BF}"/>
                </a:ext>
              </a:extLst>
            </p:cNvPr>
            <p:cNvSpPr>
              <a:spLocks/>
            </p:cNvSpPr>
            <p:nvPr/>
          </p:nvSpPr>
          <p:spPr>
            <a:xfrm>
              <a:off x="1081732" y="4278955"/>
              <a:ext cx="28398" cy="28398"/>
            </a:xfrm>
            <a:prstGeom prst="ellipse">
              <a:avLst/>
            </a:prstGeom>
            <a:solidFill>
              <a:srgbClr val="7F8C97">
                <a:alpha val="48000"/>
              </a:srgbClr>
            </a:solidFill>
            <a:ln w="0">
              <a:noFill/>
              <a:prstDash val="solid"/>
            </a:ln>
          </p:spPr>
        </p:sp>
        <p:sp>
          <p:nvSpPr>
            <p:cNvPr id="1391" name="03_assume_matched_1390">
              <a:extLst>
                <a:ext uri="{FF2B5EF4-FFF2-40B4-BE49-F238E27FC236}">
                  <a16:creationId xmlns:a16="http://schemas.microsoft.com/office/drawing/2014/main" id="{9AA272DF-B6B5-46A5-A41C-591F51770CD3}"/>
                </a:ext>
              </a:extLst>
            </p:cNvPr>
            <p:cNvSpPr>
              <a:spLocks/>
            </p:cNvSpPr>
            <p:nvPr/>
          </p:nvSpPr>
          <p:spPr>
            <a:xfrm>
              <a:off x="1160594" y="3986521"/>
              <a:ext cx="28398" cy="28398"/>
            </a:xfrm>
            <a:prstGeom prst="ellipse">
              <a:avLst/>
            </a:prstGeom>
            <a:solidFill>
              <a:srgbClr val="7F8C97">
                <a:alpha val="48000"/>
              </a:srgbClr>
            </a:solidFill>
            <a:ln w="0">
              <a:noFill/>
              <a:prstDash val="solid"/>
            </a:ln>
          </p:spPr>
        </p:sp>
        <p:sp>
          <p:nvSpPr>
            <p:cNvPr id="1392" name="03_assume_matched_1391">
              <a:extLst>
                <a:ext uri="{FF2B5EF4-FFF2-40B4-BE49-F238E27FC236}">
                  <a16:creationId xmlns:a16="http://schemas.microsoft.com/office/drawing/2014/main" id="{6A2974FE-8826-410C-B34A-A95FF02A84F0}"/>
                </a:ext>
              </a:extLst>
            </p:cNvPr>
            <p:cNvSpPr>
              <a:spLocks/>
            </p:cNvSpPr>
            <p:nvPr/>
          </p:nvSpPr>
          <p:spPr>
            <a:xfrm>
              <a:off x="1128359" y="4111850"/>
              <a:ext cx="28398" cy="28398"/>
            </a:xfrm>
            <a:prstGeom prst="ellipse">
              <a:avLst/>
            </a:prstGeom>
            <a:solidFill>
              <a:srgbClr val="7F8C97">
                <a:alpha val="48000"/>
              </a:srgbClr>
            </a:solidFill>
            <a:ln w="0">
              <a:noFill/>
              <a:prstDash val="solid"/>
            </a:ln>
          </p:spPr>
        </p:sp>
        <p:sp>
          <p:nvSpPr>
            <p:cNvPr id="1393" name="03_assume_matched_1392">
              <a:extLst>
                <a:ext uri="{FF2B5EF4-FFF2-40B4-BE49-F238E27FC236}">
                  <a16:creationId xmlns:a16="http://schemas.microsoft.com/office/drawing/2014/main" id="{050EA8F4-3ACD-4C90-953E-40107D4B0D69}"/>
                </a:ext>
              </a:extLst>
            </p:cNvPr>
            <p:cNvSpPr>
              <a:spLocks/>
            </p:cNvSpPr>
            <p:nvPr/>
          </p:nvSpPr>
          <p:spPr>
            <a:xfrm>
              <a:off x="1033091" y="4013106"/>
              <a:ext cx="28398" cy="28398"/>
            </a:xfrm>
            <a:prstGeom prst="ellipse">
              <a:avLst/>
            </a:prstGeom>
            <a:solidFill>
              <a:srgbClr val="7F8C97">
                <a:alpha val="48000"/>
              </a:srgbClr>
            </a:solidFill>
            <a:ln w="0">
              <a:noFill/>
              <a:prstDash val="solid"/>
            </a:ln>
          </p:spPr>
        </p:sp>
        <p:sp>
          <p:nvSpPr>
            <p:cNvPr id="1394" name="03_assume_matched_1393">
              <a:extLst>
                <a:ext uri="{FF2B5EF4-FFF2-40B4-BE49-F238E27FC236}">
                  <a16:creationId xmlns:a16="http://schemas.microsoft.com/office/drawing/2014/main" id="{918329A5-262F-4077-B2C0-2A0BDDB7CEFB}"/>
                </a:ext>
              </a:extLst>
            </p:cNvPr>
            <p:cNvSpPr>
              <a:spLocks/>
            </p:cNvSpPr>
            <p:nvPr/>
          </p:nvSpPr>
          <p:spPr>
            <a:xfrm>
              <a:off x="1063743" y="4278955"/>
              <a:ext cx="28398" cy="28398"/>
            </a:xfrm>
            <a:prstGeom prst="ellipse">
              <a:avLst/>
            </a:prstGeom>
            <a:solidFill>
              <a:srgbClr val="7F8C97">
                <a:alpha val="48000"/>
              </a:srgbClr>
            </a:solidFill>
            <a:ln w="0">
              <a:noFill/>
              <a:prstDash val="solid"/>
            </a:ln>
          </p:spPr>
        </p:sp>
        <p:sp>
          <p:nvSpPr>
            <p:cNvPr id="1395" name="03_assume_matched_1394">
              <a:extLst>
                <a:ext uri="{FF2B5EF4-FFF2-40B4-BE49-F238E27FC236}">
                  <a16:creationId xmlns:a16="http://schemas.microsoft.com/office/drawing/2014/main" id="{4AA58046-42FA-4169-A5E6-9213AA7119F6}"/>
                </a:ext>
              </a:extLst>
            </p:cNvPr>
            <p:cNvSpPr>
              <a:spLocks/>
            </p:cNvSpPr>
            <p:nvPr/>
          </p:nvSpPr>
          <p:spPr>
            <a:xfrm>
              <a:off x="1032803" y="4132738"/>
              <a:ext cx="28398" cy="28398"/>
            </a:xfrm>
            <a:prstGeom prst="ellipse">
              <a:avLst/>
            </a:prstGeom>
            <a:solidFill>
              <a:srgbClr val="7F8C97">
                <a:alpha val="48000"/>
              </a:srgbClr>
            </a:solidFill>
            <a:ln w="0">
              <a:noFill/>
              <a:prstDash val="solid"/>
            </a:ln>
          </p:spPr>
        </p:sp>
        <p:sp>
          <p:nvSpPr>
            <p:cNvPr id="1396" name="03_assume_matched_1395">
              <a:extLst>
                <a:ext uri="{FF2B5EF4-FFF2-40B4-BE49-F238E27FC236}">
                  <a16:creationId xmlns:a16="http://schemas.microsoft.com/office/drawing/2014/main" id="{894C9841-1F34-4314-A50C-5232DBEDEBBC}"/>
                </a:ext>
              </a:extLst>
            </p:cNvPr>
            <p:cNvSpPr>
              <a:spLocks/>
            </p:cNvSpPr>
            <p:nvPr/>
          </p:nvSpPr>
          <p:spPr>
            <a:xfrm>
              <a:off x="1114112" y="3986521"/>
              <a:ext cx="28398" cy="28398"/>
            </a:xfrm>
            <a:prstGeom prst="ellipse">
              <a:avLst/>
            </a:prstGeom>
            <a:solidFill>
              <a:srgbClr val="7F8C97">
                <a:alpha val="48000"/>
              </a:srgbClr>
            </a:solidFill>
            <a:ln w="0">
              <a:noFill/>
              <a:prstDash val="solid"/>
            </a:ln>
          </p:spPr>
        </p:sp>
        <p:sp>
          <p:nvSpPr>
            <p:cNvPr id="1397" name="03_assume_matched_1396">
              <a:extLst>
                <a:ext uri="{FF2B5EF4-FFF2-40B4-BE49-F238E27FC236}">
                  <a16:creationId xmlns:a16="http://schemas.microsoft.com/office/drawing/2014/main" id="{8A912CAC-E0C5-483F-9F57-D6B9CFC0DA47}"/>
                </a:ext>
              </a:extLst>
            </p:cNvPr>
            <p:cNvSpPr>
              <a:spLocks/>
            </p:cNvSpPr>
            <p:nvPr/>
          </p:nvSpPr>
          <p:spPr>
            <a:xfrm>
              <a:off x="1095403" y="4278955"/>
              <a:ext cx="28398" cy="28398"/>
            </a:xfrm>
            <a:prstGeom prst="ellipse">
              <a:avLst/>
            </a:prstGeom>
            <a:solidFill>
              <a:srgbClr val="7F8C97">
                <a:alpha val="48000"/>
              </a:srgbClr>
            </a:solidFill>
            <a:ln w="0">
              <a:noFill/>
              <a:prstDash val="solid"/>
            </a:ln>
          </p:spPr>
        </p:sp>
        <p:sp>
          <p:nvSpPr>
            <p:cNvPr id="1398" name="03_assume_matched_1397">
              <a:extLst>
                <a:ext uri="{FF2B5EF4-FFF2-40B4-BE49-F238E27FC236}">
                  <a16:creationId xmlns:a16="http://schemas.microsoft.com/office/drawing/2014/main" id="{D48D28EB-0BC0-4897-9D49-6C62AFC9819A}"/>
                </a:ext>
              </a:extLst>
            </p:cNvPr>
            <p:cNvSpPr>
              <a:spLocks/>
            </p:cNvSpPr>
            <p:nvPr/>
          </p:nvSpPr>
          <p:spPr>
            <a:xfrm>
              <a:off x="1080149" y="4278955"/>
              <a:ext cx="28398" cy="28398"/>
            </a:xfrm>
            <a:prstGeom prst="ellipse">
              <a:avLst/>
            </a:prstGeom>
            <a:solidFill>
              <a:srgbClr val="7F8C97">
                <a:alpha val="48000"/>
              </a:srgbClr>
            </a:solidFill>
            <a:ln w="0">
              <a:noFill/>
              <a:prstDash val="solid"/>
            </a:ln>
          </p:spPr>
        </p:sp>
        <p:sp>
          <p:nvSpPr>
            <p:cNvPr id="1399" name="03_assume_matched_1398">
              <a:extLst>
                <a:ext uri="{FF2B5EF4-FFF2-40B4-BE49-F238E27FC236}">
                  <a16:creationId xmlns:a16="http://schemas.microsoft.com/office/drawing/2014/main" id="{5487F5BD-4288-466F-AB62-09D1892F2DFA}"/>
                </a:ext>
              </a:extLst>
            </p:cNvPr>
            <p:cNvSpPr>
              <a:spLocks/>
            </p:cNvSpPr>
            <p:nvPr/>
          </p:nvSpPr>
          <p:spPr>
            <a:xfrm>
              <a:off x="1065902" y="4278955"/>
              <a:ext cx="28398" cy="28398"/>
            </a:xfrm>
            <a:prstGeom prst="ellipse">
              <a:avLst/>
            </a:prstGeom>
            <a:solidFill>
              <a:srgbClr val="7F8C97">
                <a:alpha val="48000"/>
              </a:srgbClr>
            </a:solidFill>
            <a:ln w="0">
              <a:noFill/>
              <a:prstDash val="solid"/>
            </a:ln>
          </p:spPr>
        </p:sp>
        <p:sp>
          <p:nvSpPr>
            <p:cNvPr id="1400" name="03_assume_matched_1399">
              <a:extLst>
                <a:ext uri="{FF2B5EF4-FFF2-40B4-BE49-F238E27FC236}">
                  <a16:creationId xmlns:a16="http://schemas.microsoft.com/office/drawing/2014/main" id="{91594286-6629-4AC5-ABFA-959AE6271630}"/>
                </a:ext>
              </a:extLst>
            </p:cNvPr>
            <p:cNvSpPr>
              <a:spLocks/>
            </p:cNvSpPr>
            <p:nvPr/>
          </p:nvSpPr>
          <p:spPr>
            <a:xfrm>
              <a:off x="1082308" y="4278955"/>
              <a:ext cx="28398" cy="28398"/>
            </a:xfrm>
            <a:prstGeom prst="ellipse">
              <a:avLst/>
            </a:prstGeom>
            <a:solidFill>
              <a:srgbClr val="7F8C97">
                <a:alpha val="48000"/>
              </a:srgbClr>
            </a:solidFill>
            <a:ln w="0">
              <a:noFill/>
              <a:prstDash val="solid"/>
            </a:ln>
          </p:spPr>
        </p:sp>
        <p:sp>
          <p:nvSpPr>
            <p:cNvPr id="1401" name="03_assume_matched_1400">
              <a:extLst>
                <a:ext uri="{FF2B5EF4-FFF2-40B4-BE49-F238E27FC236}">
                  <a16:creationId xmlns:a16="http://schemas.microsoft.com/office/drawing/2014/main" id="{08337E04-33FA-4CEC-8004-830F9FE832A8}"/>
                </a:ext>
              </a:extLst>
            </p:cNvPr>
            <p:cNvSpPr>
              <a:spLocks/>
            </p:cNvSpPr>
            <p:nvPr/>
          </p:nvSpPr>
          <p:spPr>
            <a:xfrm>
              <a:off x="1167502" y="4132738"/>
              <a:ext cx="28398" cy="28398"/>
            </a:xfrm>
            <a:prstGeom prst="ellipse">
              <a:avLst/>
            </a:prstGeom>
            <a:solidFill>
              <a:srgbClr val="7F8C97">
                <a:alpha val="48000"/>
              </a:srgbClr>
            </a:solidFill>
            <a:ln w="0">
              <a:noFill/>
              <a:prstDash val="solid"/>
            </a:ln>
          </p:spPr>
        </p:sp>
        <p:sp>
          <p:nvSpPr>
            <p:cNvPr id="1402" name="03_assume_matched_1401">
              <a:extLst>
                <a:ext uri="{FF2B5EF4-FFF2-40B4-BE49-F238E27FC236}">
                  <a16:creationId xmlns:a16="http://schemas.microsoft.com/office/drawing/2014/main" id="{0AE23C57-4ABE-4368-9738-42E37B348F91}"/>
                </a:ext>
              </a:extLst>
            </p:cNvPr>
            <p:cNvSpPr>
              <a:spLocks/>
            </p:cNvSpPr>
            <p:nvPr/>
          </p:nvSpPr>
          <p:spPr>
            <a:xfrm>
              <a:off x="1122458" y="4083999"/>
              <a:ext cx="28398" cy="28398"/>
            </a:xfrm>
            <a:prstGeom prst="ellipse">
              <a:avLst/>
            </a:prstGeom>
            <a:solidFill>
              <a:srgbClr val="7F8C97">
                <a:alpha val="48000"/>
              </a:srgbClr>
            </a:solidFill>
            <a:ln w="0">
              <a:noFill/>
              <a:prstDash val="solid"/>
            </a:ln>
          </p:spPr>
        </p:sp>
        <p:sp>
          <p:nvSpPr>
            <p:cNvPr id="1403" name="03_assume_matched_1402">
              <a:extLst>
                <a:ext uri="{FF2B5EF4-FFF2-40B4-BE49-F238E27FC236}">
                  <a16:creationId xmlns:a16="http://schemas.microsoft.com/office/drawing/2014/main" id="{BEE12A9B-29EE-4346-9742-09603568C68F}"/>
                </a:ext>
              </a:extLst>
            </p:cNvPr>
            <p:cNvSpPr>
              <a:spLocks/>
            </p:cNvSpPr>
            <p:nvPr/>
          </p:nvSpPr>
          <p:spPr>
            <a:xfrm>
              <a:off x="1132244" y="4246462"/>
              <a:ext cx="28398" cy="28398"/>
            </a:xfrm>
            <a:prstGeom prst="ellipse">
              <a:avLst/>
            </a:prstGeom>
            <a:solidFill>
              <a:srgbClr val="7F8C97">
                <a:alpha val="48000"/>
              </a:srgbClr>
            </a:solidFill>
            <a:ln w="0">
              <a:noFill/>
              <a:prstDash val="solid"/>
            </a:ln>
          </p:spPr>
        </p:sp>
        <p:sp>
          <p:nvSpPr>
            <p:cNvPr id="1404" name="03_assume_matched_1403">
              <a:extLst>
                <a:ext uri="{FF2B5EF4-FFF2-40B4-BE49-F238E27FC236}">
                  <a16:creationId xmlns:a16="http://schemas.microsoft.com/office/drawing/2014/main" id="{6590860F-865F-4A51-AAD9-8177FECE53A9}"/>
                </a:ext>
              </a:extLst>
            </p:cNvPr>
            <p:cNvSpPr>
              <a:spLocks/>
            </p:cNvSpPr>
            <p:nvPr/>
          </p:nvSpPr>
          <p:spPr>
            <a:xfrm>
              <a:off x="1069068" y="4181477"/>
              <a:ext cx="28398" cy="28398"/>
            </a:xfrm>
            <a:prstGeom prst="ellipse">
              <a:avLst/>
            </a:prstGeom>
            <a:solidFill>
              <a:srgbClr val="7F8C97">
                <a:alpha val="48000"/>
              </a:srgbClr>
            </a:solidFill>
            <a:ln w="0">
              <a:noFill/>
              <a:prstDash val="solid"/>
            </a:ln>
          </p:spPr>
        </p:sp>
        <p:sp>
          <p:nvSpPr>
            <p:cNvPr id="1405" name="03_assume_matched_1404">
              <a:extLst>
                <a:ext uri="{FF2B5EF4-FFF2-40B4-BE49-F238E27FC236}">
                  <a16:creationId xmlns:a16="http://schemas.microsoft.com/office/drawing/2014/main" id="{9A278449-B0DE-4B1E-AFA6-EA905C31BAE5}"/>
                </a:ext>
              </a:extLst>
            </p:cNvPr>
            <p:cNvSpPr>
              <a:spLocks/>
            </p:cNvSpPr>
            <p:nvPr/>
          </p:nvSpPr>
          <p:spPr>
            <a:xfrm>
              <a:off x="1159443" y="4278955"/>
              <a:ext cx="28398" cy="28398"/>
            </a:xfrm>
            <a:prstGeom prst="ellipse">
              <a:avLst/>
            </a:prstGeom>
            <a:solidFill>
              <a:srgbClr val="7F8C97">
                <a:alpha val="48000"/>
              </a:srgbClr>
            </a:solidFill>
            <a:ln w="0">
              <a:noFill/>
              <a:prstDash val="solid"/>
            </a:ln>
          </p:spPr>
        </p:sp>
        <p:sp>
          <p:nvSpPr>
            <p:cNvPr id="1406" name="03_assume_matched_1405">
              <a:extLst>
                <a:ext uri="{FF2B5EF4-FFF2-40B4-BE49-F238E27FC236}">
                  <a16:creationId xmlns:a16="http://schemas.microsoft.com/office/drawing/2014/main" id="{8FBF6D15-00D6-44A5-9A7C-8DF7F4034753}"/>
                </a:ext>
              </a:extLst>
            </p:cNvPr>
            <p:cNvSpPr>
              <a:spLocks/>
            </p:cNvSpPr>
            <p:nvPr/>
          </p:nvSpPr>
          <p:spPr>
            <a:xfrm>
              <a:off x="1132532" y="4119445"/>
              <a:ext cx="28398" cy="28398"/>
            </a:xfrm>
            <a:prstGeom prst="ellipse">
              <a:avLst/>
            </a:prstGeom>
            <a:solidFill>
              <a:srgbClr val="7F8C97">
                <a:alpha val="48000"/>
              </a:srgbClr>
            </a:solidFill>
            <a:ln w="0">
              <a:noFill/>
              <a:prstDash val="solid"/>
            </a:ln>
          </p:spPr>
        </p:sp>
        <p:sp>
          <p:nvSpPr>
            <p:cNvPr id="1407" name="03_assume_matched_1406">
              <a:extLst>
                <a:ext uri="{FF2B5EF4-FFF2-40B4-BE49-F238E27FC236}">
                  <a16:creationId xmlns:a16="http://schemas.microsoft.com/office/drawing/2014/main" id="{11D28568-A3AC-44ED-9160-AD7A0C43F936}"/>
                </a:ext>
              </a:extLst>
            </p:cNvPr>
            <p:cNvSpPr>
              <a:spLocks/>
            </p:cNvSpPr>
            <p:nvPr/>
          </p:nvSpPr>
          <p:spPr>
            <a:xfrm>
              <a:off x="1050360" y="4278955"/>
              <a:ext cx="28398" cy="28398"/>
            </a:xfrm>
            <a:prstGeom prst="ellipse">
              <a:avLst/>
            </a:prstGeom>
            <a:solidFill>
              <a:srgbClr val="7F8C97">
                <a:alpha val="48000"/>
              </a:srgbClr>
            </a:solidFill>
            <a:ln w="0">
              <a:noFill/>
              <a:prstDash val="solid"/>
            </a:ln>
          </p:spPr>
        </p:sp>
        <p:sp>
          <p:nvSpPr>
            <p:cNvPr id="1408" name="03_assume_matched_1407">
              <a:extLst>
                <a:ext uri="{FF2B5EF4-FFF2-40B4-BE49-F238E27FC236}">
                  <a16:creationId xmlns:a16="http://schemas.microsoft.com/office/drawing/2014/main" id="{197865CC-22E7-468A-BAB7-643925BE3CF7}"/>
                </a:ext>
              </a:extLst>
            </p:cNvPr>
            <p:cNvSpPr>
              <a:spLocks/>
            </p:cNvSpPr>
            <p:nvPr/>
          </p:nvSpPr>
          <p:spPr>
            <a:xfrm>
              <a:off x="1057699" y="4045007"/>
              <a:ext cx="28398" cy="28398"/>
            </a:xfrm>
            <a:prstGeom prst="ellipse">
              <a:avLst/>
            </a:prstGeom>
            <a:solidFill>
              <a:srgbClr val="7F8C97">
                <a:alpha val="48000"/>
              </a:srgbClr>
            </a:solidFill>
            <a:ln w="0">
              <a:noFill/>
              <a:prstDash val="solid"/>
            </a:ln>
          </p:spPr>
        </p:sp>
        <p:sp>
          <p:nvSpPr>
            <p:cNvPr id="1409" name="03_assume_matched_1408">
              <a:extLst>
                <a:ext uri="{FF2B5EF4-FFF2-40B4-BE49-F238E27FC236}">
                  <a16:creationId xmlns:a16="http://schemas.microsoft.com/office/drawing/2014/main" id="{700F1D08-21A1-49D2-A863-3CE1D92912C6}"/>
                </a:ext>
              </a:extLst>
            </p:cNvPr>
            <p:cNvSpPr>
              <a:spLocks/>
            </p:cNvSpPr>
            <p:nvPr/>
          </p:nvSpPr>
          <p:spPr>
            <a:xfrm>
              <a:off x="1068924" y="4132738"/>
              <a:ext cx="28398" cy="28398"/>
            </a:xfrm>
            <a:prstGeom prst="ellipse">
              <a:avLst/>
            </a:prstGeom>
            <a:solidFill>
              <a:srgbClr val="7F8C97">
                <a:alpha val="48000"/>
              </a:srgbClr>
            </a:solidFill>
            <a:ln w="0">
              <a:noFill/>
              <a:prstDash val="solid"/>
            </a:ln>
          </p:spPr>
        </p:sp>
        <p:sp>
          <p:nvSpPr>
            <p:cNvPr id="1410" name="03_assume_matched_1409">
              <a:extLst>
                <a:ext uri="{FF2B5EF4-FFF2-40B4-BE49-F238E27FC236}">
                  <a16:creationId xmlns:a16="http://schemas.microsoft.com/office/drawing/2014/main" id="{A1DC8365-BA84-413B-A321-B94CDFCF6D93}"/>
                </a:ext>
              </a:extLst>
            </p:cNvPr>
            <p:cNvSpPr>
              <a:spLocks/>
            </p:cNvSpPr>
            <p:nvPr/>
          </p:nvSpPr>
          <p:spPr>
            <a:xfrm>
              <a:off x="1158292" y="4278955"/>
              <a:ext cx="28398" cy="28398"/>
            </a:xfrm>
            <a:prstGeom prst="ellipse">
              <a:avLst/>
            </a:prstGeom>
            <a:solidFill>
              <a:srgbClr val="7F8C97">
                <a:alpha val="48000"/>
              </a:srgbClr>
            </a:solidFill>
            <a:ln w="0">
              <a:noFill/>
              <a:prstDash val="solid"/>
            </a:ln>
          </p:spPr>
        </p:sp>
        <p:sp>
          <p:nvSpPr>
            <p:cNvPr id="1411" name="03_assume_matched_1410">
              <a:extLst>
                <a:ext uri="{FF2B5EF4-FFF2-40B4-BE49-F238E27FC236}">
                  <a16:creationId xmlns:a16="http://schemas.microsoft.com/office/drawing/2014/main" id="{3BD23CC2-513A-40F9-B6D3-D3AE6224E94B}"/>
                </a:ext>
              </a:extLst>
            </p:cNvPr>
            <p:cNvSpPr>
              <a:spLocks/>
            </p:cNvSpPr>
            <p:nvPr/>
          </p:nvSpPr>
          <p:spPr>
            <a:xfrm>
              <a:off x="1071227" y="3986521"/>
              <a:ext cx="28398" cy="28398"/>
            </a:xfrm>
            <a:prstGeom prst="ellipse">
              <a:avLst/>
            </a:prstGeom>
            <a:solidFill>
              <a:srgbClr val="7F8C97">
                <a:alpha val="48000"/>
              </a:srgbClr>
            </a:solidFill>
            <a:ln w="0">
              <a:noFill/>
              <a:prstDash val="solid"/>
            </a:ln>
          </p:spPr>
        </p:sp>
        <p:sp>
          <p:nvSpPr>
            <p:cNvPr id="1412" name="03_assume_matched_1411">
              <a:extLst>
                <a:ext uri="{FF2B5EF4-FFF2-40B4-BE49-F238E27FC236}">
                  <a16:creationId xmlns:a16="http://schemas.microsoft.com/office/drawing/2014/main" id="{66A0A7E1-39E5-4FA5-86DE-51E9B10B6004}"/>
                </a:ext>
              </a:extLst>
            </p:cNvPr>
            <p:cNvSpPr>
              <a:spLocks/>
            </p:cNvSpPr>
            <p:nvPr/>
          </p:nvSpPr>
          <p:spPr>
            <a:xfrm>
              <a:off x="1150233" y="4148984"/>
              <a:ext cx="28398" cy="28398"/>
            </a:xfrm>
            <a:prstGeom prst="ellipse">
              <a:avLst/>
            </a:prstGeom>
            <a:solidFill>
              <a:srgbClr val="7F8C97">
                <a:alpha val="48000"/>
              </a:srgbClr>
            </a:solidFill>
            <a:ln w="0">
              <a:noFill/>
              <a:prstDash val="solid"/>
            </a:ln>
          </p:spPr>
        </p:sp>
        <p:sp>
          <p:nvSpPr>
            <p:cNvPr id="1413" name="03_assume_matched_1412">
              <a:extLst>
                <a:ext uri="{FF2B5EF4-FFF2-40B4-BE49-F238E27FC236}">
                  <a16:creationId xmlns:a16="http://schemas.microsoft.com/office/drawing/2014/main" id="{F5CA2B14-122B-4E92-B156-80D06FA48A28}"/>
                </a:ext>
              </a:extLst>
            </p:cNvPr>
            <p:cNvSpPr>
              <a:spLocks/>
            </p:cNvSpPr>
            <p:nvPr/>
          </p:nvSpPr>
          <p:spPr>
            <a:xfrm>
              <a:off x="1151384" y="3986521"/>
              <a:ext cx="28398" cy="28398"/>
            </a:xfrm>
            <a:prstGeom prst="ellipse">
              <a:avLst/>
            </a:prstGeom>
            <a:solidFill>
              <a:srgbClr val="7F8C97">
                <a:alpha val="48000"/>
              </a:srgbClr>
            </a:solidFill>
            <a:ln w="0">
              <a:noFill/>
              <a:prstDash val="solid"/>
            </a:ln>
          </p:spPr>
        </p:sp>
        <p:sp>
          <p:nvSpPr>
            <p:cNvPr id="1414" name="03_assume_matched_1413">
              <a:extLst>
                <a:ext uri="{FF2B5EF4-FFF2-40B4-BE49-F238E27FC236}">
                  <a16:creationId xmlns:a16="http://schemas.microsoft.com/office/drawing/2014/main" id="{A68ADAD2-FA02-4B72-B25D-720B3B0E7A66}"/>
                </a:ext>
              </a:extLst>
            </p:cNvPr>
            <p:cNvSpPr>
              <a:spLocks/>
            </p:cNvSpPr>
            <p:nvPr/>
          </p:nvSpPr>
          <p:spPr>
            <a:xfrm>
              <a:off x="1155126" y="4278955"/>
              <a:ext cx="28398" cy="28398"/>
            </a:xfrm>
            <a:prstGeom prst="ellipse">
              <a:avLst/>
            </a:prstGeom>
            <a:solidFill>
              <a:srgbClr val="7F8C97">
                <a:alpha val="48000"/>
              </a:srgbClr>
            </a:solidFill>
            <a:ln w="0">
              <a:noFill/>
              <a:prstDash val="solid"/>
            </a:ln>
          </p:spPr>
        </p:sp>
        <p:sp>
          <p:nvSpPr>
            <p:cNvPr id="1415" name="03_assume_matched_1414">
              <a:extLst>
                <a:ext uri="{FF2B5EF4-FFF2-40B4-BE49-F238E27FC236}">
                  <a16:creationId xmlns:a16="http://schemas.microsoft.com/office/drawing/2014/main" id="{C8542187-E1AA-4634-A555-38DE5FD07C00}"/>
                </a:ext>
              </a:extLst>
            </p:cNvPr>
            <p:cNvSpPr>
              <a:spLocks/>
            </p:cNvSpPr>
            <p:nvPr/>
          </p:nvSpPr>
          <p:spPr>
            <a:xfrm>
              <a:off x="1072378" y="4083999"/>
              <a:ext cx="28398" cy="28398"/>
            </a:xfrm>
            <a:prstGeom prst="ellipse">
              <a:avLst/>
            </a:prstGeom>
            <a:solidFill>
              <a:srgbClr val="7F8C97">
                <a:alpha val="48000"/>
              </a:srgbClr>
            </a:solidFill>
            <a:ln w="0">
              <a:noFill/>
              <a:prstDash val="solid"/>
            </a:ln>
          </p:spPr>
        </p:sp>
        <p:sp>
          <p:nvSpPr>
            <p:cNvPr id="1416" name="03_assume_matched_1415">
              <a:extLst>
                <a:ext uri="{FF2B5EF4-FFF2-40B4-BE49-F238E27FC236}">
                  <a16:creationId xmlns:a16="http://schemas.microsoft.com/office/drawing/2014/main" id="{B9471CBE-3F6D-4A70-A3AE-B991A89CCF7D}"/>
                </a:ext>
              </a:extLst>
            </p:cNvPr>
            <p:cNvSpPr>
              <a:spLocks/>
            </p:cNvSpPr>
            <p:nvPr/>
          </p:nvSpPr>
          <p:spPr>
            <a:xfrm>
              <a:off x="1050648" y="4278955"/>
              <a:ext cx="28398" cy="28398"/>
            </a:xfrm>
            <a:prstGeom prst="ellipse">
              <a:avLst/>
            </a:prstGeom>
            <a:solidFill>
              <a:srgbClr val="7F8C97">
                <a:alpha val="48000"/>
              </a:srgbClr>
            </a:solidFill>
            <a:ln w="0">
              <a:noFill/>
              <a:prstDash val="solid"/>
            </a:ln>
          </p:spPr>
        </p:sp>
        <p:sp>
          <p:nvSpPr>
            <p:cNvPr id="1417" name="03_assume_matched_1416">
              <a:extLst>
                <a:ext uri="{FF2B5EF4-FFF2-40B4-BE49-F238E27FC236}">
                  <a16:creationId xmlns:a16="http://schemas.microsoft.com/office/drawing/2014/main" id="{7929FB37-CF93-4050-BE78-EBDF922565DF}"/>
                </a:ext>
              </a:extLst>
            </p:cNvPr>
            <p:cNvSpPr>
              <a:spLocks/>
            </p:cNvSpPr>
            <p:nvPr/>
          </p:nvSpPr>
          <p:spPr>
            <a:xfrm>
              <a:off x="1134403" y="4278955"/>
              <a:ext cx="28398" cy="28398"/>
            </a:xfrm>
            <a:prstGeom prst="ellipse">
              <a:avLst/>
            </a:prstGeom>
            <a:solidFill>
              <a:srgbClr val="7F8C97">
                <a:alpha val="48000"/>
              </a:srgbClr>
            </a:solidFill>
            <a:ln w="0">
              <a:noFill/>
              <a:prstDash val="solid"/>
            </a:ln>
          </p:spPr>
        </p:sp>
        <p:sp>
          <p:nvSpPr>
            <p:cNvPr id="1418" name="03_assume_matched_1417">
              <a:extLst>
                <a:ext uri="{FF2B5EF4-FFF2-40B4-BE49-F238E27FC236}">
                  <a16:creationId xmlns:a16="http://schemas.microsoft.com/office/drawing/2014/main" id="{A9DB5CCE-7F10-4421-BB07-30801B09BAE9}"/>
                </a:ext>
              </a:extLst>
            </p:cNvPr>
            <p:cNvSpPr>
              <a:spLocks/>
            </p:cNvSpPr>
            <p:nvPr/>
          </p:nvSpPr>
          <p:spPr>
            <a:xfrm>
              <a:off x="1043884" y="4278955"/>
              <a:ext cx="28398" cy="28398"/>
            </a:xfrm>
            <a:prstGeom prst="ellipse">
              <a:avLst/>
            </a:prstGeom>
            <a:solidFill>
              <a:srgbClr val="7F8C97">
                <a:alpha val="48000"/>
              </a:srgbClr>
            </a:solidFill>
            <a:ln w="0">
              <a:noFill/>
              <a:prstDash val="solid"/>
            </a:ln>
          </p:spPr>
        </p:sp>
        <p:sp>
          <p:nvSpPr>
            <p:cNvPr id="1419" name="03_assume_matched_1418">
              <a:extLst>
                <a:ext uri="{FF2B5EF4-FFF2-40B4-BE49-F238E27FC236}">
                  <a16:creationId xmlns:a16="http://schemas.microsoft.com/office/drawing/2014/main" id="{0461DC28-0C23-458F-9287-1857BDEF998C}"/>
                </a:ext>
              </a:extLst>
            </p:cNvPr>
            <p:cNvSpPr>
              <a:spLocks/>
            </p:cNvSpPr>
            <p:nvPr/>
          </p:nvSpPr>
          <p:spPr>
            <a:xfrm>
              <a:off x="1138000" y="4045007"/>
              <a:ext cx="28398" cy="28398"/>
            </a:xfrm>
            <a:prstGeom prst="ellipse">
              <a:avLst/>
            </a:prstGeom>
            <a:solidFill>
              <a:srgbClr val="7F8C97">
                <a:alpha val="48000"/>
              </a:srgbClr>
            </a:solidFill>
            <a:ln w="0">
              <a:noFill/>
              <a:prstDash val="solid"/>
            </a:ln>
          </p:spPr>
        </p:sp>
        <p:sp>
          <p:nvSpPr>
            <p:cNvPr id="1420" name="03_assume_matched_1419">
              <a:extLst>
                <a:ext uri="{FF2B5EF4-FFF2-40B4-BE49-F238E27FC236}">
                  <a16:creationId xmlns:a16="http://schemas.microsoft.com/office/drawing/2014/main" id="{4D6A1B91-FCFD-4B4D-B707-BB1E9A005541}"/>
                </a:ext>
              </a:extLst>
            </p:cNvPr>
            <p:cNvSpPr>
              <a:spLocks/>
            </p:cNvSpPr>
            <p:nvPr/>
          </p:nvSpPr>
          <p:spPr>
            <a:xfrm>
              <a:off x="1045179" y="4278955"/>
              <a:ext cx="28398" cy="28398"/>
            </a:xfrm>
            <a:prstGeom prst="ellipse">
              <a:avLst/>
            </a:prstGeom>
            <a:solidFill>
              <a:srgbClr val="7F8C97">
                <a:alpha val="48000"/>
              </a:srgbClr>
            </a:solidFill>
            <a:ln w="0">
              <a:noFill/>
              <a:prstDash val="solid"/>
            </a:ln>
          </p:spPr>
        </p:sp>
        <p:sp>
          <p:nvSpPr>
            <p:cNvPr id="1421" name="03_assume_matched_1420">
              <a:extLst>
                <a:ext uri="{FF2B5EF4-FFF2-40B4-BE49-F238E27FC236}">
                  <a16:creationId xmlns:a16="http://schemas.microsoft.com/office/drawing/2014/main" id="{AB5F1684-EAFA-4A66-B2F5-9015F0B96624}"/>
                </a:ext>
              </a:extLst>
            </p:cNvPr>
            <p:cNvSpPr>
              <a:spLocks/>
            </p:cNvSpPr>
            <p:nvPr/>
          </p:nvSpPr>
          <p:spPr>
            <a:xfrm>
              <a:off x="1165631" y="4278955"/>
              <a:ext cx="28398" cy="28398"/>
            </a:xfrm>
            <a:prstGeom prst="ellipse">
              <a:avLst/>
            </a:prstGeom>
            <a:solidFill>
              <a:srgbClr val="7F8C97">
                <a:alpha val="48000"/>
              </a:srgbClr>
            </a:solidFill>
            <a:ln w="0">
              <a:noFill/>
              <a:prstDash val="solid"/>
            </a:ln>
          </p:spPr>
        </p:sp>
        <p:sp>
          <p:nvSpPr>
            <p:cNvPr id="1422" name="03_assume_matched_1421">
              <a:extLst>
                <a:ext uri="{FF2B5EF4-FFF2-40B4-BE49-F238E27FC236}">
                  <a16:creationId xmlns:a16="http://schemas.microsoft.com/office/drawing/2014/main" id="{5741A07D-6391-4456-B240-964584D9E2B7}"/>
                </a:ext>
              </a:extLst>
            </p:cNvPr>
            <p:cNvSpPr>
              <a:spLocks/>
            </p:cNvSpPr>
            <p:nvPr/>
          </p:nvSpPr>
          <p:spPr>
            <a:xfrm>
              <a:off x="1143613" y="4278955"/>
              <a:ext cx="28398" cy="28398"/>
            </a:xfrm>
            <a:prstGeom prst="ellipse">
              <a:avLst/>
            </a:prstGeom>
            <a:solidFill>
              <a:srgbClr val="7F8C97">
                <a:alpha val="48000"/>
              </a:srgbClr>
            </a:solidFill>
            <a:ln w="0">
              <a:noFill/>
              <a:prstDash val="solid"/>
            </a:ln>
          </p:spPr>
        </p:sp>
        <p:sp>
          <p:nvSpPr>
            <p:cNvPr id="1423" name="03_assume_matched_1422">
              <a:extLst>
                <a:ext uri="{FF2B5EF4-FFF2-40B4-BE49-F238E27FC236}">
                  <a16:creationId xmlns:a16="http://schemas.microsoft.com/office/drawing/2014/main" id="{C656DA8E-324F-4DDB-9CB3-46879331A609}"/>
                </a:ext>
              </a:extLst>
            </p:cNvPr>
            <p:cNvSpPr>
              <a:spLocks/>
            </p:cNvSpPr>
            <p:nvPr/>
          </p:nvSpPr>
          <p:spPr>
            <a:xfrm>
              <a:off x="1091518" y="4278955"/>
              <a:ext cx="28398" cy="28398"/>
            </a:xfrm>
            <a:prstGeom prst="ellipse">
              <a:avLst/>
            </a:prstGeom>
            <a:solidFill>
              <a:srgbClr val="7F8C97">
                <a:alpha val="48000"/>
              </a:srgbClr>
            </a:solidFill>
            <a:ln w="0">
              <a:noFill/>
              <a:prstDash val="solid"/>
            </a:ln>
          </p:spPr>
        </p:sp>
        <p:sp>
          <p:nvSpPr>
            <p:cNvPr id="1424" name="03_assume_matched_1423">
              <a:extLst>
                <a:ext uri="{FF2B5EF4-FFF2-40B4-BE49-F238E27FC236}">
                  <a16:creationId xmlns:a16="http://schemas.microsoft.com/office/drawing/2014/main" id="{8CF1CEB7-EDB2-4CBA-A29F-C11F08DA3D56}"/>
                </a:ext>
              </a:extLst>
            </p:cNvPr>
            <p:cNvSpPr>
              <a:spLocks/>
            </p:cNvSpPr>
            <p:nvPr/>
          </p:nvSpPr>
          <p:spPr>
            <a:xfrm>
              <a:off x="1067197" y="4278955"/>
              <a:ext cx="28398" cy="28398"/>
            </a:xfrm>
            <a:prstGeom prst="ellipse">
              <a:avLst/>
            </a:prstGeom>
            <a:solidFill>
              <a:srgbClr val="7F8C97">
                <a:alpha val="48000"/>
              </a:srgbClr>
            </a:solidFill>
            <a:ln w="0">
              <a:noFill/>
              <a:prstDash val="solid"/>
            </a:ln>
          </p:spPr>
        </p:sp>
        <p:sp>
          <p:nvSpPr>
            <p:cNvPr id="1425" name="03_assume_matched_1424">
              <a:extLst>
                <a:ext uri="{FF2B5EF4-FFF2-40B4-BE49-F238E27FC236}">
                  <a16:creationId xmlns:a16="http://schemas.microsoft.com/office/drawing/2014/main" id="{12A59309-E9D7-47E1-91C2-A706C30DF091}"/>
                </a:ext>
              </a:extLst>
            </p:cNvPr>
            <p:cNvSpPr>
              <a:spLocks/>
            </p:cNvSpPr>
            <p:nvPr/>
          </p:nvSpPr>
          <p:spPr>
            <a:xfrm>
              <a:off x="1169660" y="4278955"/>
              <a:ext cx="28398" cy="28398"/>
            </a:xfrm>
            <a:prstGeom prst="ellipse">
              <a:avLst/>
            </a:prstGeom>
            <a:solidFill>
              <a:srgbClr val="7F8C97">
                <a:alpha val="48000"/>
              </a:srgbClr>
            </a:solidFill>
            <a:ln w="0">
              <a:noFill/>
              <a:prstDash val="solid"/>
            </a:ln>
          </p:spPr>
        </p:sp>
        <p:sp>
          <p:nvSpPr>
            <p:cNvPr id="1426" name="03_assume_matched_1425">
              <a:extLst>
                <a:ext uri="{FF2B5EF4-FFF2-40B4-BE49-F238E27FC236}">
                  <a16:creationId xmlns:a16="http://schemas.microsoft.com/office/drawing/2014/main" id="{7D7CAE52-2675-4264-9A1C-12EFCC3C0414}"/>
                </a:ext>
              </a:extLst>
            </p:cNvPr>
            <p:cNvSpPr>
              <a:spLocks/>
            </p:cNvSpPr>
            <p:nvPr/>
          </p:nvSpPr>
          <p:spPr>
            <a:xfrm>
              <a:off x="1117422" y="4278955"/>
              <a:ext cx="28398" cy="28398"/>
            </a:xfrm>
            <a:prstGeom prst="ellipse">
              <a:avLst/>
            </a:prstGeom>
            <a:solidFill>
              <a:srgbClr val="7F8C97">
                <a:alpha val="48000"/>
              </a:srgbClr>
            </a:solidFill>
            <a:ln w="0">
              <a:noFill/>
              <a:prstDash val="solid"/>
            </a:ln>
          </p:spPr>
        </p:sp>
        <p:sp>
          <p:nvSpPr>
            <p:cNvPr id="1427" name="03_assume_matched_1426">
              <a:extLst>
                <a:ext uri="{FF2B5EF4-FFF2-40B4-BE49-F238E27FC236}">
                  <a16:creationId xmlns:a16="http://schemas.microsoft.com/office/drawing/2014/main" id="{E821CBC8-1EDC-4F53-8FEF-2F30E3AFD1F1}"/>
                </a:ext>
              </a:extLst>
            </p:cNvPr>
            <p:cNvSpPr>
              <a:spLocks/>
            </p:cNvSpPr>
            <p:nvPr/>
          </p:nvSpPr>
          <p:spPr>
            <a:xfrm>
              <a:off x="1150233" y="4278955"/>
              <a:ext cx="28398" cy="28398"/>
            </a:xfrm>
            <a:prstGeom prst="ellipse">
              <a:avLst/>
            </a:prstGeom>
            <a:solidFill>
              <a:srgbClr val="7F8C97">
                <a:alpha val="48000"/>
              </a:srgbClr>
            </a:solidFill>
            <a:ln w="0">
              <a:noFill/>
              <a:prstDash val="solid"/>
            </a:ln>
          </p:spPr>
        </p:sp>
        <p:sp>
          <p:nvSpPr>
            <p:cNvPr id="1428" name="03_assume_matched_1427">
              <a:extLst>
                <a:ext uri="{FF2B5EF4-FFF2-40B4-BE49-F238E27FC236}">
                  <a16:creationId xmlns:a16="http://schemas.microsoft.com/office/drawing/2014/main" id="{74C40A4D-972D-43BE-BE32-EECF4F3B4AAF}"/>
                </a:ext>
              </a:extLst>
            </p:cNvPr>
            <p:cNvSpPr>
              <a:spLocks/>
            </p:cNvSpPr>
            <p:nvPr/>
          </p:nvSpPr>
          <p:spPr>
            <a:xfrm>
              <a:off x="1049353" y="4278955"/>
              <a:ext cx="28398" cy="28398"/>
            </a:xfrm>
            <a:prstGeom prst="ellipse">
              <a:avLst/>
            </a:prstGeom>
            <a:solidFill>
              <a:srgbClr val="7F8C97">
                <a:alpha val="48000"/>
              </a:srgbClr>
            </a:solidFill>
            <a:ln w="0">
              <a:noFill/>
              <a:prstDash val="solid"/>
            </a:ln>
          </p:spPr>
        </p:sp>
        <p:sp>
          <p:nvSpPr>
            <p:cNvPr id="1429" name="03_assume_matched_1428">
              <a:extLst>
                <a:ext uri="{FF2B5EF4-FFF2-40B4-BE49-F238E27FC236}">
                  <a16:creationId xmlns:a16="http://schemas.microsoft.com/office/drawing/2014/main" id="{EA4717CB-9627-4ABE-9E29-96A2B69F6CD8}"/>
                </a:ext>
              </a:extLst>
            </p:cNvPr>
            <p:cNvSpPr>
              <a:spLocks/>
            </p:cNvSpPr>
            <p:nvPr/>
          </p:nvSpPr>
          <p:spPr>
            <a:xfrm>
              <a:off x="1141310" y="3986521"/>
              <a:ext cx="28398" cy="28398"/>
            </a:xfrm>
            <a:prstGeom prst="ellipse">
              <a:avLst/>
            </a:prstGeom>
            <a:solidFill>
              <a:srgbClr val="7F8C97">
                <a:alpha val="48000"/>
              </a:srgbClr>
            </a:solidFill>
            <a:ln w="0">
              <a:noFill/>
              <a:prstDash val="solid"/>
            </a:ln>
          </p:spPr>
        </p:sp>
        <p:sp>
          <p:nvSpPr>
            <p:cNvPr id="1430" name="03_assume_matched_1429">
              <a:extLst>
                <a:ext uri="{FF2B5EF4-FFF2-40B4-BE49-F238E27FC236}">
                  <a16:creationId xmlns:a16="http://schemas.microsoft.com/office/drawing/2014/main" id="{25CB6CBA-41EF-4FD0-9E5C-F3AD78F83597}"/>
                </a:ext>
              </a:extLst>
            </p:cNvPr>
            <p:cNvSpPr>
              <a:spLocks/>
            </p:cNvSpPr>
            <p:nvPr/>
          </p:nvSpPr>
          <p:spPr>
            <a:xfrm>
              <a:off x="1120444" y="4181477"/>
              <a:ext cx="28398" cy="28398"/>
            </a:xfrm>
            <a:prstGeom prst="ellipse">
              <a:avLst/>
            </a:prstGeom>
            <a:solidFill>
              <a:srgbClr val="7F8C97">
                <a:alpha val="48000"/>
              </a:srgbClr>
            </a:solidFill>
            <a:ln w="0">
              <a:noFill/>
              <a:prstDash val="solid"/>
            </a:ln>
          </p:spPr>
        </p:sp>
        <p:sp>
          <p:nvSpPr>
            <p:cNvPr id="1431" name="03_assume_matched_1430">
              <a:extLst>
                <a:ext uri="{FF2B5EF4-FFF2-40B4-BE49-F238E27FC236}">
                  <a16:creationId xmlns:a16="http://schemas.microsoft.com/office/drawing/2014/main" id="{8E765915-AFF3-45CA-B295-1B534BD8B2FB}"/>
                </a:ext>
              </a:extLst>
            </p:cNvPr>
            <p:cNvSpPr>
              <a:spLocks/>
            </p:cNvSpPr>
            <p:nvPr/>
          </p:nvSpPr>
          <p:spPr>
            <a:xfrm>
              <a:off x="1029061" y="3986521"/>
              <a:ext cx="28398" cy="28398"/>
            </a:xfrm>
            <a:prstGeom prst="ellipse">
              <a:avLst/>
            </a:prstGeom>
            <a:solidFill>
              <a:srgbClr val="7F8C97">
                <a:alpha val="48000"/>
              </a:srgbClr>
            </a:solidFill>
            <a:ln w="0">
              <a:noFill/>
              <a:prstDash val="solid"/>
            </a:ln>
          </p:spPr>
        </p:sp>
        <p:sp>
          <p:nvSpPr>
            <p:cNvPr id="1432" name="03_assume_matched_1431">
              <a:extLst>
                <a:ext uri="{FF2B5EF4-FFF2-40B4-BE49-F238E27FC236}">
                  <a16:creationId xmlns:a16="http://schemas.microsoft.com/office/drawing/2014/main" id="{6E15C878-D01E-4D00-86D8-DFA1C0338F68}"/>
                </a:ext>
              </a:extLst>
            </p:cNvPr>
            <p:cNvSpPr>
              <a:spLocks/>
            </p:cNvSpPr>
            <p:nvPr/>
          </p:nvSpPr>
          <p:spPr>
            <a:xfrm>
              <a:off x="1088352" y="4278955"/>
              <a:ext cx="28398" cy="28398"/>
            </a:xfrm>
            <a:prstGeom prst="ellipse">
              <a:avLst/>
            </a:prstGeom>
            <a:solidFill>
              <a:srgbClr val="7F8C97">
                <a:alpha val="48000"/>
              </a:srgbClr>
            </a:solidFill>
            <a:ln w="0">
              <a:noFill/>
              <a:prstDash val="solid"/>
            </a:ln>
          </p:spPr>
        </p:sp>
        <p:sp>
          <p:nvSpPr>
            <p:cNvPr id="1433" name="03_assume_matched_1432">
              <a:extLst>
                <a:ext uri="{FF2B5EF4-FFF2-40B4-BE49-F238E27FC236}">
                  <a16:creationId xmlns:a16="http://schemas.microsoft.com/office/drawing/2014/main" id="{3B28C33C-BD36-4A69-A6A1-063CDC0A2CDD}"/>
                </a:ext>
              </a:extLst>
            </p:cNvPr>
            <p:cNvSpPr>
              <a:spLocks/>
            </p:cNvSpPr>
            <p:nvPr/>
          </p:nvSpPr>
          <p:spPr>
            <a:xfrm>
              <a:off x="1070507" y="4278955"/>
              <a:ext cx="28398" cy="28398"/>
            </a:xfrm>
            <a:prstGeom prst="ellipse">
              <a:avLst/>
            </a:prstGeom>
            <a:solidFill>
              <a:srgbClr val="7F8C97">
                <a:alpha val="48000"/>
              </a:srgbClr>
            </a:solidFill>
            <a:ln w="0">
              <a:noFill/>
              <a:prstDash val="solid"/>
            </a:ln>
          </p:spPr>
        </p:sp>
        <p:sp>
          <p:nvSpPr>
            <p:cNvPr id="1434" name="03_assume_matched_1433">
              <a:extLst>
                <a:ext uri="{FF2B5EF4-FFF2-40B4-BE49-F238E27FC236}">
                  <a16:creationId xmlns:a16="http://schemas.microsoft.com/office/drawing/2014/main" id="{5EE4EC44-FFC3-40D0-BDE3-36E28B821DD9}"/>
                </a:ext>
              </a:extLst>
            </p:cNvPr>
            <p:cNvSpPr>
              <a:spLocks/>
            </p:cNvSpPr>
            <p:nvPr/>
          </p:nvSpPr>
          <p:spPr>
            <a:xfrm>
              <a:off x="1102743" y="3986521"/>
              <a:ext cx="28398" cy="28398"/>
            </a:xfrm>
            <a:prstGeom prst="ellipse">
              <a:avLst/>
            </a:prstGeom>
            <a:solidFill>
              <a:srgbClr val="7F8C97">
                <a:alpha val="48000"/>
              </a:srgbClr>
            </a:solidFill>
            <a:ln w="0">
              <a:noFill/>
              <a:prstDash val="solid"/>
            </a:ln>
          </p:spPr>
        </p:sp>
        <p:sp>
          <p:nvSpPr>
            <p:cNvPr id="1435" name="03_assume_matched_1434">
              <a:extLst>
                <a:ext uri="{FF2B5EF4-FFF2-40B4-BE49-F238E27FC236}">
                  <a16:creationId xmlns:a16="http://schemas.microsoft.com/office/drawing/2014/main" id="{66FD48FD-FB12-4E2B-ABC9-D6ABA3E17070}"/>
                </a:ext>
              </a:extLst>
            </p:cNvPr>
            <p:cNvSpPr>
              <a:spLocks/>
            </p:cNvSpPr>
            <p:nvPr/>
          </p:nvSpPr>
          <p:spPr>
            <a:xfrm>
              <a:off x="1084610" y="4230216"/>
              <a:ext cx="28398" cy="28398"/>
            </a:xfrm>
            <a:prstGeom prst="ellipse">
              <a:avLst/>
            </a:prstGeom>
            <a:solidFill>
              <a:srgbClr val="7F8C97">
                <a:alpha val="48000"/>
              </a:srgbClr>
            </a:solidFill>
            <a:ln w="0">
              <a:noFill/>
              <a:prstDash val="solid"/>
            </a:ln>
          </p:spPr>
        </p:sp>
        <p:sp>
          <p:nvSpPr>
            <p:cNvPr id="1436" name="03_assume_matched_1435">
              <a:extLst>
                <a:ext uri="{FF2B5EF4-FFF2-40B4-BE49-F238E27FC236}">
                  <a16:creationId xmlns:a16="http://schemas.microsoft.com/office/drawing/2014/main" id="{461BFBD4-85FD-43E1-A7ED-CBD7F7BAC812}"/>
                </a:ext>
              </a:extLst>
            </p:cNvPr>
            <p:cNvSpPr>
              <a:spLocks/>
            </p:cNvSpPr>
            <p:nvPr/>
          </p:nvSpPr>
          <p:spPr>
            <a:xfrm>
              <a:off x="1146779" y="4132738"/>
              <a:ext cx="28398" cy="28398"/>
            </a:xfrm>
            <a:prstGeom prst="ellipse">
              <a:avLst/>
            </a:prstGeom>
            <a:solidFill>
              <a:srgbClr val="7F8C97">
                <a:alpha val="48000"/>
              </a:srgbClr>
            </a:solidFill>
            <a:ln w="0">
              <a:noFill/>
              <a:prstDash val="solid"/>
            </a:ln>
          </p:spPr>
        </p:sp>
        <p:sp>
          <p:nvSpPr>
            <p:cNvPr id="1437" name="03_assume_matched_1436">
              <a:extLst>
                <a:ext uri="{FF2B5EF4-FFF2-40B4-BE49-F238E27FC236}">
                  <a16:creationId xmlns:a16="http://schemas.microsoft.com/office/drawing/2014/main" id="{98646278-F825-46B9-9070-C40220F86311}"/>
                </a:ext>
              </a:extLst>
            </p:cNvPr>
            <p:cNvSpPr>
              <a:spLocks/>
            </p:cNvSpPr>
            <p:nvPr/>
          </p:nvSpPr>
          <p:spPr>
            <a:xfrm>
              <a:off x="1044891" y="3986521"/>
              <a:ext cx="28398" cy="28398"/>
            </a:xfrm>
            <a:prstGeom prst="ellipse">
              <a:avLst/>
            </a:prstGeom>
            <a:solidFill>
              <a:srgbClr val="7F8C97">
                <a:alpha val="48000"/>
              </a:srgbClr>
            </a:solidFill>
            <a:ln w="0">
              <a:noFill/>
              <a:prstDash val="solid"/>
            </a:ln>
          </p:spPr>
        </p:sp>
        <p:sp>
          <p:nvSpPr>
            <p:cNvPr id="1438" name="03_assume_matched_1437">
              <a:extLst>
                <a:ext uri="{FF2B5EF4-FFF2-40B4-BE49-F238E27FC236}">
                  <a16:creationId xmlns:a16="http://schemas.microsoft.com/office/drawing/2014/main" id="{31FA3A65-A0AD-4FD2-B543-D2362B5F4CF2}"/>
                </a:ext>
              </a:extLst>
            </p:cNvPr>
            <p:cNvSpPr>
              <a:spLocks/>
            </p:cNvSpPr>
            <p:nvPr/>
          </p:nvSpPr>
          <p:spPr>
            <a:xfrm>
              <a:off x="1051511" y="4278955"/>
              <a:ext cx="28398" cy="28398"/>
            </a:xfrm>
            <a:prstGeom prst="ellipse">
              <a:avLst/>
            </a:prstGeom>
            <a:solidFill>
              <a:srgbClr val="7F8C97">
                <a:alpha val="48000"/>
              </a:srgbClr>
            </a:solidFill>
            <a:ln w="0">
              <a:noFill/>
              <a:prstDash val="solid"/>
            </a:ln>
          </p:spPr>
        </p:sp>
        <p:sp>
          <p:nvSpPr>
            <p:cNvPr id="1439" name="03_assume_matched_1438">
              <a:extLst>
                <a:ext uri="{FF2B5EF4-FFF2-40B4-BE49-F238E27FC236}">
                  <a16:creationId xmlns:a16="http://schemas.microsoft.com/office/drawing/2014/main" id="{E143C29A-9A23-41EC-8033-79DC278E0171}"/>
                </a:ext>
              </a:extLst>
            </p:cNvPr>
            <p:cNvSpPr>
              <a:spLocks/>
            </p:cNvSpPr>
            <p:nvPr/>
          </p:nvSpPr>
          <p:spPr>
            <a:xfrm>
              <a:off x="1111377" y="3986521"/>
              <a:ext cx="28398" cy="28398"/>
            </a:xfrm>
            <a:prstGeom prst="ellipse">
              <a:avLst/>
            </a:prstGeom>
            <a:solidFill>
              <a:srgbClr val="7F8C97">
                <a:alpha val="48000"/>
              </a:srgbClr>
            </a:solidFill>
            <a:ln w="0">
              <a:noFill/>
              <a:prstDash val="solid"/>
            </a:ln>
          </p:spPr>
        </p:sp>
        <p:sp>
          <p:nvSpPr>
            <p:cNvPr id="1440" name="03_assume_matched_1439">
              <a:extLst>
                <a:ext uri="{FF2B5EF4-FFF2-40B4-BE49-F238E27FC236}">
                  <a16:creationId xmlns:a16="http://schemas.microsoft.com/office/drawing/2014/main" id="{C80DDD12-D9FA-4AD4-9386-778408C48953}"/>
                </a:ext>
              </a:extLst>
            </p:cNvPr>
            <p:cNvSpPr>
              <a:spLocks/>
            </p:cNvSpPr>
            <p:nvPr/>
          </p:nvSpPr>
          <p:spPr>
            <a:xfrm>
              <a:off x="1110082" y="4278955"/>
              <a:ext cx="28398" cy="28398"/>
            </a:xfrm>
            <a:prstGeom prst="ellipse">
              <a:avLst/>
            </a:prstGeom>
            <a:solidFill>
              <a:srgbClr val="7F8C97">
                <a:alpha val="48000"/>
              </a:srgbClr>
            </a:solidFill>
            <a:ln w="0">
              <a:noFill/>
              <a:prstDash val="solid"/>
            </a:ln>
          </p:spPr>
        </p:sp>
        <p:sp>
          <p:nvSpPr>
            <p:cNvPr id="1441" name="03_assume_matched_1440">
              <a:extLst>
                <a:ext uri="{FF2B5EF4-FFF2-40B4-BE49-F238E27FC236}">
                  <a16:creationId xmlns:a16="http://schemas.microsoft.com/office/drawing/2014/main" id="{EEFAB09B-E431-457F-8260-40ACC0B24F06}"/>
                </a:ext>
              </a:extLst>
            </p:cNvPr>
            <p:cNvSpPr>
              <a:spLocks/>
            </p:cNvSpPr>
            <p:nvPr/>
          </p:nvSpPr>
          <p:spPr>
            <a:xfrm>
              <a:off x="1156853" y="4278955"/>
              <a:ext cx="28398" cy="28398"/>
            </a:xfrm>
            <a:prstGeom prst="ellipse">
              <a:avLst/>
            </a:prstGeom>
            <a:solidFill>
              <a:srgbClr val="7F8C97">
                <a:alpha val="48000"/>
              </a:srgbClr>
            </a:solidFill>
            <a:ln w="0">
              <a:noFill/>
              <a:prstDash val="solid"/>
            </a:ln>
          </p:spPr>
        </p:sp>
        <p:sp>
          <p:nvSpPr>
            <p:cNvPr id="1442" name="03_assume_matched_1441">
              <a:extLst>
                <a:ext uri="{FF2B5EF4-FFF2-40B4-BE49-F238E27FC236}">
                  <a16:creationId xmlns:a16="http://schemas.microsoft.com/office/drawing/2014/main" id="{BC6A37AD-550F-476A-926C-F55C45B1A289}"/>
                </a:ext>
              </a:extLst>
            </p:cNvPr>
            <p:cNvSpPr>
              <a:spLocks/>
            </p:cNvSpPr>
            <p:nvPr/>
          </p:nvSpPr>
          <p:spPr>
            <a:xfrm>
              <a:off x="1135122" y="4278955"/>
              <a:ext cx="28398" cy="28398"/>
            </a:xfrm>
            <a:prstGeom prst="ellipse">
              <a:avLst/>
            </a:prstGeom>
            <a:solidFill>
              <a:srgbClr val="7F8C97">
                <a:alpha val="48000"/>
              </a:srgbClr>
            </a:solidFill>
            <a:ln w="0">
              <a:noFill/>
              <a:prstDash val="solid"/>
            </a:ln>
          </p:spPr>
        </p:sp>
        <p:sp>
          <p:nvSpPr>
            <p:cNvPr id="1443" name="03_assume_matched_1442">
              <a:extLst>
                <a:ext uri="{FF2B5EF4-FFF2-40B4-BE49-F238E27FC236}">
                  <a16:creationId xmlns:a16="http://schemas.microsoft.com/office/drawing/2014/main" id="{15D62F6B-CE1D-47A3-838A-D0C90AF184CB}"/>
                </a:ext>
              </a:extLst>
            </p:cNvPr>
            <p:cNvSpPr>
              <a:spLocks/>
            </p:cNvSpPr>
            <p:nvPr/>
          </p:nvSpPr>
          <p:spPr>
            <a:xfrm>
              <a:off x="1067197" y="4278955"/>
              <a:ext cx="28398" cy="28398"/>
            </a:xfrm>
            <a:prstGeom prst="ellipse">
              <a:avLst/>
            </a:prstGeom>
            <a:solidFill>
              <a:srgbClr val="7F8C97">
                <a:alpha val="48000"/>
              </a:srgbClr>
            </a:solidFill>
            <a:ln w="0">
              <a:noFill/>
              <a:prstDash val="solid"/>
            </a:ln>
          </p:spPr>
        </p:sp>
        <p:sp>
          <p:nvSpPr>
            <p:cNvPr id="1444" name="03_assume_matched_1443">
              <a:extLst>
                <a:ext uri="{FF2B5EF4-FFF2-40B4-BE49-F238E27FC236}">
                  <a16:creationId xmlns:a16="http://schemas.microsoft.com/office/drawing/2014/main" id="{5DAA042B-61CA-4135-A9E1-9ACF9DA806AC}"/>
                </a:ext>
              </a:extLst>
            </p:cNvPr>
            <p:cNvSpPr>
              <a:spLocks/>
            </p:cNvSpPr>
            <p:nvPr/>
          </p:nvSpPr>
          <p:spPr>
            <a:xfrm>
              <a:off x="1138000" y="4278955"/>
              <a:ext cx="28398" cy="28398"/>
            </a:xfrm>
            <a:prstGeom prst="ellipse">
              <a:avLst/>
            </a:prstGeom>
            <a:solidFill>
              <a:srgbClr val="7F8C97">
                <a:alpha val="48000"/>
              </a:srgbClr>
            </a:solidFill>
            <a:ln w="0">
              <a:noFill/>
              <a:prstDash val="solid"/>
            </a:ln>
          </p:spPr>
        </p:sp>
        <p:sp>
          <p:nvSpPr>
            <p:cNvPr id="1445" name="03_assume_matched_1444">
              <a:extLst>
                <a:ext uri="{FF2B5EF4-FFF2-40B4-BE49-F238E27FC236}">
                  <a16:creationId xmlns:a16="http://schemas.microsoft.com/office/drawing/2014/main" id="{4DEECDD3-1247-4522-938D-6AAD9CC4842E}"/>
                </a:ext>
              </a:extLst>
            </p:cNvPr>
            <p:cNvSpPr>
              <a:spLocks/>
            </p:cNvSpPr>
            <p:nvPr/>
          </p:nvSpPr>
          <p:spPr>
            <a:xfrm>
              <a:off x="1126344" y="4278955"/>
              <a:ext cx="28398" cy="28398"/>
            </a:xfrm>
            <a:prstGeom prst="ellipse">
              <a:avLst/>
            </a:prstGeom>
            <a:solidFill>
              <a:srgbClr val="7F8C97">
                <a:alpha val="48000"/>
              </a:srgbClr>
            </a:solidFill>
            <a:ln w="0">
              <a:noFill/>
              <a:prstDash val="solid"/>
            </a:ln>
          </p:spPr>
        </p:sp>
        <p:sp>
          <p:nvSpPr>
            <p:cNvPr id="1446" name="03_assume_matched_1445">
              <a:extLst>
                <a:ext uri="{FF2B5EF4-FFF2-40B4-BE49-F238E27FC236}">
                  <a16:creationId xmlns:a16="http://schemas.microsoft.com/office/drawing/2014/main" id="{CB30C23A-270D-4CCC-9F40-2121AF88D906}"/>
                </a:ext>
              </a:extLst>
            </p:cNvPr>
            <p:cNvSpPr>
              <a:spLocks/>
            </p:cNvSpPr>
            <p:nvPr/>
          </p:nvSpPr>
          <p:spPr>
            <a:xfrm>
              <a:off x="1132532" y="4278955"/>
              <a:ext cx="28398" cy="28398"/>
            </a:xfrm>
            <a:prstGeom prst="ellipse">
              <a:avLst/>
            </a:prstGeom>
            <a:solidFill>
              <a:srgbClr val="7F8C97">
                <a:alpha val="48000"/>
              </a:srgbClr>
            </a:solidFill>
            <a:ln w="0">
              <a:noFill/>
              <a:prstDash val="solid"/>
            </a:ln>
          </p:spPr>
        </p:sp>
        <p:sp>
          <p:nvSpPr>
            <p:cNvPr id="1447" name="03_assume_matched_1446">
              <a:extLst>
                <a:ext uri="{FF2B5EF4-FFF2-40B4-BE49-F238E27FC236}">
                  <a16:creationId xmlns:a16="http://schemas.microsoft.com/office/drawing/2014/main" id="{61CDC489-547D-4FF7-BE94-873CD4148EAC}"/>
                </a:ext>
              </a:extLst>
            </p:cNvPr>
            <p:cNvSpPr>
              <a:spLocks/>
            </p:cNvSpPr>
            <p:nvPr/>
          </p:nvSpPr>
          <p:spPr>
            <a:xfrm>
              <a:off x="1145915" y="4278955"/>
              <a:ext cx="28398" cy="28398"/>
            </a:xfrm>
            <a:prstGeom prst="ellipse">
              <a:avLst/>
            </a:prstGeom>
            <a:solidFill>
              <a:srgbClr val="7F8C97">
                <a:alpha val="48000"/>
              </a:srgbClr>
            </a:solidFill>
            <a:ln w="0">
              <a:noFill/>
              <a:prstDash val="solid"/>
            </a:ln>
          </p:spPr>
        </p:sp>
        <p:sp>
          <p:nvSpPr>
            <p:cNvPr id="1448" name="03_assume_matched_1447">
              <a:extLst>
                <a:ext uri="{FF2B5EF4-FFF2-40B4-BE49-F238E27FC236}">
                  <a16:creationId xmlns:a16="http://schemas.microsoft.com/office/drawing/2014/main" id="{E64806FF-00F3-4C20-98B1-9A1F3FCCCE52}"/>
                </a:ext>
              </a:extLst>
            </p:cNvPr>
            <p:cNvSpPr>
              <a:spLocks/>
            </p:cNvSpPr>
            <p:nvPr/>
          </p:nvSpPr>
          <p:spPr>
            <a:xfrm>
              <a:off x="1054533" y="3986521"/>
              <a:ext cx="28398" cy="28398"/>
            </a:xfrm>
            <a:prstGeom prst="ellipse">
              <a:avLst/>
            </a:prstGeom>
            <a:solidFill>
              <a:srgbClr val="7F8C97">
                <a:alpha val="48000"/>
              </a:srgbClr>
            </a:solidFill>
            <a:ln w="0">
              <a:noFill/>
              <a:prstDash val="solid"/>
            </a:ln>
          </p:spPr>
        </p:sp>
        <p:sp>
          <p:nvSpPr>
            <p:cNvPr id="1449" name="03_assume_matched_1448">
              <a:extLst>
                <a:ext uri="{FF2B5EF4-FFF2-40B4-BE49-F238E27FC236}">
                  <a16:creationId xmlns:a16="http://schemas.microsoft.com/office/drawing/2014/main" id="{DBECA7E7-1632-4174-BBB5-504F9B0D7DC9}"/>
                </a:ext>
              </a:extLst>
            </p:cNvPr>
            <p:cNvSpPr>
              <a:spLocks/>
            </p:cNvSpPr>
            <p:nvPr/>
          </p:nvSpPr>
          <p:spPr>
            <a:xfrm>
              <a:off x="1043740" y="4083999"/>
              <a:ext cx="28398" cy="28398"/>
            </a:xfrm>
            <a:prstGeom prst="ellipse">
              <a:avLst/>
            </a:prstGeom>
            <a:solidFill>
              <a:srgbClr val="7F8C97">
                <a:alpha val="48000"/>
              </a:srgbClr>
            </a:solidFill>
            <a:ln w="0">
              <a:noFill/>
              <a:prstDash val="solid"/>
            </a:ln>
          </p:spPr>
        </p:sp>
        <p:sp>
          <p:nvSpPr>
            <p:cNvPr id="1450" name="03_assume_matched_1449">
              <a:extLst>
                <a:ext uri="{FF2B5EF4-FFF2-40B4-BE49-F238E27FC236}">
                  <a16:creationId xmlns:a16="http://schemas.microsoft.com/office/drawing/2014/main" id="{E8698BD7-B615-426E-ABA2-5FFF8D4A1F92}"/>
                </a:ext>
              </a:extLst>
            </p:cNvPr>
            <p:cNvSpPr>
              <a:spLocks/>
            </p:cNvSpPr>
            <p:nvPr/>
          </p:nvSpPr>
          <p:spPr>
            <a:xfrm>
              <a:off x="1126632" y="4132738"/>
              <a:ext cx="28398" cy="28398"/>
            </a:xfrm>
            <a:prstGeom prst="ellipse">
              <a:avLst/>
            </a:prstGeom>
            <a:solidFill>
              <a:srgbClr val="7F8C97">
                <a:alpha val="48000"/>
              </a:srgbClr>
            </a:solidFill>
            <a:ln w="0">
              <a:noFill/>
              <a:prstDash val="solid"/>
            </a:ln>
          </p:spPr>
        </p:sp>
        <p:sp>
          <p:nvSpPr>
            <p:cNvPr id="1451" name="03_assume_matched_1450">
              <a:extLst>
                <a:ext uri="{FF2B5EF4-FFF2-40B4-BE49-F238E27FC236}">
                  <a16:creationId xmlns:a16="http://schemas.microsoft.com/office/drawing/2014/main" id="{101A9330-74A6-44EC-9E59-EFB616D5D106}"/>
                </a:ext>
              </a:extLst>
            </p:cNvPr>
            <p:cNvSpPr>
              <a:spLocks/>
            </p:cNvSpPr>
            <p:nvPr/>
          </p:nvSpPr>
          <p:spPr>
            <a:xfrm>
              <a:off x="1163760" y="4237179"/>
              <a:ext cx="28398" cy="28398"/>
            </a:xfrm>
            <a:prstGeom prst="ellipse">
              <a:avLst/>
            </a:prstGeom>
            <a:solidFill>
              <a:srgbClr val="7F8C97">
                <a:alpha val="48000"/>
              </a:srgbClr>
            </a:solidFill>
            <a:ln w="0">
              <a:noFill/>
              <a:prstDash val="solid"/>
            </a:ln>
          </p:spPr>
        </p:sp>
        <p:sp>
          <p:nvSpPr>
            <p:cNvPr id="1452" name="03_assume_matched_1451">
              <a:extLst>
                <a:ext uri="{FF2B5EF4-FFF2-40B4-BE49-F238E27FC236}">
                  <a16:creationId xmlns:a16="http://schemas.microsoft.com/office/drawing/2014/main" id="{CE44B47D-4629-4AB5-8EDC-B633CED32821}"/>
                </a:ext>
              </a:extLst>
            </p:cNvPr>
            <p:cNvSpPr>
              <a:spLocks/>
            </p:cNvSpPr>
            <p:nvPr/>
          </p:nvSpPr>
          <p:spPr>
            <a:xfrm>
              <a:off x="1169948" y="3986521"/>
              <a:ext cx="28398" cy="28398"/>
            </a:xfrm>
            <a:prstGeom prst="ellipse">
              <a:avLst/>
            </a:prstGeom>
            <a:solidFill>
              <a:srgbClr val="7F8C97">
                <a:alpha val="48000"/>
              </a:srgbClr>
            </a:solidFill>
            <a:ln w="0">
              <a:noFill/>
              <a:prstDash val="solid"/>
            </a:ln>
          </p:spPr>
        </p:sp>
        <p:sp>
          <p:nvSpPr>
            <p:cNvPr id="1453" name="03_assume_matched_1452">
              <a:extLst>
                <a:ext uri="{FF2B5EF4-FFF2-40B4-BE49-F238E27FC236}">
                  <a16:creationId xmlns:a16="http://schemas.microsoft.com/office/drawing/2014/main" id="{0260F63D-55A6-4ED4-8B6E-B46C323C4F15}"/>
                </a:ext>
              </a:extLst>
            </p:cNvPr>
            <p:cNvSpPr>
              <a:spLocks/>
            </p:cNvSpPr>
            <p:nvPr/>
          </p:nvSpPr>
          <p:spPr>
            <a:xfrm>
              <a:off x="1081013" y="4278955"/>
              <a:ext cx="28398" cy="28398"/>
            </a:xfrm>
            <a:prstGeom prst="ellipse">
              <a:avLst/>
            </a:prstGeom>
            <a:solidFill>
              <a:srgbClr val="7F8C97">
                <a:alpha val="48000"/>
              </a:srgbClr>
            </a:solidFill>
            <a:ln w="0">
              <a:noFill/>
              <a:prstDash val="solid"/>
            </a:ln>
          </p:spPr>
        </p:sp>
        <p:sp>
          <p:nvSpPr>
            <p:cNvPr id="1454" name="03_assume_matched_1453">
              <a:extLst>
                <a:ext uri="{FF2B5EF4-FFF2-40B4-BE49-F238E27FC236}">
                  <a16:creationId xmlns:a16="http://schemas.microsoft.com/office/drawing/2014/main" id="{DDDDC0F2-20D6-4511-A638-FF1FE74C1EC0}"/>
                </a:ext>
              </a:extLst>
            </p:cNvPr>
            <p:cNvSpPr>
              <a:spLocks/>
            </p:cNvSpPr>
            <p:nvPr/>
          </p:nvSpPr>
          <p:spPr>
            <a:xfrm>
              <a:off x="1133827" y="4278955"/>
              <a:ext cx="28398" cy="28398"/>
            </a:xfrm>
            <a:prstGeom prst="ellipse">
              <a:avLst/>
            </a:prstGeom>
            <a:solidFill>
              <a:srgbClr val="7F8C97">
                <a:alpha val="48000"/>
              </a:srgbClr>
            </a:solidFill>
            <a:ln w="0">
              <a:noFill/>
              <a:prstDash val="solid"/>
            </a:ln>
          </p:spPr>
        </p:sp>
        <p:sp>
          <p:nvSpPr>
            <p:cNvPr id="1455" name="03_assume_matched_1454">
              <a:extLst>
                <a:ext uri="{FF2B5EF4-FFF2-40B4-BE49-F238E27FC236}">
                  <a16:creationId xmlns:a16="http://schemas.microsoft.com/office/drawing/2014/main" id="{3C105A23-7DB8-45E9-A0EE-D9619E337383}"/>
                </a:ext>
              </a:extLst>
            </p:cNvPr>
            <p:cNvSpPr>
              <a:spLocks/>
            </p:cNvSpPr>
            <p:nvPr/>
          </p:nvSpPr>
          <p:spPr>
            <a:xfrm>
              <a:off x="1144764" y="4278955"/>
              <a:ext cx="28398" cy="28398"/>
            </a:xfrm>
            <a:prstGeom prst="ellipse">
              <a:avLst/>
            </a:prstGeom>
            <a:solidFill>
              <a:srgbClr val="7F8C97">
                <a:alpha val="48000"/>
              </a:srgbClr>
            </a:solidFill>
            <a:ln w="0">
              <a:noFill/>
              <a:prstDash val="solid"/>
            </a:ln>
          </p:spPr>
        </p:sp>
        <p:sp>
          <p:nvSpPr>
            <p:cNvPr id="1456" name="03_assume_matched_1455">
              <a:extLst>
                <a:ext uri="{FF2B5EF4-FFF2-40B4-BE49-F238E27FC236}">
                  <a16:creationId xmlns:a16="http://schemas.microsoft.com/office/drawing/2014/main" id="{F158CD1B-D8BF-4A31-9067-D580A79818E5}"/>
                </a:ext>
              </a:extLst>
            </p:cNvPr>
            <p:cNvSpPr>
              <a:spLocks/>
            </p:cNvSpPr>
            <p:nvPr/>
          </p:nvSpPr>
          <p:spPr>
            <a:xfrm>
              <a:off x="1162177" y="4278955"/>
              <a:ext cx="28398" cy="28398"/>
            </a:xfrm>
            <a:prstGeom prst="ellipse">
              <a:avLst/>
            </a:prstGeom>
            <a:solidFill>
              <a:srgbClr val="7F8C97">
                <a:alpha val="48000"/>
              </a:srgbClr>
            </a:solidFill>
            <a:ln w="0">
              <a:noFill/>
              <a:prstDash val="solid"/>
            </a:ln>
          </p:spPr>
        </p:sp>
        <p:sp>
          <p:nvSpPr>
            <p:cNvPr id="1457" name="03_assume_matched_1456">
              <a:extLst>
                <a:ext uri="{FF2B5EF4-FFF2-40B4-BE49-F238E27FC236}">
                  <a16:creationId xmlns:a16="http://schemas.microsoft.com/office/drawing/2014/main" id="{5518211C-008A-4019-930A-30506D2B2942}"/>
                </a:ext>
              </a:extLst>
            </p:cNvPr>
            <p:cNvSpPr>
              <a:spLocks/>
            </p:cNvSpPr>
            <p:nvPr/>
          </p:nvSpPr>
          <p:spPr>
            <a:xfrm>
              <a:off x="1146923" y="4278955"/>
              <a:ext cx="28398" cy="28398"/>
            </a:xfrm>
            <a:prstGeom prst="ellipse">
              <a:avLst/>
            </a:prstGeom>
            <a:solidFill>
              <a:srgbClr val="7F8C97">
                <a:alpha val="48000"/>
              </a:srgbClr>
            </a:solidFill>
            <a:ln w="0">
              <a:noFill/>
              <a:prstDash val="solid"/>
            </a:ln>
          </p:spPr>
        </p:sp>
        <p:sp>
          <p:nvSpPr>
            <p:cNvPr id="1458" name="03_assume_matched_1457">
              <a:extLst>
                <a:ext uri="{FF2B5EF4-FFF2-40B4-BE49-F238E27FC236}">
                  <a16:creationId xmlns:a16="http://schemas.microsoft.com/office/drawing/2014/main" id="{A9EB512C-AB05-4C2B-8CDD-D3BDFD9BAB63}"/>
                </a:ext>
              </a:extLst>
            </p:cNvPr>
            <p:cNvSpPr>
              <a:spLocks/>
            </p:cNvSpPr>
            <p:nvPr/>
          </p:nvSpPr>
          <p:spPr>
            <a:xfrm>
              <a:off x="1125193" y="4278955"/>
              <a:ext cx="28398" cy="28398"/>
            </a:xfrm>
            <a:prstGeom prst="ellipse">
              <a:avLst/>
            </a:prstGeom>
            <a:solidFill>
              <a:srgbClr val="7F8C97">
                <a:alpha val="48000"/>
              </a:srgbClr>
            </a:solidFill>
            <a:ln w="0">
              <a:noFill/>
              <a:prstDash val="solid"/>
            </a:ln>
          </p:spPr>
        </p:sp>
        <p:sp>
          <p:nvSpPr>
            <p:cNvPr id="1459" name="03_assume_matched_1458">
              <a:extLst>
                <a:ext uri="{FF2B5EF4-FFF2-40B4-BE49-F238E27FC236}">
                  <a16:creationId xmlns:a16="http://schemas.microsoft.com/office/drawing/2014/main" id="{13903C4F-3D23-4FE6-854F-1AC661334925}"/>
                </a:ext>
              </a:extLst>
            </p:cNvPr>
            <p:cNvSpPr>
              <a:spLocks/>
            </p:cNvSpPr>
            <p:nvPr/>
          </p:nvSpPr>
          <p:spPr>
            <a:xfrm>
              <a:off x="1036976" y="3986521"/>
              <a:ext cx="28398" cy="28398"/>
            </a:xfrm>
            <a:prstGeom prst="ellipse">
              <a:avLst/>
            </a:prstGeom>
            <a:solidFill>
              <a:srgbClr val="7F8C97">
                <a:alpha val="48000"/>
              </a:srgbClr>
            </a:solidFill>
            <a:ln w="0">
              <a:noFill/>
              <a:prstDash val="solid"/>
            </a:ln>
          </p:spPr>
        </p:sp>
        <p:sp>
          <p:nvSpPr>
            <p:cNvPr id="1460" name="03_assume_matched_1459">
              <a:extLst>
                <a:ext uri="{FF2B5EF4-FFF2-40B4-BE49-F238E27FC236}">
                  <a16:creationId xmlns:a16="http://schemas.microsoft.com/office/drawing/2014/main" id="{4724F830-992F-47AC-835F-A53F94FFA0D3}"/>
                </a:ext>
              </a:extLst>
            </p:cNvPr>
            <p:cNvSpPr>
              <a:spLocks/>
            </p:cNvSpPr>
            <p:nvPr/>
          </p:nvSpPr>
          <p:spPr>
            <a:xfrm>
              <a:off x="1050936" y="4278955"/>
              <a:ext cx="28398" cy="28398"/>
            </a:xfrm>
            <a:prstGeom prst="ellipse">
              <a:avLst/>
            </a:prstGeom>
            <a:solidFill>
              <a:srgbClr val="7F8C97">
                <a:alpha val="48000"/>
              </a:srgbClr>
            </a:solidFill>
            <a:ln w="0">
              <a:noFill/>
              <a:prstDash val="solid"/>
            </a:ln>
          </p:spPr>
        </p:sp>
        <p:sp>
          <p:nvSpPr>
            <p:cNvPr id="1461" name="03_assume_matched_1460">
              <a:extLst>
                <a:ext uri="{FF2B5EF4-FFF2-40B4-BE49-F238E27FC236}">
                  <a16:creationId xmlns:a16="http://schemas.microsoft.com/office/drawing/2014/main" id="{17E3FF38-DECF-4C83-ADE9-7D7E7E3A5B1C}"/>
                </a:ext>
              </a:extLst>
            </p:cNvPr>
            <p:cNvSpPr>
              <a:spLocks/>
            </p:cNvSpPr>
            <p:nvPr/>
          </p:nvSpPr>
          <p:spPr>
            <a:xfrm>
              <a:off x="1112097" y="3986521"/>
              <a:ext cx="28398" cy="28398"/>
            </a:xfrm>
            <a:prstGeom prst="ellipse">
              <a:avLst/>
            </a:prstGeom>
            <a:solidFill>
              <a:srgbClr val="7F8C97">
                <a:alpha val="48000"/>
              </a:srgbClr>
            </a:solidFill>
            <a:ln w="0">
              <a:noFill/>
              <a:prstDash val="solid"/>
            </a:ln>
          </p:spPr>
        </p:sp>
        <p:sp>
          <p:nvSpPr>
            <p:cNvPr id="1462" name="03_assume_matched_1461">
              <a:extLst>
                <a:ext uri="{FF2B5EF4-FFF2-40B4-BE49-F238E27FC236}">
                  <a16:creationId xmlns:a16="http://schemas.microsoft.com/office/drawing/2014/main" id="{35F5E083-2401-4A60-B004-06B45B6971F5}"/>
                </a:ext>
              </a:extLst>
            </p:cNvPr>
            <p:cNvSpPr>
              <a:spLocks/>
            </p:cNvSpPr>
            <p:nvPr/>
          </p:nvSpPr>
          <p:spPr>
            <a:xfrm>
              <a:off x="1056980" y="4278955"/>
              <a:ext cx="28398" cy="28398"/>
            </a:xfrm>
            <a:prstGeom prst="ellipse">
              <a:avLst/>
            </a:prstGeom>
            <a:solidFill>
              <a:srgbClr val="7F8C97">
                <a:alpha val="48000"/>
              </a:srgbClr>
            </a:solidFill>
            <a:ln w="0">
              <a:noFill/>
              <a:prstDash val="solid"/>
            </a:ln>
          </p:spPr>
        </p:sp>
        <p:sp>
          <p:nvSpPr>
            <p:cNvPr id="1463" name="03_assume_matched_1462">
              <a:extLst>
                <a:ext uri="{FF2B5EF4-FFF2-40B4-BE49-F238E27FC236}">
                  <a16:creationId xmlns:a16="http://schemas.microsoft.com/office/drawing/2014/main" id="{4FE20E72-239B-481C-92BB-5F2439E3BBFC}"/>
                </a:ext>
              </a:extLst>
            </p:cNvPr>
            <p:cNvSpPr>
              <a:spLocks/>
            </p:cNvSpPr>
            <p:nvPr/>
          </p:nvSpPr>
          <p:spPr>
            <a:xfrm>
              <a:off x="1083027" y="4278955"/>
              <a:ext cx="28398" cy="28398"/>
            </a:xfrm>
            <a:prstGeom prst="ellipse">
              <a:avLst/>
            </a:prstGeom>
            <a:solidFill>
              <a:srgbClr val="7F8C97">
                <a:alpha val="48000"/>
              </a:srgbClr>
            </a:solidFill>
            <a:ln w="0">
              <a:noFill/>
              <a:prstDash val="solid"/>
            </a:ln>
          </p:spPr>
        </p:sp>
        <p:sp>
          <p:nvSpPr>
            <p:cNvPr id="1464" name="03_assume_matched_1463">
              <a:extLst>
                <a:ext uri="{FF2B5EF4-FFF2-40B4-BE49-F238E27FC236}">
                  <a16:creationId xmlns:a16="http://schemas.microsoft.com/office/drawing/2014/main" id="{9D5A4F2A-930F-4DAE-9285-6EFA96E7610B}"/>
                </a:ext>
              </a:extLst>
            </p:cNvPr>
            <p:cNvSpPr>
              <a:spLocks/>
            </p:cNvSpPr>
            <p:nvPr/>
          </p:nvSpPr>
          <p:spPr>
            <a:xfrm>
              <a:off x="1032083" y="4278955"/>
              <a:ext cx="28398" cy="28398"/>
            </a:xfrm>
            <a:prstGeom prst="ellipse">
              <a:avLst/>
            </a:prstGeom>
            <a:solidFill>
              <a:srgbClr val="7F8C97">
                <a:alpha val="48000"/>
              </a:srgbClr>
            </a:solidFill>
            <a:ln w="0">
              <a:noFill/>
              <a:prstDash val="solid"/>
            </a:ln>
          </p:spPr>
        </p:sp>
        <p:sp>
          <p:nvSpPr>
            <p:cNvPr id="1465" name="03_assume_matched_1464">
              <a:extLst>
                <a:ext uri="{FF2B5EF4-FFF2-40B4-BE49-F238E27FC236}">
                  <a16:creationId xmlns:a16="http://schemas.microsoft.com/office/drawing/2014/main" id="{37B7F334-953B-40A3-990D-03D878B0B9C8}"/>
                </a:ext>
              </a:extLst>
            </p:cNvPr>
            <p:cNvSpPr>
              <a:spLocks/>
            </p:cNvSpPr>
            <p:nvPr/>
          </p:nvSpPr>
          <p:spPr>
            <a:xfrm>
              <a:off x="1527570" y="3709083"/>
              <a:ext cx="28398" cy="28398"/>
            </a:xfrm>
            <a:prstGeom prst="ellipse">
              <a:avLst/>
            </a:prstGeom>
            <a:solidFill>
              <a:srgbClr val="7F8C97">
                <a:alpha val="48000"/>
              </a:srgbClr>
            </a:solidFill>
            <a:ln w="0">
              <a:noFill/>
              <a:prstDash val="solid"/>
            </a:ln>
          </p:spPr>
        </p:sp>
        <p:sp>
          <p:nvSpPr>
            <p:cNvPr id="1466" name="03_assume_matched_1465">
              <a:extLst>
                <a:ext uri="{FF2B5EF4-FFF2-40B4-BE49-F238E27FC236}">
                  <a16:creationId xmlns:a16="http://schemas.microsoft.com/office/drawing/2014/main" id="{127565BD-FCCA-4FAB-AB52-185447406358}"/>
                </a:ext>
              </a:extLst>
            </p:cNvPr>
            <p:cNvSpPr>
              <a:spLocks/>
            </p:cNvSpPr>
            <p:nvPr/>
          </p:nvSpPr>
          <p:spPr>
            <a:xfrm>
              <a:off x="1516057" y="4278955"/>
              <a:ext cx="28398" cy="28398"/>
            </a:xfrm>
            <a:prstGeom prst="ellipse">
              <a:avLst/>
            </a:prstGeom>
            <a:solidFill>
              <a:srgbClr val="7F8C97">
                <a:alpha val="48000"/>
              </a:srgbClr>
            </a:solidFill>
            <a:ln w="0">
              <a:noFill/>
              <a:prstDash val="solid"/>
            </a:ln>
          </p:spPr>
        </p:sp>
        <p:sp>
          <p:nvSpPr>
            <p:cNvPr id="1467" name="03_assume_matched_1466">
              <a:extLst>
                <a:ext uri="{FF2B5EF4-FFF2-40B4-BE49-F238E27FC236}">
                  <a16:creationId xmlns:a16="http://schemas.microsoft.com/office/drawing/2014/main" id="{04444BD3-2B3D-4280-85EB-ACD6CC661D37}"/>
                </a:ext>
              </a:extLst>
            </p:cNvPr>
            <p:cNvSpPr>
              <a:spLocks/>
            </p:cNvSpPr>
            <p:nvPr/>
          </p:nvSpPr>
          <p:spPr>
            <a:xfrm>
              <a:off x="1458925" y="3694086"/>
              <a:ext cx="28398" cy="28398"/>
            </a:xfrm>
            <a:prstGeom prst="ellipse">
              <a:avLst/>
            </a:prstGeom>
            <a:solidFill>
              <a:srgbClr val="7F8C97">
                <a:alpha val="48000"/>
              </a:srgbClr>
            </a:solidFill>
            <a:ln w="0">
              <a:noFill/>
              <a:prstDash val="solid"/>
            </a:ln>
          </p:spPr>
        </p:sp>
        <p:sp>
          <p:nvSpPr>
            <p:cNvPr id="1468" name="03_assume_matched_1467">
              <a:extLst>
                <a:ext uri="{FF2B5EF4-FFF2-40B4-BE49-F238E27FC236}">
                  <a16:creationId xmlns:a16="http://schemas.microsoft.com/office/drawing/2014/main" id="{08AA6A55-5A5B-492F-917D-A4583BF9CC3E}"/>
                </a:ext>
              </a:extLst>
            </p:cNvPr>
            <p:cNvSpPr>
              <a:spLocks/>
            </p:cNvSpPr>
            <p:nvPr/>
          </p:nvSpPr>
          <p:spPr>
            <a:xfrm>
              <a:off x="1537787" y="3694086"/>
              <a:ext cx="28398" cy="28398"/>
            </a:xfrm>
            <a:prstGeom prst="ellipse">
              <a:avLst/>
            </a:prstGeom>
            <a:solidFill>
              <a:srgbClr val="7F8C97">
                <a:alpha val="48000"/>
              </a:srgbClr>
            </a:solidFill>
            <a:ln w="0">
              <a:noFill/>
              <a:prstDash val="solid"/>
            </a:ln>
          </p:spPr>
        </p:sp>
        <p:sp>
          <p:nvSpPr>
            <p:cNvPr id="1469" name="03_assume_matched_1468">
              <a:extLst>
                <a:ext uri="{FF2B5EF4-FFF2-40B4-BE49-F238E27FC236}">
                  <a16:creationId xmlns:a16="http://schemas.microsoft.com/office/drawing/2014/main" id="{8B694B17-B002-426A-A18B-C5C762C2006D}"/>
                </a:ext>
              </a:extLst>
            </p:cNvPr>
            <p:cNvSpPr>
              <a:spLocks/>
            </p:cNvSpPr>
            <p:nvPr/>
          </p:nvSpPr>
          <p:spPr>
            <a:xfrm>
              <a:off x="1505552" y="3861191"/>
              <a:ext cx="28398" cy="28398"/>
            </a:xfrm>
            <a:prstGeom prst="ellipse">
              <a:avLst/>
            </a:prstGeom>
            <a:solidFill>
              <a:srgbClr val="7F8C97">
                <a:alpha val="48000"/>
              </a:srgbClr>
            </a:solidFill>
            <a:ln w="0">
              <a:noFill/>
              <a:prstDash val="solid"/>
            </a:ln>
          </p:spPr>
        </p:sp>
        <p:sp>
          <p:nvSpPr>
            <p:cNvPr id="1470" name="03_assume_matched_1469">
              <a:extLst>
                <a:ext uri="{FF2B5EF4-FFF2-40B4-BE49-F238E27FC236}">
                  <a16:creationId xmlns:a16="http://schemas.microsoft.com/office/drawing/2014/main" id="{24E62D1E-44C8-4FDE-B382-195BFB17FB4B}"/>
                </a:ext>
              </a:extLst>
            </p:cNvPr>
            <p:cNvSpPr>
              <a:spLocks/>
            </p:cNvSpPr>
            <p:nvPr/>
          </p:nvSpPr>
          <p:spPr>
            <a:xfrm>
              <a:off x="1410284" y="3747256"/>
              <a:ext cx="28398" cy="28398"/>
            </a:xfrm>
            <a:prstGeom prst="ellipse">
              <a:avLst/>
            </a:prstGeom>
            <a:solidFill>
              <a:srgbClr val="7F8C97">
                <a:alpha val="48000"/>
              </a:srgbClr>
            </a:solidFill>
            <a:ln w="0">
              <a:noFill/>
              <a:prstDash val="solid"/>
            </a:ln>
          </p:spPr>
        </p:sp>
        <p:sp>
          <p:nvSpPr>
            <p:cNvPr id="1471" name="03_assume_matched_1470">
              <a:extLst>
                <a:ext uri="{FF2B5EF4-FFF2-40B4-BE49-F238E27FC236}">
                  <a16:creationId xmlns:a16="http://schemas.microsoft.com/office/drawing/2014/main" id="{ED7C373E-6257-4E96-8D68-60B302C31665}"/>
                </a:ext>
              </a:extLst>
            </p:cNvPr>
            <p:cNvSpPr>
              <a:spLocks/>
            </p:cNvSpPr>
            <p:nvPr/>
          </p:nvSpPr>
          <p:spPr>
            <a:xfrm>
              <a:off x="1440936" y="4278955"/>
              <a:ext cx="28398" cy="28398"/>
            </a:xfrm>
            <a:prstGeom prst="ellipse">
              <a:avLst/>
            </a:prstGeom>
            <a:solidFill>
              <a:srgbClr val="7F8C97">
                <a:alpha val="48000"/>
              </a:srgbClr>
            </a:solidFill>
            <a:ln w="0">
              <a:noFill/>
              <a:prstDash val="solid"/>
            </a:ln>
          </p:spPr>
        </p:sp>
        <p:sp>
          <p:nvSpPr>
            <p:cNvPr id="1472" name="03_assume_matched_1471">
              <a:extLst>
                <a:ext uri="{FF2B5EF4-FFF2-40B4-BE49-F238E27FC236}">
                  <a16:creationId xmlns:a16="http://schemas.microsoft.com/office/drawing/2014/main" id="{A87B5B1E-10AF-4F3F-8625-5F9C774D06C3}"/>
                </a:ext>
              </a:extLst>
            </p:cNvPr>
            <p:cNvSpPr>
              <a:spLocks/>
            </p:cNvSpPr>
            <p:nvPr/>
          </p:nvSpPr>
          <p:spPr>
            <a:xfrm>
              <a:off x="1409996" y="4132738"/>
              <a:ext cx="28398" cy="28398"/>
            </a:xfrm>
            <a:prstGeom prst="ellipse">
              <a:avLst/>
            </a:prstGeom>
            <a:solidFill>
              <a:srgbClr val="7F8C97">
                <a:alpha val="48000"/>
              </a:srgbClr>
            </a:solidFill>
            <a:ln w="0">
              <a:noFill/>
              <a:prstDash val="solid"/>
            </a:ln>
          </p:spPr>
        </p:sp>
        <p:sp>
          <p:nvSpPr>
            <p:cNvPr id="1473" name="03_assume_matched_1472">
              <a:extLst>
                <a:ext uri="{FF2B5EF4-FFF2-40B4-BE49-F238E27FC236}">
                  <a16:creationId xmlns:a16="http://schemas.microsoft.com/office/drawing/2014/main" id="{9288B927-5E97-43CD-8917-DBA9293C6327}"/>
                </a:ext>
              </a:extLst>
            </p:cNvPr>
            <p:cNvSpPr>
              <a:spLocks/>
            </p:cNvSpPr>
            <p:nvPr/>
          </p:nvSpPr>
          <p:spPr>
            <a:xfrm>
              <a:off x="1491305" y="3986521"/>
              <a:ext cx="28398" cy="28398"/>
            </a:xfrm>
            <a:prstGeom prst="ellipse">
              <a:avLst/>
            </a:prstGeom>
            <a:solidFill>
              <a:srgbClr val="7F8C97">
                <a:alpha val="48000"/>
              </a:srgbClr>
            </a:solidFill>
            <a:ln w="0">
              <a:noFill/>
              <a:prstDash val="solid"/>
            </a:ln>
          </p:spPr>
        </p:sp>
        <p:sp>
          <p:nvSpPr>
            <p:cNvPr id="1474" name="03_assume_matched_1473">
              <a:extLst>
                <a:ext uri="{FF2B5EF4-FFF2-40B4-BE49-F238E27FC236}">
                  <a16:creationId xmlns:a16="http://schemas.microsoft.com/office/drawing/2014/main" id="{6DDA3F0B-420B-44DF-AC40-FE29AAD1A909}"/>
                </a:ext>
              </a:extLst>
            </p:cNvPr>
            <p:cNvSpPr>
              <a:spLocks/>
            </p:cNvSpPr>
            <p:nvPr/>
          </p:nvSpPr>
          <p:spPr>
            <a:xfrm>
              <a:off x="1472596" y="4278955"/>
              <a:ext cx="28398" cy="28398"/>
            </a:xfrm>
            <a:prstGeom prst="ellipse">
              <a:avLst/>
            </a:prstGeom>
            <a:solidFill>
              <a:srgbClr val="7F8C97">
                <a:alpha val="48000"/>
              </a:srgbClr>
            </a:solidFill>
            <a:ln w="0">
              <a:noFill/>
              <a:prstDash val="solid"/>
            </a:ln>
          </p:spPr>
        </p:sp>
        <p:sp>
          <p:nvSpPr>
            <p:cNvPr id="1475" name="03_assume_matched_1474">
              <a:extLst>
                <a:ext uri="{FF2B5EF4-FFF2-40B4-BE49-F238E27FC236}">
                  <a16:creationId xmlns:a16="http://schemas.microsoft.com/office/drawing/2014/main" id="{AC992CAA-26C9-44E7-AACF-CC9ED61AADFC}"/>
                </a:ext>
              </a:extLst>
            </p:cNvPr>
            <p:cNvSpPr>
              <a:spLocks/>
            </p:cNvSpPr>
            <p:nvPr/>
          </p:nvSpPr>
          <p:spPr>
            <a:xfrm>
              <a:off x="1457342" y="4278955"/>
              <a:ext cx="28398" cy="28398"/>
            </a:xfrm>
            <a:prstGeom prst="ellipse">
              <a:avLst/>
            </a:prstGeom>
            <a:solidFill>
              <a:srgbClr val="7F8C97">
                <a:alpha val="48000"/>
              </a:srgbClr>
            </a:solidFill>
            <a:ln w="0">
              <a:noFill/>
              <a:prstDash val="solid"/>
            </a:ln>
          </p:spPr>
        </p:sp>
        <p:sp>
          <p:nvSpPr>
            <p:cNvPr id="1476" name="03_assume_matched_1475">
              <a:extLst>
                <a:ext uri="{FF2B5EF4-FFF2-40B4-BE49-F238E27FC236}">
                  <a16:creationId xmlns:a16="http://schemas.microsoft.com/office/drawing/2014/main" id="{91E12C68-9555-4477-913B-680332C162AA}"/>
                </a:ext>
              </a:extLst>
            </p:cNvPr>
            <p:cNvSpPr>
              <a:spLocks/>
            </p:cNvSpPr>
            <p:nvPr/>
          </p:nvSpPr>
          <p:spPr>
            <a:xfrm>
              <a:off x="1443095" y="4278955"/>
              <a:ext cx="28398" cy="28398"/>
            </a:xfrm>
            <a:prstGeom prst="ellipse">
              <a:avLst/>
            </a:prstGeom>
            <a:solidFill>
              <a:srgbClr val="7F8C97">
                <a:alpha val="48000"/>
              </a:srgbClr>
            </a:solidFill>
            <a:ln w="0">
              <a:noFill/>
              <a:prstDash val="solid"/>
            </a:ln>
          </p:spPr>
        </p:sp>
        <p:sp>
          <p:nvSpPr>
            <p:cNvPr id="1477" name="03_assume_matched_1476">
              <a:extLst>
                <a:ext uri="{FF2B5EF4-FFF2-40B4-BE49-F238E27FC236}">
                  <a16:creationId xmlns:a16="http://schemas.microsoft.com/office/drawing/2014/main" id="{F34CFBAE-C0BD-4349-9405-E1F49EE2FEF5}"/>
                </a:ext>
              </a:extLst>
            </p:cNvPr>
            <p:cNvSpPr>
              <a:spLocks/>
            </p:cNvSpPr>
            <p:nvPr/>
          </p:nvSpPr>
          <p:spPr>
            <a:xfrm>
              <a:off x="1459501" y="4278955"/>
              <a:ext cx="28398" cy="28398"/>
            </a:xfrm>
            <a:prstGeom prst="ellipse">
              <a:avLst/>
            </a:prstGeom>
            <a:solidFill>
              <a:srgbClr val="7F8C97">
                <a:alpha val="48000"/>
              </a:srgbClr>
            </a:solidFill>
            <a:ln w="0">
              <a:noFill/>
              <a:prstDash val="solid"/>
            </a:ln>
          </p:spPr>
        </p:sp>
        <p:sp>
          <p:nvSpPr>
            <p:cNvPr id="1478" name="03_assume_matched_1477">
              <a:extLst>
                <a:ext uri="{FF2B5EF4-FFF2-40B4-BE49-F238E27FC236}">
                  <a16:creationId xmlns:a16="http://schemas.microsoft.com/office/drawing/2014/main" id="{740D7F45-3F85-4C3C-984E-0E912F9A2861}"/>
                </a:ext>
              </a:extLst>
            </p:cNvPr>
            <p:cNvSpPr>
              <a:spLocks/>
            </p:cNvSpPr>
            <p:nvPr/>
          </p:nvSpPr>
          <p:spPr>
            <a:xfrm>
              <a:off x="1544695" y="4132738"/>
              <a:ext cx="28398" cy="28398"/>
            </a:xfrm>
            <a:prstGeom prst="ellipse">
              <a:avLst/>
            </a:prstGeom>
            <a:solidFill>
              <a:srgbClr val="7F8C97">
                <a:alpha val="48000"/>
              </a:srgbClr>
            </a:solidFill>
            <a:ln w="0">
              <a:noFill/>
              <a:prstDash val="solid"/>
            </a:ln>
          </p:spPr>
        </p:sp>
        <p:sp>
          <p:nvSpPr>
            <p:cNvPr id="1479" name="03_assume_matched_1478">
              <a:extLst>
                <a:ext uri="{FF2B5EF4-FFF2-40B4-BE49-F238E27FC236}">
                  <a16:creationId xmlns:a16="http://schemas.microsoft.com/office/drawing/2014/main" id="{AD9E39A8-A043-4197-9951-D9B768782564}"/>
                </a:ext>
              </a:extLst>
            </p:cNvPr>
            <p:cNvSpPr>
              <a:spLocks/>
            </p:cNvSpPr>
            <p:nvPr/>
          </p:nvSpPr>
          <p:spPr>
            <a:xfrm>
              <a:off x="1499651" y="3694086"/>
              <a:ext cx="28398" cy="28398"/>
            </a:xfrm>
            <a:prstGeom prst="ellipse">
              <a:avLst/>
            </a:prstGeom>
            <a:solidFill>
              <a:srgbClr val="7F8C97">
                <a:alpha val="48000"/>
              </a:srgbClr>
            </a:solidFill>
            <a:ln w="0">
              <a:noFill/>
              <a:prstDash val="solid"/>
            </a:ln>
          </p:spPr>
        </p:sp>
        <p:sp>
          <p:nvSpPr>
            <p:cNvPr id="1480" name="03_assume_matched_1479">
              <a:extLst>
                <a:ext uri="{FF2B5EF4-FFF2-40B4-BE49-F238E27FC236}">
                  <a16:creationId xmlns:a16="http://schemas.microsoft.com/office/drawing/2014/main" id="{F9C7D00A-E825-49CF-AD62-B1A1038B958E}"/>
                </a:ext>
              </a:extLst>
            </p:cNvPr>
            <p:cNvSpPr>
              <a:spLocks/>
            </p:cNvSpPr>
            <p:nvPr/>
          </p:nvSpPr>
          <p:spPr>
            <a:xfrm>
              <a:off x="1509437" y="4246462"/>
              <a:ext cx="28398" cy="28398"/>
            </a:xfrm>
            <a:prstGeom prst="ellipse">
              <a:avLst/>
            </a:prstGeom>
            <a:solidFill>
              <a:srgbClr val="7F8C97">
                <a:alpha val="48000"/>
              </a:srgbClr>
            </a:solidFill>
            <a:ln w="0">
              <a:noFill/>
              <a:prstDash val="solid"/>
            </a:ln>
          </p:spPr>
        </p:sp>
        <p:sp>
          <p:nvSpPr>
            <p:cNvPr id="1481" name="03_assume_matched_1480">
              <a:extLst>
                <a:ext uri="{FF2B5EF4-FFF2-40B4-BE49-F238E27FC236}">
                  <a16:creationId xmlns:a16="http://schemas.microsoft.com/office/drawing/2014/main" id="{50BE9EAE-D207-4639-BFBD-420EE1390DFC}"/>
                </a:ext>
              </a:extLst>
            </p:cNvPr>
            <p:cNvSpPr>
              <a:spLocks/>
            </p:cNvSpPr>
            <p:nvPr/>
          </p:nvSpPr>
          <p:spPr>
            <a:xfrm>
              <a:off x="1446261" y="4181477"/>
              <a:ext cx="28398" cy="28398"/>
            </a:xfrm>
            <a:prstGeom prst="ellipse">
              <a:avLst/>
            </a:prstGeom>
            <a:solidFill>
              <a:srgbClr val="7F8C97">
                <a:alpha val="48000"/>
              </a:srgbClr>
            </a:solidFill>
            <a:ln w="0">
              <a:noFill/>
              <a:prstDash val="solid"/>
            </a:ln>
          </p:spPr>
        </p:sp>
        <p:sp>
          <p:nvSpPr>
            <p:cNvPr id="1482" name="03_assume_matched_1481">
              <a:extLst>
                <a:ext uri="{FF2B5EF4-FFF2-40B4-BE49-F238E27FC236}">
                  <a16:creationId xmlns:a16="http://schemas.microsoft.com/office/drawing/2014/main" id="{9C6E937F-1D15-452D-B266-2E697DD0199D}"/>
                </a:ext>
              </a:extLst>
            </p:cNvPr>
            <p:cNvSpPr>
              <a:spLocks/>
            </p:cNvSpPr>
            <p:nvPr/>
          </p:nvSpPr>
          <p:spPr>
            <a:xfrm>
              <a:off x="1536636" y="4278955"/>
              <a:ext cx="28398" cy="28398"/>
            </a:xfrm>
            <a:prstGeom prst="ellipse">
              <a:avLst/>
            </a:prstGeom>
            <a:solidFill>
              <a:srgbClr val="7F8C97">
                <a:alpha val="48000"/>
              </a:srgbClr>
            </a:solidFill>
            <a:ln w="0">
              <a:noFill/>
              <a:prstDash val="solid"/>
            </a:ln>
          </p:spPr>
        </p:sp>
        <p:sp>
          <p:nvSpPr>
            <p:cNvPr id="1483" name="03_assume_matched_1482">
              <a:extLst>
                <a:ext uri="{FF2B5EF4-FFF2-40B4-BE49-F238E27FC236}">
                  <a16:creationId xmlns:a16="http://schemas.microsoft.com/office/drawing/2014/main" id="{4D862CE8-DDDE-4F77-B67C-6506412EB35E}"/>
                </a:ext>
              </a:extLst>
            </p:cNvPr>
            <p:cNvSpPr>
              <a:spLocks/>
            </p:cNvSpPr>
            <p:nvPr/>
          </p:nvSpPr>
          <p:spPr>
            <a:xfrm>
              <a:off x="1509725" y="3853596"/>
              <a:ext cx="28398" cy="28398"/>
            </a:xfrm>
            <a:prstGeom prst="ellipse">
              <a:avLst/>
            </a:prstGeom>
            <a:solidFill>
              <a:srgbClr val="7F8C97">
                <a:alpha val="48000"/>
              </a:srgbClr>
            </a:solidFill>
            <a:ln w="0">
              <a:noFill/>
              <a:prstDash val="solid"/>
            </a:ln>
          </p:spPr>
        </p:sp>
        <p:sp>
          <p:nvSpPr>
            <p:cNvPr id="1484" name="03_assume_matched_1483">
              <a:extLst>
                <a:ext uri="{FF2B5EF4-FFF2-40B4-BE49-F238E27FC236}">
                  <a16:creationId xmlns:a16="http://schemas.microsoft.com/office/drawing/2014/main" id="{571B0BB4-C0B6-420B-8AB4-8931DF155905}"/>
                </a:ext>
              </a:extLst>
            </p:cNvPr>
            <p:cNvSpPr>
              <a:spLocks/>
            </p:cNvSpPr>
            <p:nvPr/>
          </p:nvSpPr>
          <p:spPr>
            <a:xfrm>
              <a:off x="1427553" y="4278955"/>
              <a:ext cx="28398" cy="28398"/>
            </a:xfrm>
            <a:prstGeom prst="ellipse">
              <a:avLst/>
            </a:prstGeom>
            <a:solidFill>
              <a:srgbClr val="7F8C97">
                <a:alpha val="48000"/>
              </a:srgbClr>
            </a:solidFill>
            <a:ln w="0">
              <a:noFill/>
              <a:prstDash val="solid"/>
            </a:ln>
          </p:spPr>
        </p:sp>
        <p:sp>
          <p:nvSpPr>
            <p:cNvPr id="1485" name="03_assume_matched_1484">
              <a:extLst>
                <a:ext uri="{FF2B5EF4-FFF2-40B4-BE49-F238E27FC236}">
                  <a16:creationId xmlns:a16="http://schemas.microsoft.com/office/drawing/2014/main" id="{ACA493C4-E6A0-4C61-9CC8-231FFB66000E}"/>
                </a:ext>
              </a:extLst>
            </p:cNvPr>
            <p:cNvSpPr>
              <a:spLocks/>
            </p:cNvSpPr>
            <p:nvPr/>
          </p:nvSpPr>
          <p:spPr>
            <a:xfrm>
              <a:off x="1434892" y="3694086"/>
              <a:ext cx="28398" cy="28398"/>
            </a:xfrm>
            <a:prstGeom prst="ellipse">
              <a:avLst/>
            </a:prstGeom>
            <a:solidFill>
              <a:srgbClr val="7F8C97">
                <a:alpha val="48000"/>
              </a:srgbClr>
            </a:solidFill>
            <a:ln w="0">
              <a:noFill/>
              <a:prstDash val="solid"/>
            </a:ln>
          </p:spPr>
        </p:sp>
        <p:sp>
          <p:nvSpPr>
            <p:cNvPr id="1486" name="03_assume_matched_1485">
              <a:extLst>
                <a:ext uri="{FF2B5EF4-FFF2-40B4-BE49-F238E27FC236}">
                  <a16:creationId xmlns:a16="http://schemas.microsoft.com/office/drawing/2014/main" id="{DBDE0F5A-39C8-462E-B030-12DAF3CAE120}"/>
                </a:ext>
              </a:extLst>
            </p:cNvPr>
            <p:cNvSpPr>
              <a:spLocks/>
            </p:cNvSpPr>
            <p:nvPr/>
          </p:nvSpPr>
          <p:spPr>
            <a:xfrm>
              <a:off x="1446117" y="4083999"/>
              <a:ext cx="28398" cy="28398"/>
            </a:xfrm>
            <a:prstGeom prst="ellipse">
              <a:avLst/>
            </a:prstGeom>
            <a:solidFill>
              <a:srgbClr val="7F8C97">
                <a:alpha val="48000"/>
              </a:srgbClr>
            </a:solidFill>
            <a:ln w="0">
              <a:noFill/>
              <a:prstDash val="solid"/>
            </a:ln>
          </p:spPr>
        </p:sp>
        <p:sp>
          <p:nvSpPr>
            <p:cNvPr id="1487" name="03_assume_matched_1486">
              <a:extLst>
                <a:ext uri="{FF2B5EF4-FFF2-40B4-BE49-F238E27FC236}">
                  <a16:creationId xmlns:a16="http://schemas.microsoft.com/office/drawing/2014/main" id="{8784AB8B-0B12-47DC-B0DF-A2AF8F6946CA}"/>
                </a:ext>
              </a:extLst>
            </p:cNvPr>
            <p:cNvSpPr>
              <a:spLocks/>
            </p:cNvSpPr>
            <p:nvPr/>
          </p:nvSpPr>
          <p:spPr>
            <a:xfrm>
              <a:off x="1535485" y="4278955"/>
              <a:ext cx="28398" cy="28398"/>
            </a:xfrm>
            <a:prstGeom prst="ellipse">
              <a:avLst/>
            </a:prstGeom>
            <a:solidFill>
              <a:srgbClr val="7F8C97">
                <a:alpha val="48000"/>
              </a:srgbClr>
            </a:solidFill>
            <a:ln w="0">
              <a:noFill/>
              <a:prstDash val="solid"/>
            </a:ln>
          </p:spPr>
        </p:sp>
        <p:sp>
          <p:nvSpPr>
            <p:cNvPr id="1488" name="03_assume_matched_1487">
              <a:extLst>
                <a:ext uri="{FF2B5EF4-FFF2-40B4-BE49-F238E27FC236}">
                  <a16:creationId xmlns:a16="http://schemas.microsoft.com/office/drawing/2014/main" id="{3A743152-D2BA-4085-AC6F-635913A80D73}"/>
                </a:ext>
              </a:extLst>
            </p:cNvPr>
            <p:cNvSpPr>
              <a:spLocks/>
            </p:cNvSpPr>
            <p:nvPr/>
          </p:nvSpPr>
          <p:spPr>
            <a:xfrm>
              <a:off x="1448420" y="3694086"/>
              <a:ext cx="28398" cy="28398"/>
            </a:xfrm>
            <a:prstGeom prst="ellipse">
              <a:avLst/>
            </a:prstGeom>
            <a:solidFill>
              <a:srgbClr val="7F8C97">
                <a:alpha val="48000"/>
              </a:srgbClr>
            </a:solidFill>
            <a:ln w="0">
              <a:noFill/>
              <a:prstDash val="solid"/>
            </a:ln>
          </p:spPr>
        </p:sp>
        <p:sp>
          <p:nvSpPr>
            <p:cNvPr id="1489" name="03_assume_matched_1488">
              <a:extLst>
                <a:ext uri="{FF2B5EF4-FFF2-40B4-BE49-F238E27FC236}">
                  <a16:creationId xmlns:a16="http://schemas.microsoft.com/office/drawing/2014/main" id="{5649C94A-9E36-48D3-AB0E-3DFF7049495F}"/>
                </a:ext>
              </a:extLst>
            </p:cNvPr>
            <p:cNvSpPr>
              <a:spLocks/>
            </p:cNvSpPr>
            <p:nvPr/>
          </p:nvSpPr>
          <p:spPr>
            <a:xfrm>
              <a:off x="1527426" y="4148984"/>
              <a:ext cx="28398" cy="28398"/>
            </a:xfrm>
            <a:prstGeom prst="ellipse">
              <a:avLst/>
            </a:prstGeom>
            <a:solidFill>
              <a:srgbClr val="7F8C97">
                <a:alpha val="48000"/>
              </a:srgbClr>
            </a:solidFill>
            <a:ln w="0">
              <a:noFill/>
              <a:prstDash val="solid"/>
            </a:ln>
          </p:spPr>
        </p:sp>
        <p:sp>
          <p:nvSpPr>
            <p:cNvPr id="1490" name="03_assume_matched_1489">
              <a:extLst>
                <a:ext uri="{FF2B5EF4-FFF2-40B4-BE49-F238E27FC236}">
                  <a16:creationId xmlns:a16="http://schemas.microsoft.com/office/drawing/2014/main" id="{2347C126-D2D8-4173-A1F6-940C307565C6}"/>
                </a:ext>
              </a:extLst>
            </p:cNvPr>
            <p:cNvSpPr>
              <a:spLocks/>
            </p:cNvSpPr>
            <p:nvPr/>
          </p:nvSpPr>
          <p:spPr>
            <a:xfrm>
              <a:off x="1528577" y="3694086"/>
              <a:ext cx="28398" cy="28398"/>
            </a:xfrm>
            <a:prstGeom prst="ellipse">
              <a:avLst/>
            </a:prstGeom>
            <a:solidFill>
              <a:srgbClr val="7F8C97">
                <a:alpha val="48000"/>
              </a:srgbClr>
            </a:solidFill>
            <a:ln w="0">
              <a:noFill/>
              <a:prstDash val="solid"/>
            </a:ln>
          </p:spPr>
        </p:sp>
        <p:sp>
          <p:nvSpPr>
            <p:cNvPr id="1491" name="03_assume_matched_1490">
              <a:extLst>
                <a:ext uri="{FF2B5EF4-FFF2-40B4-BE49-F238E27FC236}">
                  <a16:creationId xmlns:a16="http://schemas.microsoft.com/office/drawing/2014/main" id="{B86E3AE5-14B5-4AF3-A8AF-F61A776A8A38}"/>
                </a:ext>
              </a:extLst>
            </p:cNvPr>
            <p:cNvSpPr>
              <a:spLocks/>
            </p:cNvSpPr>
            <p:nvPr/>
          </p:nvSpPr>
          <p:spPr>
            <a:xfrm>
              <a:off x="1532319" y="4278955"/>
              <a:ext cx="28398" cy="28398"/>
            </a:xfrm>
            <a:prstGeom prst="ellipse">
              <a:avLst/>
            </a:prstGeom>
            <a:solidFill>
              <a:srgbClr val="7F8C97">
                <a:alpha val="48000"/>
              </a:srgbClr>
            </a:solidFill>
            <a:ln w="0">
              <a:noFill/>
              <a:prstDash val="solid"/>
            </a:ln>
          </p:spPr>
        </p:sp>
        <p:sp>
          <p:nvSpPr>
            <p:cNvPr id="1492" name="03_assume_matched_1491">
              <a:extLst>
                <a:ext uri="{FF2B5EF4-FFF2-40B4-BE49-F238E27FC236}">
                  <a16:creationId xmlns:a16="http://schemas.microsoft.com/office/drawing/2014/main" id="{C4B00F9B-ABEB-4FCF-A312-BB993E6A47F4}"/>
                </a:ext>
              </a:extLst>
            </p:cNvPr>
            <p:cNvSpPr>
              <a:spLocks/>
            </p:cNvSpPr>
            <p:nvPr/>
          </p:nvSpPr>
          <p:spPr>
            <a:xfrm>
              <a:off x="1449571" y="4083999"/>
              <a:ext cx="28398" cy="28398"/>
            </a:xfrm>
            <a:prstGeom prst="ellipse">
              <a:avLst/>
            </a:prstGeom>
            <a:solidFill>
              <a:srgbClr val="7F8C97">
                <a:alpha val="48000"/>
              </a:srgbClr>
            </a:solidFill>
            <a:ln w="0">
              <a:noFill/>
              <a:prstDash val="solid"/>
            </a:ln>
          </p:spPr>
        </p:sp>
        <p:sp>
          <p:nvSpPr>
            <p:cNvPr id="1493" name="03_assume_matched_1492">
              <a:extLst>
                <a:ext uri="{FF2B5EF4-FFF2-40B4-BE49-F238E27FC236}">
                  <a16:creationId xmlns:a16="http://schemas.microsoft.com/office/drawing/2014/main" id="{E959FA87-D173-468C-8676-B307E833BE26}"/>
                </a:ext>
              </a:extLst>
            </p:cNvPr>
            <p:cNvSpPr>
              <a:spLocks/>
            </p:cNvSpPr>
            <p:nvPr/>
          </p:nvSpPr>
          <p:spPr>
            <a:xfrm>
              <a:off x="1427841" y="4132738"/>
              <a:ext cx="28398" cy="28398"/>
            </a:xfrm>
            <a:prstGeom prst="ellipse">
              <a:avLst/>
            </a:prstGeom>
            <a:solidFill>
              <a:srgbClr val="7F8C97">
                <a:alpha val="48000"/>
              </a:srgbClr>
            </a:solidFill>
            <a:ln w="0">
              <a:noFill/>
              <a:prstDash val="solid"/>
            </a:ln>
          </p:spPr>
        </p:sp>
        <p:sp>
          <p:nvSpPr>
            <p:cNvPr id="1494" name="03_assume_matched_1493">
              <a:extLst>
                <a:ext uri="{FF2B5EF4-FFF2-40B4-BE49-F238E27FC236}">
                  <a16:creationId xmlns:a16="http://schemas.microsoft.com/office/drawing/2014/main" id="{482CE8A7-54C5-4E33-B7EB-699D1D001E41}"/>
                </a:ext>
              </a:extLst>
            </p:cNvPr>
            <p:cNvSpPr>
              <a:spLocks/>
            </p:cNvSpPr>
            <p:nvPr/>
          </p:nvSpPr>
          <p:spPr>
            <a:xfrm>
              <a:off x="1511596" y="4278955"/>
              <a:ext cx="28398" cy="28398"/>
            </a:xfrm>
            <a:prstGeom prst="ellipse">
              <a:avLst/>
            </a:prstGeom>
            <a:solidFill>
              <a:srgbClr val="7F8C97">
                <a:alpha val="48000"/>
              </a:srgbClr>
            </a:solidFill>
            <a:ln w="0">
              <a:noFill/>
              <a:prstDash val="solid"/>
            </a:ln>
          </p:spPr>
        </p:sp>
        <p:sp>
          <p:nvSpPr>
            <p:cNvPr id="1495" name="03_assume_matched_1494">
              <a:extLst>
                <a:ext uri="{FF2B5EF4-FFF2-40B4-BE49-F238E27FC236}">
                  <a16:creationId xmlns:a16="http://schemas.microsoft.com/office/drawing/2014/main" id="{97D09B07-C993-4C31-A796-CA2491824E78}"/>
                </a:ext>
              </a:extLst>
            </p:cNvPr>
            <p:cNvSpPr>
              <a:spLocks/>
            </p:cNvSpPr>
            <p:nvPr/>
          </p:nvSpPr>
          <p:spPr>
            <a:xfrm>
              <a:off x="1421077" y="3694086"/>
              <a:ext cx="28398" cy="28398"/>
            </a:xfrm>
            <a:prstGeom prst="ellipse">
              <a:avLst/>
            </a:prstGeom>
            <a:solidFill>
              <a:srgbClr val="7F8C97">
                <a:alpha val="48000"/>
              </a:srgbClr>
            </a:solidFill>
            <a:ln w="0">
              <a:noFill/>
              <a:prstDash val="solid"/>
            </a:ln>
          </p:spPr>
        </p:sp>
        <p:sp>
          <p:nvSpPr>
            <p:cNvPr id="1496" name="03_assume_matched_1495">
              <a:extLst>
                <a:ext uri="{FF2B5EF4-FFF2-40B4-BE49-F238E27FC236}">
                  <a16:creationId xmlns:a16="http://schemas.microsoft.com/office/drawing/2014/main" id="{BE69B31E-9AA7-4AD7-AEBF-02AA48A518F1}"/>
                </a:ext>
              </a:extLst>
            </p:cNvPr>
            <p:cNvSpPr>
              <a:spLocks/>
            </p:cNvSpPr>
            <p:nvPr/>
          </p:nvSpPr>
          <p:spPr>
            <a:xfrm>
              <a:off x="1515193" y="3694086"/>
              <a:ext cx="28398" cy="28398"/>
            </a:xfrm>
            <a:prstGeom prst="ellipse">
              <a:avLst/>
            </a:prstGeom>
            <a:solidFill>
              <a:srgbClr val="7F8C97">
                <a:alpha val="48000"/>
              </a:srgbClr>
            </a:solidFill>
            <a:ln w="0">
              <a:noFill/>
              <a:prstDash val="solid"/>
            </a:ln>
          </p:spPr>
        </p:sp>
        <p:sp>
          <p:nvSpPr>
            <p:cNvPr id="1497" name="03_assume_matched_1496">
              <a:extLst>
                <a:ext uri="{FF2B5EF4-FFF2-40B4-BE49-F238E27FC236}">
                  <a16:creationId xmlns:a16="http://schemas.microsoft.com/office/drawing/2014/main" id="{CD6AA004-F47D-4202-9A89-9B76B3CFC005}"/>
                </a:ext>
              </a:extLst>
            </p:cNvPr>
            <p:cNvSpPr>
              <a:spLocks/>
            </p:cNvSpPr>
            <p:nvPr/>
          </p:nvSpPr>
          <p:spPr>
            <a:xfrm>
              <a:off x="1422372" y="4278955"/>
              <a:ext cx="28398" cy="28398"/>
            </a:xfrm>
            <a:prstGeom prst="ellipse">
              <a:avLst/>
            </a:prstGeom>
            <a:solidFill>
              <a:srgbClr val="7F8C97">
                <a:alpha val="48000"/>
              </a:srgbClr>
            </a:solidFill>
            <a:ln w="0">
              <a:noFill/>
              <a:prstDash val="solid"/>
            </a:ln>
          </p:spPr>
        </p:sp>
        <p:sp>
          <p:nvSpPr>
            <p:cNvPr id="1498" name="03_assume_matched_1497">
              <a:extLst>
                <a:ext uri="{FF2B5EF4-FFF2-40B4-BE49-F238E27FC236}">
                  <a16:creationId xmlns:a16="http://schemas.microsoft.com/office/drawing/2014/main" id="{4300E03B-9AE7-46FD-B457-96EE0EB8B0DA}"/>
                </a:ext>
              </a:extLst>
            </p:cNvPr>
            <p:cNvSpPr>
              <a:spLocks/>
            </p:cNvSpPr>
            <p:nvPr/>
          </p:nvSpPr>
          <p:spPr>
            <a:xfrm>
              <a:off x="1542824" y="3694086"/>
              <a:ext cx="28398" cy="28398"/>
            </a:xfrm>
            <a:prstGeom prst="ellipse">
              <a:avLst/>
            </a:prstGeom>
            <a:solidFill>
              <a:srgbClr val="7F8C97">
                <a:alpha val="48000"/>
              </a:srgbClr>
            </a:solidFill>
            <a:ln w="0">
              <a:noFill/>
              <a:prstDash val="solid"/>
            </a:ln>
          </p:spPr>
        </p:sp>
        <p:sp>
          <p:nvSpPr>
            <p:cNvPr id="1499" name="03_assume_matched_1498">
              <a:extLst>
                <a:ext uri="{FF2B5EF4-FFF2-40B4-BE49-F238E27FC236}">
                  <a16:creationId xmlns:a16="http://schemas.microsoft.com/office/drawing/2014/main" id="{C7ED1A55-5B27-43AE-9043-F4E637239309}"/>
                </a:ext>
              </a:extLst>
            </p:cNvPr>
            <p:cNvSpPr>
              <a:spLocks/>
            </p:cNvSpPr>
            <p:nvPr/>
          </p:nvSpPr>
          <p:spPr>
            <a:xfrm>
              <a:off x="1520806" y="3694086"/>
              <a:ext cx="28398" cy="28398"/>
            </a:xfrm>
            <a:prstGeom prst="ellipse">
              <a:avLst/>
            </a:prstGeom>
            <a:solidFill>
              <a:srgbClr val="7F8C97">
                <a:alpha val="48000"/>
              </a:srgbClr>
            </a:solidFill>
            <a:ln w="0">
              <a:noFill/>
              <a:prstDash val="solid"/>
            </a:ln>
          </p:spPr>
        </p:sp>
        <p:sp>
          <p:nvSpPr>
            <p:cNvPr id="1500" name="03_assume_matched_1499">
              <a:extLst>
                <a:ext uri="{FF2B5EF4-FFF2-40B4-BE49-F238E27FC236}">
                  <a16:creationId xmlns:a16="http://schemas.microsoft.com/office/drawing/2014/main" id="{EB49693B-B451-42B3-86F1-D1A73047D267}"/>
                </a:ext>
              </a:extLst>
            </p:cNvPr>
            <p:cNvSpPr>
              <a:spLocks/>
            </p:cNvSpPr>
            <p:nvPr/>
          </p:nvSpPr>
          <p:spPr>
            <a:xfrm>
              <a:off x="1468711" y="4278955"/>
              <a:ext cx="28398" cy="28398"/>
            </a:xfrm>
            <a:prstGeom prst="ellipse">
              <a:avLst/>
            </a:prstGeom>
            <a:solidFill>
              <a:srgbClr val="7F8C97">
                <a:alpha val="48000"/>
              </a:srgbClr>
            </a:solidFill>
            <a:ln w="0">
              <a:noFill/>
              <a:prstDash val="solid"/>
            </a:ln>
          </p:spPr>
        </p:sp>
        <p:sp>
          <p:nvSpPr>
            <p:cNvPr id="1501" name="03_assume_matched_1500">
              <a:extLst>
                <a:ext uri="{FF2B5EF4-FFF2-40B4-BE49-F238E27FC236}">
                  <a16:creationId xmlns:a16="http://schemas.microsoft.com/office/drawing/2014/main" id="{0A70CD10-F452-4D28-A0AF-477008F14AC7}"/>
                </a:ext>
              </a:extLst>
            </p:cNvPr>
            <p:cNvSpPr>
              <a:spLocks/>
            </p:cNvSpPr>
            <p:nvPr/>
          </p:nvSpPr>
          <p:spPr>
            <a:xfrm>
              <a:off x="1444390" y="4278955"/>
              <a:ext cx="28398" cy="28398"/>
            </a:xfrm>
            <a:prstGeom prst="ellipse">
              <a:avLst/>
            </a:prstGeom>
            <a:solidFill>
              <a:srgbClr val="7F8C97">
                <a:alpha val="48000"/>
              </a:srgbClr>
            </a:solidFill>
            <a:ln w="0">
              <a:noFill/>
              <a:prstDash val="solid"/>
            </a:ln>
          </p:spPr>
        </p:sp>
        <p:sp>
          <p:nvSpPr>
            <p:cNvPr id="1502" name="03_assume_matched_1501">
              <a:extLst>
                <a:ext uri="{FF2B5EF4-FFF2-40B4-BE49-F238E27FC236}">
                  <a16:creationId xmlns:a16="http://schemas.microsoft.com/office/drawing/2014/main" id="{7317519A-27CE-4F38-A8E2-F0356197B849}"/>
                </a:ext>
              </a:extLst>
            </p:cNvPr>
            <p:cNvSpPr>
              <a:spLocks/>
            </p:cNvSpPr>
            <p:nvPr/>
          </p:nvSpPr>
          <p:spPr>
            <a:xfrm>
              <a:off x="1546853" y="4278955"/>
              <a:ext cx="28398" cy="28398"/>
            </a:xfrm>
            <a:prstGeom prst="ellipse">
              <a:avLst/>
            </a:prstGeom>
            <a:solidFill>
              <a:srgbClr val="7F8C97">
                <a:alpha val="48000"/>
              </a:srgbClr>
            </a:solidFill>
            <a:ln w="0">
              <a:noFill/>
              <a:prstDash val="solid"/>
            </a:ln>
          </p:spPr>
        </p:sp>
        <p:sp>
          <p:nvSpPr>
            <p:cNvPr id="1503" name="03_assume_matched_1502">
              <a:extLst>
                <a:ext uri="{FF2B5EF4-FFF2-40B4-BE49-F238E27FC236}">
                  <a16:creationId xmlns:a16="http://schemas.microsoft.com/office/drawing/2014/main" id="{0DAE1821-A32A-4438-94C3-BA8BAD3CEAD6}"/>
                </a:ext>
              </a:extLst>
            </p:cNvPr>
            <p:cNvSpPr>
              <a:spLocks/>
            </p:cNvSpPr>
            <p:nvPr/>
          </p:nvSpPr>
          <p:spPr>
            <a:xfrm>
              <a:off x="1494614" y="4278955"/>
              <a:ext cx="28398" cy="28398"/>
            </a:xfrm>
            <a:prstGeom prst="ellipse">
              <a:avLst/>
            </a:prstGeom>
            <a:solidFill>
              <a:srgbClr val="7F8C97">
                <a:alpha val="48000"/>
              </a:srgbClr>
            </a:solidFill>
            <a:ln w="0">
              <a:noFill/>
              <a:prstDash val="solid"/>
            </a:ln>
          </p:spPr>
        </p:sp>
        <p:sp>
          <p:nvSpPr>
            <p:cNvPr id="1504" name="03_assume_matched_1503">
              <a:extLst>
                <a:ext uri="{FF2B5EF4-FFF2-40B4-BE49-F238E27FC236}">
                  <a16:creationId xmlns:a16="http://schemas.microsoft.com/office/drawing/2014/main" id="{46CF5EB2-F87C-4D3F-B433-7A520F895420}"/>
                </a:ext>
              </a:extLst>
            </p:cNvPr>
            <p:cNvSpPr>
              <a:spLocks/>
            </p:cNvSpPr>
            <p:nvPr/>
          </p:nvSpPr>
          <p:spPr>
            <a:xfrm>
              <a:off x="1527426" y="4278955"/>
              <a:ext cx="28398" cy="28398"/>
            </a:xfrm>
            <a:prstGeom prst="ellipse">
              <a:avLst/>
            </a:prstGeom>
            <a:solidFill>
              <a:srgbClr val="7F8C97">
                <a:alpha val="48000"/>
              </a:srgbClr>
            </a:solidFill>
            <a:ln w="0">
              <a:noFill/>
              <a:prstDash val="solid"/>
            </a:ln>
          </p:spPr>
        </p:sp>
        <p:sp>
          <p:nvSpPr>
            <p:cNvPr id="1505" name="03_assume_matched_1504">
              <a:extLst>
                <a:ext uri="{FF2B5EF4-FFF2-40B4-BE49-F238E27FC236}">
                  <a16:creationId xmlns:a16="http://schemas.microsoft.com/office/drawing/2014/main" id="{DC0D68F9-098F-4BC3-BEC1-1E54394BFD7D}"/>
                </a:ext>
              </a:extLst>
            </p:cNvPr>
            <p:cNvSpPr>
              <a:spLocks/>
            </p:cNvSpPr>
            <p:nvPr/>
          </p:nvSpPr>
          <p:spPr>
            <a:xfrm>
              <a:off x="1426546" y="4278955"/>
              <a:ext cx="28398" cy="28398"/>
            </a:xfrm>
            <a:prstGeom prst="ellipse">
              <a:avLst/>
            </a:prstGeom>
            <a:solidFill>
              <a:srgbClr val="7F8C97">
                <a:alpha val="48000"/>
              </a:srgbClr>
            </a:solidFill>
            <a:ln w="0">
              <a:noFill/>
              <a:prstDash val="solid"/>
            </a:ln>
          </p:spPr>
        </p:sp>
        <p:sp>
          <p:nvSpPr>
            <p:cNvPr id="1506" name="03_assume_matched_1505">
              <a:extLst>
                <a:ext uri="{FF2B5EF4-FFF2-40B4-BE49-F238E27FC236}">
                  <a16:creationId xmlns:a16="http://schemas.microsoft.com/office/drawing/2014/main" id="{E6900FF5-EEAD-4D27-B397-7A12C564C1BF}"/>
                </a:ext>
              </a:extLst>
            </p:cNvPr>
            <p:cNvSpPr>
              <a:spLocks/>
            </p:cNvSpPr>
            <p:nvPr/>
          </p:nvSpPr>
          <p:spPr>
            <a:xfrm>
              <a:off x="1518503" y="3986521"/>
              <a:ext cx="28398" cy="28398"/>
            </a:xfrm>
            <a:prstGeom prst="ellipse">
              <a:avLst/>
            </a:prstGeom>
            <a:solidFill>
              <a:srgbClr val="7F8C97">
                <a:alpha val="48000"/>
              </a:srgbClr>
            </a:solidFill>
            <a:ln w="0">
              <a:noFill/>
              <a:prstDash val="solid"/>
            </a:ln>
          </p:spPr>
        </p:sp>
        <p:sp>
          <p:nvSpPr>
            <p:cNvPr id="1507" name="03_assume_matched_1506">
              <a:extLst>
                <a:ext uri="{FF2B5EF4-FFF2-40B4-BE49-F238E27FC236}">
                  <a16:creationId xmlns:a16="http://schemas.microsoft.com/office/drawing/2014/main" id="{E631D17A-57BB-4058-AE8C-0F7E2000EDD2}"/>
                </a:ext>
              </a:extLst>
            </p:cNvPr>
            <p:cNvSpPr>
              <a:spLocks/>
            </p:cNvSpPr>
            <p:nvPr/>
          </p:nvSpPr>
          <p:spPr>
            <a:xfrm>
              <a:off x="1497637" y="4181477"/>
              <a:ext cx="28398" cy="28398"/>
            </a:xfrm>
            <a:prstGeom prst="ellipse">
              <a:avLst/>
            </a:prstGeom>
            <a:solidFill>
              <a:srgbClr val="7F8C97">
                <a:alpha val="48000"/>
              </a:srgbClr>
            </a:solidFill>
            <a:ln w="0">
              <a:noFill/>
              <a:prstDash val="solid"/>
            </a:ln>
          </p:spPr>
        </p:sp>
        <p:sp>
          <p:nvSpPr>
            <p:cNvPr id="1508" name="03_assume_matched_1507">
              <a:extLst>
                <a:ext uri="{FF2B5EF4-FFF2-40B4-BE49-F238E27FC236}">
                  <a16:creationId xmlns:a16="http://schemas.microsoft.com/office/drawing/2014/main" id="{2766744D-C1AA-4A10-8CFD-3F893CCAC078}"/>
                </a:ext>
              </a:extLst>
            </p:cNvPr>
            <p:cNvSpPr>
              <a:spLocks/>
            </p:cNvSpPr>
            <p:nvPr/>
          </p:nvSpPr>
          <p:spPr>
            <a:xfrm>
              <a:off x="1406254" y="3694086"/>
              <a:ext cx="28398" cy="28398"/>
            </a:xfrm>
            <a:prstGeom prst="ellipse">
              <a:avLst/>
            </a:prstGeom>
            <a:solidFill>
              <a:srgbClr val="7F8C97">
                <a:alpha val="48000"/>
              </a:srgbClr>
            </a:solidFill>
            <a:ln w="0">
              <a:noFill/>
              <a:prstDash val="solid"/>
            </a:ln>
          </p:spPr>
        </p:sp>
        <p:sp>
          <p:nvSpPr>
            <p:cNvPr id="1509" name="03_assume_matched_1508">
              <a:extLst>
                <a:ext uri="{FF2B5EF4-FFF2-40B4-BE49-F238E27FC236}">
                  <a16:creationId xmlns:a16="http://schemas.microsoft.com/office/drawing/2014/main" id="{6872FF7A-C3A3-4F9C-8561-68BCBAA9AA57}"/>
                </a:ext>
              </a:extLst>
            </p:cNvPr>
            <p:cNvSpPr>
              <a:spLocks/>
            </p:cNvSpPr>
            <p:nvPr/>
          </p:nvSpPr>
          <p:spPr>
            <a:xfrm>
              <a:off x="1465545" y="4278955"/>
              <a:ext cx="28398" cy="28398"/>
            </a:xfrm>
            <a:prstGeom prst="ellipse">
              <a:avLst/>
            </a:prstGeom>
            <a:solidFill>
              <a:srgbClr val="7F8C97">
                <a:alpha val="48000"/>
              </a:srgbClr>
            </a:solidFill>
            <a:ln w="0">
              <a:noFill/>
              <a:prstDash val="solid"/>
            </a:ln>
          </p:spPr>
        </p:sp>
        <p:sp>
          <p:nvSpPr>
            <p:cNvPr id="1510" name="03_assume_matched_1509">
              <a:extLst>
                <a:ext uri="{FF2B5EF4-FFF2-40B4-BE49-F238E27FC236}">
                  <a16:creationId xmlns:a16="http://schemas.microsoft.com/office/drawing/2014/main" id="{B74549BB-3186-47C7-898E-696C84C23565}"/>
                </a:ext>
              </a:extLst>
            </p:cNvPr>
            <p:cNvSpPr>
              <a:spLocks/>
            </p:cNvSpPr>
            <p:nvPr/>
          </p:nvSpPr>
          <p:spPr>
            <a:xfrm>
              <a:off x="1447700" y="4278955"/>
              <a:ext cx="28398" cy="28398"/>
            </a:xfrm>
            <a:prstGeom prst="ellipse">
              <a:avLst/>
            </a:prstGeom>
            <a:solidFill>
              <a:srgbClr val="7F8C97">
                <a:alpha val="48000"/>
              </a:srgbClr>
            </a:solidFill>
            <a:ln w="0">
              <a:noFill/>
              <a:prstDash val="solid"/>
            </a:ln>
          </p:spPr>
        </p:sp>
        <p:sp>
          <p:nvSpPr>
            <p:cNvPr id="1511" name="03_assume_matched_1510">
              <a:extLst>
                <a:ext uri="{FF2B5EF4-FFF2-40B4-BE49-F238E27FC236}">
                  <a16:creationId xmlns:a16="http://schemas.microsoft.com/office/drawing/2014/main" id="{04FCCFAF-508E-48D7-95EB-1EA5BD8532B5}"/>
                </a:ext>
              </a:extLst>
            </p:cNvPr>
            <p:cNvSpPr>
              <a:spLocks/>
            </p:cNvSpPr>
            <p:nvPr/>
          </p:nvSpPr>
          <p:spPr>
            <a:xfrm>
              <a:off x="1479936" y="3694086"/>
              <a:ext cx="28398" cy="28398"/>
            </a:xfrm>
            <a:prstGeom prst="ellipse">
              <a:avLst/>
            </a:prstGeom>
            <a:solidFill>
              <a:srgbClr val="7F8C97">
                <a:alpha val="48000"/>
              </a:srgbClr>
            </a:solidFill>
            <a:ln w="0">
              <a:noFill/>
              <a:prstDash val="solid"/>
            </a:ln>
          </p:spPr>
        </p:sp>
        <p:sp>
          <p:nvSpPr>
            <p:cNvPr id="1512" name="03_assume_matched_1511">
              <a:extLst>
                <a:ext uri="{FF2B5EF4-FFF2-40B4-BE49-F238E27FC236}">
                  <a16:creationId xmlns:a16="http://schemas.microsoft.com/office/drawing/2014/main" id="{E3CA7C5E-D79A-4A06-A134-0465F38DE259}"/>
                </a:ext>
              </a:extLst>
            </p:cNvPr>
            <p:cNvSpPr>
              <a:spLocks/>
            </p:cNvSpPr>
            <p:nvPr/>
          </p:nvSpPr>
          <p:spPr>
            <a:xfrm>
              <a:off x="1461803" y="4230216"/>
              <a:ext cx="28398" cy="28398"/>
            </a:xfrm>
            <a:prstGeom prst="ellipse">
              <a:avLst/>
            </a:prstGeom>
            <a:solidFill>
              <a:srgbClr val="7F8C97">
                <a:alpha val="48000"/>
              </a:srgbClr>
            </a:solidFill>
            <a:ln w="0">
              <a:noFill/>
              <a:prstDash val="solid"/>
            </a:ln>
          </p:spPr>
        </p:sp>
        <p:sp>
          <p:nvSpPr>
            <p:cNvPr id="1513" name="03_assume_matched_1512">
              <a:extLst>
                <a:ext uri="{FF2B5EF4-FFF2-40B4-BE49-F238E27FC236}">
                  <a16:creationId xmlns:a16="http://schemas.microsoft.com/office/drawing/2014/main" id="{776B6A1B-D67B-48D1-9463-8C659D619910}"/>
                </a:ext>
              </a:extLst>
            </p:cNvPr>
            <p:cNvSpPr>
              <a:spLocks/>
            </p:cNvSpPr>
            <p:nvPr/>
          </p:nvSpPr>
          <p:spPr>
            <a:xfrm>
              <a:off x="1523972" y="4132738"/>
              <a:ext cx="28398" cy="28398"/>
            </a:xfrm>
            <a:prstGeom prst="ellipse">
              <a:avLst/>
            </a:prstGeom>
            <a:solidFill>
              <a:srgbClr val="7F8C97">
                <a:alpha val="48000"/>
              </a:srgbClr>
            </a:solidFill>
            <a:ln w="0">
              <a:noFill/>
              <a:prstDash val="solid"/>
            </a:ln>
          </p:spPr>
        </p:sp>
        <p:sp>
          <p:nvSpPr>
            <p:cNvPr id="1514" name="03_assume_matched_1513">
              <a:extLst>
                <a:ext uri="{FF2B5EF4-FFF2-40B4-BE49-F238E27FC236}">
                  <a16:creationId xmlns:a16="http://schemas.microsoft.com/office/drawing/2014/main" id="{E3335190-C8CB-47F2-8347-184529C7B657}"/>
                </a:ext>
              </a:extLst>
            </p:cNvPr>
            <p:cNvSpPr>
              <a:spLocks/>
            </p:cNvSpPr>
            <p:nvPr/>
          </p:nvSpPr>
          <p:spPr>
            <a:xfrm>
              <a:off x="1422084" y="3694086"/>
              <a:ext cx="28398" cy="28398"/>
            </a:xfrm>
            <a:prstGeom prst="ellipse">
              <a:avLst/>
            </a:prstGeom>
            <a:solidFill>
              <a:srgbClr val="7F8C97">
                <a:alpha val="48000"/>
              </a:srgbClr>
            </a:solidFill>
            <a:ln w="0">
              <a:noFill/>
              <a:prstDash val="solid"/>
            </a:ln>
          </p:spPr>
        </p:sp>
        <p:sp>
          <p:nvSpPr>
            <p:cNvPr id="1515" name="03_assume_matched_1514">
              <a:extLst>
                <a:ext uri="{FF2B5EF4-FFF2-40B4-BE49-F238E27FC236}">
                  <a16:creationId xmlns:a16="http://schemas.microsoft.com/office/drawing/2014/main" id="{FDCFDED4-69DE-4F4D-88ED-C18F503305EF}"/>
                </a:ext>
              </a:extLst>
            </p:cNvPr>
            <p:cNvSpPr>
              <a:spLocks/>
            </p:cNvSpPr>
            <p:nvPr/>
          </p:nvSpPr>
          <p:spPr>
            <a:xfrm>
              <a:off x="1428704" y="4278955"/>
              <a:ext cx="28398" cy="28398"/>
            </a:xfrm>
            <a:prstGeom prst="ellipse">
              <a:avLst/>
            </a:prstGeom>
            <a:solidFill>
              <a:srgbClr val="7F8C97">
                <a:alpha val="48000"/>
              </a:srgbClr>
            </a:solidFill>
            <a:ln w="0">
              <a:noFill/>
              <a:prstDash val="solid"/>
            </a:ln>
          </p:spPr>
        </p:sp>
        <p:sp>
          <p:nvSpPr>
            <p:cNvPr id="1516" name="03_assume_matched_1515">
              <a:extLst>
                <a:ext uri="{FF2B5EF4-FFF2-40B4-BE49-F238E27FC236}">
                  <a16:creationId xmlns:a16="http://schemas.microsoft.com/office/drawing/2014/main" id="{4F6E75FA-A79E-460F-9730-B4BB1092F33A}"/>
                </a:ext>
              </a:extLst>
            </p:cNvPr>
            <p:cNvSpPr>
              <a:spLocks/>
            </p:cNvSpPr>
            <p:nvPr/>
          </p:nvSpPr>
          <p:spPr>
            <a:xfrm>
              <a:off x="1488570" y="3694086"/>
              <a:ext cx="28398" cy="28398"/>
            </a:xfrm>
            <a:prstGeom prst="ellipse">
              <a:avLst/>
            </a:prstGeom>
            <a:solidFill>
              <a:srgbClr val="7F8C97">
                <a:alpha val="48000"/>
              </a:srgbClr>
            </a:solidFill>
            <a:ln w="0">
              <a:noFill/>
              <a:prstDash val="solid"/>
            </a:ln>
          </p:spPr>
        </p:sp>
        <p:sp>
          <p:nvSpPr>
            <p:cNvPr id="1517" name="03_assume_matched_1516">
              <a:extLst>
                <a:ext uri="{FF2B5EF4-FFF2-40B4-BE49-F238E27FC236}">
                  <a16:creationId xmlns:a16="http://schemas.microsoft.com/office/drawing/2014/main" id="{806E8124-EF39-4AB4-A939-220AC1A7761F}"/>
                </a:ext>
              </a:extLst>
            </p:cNvPr>
            <p:cNvSpPr>
              <a:spLocks/>
            </p:cNvSpPr>
            <p:nvPr/>
          </p:nvSpPr>
          <p:spPr>
            <a:xfrm>
              <a:off x="1487275" y="4278955"/>
              <a:ext cx="28398" cy="28398"/>
            </a:xfrm>
            <a:prstGeom prst="ellipse">
              <a:avLst/>
            </a:prstGeom>
            <a:solidFill>
              <a:srgbClr val="7F8C97">
                <a:alpha val="48000"/>
              </a:srgbClr>
            </a:solidFill>
            <a:ln w="0">
              <a:noFill/>
              <a:prstDash val="solid"/>
            </a:ln>
          </p:spPr>
        </p:sp>
        <p:sp>
          <p:nvSpPr>
            <p:cNvPr id="1518" name="03_assume_matched_1517">
              <a:extLst>
                <a:ext uri="{FF2B5EF4-FFF2-40B4-BE49-F238E27FC236}">
                  <a16:creationId xmlns:a16="http://schemas.microsoft.com/office/drawing/2014/main" id="{BA911C13-F36A-4F0B-8D53-6A87D2305096}"/>
                </a:ext>
              </a:extLst>
            </p:cNvPr>
            <p:cNvSpPr>
              <a:spLocks/>
            </p:cNvSpPr>
            <p:nvPr/>
          </p:nvSpPr>
          <p:spPr>
            <a:xfrm>
              <a:off x="1534046" y="3694086"/>
              <a:ext cx="28398" cy="28398"/>
            </a:xfrm>
            <a:prstGeom prst="ellipse">
              <a:avLst/>
            </a:prstGeom>
            <a:solidFill>
              <a:srgbClr val="7F8C97">
                <a:alpha val="48000"/>
              </a:srgbClr>
            </a:solidFill>
            <a:ln w="0">
              <a:noFill/>
              <a:prstDash val="solid"/>
            </a:ln>
          </p:spPr>
        </p:sp>
        <p:sp>
          <p:nvSpPr>
            <p:cNvPr id="1519" name="03_assume_matched_1518">
              <a:extLst>
                <a:ext uri="{FF2B5EF4-FFF2-40B4-BE49-F238E27FC236}">
                  <a16:creationId xmlns:a16="http://schemas.microsoft.com/office/drawing/2014/main" id="{42FE37FE-A5F4-4986-86EB-74D06995AF8C}"/>
                </a:ext>
              </a:extLst>
            </p:cNvPr>
            <p:cNvSpPr>
              <a:spLocks/>
            </p:cNvSpPr>
            <p:nvPr/>
          </p:nvSpPr>
          <p:spPr>
            <a:xfrm>
              <a:off x="1512315" y="3986521"/>
              <a:ext cx="28398" cy="28398"/>
            </a:xfrm>
            <a:prstGeom prst="ellipse">
              <a:avLst/>
            </a:prstGeom>
            <a:solidFill>
              <a:srgbClr val="7F8C97">
                <a:alpha val="48000"/>
              </a:srgbClr>
            </a:solidFill>
            <a:ln w="0">
              <a:noFill/>
              <a:prstDash val="solid"/>
            </a:ln>
          </p:spPr>
        </p:sp>
        <p:sp>
          <p:nvSpPr>
            <p:cNvPr id="1520" name="03_assume_matched_1519">
              <a:extLst>
                <a:ext uri="{FF2B5EF4-FFF2-40B4-BE49-F238E27FC236}">
                  <a16:creationId xmlns:a16="http://schemas.microsoft.com/office/drawing/2014/main" id="{8DD5B34C-4DCF-4069-887B-3E4EB87D2937}"/>
                </a:ext>
              </a:extLst>
            </p:cNvPr>
            <p:cNvSpPr>
              <a:spLocks/>
            </p:cNvSpPr>
            <p:nvPr/>
          </p:nvSpPr>
          <p:spPr>
            <a:xfrm>
              <a:off x="1444390" y="4278955"/>
              <a:ext cx="28398" cy="28398"/>
            </a:xfrm>
            <a:prstGeom prst="ellipse">
              <a:avLst/>
            </a:prstGeom>
            <a:solidFill>
              <a:srgbClr val="7F8C97">
                <a:alpha val="48000"/>
              </a:srgbClr>
            </a:solidFill>
            <a:ln w="0">
              <a:noFill/>
              <a:prstDash val="solid"/>
            </a:ln>
          </p:spPr>
        </p:sp>
        <p:sp>
          <p:nvSpPr>
            <p:cNvPr id="1521" name="03_assume_matched_1520">
              <a:extLst>
                <a:ext uri="{FF2B5EF4-FFF2-40B4-BE49-F238E27FC236}">
                  <a16:creationId xmlns:a16="http://schemas.microsoft.com/office/drawing/2014/main" id="{42093E01-2E41-43AD-8AC3-CBC3130C66A4}"/>
                </a:ext>
              </a:extLst>
            </p:cNvPr>
            <p:cNvSpPr>
              <a:spLocks/>
            </p:cNvSpPr>
            <p:nvPr/>
          </p:nvSpPr>
          <p:spPr>
            <a:xfrm>
              <a:off x="1515193" y="4278955"/>
              <a:ext cx="28398" cy="28398"/>
            </a:xfrm>
            <a:prstGeom prst="ellipse">
              <a:avLst/>
            </a:prstGeom>
            <a:solidFill>
              <a:srgbClr val="7F8C97">
                <a:alpha val="48000"/>
              </a:srgbClr>
            </a:solidFill>
            <a:ln w="0">
              <a:noFill/>
              <a:prstDash val="solid"/>
            </a:ln>
          </p:spPr>
        </p:sp>
        <p:sp>
          <p:nvSpPr>
            <p:cNvPr id="1522" name="03_assume_matched_1521">
              <a:extLst>
                <a:ext uri="{FF2B5EF4-FFF2-40B4-BE49-F238E27FC236}">
                  <a16:creationId xmlns:a16="http://schemas.microsoft.com/office/drawing/2014/main" id="{DE3D0FA2-8A9D-478C-A42D-C6801B92E3C6}"/>
                </a:ext>
              </a:extLst>
            </p:cNvPr>
            <p:cNvSpPr>
              <a:spLocks/>
            </p:cNvSpPr>
            <p:nvPr/>
          </p:nvSpPr>
          <p:spPr>
            <a:xfrm>
              <a:off x="1503537" y="4278955"/>
              <a:ext cx="28398" cy="28398"/>
            </a:xfrm>
            <a:prstGeom prst="ellipse">
              <a:avLst/>
            </a:prstGeom>
            <a:solidFill>
              <a:srgbClr val="7F8C97">
                <a:alpha val="48000"/>
              </a:srgbClr>
            </a:solidFill>
            <a:ln w="0">
              <a:noFill/>
              <a:prstDash val="solid"/>
            </a:ln>
          </p:spPr>
        </p:sp>
        <p:sp>
          <p:nvSpPr>
            <p:cNvPr id="1523" name="03_assume_matched_1522">
              <a:extLst>
                <a:ext uri="{FF2B5EF4-FFF2-40B4-BE49-F238E27FC236}">
                  <a16:creationId xmlns:a16="http://schemas.microsoft.com/office/drawing/2014/main" id="{71BB22D0-F2CE-4723-BB14-D8BFDFB78F27}"/>
                </a:ext>
              </a:extLst>
            </p:cNvPr>
            <p:cNvSpPr>
              <a:spLocks/>
            </p:cNvSpPr>
            <p:nvPr/>
          </p:nvSpPr>
          <p:spPr>
            <a:xfrm>
              <a:off x="1509725" y="4278955"/>
              <a:ext cx="28398" cy="28398"/>
            </a:xfrm>
            <a:prstGeom prst="ellipse">
              <a:avLst/>
            </a:prstGeom>
            <a:solidFill>
              <a:srgbClr val="7F8C97">
                <a:alpha val="48000"/>
              </a:srgbClr>
            </a:solidFill>
            <a:ln w="0">
              <a:noFill/>
              <a:prstDash val="solid"/>
            </a:ln>
          </p:spPr>
        </p:sp>
        <p:sp>
          <p:nvSpPr>
            <p:cNvPr id="1524" name="03_assume_matched_1523">
              <a:extLst>
                <a:ext uri="{FF2B5EF4-FFF2-40B4-BE49-F238E27FC236}">
                  <a16:creationId xmlns:a16="http://schemas.microsoft.com/office/drawing/2014/main" id="{D36CBC97-E4B5-4582-A7F5-83B8C34BCF96}"/>
                </a:ext>
              </a:extLst>
            </p:cNvPr>
            <p:cNvSpPr>
              <a:spLocks/>
            </p:cNvSpPr>
            <p:nvPr/>
          </p:nvSpPr>
          <p:spPr>
            <a:xfrm>
              <a:off x="1523108" y="4278955"/>
              <a:ext cx="28398" cy="28398"/>
            </a:xfrm>
            <a:prstGeom prst="ellipse">
              <a:avLst/>
            </a:prstGeom>
            <a:solidFill>
              <a:srgbClr val="7F8C97">
                <a:alpha val="48000"/>
              </a:srgbClr>
            </a:solidFill>
            <a:ln w="0">
              <a:noFill/>
              <a:prstDash val="solid"/>
            </a:ln>
          </p:spPr>
        </p:sp>
        <p:sp>
          <p:nvSpPr>
            <p:cNvPr id="1525" name="03_assume_matched_1524">
              <a:extLst>
                <a:ext uri="{FF2B5EF4-FFF2-40B4-BE49-F238E27FC236}">
                  <a16:creationId xmlns:a16="http://schemas.microsoft.com/office/drawing/2014/main" id="{FE9AD1B4-9E51-4AF7-88A5-6A4649D18B6F}"/>
                </a:ext>
              </a:extLst>
            </p:cNvPr>
            <p:cNvSpPr>
              <a:spLocks/>
            </p:cNvSpPr>
            <p:nvPr/>
          </p:nvSpPr>
          <p:spPr>
            <a:xfrm>
              <a:off x="1431726" y="3694086"/>
              <a:ext cx="28398" cy="28398"/>
            </a:xfrm>
            <a:prstGeom prst="ellipse">
              <a:avLst/>
            </a:prstGeom>
            <a:solidFill>
              <a:srgbClr val="7F8C97">
                <a:alpha val="48000"/>
              </a:srgbClr>
            </a:solidFill>
            <a:ln w="0">
              <a:noFill/>
              <a:prstDash val="solid"/>
            </a:ln>
          </p:spPr>
        </p:sp>
        <p:sp>
          <p:nvSpPr>
            <p:cNvPr id="1526" name="03_assume_matched_1525">
              <a:extLst>
                <a:ext uri="{FF2B5EF4-FFF2-40B4-BE49-F238E27FC236}">
                  <a16:creationId xmlns:a16="http://schemas.microsoft.com/office/drawing/2014/main" id="{E7C82B17-D1BA-4CF3-B46F-78301A05E603}"/>
                </a:ext>
              </a:extLst>
            </p:cNvPr>
            <p:cNvSpPr>
              <a:spLocks/>
            </p:cNvSpPr>
            <p:nvPr/>
          </p:nvSpPr>
          <p:spPr>
            <a:xfrm>
              <a:off x="1420933" y="3986521"/>
              <a:ext cx="28398" cy="28398"/>
            </a:xfrm>
            <a:prstGeom prst="ellipse">
              <a:avLst/>
            </a:prstGeom>
            <a:solidFill>
              <a:srgbClr val="7F8C97">
                <a:alpha val="48000"/>
              </a:srgbClr>
            </a:solidFill>
            <a:ln w="0">
              <a:noFill/>
              <a:prstDash val="solid"/>
            </a:ln>
          </p:spPr>
        </p:sp>
        <p:sp>
          <p:nvSpPr>
            <p:cNvPr id="1527" name="03_assume_matched_1526">
              <a:extLst>
                <a:ext uri="{FF2B5EF4-FFF2-40B4-BE49-F238E27FC236}">
                  <a16:creationId xmlns:a16="http://schemas.microsoft.com/office/drawing/2014/main" id="{DA85392D-C84A-4524-93DA-37A112434B6D}"/>
                </a:ext>
              </a:extLst>
            </p:cNvPr>
            <p:cNvSpPr>
              <a:spLocks/>
            </p:cNvSpPr>
            <p:nvPr/>
          </p:nvSpPr>
          <p:spPr>
            <a:xfrm>
              <a:off x="1503825" y="3986521"/>
              <a:ext cx="28398" cy="28398"/>
            </a:xfrm>
            <a:prstGeom prst="ellipse">
              <a:avLst/>
            </a:prstGeom>
            <a:solidFill>
              <a:srgbClr val="7F8C97">
                <a:alpha val="48000"/>
              </a:srgbClr>
            </a:solidFill>
            <a:ln w="0">
              <a:noFill/>
              <a:prstDash val="solid"/>
            </a:ln>
          </p:spPr>
        </p:sp>
        <p:sp>
          <p:nvSpPr>
            <p:cNvPr id="1528" name="03_assume_matched_1527">
              <a:extLst>
                <a:ext uri="{FF2B5EF4-FFF2-40B4-BE49-F238E27FC236}">
                  <a16:creationId xmlns:a16="http://schemas.microsoft.com/office/drawing/2014/main" id="{752AD3A6-44DA-4B0F-B11F-71821DA172CC}"/>
                </a:ext>
              </a:extLst>
            </p:cNvPr>
            <p:cNvSpPr>
              <a:spLocks/>
            </p:cNvSpPr>
            <p:nvPr/>
          </p:nvSpPr>
          <p:spPr>
            <a:xfrm>
              <a:off x="1540953" y="4111850"/>
              <a:ext cx="28398" cy="28398"/>
            </a:xfrm>
            <a:prstGeom prst="ellipse">
              <a:avLst/>
            </a:prstGeom>
            <a:solidFill>
              <a:srgbClr val="7F8C97">
                <a:alpha val="48000"/>
              </a:srgbClr>
            </a:solidFill>
            <a:ln w="0">
              <a:noFill/>
              <a:prstDash val="solid"/>
            </a:ln>
          </p:spPr>
        </p:sp>
        <p:sp>
          <p:nvSpPr>
            <p:cNvPr id="1529" name="03_assume_matched_1528">
              <a:extLst>
                <a:ext uri="{FF2B5EF4-FFF2-40B4-BE49-F238E27FC236}">
                  <a16:creationId xmlns:a16="http://schemas.microsoft.com/office/drawing/2014/main" id="{7E9A1AE3-C623-4931-A8A7-0D7A76FFAD50}"/>
                </a:ext>
              </a:extLst>
            </p:cNvPr>
            <p:cNvSpPr>
              <a:spLocks/>
            </p:cNvSpPr>
            <p:nvPr/>
          </p:nvSpPr>
          <p:spPr>
            <a:xfrm>
              <a:off x="1547141" y="3694086"/>
              <a:ext cx="28398" cy="28398"/>
            </a:xfrm>
            <a:prstGeom prst="ellipse">
              <a:avLst/>
            </a:prstGeom>
            <a:solidFill>
              <a:srgbClr val="7F8C97">
                <a:alpha val="48000"/>
              </a:srgbClr>
            </a:solidFill>
            <a:ln w="0">
              <a:noFill/>
              <a:prstDash val="solid"/>
            </a:ln>
          </p:spPr>
        </p:sp>
        <p:sp>
          <p:nvSpPr>
            <p:cNvPr id="1530" name="03_assume_matched_1529">
              <a:extLst>
                <a:ext uri="{FF2B5EF4-FFF2-40B4-BE49-F238E27FC236}">
                  <a16:creationId xmlns:a16="http://schemas.microsoft.com/office/drawing/2014/main" id="{A775D64B-F565-4413-990C-B89535ED9BB0}"/>
                </a:ext>
              </a:extLst>
            </p:cNvPr>
            <p:cNvSpPr>
              <a:spLocks/>
            </p:cNvSpPr>
            <p:nvPr/>
          </p:nvSpPr>
          <p:spPr>
            <a:xfrm>
              <a:off x="1458206" y="3986521"/>
              <a:ext cx="28398" cy="28398"/>
            </a:xfrm>
            <a:prstGeom prst="ellipse">
              <a:avLst/>
            </a:prstGeom>
            <a:solidFill>
              <a:srgbClr val="7F8C97">
                <a:alpha val="48000"/>
              </a:srgbClr>
            </a:solidFill>
            <a:ln w="0">
              <a:noFill/>
              <a:prstDash val="solid"/>
            </a:ln>
          </p:spPr>
        </p:sp>
        <p:sp>
          <p:nvSpPr>
            <p:cNvPr id="1531" name="03_assume_matched_1530">
              <a:extLst>
                <a:ext uri="{FF2B5EF4-FFF2-40B4-BE49-F238E27FC236}">
                  <a16:creationId xmlns:a16="http://schemas.microsoft.com/office/drawing/2014/main" id="{DFA1F638-8C1D-49A1-B157-3515FACF64E7}"/>
                </a:ext>
              </a:extLst>
            </p:cNvPr>
            <p:cNvSpPr>
              <a:spLocks/>
            </p:cNvSpPr>
            <p:nvPr/>
          </p:nvSpPr>
          <p:spPr>
            <a:xfrm>
              <a:off x="1511020" y="4278955"/>
              <a:ext cx="28398" cy="28398"/>
            </a:xfrm>
            <a:prstGeom prst="ellipse">
              <a:avLst/>
            </a:prstGeom>
            <a:solidFill>
              <a:srgbClr val="7F8C97">
                <a:alpha val="48000"/>
              </a:srgbClr>
            </a:solidFill>
            <a:ln w="0">
              <a:noFill/>
              <a:prstDash val="solid"/>
            </a:ln>
          </p:spPr>
        </p:sp>
        <p:sp>
          <p:nvSpPr>
            <p:cNvPr id="1532" name="03_assume_matched_1531">
              <a:extLst>
                <a:ext uri="{FF2B5EF4-FFF2-40B4-BE49-F238E27FC236}">
                  <a16:creationId xmlns:a16="http://schemas.microsoft.com/office/drawing/2014/main" id="{09C1AFAF-382E-4290-A457-274B6A19C0E9}"/>
                </a:ext>
              </a:extLst>
            </p:cNvPr>
            <p:cNvSpPr>
              <a:spLocks/>
            </p:cNvSpPr>
            <p:nvPr/>
          </p:nvSpPr>
          <p:spPr>
            <a:xfrm>
              <a:off x="1521957" y="3694086"/>
              <a:ext cx="28398" cy="28398"/>
            </a:xfrm>
            <a:prstGeom prst="ellipse">
              <a:avLst/>
            </a:prstGeom>
            <a:solidFill>
              <a:srgbClr val="7F8C97">
                <a:alpha val="48000"/>
              </a:srgbClr>
            </a:solidFill>
            <a:ln w="0">
              <a:noFill/>
              <a:prstDash val="solid"/>
            </a:ln>
          </p:spPr>
        </p:sp>
        <p:sp>
          <p:nvSpPr>
            <p:cNvPr id="1533" name="03_assume_matched_1532">
              <a:extLst>
                <a:ext uri="{FF2B5EF4-FFF2-40B4-BE49-F238E27FC236}">
                  <a16:creationId xmlns:a16="http://schemas.microsoft.com/office/drawing/2014/main" id="{AFC4BF68-F9B9-43F9-95E5-3BBC2B73D56B}"/>
                </a:ext>
              </a:extLst>
            </p:cNvPr>
            <p:cNvSpPr>
              <a:spLocks/>
            </p:cNvSpPr>
            <p:nvPr/>
          </p:nvSpPr>
          <p:spPr>
            <a:xfrm>
              <a:off x="1539370" y="3694086"/>
              <a:ext cx="28398" cy="28398"/>
            </a:xfrm>
            <a:prstGeom prst="ellipse">
              <a:avLst/>
            </a:prstGeom>
            <a:solidFill>
              <a:srgbClr val="7F8C97">
                <a:alpha val="48000"/>
              </a:srgbClr>
            </a:solidFill>
            <a:ln w="0">
              <a:noFill/>
              <a:prstDash val="solid"/>
            </a:ln>
          </p:spPr>
        </p:sp>
        <p:sp>
          <p:nvSpPr>
            <p:cNvPr id="1534" name="03_assume_matched_1533">
              <a:extLst>
                <a:ext uri="{FF2B5EF4-FFF2-40B4-BE49-F238E27FC236}">
                  <a16:creationId xmlns:a16="http://schemas.microsoft.com/office/drawing/2014/main" id="{FAB321D9-0F6E-434F-AC3B-AFAFD1B52E29}"/>
                </a:ext>
              </a:extLst>
            </p:cNvPr>
            <p:cNvSpPr>
              <a:spLocks/>
            </p:cNvSpPr>
            <p:nvPr/>
          </p:nvSpPr>
          <p:spPr>
            <a:xfrm>
              <a:off x="1524116" y="3694086"/>
              <a:ext cx="28398" cy="28398"/>
            </a:xfrm>
            <a:prstGeom prst="ellipse">
              <a:avLst/>
            </a:prstGeom>
            <a:solidFill>
              <a:srgbClr val="7F8C97">
                <a:alpha val="48000"/>
              </a:srgbClr>
            </a:solidFill>
            <a:ln w="0">
              <a:noFill/>
              <a:prstDash val="solid"/>
            </a:ln>
          </p:spPr>
        </p:sp>
        <p:sp>
          <p:nvSpPr>
            <p:cNvPr id="1535" name="03_assume_matched_1534">
              <a:extLst>
                <a:ext uri="{FF2B5EF4-FFF2-40B4-BE49-F238E27FC236}">
                  <a16:creationId xmlns:a16="http://schemas.microsoft.com/office/drawing/2014/main" id="{6C17989A-A955-41AA-A587-CA39337FE482}"/>
                </a:ext>
              </a:extLst>
            </p:cNvPr>
            <p:cNvSpPr>
              <a:spLocks/>
            </p:cNvSpPr>
            <p:nvPr/>
          </p:nvSpPr>
          <p:spPr>
            <a:xfrm>
              <a:off x="1502386" y="3694086"/>
              <a:ext cx="28398" cy="28398"/>
            </a:xfrm>
            <a:prstGeom prst="ellipse">
              <a:avLst/>
            </a:prstGeom>
            <a:solidFill>
              <a:srgbClr val="7F8C97">
                <a:alpha val="48000"/>
              </a:srgbClr>
            </a:solidFill>
            <a:ln w="0">
              <a:noFill/>
              <a:prstDash val="solid"/>
            </a:ln>
          </p:spPr>
        </p:sp>
        <p:sp>
          <p:nvSpPr>
            <p:cNvPr id="1536" name="03_assume_matched_1535">
              <a:extLst>
                <a:ext uri="{FF2B5EF4-FFF2-40B4-BE49-F238E27FC236}">
                  <a16:creationId xmlns:a16="http://schemas.microsoft.com/office/drawing/2014/main" id="{3F9C39B7-7199-4131-A3D5-7CBA5F2FD993}"/>
                </a:ext>
              </a:extLst>
            </p:cNvPr>
            <p:cNvSpPr>
              <a:spLocks/>
            </p:cNvSpPr>
            <p:nvPr/>
          </p:nvSpPr>
          <p:spPr>
            <a:xfrm>
              <a:off x="1414169" y="3694086"/>
              <a:ext cx="28398" cy="28398"/>
            </a:xfrm>
            <a:prstGeom prst="ellipse">
              <a:avLst/>
            </a:prstGeom>
            <a:solidFill>
              <a:srgbClr val="7F8C97">
                <a:alpha val="48000"/>
              </a:srgbClr>
            </a:solidFill>
            <a:ln w="0">
              <a:noFill/>
              <a:prstDash val="solid"/>
            </a:ln>
          </p:spPr>
        </p:sp>
        <p:sp>
          <p:nvSpPr>
            <p:cNvPr id="1537" name="03_assume_matched_1536">
              <a:extLst>
                <a:ext uri="{FF2B5EF4-FFF2-40B4-BE49-F238E27FC236}">
                  <a16:creationId xmlns:a16="http://schemas.microsoft.com/office/drawing/2014/main" id="{FB300BC0-8910-4530-B745-AEBCF40C4B88}"/>
                </a:ext>
              </a:extLst>
            </p:cNvPr>
            <p:cNvSpPr>
              <a:spLocks/>
            </p:cNvSpPr>
            <p:nvPr/>
          </p:nvSpPr>
          <p:spPr>
            <a:xfrm>
              <a:off x="1428129" y="4278955"/>
              <a:ext cx="28398" cy="28398"/>
            </a:xfrm>
            <a:prstGeom prst="ellipse">
              <a:avLst/>
            </a:prstGeom>
            <a:solidFill>
              <a:srgbClr val="7F8C97">
                <a:alpha val="48000"/>
              </a:srgbClr>
            </a:solidFill>
            <a:ln w="0">
              <a:noFill/>
              <a:prstDash val="solid"/>
            </a:ln>
          </p:spPr>
        </p:sp>
        <p:sp>
          <p:nvSpPr>
            <p:cNvPr id="1538" name="03_assume_matched_1537">
              <a:extLst>
                <a:ext uri="{FF2B5EF4-FFF2-40B4-BE49-F238E27FC236}">
                  <a16:creationId xmlns:a16="http://schemas.microsoft.com/office/drawing/2014/main" id="{B0B97D7E-30ED-4FFB-9C16-257B079D607B}"/>
                </a:ext>
              </a:extLst>
            </p:cNvPr>
            <p:cNvSpPr>
              <a:spLocks/>
            </p:cNvSpPr>
            <p:nvPr/>
          </p:nvSpPr>
          <p:spPr>
            <a:xfrm>
              <a:off x="1489290" y="3694086"/>
              <a:ext cx="28398" cy="28398"/>
            </a:xfrm>
            <a:prstGeom prst="ellipse">
              <a:avLst/>
            </a:prstGeom>
            <a:solidFill>
              <a:srgbClr val="7F8C97">
                <a:alpha val="48000"/>
              </a:srgbClr>
            </a:solidFill>
            <a:ln w="0">
              <a:noFill/>
              <a:prstDash val="solid"/>
            </a:ln>
          </p:spPr>
        </p:sp>
        <p:sp>
          <p:nvSpPr>
            <p:cNvPr id="1539" name="03_assume_matched_1538">
              <a:extLst>
                <a:ext uri="{FF2B5EF4-FFF2-40B4-BE49-F238E27FC236}">
                  <a16:creationId xmlns:a16="http://schemas.microsoft.com/office/drawing/2014/main" id="{97316E9A-8E58-4A0F-B496-2E79BF5071BF}"/>
                </a:ext>
              </a:extLst>
            </p:cNvPr>
            <p:cNvSpPr>
              <a:spLocks/>
            </p:cNvSpPr>
            <p:nvPr/>
          </p:nvSpPr>
          <p:spPr>
            <a:xfrm>
              <a:off x="1434173" y="4278955"/>
              <a:ext cx="28398" cy="28398"/>
            </a:xfrm>
            <a:prstGeom prst="ellipse">
              <a:avLst/>
            </a:prstGeom>
            <a:solidFill>
              <a:srgbClr val="7F8C97">
                <a:alpha val="48000"/>
              </a:srgbClr>
            </a:solidFill>
            <a:ln w="0">
              <a:noFill/>
              <a:prstDash val="solid"/>
            </a:ln>
          </p:spPr>
        </p:sp>
        <p:sp>
          <p:nvSpPr>
            <p:cNvPr id="1540" name="03_assume_matched_1539">
              <a:extLst>
                <a:ext uri="{FF2B5EF4-FFF2-40B4-BE49-F238E27FC236}">
                  <a16:creationId xmlns:a16="http://schemas.microsoft.com/office/drawing/2014/main" id="{AC008614-8B86-4891-8903-C8479E5851D6}"/>
                </a:ext>
              </a:extLst>
            </p:cNvPr>
            <p:cNvSpPr>
              <a:spLocks/>
            </p:cNvSpPr>
            <p:nvPr/>
          </p:nvSpPr>
          <p:spPr>
            <a:xfrm>
              <a:off x="1460220" y="3694086"/>
              <a:ext cx="28398" cy="28398"/>
            </a:xfrm>
            <a:prstGeom prst="ellipse">
              <a:avLst/>
            </a:prstGeom>
            <a:solidFill>
              <a:srgbClr val="7F8C97">
                <a:alpha val="48000"/>
              </a:srgbClr>
            </a:solidFill>
            <a:ln w="0">
              <a:noFill/>
              <a:prstDash val="solid"/>
            </a:ln>
          </p:spPr>
        </p:sp>
        <p:sp>
          <p:nvSpPr>
            <p:cNvPr id="1541" name="03_assume_matched_1540">
              <a:extLst>
                <a:ext uri="{FF2B5EF4-FFF2-40B4-BE49-F238E27FC236}">
                  <a16:creationId xmlns:a16="http://schemas.microsoft.com/office/drawing/2014/main" id="{B9DDBECD-C6BA-48F2-8908-88AF9BDB6B9C}"/>
                </a:ext>
              </a:extLst>
            </p:cNvPr>
            <p:cNvSpPr>
              <a:spLocks/>
            </p:cNvSpPr>
            <p:nvPr/>
          </p:nvSpPr>
          <p:spPr>
            <a:xfrm>
              <a:off x="1409276" y="4278955"/>
              <a:ext cx="28398" cy="28398"/>
            </a:xfrm>
            <a:prstGeom prst="ellipse">
              <a:avLst/>
            </a:prstGeom>
            <a:solidFill>
              <a:srgbClr val="7F8C97">
                <a:alpha val="48000"/>
              </a:srgbClr>
            </a:solidFill>
            <a:ln w="0">
              <a:noFill/>
              <a:prstDash val="solid"/>
            </a:ln>
          </p:spPr>
        </p:sp>
        <p:sp>
          <p:nvSpPr>
            <p:cNvPr id="1542" name="03_assume_matched_1541">
              <a:extLst>
                <a:ext uri="{FF2B5EF4-FFF2-40B4-BE49-F238E27FC236}">
                  <a16:creationId xmlns:a16="http://schemas.microsoft.com/office/drawing/2014/main" id="{F3B5B542-4F0E-487D-B395-1BD7E4C50B58}"/>
                </a:ext>
              </a:extLst>
            </p:cNvPr>
            <p:cNvSpPr>
              <a:spLocks/>
            </p:cNvSpPr>
            <p:nvPr/>
          </p:nvSpPr>
          <p:spPr>
            <a:xfrm>
              <a:off x="2281956" y="3709083"/>
              <a:ext cx="28398" cy="28398"/>
            </a:xfrm>
            <a:prstGeom prst="ellipse">
              <a:avLst/>
            </a:prstGeom>
            <a:solidFill>
              <a:srgbClr val="7F8C97">
                <a:alpha val="48000"/>
              </a:srgbClr>
            </a:solidFill>
            <a:ln w="0">
              <a:noFill/>
              <a:prstDash val="solid"/>
            </a:ln>
          </p:spPr>
        </p:sp>
        <p:sp>
          <p:nvSpPr>
            <p:cNvPr id="1543" name="03_assume_matched_1542">
              <a:extLst>
                <a:ext uri="{FF2B5EF4-FFF2-40B4-BE49-F238E27FC236}">
                  <a16:creationId xmlns:a16="http://schemas.microsoft.com/office/drawing/2014/main" id="{A3AB355F-72B3-40BA-AB99-2B2A9513E21D}"/>
                </a:ext>
              </a:extLst>
            </p:cNvPr>
            <p:cNvSpPr>
              <a:spLocks/>
            </p:cNvSpPr>
            <p:nvPr/>
          </p:nvSpPr>
          <p:spPr>
            <a:xfrm>
              <a:off x="2270443" y="4278955"/>
              <a:ext cx="28398" cy="28398"/>
            </a:xfrm>
            <a:prstGeom prst="ellipse">
              <a:avLst/>
            </a:prstGeom>
            <a:solidFill>
              <a:srgbClr val="7F8C97">
                <a:alpha val="48000"/>
              </a:srgbClr>
            </a:solidFill>
            <a:ln w="0">
              <a:noFill/>
              <a:prstDash val="solid"/>
            </a:ln>
          </p:spPr>
        </p:sp>
        <p:sp>
          <p:nvSpPr>
            <p:cNvPr id="1544" name="03_assume_matched_1543">
              <a:extLst>
                <a:ext uri="{FF2B5EF4-FFF2-40B4-BE49-F238E27FC236}">
                  <a16:creationId xmlns:a16="http://schemas.microsoft.com/office/drawing/2014/main" id="{430D152D-E6AB-4C84-8F68-B68B06CAD454}"/>
                </a:ext>
              </a:extLst>
            </p:cNvPr>
            <p:cNvSpPr>
              <a:spLocks/>
            </p:cNvSpPr>
            <p:nvPr/>
          </p:nvSpPr>
          <p:spPr>
            <a:xfrm>
              <a:off x="2213311" y="3694086"/>
              <a:ext cx="28398" cy="28398"/>
            </a:xfrm>
            <a:prstGeom prst="ellipse">
              <a:avLst/>
            </a:prstGeom>
            <a:solidFill>
              <a:srgbClr val="7F8C97">
                <a:alpha val="48000"/>
              </a:srgbClr>
            </a:solidFill>
            <a:ln w="0">
              <a:noFill/>
              <a:prstDash val="solid"/>
            </a:ln>
          </p:spPr>
        </p:sp>
        <p:sp>
          <p:nvSpPr>
            <p:cNvPr id="1545" name="03_assume_matched_1544">
              <a:extLst>
                <a:ext uri="{FF2B5EF4-FFF2-40B4-BE49-F238E27FC236}">
                  <a16:creationId xmlns:a16="http://schemas.microsoft.com/office/drawing/2014/main" id="{7D73FF58-8800-43EB-9F12-FE8147AFA8CC}"/>
                </a:ext>
              </a:extLst>
            </p:cNvPr>
            <p:cNvSpPr>
              <a:spLocks/>
            </p:cNvSpPr>
            <p:nvPr/>
          </p:nvSpPr>
          <p:spPr>
            <a:xfrm>
              <a:off x="2292173" y="3694086"/>
              <a:ext cx="28398" cy="28398"/>
            </a:xfrm>
            <a:prstGeom prst="ellipse">
              <a:avLst/>
            </a:prstGeom>
            <a:solidFill>
              <a:srgbClr val="7F8C97">
                <a:alpha val="48000"/>
              </a:srgbClr>
            </a:solidFill>
            <a:ln w="0">
              <a:noFill/>
              <a:prstDash val="solid"/>
            </a:ln>
          </p:spPr>
        </p:sp>
        <p:sp>
          <p:nvSpPr>
            <p:cNvPr id="1546" name="03_assume_matched_1545">
              <a:extLst>
                <a:ext uri="{FF2B5EF4-FFF2-40B4-BE49-F238E27FC236}">
                  <a16:creationId xmlns:a16="http://schemas.microsoft.com/office/drawing/2014/main" id="{C5D06A5A-BE82-4B59-AC68-D0A63CCD4F23}"/>
                </a:ext>
              </a:extLst>
            </p:cNvPr>
            <p:cNvSpPr>
              <a:spLocks/>
            </p:cNvSpPr>
            <p:nvPr/>
          </p:nvSpPr>
          <p:spPr>
            <a:xfrm>
              <a:off x="2259938" y="3694086"/>
              <a:ext cx="28398" cy="28398"/>
            </a:xfrm>
            <a:prstGeom prst="ellipse">
              <a:avLst/>
            </a:prstGeom>
            <a:solidFill>
              <a:srgbClr val="7F8C97">
                <a:alpha val="48000"/>
              </a:srgbClr>
            </a:solidFill>
            <a:ln w="0">
              <a:noFill/>
              <a:prstDash val="solid"/>
            </a:ln>
          </p:spPr>
        </p:sp>
        <p:sp>
          <p:nvSpPr>
            <p:cNvPr id="1547" name="03_assume_matched_1546">
              <a:extLst>
                <a:ext uri="{FF2B5EF4-FFF2-40B4-BE49-F238E27FC236}">
                  <a16:creationId xmlns:a16="http://schemas.microsoft.com/office/drawing/2014/main" id="{58C54926-38FA-47DC-95E6-69E0592C7FB9}"/>
                </a:ext>
              </a:extLst>
            </p:cNvPr>
            <p:cNvSpPr>
              <a:spLocks/>
            </p:cNvSpPr>
            <p:nvPr/>
          </p:nvSpPr>
          <p:spPr>
            <a:xfrm>
              <a:off x="2164670" y="3694086"/>
              <a:ext cx="28398" cy="28398"/>
            </a:xfrm>
            <a:prstGeom prst="ellipse">
              <a:avLst/>
            </a:prstGeom>
            <a:solidFill>
              <a:srgbClr val="7F8C97">
                <a:alpha val="48000"/>
              </a:srgbClr>
            </a:solidFill>
            <a:ln w="0">
              <a:noFill/>
              <a:prstDash val="solid"/>
            </a:ln>
          </p:spPr>
        </p:sp>
        <p:sp>
          <p:nvSpPr>
            <p:cNvPr id="1548" name="03_assume_matched_1547">
              <a:extLst>
                <a:ext uri="{FF2B5EF4-FFF2-40B4-BE49-F238E27FC236}">
                  <a16:creationId xmlns:a16="http://schemas.microsoft.com/office/drawing/2014/main" id="{938C17CA-AD0F-419D-8E24-D0BCB59E872E}"/>
                </a:ext>
              </a:extLst>
            </p:cNvPr>
            <p:cNvSpPr>
              <a:spLocks/>
            </p:cNvSpPr>
            <p:nvPr/>
          </p:nvSpPr>
          <p:spPr>
            <a:xfrm>
              <a:off x="2195322" y="4278955"/>
              <a:ext cx="28398" cy="28398"/>
            </a:xfrm>
            <a:prstGeom prst="ellipse">
              <a:avLst/>
            </a:prstGeom>
            <a:solidFill>
              <a:srgbClr val="7F8C97">
                <a:alpha val="48000"/>
              </a:srgbClr>
            </a:solidFill>
            <a:ln w="0">
              <a:noFill/>
              <a:prstDash val="solid"/>
            </a:ln>
          </p:spPr>
        </p:sp>
        <p:sp>
          <p:nvSpPr>
            <p:cNvPr id="1549" name="03_assume_matched_1548">
              <a:extLst>
                <a:ext uri="{FF2B5EF4-FFF2-40B4-BE49-F238E27FC236}">
                  <a16:creationId xmlns:a16="http://schemas.microsoft.com/office/drawing/2014/main" id="{31B7A319-624D-491D-9AE6-AB0896EC4857}"/>
                </a:ext>
              </a:extLst>
            </p:cNvPr>
            <p:cNvSpPr>
              <a:spLocks/>
            </p:cNvSpPr>
            <p:nvPr/>
          </p:nvSpPr>
          <p:spPr>
            <a:xfrm>
              <a:off x="2164382" y="4132738"/>
              <a:ext cx="28398" cy="28398"/>
            </a:xfrm>
            <a:prstGeom prst="ellipse">
              <a:avLst/>
            </a:prstGeom>
            <a:solidFill>
              <a:srgbClr val="7F8C97">
                <a:alpha val="48000"/>
              </a:srgbClr>
            </a:solidFill>
            <a:ln w="0">
              <a:noFill/>
              <a:prstDash val="solid"/>
            </a:ln>
          </p:spPr>
        </p:sp>
        <p:sp>
          <p:nvSpPr>
            <p:cNvPr id="1550" name="03_assume_matched_1549">
              <a:extLst>
                <a:ext uri="{FF2B5EF4-FFF2-40B4-BE49-F238E27FC236}">
                  <a16:creationId xmlns:a16="http://schemas.microsoft.com/office/drawing/2014/main" id="{90BBCE85-85B2-49E9-8E7E-AA1E6C68FA57}"/>
                </a:ext>
              </a:extLst>
            </p:cNvPr>
            <p:cNvSpPr>
              <a:spLocks/>
            </p:cNvSpPr>
            <p:nvPr/>
          </p:nvSpPr>
          <p:spPr>
            <a:xfrm>
              <a:off x="2245691" y="3986521"/>
              <a:ext cx="28398" cy="28398"/>
            </a:xfrm>
            <a:prstGeom prst="ellipse">
              <a:avLst/>
            </a:prstGeom>
            <a:solidFill>
              <a:srgbClr val="7F8C97">
                <a:alpha val="48000"/>
              </a:srgbClr>
            </a:solidFill>
            <a:ln w="0">
              <a:noFill/>
              <a:prstDash val="solid"/>
            </a:ln>
          </p:spPr>
        </p:sp>
        <p:sp>
          <p:nvSpPr>
            <p:cNvPr id="1551" name="03_assume_matched_1550">
              <a:extLst>
                <a:ext uri="{FF2B5EF4-FFF2-40B4-BE49-F238E27FC236}">
                  <a16:creationId xmlns:a16="http://schemas.microsoft.com/office/drawing/2014/main" id="{9BF43248-ED2D-46F1-9B54-F95BD9D2DDBC}"/>
                </a:ext>
              </a:extLst>
            </p:cNvPr>
            <p:cNvSpPr>
              <a:spLocks/>
            </p:cNvSpPr>
            <p:nvPr/>
          </p:nvSpPr>
          <p:spPr>
            <a:xfrm>
              <a:off x="2226982" y="4278955"/>
              <a:ext cx="28398" cy="28398"/>
            </a:xfrm>
            <a:prstGeom prst="ellipse">
              <a:avLst/>
            </a:prstGeom>
            <a:solidFill>
              <a:srgbClr val="7F8C97">
                <a:alpha val="48000"/>
              </a:srgbClr>
            </a:solidFill>
            <a:ln w="0">
              <a:noFill/>
              <a:prstDash val="solid"/>
            </a:ln>
          </p:spPr>
        </p:sp>
        <p:sp>
          <p:nvSpPr>
            <p:cNvPr id="1552" name="03_assume_matched_1551">
              <a:extLst>
                <a:ext uri="{FF2B5EF4-FFF2-40B4-BE49-F238E27FC236}">
                  <a16:creationId xmlns:a16="http://schemas.microsoft.com/office/drawing/2014/main" id="{0EBBCA1F-011E-488C-B777-777676995291}"/>
                </a:ext>
              </a:extLst>
            </p:cNvPr>
            <p:cNvSpPr>
              <a:spLocks/>
            </p:cNvSpPr>
            <p:nvPr/>
          </p:nvSpPr>
          <p:spPr>
            <a:xfrm>
              <a:off x="2211728" y="4278955"/>
              <a:ext cx="28398" cy="28398"/>
            </a:xfrm>
            <a:prstGeom prst="ellipse">
              <a:avLst/>
            </a:prstGeom>
            <a:solidFill>
              <a:srgbClr val="7F8C97">
                <a:alpha val="48000"/>
              </a:srgbClr>
            </a:solidFill>
            <a:ln w="0">
              <a:noFill/>
              <a:prstDash val="solid"/>
            </a:ln>
          </p:spPr>
        </p:sp>
        <p:sp>
          <p:nvSpPr>
            <p:cNvPr id="1553" name="03_assume_matched_1552">
              <a:extLst>
                <a:ext uri="{FF2B5EF4-FFF2-40B4-BE49-F238E27FC236}">
                  <a16:creationId xmlns:a16="http://schemas.microsoft.com/office/drawing/2014/main" id="{1FC52FF2-269A-4181-B170-8762FAD98795}"/>
                </a:ext>
              </a:extLst>
            </p:cNvPr>
            <p:cNvSpPr>
              <a:spLocks/>
            </p:cNvSpPr>
            <p:nvPr/>
          </p:nvSpPr>
          <p:spPr>
            <a:xfrm>
              <a:off x="2197481" y="4278955"/>
              <a:ext cx="28398" cy="28398"/>
            </a:xfrm>
            <a:prstGeom prst="ellipse">
              <a:avLst/>
            </a:prstGeom>
            <a:solidFill>
              <a:srgbClr val="7F8C97">
                <a:alpha val="48000"/>
              </a:srgbClr>
            </a:solidFill>
            <a:ln w="0">
              <a:noFill/>
              <a:prstDash val="solid"/>
            </a:ln>
          </p:spPr>
        </p:sp>
        <p:sp>
          <p:nvSpPr>
            <p:cNvPr id="1554" name="03_assume_matched_1553">
              <a:extLst>
                <a:ext uri="{FF2B5EF4-FFF2-40B4-BE49-F238E27FC236}">
                  <a16:creationId xmlns:a16="http://schemas.microsoft.com/office/drawing/2014/main" id="{ABD01A4B-3AE2-463B-A9C2-1A529403729A}"/>
                </a:ext>
              </a:extLst>
            </p:cNvPr>
            <p:cNvSpPr>
              <a:spLocks/>
            </p:cNvSpPr>
            <p:nvPr/>
          </p:nvSpPr>
          <p:spPr>
            <a:xfrm>
              <a:off x="2213887" y="4278955"/>
              <a:ext cx="28398" cy="28398"/>
            </a:xfrm>
            <a:prstGeom prst="ellipse">
              <a:avLst/>
            </a:prstGeom>
            <a:solidFill>
              <a:srgbClr val="7F8C97">
                <a:alpha val="48000"/>
              </a:srgbClr>
            </a:solidFill>
            <a:ln w="0">
              <a:noFill/>
              <a:prstDash val="solid"/>
            </a:ln>
          </p:spPr>
        </p:sp>
        <p:sp>
          <p:nvSpPr>
            <p:cNvPr id="1555" name="03_assume_matched_1554">
              <a:extLst>
                <a:ext uri="{FF2B5EF4-FFF2-40B4-BE49-F238E27FC236}">
                  <a16:creationId xmlns:a16="http://schemas.microsoft.com/office/drawing/2014/main" id="{F1F08697-160B-4362-9CD5-0CD04223B4BE}"/>
                </a:ext>
              </a:extLst>
            </p:cNvPr>
            <p:cNvSpPr>
              <a:spLocks/>
            </p:cNvSpPr>
            <p:nvPr/>
          </p:nvSpPr>
          <p:spPr>
            <a:xfrm>
              <a:off x="2299081" y="4132738"/>
              <a:ext cx="28398" cy="28398"/>
            </a:xfrm>
            <a:prstGeom prst="ellipse">
              <a:avLst/>
            </a:prstGeom>
            <a:solidFill>
              <a:srgbClr val="7F8C97">
                <a:alpha val="48000"/>
              </a:srgbClr>
            </a:solidFill>
            <a:ln w="0">
              <a:noFill/>
              <a:prstDash val="solid"/>
            </a:ln>
          </p:spPr>
        </p:sp>
        <p:sp>
          <p:nvSpPr>
            <p:cNvPr id="1556" name="03_assume_matched_1555">
              <a:extLst>
                <a:ext uri="{FF2B5EF4-FFF2-40B4-BE49-F238E27FC236}">
                  <a16:creationId xmlns:a16="http://schemas.microsoft.com/office/drawing/2014/main" id="{68C229CF-591A-4F57-88FA-4A520C0D119C}"/>
                </a:ext>
              </a:extLst>
            </p:cNvPr>
            <p:cNvSpPr>
              <a:spLocks/>
            </p:cNvSpPr>
            <p:nvPr/>
          </p:nvSpPr>
          <p:spPr>
            <a:xfrm>
              <a:off x="2254037" y="3694086"/>
              <a:ext cx="28398" cy="28398"/>
            </a:xfrm>
            <a:prstGeom prst="ellipse">
              <a:avLst/>
            </a:prstGeom>
            <a:solidFill>
              <a:srgbClr val="7F8C97">
                <a:alpha val="48000"/>
              </a:srgbClr>
            </a:solidFill>
            <a:ln w="0">
              <a:noFill/>
              <a:prstDash val="solid"/>
            </a:ln>
          </p:spPr>
        </p:sp>
        <p:sp>
          <p:nvSpPr>
            <p:cNvPr id="1557" name="03_assume_matched_1556">
              <a:extLst>
                <a:ext uri="{FF2B5EF4-FFF2-40B4-BE49-F238E27FC236}">
                  <a16:creationId xmlns:a16="http://schemas.microsoft.com/office/drawing/2014/main" id="{4A0F246E-8928-45B3-AB0A-1585714F2F9A}"/>
                </a:ext>
              </a:extLst>
            </p:cNvPr>
            <p:cNvSpPr>
              <a:spLocks/>
            </p:cNvSpPr>
            <p:nvPr/>
          </p:nvSpPr>
          <p:spPr>
            <a:xfrm>
              <a:off x="2263823" y="4246462"/>
              <a:ext cx="28398" cy="28398"/>
            </a:xfrm>
            <a:prstGeom prst="ellipse">
              <a:avLst/>
            </a:prstGeom>
            <a:solidFill>
              <a:srgbClr val="7F8C97">
                <a:alpha val="48000"/>
              </a:srgbClr>
            </a:solidFill>
            <a:ln w="0">
              <a:noFill/>
              <a:prstDash val="solid"/>
            </a:ln>
          </p:spPr>
        </p:sp>
        <p:sp>
          <p:nvSpPr>
            <p:cNvPr id="1558" name="03_assume_matched_1557">
              <a:extLst>
                <a:ext uri="{FF2B5EF4-FFF2-40B4-BE49-F238E27FC236}">
                  <a16:creationId xmlns:a16="http://schemas.microsoft.com/office/drawing/2014/main" id="{CC7FA262-737E-47C1-9808-3F4A910F6FBF}"/>
                </a:ext>
              </a:extLst>
            </p:cNvPr>
            <p:cNvSpPr>
              <a:spLocks/>
            </p:cNvSpPr>
            <p:nvPr/>
          </p:nvSpPr>
          <p:spPr>
            <a:xfrm>
              <a:off x="2200647" y="4181477"/>
              <a:ext cx="28398" cy="28398"/>
            </a:xfrm>
            <a:prstGeom prst="ellipse">
              <a:avLst/>
            </a:prstGeom>
            <a:solidFill>
              <a:srgbClr val="7F8C97">
                <a:alpha val="48000"/>
              </a:srgbClr>
            </a:solidFill>
            <a:ln w="0">
              <a:noFill/>
              <a:prstDash val="solid"/>
            </a:ln>
          </p:spPr>
        </p:sp>
        <p:sp>
          <p:nvSpPr>
            <p:cNvPr id="1559" name="03_assume_matched_1558">
              <a:extLst>
                <a:ext uri="{FF2B5EF4-FFF2-40B4-BE49-F238E27FC236}">
                  <a16:creationId xmlns:a16="http://schemas.microsoft.com/office/drawing/2014/main" id="{3B3CA976-4659-47F4-B41D-F671C30CB7A3}"/>
                </a:ext>
              </a:extLst>
            </p:cNvPr>
            <p:cNvSpPr>
              <a:spLocks/>
            </p:cNvSpPr>
            <p:nvPr/>
          </p:nvSpPr>
          <p:spPr>
            <a:xfrm>
              <a:off x="2291022" y="4278955"/>
              <a:ext cx="28398" cy="28398"/>
            </a:xfrm>
            <a:prstGeom prst="ellipse">
              <a:avLst/>
            </a:prstGeom>
            <a:solidFill>
              <a:srgbClr val="7F8C97">
                <a:alpha val="48000"/>
              </a:srgbClr>
            </a:solidFill>
            <a:ln w="0">
              <a:noFill/>
              <a:prstDash val="solid"/>
            </a:ln>
          </p:spPr>
        </p:sp>
        <p:sp>
          <p:nvSpPr>
            <p:cNvPr id="1560" name="03_assume_matched_1559">
              <a:extLst>
                <a:ext uri="{FF2B5EF4-FFF2-40B4-BE49-F238E27FC236}">
                  <a16:creationId xmlns:a16="http://schemas.microsoft.com/office/drawing/2014/main" id="{D95EF4AC-E57E-4737-9EB0-9595857828D7}"/>
                </a:ext>
              </a:extLst>
            </p:cNvPr>
            <p:cNvSpPr>
              <a:spLocks/>
            </p:cNvSpPr>
            <p:nvPr/>
          </p:nvSpPr>
          <p:spPr>
            <a:xfrm>
              <a:off x="2264111" y="3853596"/>
              <a:ext cx="28398" cy="28398"/>
            </a:xfrm>
            <a:prstGeom prst="ellipse">
              <a:avLst/>
            </a:prstGeom>
            <a:solidFill>
              <a:srgbClr val="7F8C97">
                <a:alpha val="48000"/>
              </a:srgbClr>
            </a:solidFill>
            <a:ln w="0">
              <a:noFill/>
              <a:prstDash val="solid"/>
            </a:ln>
          </p:spPr>
        </p:sp>
        <p:sp>
          <p:nvSpPr>
            <p:cNvPr id="1561" name="03_assume_matched_1560">
              <a:extLst>
                <a:ext uri="{FF2B5EF4-FFF2-40B4-BE49-F238E27FC236}">
                  <a16:creationId xmlns:a16="http://schemas.microsoft.com/office/drawing/2014/main" id="{FA58927B-07D9-42FE-8344-32C7AFC20065}"/>
                </a:ext>
              </a:extLst>
            </p:cNvPr>
            <p:cNvSpPr>
              <a:spLocks/>
            </p:cNvSpPr>
            <p:nvPr/>
          </p:nvSpPr>
          <p:spPr>
            <a:xfrm>
              <a:off x="2181939" y="4278955"/>
              <a:ext cx="28398" cy="28398"/>
            </a:xfrm>
            <a:prstGeom prst="ellipse">
              <a:avLst/>
            </a:prstGeom>
            <a:solidFill>
              <a:srgbClr val="7F8C97">
                <a:alpha val="48000"/>
              </a:srgbClr>
            </a:solidFill>
            <a:ln w="0">
              <a:noFill/>
              <a:prstDash val="solid"/>
            </a:ln>
          </p:spPr>
        </p:sp>
        <p:sp>
          <p:nvSpPr>
            <p:cNvPr id="1562" name="03_assume_matched_1561">
              <a:extLst>
                <a:ext uri="{FF2B5EF4-FFF2-40B4-BE49-F238E27FC236}">
                  <a16:creationId xmlns:a16="http://schemas.microsoft.com/office/drawing/2014/main" id="{B3188C41-E8A5-4901-9B34-EE3455655ABB}"/>
                </a:ext>
              </a:extLst>
            </p:cNvPr>
            <p:cNvSpPr>
              <a:spLocks/>
            </p:cNvSpPr>
            <p:nvPr/>
          </p:nvSpPr>
          <p:spPr>
            <a:xfrm>
              <a:off x="2189278" y="3694086"/>
              <a:ext cx="28398" cy="28398"/>
            </a:xfrm>
            <a:prstGeom prst="ellipse">
              <a:avLst/>
            </a:prstGeom>
            <a:solidFill>
              <a:srgbClr val="7F8C97">
                <a:alpha val="48000"/>
              </a:srgbClr>
            </a:solidFill>
            <a:ln w="0">
              <a:noFill/>
              <a:prstDash val="solid"/>
            </a:ln>
          </p:spPr>
        </p:sp>
        <p:sp>
          <p:nvSpPr>
            <p:cNvPr id="1563" name="03_assume_matched_1562">
              <a:extLst>
                <a:ext uri="{FF2B5EF4-FFF2-40B4-BE49-F238E27FC236}">
                  <a16:creationId xmlns:a16="http://schemas.microsoft.com/office/drawing/2014/main" id="{590219B6-3626-41E2-9A0E-FE7519F9980B}"/>
                </a:ext>
              </a:extLst>
            </p:cNvPr>
            <p:cNvSpPr>
              <a:spLocks/>
            </p:cNvSpPr>
            <p:nvPr/>
          </p:nvSpPr>
          <p:spPr>
            <a:xfrm>
              <a:off x="2200503" y="4083999"/>
              <a:ext cx="28398" cy="28398"/>
            </a:xfrm>
            <a:prstGeom prst="ellipse">
              <a:avLst/>
            </a:prstGeom>
            <a:solidFill>
              <a:srgbClr val="7F8C97">
                <a:alpha val="48000"/>
              </a:srgbClr>
            </a:solidFill>
            <a:ln w="0">
              <a:noFill/>
              <a:prstDash val="solid"/>
            </a:ln>
          </p:spPr>
        </p:sp>
        <p:sp>
          <p:nvSpPr>
            <p:cNvPr id="1564" name="03_assume_matched_1563">
              <a:extLst>
                <a:ext uri="{FF2B5EF4-FFF2-40B4-BE49-F238E27FC236}">
                  <a16:creationId xmlns:a16="http://schemas.microsoft.com/office/drawing/2014/main" id="{1BB4F5BD-CCB6-4749-AC22-BF749520BB51}"/>
                </a:ext>
              </a:extLst>
            </p:cNvPr>
            <p:cNvSpPr>
              <a:spLocks/>
            </p:cNvSpPr>
            <p:nvPr/>
          </p:nvSpPr>
          <p:spPr>
            <a:xfrm>
              <a:off x="2289871" y="4278955"/>
              <a:ext cx="28398" cy="28398"/>
            </a:xfrm>
            <a:prstGeom prst="ellipse">
              <a:avLst/>
            </a:prstGeom>
            <a:solidFill>
              <a:srgbClr val="7F8C97">
                <a:alpha val="48000"/>
              </a:srgbClr>
            </a:solidFill>
            <a:ln w="0">
              <a:noFill/>
              <a:prstDash val="solid"/>
            </a:ln>
          </p:spPr>
        </p:sp>
        <p:sp>
          <p:nvSpPr>
            <p:cNvPr id="1565" name="03_assume_matched_1564">
              <a:extLst>
                <a:ext uri="{FF2B5EF4-FFF2-40B4-BE49-F238E27FC236}">
                  <a16:creationId xmlns:a16="http://schemas.microsoft.com/office/drawing/2014/main" id="{73772939-5DF1-4CDF-BBCE-35E5DB101068}"/>
                </a:ext>
              </a:extLst>
            </p:cNvPr>
            <p:cNvSpPr>
              <a:spLocks/>
            </p:cNvSpPr>
            <p:nvPr/>
          </p:nvSpPr>
          <p:spPr>
            <a:xfrm>
              <a:off x="2202806" y="3694086"/>
              <a:ext cx="28398" cy="28398"/>
            </a:xfrm>
            <a:prstGeom prst="ellipse">
              <a:avLst/>
            </a:prstGeom>
            <a:solidFill>
              <a:srgbClr val="7F8C97">
                <a:alpha val="48000"/>
              </a:srgbClr>
            </a:solidFill>
            <a:ln w="0">
              <a:noFill/>
              <a:prstDash val="solid"/>
            </a:ln>
          </p:spPr>
        </p:sp>
        <p:sp>
          <p:nvSpPr>
            <p:cNvPr id="1566" name="03_assume_matched_1565">
              <a:extLst>
                <a:ext uri="{FF2B5EF4-FFF2-40B4-BE49-F238E27FC236}">
                  <a16:creationId xmlns:a16="http://schemas.microsoft.com/office/drawing/2014/main" id="{2487B914-FF00-4213-99C4-BBDC825827F0}"/>
                </a:ext>
              </a:extLst>
            </p:cNvPr>
            <p:cNvSpPr>
              <a:spLocks/>
            </p:cNvSpPr>
            <p:nvPr/>
          </p:nvSpPr>
          <p:spPr>
            <a:xfrm>
              <a:off x="2281812" y="4148984"/>
              <a:ext cx="28398" cy="28398"/>
            </a:xfrm>
            <a:prstGeom prst="ellipse">
              <a:avLst/>
            </a:prstGeom>
            <a:solidFill>
              <a:srgbClr val="7F8C97">
                <a:alpha val="48000"/>
              </a:srgbClr>
            </a:solidFill>
            <a:ln w="0">
              <a:noFill/>
              <a:prstDash val="solid"/>
            </a:ln>
          </p:spPr>
        </p:sp>
        <p:sp>
          <p:nvSpPr>
            <p:cNvPr id="1567" name="03_assume_matched_1566">
              <a:extLst>
                <a:ext uri="{FF2B5EF4-FFF2-40B4-BE49-F238E27FC236}">
                  <a16:creationId xmlns:a16="http://schemas.microsoft.com/office/drawing/2014/main" id="{50DAD3A0-A9BF-457E-B68E-1E28A9109B3E}"/>
                </a:ext>
              </a:extLst>
            </p:cNvPr>
            <p:cNvSpPr>
              <a:spLocks/>
            </p:cNvSpPr>
            <p:nvPr/>
          </p:nvSpPr>
          <p:spPr>
            <a:xfrm>
              <a:off x="2282963" y="3694086"/>
              <a:ext cx="28398" cy="28398"/>
            </a:xfrm>
            <a:prstGeom prst="ellipse">
              <a:avLst/>
            </a:prstGeom>
            <a:solidFill>
              <a:srgbClr val="7F8C97">
                <a:alpha val="48000"/>
              </a:srgbClr>
            </a:solidFill>
            <a:ln w="0">
              <a:noFill/>
              <a:prstDash val="solid"/>
            </a:ln>
          </p:spPr>
        </p:sp>
        <p:sp>
          <p:nvSpPr>
            <p:cNvPr id="1568" name="03_assume_matched_1567">
              <a:extLst>
                <a:ext uri="{FF2B5EF4-FFF2-40B4-BE49-F238E27FC236}">
                  <a16:creationId xmlns:a16="http://schemas.microsoft.com/office/drawing/2014/main" id="{01916445-500E-49A9-B491-8576C41F822F}"/>
                </a:ext>
              </a:extLst>
            </p:cNvPr>
            <p:cNvSpPr>
              <a:spLocks/>
            </p:cNvSpPr>
            <p:nvPr/>
          </p:nvSpPr>
          <p:spPr>
            <a:xfrm>
              <a:off x="2286705" y="4278955"/>
              <a:ext cx="28398" cy="28398"/>
            </a:xfrm>
            <a:prstGeom prst="ellipse">
              <a:avLst/>
            </a:prstGeom>
            <a:solidFill>
              <a:srgbClr val="7F8C97">
                <a:alpha val="48000"/>
              </a:srgbClr>
            </a:solidFill>
            <a:ln w="0">
              <a:noFill/>
              <a:prstDash val="solid"/>
            </a:ln>
          </p:spPr>
        </p:sp>
        <p:sp>
          <p:nvSpPr>
            <p:cNvPr id="1569" name="03_assume_matched_1568">
              <a:extLst>
                <a:ext uri="{FF2B5EF4-FFF2-40B4-BE49-F238E27FC236}">
                  <a16:creationId xmlns:a16="http://schemas.microsoft.com/office/drawing/2014/main" id="{65F17E06-AA59-4D77-BD9D-7636EC8C45B7}"/>
                </a:ext>
              </a:extLst>
            </p:cNvPr>
            <p:cNvSpPr>
              <a:spLocks/>
            </p:cNvSpPr>
            <p:nvPr/>
          </p:nvSpPr>
          <p:spPr>
            <a:xfrm>
              <a:off x="2203957" y="4083999"/>
              <a:ext cx="28398" cy="28398"/>
            </a:xfrm>
            <a:prstGeom prst="ellipse">
              <a:avLst/>
            </a:prstGeom>
            <a:solidFill>
              <a:srgbClr val="7F8C97">
                <a:alpha val="48000"/>
              </a:srgbClr>
            </a:solidFill>
            <a:ln w="0">
              <a:noFill/>
              <a:prstDash val="solid"/>
            </a:ln>
          </p:spPr>
        </p:sp>
        <p:sp>
          <p:nvSpPr>
            <p:cNvPr id="1570" name="03_assume_matched_1569">
              <a:extLst>
                <a:ext uri="{FF2B5EF4-FFF2-40B4-BE49-F238E27FC236}">
                  <a16:creationId xmlns:a16="http://schemas.microsoft.com/office/drawing/2014/main" id="{9F729F33-5675-4472-8118-D40A273AA5FD}"/>
                </a:ext>
              </a:extLst>
            </p:cNvPr>
            <p:cNvSpPr>
              <a:spLocks/>
            </p:cNvSpPr>
            <p:nvPr/>
          </p:nvSpPr>
          <p:spPr>
            <a:xfrm>
              <a:off x="2182227" y="4132738"/>
              <a:ext cx="28398" cy="28398"/>
            </a:xfrm>
            <a:prstGeom prst="ellipse">
              <a:avLst/>
            </a:prstGeom>
            <a:solidFill>
              <a:srgbClr val="7F8C97">
                <a:alpha val="48000"/>
              </a:srgbClr>
            </a:solidFill>
            <a:ln w="0">
              <a:noFill/>
              <a:prstDash val="solid"/>
            </a:ln>
          </p:spPr>
        </p:sp>
        <p:sp>
          <p:nvSpPr>
            <p:cNvPr id="1571" name="03_assume_matched_1570">
              <a:extLst>
                <a:ext uri="{FF2B5EF4-FFF2-40B4-BE49-F238E27FC236}">
                  <a16:creationId xmlns:a16="http://schemas.microsoft.com/office/drawing/2014/main" id="{6083D9A7-496A-4EB5-97D4-FB12067D745B}"/>
                </a:ext>
              </a:extLst>
            </p:cNvPr>
            <p:cNvSpPr>
              <a:spLocks/>
            </p:cNvSpPr>
            <p:nvPr/>
          </p:nvSpPr>
          <p:spPr>
            <a:xfrm>
              <a:off x="2265982" y="4278955"/>
              <a:ext cx="28398" cy="28398"/>
            </a:xfrm>
            <a:prstGeom prst="ellipse">
              <a:avLst/>
            </a:prstGeom>
            <a:solidFill>
              <a:srgbClr val="7F8C97">
                <a:alpha val="48000"/>
              </a:srgbClr>
            </a:solidFill>
            <a:ln w="0">
              <a:noFill/>
              <a:prstDash val="solid"/>
            </a:ln>
          </p:spPr>
        </p:sp>
        <p:sp>
          <p:nvSpPr>
            <p:cNvPr id="1572" name="03_assume_matched_1571">
              <a:extLst>
                <a:ext uri="{FF2B5EF4-FFF2-40B4-BE49-F238E27FC236}">
                  <a16:creationId xmlns:a16="http://schemas.microsoft.com/office/drawing/2014/main" id="{A990D6A0-A603-43E8-BBA4-3B9D334B74F6}"/>
                </a:ext>
              </a:extLst>
            </p:cNvPr>
            <p:cNvSpPr>
              <a:spLocks/>
            </p:cNvSpPr>
            <p:nvPr/>
          </p:nvSpPr>
          <p:spPr>
            <a:xfrm>
              <a:off x="2175463" y="3694086"/>
              <a:ext cx="28398" cy="28398"/>
            </a:xfrm>
            <a:prstGeom prst="ellipse">
              <a:avLst/>
            </a:prstGeom>
            <a:solidFill>
              <a:srgbClr val="7F8C97">
                <a:alpha val="48000"/>
              </a:srgbClr>
            </a:solidFill>
            <a:ln w="0">
              <a:noFill/>
              <a:prstDash val="solid"/>
            </a:ln>
          </p:spPr>
        </p:sp>
        <p:sp>
          <p:nvSpPr>
            <p:cNvPr id="1573" name="03_assume_matched_1572">
              <a:extLst>
                <a:ext uri="{FF2B5EF4-FFF2-40B4-BE49-F238E27FC236}">
                  <a16:creationId xmlns:a16="http://schemas.microsoft.com/office/drawing/2014/main" id="{DFFDE42E-CBB9-431F-A057-5C45742F1BA1}"/>
                </a:ext>
              </a:extLst>
            </p:cNvPr>
            <p:cNvSpPr>
              <a:spLocks/>
            </p:cNvSpPr>
            <p:nvPr/>
          </p:nvSpPr>
          <p:spPr>
            <a:xfrm>
              <a:off x="2269579" y="3694086"/>
              <a:ext cx="28398" cy="28398"/>
            </a:xfrm>
            <a:prstGeom prst="ellipse">
              <a:avLst/>
            </a:prstGeom>
            <a:solidFill>
              <a:srgbClr val="7F8C97">
                <a:alpha val="48000"/>
              </a:srgbClr>
            </a:solidFill>
            <a:ln w="0">
              <a:noFill/>
              <a:prstDash val="solid"/>
            </a:ln>
          </p:spPr>
        </p:sp>
        <p:sp>
          <p:nvSpPr>
            <p:cNvPr id="1574" name="03_assume_matched_1573">
              <a:extLst>
                <a:ext uri="{FF2B5EF4-FFF2-40B4-BE49-F238E27FC236}">
                  <a16:creationId xmlns:a16="http://schemas.microsoft.com/office/drawing/2014/main" id="{95B93D11-1165-4336-B56E-582E2B11AEEC}"/>
                </a:ext>
              </a:extLst>
            </p:cNvPr>
            <p:cNvSpPr>
              <a:spLocks/>
            </p:cNvSpPr>
            <p:nvPr/>
          </p:nvSpPr>
          <p:spPr>
            <a:xfrm>
              <a:off x="2176758" y="4278955"/>
              <a:ext cx="28398" cy="28398"/>
            </a:xfrm>
            <a:prstGeom prst="ellipse">
              <a:avLst/>
            </a:prstGeom>
            <a:solidFill>
              <a:srgbClr val="7F8C97">
                <a:alpha val="48000"/>
              </a:srgbClr>
            </a:solidFill>
            <a:ln w="0">
              <a:noFill/>
              <a:prstDash val="solid"/>
            </a:ln>
          </p:spPr>
        </p:sp>
        <p:sp>
          <p:nvSpPr>
            <p:cNvPr id="1575" name="03_assume_matched_1574">
              <a:extLst>
                <a:ext uri="{FF2B5EF4-FFF2-40B4-BE49-F238E27FC236}">
                  <a16:creationId xmlns:a16="http://schemas.microsoft.com/office/drawing/2014/main" id="{005BC382-B510-45D9-8203-6569ED537D8D}"/>
                </a:ext>
              </a:extLst>
            </p:cNvPr>
            <p:cNvSpPr>
              <a:spLocks/>
            </p:cNvSpPr>
            <p:nvPr/>
          </p:nvSpPr>
          <p:spPr>
            <a:xfrm>
              <a:off x="2297210" y="3694086"/>
              <a:ext cx="28398" cy="28398"/>
            </a:xfrm>
            <a:prstGeom prst="ellipse">
              <a:avLst/>
            </a:prstGeom>
            <a:solidFill>
              <a:srgbClr val="7F8C97">
                <a:alpha val="48000"/>
              </a:srgbClr>
            </a:solidFill>
            <a:ln w="0">
              <a:noFill/>
              <a:prstDash val="solid"/>
            </a:ln>
          </p:spPr>
        </p:sp>
        <p:sp>
          <p:nvSpPr>
            <p:cNvPr id="1576" name="03_assume_matched_1575">
              <a:extLst>
                <a:ext uri="{FF2B5EF4-FFF2-40B4-BE49-F238E27FC236}">
                  <a16:creationId xmlns:a16="http://schemas.microsoft.com/office/drawing/2014/main" id="{4DEC7662-E75E-4789-BCDB-4FF45E5E64EB}"/>
                </a:ext>
              </a:extLst>
            </p:cNvPr>
            <p:cNvSpPr>
              <a:spLocks/>
            </p:cNvSpPr>
            <p:nvPr/>
          </p:nvSpPr>
          <p:spPr>
            <a:xfrm>
              <a:off x="2275192" y="3694086"/>
              <a:ext cx="28398" cy="28398"/>
            </a:xfrm>
            <a:prstGeom prst="ellipse">
              <a:avLst/>
            </a:prstGeom>
            <a:solidFill>
              <a:srgbClr val="7F8C97">
                <a:alpha val="48000"/>
              </a:srgbClr>
            </a:solidFill>
            <a:ln w="0">
              <a:noFill/>
              <a:prstDash val="solid"/>
            </a:ln>
          </p:spPr>
        </p:sp>
        <p:sp>
          <p:nvSpPr>
            <p:cNvPr id="1577" name="03_assume_matched_1576">
              <a:extLst>
                <a:ext uri="{FF2B5EF4-FFF2-40B4-BE49-F238E27FC236}">
                  <a16:creationId xmlns:a16="http://schemas.microsoft.com/office/drawing/2014/main" id="{71C8CE92-28B4-44D9-9021-97826CF7A9EE}"/>
                </a:ext>
              </a:extLst>
            </p:cNvPr>
            <p:cNvSpPr>
              <a:spLocks/>
            </p:cNvSpPr>
            <p:nvPr/>
          </p:nvSpPr>
          <p:spPr>
            <a:xfrm>
              <a:off x="2223097" y="3694086"/>
              <a:ext cx="28398" cy="28398"/>
            </a:xfrm>
            <a:prstGeom prst="ellipse">
              <a:avLst/>
            </a:prstGeom>
            <a:solidFill>
              <a:srgbClr val="7F8C97">
                <a:alpha val="48000"/>
              </a:srgbClr>
            </a:solidFill>
            <a:ln w="0">
              <a:noFill/>
              <a:prstDash val="solid"/>
            </a:ln>
          </p:spPr>
        </p:sp>
        <p:sp>
          <p:nvSpPr>
            <p:cNvPr id="1578" name="03_assume_matched_1577">
              <a:extLst>
                <a:ext uri="{FF2B5EF4-FFF2-40B4-BE49-F238E27FC236}">
                  <a16:creationId xmlns:a16="http://schemas.microsoft.com/office/drawing/2014/main" id="{7335F79E-FAE6-4B74-A9C0-6E200F78FC8D}"/>
                </a:ext>
              </a:extLst>
            </p:cNvPr>
            <p:cNvSpPr>
              <a:spLocks/>
            </p:cNvSpPr>
            <p:nvPr/>
          </p:nvSpPr>
          <p:spPr>
            <a:xfrm>
              <a:off x="2198776" y="4278955"/>
              <a:ext cx="28398" cy="28398"/>
            </a:xfrm>
            <a:prstGeom prst="ellipse">
              <a:avLst/>
            </a:prstGeom>
            <a:solidFill>
              <a:srgbClr val="7F8C97">
                <a:alpha val="48000"/>
              </a:srgbClr>
            </a:solidFill>
            <a:ln w="0">
              <a:noFill/>
              <a:prstDash val="solid"/>
            </a:ln>
          </p:spPr>
        </p:sp>
        <p:sp>
          <p:nvSpPr>
            <p:cNvPr id="1579" name="03_assume_matched_1578">
              <a:extLst>
                <a:ext uri="{FF2B5EF4-FFF2-40B4-BE49-F238E27FC236}">
                  <a16:creationId xmlns:a16="http://schemas.microsoft.com/office/drawing/2014/main" id="{D508F237-8E5F-49BD-AD2D-39E241E8C2AD}"/>
                </a:ext>
              </a:extLst>
            </p:cNvPr>
            <p:cNvSpPr>
              <a:spLocks/>
            </p:cNvSpPr>
            <p:nvPr/>
          </p:nvSpPr>
          <p:spPr>
            <a:xfrm>
              <a:off x="2301239" y="4278955"/>
              <a:ext cx="28398" cy="28398"/>
            </a:xfrm>
            <a:prstGeom prst="ellipse">
              <a:avLst/>
            </a:prstGeom>
            <a:solidFill>
              <a:srgbClr val="7F8C97">
                <a:alpha val="48000"/>
              </a:srgbClr>
            </a:solidFill>
            <a:ln w="0">
              <a:noFill/>
              <a:prstDash val="solid"/>
            </a:ln>
          </p:spPr>
        </p:sp>
        <p:sp>
          <p:nvSpPr>
            <p:cNvPr id="1580" name="03_assume_matched_1579">
              <a:extLst>
                <a:ext uri="{FF2B5EF4-FFF2-40B4-BE49-F238E27FC236}">
                  <a16:creationId xmlns:a16="http://schemas.microsoft.com/office/drawing/2014/main" id="{36272F85-6970-42CE-B441-DADD34D4749F}"/>
                </a:ext>
              </a:extLst>
            </p:cNvPr>
            <p:cNvSpPr>
              <a:spLocks/>
            </p:cNvSpPr>
            <p:nvPr/>
          </p:nvSpPr>
          <p:spPr>
            <a:xfrm>
              <a:off x="2249000" y="4278955"/>
              <a:ext cx="28398" cy="28398"/>
            </a:xfrm>
            <a:prstGeom prst="ellipse">
              <a:avLst/>
            </a:prstGeom>
            <a:solidFill>
              <a:srgbClr val="7F8C97">
                <a:alpha val="48000"/>
              </a:srgbClr>
            </a:solidFill>
            <a:ln w="0">
              <a:noFill/>
              <a:prstDash val="solid"/>
            </a:ln>
          </p:spPr>
        </p:sp>
        <p:sp>
          <p:nvSpPr>
            <p:cNvPr id="1581" name="03_assume_matched_1580">
              <a:extLst>
                <a:ext uri="{FF2B5EF4-FFF2-40B4-BE49-F238E27FC236}">
                  <a16:creationId xmlns:a16="http://schemas.microsoft.com/office/drawing/2014/main" id="{F28CF7AC-867A-4154-837D-E95855D40BDA}"/>
                </a:ext>
              </a:extLst>
            </p:cNvPr>
            <p:cNvSpPr>
              <a:spLocks/>
            </p:cNvSpPr>
            <p:nvPr/>
          </p:nvSpPr>
          <p:spPr>
            <a:xfrm>
              <a:off x="2281812" y="4278955"/>
              <a:ext cx="28398" cy="28398"/>
            </a:xfrm>
            <a:prstGeom prst="ellipse">
              <a:avLst/>
            </a:prstGeom>
            <a:solidFill>
              <a:srgbClr val="7F8C97">
                <a:alpha val="48000"/>
              </a:srgbClr>
            </a:solidFill>
            <a:ln w="0">
              <a:noFill/>
              <a:prstDash val="solid"/>
            </a:ln>
          </p:spPr>
        </p:sp>
        <p:sp>
          <p:nvSpPr>
            <p:cNvPr id="1582" name="03_assume_matched_1581">
              <a:extLst>
                <a:ext uri="{FF2B5EF4-FFF2-40B4-BE49-F238E27FC236}">
                  <a16:creationId xmlns:a16="http://schemas.microsoft.com/office/drawing/2014/main" id="{37ABC32D-3C68-4885-84AF-8CB226DF0AE3}"/>
                </a:ext>
              </a:extLst>
            </p:cNvPr>
            <p:cNvSpPr>
              <a:spLocks/>
            </p:cNvSpPr>
            <p:nvPr/>
          </p:nvSpPr>
          <p:spPr>
            <a:xfrm>
              <a:off x="2180932" y="4161981"/>
              <a:ext cx="28398" cy="28398"/>
            </a:xfrm>
            <a:prstGeom prst="ellipse">
              <a:avLst/>
            </a:prstGeom>
            <a:solidFill>
              <a:srgbClr val="7F8C97">
                <a:alpha val="48000"/>
              </a:srgbClr>
            </a:solidFill>
            <a:ln w="0">
              <a:noFill/>
              <a:prstDash val="solid"/>
            </a:ln>
          </p:spPr>
        </p:sp>
        <p:sp>
          <p:nvSpPr>
            <p:cNvPr id="1583" name="03_assume_matched_1582">
              <a:extLst>
                <a:ext uri="{FF2B5EF4-FFF2-40B4-BE49-F238E27FC236}">
                  <a16:creationId xmlns:a16="http://schemas.microsoft.com/office/drawing/2014/main" id="{5751DBC5-457B-4850-93B5-35E18BE174DA}"/>
                </a:ext>
              </a:extLst>
            </p:cNvPr>
            <p:cNvSpPr>
              <a:spLocks/>
            </p:cNvSpPr>
            <p:nvPr/>
          </p:nvSpPr>
          <p:spPr>
            <a:xfrm>
              <a:off x="2272889" y="3986521"/>
              <a:ext cx="28398" cy="28398"/>
            </a:xfrm>
            <a:prstGeom prst="ellipse">
              <a:avLst/>
            </a:prstGeom>
            <a:solidFill>
              <a:srgbClr val="7F8C97">
                <a:alpha val="48000"/>
              </a:srgbClr>
            </a:solidFill>
            <a:ln w="0">
              <a:noFill/>
              <a:prstDash val="solid"/>
            </a:ln>
          </p:spPr>
        </p:sp>
        <p:sp>
          <p:nvSpPr>
            <p:cNvPr id="1584" name="03_assume_matched_1583">
              <a:extLst>
                <a:ext uri="{FF2B5EF4-FFF2-40B4-BE49-F238E27FC236}">
                  <a16:creationId xmlns:a16="http://schemas.microsoft.com/office/drawing/2014/main" id="{2F167CE9-61A7-4619-814D-E8979B7ED373}"/>
                </a:ext>
              </a:extLst>
            </p:cNvPr>
            <p:cNvSpPr>
              <a:spLocks/>
            </p:cNvSpPr>
            <p:nvPr/>
          </p:nvSpPr>
          <p:spPr>
            <a:xfrm>
              <a:off x="2252023" y="4181477"/>
              <a:ext cx="28398" cy="28398"/>
            </a:xfrm>
            <a:prstGeom prst="ellipse">
              <a:avLst/>
            </a:prstGeom>
            <a:solidFill>
              <a:srgbClr val="7F8C97">
                <a:alpha val="48000"/>
              </a:srgbClr>
            </a:solidFill>
            <a:ln w="0">
              <a:noFill/>
              <a:prstDash val="solid"/>
            </a:ln>
          </p:spPr>
        </p:sp>
        <p:sp>
          <p:nvSpPr>
            <p:cNvPr id="1585" name="03_assume_matched_1584">
              <a:extLst>
                <a:ext uri="{FF2B5EF4-FFF2-40B4-BE49-F238E27FC236}">
                  <a16:creationId xmlns:a16="http://schemas.microsoft.com/office/drawing/2014/main" id="{0B16A1DF-53E1-4DB5-9852-A4B3E6487AC6}"/>
                </a:ext>
              </a:extLst>
            </p:cNvPr>
            <p:cNvSpPr>
              <a:spLocks/>
            </p:cNvSpPr>
            <p:nvPr/>
          </p:nvSpPr>
          <p:spPr>
            <a:xfrm>
              <a:off x="2160640" y="3694086"/>
              <a:ext cx="28398" cy="28398"/>
            </a:xfrm>
            <a:prstGeom prst="ellipse">
              <a:avLst/>
            </a:prstGeom>
            <a:solidFill>
              <a:srgbClr val="7F8C97">
                <a:alpha val="48000"/>
              </a:srgbClr>
            </a:solidFill>
            <a:ln w="0">
              <a:noFill/>
              <a:prstDash val="solid"/>
            </a:ln>
          </p:spPr>
        </p:sp>
        <p:sp>
          <p:nvSpPr>
            <p:cNvPr id="1586" name="03_assume_matched_1585">
              <a:extLst>
                <a:ext uri="{FF2B5EF4-FFF2-40B4-BE49-F238E27FC236}">
                  <a16:creationId xmlns:a16="http://schemas.microsoft.com/office/drawing/2014/main" id="{3AFD6718-8591-4225-920C-614BAD7661FC}"/>
                </a:ext>
              </a:extLst>
            </p:cNvPr>
            <p:cNvSpPr>
              <a:spLocks/>
            </p:cNvSpPr>
            <p:nvPr/>
          </p:nvSpPr>
          <p:spPr>
            <a:xfrm>
              <a:off x="2219931" y="4278955"/>
              <a:ext cx="28398" cy="28398"/>
            </a:xfrm>
            <a:prstGeom prst="ellipse">
              <a:avLst/>
            </a:prstGeom>
            <a:solidFill>
              <a:srgbClr val="7F8C97">
                <a:alpha val="48000"/>
              </a:srgbClr>
            </a:solidFill>
            <a:ln w="0">
              <a:noFill/>
              <a:prstDash val="solid"/>
            </a:ln>
          </p:spPr>
        </p:sp>
        <p:sp>
          <p:nvSpPr>
            <p:cNvPr id="1587" name="03_assume_matched_1586">
              <a:extLst>
                <a:ext uri="{FF2B5EF4-FFF2-40B4-BE49-F238E27FC236}">
                  <a16:creationId xmlns:a16="http://schemas.microsoft.com/office/drawing/2014/main" id="{C30965ED-EBE3-4A4C-B8AA-333D93481A37}"/>
                </a:ext>
              </a:extLst>
            </p:cNvPr>
            <p:cNvSpPr>
              <a:spLocks/>
            </p:cNvSpPr>
            <p:nvPr/>
          </p:nvSpPr>
          <p:spPr>
            <a:xfrm>
              <a:off x="2202086" y="4278955"/>
              <a:ext cx="28398" cy="28398"/>
            </a:xfrm>
            <a:prstGeom prst="ellipse">
              <a:avLst/>
            </a:prstGeom>
            <a:solidFill>
              <a:srgbClr val="7F8C97">
                <a:alpha val="48000"/>
              </a:srgbClr>
            </a:solidFill>
            <a:ln w="0">
              <a:noFill/>
              <a:prstDash val="solid"/>
            </a:ln>
          </p:spPr>
        </p:sp>
        <p:sp>
          <p:nvSpPr>
            <p:cNvPr id="1588" name="03_assume_matched_1587">
              <a:extLst>
                <a:ext uri="{FF2B5EF4-FFF2-40B4-BE49-F238E27FC236}">
                  <a16:creationId xmlns:a16="http://schemas.microsoft.com/office/drawing/2014/main" id="{4AC51597-65B8-404A-8430-C5DCD3722E99}"/>
                </a:ext>
              </a:extLst>
            </p:cNvPr>
            <p:cNvSpPr>
              <a:spLocks/>
            </p:cNvSpPr>
            <p:nvPr/>
          </p:nvSpPr>
          <p:spPr>
            <a:xfrm>
              <a:off x="2234322" y="3694086"/>
              <a:ext cx="28398" cy="28398"/>
            </a:xfrm>
            <a:prstGeom prst="ellipse">
              <a:avLst/>
            </a:prstGeom>
            <a:solidFill>
              <a:srgbClr val="7F8C97">
                <a:alpha val="48000"/>
              </a:srgbClr>
            </a:solidFill>
            <a:ln w="0">
              <a:noFill/>
              <a:prstDash val="solid"/>
            </a:ln>
          </p:spPr>
        </p:sp>
        <p:sp>
          <p:nvSpPr>
            <p:cNvPr id="1589" name="03_assume_matched_1588">
              <a:extLst>
                <a:ext uri="{FF2B5EF4-FFF2-40B4-BE49-F238E27FC236}">
                  <a16:creationId xmlns:a16="http://schemas.microsoft.com/office/drawing/2014/main" id="{A9FFB81F-3129-4852-85B0-6C7CC2850C1B}"/>
                </a:ext>
              </a:extLst>
            </p:cNvPr>
            <p:cNvSpPr>
              <a:spLocks/>
            </p:cNvSpPr>
            <p:nvPr/>
          </p:nvSpPr>
          <p:spPr>
            <a:xfrm>
              <a:off x="2216189" y="4230216"/>
              <a:ext cx="28398" cy="28398"/>
            </a:xfrm>
            <a:prstGeom prst="ellipse">
              <a:avLst/>
            </a:prstGeom>
            <a:solidFill>
              <a:srgbClr val="7F8C97">
                <a:alpha val="48000"/>
              </a:srgbClr>
            </a:solidFill>
            <a:ln w="0">
              <a:noFill/>
              <a:prstDash val="solid"/>
            </a:ln>
          </p:spPr>
        </p:sp>
        <p:sp>
          <p:nvSpPr>
            <p:cNvPr id="1590" name="03_assume_matched_1589">
              <a:extLst>
                <a:ext uri="{FF2B5EF4-FFF2-40B4-BE49-F238E27FC236}">
                  <a16:creationId xmlns:a16="http://schemas.microsoft.com/office/drawing/2014/main" id="{95D50353-F808-4D3D-BCF4-1107B8112C39}"/>
                </a:ext>
              </a:extLst>
            </p:cNvPr>
            <p:cNvSpPr>
              <a:spLocks/>
            </p:cNvSpPr>
            <p:nvPr/>
          </p:nvSpPr>
          <p:spPr>
            <a:xfrm>
              <a:off x="2278358" y="4132738"/>
              <a:ext cx="28398" cy="28398"/>
            </a:xfrm>
            <a:prstGeom prst="ellipse">
              <a:avLst/>
            </a:prstGeom>
            <a:solidFill>
              <a:srgbClr val="7F8C97">
                <a:alpha val="48000"/>
              </a:srgbClr>
            </a:solidFill>
            <a:ln w="0">
              <a:noFill/>
              <a:prstDash val="solid"/>
            </a:ln>
          </p:spPr>
        </p:sp>
        <p:sp>
          <p:nvSpPr>
            <p:cNvPr id="1591" name="03_assume_matched_1590">
              <a:extLst>
                <a:ext uri="{FF2B5EF4-FFF2-40B4-BE49-F238E27FC236}">
                  <a16:creationId xmlns:a16="http://schemas.microsoft.com/office/drawing/2014/main" id="{A95D7539-0364-41F6-8175-128E46D4EE03}"/>
                </a:ext>
              </a:extLst>
            </p:cNvPr>
            <p:cNvSpPr>
              <a:spLocks/>
            </p:cNvSpPr>
            <p:nvPr/>
          </p:nvSpPr>
          <p:spPr>
            <a:xfrm>
              <a:off x="2176470" y="3694086"/>
              <a:ext cx="28398" cy="28398"/>
            </a:xfrm>
            <a:prstGeom prst="ellipse">
              <a:avLst/>
            </a:prstGeom>
            <a:solidFill>
              <a:srgbClr val="7F8C97">
                <a:alpha val="48000"/>
              </a:srgbClr>
            </a:solidFill>
            <a:ln w="0">
              <a:noFill/>
              <a:prstDash val="solid"/>
            </a:ln>
          </p:spPr>
        </p:sp>
        <p:sp>
          <p:nvSpPr>
            <p:cNvPr id="1592" name="03_assume_matched_1591">
              <a:extLst>
                <a:ext uri="{FF2B5EF4-FFF2-40B4-BE49-F238E27FC236}">
                  <a16:creationId xmlns:a16="http://schemas.microsoft.com/office/drawing/2014/main" id="{A157148D-7E56-4D8A-8BAB-F76431FE930D}"/>
                </a:ext>
              </a:extLst>
            </p:cNvPr>
            <p:cNvSpPr>
              <a:spLocks/>
            </p:cNvSpPr>
            <p:nvPr/>
          </p:nvSpPr>
          <p:spPr>
            <a:xfrm>
              <a:off x="2183090" y="4278955"/>
              <a:ext cx="28398" cy="28398"/>
            </a:xfrm>
            <a:prstGeom prst="ellipse">
              <a:avLst/>
            </a:prstGeom>
            <a:solidFill>
              <a:srgbClr val="7F8C97">
                <a:alpha val="48000"/>
              </a:srgbClr>
            </a:solidFill>
            <a:ln w="0">
              <a:noFill/>
              <a:prstDash val="solid"/>
            </a:ln>
          </p:spPr>
        </p:sp>
        <p:sp>
          <p:nvSpPr>
            <p:cNvPr id="1593" name="03_assume_matched_1592">
              <a:extLst>
                <a:ext uri="{FF2B5EF4-FFF2-40B4-BE49-F238E27FC236}">
                  <a16:creationId xmlns:a16="http://schemas.microsoft.com/office/drawing/2014/main" id="{92A10A08-027E-4711-866E-68D172E9D8C7}"/>
                </a:ext>
              </a:extLst>
            </p:cNvPr>
            <p:cNvSpPr>
              <a:spLocks/>
            </p:cNvSpPr>
            <p:nvPr/>
          </p:nvSpPr>
          <p:spPr>
            <a:xfrm>
              <a:off x="2242956" y="3694086"/>
              <a:ext cx="28398" cy="28398"/>
            </a:xfrm>
            <a:prstGeom prst="ellipse">
              <a:avLst/>
            </a:prstGeom>
            <a:solidFill>
              <a:srgbClr val="7F8C97">
                <a:alpha val="48000"/>
              </a:srgbClr>
            </a:solidFill>
            <a:ln w="0">
              <a:noFill/>
              <a:prstDash val="solid"/>
            </a:ln>
          </p:spPr>
        </p:sp>
        <p:sp>
          <p:nvSpPr>
            <p:cNvPr id="1594" name="03_assume_matched_1593">
              <a:extLst>
                <a:ext uri="{FF2B5EF4-FFF2-40B4-BE49-F238E27FC236}">
                  <a16:creationId xmlns:a16="http://schemas.microsoft.com/office/drawing/2014/main" id="{14BADB41-E054-43D6-883F-2DEB1328B7F2}"/>
                </a:ext>
              </a:extLst>
            </p:cNvPr>
            <p:cNvSpPr>
              <a:spLocks/>
            </p:cNvSpPr>
            <p:nvPr/>
          </p:nvSpPr>
          <p:spPr>
            <a:xfrm>
              <a:off x="2241661" y="4278955"/>
              <a:ext cx="28398" cy="28398"/>
            </a:xfrm>
            <a:prstGeom prst="ellipse">
              <a:avLst/>
            </a:prstGeom>
            <a:solidFill>
              <a:srgbClr val="7F8C97">
                <a:alpha val="48000"/>
              </a:srgbClr>
            </a:solidFill>
            <a:ln w="0">
              <a:noFill/>
              <a:prstDash val="solid"/>
            </a:ln>
          </p:spPr>
        </p:sp>
        <p:sp>
          <p:nvSpPr>
            <p:cNvPr id="1595" name="03_assume_matched_1594">
              <a:extLst>
                <a:ext uri="{FF2B5EF4-FFF2-40B4-BE49-F238E27FC236}">
                  <a16:creationId xmlns:a16="http://schemas.microsoft.com/office/drawing/2014/main" id="{3EB6F12F-945C-4B6A-933E-43B3FE67F4D9}"/>
                </a:ext>
              </a:extLst>
            </p:cNvPr>
            <p:cNvSpPr>
              <a:spLocks/>
            </p:cNvSpPr>
            <p:nvPr/>
          </p:nvSpPr>
          <p:spPr>
            <a:xfrm>
              <a:off x="2288432" y="3694086"/>
              <a:ext cx="28398" cy="28398"/>
            </a:xfrm>
            <a:prstGeom prst="ellipse">
              <a:avLst/>
            </a:prstGeom>
            <a:solidFill>
              <a:srgbClr val="7F8C97">
                <a:alpha val="48000"/>
              </a:srgbClr>
            </a:solidFill>
            <a:ln w="0">
              <a:noFill/>
              <a:prstDash val="solid"/>
            </a:ln>
          </p:spPr>
        </p:sp>
        <p:sp>
          <p:nvSpPr>
            <p:cNvPr id="1596" name="03_assume_matched_1595">
              <a:extLst>
                <a:ext uri="{FF2B5EF4-FFF2-40B4-BE49-F238E27FC236}">
                  <a16:creationId xmlns:a16="http://schemas.microsoft.com/office/drawing/2014/main" id="{B16C194F-4A2A-4A6D-B2AD-26BFEE882E4D}"/>
                </a:ext>
              </a:extLst>
            </p:cNvPr>
            <p:cNvSpPr>
              <a:spLocks/>
            </p:cNvSpPr>
            <p:nvPr/>
          </p:nvSpPr>
          <p:spPr>
            <a:xfrm>
              <a:off x="2266701" y="3986521"/>
              <a:ext cx="28398" cy="28398"/>
            </a:xfrm>
            <a:prstGeom prst="ellipse">
              <a:avLst/>
            </a:prstGeom>
            <a:solidFill>
              <a:srgbClr val="7F8C97">
                <a:alpha val="48000"/>
              </a:srgbClr>
            </a:solidFill>
            <a:ln w="0">
              <a:noFill/>
              <a:prstDash val="solid"/>
            </a:ln>
          </p:spPr>
        </p:sp>
        <p:sp>
          <p:nvSpPr>
            <p:cNvPr id="1597" name="03_assume_matched_1596">
              <a:extLst>
                <a:ext uri="{FF2B5EF4-FFF2-40B4-BE49-F238E27FC236}">
                  <a16:creationId xmlns:a16="http://schemas.microsoft.com/office/drawing/2014/main" id="{8D0CE18C-43A1-4D23-A505-B56C7CA211D1}"/>
                </a:ext>
              </a:extLst>
            </p:cNvPr>
            <p:cNvSpPr>
              <a:spLocks/>
            </p:cNvSpPr>
            <p:nvPr/>
          </p:nvSpPr>
          <p:spPr>
            <a:xfrm>
              <a:off x="2198776" y="4278955"/>
              <a:ext cx="28398" cy="28398"/>
            </a:xfrm>
            <a:prstGeom prst="ellipse">
              <a:avLst/>
            </a:prstGeom>
            <a:solidFill>
              <a:srgbClr val="7F8C97">
                <a:alpha val="48000"/>
              </a:srgbClr>
            </a:solidFill>
            <a:ln w="0">
              <a:noFill/>
              <a:prstDash val="solid"/>
            </a:ln>
          </p:spPr>
        </p:sp>
        <p:sp>
          <p:nvSpPr>
            <p:cNvPr id="1598" name="03_assume_matched_1597">
              <a:extLst>
                <a:ext uri="{FF2B5EF4-FFF2-40B4-BE49-F238E27FC236}">
                  <a16:creationId xmlns:a16="http://schemas.microsoft.com/office/drawing/2014/main" id="{BD37DAC7-B568-43D1-AE4C-630802181313}"/>
                </a:ext>
              </a:extLst>
            </p:cNvPr>
            <p:cNvSpPr>
              <a:spLocks/>
            </p:cNvSpPr>
            <p:nvPr/>
          </p:nvSpPr>
          <p:spPr>
            <a:xfrm>
              <a:off x="2269579" y="4278955"/>
              <a:ext cx="28398" cy="28398"/>
            </a:xfrm>
            <a:prstGeom prst="ellipse">
              <a:avLst/>
            </a:prstGeom>
            <a:solidFill>
              <a:srgbClr val="7F8C97">
                <a:alpha val="48000"/>
              </a:srgbClr>
            </a:solidFill>
            <a:ln w="0">
              <a:noFill/>
              <a:prstDash val="solid"/>
            </a:ln>
          </p:spPr>
        </p:sp>
        <p:sp>
          <p:nvSpPr>
            <p:cNvPr id="1599" name="03_assume_matched_1598">
              <a:extLst>
                <a:ext uri="{FF2B5EF4-FFF2-40B4-BE49-F238E27FC236}">
                  <a16:creationId xmlns:a16="http://schemas.microsoft.com/office/drawing/2014/main" id="{C54DE228-2674-4887-A695-DD1EC97A8251}"/>
                </a:ext>
              </a:extLst>
            </p:cNvPr>
            <p:cNvSpPr>
              <a:spLocks/>
            </p:cNvSpPr>
            <p:nvPr/>
          </p:nvSpPr>
          <p:spPr>
            <a:xfrm>
              <a:off x="2257923" y="4278955"/>
              <a:ext cx="28398" cy="28398"/>
            </a:xfrm>
            <a:prstGeom prst="ellipse">
              <a:avLst/>
            </a:prstGeom>
            <a:solidFill>
              <a:srgbClr val="7F8C97">
                <a:alpha val="48000"/>
              </a:srgbClr>
            </a:solidFill>
            <a:ln w="0">
              <a:noFill/>
              <a:prstDash val="solid"/>
            </a:ln>
          </p:spPr>
        </p:sp>
        <p:sp>
          <p:nvSpPr>
            <p:cNvPr id="1600" name="03_assume_matched_1599">
              <a:extLst>
                <a:ext uri="{FF2B5EF4-FFF2-40B4-BE49-F238E27FC236}">
                  <a16:creationId xmlns:a16="http://schemas.microsoft.com/office/drawing/2014/main" id="{38540456-366D-43FB-9064-42FFCB062E0E}"/>
                </a:ext>
              </a:extLst>
            </p:cNvPr>
            <p:cNvSpPr>
              <a:spLocks/>
            </p:cNvSpPr>
            <p:nvPr/>
          </p:nvSpPr>
          <p:spPr>
            <a:xfrm>
              <a:off x="2264111" y="4278955"/>
              <a:ext cx="28398" cy="28398"/>
            </a:xfrm>
            <a:prstGeom prst="ellipse">
              <a:avLst/>
            </a:prstGeom>
            <a:solidFill>
              <a:srgbClr val="7F8C97">
                <a:alpha val="48000"/>
              </a:srgbClr>
            </a:solidFill>
            <a:ln w="0">
              <a:noFill/>
              <a:prstDash val="solid"/>
            </a:ln>
          </p:spPr>
        </p:sp>
        <p:sp>
          <p:nvSpPr>
            <p:cNvPr id="1601" name="03_assume_matched_1600">
              <a:extLst>
                <a:ext uri="{FF2B5EF4-FFF2-40B4-BE49-F238E27FC236}">
                  <a16:creationId xmlns:a16="http://schemas.microsoft.com/office/drawing/2014/main" id="{7D1D8E8D-8996-4C5B-B711-2F02BFE43DFD}"/>
                </a:ext>
              </a:extLst>
            </p:cNvPr>
            <p:cNvSpPr>
              <a:spLocks/>
            </p:cNvSpPr>
            <p:nvPr/>
          </p:nvSpPr>
          <p:spPr>
            <a:xfrm>
              <a:off x="2277494" y="4278955"/>
              <a:ext cx="28398" cy="28398"/>
            </a:xfrm>
            <a:prstGeom prst="ellipse">
              <a:avLst/>
            </a:prstGeom>
            <a:solidFill>
              <a:srgbClr val="7F8C97">
                <a:alpha val="48000"/>
              </a:srgbClr>
            </a:solidFill>
            <a:ln w="0">
              <a:noFill/>
              <a:prstDash val="solid"/>
            </a:ln>
          </p:spPr>
        </p:sp>
        <p:sp>
          <p:nvSpPr>
            <p:cNvPr id="1602" name="03_assume_matched_1601">
              <a:extLst>
                <a:ext uri="{FF2B5EF4-FFF2-40B4-BE49-F238E27FC236}">
                  <a16:creationId xmlns:a16="http://schemas.microsoft.com/office/drawing/2014/main" id="{1862B0A9-EBB5-4188-A18D-3D10D9653775}"/>
                </a:ext>
              </a:extLst>
            </p:cNvPr>
            <p:cNvSpPr>
              <a:spLocks/>
            </p:cNvSpPr>
            <p:nvPr/>
          </p:nvSpPr>
          <p:spPr>
            <a:xfrm>
              <a:off x="2186112" y="3694086"/>
              <a:ext cx="28398" cy="28398"/>
            </a:xfrm>
            <a:prstGeom prst="ellipse">
              <a:avLst/>
            </a:prstGeom>
            <a:solidFill>
              <a:srgbClr val="7F8C97">
                <a:alpha val="48000"/>
              </a:srgbClr>
            </a:solidFill>
            <a:ln w="0">
              <a:noFill/>
              <a:prstDash val="solid"/>
            </a:ln>
          </p:spPr>
        </p:sp>
        <p:sp>
          <p:nvSpPr>
            <p:cNvPr id="1603" name="03_assume_matched_1602">
              <a:extLst>
                <a:ext uri="{FF2B5EF4-FFF2-40B4-BE49-F238E27FC236}">
                  <a16:creationId xmlns:a16="http://schemas.microsoft.com/office/drawing/2014/main" id="{031EEABA-880A-4343-9A62-1417B82F1D33}"/>
                </a:ext>
              </a:extLst>
            </p:cNvPr>
            <p:cNvSpPr>
              <a:spLocks/>
            </p:cNvSpPr>
            <p:nvPr/>
          </p:nvSpPr>
          <p:spPr>
            <a:xfrm>
              <a:off x="2175319" y="3889042"/>
              <a:ext cx="28398" cy="28398"/>
            </a:xfrm>
            <a:prstGeom prst="ellipse">
              <a:avLst/>
            </a:prstGeom>
            <a:solidFill>
              <a:srgbClr val="7F8C97">
                <a:alpha val="48000"/>
              </a:srgbClr>
            </a:solidFill>
            <a:ln w="0">
              <a:noFill/>
              <a:prstDash val="solid"/>
            </a:ln>
          </p:spPr>
        </p:sp>
        <p:sp>
          <p:nvSpPr>
            <p:cNvPr id="1604" name="03_assume_matched_1603">
              <a:extLst>
                <a:ext uri="{FF2B5EF4-FFF2-40B4-BE49-F238E27FC236}">
                  <a16:creationId xmlns:a16="http://schemas.microsoft.com/office/drawing/2014/main" id="{0DD93E76-4374-4F88-A225-197EE6E97136}"/>
                </a:ext>
              </a:extLst>
            </p:cNvPr>
            <p:cNvSpPr>
              <a:spLocks/>
            </p:cNvSpPr>
            <p:nvPr/>
          </p:nvSpPr>
          <p:spPr>
            <a:xfrm>
              <a:off x="2258211" y="3986521"/>
              <a:ext cx="28398" cy="28398"/>
            </a:xfrm>
            <a:prstGeom prst="ellipse">
              <a:avLst/>
            </a:prstGeom>
            <a:solidFill>
              <a:srgbClr val="7F8C97">
                <a:alpha val="48000"/>
              </a:srgbClr>
            </a:solidFill>
            <a:ln w="0">
              <a:noFill/>
              <a:prstDash val="solid"/>
            </a:ln>
          </p:spPr>
        </p:sp>
        <p:sp>
          <p:nvSpPr>
            <p:cNvPr id="1605" name="03_assume_matched_1604">
              <a:extLst>
                <a:ext uri="{FF2B5EF4-FFF2-40B4-BE49-F238E27FC236}">
                  <a16:creationId xmlns:a16="http://schemas.microsoft.com/office/drawing/2014/main" id="{E697A28F-C35F-4FAF-9915-C63010AB1DE6}"/>
                </a:ext>
              </a:extLst>
            </p:cNvPr>
            <p:cNvSpPr>
              <a:spLocks/>
            </p:cNvSpPr>
            <p:nvPr/>
          </p:nvSpPr>
          <p:spPr>
            <a:xfrm>
              <a:off x="2295339" y="4111850"/>
              <a:ext cx="28398" cy="28398"/>
            </a:xfrm>
            <a:prstGeom prst="ellipse">
              <a:avLst/>
            </a:prstGeom>
            <a:solidFill>
              <a:srgbClr val="7F8C97">
                <a:alpha val="48000"/>
              </a:srgbClr>
            </a:solidFill>
            <a:ln w="0">
              <a:noFill/>
              <a:prstDash val="solid"/>
            </a:ln>
          </p:spPr>
        </p:sp>
        <p:sp>
          <p:nvSpPr>
            <p:cNvPr id="1606" name="03_assume_matched_1605">
              <a:extLst>
                <a:ext uri="{FF2B5EF4-FFF2-40B4-BE49-F238E27FC236}">
                  <a16:creationId xmlns:a16="http://schemas.microsoft.com/office/drawing/2014/main" id="{495D0533-F724-4F11-9EE9-321A2403E8E4}"/>
                </a:ext>
              </a:extLst>
            </p:cNvPr>
            <p:cNvSpPr>
              <a:spLocks/>
            </p:cNvSpPr>
            <p:nvPr/>
          </p:nvSpPr>
          <p:spPr>
            <a:xfrm>
              <a:off x="2301527" y="3694086"/>
              <a:ext cx="28398" cy="28398"/>
            </a:xfrm>
            <a:prstGeom prst="ellipse">
              <a:avLst/>
            </a:prstGeom>
            <a:solidFill>
              <a:srgbClr val="7F8C97">
                <a:alpha val="48000"/>
              </a:srgbClr>
            </a:solidFill>
            <a:ln w="0">
              <a:noFill/>
              <a:prstDash val="solid"/>
            </a:ln>
          </p:spPr>
        </p:sp>
        <p:sp>
          <p:nvSpPr>
            <p:cNvPr id="1607" name="03_assume_matched_1606">
              <a:extLst>
                <a:ext uri="{FF2B5EF4-FFF2-40B4-BE49-F238E27FC236}">
                  <a16:creationId xmlns:a16="http://schemas.microsoft.com/office/drawing/2014/main" id="{8FA477F8-B128-417B-8146-15B8A4A8647E}"/>
                </a:ext>
              </a:extLst>
            </p:cNvPr>
            <p:cNvSpPr>
              <a:spLocks/>
            </p:cNvSpPr>
            <p:nvPr/>
          </p:nvSpPr>
          <p:spPr>
            <a:xfrm>
              <a:off x="2212591" y="3986521"/>
              <a:ext cx="28398" cy="28398"/>
            </a:xfrm>
            <a:prstGeom prst="ellipse">
              <a:avLst/>
            </a:prstGeom>
            <a:solidFill>
              <a:srgbClr val="7F8C97">
                <a:alpha val="48000"/>
              </a:srgbClr>
            </a:solidFill>
            <a:ln w="0">
              <a:noFill/>
              <a:prstDash val="solid"/>
            </a:ln>
          </p:spPr>
        </p:sp>
        <p:sp>
          <p:nvSpPr>
            <p:cNvPr id="1608" name="03_assume_matched_1607">
              <a:extLst>
                <a:ext uri="{FF2B5EF4-FFF2-40B4-BE49-F238E27FC236}">
                  <a16:creationId xmlns:a16="http://schemas.microsoft.com/office/drawing/2014/main" id="{D675D185-99B7-485E-975D-EDF4E983F43E}"/>
                </a:ext>
              </a:extLst>
            </p:cNvPr>
            <p:cNvSpPr>
              <a:spLocks/>
            </p:cNvSpPr>
            <p:nvPr/>
          </p:nvSpPr>
          <p:spPr>
            <a:xfrm>
              <a:off x="2265406" y="4083999"/>
              <a:ext cx="28398" cy="28398"/>
            </a:xfrm>
            <a:prstGeom prst="ellipse">
              <a:avLst/>
            </a:prstGeom>
            <a:solidFill>
              <a:srgbClr val="7F8C97">
                <a:alpha val="48000"/>
              </a:srgbClr>
            </a:solidFill>
            <a:ln w="0">
              <a:noFill/>
              <a:prstDash val="solid"/>
            </a:ln>
          </p:spPr>
        </p:sp>
        <p:sp>
          <p:nvSpPr>
            <p:cNvPr id="1609" name="03_assume_matched_1608">
              <a:extLst>
                <a:ext uri="{FF2B5EF4-FFF2-40B4-BE49-F238E27FC236}">
                  <a16:creationId xmlns:a16="http://schemas.microsoft.com/office/drawing/2014/main" id="{2EC4A27A-6F36-40D9-ADEC-4478523C4AEC}"/>
                </a:ext>
              </a:extLst>
            </p:cNvPr>
            <p:cNvSpPr>
              <a:spLocks/>
            </p:cNvSpPr>
            <p:nvPr/>
          </p:nvSpPr>
          <p:spPr>
            <a:xfrm>
              <a:off x="2276343" y="3694086"/>
              <a:ext cx="28398" cy="28398"/>
            </a:xfrm>
            <a:prstGeom prst="ellipse">
              <a:avLst/>
            </a:prstGeom>
            <a:solidFill>
              <a:srgbClr val="7F8C97">
                <a:alpha val="48000"/>
              </a:srgbClr>
            </a:solidFill>
            <a:ln w="0">
              <a:noFill/>
              <a:prstDash val="solid"/>
            </a:ln>
          </p:spPr>
        </p:sp>
        <p:sp>
          <p:nvSpPr>
            <p:cNvPr id="1610" name="03_assume_matched_1609">
              <a:extLst>
                <a:ext uri="{FF2B5EF4-FFF2-40B4-BE49-F238E27FC236}">
                  <a16:creationId xmlns:a16="http://schemas.microsoft.com/office/drawing/2014/main" id="{E0117545-D9E6-4222-839F-960BDF9EFE68}"/>
                </a:ext>
              </a:extLst>
            </p:cNvPr>
            <p:cNvSpPr>
              <a:spLocks/>
            </p:cNvSpPr>
            <p:nvPr/>
          </p:nvSpPr>
          <p:spPr>
            <a:xfrm>
              <a:off x="2293756" y="3694086"/>
              <a:ext cx="28398" cy="28398"/>
            </a:xfrm>
            <a:prstGeom prst="ellipse">
              <a:avLst/>
            </a:prstGeom>
            <a:solidFill>
              <a:srgbClr val="7F8C97">
                <a:alpha val="48000"/>
              </a:srgbClr>
            </a:solidFill>
            <a:ln w="0">
              <a:noFill/>
              <a:prstDash val="solid"/>
            </a:ln>
          </p:spPr>
        </p:sp>
        <p:sp>
          <p:nvSpPr>
            <p:cNvPr id="1611" name="03_assume_matched_1610">
              <a:extLst>
                <a:ext uri="{FF2B5EF4-FFF2-40B4-BE49-F238E27FC236}">
                  <a16:creationId xmlns:a16="http://schemas.microsoft.com/office/drawing/2014/main" id="{391F8D47-1CB0-4D4D-9028-EC926050EB20}"/>
                </a:ext>
              </a:extLst>
            </p:cNvPr>
            <p:cNvSpPr>
              <a:spLocks/>
            </p:cNvSpPr>
            <p:nvPr/>
          </p:nvSpPr>
          <p:spPr>
            <a:xfrm>
              <a:off x="2278502" y="3694086"/>
              <a:ext cx="28398" cy="28398"/>
            </a:xfrm>
            <a:prstGeom prst="ellipse">
              <a:avLst/>
            </a:prstGeom>
            <a:solidFill>
              <a:srgbClr val="7F8C97">
                <a:alpha val="48000"/>
              </a:srgbClr>
            </a:solidFill>
            <a:ln w="0">
              <a:noFill/>
              <a:prstDash val="solid"/>
            </a:ln>
          </p:spPr>
        </p:sp>
        <p:sp>
          <p:nvSpPr>
            <p:cNvPr id="1612" name="03_assume_matched_1611">
              <a:extLst>
                <a:ext uri="{FF2B5EF4-FFF2-40B4-BE49-F238E27FC236}">
                  <a16:creationId xmlns:a16="http://schemas.microsoft.com/office/drawing/2014/main" id="{A1115452-6A27-4B2A-995F-0859DD51EC1A}"/>
                </a:ext>
              </a:extLst>
            </p:cNvPr>
            <p:cNvSpPr>
              <a:spLocks/>
            </p:cNvSpPr>
            <p:nvPr/>
          </p:nvSpPr>
          <p:spPr>
            <a:xfrm>
              <a:off x="2256772" y="3694086"/>
              <a:ext cx="28398" cy="28398"/>
            </a:xfrm>
            <a:prstGeom prst="ellipse">
              <a:avLst/>
            </a:prstGeom>
            <a:solidFill>
              <a:srgbClr val="7F8C97">
                <a:alpha val="48000"/>
              </a:srgbClr>
            </a:solidFill>
            <a:ln w="0">
              <a:noFill/>
              <a:prstDash val="solid"/>
            </a:ln>
          </p:spPr>
        </p:sp>
        <p:sp>
          <p:nvSpPr>
            <p:cNvPr id="1613" name="03_assume_matched_1612">
              <a:extLst>
                <a:ext uri="{FF2B5EF4-FFF2-40B4-BE49-F238E27FC236}">
                  <a16:creationId xmlns:a16="http://schemas.microsoft.com/office/drawing/2014/main" id="{E66C4378-3112-4389-AB83-86183D8F5A8B}"/>
                </a:ext>
              </a:extLst>
            </p:cNvPr>
            <p:cNvSpPr>
              <a:spLocks/>
            </p:cNvSpPr>
            <p:nvPr/>
          </p:nvSpPr>
          <p:spPr>
            <a:xfrm>
              <a:off x="2168555" y="3694086"/>
              <a:ext cx="28398" cy="28398"/>
            </a:xfrm>
            <a:prstGeom prst="ellipse">
              <a:avLst/>
            </a:prstGeom>
            <a:solidFill>
              <a:srgbClr val="7F8C97">
                <a:alpha val="48000"/>
              </a:srgbClr>
            </a:solidFill>
            <a:ln w="0">
              <a:noFill/>
              <a:prstDash val="solid"/>
            </a:ln>
          </p:spPr>
        </p:sp>
        <p:sp>
          <p:nvSpPr>
            <p:cNvPr id="1614" name="03_assume_matched_1613">
              <a:extLst>
                <a:ext uri="{FF2B5EF4-FFF2-40B4-BE49-F238E27FC236}">
                  <a16:creationId xmlns:a16="http://schemas.microsoft.com/office/drawing/2014/main" id="{92B58D70-18E1-4688-B8FE-D3A217350FE8}"/>
                </a:ext>
              </a:extLst>
            </p:cNvPr>
            <p:cNvSpPr>
              <a:spLocks/>
            </p:cNvSpPr>
            <p:nvPr/>
          </p:nvSpPr>
          <p:spPr>
            <a:xfrm>
              <a:off x="2182515" y="4278955"/>
              <a:ext cx="28398" cy="28398"/>
            </a:xfrm>
            <a:prstGeom prst="ellipse">
              <a:avLst/>
            </a:prstGeom>
            <a:solidFill>
              <a:srgbClr val="7F8C97">
                <a:alpha val="48000"/>
              </a:srgbClr>
            </a:solidFill>
            <a:ln w="0">
              <a:noFill/>
              <a:prstDash val="solid"/>
            </a:ln>
          </p:spPr>
        </p:sp>
        <p:sp>
          <p:nvSpPr>
            <p:cNvPr id="1615" name="03_assume_matched_1614">
              <a:extLst>
                <a:ext uri="{FF2B5EF4-FFF2-40B4-BE49-F238E27FC236}">
                  <a16:creationId xmlns:a16="http://schemas.microsoft.com/office/drawing/2014/main" id="{B9866157-15CA-431A-8F9B-B9D1078B07CA}"/>
                </a:ext>
              </a:extLst>
            </p:cNvPr>
            <p:cNvSpPr>
              <a:spLocks/>
            </p:cNvSpPr>
            <p:nvPr/>
          </p:nvSpPr>
          <p:spPr>
            <a:xfrm>
              <a:off x="2243676" y="3694086"/>
              <a:ext cx="28398" cy="28398"/>
            </a:xfrm>
            <a:prstGeom prst="ellipse">
              <a:avLst/>
            </a:prstGeom>
            <a:solidFill>
              <a:srgbClr val="7F8C97">
                <a:alpha val="48000"/>
              </a:srgbClr>
            </a:solidFill>
            <a:ln w="0">
              <a:noFill/>
              <a:prstDash val="solid"/>
            </a:ln>
          </p:spPr>
        </p:sp>
        <p:sp>
          <p:nvSpPr>
            <p:cNvPr id="1616" name="03_assume_matched_1615">
              <a:extLst>
                <a:ext uri="{FF2B5EF4-FFF2-40B4-BE49-F238E27FC236}">
                  <a16:creationId xmlns:a16="http://schemas.microsoft.com/office/drawing/2014/main" id="{7602BFBE-6472-43EE-8F91-26B94020829D}"/>
                </a:ext>
              </a:extLst>
            </p:cNvPr>
            <p:cNvSpPr>
              <a:spLocks/>
            </p:cNvSpPr>
            <p:nvPr/>
          </p:nvSpPr>
          <p:spPr>
            <a:xfrm>
              <a:off x="2188559" y="4278955"/>
              <a:ext cx="28398" cy="28398"/>
            </a:xfrm>
            <a:prstGeom prst="ellipse">
              <a:avLst/>
            </a:prstGeom>
            <a:solidFill>
              <a:srgbClr val="7F8C97">
                <a:alpha val="48000"/>
              </a:srgbClr>
            </a:solidFill>
            <a:ln w="0">
              <a:noFill/>
              <a:prstDash val="solid"/>
            </a:ln>
          </p:spPr>
        </p:sp>
        <p:sp>
          <p:nvSpPr>
            <p:cNvPr id="1617" name="03_assume_matched_1616">
              <a:extLst>
                <a:ext uri="{FF2B5EF4-FFF2-40B4-BE49-F238E27FC236}">
                  <a16:creationId xmlns:a16="http://schemas.microsoft.com/office/drawing/2014/main" id="{B2317A2D-6D7F-44E8-9239-24500A9FA615}"/>
                </a:ext>
              </a:extLst>
            </p:cNvPr>
            <p:cNvSpPr>
              <a:spLocks/>
            </p:cNvSpPr>
            <p:nvPr/>
          </p:nvSpPr>
          <p:spPr>
            <a:xfrm>
              <a:off x="2214606" y="3694086"/>
              <a:ext cx="28398" cy="28398"/>
            </a:xfrm>
            <a:prstGeom prst="ellipse">
              <a:avLst/>
            </a:prstGeom>
            <a:solidFill>
              <a:srgbClr val="7F8C97">
                <a:alpha val="48000"/>
              </a:srgbClr>
            </a:solidFill>
            <a:ln w="0">
              <a:noFill/>
              <a:prstDash val="solid"/>
            </a:ln>
          </p:spPr>
        </p:sp>
        <p:sp>
          <p:nvSpPr>
            <p:cNvPr id="1618" name="03_assume_matched_1617">
              <a:extLst>
                <a:ext uri="{FF2B5EF4-FFF2-40B4-BE49-F238E27FC236}">
                  <a16:creationId xmlns:a16="http://schemas.microsoft.com/office/drawing/2014/main" id="{26722244-8DBE-44A4-88E7-219AADC8B2E5}"/>
                </a:ext>
              </a:extLst>
            </p:cNvPr>
            <p:cNvSpPr>
              <a:spLocks/>
            </p:cNvSpPr>
            <p:nvPr/>
          </p:nvSpPr>
          <p:spPr>
            <a:xfrm>
              <a:off x="2163662" y="4278955"/>
              <a:ext cx="28398" cy="28398"/>
            </a:xfrm>
            <a:prstGeom prst="ellipse">
              <a:avLst/>
            </a:prstGeom>
            <a:solidFill>
              <a:srgbClr val="7F8C97">
                <a:alpha val="48000"/>
              </a:srgbClr>
            </a:solidFill>
            <a:ln w="0">
              <a:noFill/>
              <a:prstDash val="solid"/>
            </a:ln>
          </p:spPr>
        </p:sp>
        <p:sp>
          <p:nvSpPr>
            <p:cNvPr id="1619" name="03_assume_matched_1618">
              <a:extLst>
                <a:ext uri="{FF2B5EF4-FFF2-40B4-BE49-F238E27FC236}">
                  <a16:creationId xmlns:a16="http://schemas.microsoft.com/office/drawing/2014/main" id="{974B9EA0-CB70-48E5-9073-6B6E94DFB6D6}"/>
                </a:ext>
              </a:extLst>
            </p:cNvPr>
            <p:cNvSpPr>
              <a:spLocks/>
            </p:cNvSpPr>
            <p:nvPr/>
          </p:nvSpPr>
          <p:spPr>
            <a:xfrm>
              <a:off x="3036342" y="3709083"/>
              <a:ext cx="28398" cy="28398"/>
            </a:xfrm>
            <a:prstGeom prst="ellipse">
              <a:avLst/>
            </a:prstGeom>
            <a:solidFill>
              <a:srgbClr val="7F8C97">
                <a:alpha val="48000"/>
              </a:srgbClr>
            </a:solidFill>
            <a:ln w="0">
              <a:noFill/>
              <a:prstDash val="solid"/>
            </a:ln>
          </p:spPr>
        </p:sp>
        <p:sp>
          <p:nvSpPr>
            <p:cNvPr id="1620" name="03_assume_matched_1619">
              <a:extLst>
                <a:ext uri="{FF2B5EF4-FFF2-40B4-BE49-F238E27FC236}">
                  <a16:creationId xmlns:a16="http://schemas.microsoft.com/office/drawing/2014/main" id="{12C7DE0F-8C3E-49AE-A0E0-8472B7778C58}"/>
                </a:ext>
              </a:extLst>
            </p:cNvPr>
            <p:cNvSpPr>
              <a:spLocks/>
            </p:cNvSpPr>
            <p:nvPr/>
          </p:nvSpPr>
          <p:spPr>
            <a:xfrm>
              <a:off x="3024829" y="3694086"/>
              <a:ext cx="28398" cy="28398"/>
            </a:xfrm>
            <a:prstGeom prst="ellipse">
              <a:avLst/>
            </a:prstGeom>
            <a:solidFill>
              <a:srgbClr val="7F8C97">
                <a:alpha val="48000"/>
              </a:srgbClr>
            </a:solidFill>
            <a:ln w="0">
              <a:noFill/>
              <a:prstDash val="solid"/>
            </a:ln>
          </p:spPr>
        </p:sp>
        <p:sp>
          <p:nvSpPr>
            <p:cNvPr id="1621" name="03_assume_matched_1620">
              <a:extLst>
                <a:ext uri="{FF2B5EF4-FFF2-40B4-BE49-F238E27FC236}">
                  <a16:creationId xmlns:a16="http://schemas.microsoft.com/office/drawing/2014/main" id="{EB01C8B1-EEC5-4A14-9BA8-69B8C31D63E2}"/>
                </a:ext>
              </a:extLst>
            </p:cNvPr>
            <p:cNvSpPr>
              <a:spLocks/>
            </p:cNvSpPr>
            <p:nvPr/>
          </p:nvSpPr>
          <p:spPr>
            <a:xfrm>
              <a:off x="2967697" y="3694086"/>
              <a:ext cx="28398" cy="28398"/>
            </a:xfrm>
            <a:prstGeom prst="ellipse">
              <a:avLst/>
            </a:prstGeom>
            <a:solidFill>
              <a:srgbClr val="7F8C97">
                <a:alpha val="48000"/>
              </a:srgbClr>
            </a:solidFill>
            <a:ln w="0">
              <a:noFill/>
              <a:prstDash val="solid"/>
            </a:ln>
          </p:spPr>
        </p:sp>
        <p:sp>
          <p:nvSpPr>
            <p:cNvPr id="1622" name="03_assume_matched_1621">
              <a:extLst>
                <a:ext uri="{FF2B5EF4-FFF2-40B4-BE49-F238E27FC236}">
                  <a16:creationId xmlns:a16="http://schemas.microsoft.com/office/drawing/2014/main" id="{866B2AC8-7890-435F-9296-766CE3D2553E}"/>
                </a:ext>
              </a:extLst>
            </p:cNvPr>
            <p:cNvSpPr>
              <a:spLocks/>
            </p:cNvSpPr>
            <p:nvPr/>
          </p:nvSpPr>
          <p:spPr>
            <a:xfrm>
              <a:off x="3046559" y="3694086"/>
              <a:ext cx="28398" cy="28398"/>
            </a:xfrm>
            <a:prstGeom prst="ellipse">
              <a:avLst/>
            </a:prstGeom>
            <a:solidFill>
              <a:srgbClr val="7F8C97">
                <a:alpha val="48000"/>
              </a:srgbClr>
            </a:solidFill>
            <a:ln w="0">
              <a:noFill/>
              <a:prstDash val="solid"/>
            </a:ln>
          </p:spPr>
        </p:sp>
        <p:sp>
          <p:nvSpPr>
            <p:cNvPr id="1623" name="03_assume_matched_1622">
              <a:extLst>
                <a:ext uri="{FF2B5EF4-FFF2-40B4-BE49-F238E27FC236}">
                  <a16:creationId xmlns:a16="http://schemas.microsoft.com/office/drawing/2014/main" id="{86E672AC-F853-423D-8561-A2A9355CEE8A}"/>
                </a:ext>
              </a:extLst>
            </p:cNvPr>
            <p:cNvSpPr>
              <a:spLocks/>
            </p:cNvSpPr>
            <p:nvPr/>
          </p:nvSpPr>
          <p:spPr>
            <a:xfrm>
              <a:off x="3014324" y="3694086"/>
              <a:ext cx="28398" cy="28398"/>
            </a:xfrm>
            <a:prstGeom prst="ellipse">
              <a:avLst/>
            </a:prstGeom>
            <a:solidFill>
              <a:srgbClr val="7F8C97">
                <a:alpha val="48000"/>
              </a:srgbClr>
            </a:solidFill>
            <a:ln w="0">
              <a:noFill/>
              <a:prstDash val="solid"/>
            </a:ln>
          </p:spPr>
        </p:sp>
        <p:sp>
          <p:nvSpPr>
            <p:cNvPr id="1624" name="03_assume_matched_1623">
              <a:extLst>
                <a:ext uri="{FF2B5EF4-FFF2-40B4-BE49-F238E27FC236}">
                  <a16:creationId xmlns:a16="http://schemas.microsoft.com/office/drawing/2014/main" id="{DF5259BD-6E2C-45F9-B3AD-C0635A7666E8}"/>
                </a:ext>
              </a:extLst>
            </p:cNvPr>
            <p:cNvSpPr>
              <a:spLocks/>
            </p:cNvSpPr>
            <p:nvPr/>
          </p:nvSpPr>
          <p:spPr>
            <a:xfrm>
              <a:off x="2919056" y="3694086"/>
              <a:ext cx="28398" cy="28398"/>
            </a:xfrm>
            <a:prstGeom prst="ellipse">
              <a:avLst/>
            </a:prstGeom>
            <a:solidFill>
              <a:srgbClr val="7F8C97">
                <a:alpha val="48000"/>
              </a:srgbClr>
            </a:solidFill>
            <a:ln w="0">
              <a:noFill/>
              <a:prstDash val="solid"/>
            </a:ln>
          </p:spPr>
        </p:sp>
        <p:sp>
          <p:nvSpPr>
            <p:cNvPr id="1625" name="03_assume_matched_1624">
              <a:extLst>
                <a:ext uri="{FF2B5EF4-FFF2-40B4-BE49-F238E27FC236}">
                  <a16:creationId xmlns:a16="http://schemas.microsoft.com/office/drawing/2014/main" id="{FD9F290C-9B90-44CA-A993-E81E74280C53}"/>
                </a:ext>
              </a:extLst>
            </p:cNvPr>
            <p:cNvSpPr>
              <a:spLocks/>
            </p:cNvSpPr>
            <p:nvPr/>
          </p:nvSpPr>
          <p:spPr>
            <a:xfrm>
              <a:off x="2949708" y="4278955"/>
              <a:ext cx="28398" cy="28398"/>
            </a:xfrm>
            <a:prstGeom prst="ellipse">
              <a:avLst/>
            </a:prstGeom>
            <a:solidFill>
              <a:srgbClr val="7F8C97">
                <a:alpha val="48000"/>
              </a:srgbClr>
            </a:solidFill>
            <a:ln w="0">
              <a:noFill/>
              <a:prstDash val="solid"/>
            </a:ln>
          </p:spPr>
        </p:sp>
        <p:sp>
          <p:nvSpPr>
            <p:cNvPr id="1626" name="03_assume_matched_1625">
              <a:extLst>
                <a:ext uri="{FF2B5EF4-FFF2-40B4-BE49-F238E27FC236}">
                  <a16:creationId xmlns:a16="http://schemas.microsoft.com/office/drawing/2014/main" id="{968158D1-DE25-42E2-8BA0-247352A7810B}"/>
                </a:ext>
              </a:extLst>
            </p:cNvPr>
            <p:cNvSpPr>
              <a:spLocks/>
            </p:cNvSpPr>
            <p:nvPr/>
          </p:nvSpPr>
          <p:spPr>
            <a:xfrm>
              <a:off x="2918768" y="4132738"/>
              <a:ext cx="28398" cy="28398"/>
            </a:xfrm>
            <a:prstGeom prst="ellipse">
              <a:avLst/>
            </a:prstGeom>
            <a:solidFill>
              <a:srgbClr val="7F8C97">
                <a:alpha val="48000"/>
              </a:srgbClr>
            </a:solidFill>
            <a:ln w="0">
              <a:noFill/>
              <a:prstDash val="solid"/>
            </a:ln>
          </p:spPr>
        </p:sp>
        <p:sp>
          <p:nvSpPr>
            <p:cNvPr id="1627" name="03_assume_matched_1626">
              <a:extLst>
                <a:ext uri="{FF2B5EF4-FFF2-40B4-BE49-F238E27FC236}">
                  <a16:creationId xmlns:a16="http://schemas.microsoft.com/office/drawing/2014/main" id="{AC584CBE-9DD3-482E-B687-DA9BFC9C9449}"/>
                </a:ext>
              </a:extLst>
            </p:cNvPr>
            <p:cNvSpPr>
              <a:spLocks/>
            </p:cNvSpPr>
            <p:nvPr/>
          </p:nvSpPr>
          <p:spPr>
            <a:xfrm>
              <a:off x="3000077" y="3986521"/>
              <a:ext cx="28398" cy="28398"/>
            </a:xfrm>
            <a:prstGeom prst="ellipse">
              <a:avLst/>
            </a:prstGeom>
            <a:solidFill>
              <a:srgbClr val="7F8C97">
                <a:alpha val="48000"/>
              </a:srgbClr>
            </a:solidFill>
            <a:ln w="0">
              <a:noFill/>
              <a:prstDash val="solid"/>
            </a:ln>
          </p:spPr>
        </p:sp>
        <p:sp>
          <p:nvSpPr>
            <p:cNvPr id="1628" name="03_assume_matched_1627">
              <a:extLst>
                <a:ext uri="{FF2B5EF4-FFF2-40B4-BE49-F238E27FC236}">
                  <a16:creationId xmlns:a16="http://schemas.microsoft.com/office/drawing/2014/main" id="{944425E9-E37D-4528-A786-7C3DA0DA3380}"/>
                </a:ext>
              </a:extLst>
            </p:cNvPr>
            <p:cNvSpPr>
              <a:spLocks/>
            </p:cNvSpPr>
            <p:nvPr/>
          </p:nvSpPr>
          <p:spPr>
            <a:xfrm>
              <a:off x="2981368" y="4278955"/>
              <a:ext cx="28398" cy="28398"/>
            </a:xfrm>
            <a:prstGeom prst="ellipse">
              <a:avLst/>
            </a:prstGeom>
            <a:solidFill>
              <a:srgbClr val="7F8C97">
                <a:alpha val="48000"/>
              </a:srgbClr>
            </a:solidFill>
            <a:ln w="0">
              <a:noFill/>
              <a:prstDash val="solid"/>
            </a:ln>
          </p:spPr>
        </p:sp>
        <p:sp>
          <p:nvSpPr>
            <p:cNvPr id="1629" name="03_assume_matched_1628">
              <a:extLst>
                <a:ext uri="{FF2B5EF4-FFF2-40B4-BE49-F238E27FC236}">
                  <a16:creationId xmlns:a16="http://schemas.microsoft.com/office/drawing/2014/main" id="{9BA76DD4-36E1-490B-B0F8-96DE2A672441}"/>
                </a:ext>
              </a:extLst>
            </p:cNvPr>
            <p:cNvSpPr>
              <a:spLocks/>
            </p:cNvSpPr>
            <p:nvPr/>
          </p:nvSpPr>
          <p:spPr>
            <a:xfrm>
              <a:off x="2966114" y="4278955"/>
              <a:ext cx="28398" cy="28398"/>
            </a:xfrm>
            <a:prstGeom prst="ellipse">
              <a:avLst/>
            </a:prstGeom>
            <a:solidFill>
              <a:srgbClr val="7F8C97">
                <a:alpha val="48000"/>
              </a:srgbClr>
            </a:solidFill>
            <a:ln w="0">
              <a:noFill/>
              <a:prstDash val="solid"/>
            </a:ln>
          </p:spPr>
        </p:sp>
        <p:sp>
          <p:nvSpPr>
            <p:cNvPr id="1630" name="03_assume_matched_1629">
              <a:extLst>
                <a:ext uri="{FF2B5EF4-FFF2-40B4-BE49-F238E27FC236}">
                  <a16:creationId xmlns:a16="http://schemas.microsoft.com/office/drawing/2014/main" id="{56E85E56-D139-4973-B1C1-A9ED0F053120}"/>
                </a:ext>
              </a:extLst>
            </p:cNvPr>
            <p:cNvSpPr>
              <a:spLocks/>
            </p:cNvSpPr>
            <p:nvPr/>
          </p:nvSpPr>
          <p:spPr>
            <a:xfrm>
              <a:off x="2951867" y="4278955"/>
              <a:ext cx="28398" cy="28398"/>
            </a:xfrm>
            <a:prstGeom prst="ellipse">
              <a:avLst/>
            </a:prstGeom>
            <a:solidFill>
              <a:srgbClr val="7F8C97">
                <a:alpha val="48000"/>
              </a:srgbClr>
            </a:solidFill>
            <a:ln w="0">
              <a:noFill/>
              <a:prstDash val="solid"/>
            </a:ln>
          </p:spPr>
        </p:sp>
        <p:sp>
          <p:nvSpPr>
            <p:cNvPr id="1631" name="03_assume_matched_1630">
              <a:extLst>
                <a:ext uri="{FF2B5EF4-FFF2-40B4-BE49-F238E27FC236}">
                  <a16:creationId xmlns:a16="http://schemas.microsoft.com/office/drawing/2014/main" id="{0106C129-30EC-49FB-9CC9-F8319936E43B}"/>
                </a:ext>
              </a:extLst>
            </p:cNvPr>
            <p:cNvSpPr>
              <a:spLocks/>
            </p:cNvSpPr>
            <p:nvPr/>
          </p:nvSpPr>
          <p:spPr>
            <a:xfrm>
              <a:off x="2968273" y="4278955"/>
              <a:ext cx="28398" cy="28398"/>
            </a:xfrm>
            <a:prstGeom prst="ellipse">
              <a:avLst/>
            </a:prstGeom>
            <a:solidFill>
              <a:srgbClr val="7F8C97">
                <a:alpha val="48000"/>
              </a:srgbClr>
            </a:solidFill>
            <a:ln w="0">
              <a:noFill/>
              <a:prstDash val="solid"/>
            </a:ln>
          </p:spPr>
        </p:sp>
        <p:sp>
          <p:nvSpPr>
            <p:cNvPr id="1632" name="03_assume_matched_1631">
              <a:extLst>
                <a:ext uri="{FF2B5EF4-FFF2-40B4-BE49-F238E27FC236}">
                  <a16:creationId xmlns:a16="http://schemas.microsoft.com/office/drawing/2014/main" id="{D8644155-7F62-4DC8-B862-2516FEA38A00}"/>
                </a:ext>
              </a:extLst>
            </p:cNvPr>
            <p:cNvSpPr>
              <a:spLocks/>
            </p:cNvSpPr>
            <p:nvPr/>
          </p:nvSpPr>
          <p:spPr>
            <a:xfrm>
              <a:off x="3053467" y="4132738"/>
              <a:ext cx="28398" cy="28398"/>
            </a:xfrm>
            <a:prstGeom prst="ellipse">
              <a:avLst/>
            </a:prstGeom>
            <a:solidFill>
              <a:srgbClr val="7F8C97">
                <a:alpha val="48000"/>
              </a:srgbClr>
            </a:solidFill>
            <a:ln w="0">
              <a:noFill/>
              <a:prstDash val="solid"/>
            </a:ln>
          </p:spPr>
        </p:sp>
        <p:sp>
          <p:nvSpPr>
            <p:cNvPr id="1633" name="03_assume_matched_1632">
              <a:extLst>
                <a:ext uri="{FF2B5EF4-FFF2-40B4-BE49-F238E27FC236}">
                  <a16:creationId xmlns:a16="http://schemas.microsoft.com/office/drawing/2014/main" id="{6087BC23-7CBC-4282-8A40-E9A0AD4F3F20}"/>
                </a:ext>
              </a:extLst>
            </p:cNvPr>
            <p:cNvSpPr>
              <a:spLocks/>
            </p:cNvSpPr>
            <p:nvPr/>
          </p:nvSpPr>
          <p:spPr>
            <a:xfrm>
              <a:off x="3008423" y="3694086"/>
              <a:ext cx="28398" cy="28398"/>
            </a:xfrm>
            <a:prstGeom prst="ellipse">
              <a:avLst/>
            </a:prstGeom>
            <a:solidFill>
              <a:srgbClr val="7F8C97">
                <a:alpha val="48000"/>
              </a:srgbClr>
            </a:solidFill>
            <a:ln w="0">
              <a:noFill/>
              <a:prstDash val="solid"/>
            </a:ln>
          </p:spPr>
        </p:sp>
        <p:sp>
          <p:nvSpPr>
            <p:cNvPr id="1634" name="03_assume_matched_1633">
              <a:extLst>
                <a:ext uri="{FF2B5EF4-FFF2-40B4-BE49-F238E27FC236}">
                  <a16:creationId xmlns:a16="http://schemas.microsoft.com/office/drawing/2014/main" id="{5634DB2A-4A23-4894-908D-62BF7495B695}"/>
                </a:ext>
              </a:extLst>
            </p:cNvPr>
            <p:cNvSpPr>
              <a:spLocks/>
            </p:cNvSpPr>
            <p:nvPr/>
          </p:nvSpPr>
          <p:spPr>
            <a:xfrm>
              <a:off x="3018209" y="4246462"/>
              <a:ext cx="28398" cy="28398"/>
            </a:xfrm>
            <a:prstGeom prst="ellipse">
              <a:avLst/>
            </a:prstGeom>
            <a:solidFill>
              <a:srgbClr val="7F8C97">
                <a:alpha val="48000"/>
              </a:srgbClr>
            </a:solidFill>
            <a:ln w="0">
              <a:noFill/>
              <a:prstDash val="solid"/>
            </a:ln>
          </p:spPr>
        </p:sp>
        <p:sp>
          <p:nvSpPr>
            <p:cNvPr id="1635" name="03_assume_matched_1634">
              <a:extLst>
                <a:ext uri="{FF2B5EF4-FFF2-40B4-BE49-F238E27FC236}">
                  <a16:creationId xmlns:a16="http://schemas.microsoft.com/office/drawing/2014/main" id="{109BAAF2-9DEA-4390-BCE1-687825B8DACE}"/>
                </a:ext>
              </a:extLst>
            </p:cNvPr>
            <p:cNvSpPr>
              <a:spLocks/>
            </p:cNvSpPr>
            <p:nvPr/>
          </p:nvSpPr>
          <p:spPr>
            <a:xfrm>
              <a:off x="2955033" y="4181477"/>
              <a:ext cx="28398" cy="28398"/>
            </a:xfrm>
            <a:prstGeom prst="ellipse">
              <a:avLst/>
            </a:prstGeom>
            <a:solidFill>
              <a:srgbClr val="7F8C97">
                <a:alpha val="48000"/>
              </a:srgbClr>
            </a:solidFill>
            <a:ln w="0">
              <a:noFill/>
              <a:prstDash val="solid"/>
            </a:ln>
          </p:spPr>
        </p:sp>
        <p:sp>
          <p:nvSpPr>
            <p:cNvPr id="1636" name="03_assume_matched_1635">
              <a:extLst>
                <a:ext uri="{FF2B5EF4-FFF2-40B4-BE49-F238E27FC236}">
                  <a16:creationId xmlns:a16="http://schemas.microsoft.com/office/drawing/2014/main" id="{34B4FDF6-3E26-410B-8094-6C342323A094}"/>
                </a:ext>
              </a:extLst>
            </p:cNvPr>
            <p:cNvSpPr>
              <a:spLocks/>
            </p:cNvSpPr>
            <p:nvPr/>
          </p:nvSpPr>
          <p:spPr>
            <a:xfrm>
              <a:off x="3045408" y="4278955"/>
              <a:ext cx="28398" cy="28398"/>
            </a:xfrm>
            <a:prstGeom prst="ellipse">
              <a:avLst/>
            </a:prstGeom>
            <a:solidFill>
              <a:srgbClr val="7F8C97">
                <a:alpha val="48000"/>
              </a:srgbClr>
            </a:solidFill>
            <a:ln w="0">
              <a:noFill/>
              <a:prstDash val="solid"/>
            </a:ln>
          </p:spPr>
        </p:sp>
        <p:sp>
          <p:nvSpPr>
            <p:cNvPr id="1637" name="03_assume_matched_1636">
              <a:extLst>
                <a:ext uri="{FF2B5EF4-FFF2-40B4-BE49-F238E27FC236}">
                  <a16:creationId xmlns:a16="http://schemas.microsoft.com/office/drawing/2014/main" id="{4B5614C6-791B-4A94-9139-BE00668A83D7}"/>
                </a:ext>
              </a:extLst>
            </p:cNvPr>
            <p:cNvSpPr>
              <a:spLocks/>
            </p:cNvSpPr>
            <p:nvPr/>
          </p:nvSpPr>
          <p:spPr>
            <a:xfrm>
              <a:off x="3018497" y="3853596"/>
              <a:ext cx="28398" cy="28398"/>
            </a:xfrm>
            <a:prstGeom prst="ellipse">
              <a:avLst/>
            </a:prstGeom>
            <a:solidFill>
              <a:srgbClr val="7F8C97">
                <a:alpha val="48000"/>
              </a:srgbClr>
            </a:solidFill>
            <a:ln w="0">
              <a:noFill/>
              <a:prstDash val="solid"/>
            </a:ln>
          </p:spPr>
        </p:sp>
        <p:sp>
          <p:nvSpPr>
            <p:cNvPr id="1638" name="03_assume_matched_1637">
              <a:extLst>
                <a:ext uri="{FF2B5EF4-FFF2-40B4-BE49-F238E27FC236}">
                  <a16:creationId xmlns:a16="http://schemas.microsoft.com/office/drawing/2014/main" id="{013475B4-C4FB-44B7-BBDD-61BEE316F2F1}"/>
                </a:ext>
              </a:extLst>
            </p:cNvPr>
            <p:cNvSpPr>
              <a:spLocks/>
            </p:cNvSpPr>
            <p:nvPr/>
          </p:nvSpPr>
          <p:spPr>
            <a:xfrm>
              <a:off x="2936325" y="4278955"/>
              <a:ext cx="28398" cy="28398"/>
            </a:xfrm>
            <a:prstGeom prst="ellipse">
              <a:avLst/>
            </a:prstGeom>
            <a:solidFill>
              <a:srgbClr val="7F8C97">
                <a:alpha val="48000"/>
              </a:srgbClr>
            </a:solidFill>
            <a:ln w="0">
              <a:noFill/>
              <a:prstDash val="solid"/>
            </a:ln>
          </p:spPr>
        </p:sp>
        <p:sp>
          <p:nvSpPr>
            <p:cNvPr id="1639" name="03_assume_matched_1638">
              <a:extLst>
                <a:ext uri="{FF2B5EF4-FFF2-40B4-BE49-F238E27FC236}">
                  <a16:creationId xmlns:a16="http://schemas.microsoft.com/office/drawing/2014/main" id="{47E9CCE0-CC96-46CF-B6B2-B053037814E4}"/>
                </a:ext>
              </a:extLst>
            </p:cNvPr>
            <p:cNvSpPr>
              <a:spLocks/>
            </p:cNvSpPr>
            <p:nvPr/>
          </p:nvSpPr>
          <p:spPr>
            <a:xfrm>
              <a:off x="2943664" y="3694086"/>
              <a:ext cx="28398" cy="28398"/>
            </a:xfrm>
            <a:prstGeom prst="ellipse">
              <a:avLst/>
            </a:prstGeom>
            <a:solidFill>
              <a:srgbClr val="7F8C97">
                <a:alpha val="48000"/>
              </a:srgbClr>
            </a:solidFill>
            <a:ln w="0">
              <a:noFill/>
              <a:prstDash val="solid"/>
            </a:ln>
          </p:spPr>
        </p:sp>
        <p:sp>
          <p:nvSpPr>
            <p:cNvPr id="1640" name="03_assume_matched_1639">
              <a:extLst>
                <a:ext uri="{FF2B5EF4-FFF2-40B4-BE49-F238E27FC236}">
                  <a16:creationId xmlns:a16="http://schemas.microsoft.com/office/drawing/2014/main" id="{0CCB0D73-8D2E-44A4-8E4F-F0A09983B58C}"/>
                </a:ext>
              </a:extLst>
            </p:cNvPr>
            <p:cNvSpPr>
              <a:spLocks/>
            </p:cNvSpPr>
            <p:nvPr/>
          </p:nvSpPr>
          <p:spPr>
            <a:xfrm>
              <a:off x="2954889" y="4083999"/>
              <a:ext cx="28398" cy="28398"/>
            </a:xfrm>
            <a:prstGeom prst="ellipse">
              <a:avLst/>
            </a:prstGeom>
            <a:solidFill>
              <a:srgbClr val="7F8C97">
                <a:alpha val="48000"/>
              </a:srgbClr>
            </a:solidFill>
            <a:ln w="0">
              <a:noFill/>
              <a:prstDash val="solid"/>
            </a:ln>
          </p:spPr>
        </p:sp>
        <p:sp>
          <p:nvSpPr>
            <p:cNvPr id="1641" name="03_assume_matched_1640">
              <a:extLst>
                <a:ext uri="{FF2B5EF4-FFF2-40B4-BE49-F238E27FC236}">
                  <a16:creationId xmlns:a16="http://schemas.microsoft.com/office/drawing/2014/main" id="{679AA222-6553-46A2-B14A-208A50F58A7E}"/>
                </a:ext>
              </a:extLst>
            </p:cNvPr>
            <p:cNvSpPr>
              <a:spLocks/>
            </p:cNvSpPr>
            <p:nvPr/>
          </p:nvSpPr>
          <p:spPr>
            <a:xfrm>
              <a:off x="3044257" y="4278955"/>
              <a:ext cx="28398" cy="28398"/>
            </a:xfrm>
            <a:prstGeom prst="ellipse">
              <a:avLst/>
            </a:prstGeom>
            <a:solidFill>
              <a:srgbClr val="7F8C97">
                <a:alpha val="48000"/>
              </a:srgbClr>
            </a:solidFill>
            <a:ln w="0">
              <a:noFill/>
              <a:prstDash val="solid"/>
            </a:ln>
          </p:spPr>
        </p:sp>
        <p:sp>
          <p:nvSpPr>
            <p:cNvPr id="1642" name="03_assume_matched_1641">
              <a:extLst>
                <a:ext uri="{FF2B5EF4-FFF2-40B4-BE49-F238E27FC236}">
                  <a16:creationId xmlns:a16="http://schemas.microsoft.com/office/drawing/2014/main" id="{6D0108A2-06F7-4B30-A3F8-B657F0546D32}"/>
                </a:ext>
              </a:extLst>
            </p:cNvPr>
            <p:cNvSpPr>
              <a:spLocks/>
            </p:cNvSpPr>
            <p:nvPr/>
          </p:nvSpPr>
          <p:spPr>
            <a:xfrm>
              <a:off x="2957192" y="3694086"/>
              <a:ext cx="28398" cy="28398"/>
            </a:xfrm>
            <a:prstGeom prst="ellipse">
              <a:avLst/>
            </a:prstGeom>
            <a:solidFill>
              <a:srgbClr val="7F8C97">
                <a:alpha val="48000"/>
              </a:srgbClr>
            </a:solidFill>
            <a:ln w="0">
              <a:noFill/>
              <a:prstDash val="solid"/>
            </a:ln>
          </p:spPr>
        </p:sp>
        <p:sp>
          <p:nvSpPr>
            <p:cNvPr id="1643" name="03_assume_matched_1642">
              <a:extLst>
                <a:ext uri="{FF2B5EF4-FFF2-40B4-BE49-F238E27FC236}">
                  <a16:creationId xmlns:a16="http://schemas.microsoft.com/office/drawing/2014/main" id="{DB832E5A-B2D2-4AA2-9E2E-1CB11DC4CB9D}"/>
                </a:ext>
              </a:extLst>
            </p:cNvPr>
            <p:cNvSpPr>
              <a:spLocks/>
            </p:cNvSpPr>
            <p:nvPr/>
          </p:nvSpPr>
          <p:spPr>
            <a:xfrm>
              <a:off x="3036198" y="4148984"/>
              <a:ext cx="28398" cy="28398"/>
            </a:xfrm>
            <a:prstGeom prst="ellipse">
              <a:avLst/>
            </a:prstGeom>
            <a:solidFill>
              <a:srgbClr val="7F8C97">
                <a:alpha val="48000"/>
              </a:srgbClr>
            </a:solidFill>
            <a:ln w="0">
              <a:noFill/>
              <a:prstDash val="solid"/>
            </a:ln>
          </p:spPr>
        </p:sp>
        <p:sp>
          <p:nvSpPr>
            <p:cNvPr id="1644" name="03_assume_matched_1643">
              <a:extLst>
                <a:ext uri="{FF2B5EF4-FFF2-40B4-BE49-F238E27FC236}">
                  <a16:creationId xmlns:a16="http://schemas.microsoft.com/office/drawing/2014/main" id="{33C00742-7F88-429E-B4A9-43AF953CF806}"/>
                </a:ext>
              </a:extLst>
            </p:cNvPr>
            <p:cNvSpPr>
              <a:spLocks/>
            </p:cNvSpPr>
            <p:nvPr/>
          </p:nvSpPr>
          <p:spPr>
            <a:xfrm>
              <a:off x="3037349" y="3694086"/>
              <a:ext cx="28398" cy="28398"/>
            </a:xfrm>
            <a:prstGeom prst="ellipse">
              <a:avLst/>
            </a:prstGeom>
            <a:solidFill>
              <a:srgbClr val="7F8C97">
                <a:alpha val="48000"/>
              </a:srgbClr>
            </a:solidFill>
            <a:ln w="0">
              <a:noFill/>
              <a:prstDash val="solid"/>
            </a:ln>
          </p:spPr>
        </p:sp>
        <p:sp>
          <p:nvSpPr>
            <p:cNvPr id="1645" name="03_assume_matched_1644">
              <a:extLst>
                <a:ext uri="{FF2B5EF4-FFF2-40B4-BE49-F238E27FC236}">
                  <a16:creationId xmlns:a16="http://schemas.microsoft.com/office/drawing/2014/main" id="{70BFE23D-F043-4F6A-97BE-F58D8D1B8BC0}"/>
                </a:ext>
              </a:extLst>
            </p:cNvPr>
            <p:cNvSpPr>
              <a:spLocks/>
            </p:cNvSpPr>
            <p:nvPr/>
          </p:nvSpPr>
          <p:spPr>
            <a:xfrm>
              <a:off x="3041091" y="4278955"/>
              <a:ext cx="28398" cy="28398"/>
            </a:xfrm>
            <a:prstGeom prst="ellipse">
              <a:avLst/>
            </a:prstGeom>
            <a:solidFill>
              <a:srgbClr val="7F8C97">
                <a:alpha val="48000"/>
              </a:srgbClr>
            </a:solidFill>
            <a:ln w="0">
              <a:noFill/>
              <a:prstDash val="solid"/>
            </a:ln>
          </p:spPr>
        </p:sp>
        <p:sp>
          <p:nvSpPr>
            <p:cNvPr id="1646" name="03_assume_matched_1645">
              <a:extLst>
                <a:ext uri="{FF2B5EF4-FFF2-40B4-BE49-F238E27FC236}">
                  <a16:creationId xmlns:a16="http://schemas.microsoft.com/office/drawing/2014/main" id="{68EB5F0D-47E2-456C-A869-7BCAAB953612}"/>
                </a:ext>
              </a:extLst>
            </p:cNvPr>
            <p:cNvSpPr>
              <a:spLocks/>
            </p:cNvSpPr>
            <p:nvPr/>
          </p:nvSpPr>
          <p:spPr>
            <a:xfrm>
              <a:off x="2958343" y="4083999"/>
              <a:ext cx="28398" cy="28398"/>
            </a:xfrm>
            <a:prstGeom prst="ellipse">
              <a:avLst/>
            </a:prstGeom>
            <a:solidFill>
              <a:srgbClr val="7F8C97">
                <a:alpha val="48000"/>
              </a:srgbClr>
            </a:solidFill>
            <a:ln w="0">
              <a:noFill/>
              <a:prstDash val="solid"/>
            </a:ln>
          </p:spPr>
        </p:sp>
        <p:sp>
          <p:nvSpPr>
            <p:cNvPr id="1647" name="03_assume_matched_1646">
              <a:extLst>
                <a:ext uri="{FF2B5EF4-FFF2-40B4-BE49-F238E27FC236}">
                  <a16:creationId xmlns:a16="http://schemas.microsoft.com/office/drawing/2014/main" id="{6E696828-7D16-4A77-AD49-F904619E5F24}"/>
                </a:ext>
              </a:extLst>
            </p:cNvPr>
            <p:cNvSpPr>
              <a:spLocks/>
            </p:cNvSpPr>
            <p:nvPr/>
          </p:nvSpPr>
          <p:spPr>
            <a:xfrm>
              <a:off x="2936613" y="4132738"/>
              <a:ext cx="28398" cy="28398"/>
            </a:xfrm>
            <a:prstGeom prst="ellipse">
              <a:avLst/>
            </a:prstGeom>
            <a:solidFill>
              <a:srgbClr val="7F8C97">
                <a:alpha val="48000"/>
              </a:srgbClr>
            </a:solidFill>
            <a:ln w="0">
              <a:noFill/>
              <a:prstDash val="solid"/>
            </a:ln>
          </p:spPr>
        </p:sp>
        <p:sp>
          <p:nvSpPr>
            <p:cNvPr id="1648" name="03_assume_matched_1647">
              <a:extLst>
                <a:ext uri="{FF2B5EF4-FFF2-40B4-BE49-F238E27FC236}">
                  <a16:creationId xmlns:a16="http://schemas.microsoft.com/office/drawing/2014/main" id="{ABBFBDAE-FCB5-4C58-97E9-28E89B06B801}"/>
                </a:ext>
              </a:extLst>
            </p:cNvPr>
            <p:cNvSpPr>
              <a:spLocks/>
            </p:cNvSpPr>
            <p:nvPr/>
          </p:nvSpPr>
          <p:spPr>
            <a:xfrm>
              <a:off x="3020368" y="4278955"/>
              <a:ext cx="28398" cy="28398"/>
            </a:xfrm>
            <a:prstGeom prst="ellipse">
              <a:avLst/>
            </a:prstGeom>
            <a:solidFill>
              <a:srgbClr val="7F8C97">
                <a:alpha val="48000"/>
              </a:srgbClr>
            </a:solidFill>
            <a:ln w="0">
              <a:noFill/>
              <a:prstDash val="solid"/>
            </a:ln>
          </p:spPr>
        </p:sp>
        <p:sp>
          <p:nvSpPr>
            <p:cNvPr id="1649" name="03_assume_matched_1648">
              <a:extLst>
                <a:ext uri="{FF2B5EF4-FFF2-40B4-BE49-F238E27FC236}">
                  <a16:creationId xmlns:a16="http://schemas.microsoft.com/office/drawing/2014/main" id="{D92900DE-40E8-4A12-AD5E-45CE6A1B2FA3}"/>
                </a:ext>
              </a:extLst>
            </p:cNvPr>
            <p:cNvSpPr>
              <a:spLocks/>
            </p:cNvSpPr>
            <p:nvPr/>
          </p:nvSpPr>
          <p:spPr>
            <a:xfrm>
              <a:off x="2929849" y="3694086"/>
              <a:ext cx="28398" cy="28398"/>
            </a:xfrm>
            <a:prstGeom prst="ellipse">
              <a:avLst/>
            </a:prstGeom>
            <a:solidFill>
              <a:srgbClr val="7F8C97">
                <a:alpha val="48000"/>
              </a:srgbClr>
            </a:solidFill>
            <a:ln w="0">
              <a:noFill/>
              <a:prstDash val="solid"/>
            </a:ln>
          </p:spPr>
        </p:sp>
        <p:sp>
          <p:nvSpPr>
            <p:cNvPr id="1650" name="03_assume_matched_1649">
              <a:extLst>
                <a:ext uri="{FF2B5EF4-FFF2-40B4-BE49-F238E27FC236}">
                  <a16:creationId xmlns:a16="http://schemas.microsoft.com/office/drawing/2014/main" id="{ACC1479E-03FD-45C0-8A9D-E82FD5619E45}"/>
                </a:ext>
              </a:extLst>
            </p:cNvPr>
            <p:cNvSpPr>
              <a:spLocks/>
            </p:cNvSpPr>
            <p:nvPr/>
          </p:nvSpPr>
          <p:spPr>
            <a:xfrm>
              <a:off x="3023965" y="3694086"/>
              <a:ext cx="28398" cy="28398"/>
            </a:xfrm>
            <a:prstGeom prst="ellipse">
              <a:avLst/>
            </a:prstGeom>
            <a:solidFill>
              <a:srgbClr val="7F8C97">
                <a:alpha val="48000"/>
              </a:srgbClr>
            </a:solidFill>
            <a:ln w="0">
              <a:noFill/>
              <a:prstDash val="solid"/>
            </a:ln>
          </p:spPr>
        </p:sp>
        <p:sp>
          <p:nvSpPr>
            <p:cNvPr id="1651" name="03_assume_matched_1650">
              <a:extLst>
                <a:ext uri="{FF2B5EF4-FFF2-40B4-BE49-F238E27FC236}">
                  <a16:creationId xmlns:a16="http://schemas.microsoft.com/office/drawing/2014/main" id="{14539980-241C-4286-83A8-6E6502D4E407}"/>
                </a:ext>
              </a:extLst>
            </p:cNvPr>
            <p:cNvSpPr>
              <a:spLocks/>
            </p:cNvSpPr>
            <p:nvPr/>
          </p:nvSpPr>
          <p:spPr>
            <a:xfrm>
              <a:off x="2931144" y="4278955"/>
              <a:ext cx="28398" cy="28398"/>
            </a:xfrm>
            <a:prstGeom prst="ellipse">
              <a:avLst/>
            </a:prstGeom>
            <a:solidFill>
              <a:srgbClr val="7F8C97">
                <a:alpha val="48000"/>
              </a:srgbClr>
            </a:solidFill>
            <a:ln w="0">
              <a:noFill/>
              <a:prstDash val="solid"/>
            </a:ln>
          </p:spPr>
        </p:sp>
        <p:sp>
          <p:nvSpPr>
            <p:cNvPr id="1652" name="03_assume_matched_1651">
              <a:extLst>
                <a:ext uri="{FF2B5EF4-FFF2-40B4-BE49-F238E27FC236}">
                  <a16:creationId xmlns:a16="http://schemas.microsoft.com/office/drawing/2014/main" id="{E922B50F-1FA0-4088-8652-27DCCDF61772}"/>
                </a:ext>
              </a:extLst>
            </p:cNvPr>
            <p:cNvSpPr>
              <a:spLocks/>
            </p:cNvSpPr>
            <p:nvPr/>
          </p:nvSpPr>
          <p:spPr>
            <a:xfrm>
              <a:off x="3051596" y="3694086"/>
              <a:ext cx="28398" cy="28398"/>
            </a:xfrm>
            <a:prstGeom prst="ellipse">
              <a:avLst/>
            </a:prstGeom>
            <a:solidFill>
              <a:srgbClr val="7F8C97">
                <a:alpha val="48000"/>
              </a:srgbClr>
            </a:solidFill>
            <a:ln w="0">
              <a:noFill/>
              <a:prstDash val="solid"/>
            </a:ln>
          </p:spPr>
        </p:sp>
        <p:sp>
          <p:nvSpPr>
            <p:cNvPr id="1653" name="03_assume_matched_1652">
              <a:extLst>
                <a:ext uri="{FF2B5EF4-FFF2-40B4-BE49-F238E27FC236}">
                  <a16:creationId xmlns:a16="http://schemas.microsoft.com/office/drawing/2014/main" id="{69D5E4FB-B840-4E77-9CD5-31F4E9DC13FD}"/>
                </a:ext>
              </a:extLst>
            </p:cNvPr>
            <p:cNvSpPr>
              <a:spLocks/>
            </p:cNvSpPr>
            <p:nvPr/>
          </p:nvSpPr>
          <p:spPr>
            <a:xfrm>
              <a:off x="3029578" y="3694086"/>
              <a:ext cx="28398" cy="28398"/>
            </a:xfrm>
            <a:prstGeom prst="ellipse">
              <a:avLst/>
            </a:prstGeom>
            <a:solidFill>
              <a:srgbClr val="7F8C97">
                <a:alpha val="48000"/>
              </a:srgbClr>
            </a:solidFill>
            <a:ln w="0">
              <a:noFill/>
              <a:prstDash val="solid"/>
            </a:ln>
          </p:spPr>
        </p:sp>
        <p:sp>
          <p:nvSpPr>
            <p:cNvPr id="1654" name="03_assume_matched_1653">
              <a:extLst>
                <a:ext uri="{FF2B5EF4-FFF2-40B4-BE49-F238E27FC236}">
                  <a16:creationId xmlns:a16="http://schemas.microsoft.com/office/drawing/2014/main" id="{EF34DB73-FB3B-4811-999F-BB6D101DD357}"/>
                </a:ext>
              </a:extLst>
            </p:cNvPr>
            <p:cNvSpPr>
              <a:spLocks/>
            </p:cNvSpPr>
            <p:nvPr/>
          </p:nvSpPr>
          <p:spPr>
            <a:xfrm>
              <a:off x="2977483" y="3694086"/>
              <a:ext cx="28398" cy="28398"/>
            </a:xfrm>
            <a:prstGeom prst="ellipse">
              <a:avLst/>
            </a:prstGeom>
            <a:solidFill>
              <a:srgbClr val="7F8C97">
                <a:alpha val="48000"/>
              </a:srgbClr>
            </a:solidFill>
            <a:ln w="0">
              <a:noFill/>
              <a:prstDash val="solid"/>
            </a:ln>
          </p:spPr>
        </p:sp>
        <p:sp>
          <p:nvSpPr>
            <p:cNvPr id="1655" name="03_assume_matched_1654">
              <a:extLst>
                <a:ext uri="{FF2B5EF4-FFF2-40B4-BE49-F238E27FC236}">
                  <a16:creationId xmlns:a16="http://schemas.microsoft.com/office/drawing/2014/main" id="{79908D00-9475-4AC1-967E-7DF9D1825638}"/>
                </a:ext>
              </a:extLst>
            </p:cNvPr>
            <p:cNvSpPr>
              <a:spLocks/>
            </p:cNvSpPr>
            <p:nvPr/>
          </p:nvSpPr>
          <p:spPr>
            <a:xfrm>
              <a:off x="2953162" y="4278955"/>
              <a:ext cx="28398" cy="28398"/>
            </a:xfrm>
            <a:prstGeom prst="ellipse">
              <a:avLst/>
            </a:prstGeom>
            <a:solidFill>
              <a:srgbClr val="7F8C97">
                <a:alpha val="48000"/>
              </a:srgbClr>
            </a:solidFill>
            <a:ln w="0">
              <a:noFill/>
              <a:prstDash val="solid"/>
            </a:ln>
          </p:spPr>
        </p:sp>
        <p:sp>
          <p:nvSpPr>
            <p:cNvPr id="1656" name="03_assume_matched_1655">
              <a:extLst>
                <a:ext uri="{FF2B5EF4-FFF2-40B4-BE49-F238E27FC236}">
                  <a16:creationId xmlns:a16="http://schemas.microsoft.com/office/drawing/2014/main" id="{CABF4F11-D541-4465-9588-D4C303049C66}"/>
                </a:ext>
              </a:extLst>
            </p:cNvPr>
            <p:cNvSpPr>
              <a:spLocks/>
            </p:cNvSpPr>
            <p:nvPr/>
          </p:nvSpPr>
          <p:spPr>
            <a:xfrm>
              <a:off x="3055625" y="4278955"/>
              <a:ext cx="28398" cy="28398"/>
            </a:xfrm>
            <a:prstGeom prst="ellipse">
              <a:avLst/>
            </a:prstGeom>
            <a:solidFill>
              <a:srgbClr val="7F8C97">
                <a:alpha val="48000"/>
              </a:srgbClr>
            </a:solidFill>
            <a:ln w="0">
              <a:noFill/>
              <a:prstDash val="solid"/>
            </a:ln>
          </p:spPr>
        </p:sp>
        <p:sp>
          <p:nvSpPr>
            <p:cNvPr id="1657" name="03_assume_matched_1656">
              <a:extLst>
                <a:ext uri="{FF2B5EF4-FFF2-40B4-BE49-F238E27FC236}">
                  <a16:creationId xmlns:a16="http://schemas.microsoft.com/office/drawing/2014/main" id="{F19B441E-902E-4AE4-823B-66D4F3930328}"/>
                </a:ext>
              </a:extLst>
            </p:cNvPr>
            <p:cNvSpPr>
              <a:spLocks/>
            </p:cNvSpPr>
            <p:nvPr/>
          </p:nvSpPr>
          <p:spPr>
            <a:xfrm>
              <a:off x="3003386" y="4278955"/>
              <a:ext cx="28398" cy="28398"/>
            </a:xfrm>
            <a:prstGeom prst="ellipse">
              <a:avLst/>
            </a:prstGeom>
            <a:solidFill>
              <a:srgbClr val="7F8C97">
                <a:alpha val="48000"/>
              </a:srgbClr>
            </a:solidFill>
            <a:ln w="0">
              <a:noFill/>
              <a:prstDash val="solid"/>
            </a:ln>
          </p:spPr>
        </p:sp>
        <p:sp>
          <p:nvSpPr>
            <p:cNvPr id="1658" name="03_assume_matched_1657">
              <a:extLst>
                <a:ext uri="{FF2B5EF4-FFF2-40B4-BE49-F238E27FC236}">
                  <a16:creationId xmlns:a16="http://schemas.microsoft.com/office/drawing/2014/main" id="{07F98F9F-B5FC-4CED-A378-D818B1621436}"/>
                </a:ext>
              </a:extLst>
            </p:cNvPr>
            <p:cNvSpPr>
              <a:spLocks/>
            </p:cNvSpPr>
            <p:nvPr/>
          </p:nvSpPr>
          <p:spPr>
            <a:xfrm>
              <a:off x="3036198" y="4278955"/>
              <a:ext cx="28398" cy="28398"/>
            </a:xfrm>
            <a:prstGeom prst="ellipse">
              <a:avLst/>
            </a:prstGeom>
            <a:solidFill>
              <a:srgbClr val="7F8C97">
                <a:alpha val="48000"/>
              </a:srgbClr>
            </a:solidFill>
            <a:ln w="0">
              <a:noFill/>
              <a:prstDash val="solid"/>
            </a:ln>
          </p:spPr>
        </p:sp>
        <p:sp>
          <p:nvSpPr>
            <p:cNvPr id="1659" name="03_assume_matched_1658">
              <a:extLst>
                <a:ext uri="{FF2B5EF4-FFF2-40B4-BE49-F238E27FC236}">
                  <a16:creationId xmlns:a16="http://schemas.microsoft.com/office/drawing/2014/main" id="{8BC284DA-3F3A-4F79-BEAE-B6D9DE448F8D}"/>
                </a:ext>
              </a:extLst>
            </p:cNvPr>
            <p:cNvSpPr>
              <a:spLocks/>
            </p:cNvSpPr>
            <p:nvPr/>
          </p:nvSpPr>
          <p:spPr>
            <a:xfrm>
              <a:off x="2935317" y="4161981"/>
              <a:ext cx="28398" cy="28398"/>
            </a:xfrm>
            <a:prstGeom prst="ellipse">
              <a:avLst/>
            </a:prstGeom>
            <a:solidFill>
              <a:srgbClr val="7F8C97">
                <a:alpha val="48000"/>
              </a:srgbClr>
            </a:solidFill>
            <a:ln w="0">
              <a:noFill/>
              <a:prstDash val="solid"/>
            </a:ln>
          </p:spPr>
        </p:sp>
        <p:sp>
          <p:nvSpPr>
            <p:cNvPr id="1660" name="03_assume_matched_1659">
              <a:extLst>
                <a:ext uri="{FF2B5EF4-FFF2-40B4-BE49-F238E27FC236}">
                  <a16:creationId xmlns:a16="http://schemas.microsoft.com/office/drawing/2014/main" id="{AC3C6BE1-7FE2-4DF2-966B-AA334E1413A8}"/>
                </a:ext>
              </a:extLst>
            </p:cNvPr>
            <p:cNvSpPr>
              <a:spLocks/>
            </p:cNvSpPr>
            <p:nvPr/>
          </p:nvSpPr>
          <p:spPr>
            <a:xfrm>
              <a:off x="3027275" y="3986521"/>
              <a:ext cx="28398" cy="28398"/>
            </a:xfrm>
            <a:prstGeom prst="ellipse">
              <a:avLst/>
            </a:prstGeom>
            <a:solidFill>
              <a:srgbClr val="7F8C97">
                <a:alpha val="48000"/>
              </a:srgbClr>
            </a:solidFill>
            <a:ln w="0">
              <a:noFill/>
              <a:prstDash val="solid"/>
            </a:ln>
          </p:spPr>
        </p:sp>
        <p:sp>
          <p:nvSpPr>
            <p:cNvPr id="1661" name="03_assume_matched_1660">
              <a:extLst>
                <a:ext uri="{FF2B5EF4-FFF2-40B4-BE49-F238E27FC236}">
                  <a16:creationId xmlns:a16="http://schemas.microsoft.com/office/drawing/2014/main" id="{82AD51AE-0E09-4E71-B4CD-7D5365A05306}"/>
                </a:ext>
              </a:extLst>
            </p:cNvPr>
            <p:cNvSpPr>
              <a:spLocks/>
            </p:cNvSpPr>
            <p:nvPr/>
          </p:nvSpPr>
          <p:spPr>
            <a:xfrm>
              <a:off x="3006409" y="4181477"/>
              <a:ext cx="28398" cy="28398"/>
            </a:xfrm>
            <a:prstGeom prst="ellipse">
              <a:avLst/>
            </a:prstGeom>
            <a:solidFill>
              <a:srgbClr val="7F8C97">
                <a:alpha val="48000"/>
              </a:srgbClr>
            </a:solidFill>
            <a:ln w="0">
              <a:noFill/>
              <a:prstDash val="solid"/>
            </a:ln>
          </p:spPr>
        </p:sp>
        <p:sp>
          <p:nvSpPr>
            <p:cNvPr id="1662" name="03_assume_matched_1661">
              <a:extLst>
                <a:ext uri="{FF2B5EF4-FFF2-40B4-BE49-F238E27FC236}">
                  <a16:creationId xmlns:a16="http://schemas.microsoft.com/office/drawing/2014/main" id="{0D328D0D-2889-490F-841D-96C2CC518B5A}"/>
                </a:ext>
              </a:extLst>
            </p:cNvPr>
            <p:cNvSpPr>
              <a:spLocks/>
            </p:cNvSpPr>
            <p:nvPr/>
          </p:nvSpPr>
          <p:spPr>
            <a:xfrm>
              <a:off x="2915026" y="3694086"/>
              <a:ext cx="28398" cy="28398"/>
            </a:xfrm>
            <a:prstGeom prst="ellipse">
              <a:avLst/>
            </a:prstGeom>
            <a:solidFill>
              <a:srgbClr val="7F8C97">
                <a:alpha val="48000"/>
              </a:srgbClr>
            </a:solidFill>
            <a:ln w="0">
              <a:noFill/>
              <a:prstDash val="solid"/>
            </a:ln>
          </p:spPr>
        </p:sp>
        <p:sp>
          <p:nvSpPr>
            <p:cNvPr id="1663" name="03_assume_matched_1662">
              <a:extLst>
                <a:ext uri="{FF2B5EF4-FFF2-40B4-BE49-F238E27FC236}">
                  <a16:creationId xmlns:a16="http://schemas.microsoft.com/office/drawing/2014/main" id="{A03BF363-5D6A-4554-B9D2-EE571F9E38B3}"/>
                </a:ext>
              </a:extLst>
            </p:cNvPr>
            <p:cNvSpPr>
              <a:spLocks/>
            </p:cNvSpPr>
            <p:nvPr/>
          </p:nvSpPr>
          <p:spPr>
            <a:xfrm>
              <a:off x="2974317" y="4278955"/>
              <a:ext cx="28398" cy="28398"/>
            </a:xfrm>
            <a:prstGeom prst="ellipse">
              <a:avLst/>
            </a:prstGeom>
            <a:solidFill>
              <a:srgbClr val="7F8C97">
                <a:alpha val="48000"/>
              </a:srgbClr>
            </a:solidFill>
            <a:ln w="0">
              <a:noFill/>
              <a:prstDash val="solid"/>
            </a:ln>
          </p:spPr>
        </p:sp>
        <p:sp>
          <p:nvSpPr>
            <p:cNvPr id="1664" name="03_assume_matched_1663">
              <a:extLst>
                <a:ext uri="{FF2B5EF4-FFF2-40B4-BE49-F238E27FC236}">
                  <a16:creationId xmlns:a16="http://schemas.microsoft.com/office/drawing/2014/main" id="{4360E528-36DA-4B73-A8B3-F2E93B5FCF56}"/>
                </a:ext>
              </a:extLst>
            </p:cNvPr>
            <p:cNvSpPr>
              <a:spLocks/>
            </p:cNvSpPr>
            <p:nvPr/>
          </p:nvSpPr>
          <p:spPr>
            <a:xfrm>
              <a:off x="2956472" y="4278955"/>
              <a:ext cx="28398" cy="28398"/>
            </a:xfrm>
            <a:prstGeom prst="ellipse">
              <a:avLst/>
            </a:prstGeom>
            <a:solidFill>
              <a:srgbClr val="7F8C97">
                <a:alpha val="48000"/>
              </a:srgbClr>
            </a:solidFill>
            <a:ln w="0">
              <a:noFill/>
              <a:prstDash val="solid"/>
            </a:ln>
          </p:spPr>
        </p:sp>
        <p:sp>
          <p:nvSpPr>
            <p:cNvPr id="1665" name="03_assume_matched_1664">
              <a:extLst>
                <a:ext uri="{FF2B5EF4-FFF2-40B4-BE49-F238E27FC236}">
                  <a16:creationId xmlns:a16="http://schemas.microsoft.com/office/drawing/2014/main" id="{5CA0589A-BB22-447D-9B4E-55B0DE80AFC0}"/>
                </a:ext>
              </a:extLst>
            </p:cNvPr>
            <p:cNvSpPr>
              <a:spLocks/>
            </p:cNvSpPr>
            <p:nvPr/>
          </p:nvSpPr>
          <p:spPr>
            <a:xfrm>
              <a:off x="2988708" y="3694086"/>
              <a:ext cx="28398" cy="28398"/>
            </a:xfrm>
            <a:prstGeom prst="ellipse">
              <a:avLst/>
            </a:prstGeom>
            <a:solidFill>
              <a:srgbClr val="7F8C97">
                <a:alpha val="48000"/>
              </a:srgbClr>
            </a:solidFill>
            <a:ln w="0">
              <a:noFill/>
              <a:prstDash val="solid"/>
            </a:ln>
          </p:spPr>
        </p:sp>
        <p:sp>
          <p:nvSpPr>
            <p:cNvPr id="1666" name="03_assume_matched_1665">
              <a:extLst>
                <a:ext uri="{FF2B5EF4-FFF2-40B4-BE49-F238E27FC236}">
                  <a16:creationId xmlns:a16="http://schemas.microsoft.com/office/drawing/2014/main" id="{F6CC07FB-9761-4093-9E76-615B4FCC7987}"/>
                </a:ext>
              </a:extLst>
            </p:cNvPr>
            <p:cNvSpPr>
              <a:spLocks/>
            </p:cNvSpPr>
            <p:nvPr/>
          </p:nvSpPr>
          <p:spPr>
            <a:xfrm>
              <a:off x="2970575" y="4230216"/>
              <a:ext cx="28398" cy="28398"/>
            </a:xfrm>
            <a:prstGeom prst="ellipse">
              <a:avLst/>
            </a:prstGeom>
            <a:solidFill>
              <a:srgbClr val="7F8C97">
                <a:alpha val="48000"/>
              </a:srgbClr>
            </a:solidFill>
            <a:ln w="0">
              <a:noFill/>
              <a:prstDash val="solid"/>
            </a:ln>
          </p:spPr>
        </p:sp>
        <p:sp>
          <p:nvSpPr>
            <p:cNvPr id="1667" name="03_assume_matched_1666">
              <a:extLst>
                <a:ext uri="{FF2B5EF4-FFF2-40B4-BE49-F238E27FC236}">
                  <a16:creationId xmlns:a16="http://schemas.microsoft.com/office/drawing/2014/main" id="{3145FB0F-1E05-4D8C-8872-D56165601A87}"/>
                </a:ext>
              </a:extLst>
            </p:cNvPr>
            <p:cNvSpPr>
              <a:spLocks/>
            </p:cNvSpPr>
            <p:nvPr/>
          </p:nvSpPr>
          <p:spPr>
            <a:xfrm>
              <a:off x="3032744" y="4132738"/>
              <a:ext cx="28398" cy="28398"/>
            </a:xfrm>
            <a:prstGeom prst="ellipse">
              <a:avLst/>
            </a:prstGeom>
            <a:solidFill>
              <a:srgbClr val="7F8C97">
                <a:alpha val="48000"/>
              </a:srgbClr>
            </a:solidFill>
            <a:ln w="0">
              <a:noFill/>
              <a:prstDash val="solid"/>
            </a:ln>
          </p:spPr>
        </p:sp>
        <p:sp>
          <p:nvSpPr>
            <p:cNvPr id="1668" name="03_assume_matched_1667">
              <a:extLst>
                <a:ext uri="{FF2B5EF4-FFF2-40B4-BE49-F238E27FC236}">
                  <a16:creationId xmlns:a16="http://schemas.microsoft.com/office/drawing/2014/main" id="{BBF7ECDF-7E33-4EFF-96A7-ADA133D88C6C}"/>
                </a:ext>
              </a:extLst>
            </p:cNvPr>
            <p:cNvSpPr>
              <a:spLocks/>
            </p:cNvSpPr>
            <p:nvPr/>
          </p:nvSpPr>
          <p:spPr>
            <a:xfrm>
              <a:off x="2930856" y="3694086"/>
              <a:ext cx="28398" cy="28398"/>
            </a:xfrm>
            <a:prstGeom prst="ellipse">
              <a:avLst/>
            </a:prstGeom>
            <a:solidFill>
              <a:srgbClr val="7F8C97">
                <a:alpha val="48000"/>
              </a:srgbClr>
            </a:solidFill>
            <a:ln w="0">
              <a:noFill/>
              <a:prstDash val="solid"/>
            </a:ln>
          </p:spPr>
        </p:sp>
        <p:sp>
          <p:nvSpPr>
            <p:cNvPr id="1669" name="03_assume_matched_1668">
              <a:extLst>
                <a:ext uri="{FF2B5EF4-FFF2-40B4-BE49-F238E27FC236}">
                  <a16:creationId xmlns:a16="http://schemas.microsoft.com/office/drawing/2014/main" id="{4E0E6887-45F8-4E2B-B560-0B2715560F94}"/>
                </a:ext>
              </a:extLst>
            </p:cNvPr>
            <p:cNvSpPr>
              <a:spLocks/>
            </p:cNvSpPr>
            <p:nvPr/>
          </p:nvSpPr>
          <p:spPr>
            <a:xfrm>
              <a:off x="2937476" y="4278955"/>
              <a:ext cx="28398" cy="28398"/>
            </a:xfrm>
            <a:prstGeom prst="ellipse">
              <a:avLst/>
            </a:prstGeom>
            <a:solidFill>
              <a:srgbClr val="7F8C97">
                <a:alpha val="48000"/>
              </a:srgbClr>
            </a:solidFill>
            <a:ln w="0">
              <a:noFill/>
              <a:prstDash val="solid"/>
            </a:ln>
          </p:spPr>
        </p:sp>
        <p:sp>
          <p:nvSpPr>
            <p:cNvPr id="1670" name="03_assume_matched_1669">
              <a:extLst>
                <a:ext uri="{FF2B5EF4-FFF2-40B4-BE49-F238E27FC236}">
                  <a16:creationId xmlns:a16="http://schemas.microsoft.com/office/drawing/2014/main" id="{E6DC43DB-50AF-4906-8F45-C964B3F81B9F}"/>
                </a:ext>
              </a:extLst>
            </p:cNvPr>
            <p:cNvSpPr>
              <a:spLocks/>
            </p:cNvSpPr>
            <p:nvPr/>
          </p:nvSpPr>
          <p:spPr>
            <a:xfrm>
              <a:off x="2997342" y="3694086"/>
              <a:ext cx="28398" cy="28398"/>
            </a:xfrm>
            <a:prstGeom prst="ellipse">
              <a:avLst/>
            </a:prstGeom>
            <a:solidFill>
              <a:srgbClr val="7F8C97">
                <a:alpha val="48000"/>
              </a:srgbClr>
            </a:solidFill>
            <a:ln w="0">
              <a:noFill/>
              <a:prstDash val="solid"/>
            </a:ln>
          </p:spPr>
        </p:sp>
        <p:sp>
          <p:nvSpPr>
            <p:cNvPr id="1671" name="03_assume_matched_1670">
              <a:extLst>
                <a:ext uri="{FF2B5EF4-FFF2-40B4-BE49-F238E27FC236}">
                  <a16:creationId xmlns:a16="http://schemas.microsoft.com/office/drawing/2014/main" id="{05A58FBB-662D-4AB6-A58F-E6F1791060AA}"/>
                </a:ext>
              </a:extLst>
            </p:cNvPr>
            <p:cNvSpPr>
              <a:spLocks/>
            </p:cNvSpPr>
            <p:nvPr/>
          </p:nvSpPr>
          <p:spPr>
            <a:xfrm>
              <a:off x="2996047" y="4278955"/>
              <a:ext cx="28398" cy="28398"/>
            </a:xfrm>
            <a:prstGeom prst="ellipse">
              <a:avLst/>
            </a:prstGeom>
            <a:solidFill>
              <a:srgbClr val="7F8C97">
                <a:alpha val="48000"/>
              </a:srgbClr>
            </a:solidFill>
            <a:ln w="0">
              <a:noFill/>
              <a:prstDash val="solid"/>
            </a:ln>
          </p:spPr>
        </p:sp>
        <p:sp>
          <p:nvSpPr>
            <p:cNvPr id="1672" name="03_assume_matched_1671">
              <a:extLst>
                <a:ext uri="{FF2B5EF4-FFF2-40B4-BE49-F238E27FC236}">
                  <a16:creationId xmlns:a16="http://schemas.microsoft.com/office/drawing/2014/main" id="{5E81C140-7E69-4EC7-B9F7-89A66850C2C4}"/>
                </a:ext>
              </a:extLst>
            </p:cNvPr>
            <p:cNvSpPr>
              <a:spLocks/>
            </p:cNvSpPr>
            <p:nvPr/>
          </p:nvSpPr>
          <p:spPr>
            <a:xfrm>
              <a:off x="3042817" y="3694086"/>
              <a:ext cx="28398" cy="28398"/>
            </a:xfrm>
            <a:prstGeom prst="ellipse">
              <a:avLst/>
            </a:prstGeom>
            <a:solidFill>
              <a:srgbClr val="7F8C97">
                <a:alpha val="48000"/>
              </a:srgbClr>
            </a:solidFill>
            <a:ln w="0">
              <a:noFill/>
              <a:prstDash val="solid"/>
            </a:ln>
          </p:spPr>
        </p:sp>
        <p:sp>
          <p:nvSpPr>
            <p:cNvPr id="1673" name="03_assume_matched_1672">
              <a:extLst>
                <a:ext uri="{FF2B5EF4-FFF2-40B4-BE49-F238E27FC236}">
                  <a16:creationId xmlns:a16="http://schemas.microsoft.com/office/drawing/2014/main" id="{47DDA47C-A33D-4B2E-A693-DF6533A5A37D}"/>
                </a:ext>
              </a:extLst>
            </p:cNvPr>
            <p:cNvSpPr>
              <a:spLocks/>
            </p:cNvSpPr>
            <p:nvPr/>
          </p:nvSpPr>
          <p:spPr>
            <a:xfrm>
              <a:off x="3021087" y="3986521"/>
              <a:ext cx="28398" cy="28398"/>
            </a:xfrm>
            <a:prstGeom prst="ellipse">
              <a:avLst/>
            </a:prstGeom>
            <a:solidFill>
              <a:srgbClr val="7F8C97">
                <a:alpha val="48000"/>
              </a:srgbClr>
            </a:solidFill>
            <a:ln w="0">
              <a:noFill/>
              <a:prstDash val="solid"/>
            </a:ln>
          </p:spPr>
        </p:sp>
        <p:sp>
          <p:nvSpPr>
            <p:cNvPr id="1674" name="03_assume_matched_1673">
              <a:extLst>
                <a:ext uri="{FF2B5EF4-FFF2-40B4-BE49-F238E27FC236}">
                  <a16:creationId xmlns:a16="http://schemas.microsoft.com/office/drawing/2014/main" id="{A057C62F-BAF8-4DDB-8836-27C81F6F3AE5}"/>
                </a:ext>
              </a:extLst>
            </p:cNvPr>
            <p:cNvSpPr>
              <a:spLocks/>
            </p:cNvSpPr>
            <p:nvPr/>
          </p:nvSpPr>
          <p:spPr>
            <a:xfrm>
              <a:off x="2953162" y="4278955"/>
              <a:ext cx="28398" cy="28398"/>
            </a:xfrm>
            <a:prstGeom prst="ellipse">
              <a:avLst/>
            </a:prstGeom>
            <a:solidFill>
              <a:srgbClr val="7F8C97">
                <a:alpha val="48000"/>
              </a:srgbClr>
            </a:solidFill>
            <a:ln w="0">
              <a:noFill/>
              <a:prstDash val="solid"/>
            </a:ln>
          </p:spPr>
        </p:sp>
        <p:sp>
          <p:nvSpPr>
            <p:cNvPr id="1675" name="03_assume_matched_1674">
              <a:extLst>
                <a:ext uri="{FF2B5EF4-FFF2-40B4-BE49-F238E27FC236}">
                  <a16:creationId xmlns:a16="http://schemas.microsoft.com/office/drawing/2014/main" id="{C9BA9C16-0639-44F7-8F78-6BC989444FED}"/>
                </a:ext>
              </a:extLst>
            </p:cNvPr>
            <p:cNvSpPr>
              <a:spLocks/>
            </p:cNvSpPr>
            <p:nvPr/>
          </p:nvSpPr>
          <p:spPr>
            <a:xfrm>
              <a:off x="3023965" y="4278955"/>
              <a:ext cx="28398" cy="28398"/>
            </a:xfrm>
            <a:prstGeom prst="ellipse">
              <a:avLst/>
            </a:prstGeom>
            <a:solidFill>
              <a:srgbClr val="7F8C97">
                <a:alpha val="48000"/>
              </a:srgbClr>
            </a:solidFill>
            <a:ln w="0">
              <a:noFill/>
              <a:prstDash val="solid"/>
            </a:ln>
          </p:spPr>
        </p:sp>
        <p:sp>
          <p:nvSpPr>
            <p:cNvPr id="1676" name="03_assume_matched_1675">
              <a:extLst>
                <a:ext uri="{FF2B5EF4-FFF2-40B4-BE49-F238E27FC236}">
                  <a16:creationId xmlns:a16="http://schemas.microsoft.com/office/drawing/2014/main" id="{3244E29E-2D9D-430C-90C4-6A6EED99A4B3}"/>
                </a:ext>
              </a:extLst>
            </p:cNvPr>
            <p:cNvSpPr>
              <a:spLocks/>
            </p:cNvSpPr>
            <p:nvPr/>
          </p:nvSpPr>
          <p:spPr>
            <a:xfrm>
              <a:off x="3012309" y="4278955"/>
              <a:ext cx="28398" cy="28398"/>
            </a:xfrm>
            <a:prstGeom prst="ellipse">
              <a:avLst/>
            </a:prstGeom>
            <a:solidFill>
              <a:srgbClr val="7F8C97">
                <a:alpha val="48000"/>
              </a:srgbClr>
            </a:solidFill>
            <a:ln w="0">
              <a:noFill/>
              <a:prstDash val="solid"/>
            </a:ln>
          </p:spPr>
        </p:sp>
        <p:sp>
          <p:nvSpPr>
            <p:cNvPr id="1677" name="03_assume_matched_1676">
              <a:extLst>
                <a:ext uri="{FF2B5EF4-FFF2-40B4-BE49-F238E27FC236}">
                  <a16:creationId xmlns:a16="http://schemas.microsoft.com/office/drawing/2014/main" id="{68EAE8C4-DD46-4DD5-AACC-E35ED6DEF4DE}"/>
                </a:ext>
              </a:extLst>
            </p:cNvPr>
            <p:cNvSpPr>
              <a:spLocks/>
            </p:cNvSpPr>
            <p:nvPr/>
          </p:nvSpPr>
          <p:spPr>
            <a:xfrm>
              <a:off x="3018497" y="4278955"/>
              <a:ext cx="28398" cy="28398"/>
            </a:xfrm>
            <a:prstGeom prst="ellipse">
              <a:avLst/>
            </a:prstGeom>
            <a:solidFill>
              <a:srgbClr val="7F8C97">
                <a:alpha val="48000"/>
              </a:srgbClr>
            </a:solidFill>
            <a:ln w="0">
              <a:noFill/>
              <a:prstDash val="solid"/>
            </a:ln>
          </p:spPr>
        </p:sp>
        <p:sp>
          <p:nvSpPr>
            <p:cNvPr id="1678" name="03_assume_matched_1677">
              <a:extLst>
                <a:ext uri="{FF2B5EF4-FFF2-40B4-BE49-F238E27FC236}">
                  <a16:creationId xmlns:a16="http://schemas.microsoft.com/office/drawing/2014/main" id="{827522F3-E754-4550-A058-A3C9544D9379}"/>
                </a:ext>
              </a:extLst>
            </p:cNvPr>
            <p:cNvSpPr>
              <a:spLocks/>
            </p:cNvSpPr>
            <p:nvPr/>
          </p:nvSpPr>
          <p:spPr>
            <a:xfrm>
              <a:off x="3031880" y="4278955"/>
              <a:ext cx="28398" cy="28398"/>
            </a:xfrm>
            <a:prstGeom prst="ellipse">
              <a:avLst/>
            </a:prstGeom>
            <a:solidFill>
              <a:srgbClr val="7F8C97">
                <a:alpha val="48000"/>
              </a:srgbClr>
            </a:solidFill>
            <a:ln w="0">
              <a:noFill/>
              <a:prstDash val="solid"/>
            </a:ln>
          </p:spPr>
        </p:sp>
        <p:sp>
          <p:nvSpPr>
            <p:cNvPr id="1679" name="03_assume_matched_1678">
              <a:extLst>
                <a:ext uri="{FF2B5EF4-FFF2-40B4-BE49-F238E27FC236}">
                  <a16:creationId xmlns:a16="http://schemas.microsoft.com/office/drawing/2014/main" id="{E7DF94D2-67EF-4062-BB20-EC27DB850F53}"/>
                </a:ext>
              </a:extLst>
            </p:cNvPr>
            <p:cNvSpPr>
              <a:spLocks/>
            </p:cNvSpPr>
            <p:nvPr/>
          </p:nvSpPr>
          <p:spPr>
            <a:xfrm>
              <a:off x="2940498" y="3694086"/>
              <a:ext cx="28398" cy="28398"/>
            </a:xfrm>
            <a:prstGeom prst="ellipse">
              <a:avLst/>
            </a:prstGeom>
            <a:solidFill>
              <a:srgbClr val="7F8C97">
                <a:alpha val="48000"/>
              </a:srgbClr>
            </a:solidFill>
            <a:ln w="0">
              <a:noFill/>
              <a:prstDash val="solid"/>
            </a:ln>
          </p:spPr>
        </p:sp>
        <p:sp>
          <p:nvSpPr>
            <p:cNvPr id="1680" name="03_assume_matched_1679">
              <a:extLst>
                <a:ext uri="{FF2B5EF4-FFF2-40B4-BE49-F238E27FC236}">
                  <a16:creationId xmlns:a16="http://schemas.microsoft.com/office/drawing/2014/main" id="{03E339AF-E271-4873-BB57-352FE6F50FBA}"/>
                </a:ext>
              </a:extLst>
            </p:cNvPr>
            <p:cNvSpPr>
              <a:spLocks/>
            </p:cNvSpPr>
            <p:nvPr/>
          </p:nvSpPr>
          <p:spPr>
            <a:xfrm>
              <a:off x="2929705" y="3889042"/>
              <a:ext cx="28398" cy="28398"/>
            </a:xfrm>
            <a:prstGeom prst="ellipse">
              <a:avLst/>
            </a:prstGeom>
            <a:solidFill>
              <a:srgbClr val="7F8C97">
                <a:alpha val="48000"/>
              </a:srgbClr>
            </a:solidFill>
            <a:ln w="0">
              <a:noFill/>
              <a:prstDash val="solid"/>
            </a:ln>
          </p:spPr>
        </p:sp>
        <p:sp>
          <p:nvSpPr>
            <p:cNvPr id="1681" name="03_assume_matched_1680">
              <a:extLst>
                <a:ext uri="{FF2B5EF4-FFF2-40B4-BE49-F238E27FC236}">
                  <a16:creationId xmlns:a16="http://schemas.microsoft.com/office/drawing/2014/main" id="{D84F47CE-E40E-40F1-9820-AAC8971EDC44}"/>
                </a:ext>
              </a:extLst>
            </p:cNvPr>
            <p:cNvSpPr>
              <a:spLocks/>
            </p:cNvSpPr>
            <p:nvPr/>
          </p:nvSpPr>
          <p:spPr>
            <a:xfrm>
              <a:off x="3012597" y="3986521"/>
              <a:ext cx="28398" cy="28398"/>
            </a:xfrm>
            <a:prstGeom prst="ellipse">
              <a:avLst/>
            </a:prstGeom>
            <a:solidFill>
              <a:srgbClr val="7F8C97">
                <a:alpha val="48000"/>
              </a:srgbClr>
            </a:solidFill>
            <a:ln w="0">
              <a:noFill/>
              <a:prstDash val="solid"/>
            </a:ln>
          </p:spPr>
        </p:sp>
        <p:sp>
          <p:nvSpPr>
            <p:cNvPr id="1682" name="03_assume_matched_1681">
              <a:extLst>
                <a:ext uri="{FF2B5EF4-FFF2-40B4-BE49-F238E27FC236}">
                  <a16:creationId xmlns:a16="http://schemas.microsoft.com/office/drawing/2014/main" id="{73C1EED8-A5DE-4ACE-9FB2-587D0F13150A}"/>
                </a:ext>
              </a:extLst>
            </p:cNvPr>
            <p:cNvSpPr>
              <a:spLocks/>
            </p:cNvSpPr>
            <p:nvPr/>
          </p:nvSpPr>
          <p:spPr>
            <a:xfrm>
              <a:off x="3049725" y="4111850"/>
              <a:ext cx="28398" cy="28398"/>
            </a:xfrm>
            <a:prstGeom prst="ellipse">
              <a:avLst/>
            </a:prstGeom>
            <a:solidFill>
              <a:srgbClr val="7F8C97">
                <a:alpha val="48000"/>
              </a:srgbClr>
            </a:solidFill>
            <a:ln w="0">
              <a:noFill/>
              <a:prstDash val="solid"/>
            </a:ln>
          </p:spPr>
        </p:sp>
        <p:sp>
          <p:nvSpPr>
            <p:cNvPr id="1683" name="03_assume_matched_1682">
              <a:extLst>
                <a:ext uri="{FF2B5EF4-FFF2-40B4-BE49-F238E27FC236}">
                  <a16:creationId xmlns:a16="http://schemas.microsoft.com/office/drawing/2014/main" id="{98FEC6BD-5CF1-47A1-8B08-5FEA5BBA42CA}"/>
                </a:ext>
              </a:extLst>
            </p:cNvPr>
            <p:cNvSpPr>
              <a:spLocks/>
            </p:cNvSpPr>
            <p:nvPr/>
          </p:nvSpPr>
          <p:spPr>
            <a:xfrm>
              <a:off x="3055913" y="3694086"/>
              <a:ext cx="28398" cy="28398"/>
            </a:xfrm>
            <a:prstGeom prst="ellipse">
              <a:avLst/>
            </a:prstGeom>
            <a:solidFill>
              <a:srgbClr val="7F8C97">
                <a:alpha val="48000"/>
              </a:srgbClr>
            </a:solidFill>
            <a:ln w="0">
              <a:noFill/>
              <a:prstDash val="solid"/>
            </a:ln>
          </p:spPr>
        </p:sp>
        <p:sp>
          <p:nvSpPr>
            <p:cNvPr id="1684" name="03_assume_matched_1683">
              <a:extLst>
                <a:ext uri="{FF2B5EF4-FFF2-40B4-BE49-F238E27FC236}">
                  <a16:creationId xmlns:a16="http://schemas.microsoft.com/office/drawing/2014/main" id="{14962E93-C702-4A65-A809-683E6875AD8D}"/>
                </a:ext>
              </a:extLst>
            </p:cNvPr>
            <p:cNvSpPr>
              <a:spLocks/>
            </p:cNvSpPr>
            <p:nvPr/>
          </p:nvSpPr>
          <p:spPr>
            <a:xfrm>
              <a:off x="2966977" y="3986521"/>
              <a:ext cx="28398" cy="28398"/>
            </a:xfrm>
            <a:prstGeom prst="ellipse">
              <a:avLst/>
            </a:prstGeom>
            <a:solidFill>
              <a:srgbClr val="7F8C97">
                <a:alpha val="48000"/>
              </a:srgbClr>
            </a:solidFill>
            <a:ln w="0">
              <a:noFill/>
              <a:prstDash val="solid"/>
            </a:ln>
          </p:spPr>
        </p:sp>
        <p:sp>
          <p:nvSpPr>
            <p:cNvPr id="1685" name="03_assume_matched_1684">
              <a:extLst>
                <a:ext uri="{FF2B5EF4-FFF2-40B4-BE49-F238E27FC236}">
                  <a16:creationId xmlns:a16="http://schemas.microsoft.com/office/drawing/2014/main" id="{EF3EBEFB-F76F-4F0E-89BF-4E8EE032E661}"/>
                </a:ext>
              </a:extLst>
            </p:cNvPr>
            <p:cNvSpPr>
              <a:spLocks/>
            </p:cNvSpPr>
            <p:nvPr/>
          </p:nvSpPr>
          <p:spPr>
            <a:xfrm>
              <a:off x="3019792" y="4083999"/>
              <a:ext cx="28398" cy="28398"/>
            </a:xfrm>
            <a:prstGeom prst="ellipse">
              <a:avLst/>
            </a:prstGeom>
            <a:solidFill>
              <a:srgbClr val="7F8C97">
                <a:alpha val="48000"/>
              </a:srgbClr>
            </a:solidFill>
            <a:ln w="0">
              <a:noFill/>
              <a:prstDash val="solid"/>
            </a:ln>
          </p:spPr>
        </p:sp>
        <p:sp>
          <p:nvSpPr>
            <p:cNvPr id="1686" name="03_assume_matched_1685">
              <a:extLst>
                <a:ext uri="{FF2B5EF4-FFF2-40B4-BE49-F238E27FC236}">
                  <a16:creationId xmlns:a16="http://schemas.microsoft.com/office/drawing/2014/main" id="{4F385A05-743E-46E0-96E1-CDD2BCD4BD17}"/>
                </a:ext>
              </a:extLst>
            </p:cNvPr>
            <p:cNvSpPr>
              <a:spLocks/>
            </p:cNvSpPr>
            <p:nvPr/>
          </p:nvSpPr>
          <p:spPr>
            <a:xfrm>
              <a:off x="3030729" y="3694086"/>
              <a:ext cx="28398" cy="28398"/>
            </a:xfrm>
            <a:prstGeom prst="ellipse">
              <a:avLst/>
            </a:prstGeom>
            <a:solidFill>
              <a:srgbClr val="7F8C97">
                <a:alpha val="48000"/>
              </a:srgbClr>
            </a:solidFill>
            <a:ln w="0">
              <a:noFill/>
              <a:prstDash val="solid"/>
            </a:ln>
          </p:spPr>
        </p:sp>
        <p:sp>
          <p:nvSpPr>
            <p:cNvPr id="1687" name="03_assume_matched_1686">
              <a:extLst>
                <a:ext uri="{FF2B5EF4-FFF2-40B4-BE49-F238E27FC236}">
                  <a16:creationId xmlns:a16="http://schemas.microsoft.com/office/drawing/2014/main" id="{132CCB8A-4495-4DE9-98AD-5F204BBA3B09}"/>
                </a:ext>
              </a:extLst>
            </p:cNvPr>
            <p:cNvSpPr>
              <a:spLocks/>
            </p:cNvSpPr>
            <p:nvPr/>
          </p:nvSpPr>
          <p:spPr>
            <a:xfrm>
              <a:off x="3048142" y="3694086"/>
              <a:ext cx="28398" cy="28398"/>
            </a:xfrm>
            <a:prstGeom prst="ellipse">
              <a:avLst/>
            </a:prstGeom>
            <a:solidFill>
              <a:srgbClr val="7F8C97">
                <a:alpha val="48000"/>
              </a:srgbClr>
            </a:solidFill>
            <a:ln w="0">
              <a:noFill/>
              <a:prstDash val="solid"/>
            </a:ln>
          </p:spPr>
        </p:sp>
        <p:sp>
          <p:nvSpPr>
            <p:cNvPr id="1688" name="03_assume_matched_1687">
              <a:extLst>
                <a:ext uri="{FF2B5EF4-FFF2-40B4-BE49-F238E27FC236}">
                  <a16:creationId xmlns:a16="http://schemas.microsoft.com/office/drawing/2014/main" id="{24E7B781-DAFD-458B-91D5-C3E8CF960F25}"/>
                </a:ext>
              </a:extLst>
            </p:cNvPr>
            <p:cNvSpPr>
              <a:spLocks/>
            </p:cNvSpPr>
            <p:nvPr/>
          </p:nvSpPr>
          <p:spPr>
            <a:xfrm>
              <a:off x="3032888" y="3694086"/>
              <a:ext cx="28398" cy="28398"/>
            </a:xfrm>
            <a:prstGeom prst="ellipse">
              <a:avLst/>
            </a:prstGeom>
            <a:solidFill>
              <a:srgbClr val="7F8C97">
                <a:alpha val="48000"/>
              </a:srgbClr>
            </a:solidFill>
            <a:ln w="0">
              <a:noFill/>
              <a:prstDash val="solid"/>
            </a:ln>
          </p:spPr>
        </p:sp>
        <p:sp>
          <p:nvSpPr>
            <p:cNvPr id="1689" name="03_assume_matched_1688">
              <a:extLst>
                <a:ext uri="{FF2B5EF4-FFF2-40B4-BE49-F238E27FC236}">
                  <a16:creationId xmlns:a16="http://schemas.microsoft.com/office/drawing/2014/main" id="{4AA633FD-B57B-432E-BD97-32D82E015F30}"/>
                </a:ext>
              </a:extLst>
            </p:cNvPr>
            <p:cNvSpPr>
              <a:spLocks/>
            </p:cNvSpPr>
            <p:nvPr/>
          </p:nvSpPr>
          <p:spPr>
            <a:xfrm>
              <a:off x="3011158" y="3694086"/>
              <a:ext cx="28398" cy="28398"/>
            </a:xfrm>
            <a:prstGeom prst="ellipse">
              <a:avLst/>
            </a:prstGeom>
            <a:solidFill>
              <a:srgbClr val="7F8C97">
                <a:alpha val="48000"/>
              </a:srgbClr>
            </a:solidFill>
            <a:ln w="0">
              <a:noFill/>
              <a:prstDash val="solid"/>
            </a:ln>
          </p:spPr>
        </p:sp>
        <p:sp>
          <p:nvSpPr>
            <p:cNvPr id="1690" name="03_assume_matched_1689">
              <a:extLst>
                <a:ext uri="{FF2B5EF4-FFF2-40B4-BE49-F238E27FC236}">
                  <a16:creationId xmlns:a16="http://schemas.microsoft.com/office/drawing/2014/main" id="{4DFCAEDA-38F2-4203-922C-9C24B97BA8FE}"/>
                </a:ext>
              </a:extLst>
            </p:cNvPr>
            <p:cNvSpPr>
              <a:spLocks/>
            </p:cNvSpPr>
            <p:nvPr/>
          </p:nvSpPr>
          <p:spPr>
            <a:xfrm>
              <a:off x="2922941" y="3694086"/>
              <a:ext cx="28398" cy="28398"/>
            </a:xfrm>
            <a:prstGeom prst="ellipse">
              <a:avLst/>
            </a:prstGeom>
            <a:solidFill>
              <a:srgbClr val="7F8C97">
                <a:alpha val="48000"/>
              </a:srgbClr>
            </a:solidFill>
            <a:ln w="0">
              <a:noFill/>
              <a:prstDash val="solid"/>
            </a:ln>
          </p:spPr>
        </p:sp>
        <p:sp>
          <p:nvSpPr>
            <p:cNvPr id="1691" name="03_assume_matched_1690">
              <a:extLst>
                <a:ext uri="{FF2B5EF4-FFF2-40B4-BE49-F238E27FC236}">
                  <a16:creationId xmlns:a16="http://schemas.microsoft.com/office/drawing/2014/main" id="{86B5EABC-402E-4289-912D-BFE22E512630}"/>
                </a:ext>
              </a:extLst>
            </p:cNvPr>
            <p:cNvSpPr>
              <a:spLocks/>
            </p:cNvSpPr>
            <p:nvPr/>
          </p:nvSpPr>
          <p:spPr>
            <a:xfrm>
              <a:off x="2936900" y="4278955"/>
              <a:ext cx="28398" cy="28398"/>
            </a:xfrm>
            <a:prstGeom prst="ellipse">
              <a:avLst/>
            </a:prstGeom>
            <a:solidFill>
              <a:srgbClr val="7F8C97">
                <a:alpha val="48000"/>
              </a:srgbClr>
            </a:solidFill>
            <a:ln w="0">
              <a:noFill/>
              <a:prstDash val="solid"/>
            </a:ln>
          </p:spPr>
        </p:sp>
        <p:sp>
          <p:nvSpPr>
            <p:cNvPr id="1692" name="03_assume_matched_1691">
              <a:extLst>
                <a:ext uri="{FF2B5EF4-FFF2-40B4-BE49-F238E27FC236}">
                  <a16:creationId xmlns:a16="http://schemas.microsoft.com/office/drawing/2014/main" id="{C0C1A0BB-9F56-4B29-8827-D28FBA2AB14C}"/>
                </a:ext>
              </a:extLst>
            </p:cNvPr>
            <p:cNvSpPr>
              <a:spLocks/>
            </p:cNvSpPr>
            <p:nvPr/>
          </p:nvSpPr>
          <p:spPr>
            <a:xfrm>
              <a:off x="2998062" y="3694086"/>
              <a:ext cx="28398" cy="28398"/>
            </a:xfrm>
            <a:prstGeom prst="ellipse">
              <a:avLst/>
            </a:prstGeom>
            <a:solidFill>
              <a:srgbClr val="7F8C97">
                <a:alpha val="48000"/>
              </a:srgbClr>
            </a:solidFill>
            <a:ln w="0">
              <a:noFill/>
              <a:prstDash val="solid"/>
            </a:ln>
          </p:spPr>
        </p:sp>
        <p:sp>
          <p:nvSpPr>
            <p:cNvPr id="1693" name="03_assume_matched_1692">
              <a:extLst>
                <a:ext uri="{FF2B5EF4-FFF2-40B4-BE49-F238E27FC236}">
                  <a16:creationId xmlns:a16="http://schemas.microsoft.com/office/drawing/2014/main" id="{010A0F96-A789-42B9-9DB2-9232CA6BEE55}"/>
                </a:ext>
              </a:extLst>
            </p:cNvPr>
            <p:cNvSpPr>
              <a:spLocks/>
            </p:cNvSpPr>
            <p:nvPr/>
          </p:nvSpPr>
          <p:spPr>
            <a:xfrm>
              <a:off x="2942945" y="4278955"/>
              <a:ext cx="28398" cy="28398"/>
            </a:xfrm>
            <a:prstGeom prst="ellipse">
              <a:avLst/>
            </a:prstGeom>
            <a:solidFill>
              <a:srgbClr val="7F8C97">
                <a:alpha val="48000"/>
              </a:srgbClr>
            </a:solidFill>
            <a:ln w="0">
              <a:noFill/>
              <a:prstDash val="solid"/>
            </a:ln>
          </p:spPr>
        </p:sp>
        <p:sp>
          <p:nvSpPr>
            <p:cNvPr id="1694" name="03_assume_matched_1693">
              <a:extLst>
                <a:ext uri="{FF2B5EF4-FFF2-40B4-BE49-F238E27FC236}">
                  <a16:creationId xmlns:a16="http://schemas.microsoft.com/office/drawing/2014/main" id="{729A353A-5CD3-415D-BC96-4D4DD61A8773}"/>
                </a:ext>
              </a:extLst>
            </p:cNvPr>
            <p:cNvSpPr>
              <a:spLocks/>
            </p:cNvSpPr>
            <p:nvPr/>
          </p:nvSpPr>
          <p:spPr>
            <a:xfrm>
              <a:off x="2968992" y="3694086"/>
              <a:ext cx="28398" cy="28398"/>
            </a:xfrm>
            <a:prstGeom prst="ellipse">
              <a:avLst/>
            </a:prstGeom>
            <a:solidFill>
              <a:srgbClr val="7F8C97">
                <a:alpha val="48000"/>
              </a:srgbClr>
            </a:solidFill>
            <a:ln w="0">
              <a:noFill/>
              <a:prstDash val="solid"/>
            </a:ln>
          </p:spPr>
        </p:sp>
        <p:sp>
          <p:nvSpPr>
            <p:cNvPr id="1695" name="03_assume_matched_1694">
              <a:extLst>
                <a:ext uri="{FF2B5EF4-FFF2-40B4-BE49-F238E27FC236}">
                  <a16:creationId xmlns:a16="http://schemas.microsoft.com/office/drawing/2014/main" id="{8540B40A-86D4-45F8-9C00-0E03DF7E0B60}"/>
                </a:ext>
              </a:extLst>
            </p:cNvPr>
            <p:cNvSpPr>
              <a:spLocks/>
            </p:cNvSpPr>
            <p:nvPr/>
          </p:nvSpPr>
          <p:spPr>
            <a:xfrm>
              <a:off x="2918048" y="4278955"/>
              <a:ext cx="28398" cy="28398"/>
            </a:xfrm>
            <a:prstGeom prst="ellipse">
              <a:avLst/>
            </a:prstGeom>
            <a:solidFill>
              <a:srgbClr val="7F8C97">
                <a:alpha val="48000"/>
              </a:srgbClr>
            </a:solidFill>
            <a:ln w="0">
              <a:noFill/>
              <a:prstDash val="solid"/>
            </a:ln>
          </p:spPr>
        </p:sp>
        <p:sp>
          <p:nvSpPr>
            <p:cNvPr id="1696" name="03_assume_matched_1695">
              <a:extLst>
                <a:ext uri="{FF2B5EF4-FFF2-40B4-BE49-F238E27FC236}">
                  <a16:creationId xmlns:a16="http://schemas.microsoft.com/office/drawing/2014/main" id="{9DED09F3-A422-4155-95AA-10D8DE313976}"/>
                </a:ext>
              </a:extLst>
            </p:cNvPr>
            <p:cNvSpPr>
              <a:spLocks/>
            </p:cNvSpPr>
            <p:nvPr/>
          </p:nvSpPr>
          <p:spPr>
            <a:xfrm>
              <a:off x="712800" y="367904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1697" name="03_assume_matched_1696">
              <a:extLst>
                <a:ext uri="{FF2B5EF4-FFF2-40B4-BE49-F238E27FC236}">
                  <a16:creationId xmlns:a16="http://schemas.microsoft.com/office/drawing/2014/main" id="{F4AC95D7-389D-491A-BF79-131E98DA821E}"/>
                </a:ext>
              </a:extLst>
            </p:cNvPr>
            <p:cNvSpPr>
              <a:spLocks/>
            </p:cNvSpPr>
            <p:nvPr/>
          </p:nvSpPr>
          <p:spPr>
            <a:xfrm>
              <a:off x="712800" y="432239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1698" name="text_1697">
              <a:extLst>
                <a:ext uri="{FF2B5EF4-FFF2-40B4-BE49-F238E27FC236}">
                  <a16:creationId xmlns:a16="http://schemas.microsoft.com/office/drawing/2014/main" id="{E2F0E1A5-0773-4DCD-A3F9-85677BCAB7CC}"/>
                </a:ext>
              </a:extLst>
            </p:cNvPr>
            <p:cNvSpPr>
              <a:spLocks/>
            </p:cNvSpPr>
            <p:nvPr/>
          </p:nvSpPr>
          <p:spPr>
            <a:xfrm>
              <a:off x="370611" y="3380106"/>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e</a:t>
              </a:r>
            </a:p>
          </p:txBody>
        </p:sp>
        <p:sp>
          <p:nvSpPr>
            <p:cNvPr id="1699" name="text_1698">
              <a:extLst>
                <a:ext uri="{FF2B5EF4-FFF2-40B4-BE49-F238E27FC236}">
                  <a16:creationId xmlns:a16="http://schemas.microsoft.com/office/drawing/2014/main" id="{FA2C011A-50E8-4550-89A1-104CF59D1758}"/>
                </a:ext>
              </a:extLst>
            </p:cNvPr>
            <p:cNvSpPr>
              <a:spLocks/>
            </p:cNvSpPr>
            <p:nvPr/>
          </p:nvSpPr>
          <p:spPr>
            <a:xfrm>
              <a:off x="712800" y="3479461"/>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Top-1, RMSD &lt;2 Å</a:t>
              </a:r>
            </a:p>
          </p:txBody>
        </p:sp>
        <p:sp>
          <p:nvSpPr>
            <p:cNvPr id="1700" name="03_assume_matched_1699">
              <a:extLst>
                <a:ext uri="{FF2B5EF4-FFF2-40B4-BE49-F238E27FC236}">
                  <a16:creationId xmlns:a16="http://schemas.microsoft.com/office/drawing/2014/main" id="{9ABA9DD2-4411-47C3-B091-64B53167E108}"/>
                </a:ext>
              </a:extLst>
            </p:cNvPr>
            <p:cNvSpPr>
              <a:spLocks/>
            </p:cNvSpPr>
            <p:nvPr/>
          </p:nvSpPr>
          <p:spPr>
            <a:xfrm>
              <a:off x="735432" y="4019341"/>
              <a:ext cx="2263158" cy="273813"/>
            </a:xfrm>
            <a:custGeom>
              <a:avLst/>
              <a:gdLst/>
              <a:ahLst/>
              <a:cxnLst/>
              <a:rect l="0" t="0" r="0" b="0"/>
              <a:pathLst>
                <a:path w="2263158" h="273813">
                  <a:moveTo>
                    <a:pt x="0" y="273813"/>
                  </a:moveTo>
                  <a:lnTo>
                    <a:pt x="62865" y="272491"/>
                  </a:lnTo>
                  <a:lnTo>
                    <a:pt x="62865" y="271541"/>
                  </a:lnTo>
                  <a:lnTo>
                    <a:pt x="75439" y="270753"/>
                  </a:lnTo>
                  <a:lnTo>
                    <a:pt x="75439" y="269994"/>
                  </a:lnTo>
                  <a:lnTo>
                    <a:pt x="125731" y="268768"/>
                  </a:lnTo>
                  <a:lnTo>
                    <a:pt x="125731" y="261814"/>
                  </a:lnTo>
                  <a:lnTo>
                    <a:pt x="137161" y="261716"/>
                  </a:lnTo>
                  <a:lnTo>
                    <a:pt x="137161" y="260335"/>
                  </a:lnTo>
                  <a:lnTo>
                    <a:pt x="150877" y="260238"/>
                  </a:lnTo>
                  <a:lnTo>
                    <a:pt x="150877" y="256440"/>
                  </a:lnTo>
                  <a:lnTo>
                    <a:pt x="188596" y="255831"/>
                  </a:lnTo>
                  <a:lnTo>
                    <a:pt x="188596" y="244121"/>
                  </a:lnTo>
                  <a:lnTo>
                    <a:pt x="205742" y="243927"/>
                  </a:lnTo>
                  <a:lnTo>
                    <a:pt x="205742" y="242546"/>
                  </a:lnTo>
                  <a:lnTo>
                    <a:pt x="226316" y="241266"/>
                  </a:lnTo>
                  <a:lnTo>
                    <a:pt x="226316" y="240506"/>
                  </a:lnTo>
                  <a:lnTo>
                    <a:pt x="251462" y="240311"/>
                  </a:lnTo>
                  <a:lnTo>
                    <a:pt x="251462" y="229242"/>
                  </a:lnTo>
                  <a:lnTo>
                    <a:pt x="301754" y="228065"/>
                  </a:lnTo>
                  <a:lnTo>
                    <a:pt x="301754" y="224267"/>
                  </a:lnTo>
                  <a:lnTo>
                    <a:pt x="323308" y="223439"/>
                  </a:lnTo>
                  <a:lnTo>
                    <a:pt x="323308" y="221812"/>
                  </a:lnTo>
                  <a:lnTo>
                    <a:pt x="342903" y="220773"/>
                  </a:lnTo>
                  <a:lnTo>
                    <a:pt x="342903" y="219392"/>
                  </a:lnTo>
                  <a:lnTo>
                    <a:pt x="377193" y="219100"/>
                  </a:lnTo>
                  <a:lnTo>
                    <a:pt x="377193" y="184062"/>
                  </a:lnTo>
                  <a:lnTo>
                    <a:pt x="411483" y="183770"/>
                  </a:lnTo>
                  <a:lnTo>
                    <a:pt x="411483" y="182389"/>
                  </a:lnTo>
                  <a:lnTo>
                    <a:pt x="440058" y="181012"/>
                  </a:lnTo>
                  <a:lnTo>
                    <a:pt x="440058" y="180379"/>
                  </a:lnTo>
                  <a:lnTo>
                    <a:pt x="452632" y="180281"/>
                  </a:lnTo>
                  <a:lnTo>
                    <a:pt x="452632" y="176484"/>
                  </a:lnTo>
                  <a:lnTo>
                    <a:pt x="480064" y="176191"/>
                  </a:lnTo>
                  <a:lnTo>
                    <a:pt x="480064" y="174810"/>
                  </a:lnTo>
                  <a:lnTo>
                    <a:pt x="502924" y="174616"/>
                  </a:lnTo>
                  <a:lnTo>
                    <a:pt x="502924" y="166923"/>
                  </a:lnTo>
                  <a:lnTo>
                    <a:pt x="538847" y="165871"/>
                  </a:lnTo>
                  <a:lnTo>
                    <a:pt x="538847" y="164243"/>
                  </a:lnTo>
                  <a:lnTo>
                    <a:pt x="565789" y="163261"/>
                  </a:lnTo>
                  <a:lnTo>
                    <a:pt x="565789" y="151867"/>
                  </a:lnTo>
                  <a:lnTo>
                    <a:pt x="603509" y="151575"/>
                  </a:lnTo>
                  <a:lnTo>
                    <a:pt x="603509" y="147777"/>
                  </a:lnTo>
                  <a:lnTo>
                    <a:pt x="617225" y="147680"/>
                  </a:lnTo>
                  <a:lnTo>
                    <a:pt x="617225" y="146299"/>
                  </a:lnTo>
                  <a:lnTo>
                    <a:pt x="628655" y="146201"/>
                  </a:lnTo>
                  <a:lnTo>
                    <a:pt x="628655" y="142306"/>
                  </a:lnTo>
                  <a:lnTo>
                    <a:pt x="678947" y="141277"/>
                  </a:lnTo>
                  <a:lnTo>
                    <a:pt x="678947" y="140517"/>
                  </a:lnTo>
                  <a:lnTo>
                    <a:pt x="686685" y="139136"/>
                  </a:lnTo>
                  <a:lnTo>
                    <a:pt x="686685" y="139039"/>
                  </a:lnTo>
                  <a:lnTo>
                    <a:pt x="754386" y="138454"/>
                  </a:lnTo>
                  <a:lnTo>
                    <a:pt x="754386" y="23369"/>
                  </a:lnTo>
                  <a:lnTo>
                    <a:pt x="880117" y="22284"/>
                  </a:lnTo>
                  <a:lnTo>
                    <a:pt x="880117" y="21018"/>
                  </a:lnTo>
                  <a:lnTo>
                    <a:pt x="905263" y="20328"/>
                  </a:lnTo>
                  <a:lnTo>
                    <a:pt x="905263" y="18808"/>
                  </a:lnTo>
                  <a:lnTo>
                    <a:pt x="1005848" y="18808"/>
                  </a:lnTo>
                  <a:lnTo>
                    <a:pt x="1005848" y="16276"/>
                  </a:lnTo>
                  <a:lnTo>
                    <a:pt x="1508772" y="15191"/>
                  </a:lnTo>
                  <a:lnTo>
                    <a:pt x="1508772" y="7596"/>
                  </a:lnTo>
                  <a:lnTo>
                    <a:pt x="2263158" y="7596"/>
                  </a:lnTo>
                  <a:lnTo>
                    <a:pt x="2263158" y="0"/>
                  </a:lnTo>
                  <a:lnTo>
                    <a:pt x="2263158" y="0"/>
                  </a:lnTo>
                </a:path>
              </a:pathLst>
            </a:custGeom>
            <a:noFill/>
            <a:ln w="22860">
              <a:solidFill>
                <a:srgbClr val="00878B"/>
              </a:solidFill>
              <a:prstDash val="solid"/>
            </a:ln>
          </p:spPr>
        </p:sp>
        <p:sp>
          <p:nvSpPr>
            <p:cNvPr id="1701" name="03_assume_matched_1700">
              <a:extLst>
                <a:ext uri="{FF2B5EF4-FFF2-40B4-BE49-F238E27FC236}">
                  <a16:creationId xmlns:a16="http://schemas.microsoft.com/office/drawing/2014/main" id="{D4E36D22-8076-4DBA-BB2A-EDB2788959E4}"/>
                </a:ext>
              </a:extLst>
            </p:cNvPr>
            <p:cNvSpPr>
              <a:spLocks/>
            </p:cNvSpPr>
            <p:nvPr/>
          </p:nvSpPr>
          <p:spPr>
            <a:xfrm>
              <a:off x="735432" y="4098198"/>
              <a:ext cx="2263158" cy="194956"/>
            </a:xfrm>
            <a:custGeom>
              <a:avLst/>
              <a:gdLst/>
              <a:ahLst/>
              <a:cxnLst/>
              <a:rect l="0" t="0" r="0" b="0"/>
              <a:pathLst>
                <a:path w="2263158" h="194956">
                  <a:moveTo>
                    <a:pt x="0" y="194956"/>
                  </a:moveTo>
                  <a:lnTo>
                    <a:pt x="754386" y="194956"/>
                  </a:lnTo>
                  <a:lnTo>
                    <a:pt x="754386" y="48739"/>
                  </a:lnTo>
                  <a:lnTo>
                    <a:pt x="1508772" y="48739"/>
                  </a:lnTo>
                  <a:lnTo>
                    <a:pt x="1508772" y="27851"/>
                  </a:lnTo>
                  <a:lnTo>
                    <a:pt x="2263158" y="27851"/>
                  </a:lnTo>
                  <a:lnTo>
                    <a:pt x="2263158" y="0"/>
                  </a:lnTo>
                  <a:lnTo>
                    <a:pt x="2263158" y="0"/>
                  </a:lnTo>
                </a:path>
              </a:pathLst>
            </a:custGeom>
            <a:noFill/>
            <a:ln w="13335">
              <a:solidFill>
                <a:srgbClr val="3A64C8"/>
              </a:solidFill>
              <a:prstDash val="solid"/>
            </a:ln>
          </p:spPr>
        </p:sp>
        <p:sp>
          <p:nvSpPr>
            <p:cNvPr id="1702" name="03_assume_matched_1701">
              <a:extLst>
                <a:ext uri="{FF2B5EF4-FFF2-40B4-BE49-F238E27FC236}">
                  <a16:creationId xmlns:a16="http://schemas.microsoft.com/office/drawing/2014/main" id="{B5B1AC6B-D875-4945-86B5-BAFE681F60BC}"/>
                </a:ext>
              </a:extLst>
            </p:cNvPr>
            <p:cNvSpPr>
              <a:spLocks/>
            </p:cNvSpPr>
            <p:nvPr/>
          </p:nvSpPr>
          <p:spPr>
            <a:xfrm>
              <a:off x="1091035" y="4181813"/>
              <a:ext cx="43180" cy="43180"/>
            </a:xfrm>
            <a:prstGeom prst="ellipse">
              <a:avLst/>
            </a:prstGeom>
            <a:solidFill>
              <a:srgbClr val="00878B"/>
            </a:solidFill>
            <a:ln w="4445">
              <a:solidFill>
                <a:srgbClr val="FFFFFF"/>
              </a:solidFill>
              <a:prstDash val="solid"/>
            </a:ln>
          </p:spPr>
        </p:sp>
        <p:sp>
          <p:nvSpPr>
            <p:cNvPr id="1703" name="03_assume_matched_1702">
              <a:extLst>
                <a:ext uri="{FF2B5EF4-FFF2-40B4-BE49-F238E27FC236}">
                  <a16:creationId xmlns:a16="http://schemas.microsoft.com/office/drawing/2014/main" id="{CAEEFE47-589B-4D5D-A96B-38DCE46C1BB4}"/>
                </a:ext>
              </a:extLst>
            </p:cNvPr>
            <p:cNvSpPr>
              <a:spLocks/>
            </p:cNvSpPr>
            <p:nvPr/>
          </p:nvSpPr>
          <p:spPr>
            <a:xfrm>
              <a:off x="1468228" y="4021120"/>
              <a:ext cx="43180" cy="43180"/>
            </a:xfrm>
            <a:prstGeom prst="ellipse">
              <a:avLst/>
            </a:prstGeom>
            <a:solidFill>
              <a:srgbClr val="00878B"/>
            </a:solidFill>
            <a:ln w="4445">
              <a:solidFill>
                <a:srgbClr val="FFFFFF"/>
              </a:solidFill>
              <a:prstDash val="solid"/>
            </a:ln>
          </p:spPr>
        </p:sp>
        <p:sp>
          <p:nvSpPr>
            <p:cNvPr id="1704" name="03_assume_matched_1703">
              <a:extLst>
                <a:ext uri="{FF2B5EF4-FFF2-40B4-BE49-F238E27FC236}">
                  <a16:creationId xmlns:a16="http://schemas.microsoft.com/office/drawing/2014/main" id="{1E10F2B7-282F-44DB-ADE8-3077A3EF472A}"/>
                </a:ext>
              </a:extLst>
            </p:cNvPr>
            <p:cNvSpPr>
              <a:spLocks/>
            </p:cNvSpPr>
            <p:nvPr/>
          </p:nvSpPr>
          <p:spPr>
            <a:xfrm>
              <a:off x="2222614" y="4005346"/>
              <a:ext cx="43180" cy="43180"/>
            </a:xfrm>
            <a:prstGeom prst="ellipse">
              <a:avLst/>
            </a:prstGeom>
            <a:solidFill>
              <a:srgbClr val="00878B"/>
            </a:solidFill>
            <a:ln w="4445">
              <a:solidFill>
                <a:srgbClr val="FFFFFF"/>
              </a:solidFill>
              <a:prstDash val="solid"/>
            </a:ln>
          </p:spPr>
        </p:sp>
        <p:sp>
          <p:nvSpPr>
            <p:cNvPr id="1705" name="03_assume_matched_1704">
              <a:extLst>
                <a:ext uri="{FF2B5EF4-FFF2-40B4-BE49-F238E27FC236}">
                  <a16:creationId xmlns:a16="http://schemas.microsoft.com/office/drawing/2014/main" id="{CCB8E9D4-5EF9-410C-8726-FA2A0B614D57}"/>
                </a:ext>
              </a:extLst>
            </p:cNvPr>
            <p:cNvSpPr>
              <a:spLocks/>
            </p:cNvSpPr>
            <p:nvPr/>
          </p:nvSpPr>
          <p:spPr>
            <a:xfrm>
              <a:off x="2976999" y="3997751"/>
              <a:ext cx="43180" cy="43180"/>
            </a:xfrm>
            <a:prstGeom prst="ellipse">
              <a:avLst/>
            </a:prstGeom>
            <a:solidFill>
              <a:srgbClr val="00878B"/>
            </a:solidFill>
            <a:ln w="4445">
              <a:solidFill>
                <a:srgbClr val="FFFFFF"/>
              </a:solidFill>
              <a:prstDash val="solid"/>
            </a:ln>
          </p:spPr>
        </p:sp>
        <p:sp>
          <p:nvSpPr>
            <p:cNvPr id="1706" name="03_assume_matched_1705">
              <a:extLst>
                <a:ext uri="{FF2B5EF4-FFF2-40B4-BE49-F238E27FC236}">
                  <a16:creationId xmlns:a16="http://schemas.microsoft.com/office/drawing/2014/main" id="{F2E1604F-B018-46E3-847A-AC70EECF05EE}"/>
                </a:ext>
              </a:extLst>
            </p:cNvPr>
            <p:cNvSpPr>
              <a:spLocks/>
            </p:cNvSpPr>
            <p:nvPr/>
          </p:nvSpPr>
          <p:spPr>
            <a:xfrm>
              <a:off x="1076704" y="425723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07" name="03_assume_matched_1706">
              <a:extLst>
                <a:ext uri="{FF2B5EF4-FFF2-40B4-BE49-F238E27FC236}">
                  <a16:creationId xmlns:a16="http://schemas.microsoft.com/office/drawing/2014/main" id="{A1D73CF7-2142-4F9E-802C-7B00FE2BA445}"/>
                </a:ext>
              </a:extLst>
            </p:cNvPr>
            <p:cNvSpPr>
              <a:spLocks/>
            </p:cNvSpPr>
            <p:nvPr/>
          </p:nvSpPr>
          <p:spPr>
            <a:xfrm>
              <a:off x="1453897" y="411101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08" name="03_assume_matched_1707">
              <a:extLst>
                <a:ext uri="{FF2B5EF4-FFF2-40B4-BE49-F238E27FC236}">
                  <a16:creationId xmlns:a16="http://schemas.microsoft.com/office/drawing/2014/main" id="{5A78DE78-91B1-49EC-B9B1-A6B6E35FF33F}"/>
                </a:ext>
              </a:extLst>
            </p:cNvPr>
            <p:cNvSpPr>
              <a:spLocks/>
            </p:cNvSpPr>
            <p:nvPr/>
          </p:nvSpPr>
          <p:spPr>
            <a:xfrm>
              <a:off x="2208282" y="4090128"/>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09" name="03_assume_matched_1708">
              <a:extLst>
                <a:ext uri="{FF2B5EF4-FFF2-40B4-BE49-F238E27FC236}">
                  <a16:creationId xmlns:a16="http://schemas.microsoft.com/office/drawing/2014/main" id="{97BA42B2-B885-49E7-AEBE-66F2E33BD2AF}"/>
                </a:ext>
              </a:extLst>
            </p:cNvPr>
            <p:cNvSpPr>
              <a:spLocks/>
            </p:cNvSpPr>
            <p:nvPr/>
          </p:nvSpPr>
          <p:spPr>
            <a:xfrm>
              <a:off x="2962668" y="4062277"/>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1710" name="03_assume_matched_1709">
              <a:extLst>
                <a:ext uri="{FF2B5EF4-FFF2-40B4-BE49-F238E27FC236}">
                  <a16:creationId xmlns:a16="http://schemas.microsoft.com/office/drawing/2014/main" id="{5D2046CB-DC5F-4E25-9FF3-108D2DCFAA55}"/>
                </a:ext>
              </a:extLst>
            </p:cNvPr>
            <p:cNvSpPr>
              <a:spLocks/>
            </p:cNvSpPr>
            <p:nvPr/>
          </p:nvSpPr>
          <p:spPr>
            <a:xfrm>
              <a:off x="3841389" y="367904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1711" name="03_assume_matched_1710">
              <a:extLst>
                <a:ext uri="{FF2B5EF4-FFF2-40B4-BE49-F238E27FC236}">
                  <a16:creationId xmlns:a16="http://schemas.microsoft.com/office/drawing/2014/main" id="{D3918365-E304-4EE9-BF75-C8CA70EEC87F}"/>
                </a:ext>
              </a:extLst>
            </p:cNvPr>
            <p:cNvSpPr>
              <a:spLocks/>
            </p:cNvSpPr>
            <p:nvPr/>
          </p:nvSpPr>
          <p:spPr>
            <a:xfrm>
              <a:off x="4143144" y="3708285"/>
              <a:ext cx="196140" cy="584869"/>
            </a:xfrm>
            <a:custGeom>
              <a:avLst/>
              <a:gdLst/>
              <a:ahLst/>
              <a:cxnLst/>
              <a:rect l="0" t="0" r="0" b="0"/>
              <a:pathLst>
                <a:path w="196140" h="584869">
                  <a:moveTo>
                    <a:pt x="196140" y="584869"/>
                  </a:moveTo>
                  <a:lnTo>
                    <a:pt x="0" y="584869"/>
                  </a:lnTo>
                  <a:lnTo>
                    <a:pt x="1066" y="579995"/>
                  </a:lnTo>
                  <a:lnTo>
                    <a:pt x="4192" y="575121"/>
                  </a:lnTo>
                  <a:lnTo>
                    <a:pt x="9169" y="570247"/>
                  </a:lnTo>
                  <a:lnTo>
                    <a:pt x="15679" y="565373"/>
                  </a:lnTo>
                  <a:lnTo>
                    <a:pt x="23320" y="560500"/>
                  </a:lnTo>
                  <a:lnTo>
                    <a:pt x="31659" y="555626"/>
                  </a:lnTo>
                  <a:lnTo>
                    <a:pt x="40261" y="550752"/>
                  </a:lnTo>
                  <a:lnTo>
                    <a:pt x="48733" y="545878"/>
                  </a:lnTo>
                  <a:lnTo>
                    <a:pt x="56749" y="541004"/>
                  </a:lnTo>
                  <a:lnTo>
                    <a:pt x="64064" y="536130"/>
                  </a:lnTo>
                  <a:lnTo>
                    <a:pt x="70519" y="531256"/>
                  </a:lnTo>
                  <a:lnTo>
                    <a:pt x="76036" y="526382"/>
                  </a:lnTo>
                  <a:lnTo>
                    <a:pt x="80607" y="521508"/>
                  </a:lnTo>
                  <a:lnTo>
                    <a:pt x="84275" y="516634"/>
                  </a:lnTo>
                  <a:lnTo>
                    <a:pt x="87116" y="511760"/>
                  </a:lnTo>
                  <a:lnTo>
                    <a:pt x="89226" y="506887"/>
                  </a:lnTo>
                  <a:lnTo>
                    <a:pt x="90708" y="502013"/>
                  </a:lnTo>
                  <a:lnTo>
                    <a:pt x="91660" y="497139"/>
                  </a:lnTo>
                  <a:lnTo>
                    <a:pt x="92175" y="492265"/>
                  </a:lnTo>
                  <a:lnTo>
                    <a:pt x="92335" y="487391"/>
                  </a:lnTo>
                  <a:lnTo>
                    <a:pt x="92212" y="482517"/>
                  </a:lnTo>
                  <a:lnTo>
                    <a:pt x="91873" y="477643"/>
                  </a:lnTo>
                  <a:lnTo>
                    <a:pt x="91378" y="472769"/>
                  </a:lnTo>
                  <a:lnTo>
                    <a:pt x="90780" y="467895"/>
                  </a:lnTo>
                  <a:lnTo>
                    <a:pt x="90131" y="463021"/>
                  </a:lnTo>
                  <a:lnTo>
                    <a:pt x="89475" y="458147"/>
                  </a:lnTo>
                  <a:lnTo>
                    <a:pt x="88852" y="453274"/>
                  </a:lnTo>
                  <a:lnTo>
                    <a:pt x="88293" y="448400"/>
                  </a:lnTo>
                  <a:lnTo>
                    <a:pt x="87822" y="443526"/>
                  </a:lnTo>
                  <a:lnTo>
                    <a:pt x="87453" y="438652"/>
                  </a:lnTo>
                  <a:lnTo>
                    <a:pt x="87191" y="433778"/>
                  </a:lnTo>
                  <a:lnTo>
                    <a:pt x="87033" y="428904"/>
                  </a:lnTo>
                  <a:lnTo>
                    <a:pt x="86970" y="424030"/>
                  </a:lnTo>
                  <a:lnTo>
                    <a:pt x="86987" y="419156"/>
                  </a:lnTo>
                  <a:lnTo>
                    <a:pt x="87070" y="414282"/>
                  </a:lnTo>
                  <a:lnTo>
                    <a:pt x="87203" y="409408"/>
                  </a:lnTo>
                  <a:lnTo>
                    <a:pt x="87371" y="404534"/>
                  </a:lnTo>
                  <a:lnTo>
                    <a:pt x="87563" y="399661"/>
                  </a:lnTo>
                  <a:lnTo>
                    <a:pt x="87767" y="394787"/>
                  </a:lnTo>
                  <a:lnTo>
                    <a:pt x="87973" y="389913"/>
                  </a:lnTo>
                  <a:lnTo>
                    <a:pt x="88170" y="385039"/>
                  </a:lnTo>
                  <a:lnTo>
                    <a:pt x="88343" y="380165"/>
                  </a:lnTo>
                  <a:lnTo>
                    <a:pt x="88474" y="375291"/>
                  </a:lnTo>
                  <a:lnTo>
                    <a:pt x="88542" y="370417"/>
                  </a:lnTo>
                  <a:lnTo>
                    <a:pt x="88518" y="365543"/>
                  </a:lnTo>
                  <a:lnTo>
                    <a:pt x="88374" y="360669"/>
                  </a:lnTo>
                  <a:lnTo>
                    <a:pt x="88081" y="355795"/>
                  </a:lnTo>
                  <a:lnTo>
                    <a:pt x="87614" y="350921"/>
                  </a:lnTo>
                  <a:lnTo>
                    <a:pt x="86954" y="346048"/>
                  </a:lnTo>
                  <a:lnTo>
                    <a:pt x="86096" y="341174"/>
                  </a:lnTo>
                  <a:lnTo>
                    <a:pt x="85050" y="336300"/>
                  </a:lnTo>
                  <a:lnTo>
                    <a:pt x="83845" y="331426"/>
                  </a:lnTo>
                  <a:lnTo>
                    <a:pt x="82530" y="326552"/>
                  </a:lnTo>
                  <a:lnTo>
                    <a:pt x="81173" y="321678"/>
                  </a:lnTo>
                  <a:lnTo>
                    <a:pt x="79853" y="316804"/>
                  </a:lnTo>
                  <a:lnTo>
                    <a:pt x="78662" y="311930"/>
                  </a:lnTo>
                  <a:lnTo>
                    <a:pt x="77690" y="307056"/>
                  </a:lnTo>
                  <a:lnTo>
                    <a:pt x="77019" y="302182"/>
                  </a:lnTo>
                  <a:lnTo>
                    <a:pt x="76713" y="297308"/>
                  </a:lnTo>
                  <a:lnTo>
                    <a:pt x="76813" y="292435"/>
                  </a:lnTo>
                  <a:lnTo>
                    <a:pt x="77333" y="287561"/>
                  </a:lnTo>
                  <a:lnTo>
                    <a:pt x="78254" y="282687"/>
                  </a:lnTo>
                  <a:lnTo>
                    <a:pt x="79531" y="277813"/>
                  </a:lnTo>
                  <a:lnTo>
                    <a:pt x="81096" y="272939"/>
                  </a:lnTo>
                  <a:lnTo>
                    <a:pt x="82864" y="268065"/>
                  </a:lnTo>
                  <a:lnTo>
                    <a:pt x="84745" y="263191"/>
                  </a:lnTo>
                  <a:lnTo>
                    <a:pt x="86650" y="258317"/>
                  </a:lnTo>
                  <a:lnTo>
                    <a:pt x="88499" y="253443"/>
                  </a:lnTo>
                  <a:lnTo>
                    <a:pt x="90227" y="248569"/>
                  </a:lnTo>
                  <a:lnTo>
                    <a:pt x="91786" y="243695"/>
                  </a:lnTo>
                  <a:lnTo>
                    <a:pt x="93148" y="238822"/>
                  </a:lnTo>
                  <a:lnTo>
                    <a:pt x="94301" y="233948"/>
                  </a:lnTo>
                  <a:lnTo>
                    <a:pt x="95249" y="229074"/>
                  </a:lnTo>
                  <a:lnTo>
                    <a:pt x="96006" y="224200"/>
                  </a:lnTo>
                  <a:lnTo>
                    <a:pt x="96593" y="219326"/>
                  </a:lnTo>
                  <a:lnTo>
                    <a:pt x="97038" y="214452"/>
                  </a:lnTo>
                  <a:lnTo>
                    <a:pt x="97365" y="209578"/>
                  </a:lnTo>
                  <a:lnTo>
                    <a:pt x="97599" y="204704"/>
                  </a:lnTo>
                  <a:lnTo>
                    <a:pt x="97762" y="199830"/>
                  </a:lnTo>
                  <a:lnTo>
                    <a:pt x="97874" y="194956"/>
                  </a:lnTo>
                  <a:lnTo>
                    <a:pt x="97948" y="190082"/>
                  </a:lnTo>
                  <a:lnTo>
                    <a:pt x="97996" y="185209"/>
                  </a:lnTo>
                  <a:lnTo>
                    <a:pt x="98026" y="180335"/>
                  </a:lnTo>
                  <a:lnTo>
                    <a:pt x="98044" y="175461"/>
                  </a:lnTo>
                  <a:lnTo>
                    <a:pt x="98055" y="170587"/>
                  </a:lnTo>
                  <a:lnTo>
                    <a:pt x="98062" y="165713"/>
                  </a:lnTo>
                  <a:lnTo>
                    <a:pt x="98066" y="160839"/>
                  </a:lnTo>
                  <a:lnTo>
                    <a:pt x="98068" y="155965"/>
                  </a:lnTo>
                  <a:lnTo>
                    <a:pt x="98069" y="151091"/>
                  </a:lnTo>
                  <a:lnTo>
                    <a:pt x="98070"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0" y="141343"/>
                  </a:lnTo>
                  <a:lnTo>
                    <a:pt x="98071" y="146217"/>
                  </a:lnTo>
                  <a:lnTo>
                    <a:pt x="98071" y="151091"/>
                  </a:lnTo>
                  <a:lnTo>
                    <a:pt x="98073" y="155965"/>
                  </a:lnTo>
                  <a:lnTo>
                    <a:pt x="98075" y="160839"/>
                  </a:lnTo>
                  <a:lnTo>
                    <a:pt x="98078" y="165713"/>
                  </a:lnTo>
                  <a:lnTo>
                    <a:pt x="98085" y="170587"/>
                  </a:lnTo>
                  <a:lnTo>
                    <a:pt x="98096" y="175461"/>
                  </a:lnTo>
                  <a:lnTo>
                    <a:pt x="98115" y="180335"/>
                  </a:lnTo>
                  <a:lnTo>
                    <a:pt x="98145" y="185209"/>
                  </a:lnTo>
                  <a:lnTo>
                    <a:pt x="98193" y="190082"/>
                  </a:lnTo>
                  <a:lnTo>
                    <a:pt x="98267" y="194956"/>
                  </a:lnTo>
                  <a:lnTo>
                    <a:pt x="98378" y="199830"/>
                  </a:lnTo>
                  <a:lnTo>
                    <a:pt x="98541" y="204704"/>
                  </a:lnTo>
                  <a:lnTo>
                    <a:pt x="98776" y="209578"/>
                  </a:lnTo>
                  <a:lnTo>
                    <a:pt x="99103" y="214452"/>
                  </a:lnTo>
                  <a:lnTo>
                    <a:pt x="99547" y="219326"/>
                  </a:lnTo>
                  <a:lnTo>
                    <a:pt x="100135" y="224200"/>
                  </a:lnTo>
                  <a:lnTo>
                    <a:pt x="100892" y="229074"/>
                  </a:lnTo>
                  <a:lnTo>
                    <a:pt x="101839" y="233948"/>
                  </a:lnTo>
                  <a:lnTo>
                    <a:pt x="102992" y="238822"/>
                  </a:lnTo>
                  <a:lnTo>
                    <a:pt x="104354" y="243695"/>
                  </a:lnTo>
                  <a:lnTo>
                    <a:pt x="105913" y="248569"/>
                  </a:lnTo>
                  <a:lnTo>
                    <a:pt x="107641" y="253443"/>
                  </a:lnTo>
                  <a:lnTo>
                    <a:pt x="109490" y="258317"/>
                  </a:lnTo>
                  <a:lnTo>
                    <a:pt x="111395" y="263191"/>
                  </a:lnTo>
                  <a:lnTo>
                    <a:pt x="113277" y="268065"/>
                  </a:lnTo>
                  <a:lnTo>
                    <a:pt x="115045" y="272939"/>
                  </a:lnTo>
                  <a:lnTo>
                    <a:pt x="116609" y="277813"/>
                  </a:lnTo>
                  <a:lnTo>
                    <a:pt x="117886" y="282687"/>
                  </a:lnTo>
                  <a:lnTo>
                    <a:pt x="118807" y="287561"/>
                  </a:lnTo>
                  <a:lnTo>
                    <a:pt x="119327" y="292435"/>
                  </a:lnTo>
                  <a:lnTo>
                    <a:pt x="119428" y="297308"/>
                  </a:lnTo>
                  <a:lnTo>
                    <a:pt x="119122" y="302182"/>
                  </a:lnTo>
                  <a:lnTo>
                    <a:pt x="118450" y="307056"/>
                  </a:lnTo>
                  <a:lnTo>
                    <a:pt x="117478" y="311930"/>
                  </a:lnTo>
                  <a:lnTo>
                    <a:pt x="116287" y="316804"/>
                  </a:lnTo>
                  <a:lnTo>
                    <a:pt x="114968" y="321678"/>
                  </a:lnTo>
                  <a:lnTo>
                    <a:pt x="113610" y="326552"/>
                  </a:lnTo>
                  <a:lnTo>
                    <a:pt x="112295" y="331426"/>
                  </a:lnTo>
                  <a:lnTo>
                    <a:pt x="111091" y="336300"/>
                  </a:lnTo>
                  <a:lnTo>
                    <a:pt x="110045" y="341174"/>
                  </a:lnTo>
                  <a:lnTo>
                    <a:pt x="109186" y="346048"/>
                  </a:lnTo>
                  <a:lnTo>
                    <a:pt x="108526" y="350921"/>
                  </a:lnTo>
                  <a:lnTo>
                    <a:pt x="108059" y="355795"/>
                  </a:lnTo>
                  <a:lnTo>
                    <a:pt x="107766" y="360669"/>
                  </a:lnTo>
                  <a:lnTo>
                    <a:pt x="107622" y="365543"/>
                  </a:lnTo>
                  <a:lnTo>
                    <a:pt x="107599" y="370417"/>
                  </a:lnTo>
                  <a:lnTo>
                    <a:pt x="107666" y="375291"/>
                  </a:lnTo>
                  <a:lnTo>
                    <a:pt x="107797" y="380165"/>
                  </a:lnTo>
                  <a:lnTo>
                    <a:pt x="107970" y="385039"/>
                  </a:lnTo>
                  <a:lnTo>
                    <a:pt x="108167" y="389913"/>
                  </a:lnTo>
                  <a:lnTo>
                    <a:pt x="108373" y="394787"/>
                  </a:lnTo>
                  <a:lnTo>
                    <a:pt x="108577" y="399661"/>
                  </a:lnTo>
                  <a:lnTo>
                    <a:pt x="108769" y="404534"/>
                  </a:lnTo>
                  <a:lnTo>
                    <a:pt x="108938" y="409408"/>
                  </a:lnTo>
                  <a:lnTo>
                    <a:pt x="109070" y="414282"/>
                  </a:lnTo>
                  <a:lnTo>
                    <a:pt x="109153" y="419156"/>
                  </a:lnTo>
                  <a:lnTo>
                    <a:pt x="109171" y="424030"/>
                  </a:lnTo>
                  <a:lnTo>
                    <a:pt x="109107" y="428904"/>
                  </a:lnTo>
                  <a:lnTo>
                    <a:pt x="108949" y="433778"/>
                  </a:lnTo>
                  <a:lnTo>
                    <a:pt x="108687" y="438652"/>
                  </a:lnTo>
                  <a:lnTo>
                    <a:pt x="108318" y="443526"/>
                  </a:lnTo>
                  <a:lnTo>
                    <a:pt x="107847" y="448400"/>
                  </a:lnTo>
                  <a:lnTo>
                    <a:pt x="107288" y="453274"/>
                  </a:lnTo>
                  <a:lnTo>
                    <a:pt x="106665" y="458147"/>
                  </a:lnTo>
                  <a:lnTo>
                    <a:pt x="106009" y="463021"/>
                  </a:lnTo>
                  <a:lnTo>
                    <a:pt x="105360" y="467895"/>
                  </a:lnTo>
                  <a:lnTo>
                    <a:pt x="104763" y="472769"/>
                  </a:lnTo>
                  <a:lnTo>
                    <a:pt x="104267" y="477643"/>
                  </a:lnTo>
                  <a:lnTo>
                    <a:pt x="103928" y="482517"/>
                  </a:lnTo>
                  <a:lnTo>
                    <a:pt x="103806" y="487391"/>
                  </a:lnTo>
                  <a:lnTo>
                    <a:pt x="103965" y="492265"/>
                  </a:lnTo>
                  <a:lnTo>
                    <a:pt x="104480" y="497139"/>
                  </a:lnTo>
                  <a:lnTo>
                    <a:pt x="105432" y="502013"/>
                  </a:lnTo>
                  <a:lnTo>
                    <a:pt x="106914" y="506887"/>
                  </a:lnTo>
                  <a:lnTo>
                    <a:pt x="109024" y="511760"/>
                  </a:lnTo>
                  <a:lnTo>
                    <a:pt x="111865" y="516634"/>
                  </a:lnTo>
                  <a:lnTo>
                    <a:pt x="115533" y="521508"/>
                  </a:lnTo>
                  <a:lnTo>
                    <a:pt x="120104" y="526382"/>
                  </a:lnTo>
                  <a:lnTo>
                    <a:pt x="125622" y="531256"/>
                  </a:lnTo>
                  <a:lnTo>
                    <a:pt x="132077" y="536130"/>
                  </a:lnTo>
                  <a:lnTo>
                    <a:pt x="139391" y="541004"/>
                  </a:lnTo>
                  <a:lnTo>
                    <a:pt x="147407" y="545878"/>
                  </a:lnTo>
                  <a:lnTo>
                    <a:pt x="155880" y="550752"/>
                  </a:lnTo>
                  <a:lnTo>
                    <a:pt x="164482" y="555626"/>
                  </a:lnTo>
                  <a:lnTo>
                    <a:pt x="172820" y="560500"/>
                  </a:lnTo>
                  <a:lnTo>
                    <a:pt x="180462" y="565373"/>
                  </a:lnTo>
                  <a:lnTo>
                    <a:pt x="186971" y="570247"/>
                  </a:lnTo>
                  <a:lnTo>
                    <a:pt x="191949" y="575121"/>
                  </a:lnTo>
                  <a:lnTo>
                    <a:pt x="195074"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1712" name="03_assume_matched_1711">
              <a:extLst>
                <a:ext uri="{FF2B5EF4-FFF2-40B4-BE49-F238E27FC236}">
                  <a16:creationId xmlns:a16="http://schemas.microsoft.com/office/drawing/2014/main" id="{DF5EB224-BEAC-41C7-9256-110C72ED99B0}"/>
                </a:ext>
              </a:extLst>
            </p:cNvPr>
            <p:cNvSpPr>
              <a:spLocks/>
            </p:cNvSpPr>
            <p:nvPr/>
          </p:nvSpPr>
          <p:spPr>
            <a:xfrm>
              <a:off x="4520337" y="3708285"/>
              <a:ext cx="196140" cy="584869"/>
            </a:xfrm>
            <a:custGeom>
              <a:avLst/>
              <a:gdLst/>
              <a:ahLst/>
              <a:cxnLst/>
              <a:rect l="0" t="0" r="0" b="0"/>
              <a:pathLst>
                <a:path w="196140" h="584869">
                  <a:moveTo>
                    <a:pt x="186270" y="584869"/>
                  </a:moveTo>
                  <a:lnTo>
                    <a:pt x="9870" y="584869"/>
                  </a:lnTo>
                  <a:lnTo>
                    <a:pt x="10828" y="579995"/>
                  </a:lnTo>
                  <a:lnTo>
                    <a:pt x="13638" y="575121"/>
                  </a:lnTo>
                  <a:lnTo>
                    <a:pt x="18111" y="570247"/>
                  </a:lnTo>
                  <a:lnTo>
                    <a:pt x="23958" y="565373"/>
                  </a:lnTo>
                  <a:lnTo>
                    <a:pt x="30816" y="560500"/>
                  </a:lnTo>
                  <a:lnTo>
                    <a:pt x="38292" y="555626"/>
                  </a:lnTo>
                  <a:lnTo>
                    <a:pt x="45997" y="550752"/>
                  </a:lnTo>
                  <a:lnTo>
                    <a:pt x="53576" y="545878"/>
                  </a:lnTo>
                  <a:lnTo>
                    <a:pt x="60737" y="541004"/>
                  </a:lnTo>
                  <a:lnTo>
                    <a:pt x="67262" y="536130"/>
                  </a:lnTo>
                  <a:lnTo>
                    <a:pt x="73013" y="531256"/>
                  </a:lnTo>
                  <a:lnTo>
                    <a:pt x="77923" y="526382"/>
                  </a:lnTo>
                  <a:lnTo>
                    <a:pt x="81987" y="521508"/>
                  </a:lnTo>
                  <a:lnTo>
                    <a:pt x="85245" y="516634"/>
                  </a:lnTo>
                  <a:lnTo>
                    <a:pt x="87767" y="511760"/>
                  </a:lnTo>
                  <a:lnTo>
                    <a:pt x="89639" y="506887"/>
                  </a:lnTo>
                  <a:lnTo>
                    <a:pt x="90949" y="502013"/>
                  </a:lnTo>
                  <a:lnTo>
                    <a:pt x="91782" y="497139"/>
                  </a:lnTo>
                  <a:lnTo>
                    <a:pt x="92214" y="492265"/>
                  </a:lnTo>
                  <a:lnTo>
                    <a:pt x="92315" y="487391"/>
                  </a:lnTo>
                  <a:lnTo>
                    <a:pt x="92145" y="482517"/>
                  </a:lnTo>
                  <a:lnTo>
                    <a:pt x="91757" y="477643"/>
                  </a:lnTo>
                  <a:lnTo>
                    <a:pt x="91202" y="472769"/>
                  </a:lnTo>
                  <a:lnTo>
                    <a:pt x="90529" y="467895"/>
                  </a:lnTo>
                  <a:lnTo>
                    <a:pt x="89783" y="463021"/>
                  </a:lnTo>
                  <a:lnTo>
                    <a:pt x="89009" y="458147"/>
                  </a:lnTo>
                  <a:lnTo>
                    <a:pt x="88248" y="453274"/>
                  </a:lnTo>
                  <a:lnTo>
                    <a:pt x="87537" y="448400"/>
                  </a:lnTo>
                  <a:lnTo>
                    <a:pt x="86905" y="443526"/>
                  </a:lnTo>
                  <a:lnTo>
                    <a:pt x="86377" y="438652"/>
                  </a:lnTo>
                  <a:lnTo>
                    <a:pt x="85968" y="433778"/>
                  </a:lnTo>
                  <a:lnTo>
                    <a:pt x="85688" y="428904"/>
                  </a:lnTo>
                  <a:lnTo>
                    <a:pt x="85540" y="424030"/>
                  </a:lnTo>
                  <a:lnTo>
                    <a:pt x="85523" y="419156"/>
                  </a:lnTo>
                  <a:lnTo>
                    <a:pt x="85633" y="414282"/>
                  </a:lnTo>
                  <a:lnTo>
                    <a:pt x="85863" y="409408"/>
                  </a:lnTo>
                  <a:lnTo>
                    <a:pt x="86207" y="404534"/>
                  </a:lnTo>
                  <a:lnTo>
                    <a:pt x="86655" y="399661"/>
                  </a:lnTo>
                  <a:lnTo>
                    <a:pt x="87197" y="394787"/>
                  </a:lnTo>
                  <a:lnTo>
                    <a:pt x="87819" y="389913"/>
                  </a:lnTo>
                  <a:lnTo>
                    <a:pt x="88503" y="385039"/>
                  </a:lnTo>
                  <a:lnTo>
                    <a:pt x="89225" y="380165"/>
                  </a:lnTo>
                  <a:lnTo>
                    <a:pt x="89958" y="375291"/>
                  </a:lnTo>
                  <a:lnTo>
                    <a:pt x="90669" y="370417"/>
                  </a:lnTo>
                  <a:lnTo>
                    <a:pt x="91322" y="365543"/>
                  </a:lnTo>
                  <a:lnTo>
                    <a:pt x="91882" y="360669"/>
                  </a:lnTo>
                  <a:lnTo>
                    <a:pt x="92315" y="355795"/>
                  </a:lnTo>
                  <a:lnTo>
                    <a:pt x="92592" y="350921"/>
                  </a:lnTo>
                  <a:lnTo>
                    <a:pt x="92693" y="346048"/>
                  </a:lnTo>
                  <a:lnTo>
                    <a:pt x="92610" y="341174"/>
                  </a:lnTo>
                  <a:lnTo>
                    <a:pt x="92347" y="336300"/>
                  </a:lnTo>
                  <a:lnTo>
                    <a:pt x="91921" y="331426"/>
                  </a:lnTo>
                  <a:lnTo>
                    <a:pt x="91364" y="326552"/>
                  </a:lnTo>
                  <a:lnTo>
                    <a:pt x="90720" y="321678"/>
                  </a:lnTo>
                  <a:lnTo>
                    <a:pt x="90038" y="316804"/>
                  </a:lnTo>
                  <a:lnTo>
                    <a:pt x="89378" y="311930"/>
                  </a:lnTo>
                  <a:lnTo>
                    <a:pt x="88796" y="307056"/>
                  </a:lnTo>
                  <a:lnTo>
                    <a:pt x="88342" y="302182"/>
                  </a:lnTo>
                  <a:lnTo>
                    <a:pt x="88061" y="297308"/>
                  </a:lnTo>
                  <a:lnTo>
                    <a:pt x="87979" y="292435"/>
                  </a:lnTo>
                  <a:lnTo>
                    <a:pt x="88109" y="287561"/>
                  </a:lnTo>
                  <a:lnTo>
                    <a:pt x="88445" y="282687"/>
                  </a:lnTo>
                  <a:lnTo>
                    <a:pt x="88967" y="277813"/>
                  </a:lnTo>
                  <a:lnTo>
                    <a:pt x="89639" y="272939"/>
                  </a:lnTo>
                  <a:lnTo>
                    <a:pt x="90418" y="268065"/>
                  </a:lnTo>
                  <a:lnTo>
                    <a:pt x="91254" y="263191"/>
                  </a:lnTo>
                  <a:lnTo>
                    <a:pt x="92098" y="258317"/>
                  </a:lnTo>
                  <a:lnTo>
                    <a:pt x="92905" y="253443"/>
                  </a:lnTo>
                  <a:lnTo>
                    <a:pt x="93638" y="248569"/>
                  </a:lnTo>
                  <a:lnTo>
                    <a:pt x="94268" y="243695"/>
                  </a:lnTo>
                  <a:lnTo>
                    <a:pt x="94778" y="238822"/>
                  </a:lnTo>
                  <a:lnTo>
                    <a:pt x="95162" y="233948"/>
                  </a:lnTo>
                  <a:lnTo>
                    <a:pt x="95421" y="229074"/>
                  </a:lnTo>
                  <a:lnTo>
                    <a:pt x="95567" y="224200"/>
                  </a:lnTo>
                  <a:lnTo>
                    <a:pt x="95616" y="219326"/>
                  </a:lnTo>
                  <a:lnTo>
                    <a:pt x="95588" y="214452"/>
                  </a:lnTo>
                  <a:lnTo>
                    <a:pt x="95506" y="209578"/>
                  </a:lnTo>
                  <a:lnTo>
                    <a:pt x="95393" y="204704"/>
                  </a:lnTo>
                  <a:lnTo>
                    <a:pt x="95269" y="199830"/>
                  </a:lnTo>
                  <a:lnTo>
                    <a:pt x="95155" y="194956"/>
                  </a:lnTo>
                  <a:lnTo>
                    <a:pt x="95066" y="190082"/>
                  </a:lnTo>
                  <a:lnTo>
                    <a:pt x="95015" y="185209"/>
                  </a:lnTo>
                  <a:lnTo>
                    <a:pt x="95010" y="180335"/>
                  </a:lnTo>
                  <a:lnTo>
                    <a:pt x="95054" y="175461"/>
                  </a:lnTo>
                  <a:lnTo>
                    <a:pt x="95149" y="170587"/>
                  </a:lnTo>
                  <a:lnTo>
                    <a:pt x="95289" y="165713"/>
                  </a:lnTo>
                  <a:lnTo>
                    <a:pt x="95469" y="160839"/>
                  </a:lnTo>
                  <a:lnTo>
                    <a:pt x="95678" y="155965"/>
                  </a:lnTo>
                  <a:lnTo>
                    <a:pt x="95904" y="151091"/>
                  </a:lnTo>
                  <a:lnTo>
                    <a:pt x="96136" y="146217"/>
                  </a:lnTo>
                  <a:lnTo>
                    <a:pt x="96360" y="141343"/>
                  </a:lnTo>
                  <a:lnTo>
                    <a:pt x="96562" y="136469"/>
                  </a:lnTo>
                  <a:lnTo>
                    <a:pt x="96729" y="131596"/>
                  </a:lnTo>
                  <a:lnTo>
                    <a:pt x="96848" y="126722"/>
                  </a:lnTo>
                  <a:lnTo>
                    <a:pt x="96905" y="121848"/>
                  </a:lnTo>
                  <a:lnTo>
                    <a:pt x="96883" y="116974"/>
                  </a:lnTo>
                  <a:lnTo>
                    <a:pt x="96767" y="112100"/>
                  </a:lnTo>
                  <a:lnTo>
                    <a:pt x="96533" y="107226"/>
                  </a:lnTo>
                  <a:lnTo>
                    <a:pt x="96152" y="102352"/>
                  </a:lnTo>
                  <a:lnTo>
                    <a:pt x="95589" y="97478"/>
                  </a:lnTo>
                  <a:lnTo>
                    <a:pt x="94794" y="92604"/>
                  </a:lnTo>
                  <a:lnTo>
                    <a:pt x="93707" y="87730"/>
                  </a:lnTo>
                  <a:lnTo>
                    <a:pt x="92252" y="82856"/>
                  </a:lnTo>
                  <a:lnTo>
                    <a:pt x="90340" y="77983"/>
                  </a:lnTo>
                  <a:lnTo>
                    <a:pt x="87870" y="73109"/>
                  </a:lnTo>
                  <a:lnTo>
                    <a:pt x="84737" y="68235"/>
                  </a:lnTo>
                  <a:lnTo>
                    <a:pt x="80839" y="63361"/>
                  </a:lnTo>
                  <a:lnTo>
                    <a:pt x="76094" y="58487"/>
                  </a:lnTo>
                  <a:lnTo>
                    <a:pt x="70452" y="53613"/>
                  </a:lnTo>
                  <a:lnTo>
                    <a:pt x="63916" y="48739"/>
                  </a:lnTo>
                  <a:lnTo>
                    <a:pt x="56557" y="43865"/>
                  </a:lnTo>
                  <a:lnTo>
                    <a:pt x="48526" y="38991"/>
                  </a:lnTo>
                  <a:lnTo>
                    <a:pt x="40063" y="34117"/>
                  </a:lnTo>
                  <a:lnTo>
                    <a:pt x="31486" y="29243"/>
                  </a:lnTo>
                  <a:lnTo>
                    <a:pt x="23184" y="24370"/>
                  </a:lnTo>
                  <a:lnTo>
                    <a:pt x="15582" y="19496"/>
                  </a:lnTo>
                  <a:lnTo>
                    <a:pt x="9111" y="14622"/>
                  </a:lnTo>
                  <a:lnTo>
                    <a:pt x="4164" y="9748"/>
                  </a:lnTo>
                  <a:lnTo>
                    <a:pt x="1059" y="4874"/>
                  </a:lnTo>
                  <a:lnTo>
                    <a:pt x="0" y="0"/>
                  </a:lnTo>
                  <a:lnTo>
                    <a:pt x="196140" y="0"/>
                  </a:lnTo>
                  <a:lnTo>
                    <a:pt x="196140" y="0"/>
                  </a:lnTo>
                  <a:lnTo>
                    <a:pt x="195081" y="4874"/>
                  </a:lnTo>
                  <a:lnTo>
                    <a:pt x="191976" y="9748"/>
                  </a:lnTo>
                  <a:lnTo>
                    <a:pt x="187030" y="14622"/>
                  </a:lnTo>
                  <a:lnTo>
                    <a:pt x="180558" y="19496"/>
                  </a:lnTo>
                  <a:lnTo>
                    <a:pt x="172957" y="24370"/>
                  </a:lnTo>
                  <a:lnTo>
                    <a:pt x="164654" y="29243"/>
                  </a:lnTo>
                  <a:lnTo>
                    <a:pt x="156078" y="34117"/>
                  </a:lnTo>
                  <a:lnTo>
                    <a:pt x="147614" y="38991"/>
                  </a:lnTo>
                  <a:lnTo>
                    <a:pt x="139584" y="43865"/>
                  </a:lnTo>
                  <a:lnTo>
                    <a:pt x="132224" y="48739"/>
                  </a:lnTo>
                  <a:lnTo>
                    <a:pt x="125688" y="53613"/>
                  </a:lnTo>
                  <a:lnTo>
                    <a:pt x="120046" y="58487"/>
                  </a:lnTo>
                  <a:lnTo>
                    <a:pt x="115301" y="63361"/>
                  </a:lnTo>
                  <a:lnTo>
                    <a:pt x="111404" y="68235"/>
                  </a:lnTo>
                  <a:lnTo>
                    <a:pt x="108270" y="73109"/>
                  </a:lnTo>
                  <a:lnTo>
                    <a:pt x="105801" y="77983"/>
                  </a:lnTo>
                  <a:lnTo>
                    <a:pt x="103888" y="82856"/>
                  </a:lnTo>
                  <a:lnTo>
                    <a:pt x="102434" y="87730"/>
                  </a:lnTo>
                  <a:lnTo>
                    <a:pt x="101346" y="92604"/>
                  </a:lnTo>
                  <a:lnTo>
                    <a:pt x="100552" y="97478"/>
                  </a:lnTo>
                  <a:lnTo>
                    <a:pt x="99988" y="102352"/>
                  </a:lnTo>
                  <a:lnTo>
                    <a:pt x="99608" y="107226"/>
                  </a:lnTo>
                  <a:lnTo>
                    <a:pt x="99373" y="112100"/>
                  </a:lnTo>
                  <a:lnTo>
                    <a:pt x="99257" y="116974"/>
                  </a:lnTo>
                  <a:lnTo>
                    <a:pt x="99236" y="121848"/>
                  </a:lnTo>
                  <a:lnTo>
                    <a:pt x="99292" y="126722"/>
                  </a:lnTo>
                  <a:lnTo>
                    <a:pt x="99411" y="131596"/>
                  </a:lnTo>
                  <a:lnTo>
                    <a:pt x="99579" y="136469"/>
                  </a:lnTo>
                  <a:lnTo>
                    <a:pt x="99781" y="141343"/>
                  </a:lnTo>
                  <a:lnTo>
                    <a:pt x="100004" y="146217"/>
                  </a:lnTo>
                  <a:lnTo>
                    <a:pt x="100236" y="151091"/>
                  </a:lnTo>
                  <a:lnTo>
                    <a:pt x="100463" y="155965"/>
                  </a:lnTo>
                  <a:lnTo>
                    <a:pt x="100671" y="160839"/>
                  </a:lnTo>
                  <a:lnTo>
                    <a:pt x="100851" y="165713"/>
                  </a:lnTo>
                  <a:lnTo>
                    <a:pt x="100991" y="170587"/>
                  </a:lnTo>
                  <a:lnTo>
                    <a:pt x="101086" y="175461"/>
                  </a:lnTo>
                  <a:lnTo>
                    <a:pt x="101131" y="180335"/>
                  </a:lnTo>
                  <a:lnTo>
                    <a:pt x="101125" y="185209"/>
                  </a:lnTo>
                  <a:lnTo>
                    <a:pt x="101074" y="190082"/>
                  </a:lnTo>
                  <a:lnTo>
                    <a:pt x="100985" y="194956"/>
                  </a:lnTo>
                  <a:lnTo>
                    <a:pt x="100871" y="199830"/>
                  </a:lnTo>
                  <a:lnTo>
                    <a:pt x="100748" y="204704"/>
                  </a:lnTo>
                  <a:lnTo>
                    <a:pt x="100634" y="209578"/>
                  </a:lnTo>
                  <a:lnTo>
                    <a:pt x="100552" y="214452"/>
                  </a:lnTo>
                  <a:lnTo>
                    <a:pt x="100524" y="219326"/>
                  </a:lnTo>
                  <a:lnTo>
                    <a:pt x="100573" y="224200"/>
                  </a:lnTo>
                  <a:lnTo>
                    <a:pt x="100719" y="229074"/>
                  </a:lnTo>
                  <a:lnTo>
                    <a:pt x="100978" y="233948"/>
                  </a:lnTo>
                  <a:lnTo>
                    <a:pt x="101362" y="238822"/>
                  </a:lnTo>
                  <a:lnTo>
                    <a:pt x="101872" y="243695"/>
                  </a:lnTo>
                  <a:lnTo>
                    <a:pt x="102502" y="248569"/>
                  </a:lnTo>
                  <a:lnTo>
                    <a:pt x="103235" y="253443"/>
                  </a:lnTo>
                  <a:lnTo>
                    <a:pt x="104042" y="258317"/>
                  </a:lnTo>
                  <a:lnTo>
                    <a:pt x="104886" y="263191"/>
                  </a:lnTo>
                  <a:lnTo>
                    <a:pt x="105722" y="268065"/>
                  </a:lnTo>
                  <a:lnTo>
                    <a:pt x="106501" y="272939"/>
                  </a:lnTo>
                  <a:lnTo>
                    <a:pt x="107173" y="277813"/>
                  </a:lnTo>
                  <a:lnTo>
                    <a:pt x="107695" y="282687"/>
                  </a:lnTo>
                  <a:lnTo>
                    <a:pt x="108031" y="287561"/>
                  </a:lnTo>
                  <a:lnTo>
                    <a:pt x="108161" y="292435"/>
                  </a:lnTo>
                  <a:lnTo>
                    <a:pt x="108079" y="297308"/>
                  </a:lnTo>
                  <a:lnTo>
                    <a:pt x="107798" y="302182"/>
                  </a:lnTo>
                  <a:lnTo>
                    <a:pt x="107345" y="307056"/>
                  </a:lnTo>
                  <a:lnTo>
                    <a:pt x="106762" y="311930"/>
                  </a:lnTo>
                  <a:lnTo>
                    <a:pt x="106102" y="316804"/>
                  </a:lnTo>
                  <a:lnTo>
                    <a:pt x="105421" y="321678"/>
                  </a:lnTo>
                  <a:lnTo>
                    <a:pt x="104776" y="326552"/>
                  </a:lnTo>
                  <a:lnTo>
                    <a:pt x="104219" y="331426"/>
                  </a:lnTo>
                  <a:lnTo>
                    <a:pt x="103793" y="336300"/>
                  </a:lnTo>
                  <a:lnTo>
                    <a:pt x="103530" y="341174"/>
                  </a:lnTo>
                  <a:lnTo>
                    <a:pt x="103447" y="346048"/>
                  </a:lnTo>
                  <a:lnTo>
                    <a:pt x="103549" y="350921"/>
                  </a:lnTo>
                  <a:lnTo>
                    <a:pt x="103826" y="355795"/>
                  </a:lnTo>
                  <a:lnTo>
                    <a:pt x="104258" y="360669"/>
                  </a:lnTo>
                  <a:lnTo>
                    <a:pt x="104818" y="365543"/>
                  </a:lnTo>
                  <a:lnTo>
                    <a:pt x="105471" y="370417"/>
                  </a:lnTo>
                  <a:lnTo>
                    <a:pt x="106182" y="375291"/>
                  </a:lnTo>
                  <a:lnTo>
                    <a:pt x="106915" y="380165"/>
                  </a:lnTo>
                  <a:lnTo>
                    <a:pt x="107638" y="385039"/>
                  </a:lnTo>
                  <a:lnTo>
                    <a:pt x="108321" y="389913"/>
                  </a:lnTo>
                  <a:lnTo>
                    <a:pt x="108943" y="394787"/>
                  </a:lnTo>
                  <a:lnTo>
                    <a:pt x="109485" y="399661"/>
                  </a:lnTo>
                  <a:lnTo>
                    <a:pt x="109934" y="404534"/>
                  </a:lnTo>
                  <a:lnTo>
                    <a:pt x="110277" y="409408"/>
                  </a:lnTo>
                  <a:lnTo>
                    <a:pt x="110508" y="414282"/>
                  </a:lnTo>
                  <a:lnTo>
                    <a:pt x="110617" y="419156"/>
                  </a:lnTo>
                  <a:lnTo>
                    <a:pt x="110600" y="424030"/>
                  </a:lnTo>
                  <a:lnTo>
                    <a:pt x="110452" y="428904"/>
                  </a:lnTo>
                  <a:lnTo>
                    <a:pt x="110172" y="433778"/>
                  </a:lnTo>
                  <a:lnTo>
                    <a:pt x="109764" y="438652"/>
                  </a:lnTo>
                  <a:lnTo>
                    <a:pt x="109235" y="443526"/>
                  </a:lnTo>
                  <a:lnTo>
                    <a:pt x="108604" y="448400"/>
                  </a:lnTo>
                  <a:lnTo>
                    <a:pt x="107892" y="453274"/>
                  </a:lnTo>
                  <a:lnTo>
                    <a:pt x="107131" y="458147"/>
                  </a:lnTo>
                  <a:lnTo>
                    <a:pt x="106357" y="463021"/>
                  </a:lnTo>
                  <a:lnTo>
                    <a:pt x="105611" y="467895"/>
                  </a:lnTo>
                  <a:lnTo>
                    <a:pt x="104938" y="472769"/>
                  </a:lnTo>
                  <a:lnTo>
                    <a:pt x="104383" y="477643"/>
                  </a:lnTo>
                  <a:lnTo>
                    <a:pt x="103996" y="482517"/>
                  </a:lnTo>
                  <a:lnTo>
                    <a:pt x="103825" y="487391"/>
                  </a:lnTo>
                  <a:lnTo>
                    <a:pt x="103926" y="492265"/>
                  </a:lnTo>
                  <a:lnTo>
                    <a:pt x="104359" y="497139"/>
                  </a:lnTo>
                  <a:lnTo>
                    <a:pt x="105192" y="502013"/>
                  </a:lnTo>
                  <a:lnTo>
                    <a:pt x="106501" y="506887"/>
                  </a:lnTo>
                  <a:lnTo>
                    <a:pt x="108373" y="511760"/>
                  </a:lnTo>
                  <a:lnTo>
                    <a:pt x="110896" y="516634"/>
                  </a:lnTo>
                  <a:lnTo>
                    <a:pt x="114154" y="521508"/>
                  </a:lnTo>
                  <a:lnTo>
                    <a:pt x="118217" y="526382"/>
                  </a:lnTo>
                  <a:lnTo>
                    <a:pt x="123127" y="531256"/>
                  </a:lnTo>
                  <a:lnTo>
                    <a:pt x="128878" y="536130"/>
                  </a:lnTo>
                  <a:lnTo>
                    <a:pt x="135404" y="541004"/>
                  </a:lnTo>
                  <a:lnTo>
                    <a:pt x="142565" y="545878"/>
                  </a:lnTo>
                  <a:lnTo>
                    <a:pt x="150144" y="550752"/>
                  </a:lnTo>
                  <a:lnTo>
                    <a:pt x="157848" y="555626"/>
                  </a:lnTo>
                  <a:lnTo>
                    <a:pt x="165325" y="560500"/>
                  </a:lnTo>
                  <a:lnTo>
                    <a:pt x="172183" y="565373"/>
                  </a:lnTo>
                  <a:lnTo>
                    <a:pt x="178029" y="570247"/>
                  </a:lnTo>
                  <a:lnTo>
                    <a:pt x="182502" y="575121"/>
                  </a:lnTo>
                  <a:lnTo>
                    <a:pt x="185312" y="579995"/>
                  </a:lnTo>
                  <a:lnTo>
                    <a:pt x="186270" y="584869"/>
                  </a:lnTo>
                  <a:lnTo>
                    <a:pt x="186270" y="584869"/>
                  </a:lnTo>
                  <a:close/>
                </a:path>
              </a:pathLst>
            </a:custGeom>
            <a:solidFill>
              <a:srgbClr val="596BC0">
                <a:alpha val="12000"/>
              </a:srgbClr>
            </a:solidFill>
            <a:ln w="6985">
              <a:solidFill>
                <a:srgbClr val="596BC0">
                  <a:alpha val="12000"/>
                </a:srgbClr>
              </a:solidFill>
              <a:prstDash val="solid"/>
            </a:ln>
          </p:spPr>
        </p:sp>
        <p:sp>
          <p:nvSpPr>
            <p:cNvPr id="1713" name="03_assume_matched_1712">
              <a:extLst>
                <a:ext uri="{FF2B5EF4-FFF2-40B4-BE49-F238E27FC236}">
                  <a16:creationId xmlns:a16="http://schemas.microsoft.com/office/drawing/2014/main" id="{00741124-BDEF-404B-A634-0586D40580BB}"/>
                </a:ext>
              </a:extLst>
            </p:cNvPr>
            <p:cNvSpPr>
              <a:spLocks/>
            </p:cNvSpPr>
            <p:nvPr/>
          </p:nvSpPr>
          <p:spPr>
            <a:xfrm>
              <a:off x="5274723" y="3708285"/>
              <a:ext cx="196140" cy="584869"/>
            </a:xfrm>
            <a:custGeom>
              <a:avLst/>
              <a:gdLst/>
              <a:ahLst/>
              <a:cxnLst/>
              <a:rect l="0" t="0" r="0" b="0"/>
              <a:pathLst>
                <a:path w="196140" h="584869">
                  <a:moveTo>
                    <a:pt x="163019" y="584869"/>
                  </a:moveTo>
                  <a:lnTo>
                    <a:pt x="33121" y="584869"/>
                  </a:lnTo>
                  <a:lnTo>
                    <a:pt x="33820" y="579995"/>
                  </a:lnTo>
                  <a:lnTo>
                    <a:pt x="35869" y="575121"/>
                  </a:lnTo>
                  <a:lnTo>
                    <a:pt x="39130" y="570247"/>
                  </a:lnTo>
                  <a:lnTo>
                    <a:pt x="43390" y="565373"/>
                  </a:lnTo>
                  <a:lnTo>
                    <a:pt x="48387" y="560500"/>
                  </a:lnTo>
                  <a:lnTo>
                    <a:pt x="53830" y="555626"/>
                  </a:lnTo>
                  <a:lnTo>
                    <a:pt x="59436" y="550752"/>
                  </a:lnTo>
                  <a:lnTo>
                    <a:pt x="64944" y="545878"/>
                  </a:lnTo>
                  <a:lnTo>
                    <a:pt x="70139" y="541004"/>
                  </a:lnTo>
                  <a:lnTo>
                    <a:pt x="74863" y="536130"/>
                  </a:lnTo>
                  <a:lnTo>
                    <a:pt x="79010" y="531256"/>
                  </a:lnTo>
                  <a:lnTo>
                    <a:pt x="82530" y="526382"/>
                  </a:lnTo>
                  <a:lnTo>
                    <a:pt x="85419" y="521508"/>
                  </a:lnTo>
                  <a:lnTo>
                    <a:pt x="87703" y="516634"/>
                  </a:lnTo>
                  <a:lnTo>
                    <a:pt x="89433" y="511760"/>
                  </a:lnTo>
                  <a:lnTo>
                    <a:pt x="90671" y="506887"/>
                  </a:lnTo>
                  <a:lnTo>
                    <a:pt x="91481" y="502013"/>
                  </a:lnTo>
                  <a:lnTo>
                    <a:pt x="91927" y="497139"/>
                  </a:lnTo>
                  <a:lnTo>
                    <a:pt x="92070" y="492265"/>
                  </a:lnTo>
                  <a:lnTo>
                    <a:pt x="91962" y="487391"/>
                  </a:lnTo>
                  <a:lnTo>
                    <a:pt x="91652" y="482517"/>
                  </a:lnTo>
                  <a:lnTo>
                    <a:pt x="91186" y="477643"/>
                  </a:lnTo>
                  <a:lnTo>
                    <a:pt x="90604" y="472769"/>
                  </a:lnTo>
                  <a:lnTo>
                    <a:pt x="89944" y="467895"/>
                  </a:lnTo>
                  <a:lnTo>
                    <a:pt x="89241" y="463021"/>
                  </a:lnTo>
                  <a:lnTo>
                    <a:pt x="88528" y="458147"/>
                  </a:lnTo>
                  <a:lnTo>
                    <a:pt x="87832" y="453274"/>
                  </a:lnTo>
                  <a:lnTo>
                    <a:pt x="87176" y="448400"/>
                  </a:lnTo>
                  <a:lnTo>
                    <a:pt x="86578" y="443526"/>
                  </a:lnTo>
                  <a:lnTo>
                    <a:pt x="86051" y="438652"/>
                  </a:lnTo>
                  <a:lnTo>
                    <a:pt x="85605" y="433778"/>
                  </a:lnTo>
                  <a:lnTo>
                    <a:pt x="85246" y="428904"/>
                  </a:lnTo>
                  <a:lnTo>
                    <a:pt x="84980" y="424030"/>
                  </a:lnTo>
                  <a:lnTo>
                    <a:pt x="84812" y="419156"/>
                  </a:lnTo>
                  <a:lnTo>
                    <a:pt x="84748" y="414282"/>
                  </a:lnTo>
                  <a:lnTo>
                    <a:pt x="84795" y="409408"/>
                  </a:lnTo>
                  <a:lnTo>
                    <a:pt x="84961" y="404534"/>
                  </a:lnTo>
                  <a:lnTo>
                    <a:pt x="85251" y="399661"/>
                  </a:lnTo>
                  <a:lnTo>
                    <a:pt x="85668" y="394787"/>
                  </a:lnTo>
                  <a:lnTo>
                    <a:pt x="86207" y="389913"/>
                  </a:lnTo>
                  <a:lnTo>
                    <a:pt x="86857" y="385039"/>
                  </a:lnTo>
                  <a:lnTo>
                    <a:pt x="87598" y="380165"/>
                  </a:lnTo>
                  <a:lnTo>
                    <a:pt x="88400" y="375291"/>
                  </a:lnTo>
                  <a:lnTo>
                    <a:pt x="89227" y="370417"/>
                  </a:lnTo>
                  <a:lnTo>
                    <a:pt x="90036" y="365543"/>
                  </a:lnTo>
                  <a:lnTo>
                    <a:pt x="90782" y="360669"/>
                  </a:lnTo>
                  <a:lnTo>
                    <a:pt x="91425" y="355795"/>
                  </a:lnTo>
                  <a:lnTo>
                    <a:pt x="91928" y="350921"/>
                  </a:lnTo>
                  <a:lnTo>
                    <a:pt x="92262" y="346048"/>
                  </a:lnTo>
                  <a:lnTo>
                    <a:pt x="92415" y="341174"/>
                  </a:lnTo>
                  <a:lnTo>
                    <a:pt x="92383" y="336300"/>
                  </a:lnTo>
                  <a:lnTo>
                    <a:pt x="92182" y="331426"/>
                  </a:lnTo>
                  <a:lnTo>
                    <a:pt x="91837" y="326552"/>
                  </a:lnTo>
                  <a:lnTo>
                    <a:pt x="91389" y="321678"/>
                  </a:lnTo>
                  <a:lnTo>
                    <a:pt x="90885" y="316804"/>
                  </a:lnTo>
                  <a:lnTo>
                    <a:pt x="90378" y="311930"/>
                  </a:lnTo>
                  <a:lnTo>
                    <a:pt x="89923" y="307056"/>
                  </a:lnTo>
                  <a:lnTo>
                    <a:pt x="89567" y="302182"/>
                  </a:lnTo>
                  <a:lnTo>
                    <a:pt x="89350" y="297308"/>
                  </a:lnTo>
                  <a:lnTo>
                    <a:pt x="89302" y="292435"/>
                  </a:lnTo>
                  <a:lnTo>
                    <a:pt x="89434" y="287561"/>
                  </a:lnTo>
                  <a:lnTo>
                    <a:pt x="89746" y="282687"/>
                  </a:lnTo>
                  <a:lnTo>
                    <a:pt x="90222" y="277813"/>
                  </a:lnTo>
                  <a:lnTo>
                    <a:pt x="90835" y="272939"/>
                  </a:lnTo>
                  <a:lnTo>
                    <a:pt x="91549" y="268065"/>
                  </a:lnTo>
                  <a:lnTo>
                    <a:pt x="92325" y="263191"/>
                  </a:lnTo>
                  <a:lnTo>
                    <a:pt x="93122" y="258317"/>
                  </a:lnTo>
                  <a:lnTo>
                    <a:pt x="93906" y="253443"/>
                  </a:lnTo>
                  <a:lnTo>
                    <a:pt x="94644" y="248569"/>
                  </a:lnTo>
                  <a:lnTo>
                    <a:pt x="95316" y="243695"/>
                  </a:lnTo>
                  <a:lnTo>
                    <a:pt x="95906" y="238822"/>
                  </a:lnTo>
                  <a:lnTo>
                    <a:pt x="96408" y="233948"/>
                  </a:lnTo>
                  <a:lnTo>
                    <a:pt x="96823" y="229074"/>
                  </a:lnTo>
                  <a:lnTo>
                    <a:pt x="97155" y="224200"/>
                  </a:lnTo>
                  <a:lnTo>
                    <a:pt x="97414" y="219326"/>
                  </a:lnTo>
                  <a:lnTo>
                    <a:pt x="97611" y="214452"/>
                  </a:lnTo>
                  <a:lnTo>
                    <a:pt x="97756" y="209578"/>
                  </a:lnTo>
                  <a:lnTo>
                    <a:pt x="97860" y="204704"/>
                  </a:lnTo>
                  <a:lnTo>
                    <a:pt x="97932" y="199830"/>
                  </a:lnTo>
                  <a:lnTo>
                    <a:pt x="97982" y="194956"/>
                  </a:lnTo>
                  <a:lnTo>
                    <a:pt x="98015" y="190082"/>
                  </a:lnTo>
                  <a:lnTo>
                    <a:pt x="98037" y="185209"/>
                  </a:lnTo>
                  <a:lnTo>
                    <a:pt x="98050" y="180335"/>
                  </a:lnTo>
                  <a:lnTo>
                    <a:pt x="98058" y="175461"/>
                  </a:lnTo>
                  <a:lnTo>
                    <a:pt x="98063" y="170587"/>
                  </a:lnTo>
                  <a:lnTo>
                    <a:pt x="98066" y="165713"/>
                  </a:lnTo>
                  <a:lnTo>
                    <a:pt x="98068" y="160839"/>
                  </a:lnTo>
                  <a:lnTo>
                    <a:pt x="98068" y="155965"/>
                  </a:lnTo>
                  <a:lnTo>
                    <a:pt x="98068" y="151091"/>
                  </a:lnTo>
                  <a:lnTo>
                    <a:pt x="98066" y="146217"/>
                  </a:lnTo>
                  <a:lnTo>
                    <a:pt x="98063" y="141343"/>
                  </a:lnTo>
                  <a:lnTo>
                    <a:pt x="98057" y="136469"/>
                  </a:lnTo>
                  <a:lnTo>
                    <a:pt x="98046" y="131596"/>
                  </a:lnTo>
                  <a:lnTo>
                    <a:pt x="98026" y="126722"/>
                  </a:lnTo>
                  <a:lnTo>
                    <a:pt x="97991" y="121848"/>
                  </a:lnTo>
                  <a:lnTo>
                    <a:pt x="97932" y="116974"/>
                  </a:lnTo>
                  <a:lnTo>
                    <a:pt x="97834" y="112100"/>
                  </a:lnTo>
                  <a:lnTo>
                    <a:pt x="97676" y="107226"/>
                  </a:lnTo>
                  <a:lnTo>
                    <a:pt x="97427" y="102352"/>
                  </a:lnTo>
                  <a:lnTo>
                    <a:pt x="97045" y="97478"/>
                  </a:lnTo>
                  <a:lnTo>
                    <a:pt x="96471" y="92604"/>
                  </a:lnTo>
                  <a:lnTo>
                    <a:pt x="95633" y="87730"/>
                  </a:lnTo>
                  <a:lnTo>
                    <a:pt x="94439" y="82856"/>
                  </a:lnTo>
                  <a:lnTo>
                    <a:pt x="92780" y="77983"/>
                  </a:lnTo>
                  <a:lnTo>
                    <a:pt x="90538" y="73109"/>
                  </a:lnTo>
                  <a:lnTo>
                    <a:pt x="87586" y="68235"/>
                  </a:lnTo>
                  <a:lnTo>
                    <a:pt x="83806" y="63361"/>
                  </a:lnTo>
                  <a:lnTo>
                    <a:pt x="79101" y="58487"/>
                  </a:lnTo>
                  <a:lnTo>
                    <a:pt x="73411" y="53613"/>
                  </a:lnTo>
                  <a:lnTo>
                    <a:pt x="66736" y="48739"/>
                  </a:lnTo>
                  <a:lnTo>
                    <a:pt x="59153" y="43865"/>
                  </a:lnTo>
                  <a:lnTo>
                    <a:pt x="50823" y="38991"/>
                  </a:lnTo>
                  <a:lnTo>
                    <a:pt x="42004" y="34117"/>
                  </a:lnTo>
                  <a:lnTo>
                    <a:pt x="33039" y="29243"/>
                  </a:lnTo>
                  <a:lnTo>
                    <a:pt x="24342" y="24370"/>
                  </a:lnTo>
                  <a:lnTo>
                    <a:pt x="16367" y="19496"/>
                  </a:lnTo>
                  <a:lnTo>
                    <a:pt x="9573" y="14622"/>
                  </a:lnTo>
                  <a:lnTo>
                    <a:pt x="4376" y="9748"/>
                  </a:lnTo>
                  <a:lnTo>
                    <a:pt x="1113" y="4874"/>
                  </a:lnTo>
                  <a:lnTo>
                    <a:pt x="0" y="0"/>
                  </a:lnTo>
                  <a:lnTo>
                    <a:pt x="196140" y="0"/>
                  </a:lnTo>
                  <a:lnTo>
                    <a:pt x="196140" y="0"/>
                  </a:lnTo>
                  <a:lnTo>
                    <a:pt x="195028" y="4874"/>
                  </a:lnTo>
                  <a:lnTo>
                    <a:pt x="191764" y="9748"/>
                  </a:lnTo>
                  <a:lnTo>
                    <a:pt x="186568" y="14622"/>
                  </a:lnTo>
                  <a:lnTo>
                    <a:pt x="179773" y="19496"/>
                  </a:lnTo>
                  <a:lnTo>
                    <a:pt x="171799" y="24370"/>
                  </a:lnTo>
                  <a:lnTo>
                    <a:pt x="163102" y="29243"/>
                  </a:lnTo>
                  <a:lnTo>
                    <a:pt x="154137" y="34117"/>
                  </a:lnTo>
                  <a:lnTo>
                    <a:pt x="145317" y="38991"/>
                  </a:lnTo>
                  <a:lnTo>
                    <a:pt x="136988" y="43865"/>
                  </a:lnTo>
                  <a:lnTo>
                    <a:pt x="129404" y="48739"/>
                  </a:lnTo>
                  <a:lnTo>
                    <a:pt x="122730" y="53613"/>
                  </a:lnTo>
                  <a:lnTo>
                    <a:pt x="117040" y="58487"/>
                  </a:lnTo>
                  <a:lnTo>
                    <a:pt x="112334" y="63361"/>
                  </a:lnTo>
                  <a:lnTo>
                    <a:pt x="108554" y="68235"/>
                  </a:lnTo>
                  <a:lnTo>
                    <a:pt x="105603" y="73109"/>
                  </a:lnTo>
                  <a:lnTo>
                    <a:pt x="103360" y="77983"/>
                  </a:lnTo>
                  <a:lnTo>
                    <a:pt x="101702" y="82856"/>
                  </a:lnTo>
                  <a:lnTo>
                    <a:pt x="100507" y="87730"/>
                  </a:lnTo>
                  <a:lnTo>
                    <a:pt x="99669" y="92604"/>
                  </a:lnTo>
                  <a:lnTo>
                    <a:pt x="99095" y="97478"/>
                  </a:lnTo>
                  <a:lnTo>
                    <a:pt x="98713" y="102352"/>
                  </a:lnTo>
                  <a:lnTo>
                    <a:pt x="98464" y="107226"/>
                  </a:lnTo>
                  <a:lnTo>
                    <a:pt x="98306" y="112100"/>
                  </a:lnTo>
                  <a:lnTo>
                    <a:pt x="98208" y="116974"/>
                  </a:lnTo>
                  <a:lnTo>
                    <a:pt x="98149" y="121848"/>
                  </a:lnTo>
                  <a:lnTo>
                    <a:pt x="98114" y="126722"/>
                  </a:lnTo>
                  <a:lnTo>
                    <a:pt x="98094" y="131596"/>
                  </a:lnTo>
                  <a:lnTo>
                    <a:pt x="98083" y="136469"/>
                  </a:lnTo>
                  <a:lnTo>
                    <a:pt x="98077" y="141343"/>
                  </a:lnTo>
                  <a:lnTo>
                    <a:pt x="98074" y="146217"/>
                  </a:lnTo>
                  <a:lnTo>
                    <a:pt x="98072" y="151091"/>
                  </a:lnTo>
                  <a:lnTo>
                    <a:pt x="98072" y="155965"/>
                  </a:lnTo>
                  <a:lnTo>
                    <a:pt x="98073" y="160839"/>
                  </a:lnTo>
                  <a:lnTo>
                    <a:pt x="98074" y="165713"/>
                  </a:lnTo>
                  <a:lnTo>
                    <a:pt x="98077" y="170587"/>
                  </a:lnTo>
                  <a:lnTo>
                    <a:pt x="98082" y="175461"/>
                  </a:lnTo>
                  <a:lnTo>
                    <a:pt x="98090" y="180335"/>
                  </a:lnTo>
                  <a:lnTo>
                    <a:pt x="98104" y="185209"/>
                  </a:lnTo>
                  <a:lnTo>
                    <a:pt x="98125" y="190082"/>
                  </a:lnTo>
                  <a:lnTo>
                    <a:pt x="98158" y="194956"/>
                  </a:lnTo>
                  <a:lnTo>
                    <a:pt x="98208" y="199830"/>
                  </a:lnTo>
                  <a:lnTo>
                    <a:pt x="98281" y="204704"/>
                  </a:lnTo>
                  <a:lnTo>
                    <a:pt x="98385" y="209578"/>
                  </a:lnTo>
                  <a:lnTo>
                    <a:pt x="98530" y="214452"/>
                  </a:lnTo>
                  <a:lnTo>
                    <a:pt x="98726" y="219326"/>
                  </a:lnTo>
                  <a:lnTo>
                    <a:pt x="98985" y="224200"/>
                  </a:lnTo>
                  <a:lnTo>
                    <a:pt x="99318" y="229074"/>
                  </a:lnTo>
                  <a:lnTo>
                    <a:pt x="99732" y="233948"/>
                  </a:lnTo>
                  <a:lnTo>
                    <a:pt x="100235" y="238822"/>
                  </a:lnTo>
                  <a:lnTo>
                    <a:pt x="100825" y="243695"/>
                  </a:lnTo>
                  <a:lnTo>
                    <a:pt x="101496" y="248569"/>
                  </a:lnTo>
                  <a:lnTo>
                    <a:pt x="102235" y="253443"/>
                  </a:lnTo>
                  <a:lnTo>
                    <a:pt x="103018" y="258317"/>
                  </a:lnTo>
                  <a:lnTo>
                    <a:pt x="103816" y="263191"/>
                  </a:lnTo>
                  <a:lnTo>
                    <a:pt x="104591" y="268065"/>
                  </a:lnTo>
                  <a:lnTo>
                    <a:pt x="105305" y="272939"/>
                  </a:lnTo>
                  <a:lnTo>
                    <a:pt x="105918" y="277813"/>
                  </a:lnTo>
                  <a:lnTo>
                    <a:pt x="106394" y="282687"/>
                  </a:lnTo>
                  <a:lnTo>
                    <a:pt x="106706" y="287561"/>
                  </a:lnTo>
                  <a:lnTo>
                    <a:pt x="106839" y="292435"/>
                  </a:lnTo>
                  <a:lnTo>
                    <a:pt x="106790" y="297308"/>
                  </a:lnTo>
                  <a:lnTo>
                    <a:pt x="106574" y="302182"/>
                  </a:lnTo>
                  <a:lnTo>
                    <a:pt x="106218" y="307056"/>
                  </a:lnTo>
                  <a:lnTo>
                    <a:pt x="105762" y="311930"/>
                  </a:lnTo>
                  <a:lnTo>
                    <a:pt x="105256" y="316804"/>
                  </a:lnTo>
                  <a:lnTo>
                    <a:pt x="104752" y="321678"/>
                  </a:lnTo>
                  <a:lnTo>
                    <a:pt x="104303" y="326552"/>
                  </a:lnTo>
                  <a:lnTo>
                    <a:pt x="103959" y="331426"/>
                  </a:lnTo>
                  <a:lnTo>
                    <a:pt x="103757" y="336300"/>
                  </a:lnTo>
                  <a:lnTo>
                    <a:pt x="103726" y="341174"/>
                  </a:lnTo>
                  <a:lnTo>
                    <a:pt x="103878" y="346048"/>
                  </a:lnTo>
                  <a:lnTo>
                    <a:pt x="104213" y="350921"/>
                  </a:lnTo>
                  <a:lnTo>
                    <a:pt x="104715" y="355795"/>
                  </a:lnTo>
                  <a:lnTo>
                    <a:pt x="105358" y="360669"/>
                  </a:lnTo>
                  <a:lnTo>
                    <a:pt x="106105" y="365543"/>
                  </a:lnTo>
                  <a:lnTo>
                    <a:pt x="106913" y="370417"/>
                  </a:lnTo>
                  <a:lnTo>
                    <a:pt x="107740" y="375291"/>
                  </a:lnTo>
                  <a:lnTo>
                    <a:pt x="108542" y="380165"/>
                  </a:lnTo>
                  <a:lnTo>
                    <a:pt x="109283" y="385039"/>
                  </a:lnTo>
                  <a:lnTo>
                    <a:pt x="109933" y="389913"/>
                  </a:lnTo>
                  <a:lnTo>
                    <a:pt x="110473" y="394787"/>
                  </a:lnTo>
                  <a:lnTo>
                    <a:pt x="110889" y="399661"/>
                  </a:lnTo>
                  <a:lnTo>
                    <a:pt x="111180" y="404534"/>
                  </a:lnTo>
                  <a:lnTo>
                    <a:pt x="111345" y="409408"/>
                  </a:lnTo>
                  <a:lnTo>
                    <a:pt x="111393" y="414282"/>
                  </a:lnTo>
                  <a:lnTo>
                    <a:pt x="111328" y="419156"/>
                  </a:lnTo>
                  <a:lnTo>
                    <a:pt x="111160" y="424030"/>
                  </a:lnTo>
                  <a:lnTo>
                    <a:pt x="110894" y="428904"/>
                  </a:lnTo>
                  <a:lnTo>
                    <a:pt x="110535" y="433778"/>
                  </a:lnTo>
                  <a:lnTo>
                    <a:pt x="110089" y="438652"/>
                  </a:lnTo>
                  <a:lnTo>
                    <a:pt x="109563" y="443526"/>
                  </a:lnTo>
                  <a:lnTo>
                    <a:pt x="108965" y="448400"/>
                  </a:lnTo>
                  <a:lnTo>
                    <a:pt x="108309" y="453274"/>
                  </a:lnTo>
                  <a:lnTo>
                    <a:pt x="107613" y="458147"/>
                  </a:lnTo>
                  <a:lnTo>
                    <a:pt x="106899" y="463021"/>
                  </a:lnTo>
                  <a:lnTo>
                    <a:pt x="106197" y="467895"/>
                  </a:lnTo>
                  <a:lnTo>
                    <a:pt x="105537" y="472769"/>
                  </a:lnTo>
                  <a:lnTo>
                    <a:pt x="104954" y="477643"/>
                  </a:lnTo>
                  <a:lnTo>
                    <a:pt x="104488" y="482517"/>
                  </a:lnTo>
                  <a:lnTo>
                    <a:pt x="104179" y="487391"/>
                  </a:lnTo>
                  <a:lnTo>
                    <a:pt x="104071" y="492265"/>
                  </a:lnTo>
                  <a:lnTo>
                    <a:pt x="104213" y="497139"/>
                  </a:lnTo>
                  <a:lnTo>
                    <a:pt x="104660" y="502013"/>
                  </a:lnTo>
                  <a:lnTo>
                    <a:pt x="105470" y="506887"/>
                  </a:lnTo>
                  <a:lnTo>
                    <a:pt x="106707" y="511760"/>
                  </a:lnTo>
                  <a:lnTo>
                    <a:pt x="108437" y="516634"/>
                  </a:lnTo>
                  <a:lnTo>
                    <a:pt x="110721" y="521508"/>
                  </a:lnTo>
                  <a:lnTo>
                    <a:pt x="113610" y="526382"/>
                  </a:lnTo>
                  <a:lnTo>
                    <a:pt x="117131" y="531256"/>
                  </a:lnTo>
                  <a:lnTo>
                    <a:pt x="121278" y="536130"/>
                  </a:lnTo>
                  <a:lnTo>
                    <a:pt x="126001" y="541004"/>
                  </a:lnTo>
                  <a:lnTo>
                    <a:pt x="131197" y="545878"/>
                  </a:lnTo>
                  <a:lnTo>
                    <a:pt x="136705" y="550752"/>
                  </a:lnTo>
                  <a:lnTo>
                    <a:pt x="142310" y="555626"/>
                  </a:lnTo>
                  <a:lnTo>
                    <a:pt x="147754" y="560500"/>
                  </a:lnTo>
                  <a:lnTo>
                    <a:pt x="152750" y="565373"/>
                  </a:lnTo>
                  <a:lnTo>
                    <a:pt x="157011" y="570247"/>
                  </a:lnTo>
                  <a:lnTo>
                    <a:pt x="160272" y="575121"/>
                  </a:lnTo>
                  <a:lnTo>
                    <a:pt x="162320" y="579995"/>
                  </a:lnTo>
                  <a:lnTo>
                    <a:pt x="163019" y="584869"/>
                  </a:lnTo>
                  <a:lnTo>
                    <a:pt x="163019" y="584869"/>
                  </a:lnTo>
                  <a:close/>
                </a:path>
              </a:pathLst>
            </a:custGeom>
            <a:solidFill>
              <a:srgbClr val="596BC0">
                <a:alpha val="12000"/>
              </a:srgbClr>
            </a:solidFill>
            <a:ln w="6985">
              <a:solidFill>
                <a:srgbClr val="596BC0">
                  <a:alpha val="12000"/>
                </a:srgbClr>
              </a:solidFill>
              <a:prstDash val="solid"/>
            </a:ln>
          </p:spPr>
        </p:sp>
        <p:sp>
          <p:nvSpPr>
            <p:cNvPr id="1714" name="03_assume_matched_1713">
              <a:extLst>
                <a:ext uri="{FF2B5EF4-FFF2-40B4-BE49-F238E27FC236}">
                  <a16:creationId xmlns:a16="http://schemas.microsoft.com/office/drawing/2014/main" id="{DF83560A-2C0C-4939-B60F-14562CBD5775}"/>
                </a:ext>
              </a:extLst>
            </p:cNvPr>
            <p:cNvSpPr>
              <a:spLocks/>
            </p:cNvSpPr>
            <p:nvPr/>
          </p:nvSpPr>
          <p:spPr>
            <a:xfrm>
              <a:off x="6029109" y="3708285"/>
              <a:ext cx="196140" cy="584869"/>
            </a:xfrm>
            <a:custGeom>
              <a:avLst/>
              <a:gdLst/>
              <a:ahLst/>
              <a:cxnLst/>
              <a:rect l="0" t="0" r="0" b="0"/>
              <a:pathLst>
                <a:path w="196140" h="584869">
                  <a:moveTo>
                    <a:pt x="156669" y="584869"/>
                  </a:moveTo>
                  <a:lnTo>
                    <a:pt x="39472" y="584869"/>
                  </a:lnTo>
                  <a:lnTo>
                    <a:pt x="40100" y="579995"/>
                  </a:lnTo>
                  <a:lnTo>
                    <a:pt x="41944" y="575121"/>
                  </a:lnTo>
                  <a:lnTo>
                    <a:pt x="44877" y="570247"/>
                  </a:lnTo>
                  <a:lnTo>
                    <a:pt x="48710" y="565373"/>
                  </a:lnTo>
                  <a:lnTo>
                    <a:pt x="53205" y="560500"/>
                  </a:lnTo>
                  <a:lnTo>
                    <a:pt x="58102" y="555626"/>
                  </a:lnTo>
                  <a:lnTo>
                    <a:pt x="63145" y="550752"/>
                  </a:lnTo>
                  <a:lnTo>
                    <a:pt x="68100" y="545878"/>
                  </a:lnTo>
                  <a:lnTo>
                    <a:pt x="72774" y="541004"/>
                  </a:lnTo>
                  <a:lnTo>
                    <a:pt x="77022" y="536130"/>
                  </a:lnTo>
                  <a:lnTo>
                    <a:pt x="80753" y="531256"/>
                  </a:lnTo>
                  <a:lnTo>
                    <a:pt x="83919" y="526382"/>
                  </a:lnTo>
                  <a:lnTo>
                    <a:pt x="86516" y="521508"/>
                  </a:lnTo>
                  <a:lnTo>
                    <a:pt x="88569" y="516634"/>
                  </a:lnTo>
                  <a:lnTo>
                    <a:pt x="90121" y="511760"/>
                  </a:lnTo>
                  <a:lnTo>
                    <a:pt x="91228" y="506887"/>
                  </a:lnTo>
                  <a:lnTo>
                    <a:pt x="91947" y="502013"/>
                  </a:lnTo>
                  <a:lnTo>
                    <a:pt x="92336" y="497139"/>
                  </a:lnTo>
                  <a:lnTo>
                    <a:pt x="92447" y="492265"/>
                  </a:lnTo>
                  <a:lnTo>
                    <a:pt x="92330" y="487391"/>
                  </a:lnTo>
                  <a:lnTo>
                    <a:pt x="92027" y="482517"/>
                  </a:lnTo>
                  <a:lnTo>
                    <a:pt x="91580" y="477643"/>
                  </a:lnTo>
                  <a:lnTo>
                    <a:pt x="91026" y="472769"/>
                  </a:lnTo>
                  <a:lnTo>
                    <a:pt x="90400" y="467895"/>
                  </a:lnTo>
                  <a:lnTo>
                    <a:pt x="89735" y="463021"/>
                  </a:lnTo>
                  <a:lnTo>
                    <a:pt x="89061" y="458147"/>
                  </a:lnTo>
                  <a:lnTo>
                    <a:pt x="88403" y="453274"/>
                  </a:lnTo>
                  <a:lnTo>
                    <a:pt x="87783" y="448400"/>
                  </a:lnTo>
                  <a:lnTo>
                    <a:pt x="87218" y="443526"/>
                  </a:lnTo>
                  <a:lnTo>
                    <a:pt x="86721" y="438652"/>
                  </a:lnTo>
                  <a:lnTo>
                    <a:pt x="86300" y="433778"/>
                  </a:lnTo>
                  <a:lnTo>
                    <a:pt x="85961" y="428904"/>
                  </a:lnTo>
                  <a:lnTo>
                    <a:pt x="85710" y="424030"/>
                  </a:lnTo>
                  <a:lnTo>
                    <a:pt x="85551" y="419156"/>
                  </a:lnTo>
                  <a:lnTo>
                    <a:pt x="85491" y="414282"/>
                  </a:lnTo>
                  <a:lnTo>
                    <a:pt x="85536" y="409408"/>
                  </a:lnTo>
                  <a:lnTo>
                    <a:pt x="85694" y="404534"/>
                  </a:lnTo>
                  <a:lnTo>
                    <a:pt x="85971" y="399661"/>
                  </a:lnTo>
                  <a:lnTo>
                    <a:pt x="86367" y="394787"/>
                  </a:lnTo>
                  <a:lnTo>
                    <a:pt x="86882" y="389913"/>
                  </a:lnTo>
                  <a:lnTo>
                    <a:pt x="87504" y="385039"/>
                  </a:lnTo>
                  <a:lnTo>
                    <a:pt x="88215" y="380165"/>
                  </a:lnTo>
                  <a:lnTo>
                    <a:pt x="88989" y="375291"/>
                  </a:lnTo>
                  <a:lnTo>
                    <a:pt x="89792" y="370417"/>
                  </a:lnTo>
                  <a:lnTo>
                    <a:pt x="90586" y="365543"/>
                  </a:lnTo>
                  <a:lnTo>
                    <a:pt x="91332" y="360669"/>
                  </a:lnTo>
                  <a:lnTo>
                    <a:pt x="91992" y="355795"/>
                  </a:lnTo>
                  <a:lnTo>
                    <a:pt x="92531" y="350921"/>
                  </a:lnTo>
                  <a:lnTo>
                    <a:pt x="92927" y="346048"/>
                  </a:lnTo>
                  <a:lnTo>
                    <a:pt x="93163" y="341174"/>
                  </a:lnTo>
                  <a:lnTo>
                    <a:pt x="93239" y="336300"/>
                  </a:lnTo>
                  <a:lnTo>
                    <a:pt x="93165" y="331426"/>
                  </a:lnTo>
                  <a:lnTo>
                    <a:pt x="92963" y="326552"/>
                  </a:lnTo>
                  <a:lnTo>
                    <a:pt x="92665" y="321678"/>
                  </a:lnTo>
                  <a:lnTo>
                    <a:pt x="92310" y="316804"/>
                  </a:lnTo>
                  <a:lnTo>
                    <a:pt x="91944" y="311930"/>
                  </a:lnTo>
                  <a:lnTo>
                    <a:pt x="91608" y="307056"/>
                  </a:lnTo>
                  <a:lnTo>
                    <a:pt x="91345" y="302182"/>
                  </a:lnTo>
                  <a:lnTo>
                    <a:pt x="91187" y="297308"/>
                  </a:lnTo>
                  <a:lnTo>
                    <a:pt x="91156" y="292435"/>
                  </a:lnTo>
                  <a:lnTo>
                    <a:pt x="91266" y="287561"/>
                  </a:lnTo>
                  <a:lnTo>
                    <a:pt x="91515" y="282687"/>
                  </a:lnTo>
                  <a:lnTo>
                    <a:pt x="91892" y="277813"/>
                  </a:lnTo>
                  <a:lnTo>
                    <a:pt x="92375" y="272939"/>
                  </a:lnTo>
                  <a:lnTo>
                    <a:pt x="92938" y="268065"/>
                  </a:lnTo>
                  <a:lnTo>
                    <a:pt x="93549" y="263191"/>
                  </a:lnTo>
                  <a:lnTo>
                    <a:pt x="94176" y="258317"/>
                  </a:lnTo>
                  <a:lnTo>
                    <a:pt x="94793" y="253443"/>
                  </a:lnTo>
                  <a:lnTo>
                    <a:pt x="95374" y="248569"/>
                  </a:lnTo>
                  <a:lnTo>
                    <a:pt x="95903" y="243695"/>
                  </a:lnTo>
                  <a:lnTo>
                    <a:pt x="96367" y="238822"/>
                  </a:lnTo>
                  <a:lnTo>
                    <a:pt x="96762" y="233948"/>
                  </a:lnTo>
                  <a:lnTo>
                    <a:pt x="97089" y="229074"/>
                  </a:lnTo>
                  <a:lnTo>
                    <a:pt x="97350" y="224200"/>
                  </a:lnTo>
                  <a:lnTo>
                    <a:pt x="97554" y="219326"/>
                  </a:lnTo>
                  <a:lnTo>
                    <a:pt x="97709" y="214452"/>
                  </a:lnTo>
                  <a:lnTo>
                    <a:pt x="97823" y="209578"/>
                  </a:lnTo>
                  <a:lnTo>
                    <a:pt x="97904" y="204704"/>
                  </a:lnTo>
                  <a:lnTo>
                    <a:pt x="97962" y="199830"/>
                  </a:lnTo>
                  <a:lnTo>
                    <a:pt x="98001" y="194956"/>
                  </a:lnTo>
                  <a:lnTo>
                    <a:pt x="98027" y="190082"/>
                  </a:lnTo>
                  <a:lnTo>
                    <a:pt x="98044" y="185209"/>
                  </a:lnTo>
                  <a:lnTo>
                    <a:pt x="98054" y="180335"/>
                  </a:lnTo>
                  <a:lnTo>
                    <a:pt x="98061" y="175461"/>
                  </a:lnTo>
                  <a:lnTo>
                    <a:pt x="98065" y="170587"/>
                  </a:lnTo>
                  <a:lnTo>
                    <a:pt x="98067" y="165713"/>
                  </a:lnTo>
                  <a:lnTo>
                    <a:pt x="98068" y="160839"/>
                  </a:lnTo>
                  <a:lnTo>
                    <a:pt x="98068" y="155965"/>
                  </a:lnTo>
                  <a:lnTo>
                    <a:pt x="98068" y="151091"/>
                  </a:lnTo>
                  <a:lnTo>
                    <a:pt x="98067" y="146217"/>
                  </a:lnTo>
                  <a:lnTo>
                    <a:pt x="98063" y="141343"/>
                  </a:lnTo>
                  <a:lnTo>
                    <a:pt x="98057" y="136469"/>
                  </a:lnTo>
                  <a:lnTo>
                    <a:pt x="98046" y="131596"/>
                  </a:lnTo>
                  <a:lnTo>
                    <a:pt x="98026" y="126722"/>
                  </a:lnTo>
                  <a:lnTo>
                    <a:pt x="97991" y="121848"/>
                  </a:lnTo>
                  <a:lnTo>
                    <a:pt x="97932" y="116974"/>
                  </a:lnTo>
                  <a:lnTo>
                    <a:pt x="97835" y="112100"/>
                  </a:lnTo>
                  <a:lnTo>
                    <a:pt x="97677" y="107226"/>
                  </a:lnTo>
                  <a:lnTo>
                    <a:pt x="97429" y="102352"/>
                  </a:lnTo>
                  <a:lnTo>
                    <a:pt x="97047" y="97478"/>
                  </a:lnTo>
                  <a:lnTo>
                    <a:pt x="96474" y="92604"/>
                  </a:lnTo>
                  <a:lnTo>
                    <a:pt x="95636" y="87730"/>
                  </a:lnTo>
                  <a:lnTo>
                    <a:pt x="94443" y="82856"/>
                  </a:lnTo>
                  <a:lnTo>
                    <a:pt x="92786" y="77983"/>
                  </a:lnTo>
                  <a:lnTo>
                    <a:pt x="90545" y="73109"/>
                  </a:lnTo>
                  <a:lnTo>
                    <a:pt x="87594" y="68235"/>
                  </a:lnTo>
                  <a:lnTo>
                    <a:pt x="83816" y="63361"/>
                  </a:lnTo>
                  <a:lnTo>
                    <a:pt x="79111" y="58487"/>
                  </a:lnTo>
                  <a:lnTo>
                    <a:pt x="73422" y="53613"/>
                  </a:lnTo>
                  <a:lnTo>
                    <a:pt x="66748" y="48739"/>
                  </a:lnTo>
                  <a:lnTo>
                    <a:pt x="59165" y="43865"/>
                  </a:lnTo>
                  <a:lnTo>
                    <a:pt x="50834" y="38991"/>
                  </a:lnTo>
                  <a:lnTo>
                    <a:pt x="42014" y="34117"/>
                  </a:lnTo>
                  <a:lnTo>
                    <a:pt x="33048" y="29243"/>
                  </a:lnTo>
                  <a:lnTo>
                    <a:pt x="24349" y="24370"/>
                  </a:lnTo>
                  <a:lnTo>
                    <a:pt x="16372" y="19496"/>
                  </a:lnTo>
                  <a:lnTo>
                    <a:pt x="9576" y="14622"/>
                  </a:lnTo>
                  <a:lnTo>
                    <a:pt x="4378" y="9748"/>
                  </a:lnTo>
                  <a:lnTo>
                    <a:pt x="1113" y="4874"/>
                  </a:lnTo>
                  <a:lnTo>
                    <a:pt x="0" y="0"/>
                  </a:lnTo>
                  <a:lnTo>
                    <a:pt x="196140" y="0"/>
                  </a:lnTo>
                  <a:lnTo>
                    <a:pt x="196140" y="0"/>
                  </a:lnTo>
                  <a:lnTo>
                    <a:pt x="195027" y="4874"/>
                  </a:lnTo>
                  <a:lnTo>
                    <a:pt x="191763" y="9748"/>
                  </a:lnTo>
                  <a:lnTo>
                    <a:pt x="186565" y="14622"/>
                  </a:lnTo>
                  <a:lnTo>
                    <a:pt x="179768" y="19496"/>
                  </a:lnTo>
                  <a:lnTo>
                    <a:pt x="171792" y="24370"/>
                  </a:lnTo>
                  <a:lnTo>
                    <a:pt x="163093" y="29243"/>
                  </a:lnTo>
                  <a:lnTo>
                    <a:pt x="154126" y="34117"/>
                  </a:lnTo>
                  <a:lnTo>
                    <a:pt x="145306" y="38991"/>
                  </a:lnTo>
                  <a:lnTo>
                    <a:pt x="136976" y="43865"/>
                  </a:lnTo>
                  <a:lnTo>
                    <a:pt x="129392" y="48739"/>
                  </a:lnTo>
                  <a:lnTo>
                    <a:pt x="122718" y="53613"/>
                  </a:lnTo>
                  <a:lnTo>
                    <a:pt x="117029" y="58487"/>
                  </a:lnTo>
                  <a:lnTo>
                    <a:pt x="112325" y="63361"/>
                  </a:lnTo>
                  <a:lnTo>
                    <a:pt x="108546" y="68235"/>
                  </a:lnTo>
                  <a:lnTo>
                    <a:pt x="105596" y="73109"/>
                  </a:lnTo>
                  <a:lnTo>
                    <a:pt x="103355" y="77983"/>
                  </a:lnTo>
                  <a:lnTo>
                    <a:pt x="101698" y="82856"/>
                  </a:lnTo>
                  <a:lnTo>
                    <a:pt x="100504" y="87730"/>
                  </a:lnTo>
                  <a:lnTo>
                    <a:pt x="99667" y="92604"/>
                  </a:lnTo>
                  <a:lnTo>
                    <a:pt x="99094" y="97478"/>
                  </a:lnTo>
                  <a:lnTo>
                    <a:pt x="98712" y="102352"/>
                  </a:lnTo>
                  <a:lnTo>
                    <a:pt x="98463" y="107226"/>
                  </a:lnTo>
                  <a:lnTo>
                    <a:pt x="98306" y="112100"/>
                  </a:lnTo>
                  <a:lnTo>
                    <a:pt x="98208" y="116974"/>
                  </a:lnTo>
                  <a:lnTo>
                    <a:pt x="98149" y="121848"/>
                  </a:lnTo>
                  <a:lnTo>
                    <a:pt x="98114" y="126722"/>
                  </a:lnTo>
                  <a:lnTo>
                    <a:pt x="98094" y="131596"/>
                  </a:lnTo>
                  <a:lnTo>
                    <a:pt x="98083" y="136469"/>
                  </a:lnTo>
                  <a:lnTo>
                    <a:pt x="98077" y="141343"/>
                  </a:lnTo>
                  <a:lnTo>
                    <a:pt x="98074" y="146217"/>
                  </a:lnTo>
                  <a:lnTo>
                    <a:pt x="98072" y="151091"/>
                  </a:lnTo>
                  <a:lnTo>
                    <a:pt x="98072" y="155965"/>
                  </a:lnTo>
                  <a:lnTo>
                    <a:pt x="98072" y="160839"/>
                  </a:lnTo>
                  <a:lnTo>
                    <a:pt x="98073" y="165713"/>
                  </a:lnTo>
                  <a:lnTo>
                    <a:pt x="98075" y="170587"/>
                  </a:lnTo>
                  <a:lnTo>
                    <a:pt x="98079" y="175461"/>
                  </a:lnTo>
                  <a:lnTo>
                    <a:pt x="98086" y="180335"/>
                  </a:lnTo>
                  <a:lnTo>
                    <a:pt x="98097" y="185209"/>
                  </a:lnTo>
                  <a:lnTo>
                    <a:pt x="98113" y="190082"/>
                  </a:lnTo>
                  <a:lnTo>
                    <a:pt x="98139" y="194956"/>
                  </a:lnTo>
                  <a:lnTo>
                    <a:pt x="98179" y="199830"/>
                  </a:lnTo>
                  <a:lnTo>
                    <a:pt x="98236" y="204704"/>
                  </a:lnTo>
                  <a:lnTo>
                    <a:pt x="98318" y="209578"/>
                  </a:lnTo>
                  <a:lnTo>
                    <a:pt x="98432" y="214452"/>
                  </a:lnTo>
                  <a:lnTo>
                    <a:pt x="98586" y="219326"/>
                  </a:lnTo>
                  <a:lnTo>
                    <a:pt x="98790" y="224200"/>
                  </a:lnTo>
                  <a:lnTo>
                    <a:pt x="99052" y="229074"/>
                  </a:lnTo>
                  <a:lnTo>
                    <a:pt x="99378" y="233948"/>
                  </a:lnTo>
                  <a:lnTo>
                    <a:pt x="99773" y="238822"/>
                  </a:lnTo>
                  <a:lnTo>
                    <a:pt x="100238" y="243695"/>
                  </a:lnTo>
                  <a:lnTo>
                    <a:pt x="100766" y="248569"/>
                  </a:lnTo>
                  <a:lnTo>
                    <a:pt x="101347" y="253443"/>
                  </a:lnTo>
                  <a:lnTo>
                    <a:pt x="101964" y="258317"/>
                  </a:lnTo>
                  <a:lnTo>
                    <a:pt x="102592" y="263191"/>
                  </a:lnTo>
                  <a:lnTo>
                    <a:pt x="103203" y="268065"/>
                  </a:lnTo>
                  <a:lnTo>
                    <a:pt x="103765" y="272939"/>
                  </a:lnTo>
                  <a:lnTo>
                    <a:pt x="104249" y="277813"/>
                  </a:lnTo>
                  <a:lnTo>
                    <a:pt x="104626" y="282687"/>
                  </a:lnTo>
                  <a:lnTo>
                    <a:pt x="104875" y="287561"/>
                  </a:lnTo>
                  <a:lnTo>
                    <a:pt x="104984" y="292435"/>
                  </a:lnTo>
                  <a:lnTo>
                    <a:pt x="104954" y="297308"/>
                  </a:lnTo>
                  <a:lnTo>
                    <a:pt x="104795" y="302182"/>
                  </a:lnTo>
                  <a:lnTo>
                    <a:pt x="104532" y="307056"/>
                  </a:lnTo>
                  <a:lnTo>
                    <a:pt x="104197" y="311930"/>
                  </a:lnTo>
                  <a:lnTo>
                    <a:pt x="103830" y="316804"/>
                  </a:lnTo>
                  <a:lnTo>
                    <a:pt x="103476" y="321678"/>
                  </a:lnTo>
                  <a:lnTo>
                    <a:pt x="103178" y="326552"/>
                  </a:lnTo>
                  <a:lnTo>
                    <a:pt x="102975" y="331426"/>
                  </a:lnTo>
                  <a:lnTo>
                    <a:pt x="102901" y="336300"/>
                  </a:lnTo>
                  <a:lnTo>
                    <a:pt x="102977" y="341174"/>
                  </a:lnTo>
                  <a:lnTo>
                    <a:pt x="103214" y="346048"/>
                  </a:lnTo>
                  <a:lnTo>
                    <a:pt x="103609" y="350921"/>
                  </a:lnTo>
                  <a:lnTo>
                    <a:pt x="104149" y="355795"/>
                  </a:lnTo>
                  <a:lnTo>
                    <a:pt x="104808" y="360669"/>
                  </a:lnTo>
                  <a:lnTo>
                    <a:pt x="105554" y="365543"/>
                  </a:lnTo>
                  <a:lnTo>
                    <a:pt x="106348" y="370417"/>
                  </a:lnTo>
                  <a:lnTo>
                    <a:pt x="107152" y="375291"/>
                  </a:lnTo>
                  <a:lnTo>
                    <a:pt x="107925" y="380165"/>
                  </a:lnTo>
                  <a:lnTo>
                    <a:pt x="108637" y="385039"/>
                  </a:lnTo>
                  <a:lnTo>
                    <a:pt x="109259" y="389913"/>
                  </a:lnTo>
                  <a:lnTo>
                    <a:pt x="109773" y="394787"/>
                  </a:lnTo>
                  <a:lnTo>
                    <a:pt x="110170" y="399661"/>
                  </a:lnTo>
                  <a:lnTo>
                    <a:pt x="110446" y="404534"/>
                  </a:lnTo>
                  <a:lnTo>
                    <a:pt x="110604" y="409408"/>
                  </a:lnTo>
                  <a:lnTo>
                    <a:pt x="110649" y="414282"/>
                  </a:lnTo>
                  <a:lnTo>
                    <a:pt x="110589" y="419156"/>
                  </a:lnTo>
                  <a:lnTo>
                    <a:pt x="110431" y="424030"/>
                  </a:lnTo>
                  <a:lnTo>
                    <a:pt x="110179" y="428904"/>
                  </a:lnTo>
                  <a:lnTo>
                    <a:pt x="109841" y="433778"/>
                  </a:lnTo>
                  <a:lnTo>
                    <a:pt x="109420" y="438652"/>
                  </a:lnTo>
                  <a:lnTo>
                    <a:pt x="108922" y="443526"/>
                  </a:lnTo>
                  <a:lnTo>
                    <a:pt x="108358" y="448400"/>
                  </a:lnTo>
                  <a:lnTo>
                    <a:pt x="107738" y="453274"/>
                  </a:lnTo>
                  <a:lnTo>
                    <a:pt x="107080" y="458147"/>
                  </a:lnTo>
                  <a:lnTo>
                    <a:pt x="106405" y="463021"/>
                  </a:lnTo>
                  <a:lnTo>
                    <a:pt x="105740" y="467895"/>
                  </a:lnTo>
                  <a:lnTo>
                    <a:pt x="105114" y="472769"/>
                  </a:lnTo>
                  <a:lnTo>
                    <a:pt x="104560" y="477643"/>
                  </a:lnTo>
                  <a:lnTo>
                    <a:pt x="104113" y="482517"/>
                  </a:lnTo>
                  <a:lnTo>
                    <a:pt x="103811" y="487391"/>
                  </a:lnTo>
                  <a:lnTo>
                    <a:pt x="103693" y="492265"/>
                  </a:lnTo>
                  <a:lnTo>
                    <a:pt x="103805" y="497139"/>
                  </a:lnTo>
                  <a:lnTo>
                    <a:pt x="104194" y="502013"/>
                  </a:lnTo>
                  <a:lnTo>
                    <a:pt x="104913" y="506887"/>
                  </a:lnTo>
                  <a:lnTo>
                    <a:pt x="106019" y="511760"/>
                  </a:lnTo>
                  <a:lnTo>
                    <a:pt x="107571" y="516634"/>
                  </a:lnTo>
                  <a:lnTo>
                    <a:pt x="109624" y="521508"/>
                  </a:lnTo>
                  <a:lnTo>
                    <a:pt x="112221" y="526382"/>
                  </a:lnTo>
                  <a:lnTo>
                    <a:pt x="115388" y="531256"/>
                  </a:lnTo>
                  <a:lnTo>
                    <a:pt x="119118" y="536130"/>
                  </a:lnTo>
                  <a:lnTo>
                    <a:pt x="123367" y="541004"/>
                  </a:lnTo>
                  <a:lnTo>
                    <a:pt x="128040" y="545878"/>
                  </a:lnTo>
                  <a:lnTo>
                    <a:pt x="132995" y="550752"/>
                  </a:lnTo>
                  <a:lnTo>
                    <a:pt x="138038" y="555626"/>
                  </a:lnTo>
                  <a:lnTo>
                    <a:pt x="142935" y="560500"/>
                  </a:lnTo>
                  <a:lnTo>
                    <a:pt x="147430" y="565373"/>
                  </a:lnTo>
                  <a:lnTo>
                    <a:pt x="151263" y="570247"/>
                  </a:lnTo>
                  <a:lnTo>
                    <a:pt x="154197" y="575121"/>
                  </a:lnTo>
                  <a:lnTo>
                    <a:pt x="156040" y="579995"/>
                  </a:lnTo>
                  <a:lnTo>
                    <a:pt x="156669" y="584869"/>
                  </a:lnTo>
                  <a:lnTo>
                    <a:pt x="156669" y="584869"/>
                  </a:lnTo>
                  <a:close/>
                </a:path>
              </a:pathLst>
            </a:custGeom>
            <a:solidFill>
              <a:srgbClr val="596BC0">
                <a:alpha val="12000"/>
              </a:srgbClr>
            </a:solidFill>
            <a:ln w="6985">
              <a:solidFill>
                <a:srgbClr val="596BC0">
                  <a:alpha val="12000"/>
                </a:srgbClr>
              </a:solidFill>
              <a:prstDash val="solid"/>
            </a:ln>
          </p:spPr>
        </p:sp>
        <p:sp>
          <p:nvSpPr>
            <p:cNvPr id="1715" name="03_assume_matched_1714">
              <a:extLst>
                <a:ext uri="{FF2B5EF4-FFF2-40B4-BE49-F238E27FC236}">
                  <a16:creationId xmlns:a16="http://schemas.microsoft.com/office/drawing/2014/main" id="{95563737-6EB5-42FC-BFC2-EBD3A54426C3}"/>
                </a:ext>
              </a:extLst>
            </p:cNvPr>
            <p:cNvSpPr>
              <a:spLocks/>
            </p:cNvSpPr>
            <p:nvPr/>
          </p:nvSpPr>
          <p:spPr>
            <a:xfrm>
              <a:off x="3864021"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6" name="03_assume_matched_1715">
              <a:extLst>
                <a:ext uri="{FF2B5EF4-FFF2-40B4-BE49-F238E27FC236}">
                  <a16:creationId xmlns:a16="http://schemas.microsoft.com/office/drawing/2014/main" id="{77AF29A8-23EE-4F66-BD86-B2476E4E6071}"/>
                </a:ext>
              </a:extLst>
            </p:cNvPr>
            <p:cNvSpPr>
              <a:spLocks/>
            </p:cNvSpPr>
            <p:nvPr/>
          </p:nvSpPr>
          <p:spPr>
            <a:xfrm>
              <a:off x="4241214"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7" name="03_assume_matched_1716">
              <a:extLst>
                <a:ext uri="{FF2B5EF4-FFF2-40B4-BE49-F238E27FC236}">
                  <a16:creationId xmlns:a16="http://schemas.microsoft.com/office/drawing/2014/main" id="{8C0F4D05-DC40-4FAE-8FC4-13318D922C0B}"/>
                </a:ext>
              </a:extLst>
            </p:cNvPr>
            <p:cNvSpPr>
              <a:spLocks/>
            </p:cNvSpPr>
            <p:nvPr/>
          </p:nvSpPr>
          <p:spPr>
            <a:xfrm>
              <a:off x="4618407"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8" name="03_assume_matched_1717">
              <a:extLst>
                <a:ext uri="{FF2B5EF4-FFF2-40B4-BE49-F238E27FC236}">
                  <a16:creationId xmlns:a16="http://schemas.microsoft.com/office/drawing/2014/main" id="{69DC49AD-A84F-47ED-B4EE-E7AA7352C5E8}"/>
                </a:ext>
              </a:extLst>
            </p:cNvPr>
            <p:cNvSpPr>
              <a:spLocks/>
            </p:cNvSpPr>
            <p:nvPr/>
          </p:nvSpPr>
          <p:spPr>
            <a:xfrm>
              <a:off x="5372793"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19" name="03_assume_matched_1718">
              <a:extLst>
                <a:ext uri="{FF2B5EF4-FFF2-40B4-BE49-F238E27FC236}">
                  <a16:creationId xmlns:a16="http://schemas.microsoft.com/office/drawing/2014/main" id="{57BCFE0C-33FA-44BF-BA20-A03AA126AFBE}"/>
                </a:ext>
              </a:extLst>
            </p:cNvPr>
            <p:cNvSpPr>
              <a:spLocks/>
            </p:cNvSpPr>
            <p:nvPr/>
          </p:nvSpPr>
          <p:spPr>
            <a:xfrm>
              <a:off x="6127179" y="432239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1720" name="03_assume_matched_1719">
              <a:extLst>
                <a:ext uri="{FF2B5EF4-FFF2-40B4-BE49-F238E27FC236}">
                  <a16:creationId xmlns:a16="http://schemas.microsoft.com/office/drawing/2014/main" id="{63E38679-B60E-4866-9163-7586AA536926}"/>
                </a:ext>
              </a:extLst>
            </p:cNvPr>
            <p:cNvSpPr>
              <a:spLocks/>
            </p:cNvSpPr>
            <p:nvPr/>
          </p:nvSpPr>
          <p:spPr>
            <a:xfrm>
              <a:off x="3841389" y="4293154"/>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721" name="03_assume_matched_1720">
              <a:extLst>
                <a:ext uri="{FF2B5EF4-FFF2-40B4-BE49-F238E27FC236}">
                  <a16:creationId xmlns:a16="http://schemas.microsoft.com/office/drawing/2014/main" id="{07E31B44-4D93-41A3-9D5F-FEEC538B2369}"/>
                </a:ext>
              </a:extLst>
            </p:cNvPr>
            <p:cNvSpPr>
              <a:spLocks/>
            </p:cNvSpPr>
            <p:nvPr/>
          </p:nvSpPr>
          <p:spPr>
            <a:xfrm>
              <a:off x="3803289" y="4293154"/>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22" name="text_1721">
              <a:extLst>
                <a:ext uri="{FF2B5EF4-FFF2-40B4-BE49-F238E27FC236}">
                  <a16:creationId xmlns:a16="http://schemas.microsoft.com/office/drawing/2014/main" id="{CF0AFE2B-999B-444A-BA51-1A9A6DD4B873}"/>
                </a:ext>
              </a:extLst>
            </p:cNvPr>
            <p:cNvSpPr>
              <a:spLocks/>
            </p:cNvSpPr>
            <p:nvPr/>
          </p:nvSpPr>
          <p:spPr>
            <a:xfrm>
              <a:off x="3713643" y="4253093"/>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1723" name="03_assume_matched_1722">
              <a:extLst>
                <a:ext uri="{FF2B5EF4-FFF2-40B4-BE49-F238E27FC236}">
                  <a16:creationId xmlns:a16="http://schemas.microsoft.com/office/drawing/2014/main" id="{0DFA6CCC-DB81-45FB-A82F-AE51D6346D27}"/>
                </a:ext>
              </a:extLst>
            </p:cNvPr>
            <p:cNvSpPr>
              <a:spLocks/>
            </p:cNvSpPr>
            <p:nvPr/>
          </p:nvSpPr>
          <p:spPr>
            <a:xfrm>
              <a:off x="3841389" y="400072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724" name="03_assume_matched_1723">
              <a:extLst>
                <a:ext uri="{FF2B5EF4-FFF2-40B4-BE49-F238E27FC236}">
                  <a16:creationId xmlns:a16="http://schemas.microsoft.com/office/drawing/2014/main" id="{CBEE76B4-2448-4B57-BEFB-83BB45EDED09}"/>
                </a:ext>
              </a:extLst>
            </p:cNvPr>
            <p:cNvSpPr>
              <a:spLocks/>
            </p:cNvSpPr>
            <p:nvPr/>
          </p:nvSpPr>
          <p:spPr>
            <a:xfrm>
              <a:off x="3803289" y="400072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25" name="text_1724">
              <a:extLst>
                <a:ext uri="{FF2B5EF4-FFF2-40B4-BE49-F238E27FC236}">
                  <a16:creationId xmlns:a16="http://schemas.microsoft.com/office/drawing/2014/main" id="{74F4072E-F7BD-4B01-B608-38E74572C8FE}"/>
                </a:ext>
              </a:extLst>
            </p:cNvPr>
            <p:cNvSpPr>
              <a:spLocks/>
            </p:cNvSpPr>
            <p:nvPr/>
          </p:nvSpPr>
          <p:spPr>
            <a:xfrm>
              <a:off x="3662096" y="396065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1726" name="03_assume_matched_1725">
              <a:extLst>
                <a:ext uri="{FF2B5EF4-FFF2-40B4-BE49-F238E27FC236}">
                  <a16:creationId xmlns:a16="http://schemas.microsoft.com/office/drawing/2014/main" id="{C1FA0153-FA73-4189-8B2B-48A5D1250B15}"/>
                </a:ext>
              </a:extLst>
            </p:cNvPr>
            <p:cNvSpPr>
              <a:spLocks/>
            </p:cNvSpPr>
            <p:nvPr/>
          </p:nvSpPr>
          <p:spPr>
            <a:xfrm>
              <a:off x="3841389" y="370828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1727" name="03_assume_matched_1726">
              <a:extLst>
                <a:ext uri="{FF2B5EF4-FFF2-40B4-BE49-F238E27FC236}">
                  <a16:creationId xmlns:a16="http://schemas.microsoft.com/office/drawing/2014/main" id="{54E152A2-8323-4693-9A9F-9E2D21AF4DD3}"/>
                </a:ext>
              </a:extLst>
            </p:cNvPr>
            <p:cNvSpPr>
              <a:spLocks/>
            </p:cNvSpPr>
            <p:nvPr/>
          </p:nvSpPr>
          <p:spPr>
            <a:xfrm>
              <a:off x="3803289" y="370828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1728" name="text_1727">
              <a:extLst>
                <a:ext uri="{FF2B5EF4-FFF2-40B4-BE49-F238E27FC236}">
                  <a16:creationId xmlns:a16="http://schemas.microsoft.com/office/drawing/2014/main" id="{7608042E-94C5-42ED-ABBE-B7A2F424A356}"/>
                </a:ext>
              </a:extLst>
            </p:cNvPr>
            <p:cNvSpPr>
              <a:spLocks/>
            </p:cNvSpPr>
            <p:nvPr/>
          </p:nvSpPr>
          <p:spPr>
            <a:xfrm>
              <a:off x="3610549" y="3668224"/>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1729" name="03_assume_matched_1728">
              <a:extLst>
                <a:ext uri="{FF2B5EF4-FFF2-40B4-BE49-F238E27FC236}">
                  <a16:creationId xmlns:a16="http://schemas.microsoft.com/office/drawing/2014/main" id="{92F784DE-BA3E-4D8E-90E4-59E972EA171D}"/>
                </a:ext>
              </a:extLst>
            </p:cNvPr>
            <p:cNvSpPr>
              <a:spLocks/>
            </p:cNvSpPr>
            <p:nvPr/>
          </p:nvSpPr>
          <p:spPr>
            <a:xfrm>
              <a:off x="4278966" y="3994019"/>
              <a:ext cx="28398" cy="28398"/>
            </a:xfrm>
            <a:prstGeom prst="ellipse">
              <a:avLst/>
            </a:prstGeom>
            <a:solidFill>
              <a:srgbClr val="7F8C97">
                <a:alpha val="48000"/>
              </a:srgbClr>
            </a:solidFill>
            <a:ln w="0">
              <a:noFill/>
              <a:prstDash val="solid"/>
            </a:ln>
          </p:spPr>
        </p:sp>
        <p:sp>
          <p:nvSpPr>
            <p:cNvPr id="1730" name="03_assume_matched_1729">
              <a:extLst>
                <a:ext uri="{FF2B5EF4-FFF2-40B4-BE49-F238E27FC236}">
                  <a16:creationId xmlns:a16="http://schemas.microsoft.com/office/drawing/2014/main" id="{38FCD671-66AE-400F-8758-A019544B9240}"/>
                </a:ext>
              </a:extLst>
            </p:cNvPr>
            <p:cNvSpPr>
              <a:spLocks/>
            </p:cNvSpPr>
            <p:nvPr/>
          </p:nvSpPr>
          <p:spPr>
            <a:xfrm>
              <a:off x="4267453" y="4278955"/>
              <a:ext cx="28398" cy="28398"/>
            </a:xfrm>
            <a:prstGeom prst="ellipse">
              <a:avLst/>
            </a:prstGeom>
            <a:solidFill>
              <a:srgbClr val="7F8C97">
                <a:alpha val="48000"/>
              </a:srgbClr>
            </a:solidFill>
            <a:ln w="0">
              <a:noFill/>
              <a:prstDash val="solid"/>
            </a:ln>
          </p:spPr>
        </p:sp>
        <p:sp>
          <p:nvSpPr>
            <p:cNvPr id="1731" name="03_assume_matched_1730">
              <a:extLst>
                <a:ext uri="{FF2B5EF4-FFF2-40B4-BE49-F238E27FC236}">
                  <a16:creationId xmlns:a16="http://schemas.microsoft.com/office/drawing/2014/main" id="{A6E0CC3D-0B2B-4B05-B65E-59FF59605BEE}"/>
                </a:ext>
              </a:extLst>
            </p:cNvPr>
            <p:cNvSpPr>
              <a:spLocks/>
            </p:cNvSpPr>
            <p:nvPr/>
          </p:nvSpPr>
          <p:spPr>
            <a:xfrm>
              <a:off x="4210322" y="4278955"/>
              <a:ext cx="28398" cy="28398"/>
            </a:xfrm>
            <a:prstGeom prst="ellipse">
              <a:avLst/>
            </a:prstGeom>
            <a:solidFill>
              <a:srgbClr val="7F8C97">
                <a:alpha val="48000"/>
              </a:srgbClr>
            </a:solidFill>
            <a:ln w="0">
              <a:noFill/>
              <a:prstDash val="solid"/>
            </a:ln>
          </p:spPr>
        </p:sp>
        <p:sp>
          <p:nvSpPr>
            <p:cNvPr id="1732" name="03_assume_matched_1731">
              <a:extLst>
                <a:ext uri="{FF2B5EF4-FFF2-40B4-BE49-F238E27FC236}">
                  <a16:creationId xmlns:a16="http://schemas.microsoft.com/office/drawing/2014/main" id="{BEB80566-8D4F-4B49-8CE6-4C36E7316D08}"/>
                </a:ext>
              </a:extLst>
            </p:cNvPr>
            <p:cNvSpPr>
              <a:spLocks/>
            </p:cNvSpPr>
            <p:nvPr/>
          </p:nvSpPr>
          <p:spPr>
            <a:xfrm>
              <a:off x="4289184" y="3986521"/>
              <a:ext cx="28398" cy="28398"/>
            </a:xfrm>
            <a:prstGeom prst="ellipse">
              <a:avLst/>
            </a:prstGeom>
            <a:solidFill>
              <a:srgbClr val="7F8C97">
                <a:alpha val="48000"/>
              </a:srgbClr>
            </a:solidFill>
            <a:ln w="0">
              <a:noFill/>
              <a:prstDash val="solid"/>
            </a:ln>
          </p:spPr>
        </p:sp>
        <p:sp>
          <p:nvSpPr>
            <p:cNvPr id="1733" name="03_assume_matched_1732">
              <a:extLst>
                <a:ext uri="{FF2B5EF4-FFF2-40B4-BE49-F238E27FC236}">
                  <a16:creationId xmlns:a16="http://schemas.microsoft.com/office/drawing/2014/main" id="{0A530C45-8FF0-4E34-9320-14915E4E8265}"/>
                </a:ext>
              </a:extLst>
            </p:cNvPr>
            <p:cNvSpPr>
              <a:spLocks/>
            </p:cNvSpPr>
            <p:nvPr/>
          </p:nvSpPr>
          <p:spPr>
            <a:xfrm>
              <a:off x="4256948" y="4111850"/>
              <a:ext cx="28398" cy="28398"/>
            </a:xfrm>
            <a:prstGeom prst="ellipse">
              <a:avLst/>
            </a:prstGeom>
            <a:solidFill>
              <a:srgbClr val="7F8C97">
                <a:alpha val="48000"/>
              </a:srgbClr>
            </a:solidFill>
            <a:ln w="0">
              <a:noFill/>
              <a:prstDash val="solid"/>
            </a:ln>
          </p:spPr>
        </p:sp>
        <p:sp>
          <p:nvSpPr>
            <p:cNvPr id="1734" name="03_assume_matched_1733">
              <a:extLst>
                <a:ext uri="{FF2B5EF4-FFF2-40B4-BE49-F238E27FC236}">
                  <a16:creationId xmlns:a16="http://schemas.microsoft.com/office/drawing/2014/main" id="{764B836D-A048-47D0-8117-7ABE655DE001}"/>
                </a:ext>
              </a:extLst>
            </p:cNvPr>
            <p:cNvSpPr>
              <a:spLocks/>
            </p:cNvSpPr>
            <p:nvPr/>
          </p:nvSpPr>
          <p:spPr>
            <a:xfrm>
              <a:off x="4161680" y="4013106"/>
              <a:ext cx="28398" cy="28398"/>
            </a:xfrm>
            <a:prstGeom prst="ellipse">
              <a:avLst/>
            </a:prstGeom>
            <a:solidFill>
              <a:srgbClr val="7F8C97">
                <a:alpha val="48000"/>
              </a:srgbClr>
            </a:solidFill>
            <a:ln w="0">
              <a:noFill/>
              <a:prstDash val="solid"/>
            </a:ln>
          </p:spPr>
        </p:sp>
        <p:sp>
          <p:nvSpPr>
            <p:cNvPr id="1735" name="03_assume_matched_1734">
              <a:extLst>
                <a:ext uri="{FF2B5EF4-FFF2-40B4-BE49-F238E27FC236}">
                  <a16:creationId xmlns:a16="http://schemas.microsoft.com/office/drawing/2014/main" id="{71772748-64E4-4EE2-B161-0B9F94387C15}"/>
                </a:ext>
              </a:extLst>
            </p:cNvPr>
            <p:cNvSpPr>
              <a:spLocks/>
            </p:cNvSpPr>
            <p:nvPr/>
          </p:nvSpPr>
          <p:spPr>
            <a:xfrm>
              <a:off x="4192333" y="4278955"/>
              <a:ext cx="28398" cy="28398"/>
            </a:xfrm>
            <a:prstGeom prst="ellipse">
              <a:avLst/>
            </a:prstGeom>
            <a:solidFill>
              <a:srgbClr val="7F8C97">
                <a:alpha val="48000"/>
              </a:srgbClr>
            </a:solidFill>
            <a:ln w="0">
              <a:noFill/>
              <a:prstDash val="solid"/>
            </a:ln>
          </p:spPr>
        </p:sp>
        <p:sp>
          <p:nvSpPr>
            <p:cNvPr id="1736" name="03_assume_matched_1735">
              <a:extLst>
                <a:ext uri="{FF2B5EF4-FFF2-40B4-BE49-F238E27FC236}">
                  <a16:creationId xmlns:a16="http://schemas.microsoft.com/office/drawing/2014/main" id="{BD16AB34-8977-4389-AC20-1CD47DDCEF30}"/>
                </a:ext>
              </a:extLst>
            </p:cNvPr>
            <p:cNvSpPr>
              <a:spLocks/>
            </p:cNvSpPr>
            <p:nvPr/>
          </p:nvSpPr>
          <p:spPr>
            <a:xfrm>
              <a:off x="4161393" y="4132738"/>
              <a:ext cx="28398" cy="28398"/>
            </a:xfrm>
            <a:prstGeom prst="ellipse">
              <a:avLst/>
            </a:prstGeom>
            <a:solidFill>
              <a:srgbClr val="7F8C97">
                <a:alpha val="48000"/>
              </a:srgbClr>
            </a:solidFill>
            <a:ln w="0">
              <a:noFill/>
              <a:prstDash val="solid"/>
            </a:ln>
          </p:spPr>
        </p:sp>
        <p:sp>
          <p:nvSpPr>
            <p:cNvPr id="1737" name="03_assume_matched_1736">
              <a:extLst>
                <a:ext uri="{FF2B5EF4-FFF2-40B4-BE49-F238E27FC236}">
                  <a16:creationId xmlns:a16="http://schemas.microsoft.com/office/drawing/2014/main" id="{525D55A4-B991-4E5A-ACA1-40AAB4C8B0A8}"/>
                </a:ext>
              </a:extLst>
            </p:cNvPr>
            <p:cNvSpPr>
              <a:spLocks/>
            </p:cNvSpPr>
            <p:nvPr/>
          </p:nvSpPr>
          <p:spPr>
            <a:xfrm>
              <a:off x="4242701" y="3986521"/>
              <a:ext cx="28398" cy="28398"/>
            </a:xfrm>
            <a:prstGeom prst="ellipse">
              <a:avLst/>
            </a:prstGeom>
            <a:solidFill>
              <a:srgbClr val="7F8C97">
                <a:alpha val="48000"/>
              </a:srgbClr>
            </a:solidFill>
            <a:ln w="0">
              <a:noFill/>
              <a:prstDash val="solid"/>
            </a:ln>
          </p:spPr>
        </p:sp>
        <p:sp>
          <p:nvSpPr>
            <p:cNvPr id="1738" name="03_assume_matched_1737">
              <a:extLst>
                <a:ext uri="{FF2B5EF4-FFF2-40B4-BE49-F238E27FC236}">
                  <a16:creationId xmlns:a16="http://schemas.microsoft.com/office/drawing/2014/main" id="{966B8CB3-A9D8-4287-A9DB-0A30DEBF1FEC}"/>
                </a:ext>
              </a:extLst>
            </p:cNvPr>
            <p:cNvSpPr>
              <a:spLocks/>
            </p:cNvSpPr>
            <p:nvPr/>
          </p:nvSpPr>
          <p:spPr>
            <a:xfrm>
              <a:off x="4223993" y="4278955"/>
              <a:ext cx="28398" cy="28398"/>
            </a:xfrm>
            <a:prstGeom prst="ellipse">
              <a:avLst/>
            </a:prstGeom>
            <a:solidFill>
              <a:srgbClr val="7F8C97">
                <a:alpha val="48000"/>
              </a:srgbClr>
            </a:solidFill>
            <a:ln w="0">
              <a:noFill/>
              <a:prstDash val="solid"/>
            </a:ln>
          </p:spPr>
        </p:sp>
        <p:sp>
          <p:nvSpPr>
            <p:cNvPr id="1739" name="03_assume_matched_1738">
              <a:extLst>
                <a:ext uri="{FF2B5EF4-FFF2-40B4-BE49-F238E27FC236}">
                  <a16:creationId xmlns:a16="http://schemas.microsoft.com/office/drawing/2014/main" id="{FB24F4D0-F8F2-4EA4-808D-39F6F1CCF904}"/>
                </a:ext>
              </a:extLst>
            </p:cNvPr>
            <p:cNvSpPr>
              <a:spLocks/>
            </p:cNvSpPr>
            <p:nvPr/>
          </p:nvSpPr>
          <p:spPr>
            <a:xfrm>
              <a:off x="4208739" y="4278955"/>
              <a:ext cx="28398" cy="28398"/>
            </a:xfrm>
            <a:prstGeom prst="ellipse">
              <a:avLst/>
            </a:prstGeom>
            <a:solidFill>
              <a:srgbClr val="7F8C97">
                <a:alpha val="48000"/>
              </a:srgbClr>
            </a:solidFill>
            <a:ln w="0">
              <a:noFill/>
              <a:prstDash val="solid"/>
            </a:ln>
          </p:spPr>
        </p:sp>
        <p:sp>
          <p:nvSpPr>
            <p:cNvPr id="1740" name="03_assume_matched_1739">
              <a:extLst>
                <a:ext uri="{FF2B5EF4-FFF2-40B4-BE49-F238E27FC236}">
                  <a16:creationId xmlns:a16="http://schemas.microsoft.com/office/drawing/2014/main" id="{A3637658-F422-4A13-8855-79E24BCA6B7C}"/>
                </a:ext>
              </a:extLst>
            </p:cNvPr>
            <p:cNvSpPr>
              <a:spLocks/>
            </p:cNvSpPr>
            <p:nvPr/>
          </p:nvSpPr>
          <p:spPr>
            <a:xfrm>
              <a:off x="4194492" y="4278955"/>
              <a:ext cx="28398" cy="28398"/>
            </a:xfrm>
            <a:prstGeom prst="ellipse">
              <a:avLst/>
            </a:prstGeom>
            <a:solidFill>
              <a:srgbClr val="7F8C97">
                <a:alpha val="48000"/>
              </a:srgbClr>
            </a:solidFill>
            <a:ln w="0">
              <a:noFill/>
              <a:prstDash val="solid"/>
            </a:ln>
          </p:spPr>
        </p:sp>
        <p:sp>
          <p:nvSpPr>
            <p:cNvPr id="1741" name="03_assume_matched_1740">
              <a:extLst>
                <a:ext uri="{FF2B5EF4-FFF2-40B4-BE49-F238E27FC236}">
                  <a16:creationId xmlns:a16="http://schemas.microsoft.com/office/drawing/2014/main" id="{72150CD2-BC20-4CCD-BBDF-6911BB9BFAE4}"/>
                </a:ext>
              </a:extLst>
            </p:cNvPr>
            <p:cNvSpPr>
              <a:spLocks/>
            </p:cNvSpPr>
            <p:nvPr/>
          </p:nvSpPr>
          <p:spPr>
            <a:xfrm>
              <a:off x="4210897" y="4278955"/>
              <a:ext cx="28398" cy="28398"/>
            </a:xfrm>
            <a:prstGeom prst="ellipse">
              <a:avLst/>
            </a:prstGeom>
            <a:solidFill>
              <a:srgbClr val="7F8C97">
                <a:alpha val="48000"/>
              </a:srgbClr>
            </a:solidFill>
            <a:ln w="0">
              <a:noFill/>
              <a:prstDash val="solid"/>
            </a:ln>
          </p:spPr>
        </p:sp>
        <p:sp>
          <p:nvSpPr>
            <p:cNvPr id="1742" name="03_assume_matched_1741">
              <a:extLst>
                <a:ext uri="{FF2B5EF4-FFF2-40B4-BE49-F238E27FC236}">
                  <a16:creationId xmlns:a16="http://schemas.microsoft.com/office/drawing/2014/main" id="{183E3E0B-8C22-44C5-928C-5928D48E8E27}"/>
                </a:ext>
              </a:extLst>
            </p:cNvPr>
            <p:cNvSpPr>
              <a:spLocks/>
            </p:cNvSpPr>
            <p:nvPr/>
          </p:nvSpPr>
          <p:spPr>
            <a:xfrm>
              <a:off x="4296091" y="4132738"/>
              <a:ext cx="28398" cy="28398"/>
            </a:xfrm>
            <a:prstGeom prst="ellipse">
              <a:avLst/>
            </a:prstGeom>
            <a:solidFill>
              <a:srgbClr val="7F8C97">
                <a:alpha val="48000"/>
              </a:srgbClr>
            </a:solidFill>
            <a:ln w="0">
              <a:noFill/>
              <a:prstDash val="solid"/>
            </a:ln>
          </p:spPr>
        </p:sp>
        <p:sp>
          <p:nvSpPr>
            <p:cNvPr id="1743" name="03_assume_matched_1742">
              <a:extLst>
                <a:ext uri="{FF2B5EF4-FFF2-40B4-BE49-F238E27FC236}">
                  <a16:creationId xmlns:a16="http://schemas.microsoft.com/office/drawing/2014/main" id="{958D7E33-250F-4469-BF21-6F2CE55FF12D}"/>
                </a:ext>
              </a:extLst>
            </p:cNvPr>
            <p:cNvSpPr>
              <a:spLocks/>
            </p:cNvSpPr>
            <p:nvPr/>
          </p:nvSpPr>
          <p:spPr>
            <a:xfrm>
              <a:off x="4251048" y="4083999"/>
              <a:ext cx="28398" cy="28398"/>
            </a:xfrm>
            <a:prstGeom prst="ellipse">
              <a:avLst/>
            </a:prstGeom>
            <a:solidFill>
              <a:srgbClr val="7F8C97">
                <a:alpha val="48000"/>
              </a:srgbClr>
            </a:solidFill>
            <a:ln w="0">
              <a:noFill/>
              <a:prstDash val="solid"/>
            </a:ln>
          </p:spPr>
        </p:sp>
        <p:sp>
          <p:nvSpPr>
            <p:cNvPr id="1744" name="03_assume_matched_1743">
              <a:extLst>
                <a:ext uri="{FF2B5EF4-FFF2-40B4-BE49-F238E27FC236}">
                  <a16:creationId xmlns:a16="http://schemas.microsoft.com/office/drawing/2014/main" id="{8CF9E966-9D86-4D5C-B9AA-2B4F67AC4D60}"/>
                </a:ext>
              </a:extLst>
            </p:cNvPr>
            <p:cNvSpPr>
              <a:spLocks/>
            </p:cNvSpPr>
            <p:nvPr/>
          </p:nvSpPr>
          <p:spPr>
            <a:xfrm>
              <a:off x="4260834" y="4213970"/>
              <a:ext cx="28398" cy="28398"/>
            </a:xfrm>
            <a:prstGeom prst="ellipse">
              <a:avLst/>
            </a:prstGeom>
            <a:solidFill>
              <a:srgbClr val="7F8C97">
                <a:alpha val="48000"/>
              </a:srgbClr>
            </a:solidFill>
            <a:ln w="0">
              <a:noFill/>
              <a:prstDash val="solid"/>
            </a:ln>
          </p:spPr>
        </p:sp>
        <p:sp>
          <p:nvSpPr>
            <p:cNvPr id="1745" name="03_assume_matched_1744">
              <a:extLst>
                <a:ext uri="{FF2B5EF4-FFF2-40B4-BE49-F238E27FC236}">
                  <a16:creationId xmlns:a16="http://schemas.microsoft.com/office/drawing/2014/main" id="{3481F738-614E-4BAD-8492-E67A53154480}"/>
                </a:ext>
              </a:extLst>
            </p:cNvPr>
            <p:cNvSpPr>
              <a:spLocks/>
            </p:cNvSpPr>
            <p:nvPr/>
          </p:nvSpPr>
          <p:spPr>
            <a:xfrm>
              <a:off x="4197658" y="4148984"/>
              <a:ext cx="28398" cy="28398"/>
            </a:xfrm>
            <a:prstGeom prst="ellipse">
              <a:avLst/>
            </a:prstGeom>
            <a:solidFill>
              <a:srgbClr val="7F8C97">
                <a:alpha val="48000"/>
              </a:srgbClr>
            </a:solidFill>
            <a:ln w="0">
              <a:noFill/>
              <a:prstDash val="solid"/>
            </a:ln>
          </p:spPr>
        </p:sp>
        <p:sp>
          <p:nvSpPr>
            <p:cNvPr id="1746" name="03_assume_matched_1745">
              <a:extLst>
                <a:ext uri="{FF2B5EF4-FFF2-40B4-BE49-F238E27FC236}">
                  <a16:creationId xmlns:a16="http://schemas.microsoft.com/office/drawing/2014/main" id="{D9223481-5B73-4606-A7FF-8033EBDC78F1}"/>
                </a:ext>
              </a:extLst>
            </p:cNvPr>
            <p:cNvSpPr>
              <a:spLocks/>
            </p:cNvSpPr>
            <p:nvPr/>
          </p:nvSpPr>
          <p:spPr>
            <a:xfrm>
              <a:off x="4288032" y="4278955"/>
              <a:ext cx="28398" cy="28398"/>
            </a:xfrm>
            <a:prstGeom prst="ellipse">
              <a:avLst/>
            </a:prstGeom>
            <a:solidFill>
              <a:srgbClr val="7F8C97">
                <a:alpha val="48000"/>
              </a:srgbClr>
            </a:solidFill>
            <a:ln w="0">
              <a:noFill/>
              <a:prstDash val="solid"/>
            </a:ln>
          </p:spPr>
        </p:sp>
        <p:sp>
          <p:nvSpPr>
            <p:cNvPr id="1747" name="03_assume_matched_1746">
              <a:extLst>
                <a:ext uri="{FF2B5EF4-FFF2-40B4-BE49-F238E27FC236}">
                  <a16:creationId xmlns:a16="http://schemas.microsoft.com/office/drawing/2014/main" id="{3FADC1B6-FB6C-4D7C-BCD8-8C0FFF041953}"/>
                </a:ext>
              </a:extLst>
            </p:cNvPr>
            <p:cNvSpPr>
              <a:spLocks/>
            </p:cNvSpPr>
            <p:nvPr/>
          </p:nvSpPr>
          <p:spPr>
            <a:xfrm>
              <a:off x="4261121" y="4066275"/>
              <a:ext cx="28398" cy="28398"/>
            </a:xfrm>
            <a:prstGeom prst="ellipse">
              <a:avLst/>
            </a:prstGeom>
            <a:solidFill>
              <a:srgbClr val="7F8C97">
                <a:alpha val="48000"/>
              </a:srgbClr>
            </a:solidFill>
            <a:ln w="0">
              <a:noFill/>
              <a:prstDash val="solid"/>
            </a:ln>
          </p:spPr>
        </p:sp>
        <p:sp>
          <p:nvSpPr>
            <p:cNvPr id="1748" name="03_assume_matched_1747">
              <a:extLst>
                <a:ext uri="{FF2B5EF4-FFF2-40B4-BE49-F238E27FC236}">
                  <a16:creationId xmlns:a16="http://schemas.microsoft.com/office/drawing/2014/main" id="{CBA05073-B097-417D-BF02-2534C140AE2E}"/>
                </a:ext>
              </a:extLst>
            </p:cNvPr>
            <p:cNvSpPr>
              <a:spLocks/>
            </p:cNvSpPr>
            <p:nvPr/>
          </p:nvSpPr>
          <p:spPr>
            <a:xfrm>
              <a:off x="4178949" y="4278955"/>
              <a:ext cx="28398" cy="28398"/>
            </a:xfrm>
            <a:prstGeom prst="ellipse">
              <a:avLst/>
            </a:prstGeom>
            <a:solidFill>
              <a:srgbClr val="7F8C97">
                <a:alpha val="48000"/>
              </a:srgbClr>
            </a:solidFill>
            <a:ln w="0">
              <a:noFill/>
              <a:prstDash val="solid"/>
            </a:ln>
          </p:spPr>
        </p:sp>
        <p:sp>
          <p:nvSpPr>
            <p:cNvPr id="1749" name="03_assume_matched_1748">
              <a:extLst>
                <a:ext uri="{FF2B5EF4-FFF2-40B4-BE49-F238E27FC236}">
                  <a16:creationId xmlns:a16="http://schemas.microsoft.com/office/drawing/2014/main" id="{CC2B80B2-4F54-4F11-8A2B-CFDBF86B9E77}"/>
                </a:ext>
              </a:extLst>
            </p:cNvPr>
            <p:cNvSpPr>
              <a:spLocks/>
            </p:cNvSpPr>
            <p:nvPr/>
          </p:nvSpPr>
          <p:spPr>
            <a:xfrm>
              <a:off x="4186289" y="4045007"/>
              <a:ext cx="28398" cy="28398"/>
            </a:xfrm>
            <a:prstGeom prst="ellipse">
              <a:avLst/>
            </a:prstGeom>
            <a:solidFill>
              <a:srgbClr val="7F8C97">
                <a:alpha val="48000"/>
              </a:srgbClr>
            </a:solidFill>
            <a:ln w="0">
              <a:noFill/>
              <a:prstDash val="solid"/>
            </a:ln>
          </p:spPr>
        </p:sp>
        <p:sp>
          <p:nvSpPr>
            <p:cNvPr id="1750" name="03_assume_matched_1749">
              <a:extLst>
                <a:ext uri="{FF2B5EF4-FFF2-40B4-BE49-F238E27FC236}">
                  <a16:creationId xmlns:a16="http://schemas.microsoft.com/office/drawing/2014/main" id="{EC1FBE8A-9AAC-40A3-BE8D-E91589A3091E}"/>
                </a:ext>
              </a:extLst>
            </p:cNvPr>
            <p:cNvSpPr>
              <a:spLocks/>
            </p:cNvSpPr>
            <p:nvPr/>
          </p:nvSpPr>
          <p:spPr>
            <a:xfrm>
              <a:off x="4197514" y="4132738"/>
              <a:ext cx="28398" cy="28398"/>
            </a:xfrm>
            <a:prstGeom prst="ellipse">
              <a:avLst/>
            </a:prstGeom>
            <a:solidFill>
              <a:srgbClr val="7F8C97">
                <a:alpha val="48000"/>
              </a:srgbClr>
            </a:solidFill>
            <a:ln w="0">
              <a:noFill/>
              <a:prstDash val="solid"/>
            </a:ln>
          </p:spPr>
        </p:sp>
        <p:sp>
          <p:nvSpPr>
            <p:cNvPr id="1751" name="03_assume_matched_1750">
              <a:extLst>
                <a:ext uri="{FF2B5EF4-FFF2-40B4-BE49-F238E27FC236}">
                  <a16:creationId xmlns:a16="http://schemas.microsoft.com/office/drawing/2014/main" id="{5146778D-8DAB-4659-AA0E-2E6E58BC049B}"/>
                </a:ext>
              </a:extLst>
            </p:cNvPr>
            <p:cNvSpPr>
              <a:spLocks/>
            </p:cNvSpPr>
            <p:nvPr/>
          </p:nvSpPr>
          <p:spPr>
            <a:xfrm>
              <a:off x="4286881" y="3986521"/>
              <a:ext cx="28398" cy="28398"/>
            </a:xfrm>
            <a:prstGeom prst="ellipse">
              <a:avLst/>
            </a:prstGeom>
            <a:solidFill>
              <a:srgbClr val="7F8C97">
                <a:alpha val="48000"/>
              </a:srgbClr>
            </a:solidFill>
            <a:ln w="0">
              <a:noFill/>
              <a:prstDash val="solid"/>
            </a:ln>
          </p:spPr>
        </p:sp>
        <p:sp>
          <p:nvSpPr>
            <p:cNvPr id="1752" name="03_assume_matched_1751">
              <a:extLst>
                <a:ext uri="{FF2B5EF4-FFF2-40B4-BE49-F238E27FC236}">
                  <a16:creationId xmlns:a16="http://schemas.microsoft.com/office/drawing/2014/main" id="{557D6C2B-6101-4878-A690-3B2105548B36}"/>
                </a:ext>
              </a:extLst>
            </p:cNvPr>
            <p:cNvSpPr>
              <a:spLocks/>
            </p:cNvSpPr>
            <p:nvPr/>
          </p:nvSpPr>
          <p:spPr>
            <a:xfrm>
              <a:off x="4199816" y="3986521"/>
              <a:ext cx="28398" cy="28398"/>
            </a:xfrm>
            <a:prstGeom prst="ellipse">
              <a:avLst/>
            </a:prstGeom>
            <a:solidFill>
              <a:srgbClr val="7F8C97">
                <a:alpha val="48000"/>
              </a:srgbClr>
            </a:solidFill>
            <a:ln w="0">
              <a:noFill/>
              <a:prstDash val="solid"/>
            </a:ln>
          </p:spPr>
        </p:sp>
        <p:sp>
          <p:nvSpPr>
            <p:cNvPr id="1753" name="03_assume_matched_1752">
              <a:extLst>
                <a:ext uri="{FF2B5EF4-FFF2-40B4-BE49-F238E27FC236}">
                  <a16:creationId xmlns:a16="http://schemas.microsoft.com/office/drawing/2014/main" id="{EA84AB2F-B2FA-44B2-AAC0-03C963C12918}"/>
                </a:ext>
              </a:extLst>
            </p:cNvPr>
            <p:cNvSpPr>
              <a:spLocks/>
            </p:cNvSpPr>
            <p:nvPr/>
          </p:nvSpPr>
          <p:spPr>
            <a:xfrm>
              <a:off x="4278822" y="4148984"/>
              <a:ext cx="28398" cy="28398"/>
            </a:xfrm>
            <a:prstGeom prst="ellipse">
              <a:avLst/>
            </a:prstGeom>
            <a:solidFill>
              <a:srgbClr val="7F8C97">
                <a:alpha val="48000"/>
              </a:srgbClr>
            </a:solidFill>
            <a:ln w="0">
              <a:noFill/>
              <a:prstDash val="solid"/>
            </a:ln>
          </p:spPr>
        </p:sp>
        <p:sp>
          <p:nvSpPr>
            <p:cNvPr id="1754" name="03_assume_matched_1753">
              <a:extLst>
                <a:ext uri="{FF2B5EF4-FFF2-40B4-BE49-F238E27FC236}">
                  <a16:creationId xmlns:a16="http://schemas.microsoft.com/office/drawing/2014/main" id="{652B14E9-C040-4C6D-A8E8-0ADA620A8A73}"/>
                </a:ext>
              </a:extLst>
            </p:cNvPr>
            <p:cNvSpPr>
              <a:spLocks/>
            </p:cNvSpPr>
            <p:nvPr/>
          </p:nvSpPr>
          <p:spPr>
            <a:xfrm>
              <a:off x="4279974" y="3986521"/>
              <a:ext cx="28398" cy="28398"/>
            </a:xfrm>
            <a:prstGeom prst="ellipse">
              <a:avLst/>
            </a:prstGeom>
            <a:solidFill>
              <a:srgbClr val="7F8C97">
                <a:alpha val="48000"/>
              </a:srgbClr>
            </a:solidFill>
            <a:ln w="0">
              <a:noFill/>
              <a:prstDash val="solid"/>
            </a:ln>
          </p:spPr>
        </p:sp>
        <p:sp>
          <p:nvSpPr>
            <p:cNvPr id="1755" name="03_assume_matched_1754">
              <a:extLst>
                <a:ext uri="{FF2B5EF4-FFF2-40B4-BE49-F238E27FC236}">
                  <a16:creationId xmlns:a16="http://schemas.microsoft.com/office/drawing/2014/main" id="{B787CE0F-EF64-4D3A-8C97-AF91E51600C3}"/>
                </a:ext>
              </a:extLst>
            </p:cNvPr>
            <p:cNvSpPr>
              <a:spLocks/>
            </p:cNvSpPr>
            <p:nvPr/>
          </p:nvSpPr>
          <p:spPr>
            <a:xfrm>
              <a:off x="4283715" y="4278955"/>
              <a:ext cx="28398" cy="28398"/>
            </a:xfrm>
            <a:prstGeom prst="ellipse">
              <a:avLst/>
            </a:prstGeom>
            <a:solidFill>
              <a:srgbClr val="7F8C97">
                <a:alpha val="48000"/>
              </a:srgbClr>
            </a:solidFill>
            <a:ln w="0">
              <a:noFill/>
              <a:prstDash val="solid"/>
            </a:ln>
          </p:spPr>
        </p:sp>
        <p:sp>
          <p:nvSpPr>
            <p:cNvPr id="1756" name="03_assume_matched_1755">
              <a:extLst>
                <a:ext uri="{FF2B5EF4-FFF2-40B4-BE49-F238E27FC236}">
                  <a16:creationId xmlns:a16="http://schemas.microsoft.com/office/drawing/2014/main" id="{77EB29FE-9647-42C3-848D-C5572AB01CF3}"/>
                </a:ext>
              </a:extLst>
            </p:cNvPr>
            <p:cNvSpPr>
              <a:spLocks/>
            </p:cNvSpPr>
            <p:nvPr/>
          </p:nvSpPr>
          <p:spPr>
            <a:xfrm>
              <a:off x="4200967" y="4083999"/>
              <a:ext cx="28398" cy="28398"/>
            </a:xfrm>
            <a:prstGeom prst="ellipse">
              <a:avLst/>
            </a:prstGeom>
            <a:solidFill>
              <a:srgbClr val="7F8C97">
                <a:alpha val="48000"/>
              </a:srgbClr>
            </a:solidFill>
            <a:ln w="0">
              <a:noFill/>
              <a:prstDash val="solid"/>
            </a:ln>
          </p:spPr>
        </p:sp>
        <p:sp>
          <p:nvSpPr>
            <p:cNvPr id="1757" name="03_assume_matched_1756">
              <a:extLst>
                <a:ext uri="{FF2B5EF4-FFF2-40B4-BE49-F238E27FC236}">
                  <a16:creationId xmlns:a16="http://schemas.microsoft.com/office/drawing/2014/main" id="{5C2E6230-C65F-43F9-963A-D73336712C8D}"/>
                </a:ext>
              </a:extLst>
            </p:cNvPr>
            <p:cNvSpPr>
              <a:spLocks/>
            </p:cNvSpPr>
            <p:nvPr/>
          </p:nvSpPr>
          <p:spPr>
            <a:xfrm>
              <a:off x="4179237" y="4278955"/>
              <a:ext cx="28398" cy="28398"/>
            </a:xfrm>
            <a:prstGeom prst="ellipse">
              <a:avLst/>
            </a:prstGeom>
            <a:solidFill>
              <a:srgbClr val="7F8C97">
                <a:alpha val="48000"/>
              </a:srgbClr>
            </a:solidFill>
            <a:ln w="0">
              <a:noFill/>
              <a:prstDash val="solid"/>
            </a:ln>
          </p:spPr>
        </p:sp>
        <p:sp>
          <p:nvSpPr>
            <p:cNvPr id="1758" name="03_assume_matched_1757">
              <a:extLst>
                <a:ext uri="{FF2B5EF4-FFF2-40B4-BE49-F238E27FC236}">
                  <a16:creationId xmlns:a16="http://schemas.microsoft.com/office/drawing/2014/main" id="{B9E1772A-EE78-47D0-B676-10DEB074D246}"/>
                </a:ext>
              </a:extLst>
            </p:cNvPr>
            <p:cNvSpPr>
              <a:spLocks/>
            </p:cNvSpPr>
            <p:nvPr/>
          </p:nvSpPr>
          <p:spPr>
            <a:xfrm>
              <a:off x="4262992" y="4278955"/>
              <a:ext cx="28398" cy="28398"/>
            </a:xfrm>
            <a:prstGeom prst="ellipse">
              <a:avLst/>
            </a:prstGeom>
            <a:solidFill>
              <a:srgbClr val="7F8C97">
                <a:alpha val="48000"/>
              </a:srgbClr>
            </a:solidFill>
            <a:ln w="0">
              <a:noFill/>
              <a:prstDash val="solid"/>
            </a:ln>
          </p:spPr>
        </p:sp>
        <p:sp>
          <p:nvSpPr>
            <p:cNvPr id="1759" name="03_assume_matched_1758">
              <a:extLst>
                <a:ext uri="{FF2B5EF4-FFF2-40B4-BE49-F238E27FC236}">
                  <a16:creationId xmlns:a16="http://schemas.microsoft.com/office/drawing/2014/main" id="{009821DE-95F9-4AE9-96AD-240D81DF0168}"/>
                </a:ext>
              </a:extLst>
            </p:cNvPr>
            <p:cNvSpPr>
              <a:spLocks/>
            </p:cNvSpPr>
            <p:nvPr/>
          </p:nvSpPr>
          <p:spPr>
            <a:xfrm>
              <a:off x="4172474" y="4278955"/>
              <a:ext cx="28398" cy="28398"/>
            </a:xfrm>
            <a:prstGeom prst="ellipse">
              <a:avLst/>
            </a:prstGeom>
            <a:solidFill>
              <a:srgbClr val="7F8C97">
                <a:alpha val="48000"/>
              </a:srgbClr>
            </a:solidFill>
            <a:ln w="0">
              <a:noFill/>
              <a:prstDash val="solid"/>
            </a:ln>
          </p:spPr>
        </p:sp>
        <p:sp>
          <p:nvSpPr>
            <p:cNvPr id="1760" name="03_assume_matched_1759">
              <a:extLst>
                <a:ext uri="{FF2B5EF4-FFF2-40B4-BE49-F238E27FC236}">
                  <a16:creationId xmlns:a16="http://schemas.microsoft.com/office/drawing/2014/main" id="{3E757FC9-B46E-4931-B39A-E5E4B0D81EC6}"/>
                </a:ext>
              </a:extLst>
            </p:cNvPr>
            <p:cNvSpPr>
              <a:spLocks/>
            </p:cNvSpPr>
            <p:nvPr/>
          </p:nvSpPr>
          <p:spPr>
            <a:xfrm>
              <a:off x="4266590" y="4045007"/>
              <a:ext cx="28398" cy="28398"/>
            </a:xfrm>
            <a:prstGeom prst="ellipse">
              <a:avLst/>
            </a:prstGeom>
            <a:solidFill>
              <a:srgbClr val="7F8C97">
                <a:alpha val="48000"/>
              </a:srgbClr>
            </a:solidFill>
            <a:ln w="0">
              <a:noFill/>
              <a:prstDash val="solid"/>
            </a:ln>
          </p:spPr>
        </p:sp>
        <p:sp>
          <p:nvSpPr>
            <p:cNvPr id="1761" name="03_assume_matched_1760">
              <a:extLst>
                <a:ext uri="{FF2B5EF4-FFF2-40B4-BE49-F238E27FC236}">
                  <a16:creationId xmlns:a16="http://schemas.microsoft.com/office/drawing/2014/main" id="{171C2F1E-CD65-4827-B5AF-F43735749DF5}"/>
                </a:ext>
              </a:extLst>
            </p:cNvPr>
            <p:cNvSpPr>
              <a:spLocks/>
            </p:cNvSpPr>
            <p:nvPr/>
          </p:nvSpPr>
          <p:spPr>
            <a:xfrm>
              <a:off x="4173769" y="4278955"/>
              <a:ext cx="28398" cy="28398"/>
            </a:xfrm>
            <a:prstGeom prst="ellipse">
              <a:avLst/>
            </a:prstGeom>
            <a:solidFill>
              <a:srgbClr val="7F8C97">
                <a:alpha val="48000"/>
              </a:srgbClr>
            </a:solidFill>
            <a:ln w="0">
              <a:noFill/>
              <a:prstDash val="solid"/>
            </a:ln>
          </p:spPr>
        </p:sp>
        <p:sp>
          <p:nvSpPr>
            <p:cNvPr id="1762" name="03_assume_matched_1761">
              <a:extLst>
                <a:ext uri="{FF2B5EF4-FFF2-40B4-BE49-F238E27FC236}">
                  <a16:creationId xmlns:a16="http://schemas.microsoft.com/office/drawing/2014/main" id="{9E172905-26D0-44E1-B8EE-00ABE02F312B}"/>
                </a:ext>
              </a:extLst>
            </p:cNvPr>
            <p:cNvSpPr>
              <a:spLocks/>
            </p:cNvSpPr>
            <p:nvPr/>
          </p:nvSpPr>
          <p:spPr>
            <a:xfrm>
              <a:off x="4294220" y="4278955"/>
              <a:ext cx="28398" cy="28398"/>
            </a:xfrm>
            <a:prstGeom prst="ellipse">
              <a:avLst/>
            </a:prstGeom>
            <a:solidFill>
              <a:srgbClr val="7F8C97">
                <a:alpha val="48000"/>
              </a:srgbClr>
            </a:solidFill>
            <a:ln w="0">
              <a:noFill/>
              <a:prstDash val="solid"/>
            </a:ln>
          </p:spPr>
        </p:sp>
        <p:sp>
          <p:nvSpPr>
            <p:cNvPr id="1763" name="03_assume_matched_1762">
              <a:extLst>
                <a:ext uri="{FF2B5EF4-FFF2-40B4-BE49-F238E27FC236}">
                  <a16:creationId xmlns:a16="http://schemas.microsoft.com/office/drawing/2014/main" id="{A554E149-E3DA-4829-AF04-11B4FE205455}"/>
                </a:ext>
              </a:extLst>
            </p:cNvPr>
            <p:cNvSpPr>
              <a:spLocks/>
            </p:cNvSpPr>
            <p:nvPr/>
          </p:nvSpPr>
          <p:spPr>
            <a:xfrm>
              <a:off x="4272202" y="4278955"/>
              <a:ext cx="28398" cy="28398"/>
            </a:xfrm>
            <a:prstGeom prst="ellipse">
              <a:avLst/>
            </a:prstGeom>
            <a:solidFill>
              <a:srgbClr val="7F8C97">
                <a:alpha val="48000"/>
              </a:srgbClr>
            </a:solidFill>
            <a:ln w="0">
              <a:noFill/>
              <a:prstDash val="solid"/>
            </a:ln>
          </p:spPr>
        </p:sp>
        <p:sp>
          <p:nvSpPr>
            <p:cNvPr id="1764" name="03_assume_matched_1763">
              <a:extLst>
                <a:ext uri="{FF2B5EF4-FFF2-40B4-BE49-F238E27FC236}">
                  <a16:creationId xmlns:a16="http://schemas.microsoft.com/office/drawing/2014/main" id="{868F3BD4-9DDA-4031-8C4F-780F5103B121}"/>
                </a:ext>
              </a:extLst>
            </p:cNvPr>
            <p:cNvSpPr>
              <a:spLocks/>
            </p:cNvSpPr>
            <p:nvPr/>
          </p:nvSpPr>
          <p:spPr>
            <a:xfrm>
              <a:off x="4220107" y="4278955"/>
              <a:ext cx="28398" cy="28398"/>
            </a:xfrm>
            <a:prstGeom prst="ellipse">
              <a:avLst/>
            </a:prstGeom>
            <a:solidFill>
              <a:srgbClr val="7F8C97">
                <a:alpha val="48000"/>
              </a:srgbClr>
            </a:solidFill>
            <a:ln w="0">
              <a:noFill/>
              <a:prstDash val="solid"/>
            </a:ln>
          </p:spPr>
        </p:sp>
        <p:sp>
          <p:nvSpPr>
            <p:cNvPr id="1765" name="03_assume_matched_1764">
              <a:extLst>
                <a:ext uri="{FF2B5EF4-FFF2-40B4-BE49-F238E27FC236}">
                  <a16:creationId xmlns:a16="http://schemas.microsoft.com/office/drawing/2014/main" id="{46890CF1-2DA2-46BC-A29B-BAECE3B5BB99}"/>
                </a:ext>
              </a:extLst>
            </p:cNvPr>
            <p:cNvSpPr>
              <a:spLocks/>
            </p:cNvSpPr>
            <p:nvPr/>
          </p:nvSpPr>
          <p:spPr>
            <a:xfrm>
              <a:off x="4195787" y="4278955"/>
              <a:ext cx="28398" cy="28398"/>
            </a:xfrm>
            <a:prstGeom prst="ellipse">
              <a:avLst/>
            </a:prstGeom>
            <a:solidFill>
              <a:srgbClr val="7F8C97">
                <a:alpha val="48000"/>
              </a:srgbClr>
            </a:solidFill>
            <a:ln w="0">
              <a:noFill/>
              <a:prstDash val="solid"/>
            </a:ln>
          </p:spPr>
        </p:sp>
        <p:sp>
          <p:nvSpPr>
            <p:cNvPr id="1766" name="03_assume_matched_1765">
              <a:extLst>
                <a:ext uri="{FF2B5EF4-FFF2-40B4-BE49-F238E27FC236}">
                  <a16:creationId xmlns:a16="http://schemas.microsoft.com/office/drawing/2014/main" id="{72CD118C-C368-48DE-A280-34D963900E14}"/>
                </a:ext>
              </a:extLst>
            </p:cNvPr>
            <p:cNvSpPr>
              <a:spLocks/>
            </p:cNvSpPr>
            <p:nvPr/>
          </p:nvSpPr>
          <p:spPr>
            <a:xfrm>
              <a:off x="4298250" y="4278955"/>
              <a:ext cx="28398" cy="28398"/>
            </a:xfrm>
            <a:prstGeom prst="ellipse">
              <a:avLst/>
            </a:prstGeom>
            <a:solidFill>
              <a:srgbClr val="7F8C97">
                <a:alpha val="48000"/>
              </a:srgbClr>
            </a:solidFill>
            <a:ln w="0">
              <a:noFill/>
              <a:prstDash val="solid"/>
            </a:ln>
          </p:spPr>
        </p:sp>
        <p:sp>
          <p:nvSpPr>
            <p:cNvPr id="1767" name="03_assume_matched_1766">
              <a:extLst>
                <a:ext uri="{FF2B5EF4-FFF2-40B4-BE49-F238E27FC236}">
                  <a16:creationId xmlns:a16="http://schemas.microsoft.com/office/drawing/2014/main" id="{13EBA9D9-565B-4D97-A194-899D5309FE76}"/>
                </a:ext>
              </a:extLst>
            </p:cNvPr>
            <p:cNvSpPr>
              <a:spLocks/>
            </p:cNvSpPr>
            <p:nvPr/>
          </p:nvSpPr>
          <p:spPr>
            <a:xfrm>
              <a:off x="4246011" y="4278955"/>
              <a:ext cx="28398" cy="28398"/>
            </a:xfrm>
            <a:prstGeom prst="ellipse">
              <a:avLst/>
            </a:prstGeom>
            <a:solidFill>
              <a:srgbClr val="7F8C97">
                <a:alpha val="48000"/>
              </a:srgbClr>
            </a:solidFill>
            <a:ln w="0">
              <a:noFill/>
              <a:prstDash val="solid"/>
            </a:ln>
          </p:spPr>
        </p:sp>
        <p:sp>
          <p:nvSpPr>
            <p:cNvPr id="1768" name="03_assume_matched_1767">
              <a:extLst>
                <a:ext uri="{FF2B5EF4-FFF2-40B4-BE49-F238E27FC236}">
                  <a16:creationId xmlns:a16="http://schemas.microsoft.com/office/drawing/2014/main" id="{40CD6016-17D7-4332-B57D-EABDA84B1367}"/>
                </a:ext>
              </a:extLst>
            </p:cNvPr>
            <p:cNvSpPr>
              <a:spLocks/>
            </p:cNvSpPr>
            <p:nvPr/>
          </p:nvSpPr>
          <p:spPr>
            <a:xfrm>
              <a:off x="4278822" y="4278955"/>
              <a:ext cx="28398" cy="28398"/>
            </a:xfrm>
            <a:prstGeom prst="ellipse">
              <a:avLst/>
            </a:prstGeom>
            <a:solidFill>
              <a:srgbClr val="7F8C97">
                <a:alpha val="48000"/>
              </a:srgbClr>
            </a:solidFill>
            <a:ln w="0">
              <a:noFill/>
              <a:prstDash val="solid"/>
            </a:ln>
          </p:spPr>
        </p:sp>
        <p:sp>
          <p:nvSpPr>
            <p:cNvPr id="1769" name="03_assume_matched_1768">
              <a:extLst>
                <a:ext uri="{FF2B5EF4-FFF2-40B4-BE49-F238E27FC236}">
                  <a16:creationId xmlns:a16="http://schemas.microsoft.com/office/drawing/2014/main" id="{665AFCC2-6B12-4686-9DC6-33A8791C923E}"/>
                </a:ext>
              </a:extLst>
            </p:cNvPr>
            <p:cNvSpPr>
              <a:spLocks/>
            </p:cNvSpPr>
            <p:nvPr/>
          </p:nvSpPr>
          <p:spPr>
            <a:xfrm>
              <a:off x="4177942" y="4278955"/>
              <a:ext cx="28398" cy="28398"/>
            </a:xfrm>
            <a:prstGeom prst="ellipse">
              <a:avLst/>
            </a:prstGeom>
            <a:solidFill>
              <a:srgbClr val="7F8C97">
                <a:alpha val="48000"/>
              </a:srgbClr>
            </a:solidFill>
            <a:ln w="0">
              <a:noFill/>
              <a:prstDash val="solid"/>
            </a:ln>
          </p:spPr>
        </p:sp>
        <p:sp>
          <p:nvSpPr>
            <p:cNvPr id="1770" name="03_assume_matched_1769">
              <a:extLst>
                <a:ext uri="{FF2B5EF4-FFF2-40B4-BE49-F238E27FC236}">
                  <a16:creationId xmlns:a16="http://schemas.microsoft.com/office/drawing/2014/main" id="{7D643854-C1AF-4D4B-A20D-B9EF773E3E84}"/>
                </a:ext>
              </a:extLst>
            </p:cNvPr>
            <p:cNvSpPr>
              <a:spLocks/>
            </p:cNvSpPr>
            <p:nvPr/>
          </p:nvSpPr>
          <p:spPr>
            <a:xfrm>
              <a:off x="4269900" y="3986521"/>
              <a:ext cx="28398" cy="28398"/>
            </a:xfrm>
            <a:prstGeom prst="ellipse">
              <a:avLst/>
            </a:prstGeom>
            <a:solidFill>
              <a:srgbClr val="7F8C97">
                <a:alpha val="48000"/>
              </a:srgbClr>
            </a:solidFill>
            <a:ln w="0">
              <a:noFill/>
              <a:prstDash val="solid"/>
            </a:ln>
          </p:spPr>
        </p:sp>
        <p:sp>
          <p:nvSpPr>
            <p:cNvPr id="1771" name="03_assume_matched_1770">
              <a:extLst>
                <a:ext uri="{FF2B5EF4-FFF2-40B4-BE49-F238E27FC236}">
                  <a16:creationId xmlns:a16="http://schemas.microsoft.com/office/drawing/2014/main" id="{C72C4D2F-822E-4346-8F06-4C47E703AE6A}"/>
                </a:ext>
              </a:extLst>
            </p:cNvPr>
            <p:cNvSpPr>
              <a:spLocks/>
            </p:cNvSpPr>
            <p:nvPr/>
          </p:nvSpPr>
          <p:spPr>
            <a:xfrm>
              <a:off x="4249033" y="4083999"/>
              <a:ext cx="28398" cy="28398"/>
            </a:xfrm>
            <a:prstGeom prst="ellipse">
              <a:avLst/>
            </a:prstGeom>
            <a:solidFill>
              <a:srgbClr val="7F8C97">
                <a:alpha val="48000"/>
              </a:srgbClr>
            </a:solidFill>
            <a:ln w="0">
              <a:noFill/>
              <a:prstDash val="solid"/>
            </a:ln>
          </p:spPr>
        </p:sp>
        <p:sp>
          <p:nvSpPr>
            <p:cNvPr id="1772" name="03_assume_matched_1771">
              <a:extLst>
                <a:ext uri="{FF2B5EF4-FFF2-40B4-BE49-F238E27FC236}">
                  <a16:creationId xmlns:a16="http://schemas.microsoft.com/office/drawing/2014/main" id="{EA91A5ED-5DE6-4978-BD88-0029D124C249}"/>
                </a:ext>
              </a:extLst>
            </p:cNvPr>
            <p:cNvSpPr>
              <a:spLocks/>
            </p:cNvSpPr>
            <p:nvPr/>
          </p:nvSpPr>
          <p:spPr>
            <a:xfrm>
              <a:off x="4157651" y="3986521"/>
              <a:ext cx="28398" cy="28398"/>
            </a:xfrm>
            <a:prstGeom prst="ellipse">
              <a:avLst/>
            </a:prstGeom>
            <a:solidFill>
              <a:srgbClr val="7F8C97">
                <a:alpha val="48000"/>
              </a:srgbClr>
            </a:solidFill>
            <a:ln w="0">
              <a:noFill/>
              <a:prstDash val="solid"/>
            </a:ln>
          </p:spPr>
        </p:sp>
        <p:sp>
          <p:nvSpPr>
            <p:cNvPr id="1773" name="03_assume_matched_1772">
              <a:extLst>
                <a:ext uri="{FF2B5EF4-FFF2-40B4-BE49-F238E27FC236}">
                  <a16:creationId xmlns:a16="http://schemas.microsoft.com/office/drawing/2014/main" id="{C3FD963E-35EE-4881-B51E-13A1DA9B9240}"/>
                </a:ext>
              </a:extLst>
            </p:cNvPr>
            <p:cNvSpPr>
              <a:spLocks/>
            </p:cNvSpPr>
            <p:nvPr/>
          </p:nvSpPr>
          <p:spPr>
            <a:xfrm>
              <a:off x="4216941" y="4278955"/>
              <a:ext cx="28398" cy="28398"/>
            </a:xfrm>
            <a:prstGeom prst="ellipse">
              <a:avLst/>
            </a:prstGeom>
            <a:solidFill>
              <a:srgbClr val="7F8C97">
                <a:alpha val="48000"/>
              </a:srgbClr>
            </a:solidFill>
            <a:ln w="0">
              <a:noFill/>
              <a:prstDash val="solid"/>
            </a:ln>
          </p:spPr>
        </p:sp>
        <p:sp>
          <p:nvSpPr>
            <p:cNvPr id="1774" name="03_assume_matched_1773">
              <a:extLst>
                <a:ext uri="{FF2B5EF4-FFF2-40B4-BE49-F238E27FC236}">
                  <a16:creationId xmlns:a16="http://schemas.microsoft.com/office/drawing/2014/main" id="{8BF44A99-9A8A-4A2E-8C81-8F8D525D6415}"/>
                </a:ext>
              </a:extLst>
            </p:cNvPr>
            <p:cNvSpPr>
              <a:spLocks/>
            </p:cNvSpPr>
            <p:nvPr/>
          </p:nvSpPr>
          <p:spPr>
            <a:xfrm>
              <a:off x="4199097" y="4278955"/>
              <a:ext cx="28398" cy="28398"/>
            </a:xfrm>
            <a:prstGeom prst="ellipse">
              <a:avLst/>
            </a:prstGeom>
            <a:solidFill>
              <a:srgbClr val="7F8C97">
                <a:alpha val="48000"/>
              </a:srgbClr>
            </a:solidFill>
            <a:ln w="0">
              <a:noFill/>
              <a:prstDash val="solid"/>
            </a:ln>
          </p:spPr>
        </p:sp>
        <p:sp>
          <p:nvSpPr>
            <p:cNvPr id="1775" name="03_assume_matched_1774">
              <a:extLst>
                <a:ext uri="{FF2B5EF4-FFF2-40B4-BE49-F238E27FC236}">
                  <a16:creationId xmlns:a16="http://schemas.microsoft.com/office/drawing/2014/main" id="{9E1613BC-A6D6-4CF9-8DA8-054FACEE47EA}"/>
                </a:ext>
              </a:extLst>
            </p:cNvPr>
            <p:cNvSpPr>
              <a:spLocks/>
            </p:cNvSpPr>
            <p:nvPr/>
          </p:nvSpPr>
          <p:spPr>
            <a:xfrm>
              <a:off x="4231332" y="3986521"/>
              <a:ext cx="28398" cy="28398"/>
            </a:xfrm>
            <a:prstGeom prst="ellipse">
              <a:avLst/>
            </a:prstGeom>
            <a:solidFill>
              <a:srgbClr val="7F8C97">
                <a:alpha val="48000"/>
              </a:srgbClr>
            </a:solidFill>
            <a:ln w="0">
              <a:noFill/>
              <a:prstDash val="solid"/>
            </a:ln>
          </p:spPr>
        </p:sp>
        <p:sp>
          <p:nvSpPr>
            <p:cNvPr id="1776" name="03_assume_matched_1775">
              <a:extLst>
                <a:ext uri="{FF2B5EF4-FFF2-40B4-BE49-F238E27FC236}">
                  <a16:creationId xmlns:a16="http://schemas.microsoft.com/office/drawing/2014/main" id="{09EBBF0B-9D37-4C78-BBCC-203E99BC18E8}"/>
                </a:ext>
              </a:extLst>
            </p:cNvPr>
            <p:cNvSpPr>
              <a:spLocks/>
            </p:cNvSpPr>
            <p:nvPr/>
          </p:nvSpPr>
          <p:spPr>
            <a:xfrm>
              <a:off x="4213200" y="4230216"/>
              <a:ext cx="28398" cy="28398"/>
            </a:xfrm>
            <a:prstGeom prst="ellipse">
              <a:avLst/>
            </a:prstGeom>
            <a:solidFill>
              <a:srgbClr val="7F8C97">
                <a:alpha val="48000"/>
              </a:srgbClr>
            </a:solidFill>
            <a:ln w="0">
              <a:noFill/>
              <a:prstDash val="solid"/>
            </a:ln>
          </p:spPr>
        </p:sp>
        <p:sp>
          <p:nvSpPr>
            <p:cNvPr id="1777" name="03_assume_matched_1776">
              <a:extLst>
                <a:ext uri="{FF2B5EF4-FFF2-40B4-BE49-F238E27FC236}">
                  <a16:creationId xmlns:a16="http://schemas.microsoft.com/office/drawing/2014/main" id="{2B8427AB-0050-4567-B251-CE4AF420049B}"/>
                </a:ext>
              </a:extLst>
            </p:cNvPr>
            <p:cNvSpPr>
              <a:spLocks/>
            </p:cNvSpPr>
            <p:nvPr/>
          </p:nvSpPr>
          <p:spPr>
            <a:xfrm>
              <a:off x="4275368" y="4132738"/>
              <a:ext cx="28398" cy="28398"/>
            </a:xfrm>
            <a:prstGeom prst="ellipse">
              <a:avLst/>
            </a:prstGeom>
            <a:solidFill>
              <a:srgbClr val="7F8C97">
                <a:alpha val="48000"/>
              </a:srgbClr>
            </a:solidFill>
            <a:ln w="0">
              <a:noFill/>
              <a:prstDash val="solid"/>
            </a:ln>
          </p:spPr>
        </p:sp>
        <p:sp>
          <p:nvSpPr>
            <p:cNvPr id="1778" name="03_assume_matched_1777">
              <a:extLst>
                <a:ext uri="{FF2B5EF4-FFF2-40B4-BE49-F238E27FC236}">
                  <a16:creationId xmlns:a16="http://schemas.microsoft.com/office/drawing/2014/main" id="{9B62AC68-038F-44E5-A301-0F91A274831F}"/>
                </a:ext>
              </a:extLst>
            </p:cNvPr>
            <p:cNvSpPr>
              <a:spLocks/>
            </p:cNvSpPr>
            <p:nvPr/>
          </p:nvSpPr>
          <p:spPr>
            <a:xfrm>
              <a:off x="4173481" y="3986521"/>
              <a:ext cx="28398" cy="28398"/>
            </a:xfrm>
            <a:prstGeom prst="ellipse">
              <a:avLst/>
            </a:prstGeom>
            <a:solidFill>
              <a:srgbClr val="7F8C97">
                <a:alpha val="48000"/>
              </a:srgbClr>
            </a:solidFill>
            <a:ln w="0">
              <a:noFill/>
              <a:prstDash val="solid"/>
            </a:ln>
          </p:spPr>
        </p:sp>
        <p:sp>
          <p:nvSpPr>
            <p:cNvPr id="1779" name="03_assume_matched_1778">
              <a:extLst>
                <a:ext uri="{FF2B5EF4-FFF2-40B4-BE49-F238E27FC236}">
                  <a16:creationId xmlns:a16="http://schemas.microsoft.com/office/drawing/2014/main" id="{41864D8E-5ACA-491E-8D73-0D5D8099EF7C}"/>
                </a:ext>
              </a:extLst>
            </p:cNvPr>
            <p:cNvSpPr>
              <a:spLocks/>
            </p:cNvSpPr>
            <p:nvPr/>
          </p:nvSpPr>
          <p:spPr>
            <a:xfrm>
              <a:off x="4180101" y="4278955"/>
              <a:ext cx="28398" cy="28398"/>
            </a:xfrm>
            <a:prstGeom prst="ellipse">
              <a:avLst/>
            </a:prstGeom>
            <a:solidFill>
              <a:srgbClr val="7F8C97">
                <a:alpha val="48000"/>
              </a:srgbClr>
            </a:solidFill>
            <a:ln w="0">
              <a:noFill/>
              <a:prstDash val="solid"/>
            </a:ln>
          </p:spPr>
        </p:sp>
        <p:sp>
          <p:nvSpPr>
            <p:cNvPr id="1780" name="03_assume_matched_1779">
              <a:extLst>
                <a:ext uri="{FF2B5EF4-FFF2-40B4-BE49-F238E27FC236}">
                  <a16:creationId xmlns:a16="http://schemas.microsoft.com/office/drawing/2014/main" id="{08173608-19CD-41CE-9CB9-428F53ED15C1}"/>
                </a:ext>
              </a:extLst>
            </p:cNvPr>
            <p:cNvSpPr>
              <a:spLocks/>
            </p:cNvSpPr>
            <p:nvPr/>
          </p:nvSpPr>
          <p:spPr>
            <a:xfrm>
              <a:off x="4239967" y="3986521"/>
              <a:ext cx="28398" cy="28398"/>
            </a:xfrm>
            <a:prstGeom prst="ellipse">
              <a:avLst/>
            </a:prstGeom>
            <a:solidFill>
              <a:srgbClr val="7F8C97">
                <a:alpha val="48000"/>
              </a:srgbClr>
            </a:solidFill>
            <a:ln w="0">
              <a:noFill/>
              <a:prstDash val="solid"/>
            </a:ln>
          </p:spPr>
        </p:sp>
        <p:sp>
          <p:nvSpPr>
            <p:cNvPr id="1781" name="03_assume_matched_1780">
              <a:extLst>
                <a:ext uri="{FF2B5EF4-FFF2-40B4-BE49-F238E27FC236}">
                  <a16:creationId xmlns:a16="http://schemas.microsoft.com/office/drawing/2014/main" id="{5B87E763-230A-437D-BF43-B30E15771D48}"/>
                </a:ext>
              </a:extLst>
            </p:cNvPr>
            <p:cNvSpPr>
              <a:spLocks/>
            </p:cNvSpPr>
            <p:nvPr/>
          </p:nvSpPr>
          <p:spPr>
            <a:xfrm>
              <a:off x="4238672" y="3986521"/>
              <a:ext cx="28398" cy="28398"/>
            </a:xfrm>
            <a:prstGeom prst="ellipse">
              <a:avLst/>
            </a:prstGeom>
            <a:solidFill>
              <a:srgbClr val="7F8C97">
                <a:alpha val="48000"/>
              </a:srgbClr>
            </a:solidFill>
            <a:ln w="0">
              <a:noFill/>
              <a:prstDash val="solid"/>
            </a:ln>
          </p:spPr>
        </p:sp>
        <p:sp>
          <p:nvSpPr>
            <p:cNvPr id="1782" name="03_assume_matched_1781">
              <a:extLst>
                <a:ext uri="{FF2B5EF4-FFF2-40B4-BE49-F238E27FC236}">
                  <a16:creationId xmlns:a16="http://schemas.microsoft.com/office/drawing/2014/main" id="{B1AEEF9B-20F0-4A6B-98F6-BFD870418012}"/>
                </a:ext>
              </a:extLst>
            </p:cNvPr>
            <p:cNvSpPr>
              <a:spLocks/>
            </p:cNvSpPr>
            <p:nvPr/>
          </p:nvSpPr>
          <p:spPr>
            <a:xfrm>
              <a:off x="4285442" y="4278955"/>
              <a:ext cx="28398" cy="28398"/>
            </a:xfrm>
            <a:prstGeom prst="ellipse">
              <a:avLst/>
            </a:prstGeom>
            <a:solidFill>
              <a:srgbClr val="7F8C97">
                <a:alpha val="48000"/>
              </a:srgbClr>
            </a:solidFill>
            <a:ln w="0">
              <a:noFill/>
              <a:prstDash val="solid"/>
            </a:ln>
          </p:spPr>
        </p:sp>
        <p:sp>
          <p:nvSpPr>
            <p:cNvPr id="1783" name="03_assume_matched_1782">
              <a:extLst>
                <a:ext uri="{FF2B5EF4-FFF2-40B4-BE49-F238E27FC236}">
                  <a16:creationId xmlns:a16="http://schemas.microsoft.com/office/drawing/2014/main" id="{881B2D41-23C9-4350-8091-0A2E40FAB9C2}"/>
                </a:ext>
              </a:extLst>
            </p:cNvPr>
            <p:cNvSpPr>
              <a:spLocks/>
            </p:cNvSpPr>
            <p:nvPr/>
          </p:nvSpPr>
          <p:spPr>
            <a:xfrm>
              <a:off x="4263712" y="4278955"/>
              <a:ext cx="28398" cy="28398"/>
            </a:xfrm>
            <a:prstGeom prst="ellipse">
              <a:avLst/>
            </a:prstGeom>
            <a:solidFill>
              <a:srgbClr val="7F8C97">
                <a:alpha val="48000"/>
              </a:srgbClr>
            </a:solidFill>
            <a:ln w="0">
              <a:noFill/>
              <a:prstDash val="solid"/>
            </a:ln>
          </p:spPr>
        </p:sp>
        <p:sp>
          <p:nvSpPr>
            <p:cNvPr id="1784" name="03_assume_matched_1783">
              <a:extLst>
                <a:ext uri="{FF2B5EF4-FFF2-40B4-BE49-F238E27FC236}">
                  <a16:creationId xmlns:a16="http://schemas.microsoft.com/office/drawing/2014/main" id="{0E713190-9760-421E-BA49-98EE906F1781}"/>
                </a:ext>
              </a:extLst>
            </p:cNvPr>
            <p:cNvSpPr>
              <a:spLocks/>
            </p:cNvSpPr>
            <p:nvPr/>
          </p:nvSpPr>
          <p:spPr>
            <a:xfrm>
              <a:off x="4195787" y="4278955"/>
              <a:ext cx="28398" cy="28398"/>
            </a:xfrm>
            <a:prstGeom prst="ellipse">
              <a:avLst/>
            </a:prstGeom>
            <a:solidFill>
              <a:srgbClr val="7F8C97">
                <a:alpha val="48000"/>
              </a:srgbClr>
            </a:solidFill>
            <a:ln w="0">
              <a:noFill/>
              <a:prstDash val="solid"/>
            </a:ln>
          </p:spPr>
        </p:sp>
        <p:sp>
          <p:nvSpPr>
            <p:cNvPr id="1785" name="03_assume_matched_1784">
              <a:extLst>
                <a:ext uri="{FF2B5EF4-FFF2-40B4-BE49-F238E27FC236}">
                  <a16:creationId xmlns:a16="http://schemas.microsoft.com/office/drawing/2014/main" id="{3F4F3B07-4FD9-4990-A37E-0CCD882818D7}"/>
                </a:ext>
              </a:extLst>
            </p:cNvPr>
            <p:cNvSpPr>
              <a:spLocks/>
            </p:cNvSpPr>
            <p:nvPr/>
          </p:nvSpPr>
          <p:spPr>
            <a:xfrm>
              <a:off x="4266590" y="4278955"/>
              <a:ext cx="28398" cy="28398"/>
            </a:xfrm>
            <a:prstGeom prst="ellipse">
              <a:avLst/>
            </a:prstGeom>
            <a:solidFill>
              <a:srgbClr val="7F8C97">
                <a:alpha val="48000"/>
              </a:srgbClr>
            </a:solidFill>
            <a:ln w="0">
              <a:noFill/>
              <a:prstDash val="solid"/>
            </a:ln>
          </p:spPr>
        </p:sp>
        <p:sp>
          <p:nvSpPr>
            <p:cNvPr id="1786" name="03_assume_matched_1785">
              <a:extLst>
                <a:ext uri="{FF2B5EF4-FFF2-40B4-BE49-F238E27FC236}">
                  <a16:creationId xmlns:a16="http://schemas.microsoft.com/office/drawing/2014/main" id="{C2A1BC09-5591-4BBF-AB1B-50B5CC18C69C}"/>
                </a:ext>
              </a:extLst>
            </p:cNvPr>
            <p:cNvSpPr>
              <a:spLocks/>
            </p:cNvSpPr>
            <p:nvPr/>
          </p:nvSpPr>
          <p:spPr>
            <a:xfrm>
              <a:off x="4254933" y="4278955"/>
              <a:ext cx="28398" cy="28398"/>
            </a:xfrm>
            <a:prstGeom prst="ellipse">
              <a:avLst/>
            </a:prstGeom>
            <a:solidFill>
              <a:srgbClr val="7F8C97">
                <a:alpha val="48000"/>
              </a:srgbClr>
            </a:solidFill>
            <a:ln w="0">
              <a:noFill/>
              <a:prstDash val="solid"/>
            </a:ln>
          </p:spPr>
        </p:sp>
        <p:sp>
          <p:nvSpPr>
            <p:cNvPr id="1787" name="03_assume_matched_1786">
              <a:extLst>
                <a:ext uri="{FF2B5EF4-FFF2-40B4-BE49-F238E27FC236}">
                  <a16:creationId xmlns:a16="http://schemas.microsoft.com/office/drawing/2014/main" id="{C2021764-FD4C-476B-A79C-ABB329A6C535}"/>
                </a:ext>
              </a:extLst>
            </p:cNvPr>
            <p:cNvSpPr>
              <a:spLocks/>
            </p:cNvSpPr>
            <p:nvPr/>
          </p:nvSpPr>
          <p:spPr>
            <a:xfrm>
              <a:off x="4261121" y="4278955"/>
              <a:ext cx="28398" cy="28398"/>
            </a:xfrm>
            <a:prstGeom prst="ellipse">
              <a:avLst/>
            </a:prstGeom>
            <a:solidFill>
              <a:srgbClr val="7F8C97">
                <a:alpha val="48000"/>
              </a:srgbClr>
            </a:solidFill>
            <a:ln w="0">
              <a:noFill/>
              <a:prstDash val="solid"/>
            </a:ln>
          </p:spPr>
        </p:sp>
        <p:sp>
          <p:nvSpPr>
            <p:cNvPr id="1788" name="03_assume_matched_1787">
              <a:extLst>
                <a:ext uri="{FF2B5EF4-FFF2-40B4-BE49-F238E27FC236}">
                  <a16:creationId xmlns:a16="http://schemas.microsoft.com/office/drawing/2014/main" id="{21A280D9-87D7-40F1-B724-F842F0C3CA2D}"/>
                </a:ext>
              </a:extLst>
            </p:cNvPr>
            <p:cNvSpPr>
              <a:spLocks/>
            </p:cNvSpPr>
            <p:nvPr/>
          </p:nvSpPr>
          <p:spPr>
            <a:xfrm>
              <a:off x="4274505" y="4278955"/>
              <a:ext cx="28398" cy="28398"/>
            </a:xfrm>
            <a:prstGeom prst="ellipse">
              <a:avLst/>
            </a:prstGeom>
            <a:solidFill>
              <a:srgbClr val="7F8C97">
                <a:alpha val="48000"/>
              </a:srgbClr>
            </a:solidFill>
            <a:ln w="0">
              <a:noFill/>
              <a:prstDash val="solid"/>
            </a:ln>
          </p:spPr>
        </p:sp>
        <p:sp>
          <p:nvSpPr>
            <p:cNvPr id="1789" name="03_assume_matched_1788">
              <a:extLst>
                <a:ext uri="{FF2B5EF4-FFF2-40B4-BE49-F238E27FC236}">
                  <a16:creationId xmlns:a16="http://schemas.microsoft.com/office/drawing/2014/main" id="{E1AF21D7-EC93-4067-A5FD-90F357D00749}"/>
                </a:ext>
              </a:extLst>
            </p:cNvPr>
            <p:cNvSpPr>
              <a:spLocks/>
            </p:cNvSpPr>
            <p:nvPr/>
          </p:nvSpPr>
          <p:spPr>
            <a:xfrm>
              <a:off x="4183123" y="3986521"/>
              <a:ext cx="28398" cy="28398"/>
            </a:xfrm>
            <a:prstGeom prst="ellipse">
              <a:avLst/>
            </a:prstGeom>
            <a:solidFill>
              <a:srgbClr val="7F8C97">
                <a:alpha val="48000"/>
              </a:srgbClr>
            </a:solidFill>
            <a:ln w="0">
              <a:noFill/>
              <a:prstDash val="solid"/>
            </a:ln>
          </p:spPr>
        </p:sp>
        <p:sp>
          <p:nvSpPr>
            <p:cNvPr id="1790" name="03_assume_matched_1789">
              <a:extLst>
                <a:ext uri="{FF2B5EF4-FFF2-40B4-BE49-F238E27FC236}">
                  <a16:creationId xmlns:a16="http://schemas.microsoft.com/office/drawing/2014/main" id="{D03A02ED-3FF7-4B16-BADD-4C8506D996A5}"/>
                </a:ext>
              </a:extLst>
            </p:cNvPr>
            <p:cNvSpPr>
              <a:spLocks/>
            </p:cNvSpPr>
            <p:nvPr/>
          </p:nvSpPr>
          <p:spPr>
            <a:xfrm>
              <a:off x="4172330" y="4083999"/>
              <a:ext cx="28398" cy="28398"/>
            </a:xfrm>
            <a:prstGeom prst="ellipse">
              <a:avLst/>
            </a:prstGeom>
            <a:solidFill>
              <a:srgbClr val="7F8C97">
                <a:alpha val="48000"/>
              </a:srgbClr>
            </a:solidFill>
            <a:ln w="0">
              <a:noFill/>
              <a:prstDash val="solid"/>
            </a:ln>
          </p:spPr>
        </p:sp>
        <p:sp>
          <p:nvSpPr>
            <p:cNvPr id="1791" name="03_assume_matched_1790">
              <a:extLst>
                <a:ext uri="{FF2B5EF4-FFF2-40B4-BE49-F238E27FC236}">
                  <a16:creationId xmlns:a16="http://schemas.microsoft.com/office/drawing/2014/main" id="{49E88248-FCB9-427A-878E-2ECDBC8A3AFF}"/>
                </a:ext>
              </a:extLst>
            </p:cNvPr>
            <p:cNvSpPr>
              <a:spLocks/>
            </p:cNvSpPr>
            <p:nvPr/>
          </p:nvSpPr>
          <p:spPr>
            <a:xfrm>
              <a:off x="4255221" y="4132738"/>
              <a:ext cx="28398" cy="28398"/>
            </a:xfrm>
            <a:prstGeom prst="ellipse">
              <a:avLst/>
            </a:prstGeom>
            <a:solidFill>
              <a:srgbClr val="7F8C97">
                <a:alpha val="48000"/>
              </a:srgbClr>
            </a:solidFill>
            <a:ln w="0">
              <a:noFill/>
              <a:prstDash val="solid"/>
            </a:ln>
          </p:spPr>
        </p:sp>
        <p:sp>
          <p:nvSpPr>
            <p:cNvPr id="1792" name="03_assume_matched_1791">
              <a:extLst>
                <a:ext uri="{FF2B5EF4-FFF2-40B4-BE49-F238E27FC236}">
                  <a16:creationId xmlns:a16="http://schemas.microsoft.com/office/drawing/2014/main" id="{C7D1382B-B8C4-4B6F-83B0-2B8C076A9C8B}"/>
                </a:ext>
              </a:extLst>
            </p:cNvPr>
            <p:cNvSpPr>
              <a:spLocks/>
            </p:cNvSpPr>
            <p:nvPr/>
          </p:nvSpPr>
          <p:spPr>
            <a:xfrm>
              <a:off x="4292350" y="4237179"/>
              <a:ext cx="28398" cy="28398"/>
            </a:xfrm>
            <a:prstGeom prst="ellipse">
              <a:avLst/>
            </a:prstGeom>
            <a:solidFill>
              <a:srgbClr val="7F8C97">
                <a:alpha val="48000"/>
              </a:srgbClr>
            </a:solidFill>
            <a:ln w="0">
              <a:noFill/>
              <a:prstDash val="solid"/>
            </a:ln>
          </p:spPr>
        </p:sp>
        <p:sp>
          <p:nvSpPr>
            <p:cNvPr id="1793" name="03_assume_matched_1792">
              <a:extLst>
                <a:ext uri="{FF2B5EF4-FFF2-40B4-BE49-F238E27FC236}">
                  <a16:creationId xmlns:a16="http://schemas.microsoft.com/office/drawing/2014/main" id="{98AAB472-A5F2-44DF-8AEF-4C3DB86E5BC1}"/>
                </a:ext>
              </a:extLst>
            </p:cNvPr>
            <p:cNvSpPr>
              <a:spLocks/>
            </p:cNvSpPr>
            <p:nvPr/>
          </p:nvSpPr>
          <p:spPr>
            <a:xfrm>
              <a:off x="4298538" y="3986521"/>
              <a:ext cx="28398" cy="28398"/>
            </a:xfrm>
            <a:prstGeom prst="ellipse">
              <a:avLst/>
            </a:prstGeom>
            <a:solidFill>
              <a:srgbClr val="7F8C97">
                <a:alpha val="48000"/>
              </a:srgbClr>
            </a:solidFill>
            <a:ln w="0">
              <a:noFill/>
              <a:prstDash val="solid"/>
            </a:ln>
          </p:spPr>
        </p:sp>
        <p:sp>
          <p:nvSpPr>
            <p:cNvPr id="1794" name="03_assume_matched_1793">
              <a:extLst>
                <a:ext uri="{FF2B5EF4-FFF2-40B4-BE49-F238E27FC236}">
                  <a16:creationId xmlns:a16="http://schemas.microsoft.com/office/drawing/2014/main" id="{3633C4F6-8F18-4606-8C9A-2F48AA4284AB}"/>
                </a:ext>
              </a:extLst>
            </p:cNvPr>
            <p:cNvSpPr>
              <a:spLocks/>
            </p:cNvSpPr>
            <p:nvPr/>
          </p:nvSpPr>
          <p:spPr>
            <a:xfrm>
              <a:off x="4209602" y="3986521"/>
              <a:ext cx="28398" cy="28398"/>
            </a:xfrm>
            <a:prstGeom prst="ellipse">
              <a:avLst/>
            </a:prstGeom>
            <a:solidFill>
              <a:srgbClr val="7F8C97">
                <a:alpha val="48000"/>
              </a:srgbClr>
            </a:solidFill>
            <a:ln w="0">
              <a:noFill/>
              <a:prstDash val="solid"/>
            </a:ln>
          </p:spPr>
        </p:sp>
        <p:sp>
          <p:nvSpPr>
            <p:cNvPr id="1795" name="03_assume_matched_1794">
              <a:extLst>
                <a:ext uri="{FF2B5EF4-FFF2-40B4-BE49-F238E27FC236}">
                  <a16:creationId xmlns:a16="http://schemas.microsoft.com/office/drawing/2014/main" id="{9977A14E-4857-4CA2-ADC4-134DAD612080}"/>
                </a:ext>
              </a:extLst>
            </p:cNvPr>
            <p:cNvSpPr>
              <a:spLocks/>
            </p:cNvSpPr>
            <p:nvPr/>
          </p:nvSpPr>
          <p:spPr>
            <a:xfrm>
              <a:off x="4262417" y="4278955"/>
              <a:ext cx="28398" cy="28398"/>
            </a:xfrm>
            <a:prstGeom prst="ellipse">
              <a:avLst/>
            </a:prstGeom>
            <a:solidFill>
              <a:srgbClr val="7F8C97">
                <a:alpha val="48000"/>
              </a:srgbClr>
            </a:solidFill>
            <a:ln w="0">
              <a:noFill/>
              <a:prstDash val="solid"/>
            </a:ln>
          </p:spPr>
        </p:sp>
        <p:sp>
          <p:nvSpPr>
            <p:cNvPr id="1796" name="03_assume_matched_1795">
              <a:extLst>
                <a:ext uri="{FF2B5EF4-FFF2-40B4-BE49-F238E27FC236}">
                  <a16:creationId xmlns:a16="http://schemas.microsoft.com/office/drawing/2014/main" id="{58678A34-1DF9-45F0-AB4D-83DA971064E5}"/>
                </a:ext>
              </a:extLst>
            </p:cNvPr>
            <p:cNvSpPr>
              <a:spLocks/>
            </p:cNvSpPr>
            <p:nvPr/>
          </p:nvSpPr>
          <p:spPr>
            <a:xfrm>
              <a:off x="4273354" y="4278955"/>
              <a:ext cx="28398" cy="28398"/>
            </a:xfrm>
            <a:prstGeom prst="ellipse">
              <a:avLst/>
            </a:prstGeom>
            <a:solidFill>
              <a:srgbClr val="7F8C97">
                <a:alpha val="48000"/>
              </a:srgbClr>
            </a:solidFill>
            <a:ln w="0">
              <a:noFill/>
              <a:prstDash val="solid"/>
            </a:ln>
          </p:spPr>
        </p:sp>
        <p:sp>
          <p:nvSpPr>
            <p:cNvPr id="1797" name="03_assume_matched_1796">
              <a:extLst>
                <a:ext uri="{FF2B5EF4-FFF2-40B4-BE49-F238E27FC236}">
                  <a16:creationId xmlns:a16="http://schemas.microsoft.com/office/drawing/2014/main" id="{32C5F470-87AC-41F2-AC15-8CF7A10A0A9F}"/>
                </a:ext>
              </a:extLst>
            </p:cNvPr>
            <p:cNvSpPr>
              <a:spLocks/>
            </p:cNvSpPr>
            <p:nvPr/>
          </p:nvSpPr>
          <p:spPr>
            <a:xfrm>
              <a:off x="4290767" y="4278955"/>
              <a:ext cx="28398" cy="28398"/>
            </a:xfrm>
            <a:prstGeom prst="ellipse">
              <a:avLst/>
            </a:prstGeom>
            <a:solidFill>
              <a:srgbClr val="7F8C97">
                <a:alpha val="48000"/>
              </a:srgbClr>
            </a:solidFill>
            <a:ln w="0">
              <a:noFill/>
              <a:prstDash val="solid"/>
            </a:ln>
          </p:spPr>
        </p:sp>
        <p:sp>
          <p:nvSpPr>
            <p:cNvPr id="1798" name="03_assume_matched_1797">
              <a:extLst>
                <a:ext uri="{FF2B5EF4-FFF2-40B4-BE49-F238E27FC236}">
                  <a16:creationId xmlns:a16="http://schemas.microsoft.com/office/drawing/2014/main" id="{D48D8592-9EDE-48CD-A138-F3428F037494}"/>
                </a:ext>
              </a:extLst>
            </p:cNvPr>
            <p:cNvSpPr>
              <a:spLocks/>
            </p:cNvSpPr>
            <p:nvPr/>
          </p:nvSpPr>
          <p:spPr>
            <a:xfrm>
              <a:off x="4275512" y="4278955"/>
              <a:ext cx="28398" cy="28398"/>
            </a:xfrm>
            <a:prstGeom prst="ellipse">
              <a:avLst/>
            </a:prstGeom>
            <a:solidFill>
              <a:srgbClr val="7F8C97">
                <a:alpha val="48000"/>
              </a:srgbClr>
            </a:solidFill>
            <a:ln w="0">
              <a:noFill/>
              <a:prstDash val="solid"/>
            </a:ln>
          </p:spPr>
        </p:sp>
        <p:sp>
          <p:nvSpPr>
            <p:cNvPr id="1799" name="03_assume_matched_1798">
              <a:extLst>
                <a:ext uri="{FF2B5EF4-FFF2-40B4-BE49-F238E27FC236}">
                  <a16:creationId xmlns:a16="http://schemas.microsoft.com/office/drawing/2014/main" id="{0943A84A-E7B9-44CA-99CF-6F2F73F997D4}"/>
                </a:ext>
              </a:extLst>
            </p:cNvPr>
            <p:cNvSpPr>
              <a:spLocks/>
            </p:cNvSpPr>
            <p:nvPr/>
          </p:nvSpPr>
          <p:spPr>
            <a:xfrm>
              <a:off x="4253782" y="4278955"/>
              <a:ext cx="28398" cy="28398"/>
            </a:xfrm>
            <a:prstGeom prst="ellipse">
              <a:avLst/>
            </a:prstGeom>
            <a:solidFill>
              <a:srgbClr val="7F8C97">
                <a:alpha val="48000"/>
              </a:srgbClr>
            </a:solidFill>
            <a:ln w="0">
              <a:noFill/>
              <a:prstDash val="solid"/>
            </a:ln>
          </p:spPr>
        </p:sp>
        <p:sp>
          <p:nvSpPr>
            <p:cNvPr id="1800" name="03_assume_matched_1799">
              <a:extLst>
                <a:ext uri="{FF2B5EF4-FFF2-40B4-BE49-F238E27FC236}">
                  <a16:creationId xmlns:a16="http://schemas.microsoft.com/office/drawing/2014/main" id="{94D9872E-5598-4D8A-9473-9C9CC3C94701}"/>
                </a:ext>
              </a:extLst>
            </p:cNvPr>
            <p:cNvSpPr>
              <a:spLocks/>
            </p:cNvSpPr>
            <p:nvPr/>
          </p:nvSpPr>
          <p:spPr>
            <a:xfrm>
              <a:off x="4165566" y="3986521"/>
              <a:ext cx="28398" cy="28398"/>
            </a:xfrm>
            <a:prstGeom prst="ellipse">
              <a:avLst/>
            </a:prstGeom>
            <a:solidFill>
              <a:srgbClr val="7F8C97">
                <a:alpha val="48000"/>
              </a:srgbClr>
            </a:solidFill>
            <a:ln w="0">
              <a:noFill/>
              <a:prstDash val="solid"/>
            </a:ln>
          </p:spPr>
        </p:sp>
        <p:sp>
          <p:nvSpPr>
            <p:cNvPr id="1801" name="03_assume_matched_1800">
              <a:extLst>
                <a:ext uri="{FF2B5EF4-FFF2-40B4-BE49-F238E27FC236}">
                  <a16:creationId xmlns:a16="http://schemas.microsoft.com/office/drawing/2014/main" id="{49412677-4328-4176-9328-FBCECF5B5C0E}"/>
                </a:ext>
              </a:extLst>
            </p:cNvPr>
            <p:cNvSpPr>
              <a:spLocks/>
            </p:cNvSpPr>
            <p:nvPr/>
          </p:nvSpPr>
          <p:spPr>
            <a:xfrm>
              <a:off x="4179525" y="4278955"/>
              <a:ext cx="28398" cy="28398"/>
            </a:xfrm>
            <a:prstGeom prst="ellipse">
              <a:avLst/>
            </a:prstGeom>
            <a:solidFill>
              <a:srgbClr val="7F8C97">
                <a:alpha val="48000"/>
              </a:srgbClr>
            </a:solidFill>
            <a:ln w="0">
              <a:noFill/>
              <a:prstDash val="solid"/>
            </a:ln>
          </p:spPr>
        </p:sp>
        <p:sp>
          <p:nvSpPr>
            <p:cNvPr id="1802" name="03_assume_matched_1801">
              <a:extLst>
                <a:ext uri="{FF2B5EF4-FFF2-40B4-BE49-F238E27FC236}">
                  <a16:creationId xmlns:a16="http://schemas.microsoft.com/office/drawing/2014/main" id="{2B8ED245-4A5E-4517-9789-1F980CFBCC2A}"/>
                </a:ext>
              </a:extLst>
            </p:cNvPr>
            <p:cNvSpPr>
              <a:spLocks/>
            </p:cNvSpPr>
            <p:nvPr/>
          </p:nvSpPr>
          <p:spPr>
            <a:xfrm>
              <a:off x="4240686" y="3986521"/>
              <a:ext cx="28398" cy="28398"/>
            </a:xfrm>
            <a:prstGeom prst="ellipse">
              <a:avLst/>
            </a:prstGeom>
            <a:solidFill>
              <a:srgbClr val="7F8C97">
                <a:alpha val="48000"/>
              </a:srgbClr>
            </a:solidFill>
            <a:ln w="0">
              <a:noFill/>
              <a:prstDash val="solid"/>
            </a:ln>
          </p:spPr>
        </p:sp>
        <p:sp>
          <p:nvSpPr>
            <p:cNvPr id="1803" name="03_assume_matched_1802">
              <a:extLst>
                <a:ext uri="{FF2B5EF4-FFF2-40B4-BE49-F238E27FC236}">
                  <a16:creationId xmlns:a16="http://schemas.microsoft.com/office/drawing/2014/main" id="{3D37A0EB-05C4-4D44-8F10-548FED178EE1}"/>
                </a:ext>
              </a:extLst>
            </p:cNvPr>
            <p:cNvSpPr>
              <a:spLocks/>
            </p:cNvSpPr>
            <p:nvPr/>
          </p:nvSpPr>
          <p:spPr>
            <a:xfrm>
              <a:off x="4185569" y="4278955"/>
              <a:ext cx="28398" cy="28398"/>
            </a:xfrm>
            <a:prstGeom prst="ellipse">
              <a:avLst/>
            </a:prstGeom>
            <a:solidFill>
              <a:srgbClr val="7F8C97">
                <a:alpha val="48000"/>
              </a:srgbClr>
            </a:solidFill>
            <a:ln w="0">
              <a:noFill/>
              <a:prstDash val="solid"/>
            </a:ln>
          </p:spPr>
        </p:sp>
        <p:sp>
          <p:nvSpPr>
            <p:cNvPr id="1804" name="03_assume_matched_1803">
              <a:extLst>
                <a:ext uri="{FF2B5EF4-FFF2-40B4-BE49-F238E27FC236}">
                  <a16:creationId xmlns:a16="http://schemas.microsoft.com/office/drawing/2014/main" id="{F7209E6A-2365-410A-B512-BAF74BC3E6B1}"/>
                </a:ext>
              </a:extLst>
            </p:cNvPr>
            <p:cNvSpPr>
              <a:spLocks/>
            </p:cNvSpPr>
            <p:nvPr/>
          </p:nvSpPr>
          <p:spPr>
            <a:xfrm>
              <a:off x="4211617" y="4278955"/>
              <a:ext cx="28398" cy="28398"/>
            </a:xfrm>
            <a:prstGeom prst="ellipse">
              <a:avLst/>
            </a:prstGeom>
            <a:solidFill>
              <a:srgbClr val="7F8C97">
                <a:alpha val="48000"/>
              </a:srgbClr>
            </a:solidFill>
            <a:ln w="0">
              <a:noFill/>
              <a:prstDash val="solid"/>
            </a:ln>
          </p:spPr>
        </p:sp>
        <p:sp>
          <p:nvSpPr>
            <p:cNvPr id="1805" name="03_assume_matched_1804">
              <a:extLst>
                <a:ext uri="{FF2B5EF4-FFF2-40B4-BE49-F238E27FC236}">
                  <a16:creationId xmlns:a16="http://schemas.microsoft.com/office/drawing/2014/main" id="{26BF328F-2DF5-4310-83C8-C4CFC545B90C}"/>
                </a:ext>
              </a:extLst>
            </p:cNvPr>
            <p:cNvSpPr>
              <a:spLocks/>
            </p:cNvSpPr>
            <p:nvPr/>
          </p:nvSpPr>
          <p:spPr>
            <a:xfrm>
              <a:off x="4160673" y="4278955"/>
              <a:ext cx="28398" cy="28398"/>
            </a:xfrm>
            <a:prstGeom prst="ellipse">
              <a:avLst/>
            </a:prstGeom>
            <a:solidFill>
              <a:srgbClr val="7F8C97">
                <a:alpha val="48000"/>
              </a:srgbClr>
            </a:solidFill>
            <a:ln w="0">
              <a:noFill/>
              <a:prstDash val="solid"/>
            </a:ln>
          </p:spPr>
        </p:sp>
        <p:sp>
          <p:nvSpPr>
            <p:cNvPr id="1806" name="03_assume_matched_1805">
              <a:extLst>
                <a:ext uri="{FF2B5EF4-FFF2-40B4-BE49-F238E27FC236}">
                  <a16:creationId xmlns:a16="http://schemas.microsoft.com/office/drawing/2014/main" id="{480C2FA3-BFA9-473D-90DD-FEC97E233BBD}"/>
                </a:ext>
              </a:extLst>
            </p:cNvPr>
            <p:cNvSpPr>
              <a:spLocks/>
            </p:cNvSpPr>
            <p:nvPr/>
          </p:nvSpPr>
          <p:spPr>
            <a:xfrm>
              <a:off x="4656159" y="3709083"/>
              <a:ext cx="28398" cy="28398"/>
            </a:xfrm>
            <a:prstGeom prst="ellipse">
              <a:avLst/>
            </a:prstGeom>
            <a:solidFill>
              <a:srgbClr val="7F8C97">
                <a:alpha val="48000"/>
              </a:srgbClr>
            </a:solidFill>
            <a:ln w="0">
              <a:noFill/>
              <a:prstDash val="solid"/>
            </a:ln>
          </p:spPr>
        </p:sp>
        <p:sp>
          <p:nvSpPr>
            <p:cNvPr id="1807" name="03_assume_matched_1806">
              <a:extLst>
                <a:ext uri="{FF2B5EF4-FFF2-40B4-BE49-F238E27FC236}">
                  <a16:creationId xmlns:a16="http://schemas.microsoft.com/office/drawing/2014/main" id="{69918FD5-C46C-4595-B960-7F123D3B2031}"/>
                </a:ext>
              </a:extLst>
            </p:cNvPr>
            <p:cNvSpPr>
              <a:spLocks/>
            </p:cNvSpPr>
            <p:nvPr/>
          </p:nvSpPr>
          <p:spPr>
            <a:xfrm>
              <a:off x="4644646" y="4278955"/>
              <a:ext cx="28398" cy="28398"/>
            </a:xfrm>
            <a:prstGeom prst="ellipse">
              <a:avLst/>
            </a:prstGeom>
            <a:solidFill>
              <a:srgbClr val="7F8C97">
                <a:alpha val="48000"/>
              </a:srgbClr>
            </a:solidFill>
            <a:ln w="0">
              <a:noFill/>
              <a:prstDash val="solid"/>
            </a:ln>
          </p:spPr>
        </p:sp>
        <p:sp>
          <p:nvSpPr>
            <p:cNvPr id="1808" name="03_assume_matched_1807">
              <a:extLst>
                <a:ext uri="{FF2B5EF4-FFF2-40B4-BE49-F238E27FC236}">
                  <a16:creationId xmlns:a16="http://schemas.microsoft.com/office/drawing/2014/main" id="{3BBC23D6-2BC6-475E-8F99-6BC27CFCF526}"/>
                </a:ext>
              </a:extLst>
            </p:cNvPr>
            <p:cNvSpPr>
              <a:spLocks/>
            </p:cNvSpPr>
            <p:nvPr/>
          </p:nvSpPr>
          <p:spPr>
            <a:xfrm>
              <a:off x="4587515" y="3694086"/>
              <a:ext cx="28398" cy="28398"/>
            </a:xfrm>
            <a:prstGeom prst="ellipse">
              <a:avLst/>
            </a:prstGeom>
            <a:solidFill>
              <a:srgbClr val="7F8C97">
                <a:alpha val="48000"/>
              </a:srgbClr>
            </a:solidFill>
            <a:ln w="0">
              <a:noFill/>
              <a:prstDash val="solid"/>
            </a:ln>
          </p:spPr>
        </p:sp>
        <p:sp>
          <p:nvSpPr>
            <p:cNvPr id="1809" name="03_assume_matched_1808">
              <a:extLst>
                <a:ext uri="{FF2B5EF4-FFF2-40B4-BE49-F238E27FC236}">
                  <a16:creationId xmlns:a16="http://schemas.microsoft.com/office/drawing/2014/main" id="{5424D287-A640-41C0-8B08-4EEEE3BE1CA4}"/>
                </a:ext>
              </a:extLst>
            </p:cNvPr>
            <p:cNvSpPr>
              <a:spLocks/>
            </p:cNvSpPr>
            <p:nvPr/>
          </p:nvSpPr>
          <p:spPr>
            <a:xfrm>
              <a:off x="4666377" y="3694086"/>
              <a:ext cx="28398" cy="28398"/>
            </a:xfrm>
            <a:prstGeom prst="ellipse">
              <a:avLst/>
            </a:prstGeom>
            <a:solidFill>
              <a:srgbClr val="7F8C97">
                <a:alpha val="48000"/>
              </a:srgbClr>
            </a:solidFill>
            <a:ln w="0">
              <a:noFill/>
              <a:prstDash val="solid"/>
            </a:ln>
          </p:spPr>
        </p:sp>
        <p:sp>
          <p:nvSpPr>
            <p:cNvPr id="1810" name="03_assume_matched_1809">
              <a:extLst>
                <a:ext uri="{FF2B5EF4-FFF2-40B4-BE49-F238E27FC236}">
                  <a16:creationId xmlns:a16="http://schemas.microsoft.com/office/drawing/2014/main" id="{4F8CF0CA-F112-4B41-808F-F51EB93B15DF}"/>
                </a:ext>
              </a:extLst>
            </p:cNvPr>
            <p:cNvSpPr>
              <a:spLocks/>
            </p:cNvSpPr>
            <p:nvPr/>
          </p:nvSpPr>
          <p:spPr>
            <a:xfrm>
              <a:off x="4634141" y="3861191"/>
              <a:ext cx="28398" cy="28398"/>
            </a:xfrm>
            <a:prstGeom prst="ellipse">
              <a:avLst/>
            </a:prstGeom>
            <a:solidFill>
              <a:srgbClr val="7F8C97">
                <a:alpha val="48000"/>
              </a:srgbClr>
            </a:solidFill>
            <a:ln w="0">
              <a:noFill/>
              <a:prstDash val="solid"/>
            </a:ln>
          </p:spPr>
        </p:sp>
        <p:sp>
          <p:nvSpPr>
            <p:cNvPr id="1811" name="03_assume_matched_1810">
              <a:extLst>
                <a:ext uri="{FF2B5EF4-FFF2-40B4-BE49-F238E27FC236}">
                  <a16:creationId xmlns:a16="http://schemas.microsoft.com/office/drawing/2014/main" id="{AAD5586C-671A-42ED-B13E-B032AB7A7E1F}"/>
                </a:ext>
              </a:extLst>
            </p:cNvPr>
            <p:cNvSpPr>
              <a:spLocks/>
            </p:cNvSpPr>
            <p:nvPr/>
          </p:nvSpPr>
          <p:spPr>
            <a:xfrm>
              <a:off x="4538873" y="3747256"/>
              <a:ext cx="28398" cy="28398"/>
            </a:xfrm>
            <a:prstGeom prst="ellipse">
              <a:avLst/>
            </a:prstGeom>
            <a:solidFill>
              <a:srgbClr val="7F8C97">
                <a:alpha val="48000"/>
              </a:srgbClr>
            </a:solidFill>
            <a:ln w="0">
              <a:noFill/>
              <a:prstDash val="solid"/>
            </a:ln>
          </p:spPr>
        </p:sp>
        <p:sp>
          <p:nvSpPr>
            <p:cNvPr id="1812" name="03_assume_matched_1811">
              <a:extLst>
                <a:ext uri="{FF2B5EF4-FFF2-40B4-BE49-F238E27FC236}">
                  <a16:creationId xmlns:a16="http://schemas.microsoft.com/office/drawing/2014/main" id="{442DC9A6-007F-4D17-8D8A-BBA2AD6F30D8}"/>
                </a:ext>
              </a:extLst>
            </p:cNvPr>
            <p:cNvSpPr>
              <a:spLocks/>
            </p:cNvSpPr>
            <p:nvPr/>
          </p:nvSpPr>
          <p:spPr>
            <a:xfrm>
              <a:off x="4569526" y="4278955"/>
              <a:ext cx="28398" cy="28398"/>
            </a:xfrm>
            <a:prstGeom prst="ellipse">
              <a:avLst/>
            </a:prstGeom>
            <a:solidFill>
              <a:srgbClr val="7F8C97">
                <a:alpha val="48000"/>
              </a:srgbClr>
            </a:solidFill>
            <a:ln w="0">
              <a:noFill/>
              <a:prstDash val="solid"/>
            </a:ln>
          </p:spPr>
        </p:sp>
        <p:sp>
          <p:nvSpPr>
            <p:cNvPr id="1813" name="03_assume_matched_1812">
              <a:extLst>
                <a:ext uri="{FF2B5EF4-FFF2-40B4-BE49-F238E27FC236}">
                  <a16:creationId xmlns:a16="http://schemas.microsoft.com/office/drawing/2014/main" id="{6AB93F9B-2210-4AD2-8F67-DBC4DCACE8B3}"/>
                </a:ext>
              </a:extLst>
            </p:cNvPr>
            <p:cNvSpPr>
              <a:spLocks/>
            </p:cNvSpPr>
            <p:nvPr/>
          </p:nvSpPr>
          <p:spPr>
            <a:xfrm>
              <a:off x="4538585" y="4132738"/>
              <a:ext cx="28398" cy="28398"/>
            </a:xfrm>
            <a:prstGeom prst="ellipse">
              <a:avLst/>
            </a:prstGeom>
            <a:solidFill>
              <a:srgbClr val="7F8C97">
                <a:alpha val="48000"/>
              </a:srgbClr>
            </a:solidFill>
            <a:ln w="0">
              <a:noFill/>
              <a:prstDash val="solid"/>
            </a:ln>
          </p:spPr>
        </p:sp>
        <p:sp>
          <p:nvSpPr>
            <p:cNvPr id="1814" name="03_assume_matched_1813">
              <a:extLst>
                <a:ext uri="{FF2B5EF4-FFF2-40B4-BE49-F238E27FC236}">
                  <a16:creationId xmlns:a16="http://schemas.microsoft.com/office/drawing/2014/main" id="{11ADFAB1-1E5C-4CD1-86E4-1FB43F90E71F}"/>
                </a:ext>
              </a:extLst>
            </p:cNvPr>
            <p:cNvSpPr>
              <a:spLocks/>
            </p:cNvSpPr>
            <p:nvPr/>
          </p:nvSpPr>
          <p:spPr>
            <a:xfrm>
              <a:off x="4619894" y="3986521"/>
              <a:ext cx="28398" cy="28398"/>
            </a:xfrm>
            <a:prstGeom prst="ellipse">
              <a:avLst/>
            </a:prstGeom>
            <a:solidFill>
              <a:srgbClr val="7F8C97">
                <a:alpha val="48000"/>
              </a:srgbClr>
            </a:solidFill>
            <a:ln w="0">
              <a:noFill/>
              <a:prstDash val="solid"/>
            </a:ln>
          </p:spPr>
        </p:sp>
        <p:sp>
          <p:nvSpPr>
            <p:cNvPr id="1815" name="03_assume_matched_1814">
              <a:extLst>
                <a:ext uri="{FF2B5EF4-FFF2-40B4-BE49-F238E27FC236}">
                  <a16:creationId xmlns:a16="http://schemas.microsoft.com/office/drawing/2014/main" id="{EC8ACF4A-C47F-417F-A035-082E5CECEDF5}"/>
                </a:ext>
              </a:extLst>
            </p:cNvPr>
            <p:cNvSpPr>
              <a:spLocks/>
            </p:cNvSpPr>
            <p:nvPr/>
          </p:nvSpPr>
          <p:spPr>
            <a:xfrm>
              <a:off x="4601186" y="4278955"/>
              <a:ext cx="28398" cy="28398"/>
            </a:xfrm>
            <a:prstGeom prst="ellipse">
              <a:avLst/>
            </a:prstGeom>
            <a:solidFill>
              <a:srgbClr val="7F8C97">
                <a:alpha val="48000"/>
              </a:srgbClr>
            </a:solidFill>
            <a:ln w="0">
              <a:noFill/>
              <a:prstDash val="solid"/>
            </a:ln>
          </p:spPr>
        </p:sp>
        <p:sp>
          <p:nvSpPr>
            <p:cNvPr id="1816" name="03_assume_matched_1815">
              <a:extLst>
                <a:ext uri="{FF2B5EF4-FFF2-40B4-BE49-F238E27FC236}">
                  <a16:creationId xmlns:a16="http://schemas.microsoft.com/office/drawing/2014/main" id="{DBA3AA07-7CD3-409B-99E8-8C7BA96CAB6C}"/>
                </a:ext>
              </a:extLst>
            </p:cNvPr>
            <p:cNvSpPr>
              <a:spLocks/>
            </p:cNvSpPr>
            <p:nvPr/>
          </p:nvSpPr>
          <p:spPr>
            <a:xfrm>
              <a:off x="4585932" y="3694086"/>
              <a:ext cx="28398" cy="28398"/>
            </a:xfrm>
            <a:prstGeom prst="ellipse">
              <a:avLst/>
            </a:prstGeom>
            <a:solidFill>
              <a:srgbClr val="7F8C97">
                <a:alpha val="48000"/>
              </a:srgbClr>
            </a:solidFill>
            <a:ln w="0">
              <a:noFill/>
              <a:prstDash val="solid"/>
            </a:ln>
          </p:spPr>
        </p:sp>
        <p:sp>
          <p:nvSpPr>
            <p:cNvPr id="1817" name="03_assume_matched_1816">
              <a:extLst>
                <a:ext uri="{FF2B5EF4-FFF2-40B4-BE49-F238E27FC236}">
                  <a16:creationId xmlns:a16="http://schemas.microsoft.com/office/drawing/2014/main" id="{8965A0D8-E2D3-4CD5-83B6-C3BF2A0D28BD}"/>
                </a:ext>
              </a:extLst>
            </p:cNvPr>
            <p:cNvSpPr>
              <a:spLocks/>
            </p:cNvSpPr>
            <p:nvPr/>
          </p:nvSpPr>
          <p:spPr>
            <a:xfrm>
              <a:off x="4571685" y="4278955"/>
              <a:ext cx="28398" cy="28398"/>
            </a:xfrm>
            <a:prstGeom prst="ellipse">
              <a:avLst/>
            </a:prstGeom>
            <a:solidFill>
              <a:srgbClr val="7F8C97">
                <a:alpha val="48000"/>
              </a:srgbClr>
            </a:solidFill>
            <a:ln w="0">
              <a:noFill/>
              <a:prstDash val="solid"/>
            </a:ln>
          </p:spPr>
        </p:sp>
        <p:sp>
          <p:nvSpPr>
            <p:cNvPr id="1818" name="03_assume_matched_1817">
              <a:extLst>
                <a:ext uri="{FF2B5EF4-FFF2-40B4-BE49-F238E27FC236}">
                  <a16:creationId xmlns:a16="http://schemas.microsoft.com/office/drawing/2014/main" id="{8A4B2432-3F40-436E-BA8C-DD8E500101A4}"/>
                </a:ext>
              </a:extLst>
            </p:cNvPr>
            <p:cNvSpPr>
              <a:spLocks/>
            </p:cNvSpPr>
            <p:nvPr/>
          </p:nvSpPr>
          <p:spPr>
            <a:xfrm>
              <a:off x="4588090" y="4278955"/>
              <a:ext cx="28398" cy="28398"/>
            </a:xfrm>
            <a:prstGeom prst="ellipse">
              <a:avLst/>
            </a:prstGeom>
            <a:solidFill>
              <a:srgbClr val="7F8C97">
                <a:alpha val="48000"/>
              </a:srgbClr>
            </a:solidFill>
            <a:ln w="0">
              <a:noFill/>
              <a:prstDash val="solid"/>
            </a:ln>
          </p:spPr>
        </p:sp>
        <p:sp>
          <p:nvSpPr>
            <p:cNvPr id="1819" name="03_assume_matched_1818">
              <a:extLst>
                <a:ext uri="{FF2B5EF4-FFF2-40B4-BE49-F238E27FC236}">
                  <a16:creationId xmlns:a16="http://schemas.microsoft.com/office/drawing/2014/main" id="{A548EE37-7955-476E-9824-259F526D97A4}"/>
                </a:ext>
              </a:extLst>
            </p:cNvPr>
            <p:cNvSpPr>
              <a:spLocks/>
            </p:cNvSpPr>
            <p:nvPr/>
          </p:nvSpPr>
          <p:spPr>
            <a:xfrm>
              <a:off x="4673284" y="4132738"/>
              <a:ext cx="28398" cy="28398"/>
            </a:xfrm>
            <a:prstGeom prst="ellipse">
              <a:avLst/>
            </a:prstGeom>
            <a:solidFill>
              <a:srgbClr val="7F8C97">
                <a:alpha val="48000"/>
              </a:srgbClr>
            </a:solidFill>
            <a:ln w="0">
              <a:noFill/>
              <a:prstDash val="solid"/>
            </a:ln>
          </p:spPr>
        </p:sp>
        <p:sp>
          <p:nvSpPr>
            <p:cNvPr id="1820" name="03_assume_matched_1819">
              <a:extLst>
                <a:ext uri="{FF2B5EF4-FFF2-40B4-BE49-F238E27FC236}">
                  <a16:creationId xmlns:a16="http://schemas.microsoft.com/office/drawing/2014/main" id="{0B8BDE7F-18F2-47D4-8BEA-8B356A489980}"/>
                </a:ext>
              </a:extLst>
            </p:cNvPr>
            <p:cNvSpPr>
              <a:spLocks/>
            </p:cNvSpPr>
            <p:nvPr/>
          </p:nvSpPr>
          <p:spPr>
            <a:xfrm>
              <a:off x="4628241" y="3694086"/>
              <a:ext cx="28398" cy="28398"/>
            </a:xfrm>
            <a:prstGeom prst="ellipse">
              <a:avLst/>
            </a:prstGeom>
            <a:solidFill>
              <a:srgbClr val="7F8C97">
                <a:alpha val="48000"/>
              </a:srgbClr>
            </a:solidFill>
            <a:ln w="0">
              <a:noFill/>
              <a:prstDash val="solid"/>
            </a:ln>
          </p:spPr>
        </p:sp>
        <p:sp>
          <p:nvSpPr>
            <p:cNvPr id="1821" name="03_assume_matched_1820">
              <a:extLst>
                <a:ext uri="{FF2B5EF4-FFF2-40B4-BE49-F238E27FC236}">
                  <a16:creationId xmlns:a16="http://schemas.microsoft.com/office/drawing/2014/main" id="{0F3A1A95-B520-44F5-9982-E15305BF8243}"/>
                </a:ext>
              </a:extLst>
            </p:cNvPr>
            <p:cNvSpPr>
              <a:spLocks/>
            </p:cNvSpPr>
            <p:nvPr/>
          </p:nvSpPr>
          <p:spPr>
            <a:xfrm>
              <a:off x="4638027" y="4213970"/>
              <a:ext cx="28398" cy="28398"/>
            </a:xfrm>
            <a:prstGeom prst="ellipse">
              <a:avLst/>
            </a:prstGeom>
            <a:solidFill>
              <a:srgbClr val="7F8C97">
                <a:alpha val="48000"/>
              </a:srgbClr>
            </a:solidFill>
            <a:ln w="0">
              <a:noFill/>
              <a:prstDash val="solid"/>
            </a:ln>
          </p:spPr>
        </p:sp>
        <p:sp>
          <p:nvSpPr>
            <p:cNvPr id="1822" name="03_assume_matched_1821">
              <a:extLst>
                <a:ext uri="{FF2B5EF4-FFF2-40B4-BE49-F238E27FC236}">
                  <a16:creationId xmlns:a16="http://schemas.microsoft.com/office/drawing/2014/main" id="{6C1EC74C-DE3B-4256-BA00-93F64BB27AE2}"/>
                </a:ext>
              </a:extLst>
            </p:cNvPr>
            <p:cNvSpPr>
              <a:spLocks/>
            </p:cNvSpPr>
            <p:nvPr/>
          </p:nvSpPr>
          <p:spPr>
            <a:xfrm>
              <a:off x="4574851" y="4148984"/>
              <a:ext cx="28398" cy="28398"/>
            </a:xfrm>
            <a:prstGeom prst="ellipse">
              <a:avLst/>
            </a:prstGeom>
            <a:solidFill>
              <a:srgbClr val="7F8C97">
                <a:alpha val="48000"/>
              </a:srgbClr>
            </a:solidFill>
            <a:ln w="0">
              <a:noFill/>
              <a:prstDash val="solid"/>
            </a:ln>
          </p:spPr>
        </p:sp>
        <p:sp>
          <p:nvSpPr>
            <p:cNvPr id="1823" name="03_assume_matched_1822">
              <a:extLst>
                <a:ext uri="{FF2B5EF4-FFF2-40B4-BE49-F238E27FC236}">
                  <a16:creationId xmlns:a16="http://schemas.microsoft.com/office/drawing/2014/main" id="{2BB90B99-1BFA-4DF3-9A5A-A8850C220458}"/>
                </a:ext>
              </a:extLst>
            </p:cNvPr>
            <p:cNvSpPr>
              <a:spLocks/>
            </p:cNvSpPr>
            <p:nvPr/>
          </p:nvSpPr>
          <p:spPr>
            <a:xfrm>
              <a:off x="4665225" y="4083999"/>
              <a:ext cx="28398" cy="28398"/>
            </a:xfrm>
            <a:prstGeom prst="ellipse">
              <a:avLst/>
            </a:prstGeom>
            <a:solidFill>
              <a:srgbClr val="7F8C97">
                <a:alpha val="48000"/>
              </a:srgbClr>
            </a:solidFill>
            <a:ln w="0">
              <a:noFill/>
              <a:prstDash val="solid"/>
            </a:ln>
          </p:spPr>
        </p:sp>
        <p:sp>
          <p:nvSpPr>
            <p:cNvPr id="1824" name="03_assume_matched_1823">
              <a:extLst>
                <a:ext uri="{FF2B5EF4-FFF2-40B4-BE49-F238E27FC236}">
                  <a16:creationId xmlns:a16="http://schemas.microsoft.com/office/drawing/2014/main" id="{336150EC-4186-42ED-A1FB-2AF8871042DB}"/>
                </a:ext>
              </a:extLst>
            </p:cNvPr>
            <p:cNvSpPr>
              <a:spLocks/>
            </p:cNvSpPr>
            <p:nvPr/>
          </p:nvSpPr>
          <p:spPr>
            <a:xfrm>
              <a:off x="4638314" y="3747256"/>
              <a:ext cx="28398" cy="28398"/>
            </a:xfrm>
            <a:prstGeom prst="ellipse">
              <a:avLst/>
            </a:prstGeom>
            <a:solidFill>
              <a:srgbClr val="7F8C97">
                <a:alpha val="48000"/>
              </a:srgbClr>
            </a:solidFill>
            <a:ln w="0">
              <a:noFill/>
              <a:prstDash val="solid"/>
            </a:ln>
          </p:spPr>
        </p:sp>
        <p:sp>
          <p:nvSpPr>
            <p:cNvPr id="1825" name="03_assume_matched_1824">
              <a:extLst>
                <a:ext uri="{FF2B5EF4-FFF2-40B4-BE49-F238E27FC236}">
                  <a16:creationId xmlns:a16="http://schemas.microsoft.com/office/drawing/2014/main" id="{8594942A-6642-420C-9C56-2493443874BE}"/>
                </a:ext>
              </a:extLst>
            </p:cNvPr>
            <p:cNvSpPr>
              <a:spLocks/>
            </p:cNvSpPr>
            <p:nvPr/>
          </p:nvSpPr>
          <p:spPr>
            <a:xfrm>
              <a:off x="4556142" y="4278955"/>
              <a:ext cx="28398" cy="28398"/>
            </a:xfrm>
            <a:prstGeom prst="ellipse">
              <a:avLst/>
            </a:prstGeom>
            <a:solidFill>
              <a:srgbClr val="7F8C97">
                <a:alpha val="48000"/>
              </a:srgbClr>
            </a:solidFill>
            <a:ln w="0">
              <a:noFill/>
              <a:prstDash val="solid"/>
            </a:ln>
          </p:spPr>
        </p:sp>
        <p:sp>
          <p:nvSpPr>
            <p:cNvPr id="1826" name="03_assume_matched_1825">
              <a:extLst>
                <a:ext uri="{FF2B5EF4-FFF2-40B4-BE49-F238E27FC236}">
                  <a16:creationId xmlns:a16="http://schemas.microsoft.com/office/drawing/2014/main" id="{1B01D791-2E37-4AA8-87EA-5C132CD41EE7}"/>
                </a:ext>
              </a:extLst>
            </p:cNvPr>
            <p:cNvSpPr>
              <a:spLocks/>
            </p:cNvSpPr>
            <p:nvPr/>
          </p:nvSpPr>
          <p:spPr>
            <a:xfrm>
              <a:off x="4563482" y="3694086"/>
              <a:ext cx="28398" cy="28398"/>
            </a:xfrm>
            <a:prstGeom prst="ellipse">
              <a:avLst/>
            </a:prstGeom>
            <a:solidFill>
              <a:srgbClr val="7F8C97">
                <a:alpha val="48000"/>
              </a:srgbClr>
            </a:solidFill>
            <a:ln w="0">
              <a:noFill/>
              <a:prstDash val="solid"/>
            </a:ln>
          </p:spPr>
        </p:sp>
        <p:sp>
          <p:nvSpPr>
            <p:cNvPr id="1827" name="03_assume_matched_1826">
              <a:extLst>
                <a:ext uri="{FF2B5EF4-FFF2-40B4-BE49-F238E27FC236}">
                  <a16:creationId xmlns:a16="http://schemas.microsoft.com/office/drawing/2014/main" id="{65A12123-8C9D-4DBE-8FB6-53748C1459B9}"/>
                </a:ext>
              </a:extLst>
            </p:cNvPr>
            <p:cNvSpPr>
              <a:spLocks/>
            </p:cNvSpPr>
            <p:nvPr/>
          </p:nvSpPr>
          <p:spPr>
            <a:xfrm>
              <a:off x="4574707" y="4083999"/>
              <a:ext cx="28398" cy="28398"/>
            </a:xfrm>
            <a:prstGeom prst="ellipse">
              <a:avLst/>
            </a:prstGeom>
            <a:solidFill>
              <a:srgbClr val="7F8C97">
                <a:alpha val="48000"/>
              </a:srgbClr>
            </a:solidFill>
            <a:ln w="0">
              <a:noFill/>
              <a:prstDash val="solid"/>
            </a:ln>
          </p:spPr>
        </p:sp>
        <p:sp>
          <p:nvSpPr>
            <p:cNvPr id="1828" name="03_assume_matched_1827">
              <a:extLst>
                <a:ext uri="{FF2B5EF4-FFF2-40B4-BE49-F238E27FC236}">
                  <a16:creationId xmlns:a16="http://schemas.microsoft.com/office/drawing/2014/main" id="{22BB98FC-18AC-400B-BA10-2F9A7B057AAC}"/>
                </a:ext>
              </a:extLst>
            </p:cNvPr>
            <p:cNvSpPr>
              <a:spLocks/>
            </p:cNvSpPr>
            <p:nvPr/>
          </p:nvSpPr>
          <p:spPr>
            <a:xfrm>
              <a:off x="4664074" y="3986521"/>
              <a:ext cx="28398" cy="28398"/>
            </a:xfrm>
            <a:prstGeom prst="ellipse">
              <a:avLst/>
            </a:prstGeom>
            <a:solidFill>
              <a:srgbClr val="7F8C97">
                <a:alpha val="48000"/>
              </a:srgbClr>
            </a:solidFill>
            <a:ln w="0">
              <a:noFill/>
              <a:prstDash val="solid"/>
            </a:ln>
          </p:spPr>
        </p:sp>
        <p:sp>
          <p:nvSpPr>
            <p:cNvPr id="1829" name="03_assume_matched_1828">
              <a:extLst>
                <a:ext uri="{FF2B5EF4-FFF2-40B4-BE49-F238E27FC236}">
                  <a16:creationId xmlns:a16="http://schemas.microsoft.com/office/drawing/2014/main" id="{289377FC-789B-433A-97EE-452224BF90BA}"/>
                </a:ext>
              </a:extLst>
            </p:cNvPr>
            <p:cNvSpPr>
              <a:spLocks/>
            </p:cNvSpPr>
            <p:nvPr/>
          </p:nvSpPr>
          <p:spPr>
            <a:xfrm>
              <a:off x="4577009" y="3694086"/>
              <a:ext cx="28398" cy="28398"/>
            </a:xfrm>
            <a:prstGeom prst="ellipse">
              <a:avLst/>
            </a:prstGeom>
            <a:solidFill>
              <a:srgbClr val="7F8C97">
                <a:alpha val="48000"/>
              </a:srgbClr>
            </a:solidFill>
            <a:ln w="0">
              <a:noFill/>
              <a:prstDash val="solid"/>
            </a:ln>
          </p:spPr>
        </p:sp>
        <p:sp>
          <p:nvSpPr>
            <p:cNvPr id="1830" name="03_assume_matched_1829">
              <a:extLst>
                <a:ext uri="{FF2B5EF4-FFF2-40B4-BE49-F238E27FC236}">
                  <a16:creationId xmlns:a16="http://schemas.microsoft.com/office/drawing/2014/main" id="{FCA83DC4-DE06-4E17-ACE3-BF9CE85ED4A4}"/>
                </a:ext>
              </a:extLst>
            </p:cNvPr>
            <p:cNvSpPr>
              <a:spLocks/>
            </p:cNvSpPr>
            <p:nvPr/>
          </p:nvSpPr>
          <p:spPr>
            <a:xfrm>
              <a:off x="4656015" y="4083999"/>
              <a:ext cx="28398" cy="28398"/>
            </a:xfrm>
            <a:prstGeom prst="ellipse">
              <a:avLst/>
            </a:prstGeom>
            <a:solidFill>
              <a:srgbClr val="7F8C97">
                <a:alpha val="48000"/>
              </a:srgbClr>
            </a:solidFill>
            <a:ln w="0">
              <a:noFill/>
              <a:prstDash val="solid"/>
            </a:ln>
          </p:spPr>
        </p:sp>
        <p:sp>
          <p:nvSpPr>
            <p:cNvPr id="1831" name="03_assume_matched_1830">
              <a:extLst>
                <a:ext uri="{FF2B5EF4-FFF2-40B4-BE49-F238E27FC236}">
                  <a16:creationId xmlns:a16="http://schemas.microsoft.com/office/drawing/2014/main" id="{FBE621B2-7F81-405A-BC8F-C1D108AB7C51}"/>
                </a:ext>
              </a:extLst>
            </p:cNvPr>
            <p:cNvSpPr>
              <a:spLocks/>
            </p:cNvSpPr>
            <p:nvPr/>
          </p:nvSpPr>
          <p:spPr>
            <a:xfrm>
              <a:off x="4657166" y="3694086"/>
              <a:ext cx="28398" cy="28398"/>
            </a:xfrm>
            <a:prstGeom prst="ellipse">
              <a:avLst/>
            </a:prstGeom>
            <a:solidFill>
              <a:srgbClr val="7F8C97">
                <a:alpha val="48000"/>
              </a:srgbClr>
            </a:solidFill>
            <a:ln w="0">
              <a:noFill/>
              <a:prstDash val="solid"/>
            </a:ln>
          </p:spPr>
        </p:sp>
        <p:sp>
          <p:nvSpPr>
            <p:cNvPr id="1832" name="03_assume_matched_1831">
              <a:extLst>
                <a:ext uri="{FF2B5EF4-FFF2-40B4-BE49-F238E27FC236}">
                  <a16:creationId xmlns:a16="http://schemas.microsoft.com/office/drawing/2014/main" id="{B90946B3-57B4-4D2F-B487-4BE6928B7B90}"/>
                </a:ext>
              </a:extLst>
            </p:cNvPr>
            <p:cNvSpPr>
              <a:spLocks/>
            </p:cNvSpPr>
            <p:nvPr/>
          </p:nvSpPr>
          <p:spPr>
            <a:xfrm>
              <a:off x="4660908" y="4278955"/>
              <a:ext cx="28398" cy="28398"/>
            </a:xfrm>
            <a:prstGeom prst="ellipse">
              <a:avLst/>
            </a:prstGeom>
            <a:solidFill>
              <a:srgbClr val="7F8C97">
                <a:alpha val="48000"/>
              </a:srgbClr>
            </a:solidFill>
            <a:ln w="0">
              <a:noFill/>
              <a:prstDash val="solid"/>
            </a:ln>
          </p:spPr>
        </p:sp>
        <p:sp>
          <p:nvSpPr>
            <p:cNvPr id="1833" name="03_assume_matched_1832">
              <a:extLst>
                <a:ext uri="{FF2B5EF4-FFF2-40B4-BE49-F238E27FC236}">
                  <a16:creationId xmlns:a16="http://schemas.microsoft.com/office/drawing/2014/main" id="{3DD4CA9E-DACC-4B90-ABCB-B408905417B4}"/>
                </a:ext>
              </a:extLst>
            </p:cNvPr>
            <p:cNvSpPr>
              <a:spLocks/>
            </p:cNvSpPr>
            <p:nvPr/>
          </p:nvSpPr>
          <p:spPr>
            <a:xfrm>
              <a:off x="4578160" y="4083999"/>
              <a:ext cx="28398" cy="28398"/>
            </a:xfrm>
            <a:prstGeom prst="ellipse">
              <a:avLst/>
            </a:prstGeom>
            <a:solidFill>
              <a:srgbClr val="7F8C97">
                <a:alpha val="48000"/>
              </a:srgbClr>
            </a:solidFill>
            <a:ln w="0">
              <a:noFill/>
              <a:prstDash val="solid"/>
            </a:ln>
          </p:spPr>
        </p:sp>
        <p:sp>
          <p:nvSpPr>
            <p:cNvPr id="1834" name="03_assume_matched_1833">
              <a:extLst>
                <a:ext uri="{FF2B5EF4-FFF2-40B4-BE49-F238E27FC236}">
                  <a16:creationId xmlns:a16="http://schemas.microsoft.com/office/drawing/2014/main" id="{E94764A3-CF04-4F30-AE89-4B4EF7AED79C}"/>
                </a:ext>
              </a:extLst>
            </p:cNvPr>
            <p:cNvSpPr>
              <a:spLocks/>
            </p:cNvSpPr>
            <p:nvPr/>
          </p:nvSpPr>
          <p:spPr>
            <a:xfrm>
              <a:off x="4556430" y="4132738"/>
              <a:ext cx="28398" cy="28398"/>
            </a:xfrm>
            <a:prstGeom prst="ellipse">
              <a:avLst/>
            </a:prstGeom>
            <a:solidFill>
              <a:srgbClr val="7F8C97">
                <a:alpha val="48000"/>
              </a:srgbClr>
            </a:solidFill>
            <a:ln w="0">
              <a:noFill/>
              <a:prstDash val="solid"/>
            </a:ln>
          </p:spPr>
        </p:sp>
        <p:sp>
          <p:nvSpPr>
            <p:cNvPr id="1835" name="03_assume_matched_1834">
              <a:extLst>
                <a:ext uri="{FF2B5EF4-FFF2-40B4-BE49-F238E27FC236}">
                  <a16:creationId xmlns:a16="http://schemas.microsoft.com/office/drawing/2014/main" id="{341E2338-5B05-4AC7-BCAA-0D4635B52DD7}"/>
                </a:ext>
              </a:extLst>
            </p:cNvPr>
            <p:cNvSpPr>
              <a:spLocks/>
            </p:cNvSpPr>
            <p:nvPr/>
          </p:nvSpPr>
          <p:spPr>
            <a:xfrm>
              <a:off x="4640185" y="4278955"/>
              <a:ext cx="28398" cy="28398"/>
            </a:xfrm>
            <a:prstGeom prst="ellipse">
              <a:avLst/>
            </a:prstGeom>
            <a:solidFill>
              <a:srgbClr val="7F8C97">
                <a:alpha val="48000"/>
              </a:srgbClr>
            </a:solidFill>
            <a:ln w="0">
              <a:noFill/>
              <a:prstDash val="solid"/>
            </a:ln>
          </p:spPr>
        </p:sp>
        <p:sp>
          <p:nvSpPr>
            <p:cNvPr id="1836" name="03_assume_matched_1835">
              <a:extLst>
                <a:ext uri="{FF2B5EF4-FFF2-40B4-BE49-F238E27FC236}">
                  <a16:creationId xmlns:a16="http://schemas.microsoft.com/office/drawing/2014/main" id="{4B53BD3A-F94C-466D-AD93-077971AF8774}"/>
                </a:ext>
              </a:extLst>
            </p:cNvPr>
            <p:cNvSpPr>
              <a:spLocks/>
            </p:cNvSpPr>
            <p:nvPr/>
          </p:nvSpPr>
          <p:spPr>
            <a:xfrm>
              <a:off x="4549666" y="3694086"/>
              <a:ext cx="28398" cy="28398"/>
            </a:xfrm>
            <a:prstGeom prst="ellipse">
              <a:avLst/>
            </a:prstGeom>
            <a:solidFill>
              <a:srgbClr val="7F8C97">
                <a:alpha val="48000"/>
              </a:srgbClr>
            </a:solidFill>
            <a:ln w="0">
              <a:noFill/>
              <a:prstDash val="solid"/>
            </a:ln>
          </p:spPr>
        </p:sp>
        <p:sp>
          <p:nvSpPr>
            <p:cNvPr id="1837" name="03_assume_matched_1836">
              <a:extLst>
                <a:ext uri="{FF2B5EF4-FFF2-40B4-BE49-F238E27FC236}">
                  <a16:creationId xmlns:a16="http://schemas.microsoft.com/office/drawing/2014/main" id="{28A67C12-0E44-4C51-A2C4-A49AA0E019DD}"/>
                </a:ext>
              </a:extLst>
            </p:cNvPr>
            <p:cNvSpPr>
              <a:spLocks/>
            </p:cNvSpPr>
            <p:nvPr/>
          </p:nvSpPr>
          <p:spPr>
            <a:xfrm>
              <a:off x="4643783" y="3694086"/>
              <a:ext cx="28398" cy="28398"/>
            </a:xfrm>
            <a:prstGeom prst="ellipse">
              <a:avLst/>
            </a:prstGeom>
            <a:solidFill>
              <a:srgbClr val="7F8C97">
                <a:alpha val="48000"/>
              </a:srgbClr>
            </a:solidFill>
            <a:ln w="0">
              <a:noFill/>
              <a:prstDash val="solid"/>
            </a:ln>
          </p:spPr>
        </p:sp>
        <p:sp>
          <p:nvSpPr>
            <p:cNvPr id="1838" name="03_assume_matched_1837">
              <a:extLst>
                <a:ext uri="{FF2B5EF4-FFF2-40B4-BE49-F238E27FC236}">
                  <a16:creationId xmlns:a16="http://schemas.microsoft.com/office/drawing/2014/main" id="{F1227776-EA04-4018-A455-9C989B911BB0}"/>
                </a:ext>
              </a:extLst>
            </p:cNvPr>
            <p:cNvSpPr>
              <a:spLocks/>
            </p:cNvSpPr>
            <p:nvPr/>
          </p:nvSpPr>
          <p:spPr>
            <a:xfrm>
              <a:off x="4550962" y="4278955"/>
              <a:ext cx="28398" cy="28398"/>
            </a:xfrm>
            <a:prstGeom prst="ellipse">
              <a:avLst/>
            </a:prstGeom>
            <a:solidFill>
              <a:srgbClr val="7F8C97">
                <a:alpha val="48000"/>
              </a:srgbClr>
            </a:solidFill>
            <a:ln w="0">
              <a:noFill/>
              <a:prstDash val="solid"/>
            </a:ln>
          </p:spPr>
        </p:sp>
        <p:sp>
          <p:nvSpPr>
            <p:cNvPr id="1839" name="03_assume_matched_1838">
              <a:extLst>
                <a:ext uri="{FF2B5EF4-FFF2-40B4-BE49-F238E27FC236}">
                  <a16:creationId xmlns:a16="http://schemas.microsoft.com/office/drawing/2014/main" id="{E75A8553-42DD-4554-8A0C-6D10142F3932}"/>
                </a:ext>
              </a:extLst>
            </p:cNvPr>
            <p:cNvSpPr>
              <a:spLocks/>
            </p:cNvSpPr>
            <p:nvPr/>
          </p:nvSpPr>
          <p:spPr>
            <a:xfrm>
              <a:off x="4671413" y="3694086"/>
              <a:ext cx="28398" cy="28398"/>
            </a:xfrm>
            <a:prstGeom prst="ellipse">
              <a:avLst/>
            </a:prstGeom>
            <a:solidFill>
              <a:srgbClr val="7F8C97">
                <a:alpha val="48000"/>
              </a:srgbClr>
            </a:solidFill>
            <a:ln w="0">
              <a:noFill/>
              <a:prstDash val="solid"/>
            </a:ln>
          </p:spPr>
        </p:sp>
        <p:sp>
          <p:nvSpPr>
            <p:cNvPr id="1840" name="03_assume_matched_1839">
              <a:extLst>
                <a:ext uri="{FF2B5EF4-FFF2-40B4-BE49-F238E27FC236}">
                  <a16:creationId xmlns:a16="http://schemas.microsoft.com/office/drawing/2014/main" id="{E1EC6B92-FF2F-40EF-A7FE-DF6599747B75}"/>
                </a:ext>
              </a:extLst>
            </p:cNvPr>
            <p:cNvSpPr>
              <a:spLocks/>
            </p:cNvSpPr>
            <p:nvPr/>
          </p:nvSpPr>
          <p:spPr>
            <a:xfrm>
              <a:off x="4649395" y="3694086"/>
              <a:ext cx="28398" cy="28398"/>
            </a:xfrm>
            <a:prstGeom prst="ellipse">
              <a:avLst/>
            </a:prstGeom>
            <a:solidFill>
              <a:srgbClr val="7F8C97">
                <a:alpha val="48000"/>
              </a:srgbClr>
            </a:solidFill>
            <a:ln w="0">
              <a:noFill/>
              <a:prstDash val="solid"/>
            </a:ln>
          </p:spPr>
        </p:sp>
        <p:sp>
          <p:nvSpPr>
            <p:cNvPr id="1841" name="03_assume_matched_1840">
              <a:extLst>
                <a:ext uri="{FF2B5EF4-FFF2-40B4-BE49-F238E27FC236}">
                  <a16:creationId xmlns:a16="http://schemas.microsoft.com/office/drawing/2014/main" id="{3BB84C30-DE77-40C0-89B1-2CD6C0735DD1}"/>
                </a:ext>
              </a:extLst>
            </p:cNvPr>
            <p:cNvSpPr>
              <a:spLocks/>
            </p:cNvSpPr>
            <p:nvPr/>
          </p:nvSpPr>
          <p:spPr>
            <a:xfrm>
              <a:off x="4597300" y="4278955"/>
              <a:ext cx="28398" cy="28398"/>
            </a:xfrm>
            <a:prstGeom prst="ellipse">
              <a:avLst/>
            </a:prstGeom>
            <a:solidFill>
              <a:srgbClr val="7F8C97">
                <a:alpha val="48000"/>
              </a:srgbClr>
            </a:solidFill>
            <a:ln w="0">
              <a:noFill/>
              <a:prstDash val="solid"/>
            </a:ln>
          </p:spPr>
        </p:sp>
        <p:sp>
          <p:nvSpPr>
            <p:cNvPr id="1842" name="03_assume_matched_1841">
              <a:extLst>
                <a:ext uri="{FF2B5EF4-FFF2-40B4-BE49-F238E27FC236}">
                  <a16:creationId xmlns:a16="http://schemas.microsoft.com/office/drawing/2014/main" id="{99C6EB05-A34D-41C0-830A-C1F08654B1FE}"/>
                </a:ext>
              </a:extLst>
            </p:cNvPr>
            <p:cNvSpPr>
              <a:spLocks/>
            </p:cNvSpPr>
            <p:nvPr/>
          </p:nvSpPr>
          <p:spPr>
            <a:xfrm>
              <a:off x="4572980" y="4278955"/>
              <a:ext cx="28398" cy="28398"/>
            </a:xfrm>
            <a:prstGeom prst="ellipse">
              <a:avLst/>
            </a:prstGeom>
            <a:solidFill>
              <a:srgbClr val="7F8C97">
                <a:alpha val="48000"/>
              </a:srgbClr>
            </a:solidFill>
            <a:ln w="0">
              <a:noFill/>
              <a:prstDash val="solid"/>
            </a:ln>
          </p:spPr>
        </p:sp>
        <p:sp>
          <p:nvSpPr>
            <p:cNvPr id="1843" name="03_assume_matched_1842">
              <a:extLst>
                <a:ext uri="{FF2B5EF4-FFF2-40B4-BE49-F238E27FC236}">
                  <a16:creationId xmlns:a16="http://schemas.microsoft.com/office/drawing/2014/main" id="{A57E946F-A97F-45E5-B5E4-8EF9CA9D769B}"/>
                </a:ext>
              </a:extLst>
            </p:cNvPr>
            <p:cNvSpPr>
              <a:spLocks/>
            </p:cNvSpPr>
            <p:nvPr/>
          </p:nvSpPr>
          <p:spPr>
            <a:xfrm>
              <a:off x="4675443" y="4278955"/>
              <a:ext cx="28398" cy="28398"/>
            </a:xfrm>
            <a:prstGeom prst="ellipse">
              <a:avLst/>
            </a:prstGeom>
            <a:solidFill>
              <a:srgbClr val="7F8C97">
                <a:alpha val="48000"/>
              </a:srgbClr>
            </a:solidFill>
            <a:ln w="0">
              <a:noFill/>
              <a:prstDash val="solid"/>
            </a:ln>
          </p:spPr>
        </p:sp>
        <p:sp>
          <p:nvSpPr>
            <p:cNvPr id="1844" name="03_assume_matched_1843">
              <a:extLst>
                <a:ext uri="{FF2B5EF4-FFF2-40B4-BE49-F238E27FC236}">
                  <a16:creationId xmlns:a16="http://schemas.microsoft.com/office/drawing/2014/main" id="{73DAC7B7-F65B-4711-8D1B-D9E807936121}"/>
                </a:ext>
              </a:extLst>
            </p:cNvPr>
            <p:cNvSpPr>
              <a:spLocks/>
            </p:cNvSpPr>
            <p:nvPr/>
          </p:nvSpPr>
          <p:spPr>
            <a:xfrm>
              <a:off x="4623204" y="4278955"/>
              <a:ext cx="28398" cy="28398"/>
            </a:xfrm>
            <a:prstGeom prst="ellipse">
              <a:avLst/>
            </a:prstGeom>
            <a:solidFill>
              <a:srgbClr val="7F8C97">
                <a:alpha val="48000"/>
              </a:srgbClr>
            </a:solidFill>
            <a:ln w="0">
              <a:noFill/>
              <a:prstDash val="solid"/>
            </a:ln>
          </p:spPr>
        </p:sp>
        <p:sp>
          <p:nvSpPr>
            <p:cNvPr id="1845" name="03_assume_matched_1844">
              <a:extLst>
                <a:ext uri="{FF2B5EF4-FFF2-40B4-BE49-F238E27FC236}">
                  <a16:creationId xmlns:a16="http://schemas.microsoft.com/office/drawing/2014/main" id="{F94191FD-E757-4B54-AB84-9C188B351DA9}"/>
                </a:ext>
              </a:extLst>
            </p:cNvPr>
            <p:cNvSpPr>
              <a:spLocks/>
            </p:cNvSpPr>
            <p:nvPr/>
          </p:nvSpPr>
          <p:spPr>
            <a:xfrm>
              <a:off x="4656015" y="4278955"/>
              <a:ext cx="28398" cy="28398"/>
            </a:xfrm>
            <a:prstGeom prst="ellipse">
              <a:avLst/>
            </a:prstGeom>
            <a:solidFill>
              <a:srgbClr val="7F8C97">
                <a:alpha val="48000"/>
              </a:srgbClr>
            </a:solidFill>
            <a:ln w="0">
              <a:noFill/>
              <a:prstDash val="solid"/>
            </a:ln>
          </p:spPr>
        </p:sp>
        <p:sp>
          <p:nvSpPr>
            <p:cNvPr id="1846" name="03_assume_matched_1845">
              <a:extLst>
                <a:ext uri="{FF2B5EF4-FFF2-40B4-BE49-F238E27FC236}">
                  <a16:creationId xmlns:a16="http://schemas.microsoft.com/office/drawing/2014/main" id="{2ABF97F8-C17B-498C-8F9F-DBDBA0C75395}"/>
                </a:ext>
              </a:extLst>
            </p:cNvPr>
            <p:cNvSpPr>
              <a:spLocks/>
            </p:cNvSpPr>
            <p:nvPr/>
          </p:nvSpPr>
          <p:spPr>
            <a:xfrm>
              <a:off x="4555135" y="4278955"/>
              <a:ext cx="28398" cy="28398"/>
            </a:xfrm>
            <a:prstGeom prst="ellipse">
              <a:avLst/>
            </a:prstGeom>
            <a:solidFill>
              <a:srgbClr val="7F8C97">
                <a:alpha val="48000"/>
              </a:srgbClr>
            </a:solidFill>
            <a:ln w="0">
              <a:noFill/>
              <a:prstDash val="solid"/>
            </a:ln>
          </p:spPr>
        </p:sp>
        <p:sp>
          <p:nvSpPr>
            <p:cNvPr id="1847" name="03_assume_matched_1846">
              <a:extLst>
                <a:ext uri="{FF2B5EF4-FFF2-40B4-BE49-F238E27FC236}">
                  <a16:creationId xmlns:a16="http://schemas.microsoft.com/office/drawing/2014/main" id="{6E6AC8F9-FCDE-4D91-9DBD-44B38459056B}"/>
                </a:ext>
              </a:extLst>
            </p:cNvPr>
            <p:cNvSpPr>
              <a:spLocks/>
            </p:cNvSpPr>
            <p:nvPr/>
          </p:nvSpPr>
          <p:spPr>
            <a:xfrm>
              <a:off x="4647093" y="3986521"/>
              <a:ext cx="28398" cy="28398"/>
            </a:xfrm>
            <a:prstGeom prst="ellipse">
              <a:avLst/>
            </a:prstGeom>
            <a:solidFill>
              <a:srgbClr val="7F8C97">
                <a:alpha val="48000"/>
              </a:srgbClr>
            </a:solidFill>
            <a:ln w="0">
              <a:noFill/>
              <a:prstDash val="solid"/>
            </a:ln>
          </p:spPr>
        </p:sp>
        <p:sp>
          <p:nvSpPr>
            <p:cNvPr id="1848" name="03_assume_matched_1847">
              <a:extLst>
                <a:ext uri="{FF2B5EF4-FFF2-40B4-BE49-F238E27FC236}">
                  <a16:creationId xmlns:a16="http://schemas.microsoft.com/office/drawing/2014/main" id="{40CF7D44-5D51-490D-AF76-A070DF8A73C8}"/>
                </a:ext>
              </a:extLst>
            </p:cNvPr>
            <p:cNvSpPr>
              <a:spLocks/>
            </p:cNvSpPr>
            <p:nvPr/>
          </p:nvSpPr>
          <p:spPr>
            <a:xfrm>
              <a:off x="4626226" y="3986521"/>
              <a:ext cx="28398" cy="28398"/>
            </a:xfrm>
            <a:prstGeom prst="ellipse">
              <a:avLst/>
            </a:prstGeom>
            <a:solidFill>
              <a:srgbClr val="7F8C97">
                <a:alpha val="48000"/>
              </a:srgbClr>
            </a:solidFill>
            <a:ln w="0">
              <a:noFill/>
              <a:prstDash val="solid"/>
            </a:ln>
          </p:spPr>
        </p:sp>
        <p:sp>
          <p:nvSpPr>
            <p:cNvPr id="1849" name="03_assume_matched_1848">
              <a:extLst>
                <a:ext uri="{FF2B5EF4-FFF2-40B4-BE49-F238E27FC236}">
                  <a16:creationId xmlns:a16="http://schemas.microsoft.com/office/drawing/2014/main" id="{E528E240-92A0-4B23-894E-DFA91AD0EF57}"/>
                </a:ext>
              </a:extLst>
            </p:cNvPr>
            <p:cNvSpPr>
              <a:spLocks/>
            </p:cNvSpPr>
            <p:nvPr/>
          </p:nvSpPr>
          <p:spPr>
            <a:xfrm>
              <a:off x="4534844" y="3694086"/>
              <a:ext cx="28398" cy="28398"/>
            </a:xfrm>
            <a:prstGeom prst="ellipse">
              <a:avLst/>
            </a:prstGeom>
            <a:solidFill>
              <a:srgbClr val="7F8C97">
                <a:alpha val="48000"/>
              </a:srgbClr>
            </a:solidFill>
            <a:ln w="0">
              <a:noFill/>
              <a:prstDash val="solid"/>
            </a:ln>
          </p:spPr>
        </p:sp>
        <p:sp>
          <p:nvSpPr>
            <p:cNvPr id="1850" name="03_assume_matched_1849">
              <a:extLst>
                <a:ext uri="{FF2B5EF4-FFF2-40B4-BE49-F238E27FC236}">
                  <a16:creationId xmlns:a16="http://schemas.microsoft.com/office/drawing/2014/main" id="{53C27F03-CF41-4940-A30C-D33E42C10231}"/>
                </a:ext>
              </a:extLst>
            </p:cNvPr>
            <p:cNvSpPr>
              <a:spLocks/>
            </p:cNvSpPr>
            <p:nvPr/>
          </p:nvSpPr>
          <p:spPr>
            <a:xfrm>
              <a:off x="4594134" y="4278955"/>
              <a:ext cx="28398" cy="28398"/>
            </a:xfrm>
            <a:prstGeom prst="ellipse">
              <a:avLst/>
            </a:prstGeom>
            <a:solidFill>
              <a:srgbClr val="7F8C97">
                <a:alpha val="48000"/>
              </a:srgbClr>
            </a:solidFill>
            <a:ln w="0">
              <a:noFill/>
              <a:prstDash val="solid"/>
            </a:ln>
          </p:spPr>
        </p:sp>
        <p:sp>
          <p:nvSpPr>
            <p:cNvPr id="1851" name="03_assume_matched_1850">
              <a:extLst>
                <a:ext uri="{FF2B5EF4-FFF2-40B4-BE49-F238E27FC236}">
                  <a16:creationId xmlns:a16="http://schemas.microsoft.com/office/drawing/2014/main" id="{6907AD58-30E8-4153-B9C7-85553FB24A43}"/>
                </a:ext>
              </a:extLst>
            </p:cNvPr>
            <p:cNvSpPr>
              <a:spLocks/>
            </p:cNvSpPr>
            <p:nvPr/>
          </p:nvSpPr>
          <p:spPr>
            <a:xfrm>
              <a:off x="4576290" y="4278955"/>
              <a:ext cx="28398" cy="28398"/>
            </a:xfrm>
            <a:prstGeom prst="ellipse">
              <a:avLst/>
            </a:prstGeom>
            <a:solidFill>
              <a:srgbClr val="7F8C97">
                <a:alpha val="48000"/>
              </a:srgbClr>
            </a:solidFill>
            <a:ln w="0">
              <a:noFill/>
              <a:prstDash val="solid"/>
            </a:ln>
          </p:spPr>
        </p:sp>
        <p:sp>
          <p:nvSpPr>
            <p:cNvPr id="1852" name="03_assume_matched_1851">
              <a:extLst>
                <a:ext uri="{FF2B5EF4-FFF2-40B4-BE49-F238E27FC236}">
                  <a16:creationId xmlns:a16="http://schemas.microsoft.com/office/drawing/2014/main" id="{07469231-8AEE-4B7A-9523-5D244AE1C986}"/>
                </a:ext>
              </a:extLst>
            </p:cNvPr>
            <p:cNvSpPr>
              <a:spLocks/>
            </p:cNvSpPr>
            <p:nvPr/>
          </p:nvSpPr>
          <p:spPr>
            <a:xfrm>
              <a:off x="4608525" y="3694086"/>
              <a:ext cx="28398" cy="28398"/>
            </a:xfrm>
            <a:prstGeom prst="ellipse">
              <a:avLst/>
            </a:prstGeom>
            <a:solidFill>
              <a:srgbClr val="7F8C97">
                <a:alpha val="48000"/>
              </a:srgbClr>
            </a:solidFill>
            <a:ln w="0">
              <a:noFill/>
              <a:prstDash val="solid"/>
            </a:ln>
          </p:spPr>
        </p:sp>
        <p:sp>
          <p:nvSpPr>
            <p:cNvPr id="1853" name="03_assume_matched_1852">
              <a:extLst>
                <a:ext uri="{FF2B5EF4-FFF2-40B4-BE49-F238E27FC236}">
                  <a16:creationId xmlns:a16="http://schemas.microsoft.com/office/drawing/2014/main" id="{34F6626F-6759-4DC8-B2B3-AED10A1D7538}"/>
                </a:ext>
              </a:extLst>
            </p:cNvPr>
            <p:cNvSpPr>
              <a:spLocks/>
            </p:cNvSpPr>
            <p:nvPr/>
          </p:nvSpPr>
          <p:spPr>
            <a:xfrm>
              <a:off x="4590393" y="4230216"/>
              <a:ext cx="28398" cy="28398"/>
            </a:xfrm>
            <a:prstGeom prst="ellipse">
              <a:avLst/>
            </a:prstGeom>
            <a:solidFill>
              <a:srgbClr val="7F8C97">
                <a:alpha val="48000"/>
              </a:srgbClr>
            </a:solidFill>
            <a:ln w="0">
              <a:noFill/>
              <a:prstDash val="solid"/>
            </a:ln>
          </p:spPr>
        </p:sp>
        <p:sp>
          <p:nvSpPr>
            <p:cNvPr id="1854" name="03_assume_matched_1853">
              <a:extLst>
                <a:ext uri="{FF2B5EF4-FFF2-40B4-BE49-F238E27FC236}">
                  <a16:creationId xmlns:a16="http://schemas.microsoft.com/office/drawing/2014/main" id="{526BAF44-AF73-4B1A-B728-3618EC514F9A}"/>
                </a:ext>
              </a:extLst>
            </p:cNvPr>
            <p:cNvSpPr>
              <a:spLocks/>
            </p:cNvSpPr>
            <p:nvPr/>
          </p:nvSpPr>
          <p:spPr>
            <a:xfrm>
              <a:off x="4652561" y="4132738"/>
              <a:ext cx="28398" cy="28398"/>
            </a:xfrm>
            <a:prstGeom prst="ellipse">
              <a:avLst/>
            </a:prstGeom>
            <a:solidFill>
              <a:srgbClr val="7F8C97">
                <a:alpha val="48000"/>
              </a:srgbClr>
            </a:solidFill>
            <a:ln w="0">
              <a:noFill/>
              <a:prstDash val="solid"/>
            </a:ln>
          </p:spPr>
        </p:sp>
        <p:sp>
          <p:nvSpPr>
            <p:cNvPr id="1855" name="03_assume_matched_1854">
              <a:extLst>
                <a:ext uri="{FF2B5EF4-FFF2-40B4-BE49-F238E27FC236}">
                  <a16:creationId xmlns:a16="http://schemas.microsoft.com/office/drawing/2014/main" id="{19F794FC-92A2-4018-B2CF-9633D2177350}"/>
                </a:ext>
              </a:extLst>
            </p:cNvPr>
            <p:cNvSpPr>
              <a:spLocks/>
            </p:cNvSpPr>
            <p:nvPr/>
          </p:nvSpPr>
          <p:spPr>
            <a:xfrm>
              <a:off x="4550674" y="3694086"/>
              <a:ext cx="28398" cy="28398"/>
            </a:xfrm>
            <a:prstGeom prst="ellipse">
              <a:avLst/>
            </a:prstGeom>
            <a:solidFill>
              <a:srgbClr val="7F8C97">
                <a:alpha val="48000"/>
              </a:srgbClr>
            </a:solidFill>
            <a:ln w="0">
              <a:noFill/>
              <a:prstDash val="solid"/>
            </a:ln>
          </p:spPr>
        </p:sp>
        <p:sp>
          <p:nvSpPr>
            <p:cNvPr id="1856" name="03_assume_matched_1855">
              <a:extLst>
                <a:ext uri="{FF2B5EF4-FFF2-40B4-BE49-F238E27FC236}">
                  <a16:creationId xmlns:a16="http://schemas.microsoft.com/office/drawing/2014/main" id="{DE2FE13F-7275-4B5C-A2CB-492EBF63153E}"/>
                </a:ext>
              </a:extLst>
            </p:cNvPr>
            <p:cNvSpPr>
              <a:spLocks/>
            </p:cNvSpPr>
            <p:nvPr/>
          </p:nvSpPr>
          <p:spPr>
            <a:xfrm>
              <a:off x="4557294" y="4278955"/>
              <a:ext cx="28398" cy="28398"/>
            </a:xfrm>
            <a:prstGeom prst="ellipse">
              <a:avLst/>
            </a:prstGeom>
            <a:solidFill>
              <a:srgbClr val="7F8C97">
                <a:alpha val="48000"/>
              </a:srgbClr>
            </a:solidFill>
            <a:ln w="0">
              <a:noFill/>
              <a:prstDash val="solid"/>
            </a:ln>
          </p:spPr>
        </p:sp>
        <p:sp>
          <p:nvSpPr>
            <p:cNvPr id="1857" name="03_assume_matched_1856">
              <a:extLst>
                <a:ext uri="{FF2B5EF4-FFF2-40B4-BE49-F238E27FC236}">
                  <a16:creationId xmlns:a16="http://schemas.microsoft.com/office/drawing/2014/main" id="{3D547B9A-F218-481C-BFEE-20C98FEAAFB0}"/>
                </a:ext>
              </a:extLst>
            </p:cNvPr>
            <p:cNvSpPr>
              <a:spLocks/>
            </p:cNvSpPr>
            <p:nvPr/>
          </p:nvSpPr>
          <p:spPr>
            <a:xfrm>
              <a:off x="4617160" y="3694086"/>
              <a:ext cx="28398" cy="28398"/>
            </a:xfrm>
            <a:prstGeom prst="ellipse">
              <a:avLst/>
            </a:prstGeom>
            <a:solidFill>
              <a:srgbClr val="7F8C97">
                <a:alpha val="48000"/>
              </a:srgbClr>
            </a:solidFill>
            <a:ln w="0">
              <a:noFill/>
              <a:prstDash val="solid"/>
            </a:ln>
          </p:spPr>
        </p:sp>
        <p:sp>
          <p:nvSpPr>
            <p:cNvPr id="1858" name="03_assume_matched_1857">
              <a:extLst>
                <a:ext uri="{FF2B5EF4-FFF2-40B4-BE49-F238E27FC236}">
                  <a16:creationId xmlns:a16="http://schemas.microsoft.com/office/drawing/2014/main" id="{D9B92205-1484-4C0F-BAEE-A167B75D1364}"/>
                </a:ext>
              </a:extLst>
            </p:cNvPr>
            <p:cNvSpPr>
              <a:spLocks/>
            </p:cNvSpPr>
            <p:nvPr/>
          </p:nvSpPr>
          <p:spPr>
            <a:xfrm>
              <a:off x="4615865" y="3694086"/>
              <a:ext cx="28398" cy="28398"/>
            </a:xfrm>
            <a:prstGeom prst="ellipse">
              <a:avLst/>
            </a:prstGeom>
            <a:solidFill>
              <a:srgbClr val="7F8C97">
                <a:alpha val="48000"/>
              </a:srgbClr>
            </a:solidFill>
            <a:ln w="0">
              <a:noFill/>
              <a:prstDash val="solid"/>
            </a:ln>
          </p:spPr>
        </p:sp>
        <p:sp>
          <p:nvSpPr>
            <p:cNvPr id="1859" name="03_assume_matched_1858">
              <a:extLst>
                <a:ext uri="{FF2B5EF4-FFF2-40B4-BE49-F238E27FC236}">
                  <a16:creationId xmlns:a16="http://schemas.microsoft.com/office/drawing/2014/main" id="{94A36F82-739E-4A7E-9D55-17CC616119B0}"/>
                </a:ext>
              </a:extLst>
            </p:cNvPr>
            <p:cNvSpPr>
              <a:spLocks/>
            </p:cNvSpPr>
            <p:nvPr/>
          </p:nvSpPr>
          <p:spPr>
            <a:xfrm>
              <a:off x="4662635" y="3694086"/>
              <a:ext cx="28398" cy="28398"/>
            </a:xfrm>
            <a:prstGeom prst="ellipse">
              <a:avLst/>
            </a:prstGeom>
            <a:solidFill>
              <a:srgbClr val="7F8C97">
                <a:alpha val="48000"/>
              </a:srgbClr>
            </a:solidFill>
            <a:ln w="0">
              <a:noFill/>
              <a:prstDash val="solid"/>
            </a:ln>
          </p:spPr>
        </p:sp>
        <p:sp>
          <p:nvSpPr>
            <p:cNvPr id="1860" name="03_assume_matched_1859">
              <a:extLst>
                <a:ext uri="{FF2B5EF4-FFF2-40B4-BE49-F238E27FC236}">
                  <a16:creationId xmlns:a16="http://schemas.microsoft.com/office/drawing/2014/main" id="{79560FA1-8003-4ABD-8A21-B25256BFD8FA}"/>
                </a:ext>
              </a:extLst>
            </p:cNvPr>
            <p:cNvSpPr>
              <a:spLocks/>
            </p:cNvSpPr>
            <p:nvPr/>
          </p:nvSpPr>
          <p:spPr>
            <a:xfrm>
              <a:off x="4640905" y="3986521"/>
              <a:ext cx="28398" cy="28398"/>
            </a:xfrm>
            <a:prstGeom prst="ellipse">
              <a:avLst/>
            </a:prstGeom>
            <a:solidFill>
              <a:srgbClr val="7F8C97">
                <a:alpha val="48000"/>
              </a:srgbClr>
            </a:solidFill>
            <a:ln w="0">
              <a:noFill/>
              <a:prstDash val="solid"/>
            </a:ln>
          </p:spPr>
        </p:sp>
        <p:sp>
          <p:nvSpPr>
            <p:cNvPr id="1861" name="03_assume_matched_1860">
              <a:extLst>
                <a:ext uri="{FF2B5EF4-FFF2-40B4-BE49-F238E27FC236}">
                  <a16:creationId xmlns:a16="http://schemas.microsoft.com/office/drawing/2014/main" id="{FB2B4037-1CE3-4C1F-BA21-ECF066CA1A02}"/>
                </a:ext>
              </a:extLst>
            </p:cNvPr>
            <p:cNvSpPr>
              <a:spLocks/>
            </p:cNvSpPr>
            <p:nvPr/>
          </p:nvSpPr>
          <p:spPr>
            <a:xfrm>
              <a:off x="4572980" y="4278955"/>
              <a:ext cx="28398" cy="28398"/>
            </a:xfrm>
            <a:prstGeom prst="ellipse">
              <a:avLst/>
            </a:prstGeom>
            <a:solidFill>
              <a:srgbClr val="7F8C97">
                <a:alpha val="48000"/>
              </a:srgbClr>
            </a:solidFill>
            <a:ln w="0">
              <a:noFill/>
              <a:prstDash val="solid"/>
            </a:ln>
          </p:spPr>
        </p:sp>
        <p:sp>
          <p:nvSpPr>
            <p:cNvPr id="1862" name="03_assume_matched_1861">
              <a:extLst>
                <a:ext uri="{FF2B5EF4-FFF2-40B4-BE49-F238E27FC236}">
                  <a16:creationId xmlns:a16="http://schemas.microsoft.com/office/drawing/2014/main" id="{A68D0027-6E6A-4B35-BD8F-7A50A99BA76D}"/>
                </a:ext>
              </a:extLst>
            </p:cNvPr>
            <p:cNvSpPr>
              <a:spLocks/>
            </p:cNvSpPr>
            <p:nvPr/>
          </p:nvSpPr>
          <p:spPr>
            <a:xfrm>
              <a:off x="4643783" y="4278955"/>
              <a:ext cx="28398" cy="28398"/>
            </a:xfrm>
            <a:prstGeom prst="ellipse">
              <a:avLst/>
            </a:prstGeom>
            <a:solidFill>
              <a:srgbClr val="7F8C97">
                <a:alpha val="48000"/>
              </a:srgbClr>
            </a:solidFill>
            <a:ln w="0">
              <a:noFill/>
              <a:prstDash val="solid"/>
            </a:ln>
          </p:spPr>
        </p:sp>
        <p:sp>
          <p:nvSpPr>
            <p:cNvPr id="1863" name="03_assume_matched_1862">
              <a:extLst>
                <a:ext uri="{FF2B5EF4-FFF2-40B4-BE49-F238E27FC236}">
                  <a16:creationId xmlns:a16="http://schemas.microsoft.com/office/drawing/2014/main" id="{B902E304-B90F-43AA-8746-F2072F24C8D5}"/>
                </a:ext>
              </a:extLst>
            </p:cNvPr>
            <p:cNvSpPr>
              <a:spLocks/>
            </p:cNvSpPr>
            <p:nvPr/>
          </p:nvSpPr>
          <p:spPr>
            <a:xfrm>
              <a:off x="4632126" y="4278955"/>
              <a:ext cx="28398" cy="28398"/>
            </a:xfrm>
            <a:prstGeom prst="ellipse">
              <a:avLst/>
            </a:prstGeom>
            <a:solidFill>
              <a:srgbClr val="7F8C97">
                <a:alpha val="48000"/>
              </a:srgbClr>
            </a:solidFill>
            <a:ln w="0">
              <a:noFill/>
              <a:prstDash val="solid"/>
            </a:ln>
          </p:spPr>
        </p:sp>
        <p:sp>
          <p:nvSpPr>
            <p:cNvPr id="1864" name="03_assume_matched_1863">
              <a:extLst>
                <a:ext uri="{FF2B5EF4-FFF2-40B4-BE49-F238E27FC236}">
                  <a16:creationId xmlns:a16="http://schemas.microsoft.com/office/drawing/2014/main" id="{B25E01AF-8230-41B2-B7A8-74378591799D}"/>
                </a:ext>
              </a:extLst>
            </p:cNvPr>
            <p:cNvSpPr>
              <a:spLocks/>
            </p:cNvSpPr>
            <p:nvPr/>
          </p:nvSpPr>
          <p:spPr>
            <a:xfrm>
              <a:off x="4638314" y="4278955"/>
              <a:ext cx="28398" cy="28398"/>
            </a:xfrm>
            <a:prstGeom prst="ellipse">
              <a:avLst/>
            </a:prstGeom>
            <a:solidFill>
              <a:srgbClr val="7F8C97">
                <a:alpha val="48000"/>
              </a:srgbClr>
            </a:solidFill>
            <a:ln w="0">
              <a:noFill/>
              <a:prstDash val="solid"/>
            </a:ln>
          </p:spPr>
        </p:sp>
        <p:sp>
          <p:nvSpPr>
            <p:cNvPr id="1865" name="03_assume_matched_1864">
              <a:extLst>
                <a:ext uri="{FF2B5EF4-FFF2-40B4-BE49-F238E27FC236}">
                  <a16:creationId xmlns:a16="http://schemas.microsoft.com/office/drawing/2014/main" id="{9181A444-1CFE-42F2-B949-4160A166D61D}"/>
                </a:ext>
              </a:extLst>
            </p:cNvPr>
            <p:cNvSpPr>
              <a:spLocks/>
            </p:cNvSpPr>
            <p:nvPr/>
          </p:nvSpPr>
          <p:spPr>
            <a:xfrm>
              <a:off x="4651698" y="4278955"/>
              <a:ext cx="28398" cy="28398"/>
            </a:xfrm>
            <a:prstGeom prst="ellipse">
              <a:avLst/>
            </a:prstGeom>
            <a:solidFill>
              <a:srgbClr val="7F8C97">
                <a:alpha val="48000"/>
              </a:srgbClr>
            </a:solidFill>
            <a:ln w="0">
              <a:noFill/>
              <a:prstDash val="solid"/>
            </a:ln>
          </p:spPr>
        </p:sp>
        <p:sp>
          <p:nvSpPr>
            <p:cNvPr id="1866" name="03_assume_matched_1865">
              <a:extLst>
                <a:ext uri="{FF2B5EF4-FFF2-40B4-BE49-F238E27FC236}">
                  <a16:creationId xmlns:a16="http://schemas.microsoft.com/office/drawing/2014/main" id="{913612B6-7622-4516-8344-1C7BC0B14E80}"/>
                </a:ext>
              </a:extLst>
            </p:cNvPr>
            <p:cNvSpPr>
              <a:spLocks/>
            </p:cNvSpPr>
            <p:nvPr/>
          </p:nvSpPr>
          <p:spPr>
            <a:xfrm>
              <a:off x="4560316" y="3694086"/>
              <a:ext cx="28398" cy="28398"/>
            </a:xfrm>
            <a:prstGeom prst="ellipse">
              <a:avLst/>
            </a:prstGeom>
            <a:solidFill>
              <a:srgbClr val="7F8C97">
                <a:alpha val="48000"/>
              </a:srgbClr>
            </a:solidFill>
            <a:ln w="0">
              <a:noFill/>
              <a:prstDash val="solid"/>
            </a:ln>
          </p:spPr>
        </p:sp>
        <p:sp>
          <p:nvSpPr>
            <p:cNvPr id="1867" name="03_assume_matched_1866">
              <a:extLst>
                <a:ext uri="{FF2B5EF4-FFF2-40B4-BE49-F238E27FC236}">
                  <a16:creationId xmlns:a16="http://schemas.microsoft.com/office/drawing/2014/main" id="{1EAE7496-53C9-426C-AAB1-D52BD7BB2F7B}"/>
                </a:ext>
              </a:extLst>
            </p:cNvPr>
            <p:cNvSpPr>
              <a:spLocks/>
            </p:cNvSpPr>
            <p:nvPr/>
          </p:nvSpPr>
          <p:spPr>
            <a:xfrm>
              <a:off x="4549523" y="3889042"/>
              <a:ext cx="28398" cy="28398"/>
            </a:xfrm>
            <a:prstGeom prst="ellipse">
              <a:avLst/>
            </a:prstGeom>
            <a:solidFill>
              <a:srgbClr val="7F8C97">
                <a:alpha val="48000"/>
              </a:srgbClr>
            </a:solidFill>
            <a:ln w="0">
              <a:noFill/>
              <a:prstDash val="solid"/>
            </a:ln>
          </p:spPr>
        </p:sp>
        <p:sp>
          <p:nvSpPr>
            <p:cNvPr id="1868" name="03_assume_matched_1867">
              <a:extLst>
                <a:ext uri="{FF2B5EF4-FFF2-40B4-BE49-F238E27FC236}">
                  <a16:creationId xmlns:a16="http://schemas.microsoft.com/office/drawing/2014/main" id="{70A217BB-A332-43D5-8ADA-5A738BBF60A0}"/>
                </a:ext>
              </a:extLst>
            </p:cNvPr>
            <p:cNvSpPr>
              <a:spLocks/>
            </p:cNvSpPr>
            <p:nvPr/>
          </p:nvSpPr>
          <p:spPr>
            <a:xfrm>
              <a:off x="4632414" y="3986521"/>
              <a:ext cx="28398" cy="28398"/>
            </a:xfrm>
            <a:prstGeom prst="ellipse">
              <a:avLst/>
            </a:prstGeom>
            <a:solidFill>
              <a:srgbClr val="7F8C97">
                <a:alpha val="48000"/>
              </a:srgbClr>
            </a:solidFill>
            <a:ln w="0">
              <a:noFill/>
              <a:prstDash val="solid"/>
            </a:ln>
          </p:spPr>
        </p:sp>
        <p:sp>
          <p:nvSpPr>
            <p:cNvPr id="1869" name="03_assume_matched_1868">
              <a:extLst>
                <a:ext uri="{FF2B5EF4-FFF2-40B4-BE49-F238E27FC236}">
                  <a16:creationId xmlns:a16="http://schemas.microsoft.com/office/drawing/2014/main" id="{06BDAA68-A8EC-435B-B77A-81C04E05462C}"/>
                </a:ext>
              </a:extLst>
            </p:cNvPr>
            <p:cNvSpPr>
              <a:spLocks/>
            </p:cNvSpPr>
            <p:nvPr/>
          </p:nvSpPr>
          <p:spPr>
            <a:xfrm>
              <a:off x="4669543" y="4111850"/>
              <a:ext cx="28398" cy="28398"/>
            </a:xfrm>
            <a:prstGeom prst="ellipse">
              <a:avLst/>
            </a:prstGeom>
            <a:solidFill>
              <a:srgbClr val="7F8C97">
                <a:alpha val="48000"/>
              </a:srgbClr>
            </a:solidFill>
            <a:ln w="0">
              <a:noFill/>
              <a:prstDash val="solid"/>
            </a:ln>
          </p:spPr>
        </p:sp>
        <p:sp>
          <p:nvSpPr>
            <p:cNvPr id="1870" name="03_assume_matched_1869">
              <a:extLst>
                <a:ext uri="{FF2B5EF4-FFF2-40B4-BE49-F238E27FC236}">
                  <a16:creationId xmlns:a16="http://schemas.microsoft.com/office/drawing/2014/main" id="{1A71E56A-0DE7-4976-9528-7F23F2F0E178}"/>
                </a:ext>
              </a:extLst>
            </p:cNvPr>
            <p:cNvSpPr>
              <a:spLocks/>
            </p:cNvSpPr>
            <p:nvPr/>
          </p:nvSpPr>
          <p:spPr>
            <a:xfrm>
              <a:off x="4675731" y="3694086"/>
              <a:ext cx="28398" cy="28398"/>
            </a:xfrm>
            <a:prstGeom prst="ellipse">
              <a:avLst/>
            </a:prstGeom>
            <a:solidFill>
              <a:srgbClr val="7F8C97">
                <a:alpha val="48000"/>
              </a:srgbClr>
            </a:solidFill>
            <a:ln w="0">
              <a:noFill/>
              <a:prstDash val="solid"/>
            </a:ln>
          </p:spPr>
        </p:sp>
        <p:sp>
          <p:nvSpPr>
            <p:cNvPr id="1871" name="03_assume_matched_1870">
              <a:extLst>
                <a:ext uri="{FF2B5EF4-FFF2-40B4-BE49-F238E27FC236}">
                  <a16:creationId xmlns:a16="http://schemas.microsoft.com/office/drawing/2014/main" id="{A7851970-B20A-4802-AAE2-94BD7FA269A0}"/>
                </a:ext>
              </a:extLst>
            </p:cNvPr>
            <p:cNvSpPr>
              <a:spLocks/>
            </p:cNvSpPr>
            <p:nvPr/>
          </p:nvSpPr>
          <p:spPr>
            <a:xfrm>
              <a:off x="4586795" y="3694086"/>
              <a:ext cx="28398" cy="28398"/>
            </a:xfrm>
            <a:prstGeom prst="ellipse">
              <a:avLst/>
            </a:prstGeom>
            <a:solidFill>
              <a:srgbClr val="7F8C97">
                <a:alpha val="48000"/>
              </a:srgbClr>
            </a:solidFill>
            <a:ln w="0">
              <a:noFill/>
              <a:prstDash val="solid"/>
            </a:ln>
          </p:spPr>
        </p:sp>
        <p:sp>
          <p:nvSpPr>
            <p:cNvPr id="1872" name="03_assume_matched_1871">
              <a:extLst>
                <a:ext uri="{FF2B5EF4-FFF2-40B4-BE49-F238E27FC236}">
                  <a16:creationId xmlns:a16="http://schemas.microsoft.com/office/drawing/2014/main" id="{D522F427-F516-4C5F-8B8D-731A3A967C99}"/>
                </a:ext>
              </a:extLst>
            </p:cNvPr>
            <p:cNvSpPr>
              <a:spLocks/>
            </p:cNvSpPr>
            <p:nvPr/>
          </p:nvSpPr>
          <p:spPr>
            <a:xfrm>
              <a:off x="4639610" y="4278955"/>
              <a:ext cx="28398" cy="28398"/>
            </a:xfrm>
            <a:prstGeom prst="ellipse">
              <a:avLst/>
            </a:prstGeom>
            <a:solidFill>
              <a:srgbClr val="7F8C97">
                <a:alpha val="48000"/>
              </a:srgbClr>
            </a:solidFill>
            <a:ln w="0">
              <a:noFill/>
              <a:prstDash val="solid"/>
            </a:ln>
          </p:spPr>
        </p:sp>
        <p:sp>
          <p:nvSpPr>
            <p:cNvPr id="1873" name="03_assume_matched_1872">
              <a:extLst>
                <a:ext uri="{FF2B5EF4-FFF2-40B4-BE49-F238E27FC236}">
                  <a16:creationId xmlns:a16="http://schemas.microsoft.com/office/drawing/2014/main" id="{B5CD051A-ED91-4DDC-A2CB-9E2D87A51857}"/>
                </a:ext>
              </a:extLst>
            </p:cNvPr>
            <p:cNvSpPr>
              <a:spLocks/>
            </p:cNvSpPr>
            <p:nvPr/>
          </p:nvSpPr>
          <p:spPr>
            <a:xfrm>
              <a:off x="4650547" y="3694086"/>
              <a:ext cx="28398" cy="28398"/>
            </a:xfrm>
            <a:prstGeom prst="ellipse">
              <a:avLst/>
            </a:prstGeom>
            <a:solidFill>
              <a:srgbClr val="7F8C97">
                <a:alpha val="48000"/>
              </a:srgbClr>
            </a:solidFill>
            <a:ln w="0">
              <a:noFill/>
              <a:prstDash val="solid"/>
            </a:ln>
          </p:spPr>
        </p:sp>
        <p:sp>
          <p:nvSpPr>
            <p:cNvPr id="1874" name="03_assume_matched_1873">
              <a:extLst>
                <a:ext uri="{FF2B5EF4-FFF2-40B4-BE49-F238E27FC236}">
                  <a16:creationId xmlns:a16="http://schemas.microsoft.com/office/drawing/2014/main" id="{91B5ABFF-22C8-4BD8-99A0-E81AB692DE25}"/>
                </a:ext>
              </a:extLst>
            </p:cNvPr>
            <p:cNvSpPr>
              <a:spLocks/>
            </p:cNvSpPr>
            <p:nvPr/>
          </p:nvSpPr>
          <p:spPr>
            <a:xfrm>
              <a:off x="4667960" y="3694086"/>
              <a:ext cx="28398" cy="28398"/>
            </a:xfrm>
            <a:prstGeom prst="ellipse">
              <a:avLst/>
            </a:prstGeom>
            <a:solidFill>
              <a:srgbClr val="7F8C97">
                <a:alpha val="48000"/>
              </a:srgbClr>
            </a:solidFill>
            <a:ln w="0">
              <a:noFill/>
              <a:prstDash val="solid"/>
            </a:ln>
          </p:spPr>
        </p:sp>
        <p:sp>
          <p:nvSpPr>
            <p:cNvPr id="1875" name="03_assume_matched_1874">
              <a:extLst>
                <a:ext uri="{FF2B5EF4-FFF2-40B4-BE49-F238E27FC236}">
                  <a16:creationId xmlns:a16="http://schemas.microsoft.com/office/drawing/2014/main" id="{AA711D41-8926-4571-B18F-B39113170471}"/>
                </a:ext>
              </a:extLst>
            </p:cNvPr>
            <p:cNvSpPr>
              <a:spLocks/>
            </p:cNvSpPr>
            <p:nvPr/>
          </p:nvSpPr>
          <p:spPr>
            <a:xfrm>
              <a:off x="4652705" y="3694086"/>
              <a:ext cx="28398" cy="28398"/>
            </a:xfrm>
            <a:prstGeom prst="ellipse">
              <a:avLst/>
            </a:prstGeom>
            <a:solidFill>
              <a:srgbClr val="7F8C97">
                <a:alpha val="48000"/>
              </a:srgbClr>
            </a:solidFill>
            <a:ln w="0">
              <a:noFill/>
              <a:prstDash val="solid"/>
            </a:ln>
          </p:spPr>
        </p:sp>
        <p:sp>
          <p:nvSpPr>
            <p:cNvPr id="1876" name="03_assume_matched_1875">
              <a:extLst>
                <a:ext uri="{FF2B5EF4-FFF2-40B4-BE49-F238E27FC236}">
                  <a16:creationId xmlns:a16="http://schemas.microsoft.com/office/drawing/2014/main" id="{9FA1BF0A-112E-4F98-B509-0C4A42EED66F}"/>
                </a:ext>
              </a:extLst>
            </p:cNvPr>
            <p:cNvSpPr>
              <a:spLocks/>
            </p:cNvSpPr>
            <p:nvPr/>
          </p:nvSpPr>
          <p:spPr>
            <a:xfrm>
              <a:off x="4630975" y="3694086"/>
              <a:ext cx="28398" cy="28398"/>
            </a:xfrm>
            <a:prstGeom prst="ellipse">
              <a:avLst/>
            </a:prstGeom>
            <a:solidFill>
              <a:srgbClr val="7F8C97">
                <a:alpha val="48000"/>
              </a:srgbClr>
            </a:solidFill>
            <a:ln w="0">
              <a:noFill/>
              <a:prstDash val="solid"/>
            </a:ln>
          </p:spPr>
        </p:sp>
        <p:sp>
          <p:nvSpPr>
            <p:cNvPr id="1877" name="03_assume_matched_1876">
              <a:extLst>
                <a:ext uri="{FF2B5EF4-FFF2-40B4-BE49-F238E27FC236}">
                  <a16:creationId xmlns:a16="http://schemas.microsoft.com/office/drawing/2014/main" id="{938E8CA6-7C1F-4355-A38B-C1A3A302F247}"/>
                </a:ext>
              </a:extLst>
            </p:cNvPr>
            <p:cNvSpPr>
              <a:spLocks/>
            </p:cNvSpPr>
            <p:nvPr/>
          </p:nvSpPr>
          <p:spPr>
            <a:xfrm>
              <a:off x="4542759" y="3694086"/>
              <a:ext cx="28398" cy="28398"/>
            </a:xfrm>
            <a:prstGeom prst="ellipse">
              <a:avLst/>
            </a:prstGeom>
            <a:solidFill>
              <a:srgbClr val="7F8C97">
                <a:alpha val="48000"/>
              </a:srgbClr>
            </a:solidFill>
            <a:ln w="0">
              <a:noFill/>
              <a:prstDash val="solid"/>
            </a:ln>
          </p:spPr>
        </p:sp>
        <p:sp>
          <p:nvSpPr>
            <p:cNvPr id="1878" name="03_assume_matched_1877">
              <a:extLst>
                <a:ext uri="{FF2B5EF4-FFF2-40B4-BE49-F238E27FC236}">
                  <a16:creationId xmlns:a16="http://schemas.microsoft.com/office/drawing/2014/main" id="{F484E24E-FFA2-4EC1-BEE5-1C4C61102A9E}"/>
                </a:ext>
              </a:extLst>
            </p:cNvPr>
            <p:cNvSpPr>
              <a:spLocks/>
            </p:cNvSpPr>
            <p:nvPr/>
          </p:nvSpPr>
          <p:spPr>
            <a:xfrm>
              <a:off x="4556718" y="4278955"/>
              <a:ext cx="28398" cy="28398"/>
            </a:xfrm>
            <a:prstGeom prst="ellipse">
              <a:avLst/>
            </a:prstGeom>
            <a:solidFill>
              <a:srgbClr val="7F8C97">
                <a:alpha val="48000"/>
              </a:srgbClr>
            </a:solidFill>
            <a:ln w="0">
              <a:noFill/>
              <a:prstDash val="solid"/>
            </a:ln>
          </p:spPr>
        </p:sp>
        <p:sp>
          <p:nvSpPr>
            <p:cNvPr id="1879" name="03_assume_matched_1878">
              <a:extLst>
                <a:ext uri="{FF2B5EF4-FFF2-40B4-BE49-F238E27FC236}">
                  <a16:creationId xmlns:a16="http://schemas.microsoft.com/office/drawing/2014/main" id="{CC64F305-C97C-41CE-918D-2AC322B64713}"/>
                </a:ext>
              </a:extLst>
            </p:cNvPr>
            <p:cNvSpPr>
              <a:spLocks/>
            </p:cNvSpPr>
            <p:nvPr/>
          </p:nvSpPr>
          <p:spPr>
            <a:xfrm>
              <a:off x="4617879" y="3694086"/>
              <a:ext cx="28398" cy="28398"/>
            </a:xfrm>
            <a:prstGeom prst="ellipse">
              <a:avLst/>
            </a:prstGeom>
            <a:solidFill>
              <a:srgbClr val="7F8C97">
                <a:alpha val="48000"/>
              </a:srgbClr>
            </a:solidFill>
            <a:ln w="0">
              <a:noFill/>
              <a:prstDash val="solid"/>
            </a:ln>
          </p:spPr>
        </p:sp>
        <p:sp>
          <p:nvSpPr>
            <p:cNvPr id="1880" name="03_assume_matched_1879">
              <a:extLst>
                <a:ext uri="{FF2B5EF4-FFF2-40B4-BE49-F238E27FC236}">
                  <a16:creationId xmlns:a16="http://schemas.microsoft.com/office/drawing/2014/main" id="{6FC37449-19B5-4458-993A-B27FC69602E7}"/>
                </a:ext>
              </a:extLst>
            </p:cNvPr>
            <p:cNvSpPr>
              <a:spLocks/>
            </p:cNvSpPr>
            <p:nvPr/>
          </p:nvSpPr>
          <p:spPr>
            <a:xfrm>
              <a:off x="4562762" y="3694086"/>
              <a:ext cx="28398" cy="28398"/>
            </a:xfrm>
            <a:prstGeom prst="ellipse">
              <a:avLst/>
            </a:prstGeom>
            <a:solidFill>
              <a:srgbClr val="7F8C97">
                <a:alpha val="48000"/>
              </a:srgbClr>
            </a:solidFill>
            <a:ln w="0">
              <a:noFill/>
              <a:prstDash val="solid"/>
            </a:ln>
          </p:spPr>
        </p:sp>
        <p:sp>
          <p:nvSpPr>
            <p:cNvPr id="1881" name="03_assume_matched_1880">
              <a:extLst>
                <a:ext uri="{FF2B5EF4-FFF2-40B4-BE49-F238E27FC236}">
                  <a16:creationId xmlns:a16="http://schemas.microsoft.com/office/drawing/2014/main" id="{40BC8EE7-8AE2-48BA-BC9D-188A663B7EF7}"/>
                </a:ext>
              </a:extLst>
            </p:cNvPr>
            <p:cNvSpPr>
              <a:spLocks/>
            </p:cNvSpPr>
            <p:nvPr/>
          </p:nvSpPr>
          <p:spPr>
            <a:xfrm>
              <a:off x="4588810" y="3694086"/>
              <a:ext cx="28398" cy="28398"/>
            </a:xfrm>
            <a:prstGeom prst="ellipse">
              <a:avLst/>
            </a:prstGeom>
            <a:solidFill>
              <a:srgbClr val="7F8C97">
                <a:alpha val="48000"/>
              </a:srgbClr>
            </a:solidFill>
            <a:ln w="0">
              <a:noFill/>
              <a:prstDash val="solid"/>
            </a:ln>
          </p:spPr>
        </p:sp>
        <p:sp>
          <p:nvSpPr>
            <p:cNvPr id="1882" name="03_assume_matched_1881">
              <a:extLst>
                <a:ext uri="{FF2B5EF4-FFF2-40B4-BE49-F238E27FC236}">
                  <a16:creationId xmlns:a16="http://schemas.microsoft.com/office/drawing/2014/main" id="{6E1F3859-CAAB-4768-92EB-5E09716DD5B9}"/>
                </a:ext>
              </a:extLst>
            </p:cNvPr>
            <p:cNvSpPr>
              <a:spLocks/>
            </p:cNvSpPr>
            <p:nvPr/>
          </p:nvSpPr>
          <p:spPr>
            <a:xfrm>
              <a:off x="4537866" y="4278955"/>
              <a:ext cx="28398" cy="28398"/>
            </a:xfrm>
            <a:prstGeom prst="ellipse">
              <a:avLst/>
            </a:prstGeom>
            <a:solidFill>
              <a:srgbClr val="7F8C97">
                <a:alpha val="48000"/>
              </a:srgbClr>
            </a:solidFill>
            <a:ln w="0">
              <a:noFill/>
              <a:prstDash val="solid"/>
            </a:ln>
          </p:spPr>
        </p:sp>
        <p:sp>
          <p:nvSpPr>
            <p:cNvPr id="1883" name="03_assume_matched_1882">
              <a:extLst>
                <a:ext uri="{FF2B5EF4-FFF2-40B4-BE49-F238E27FC236}">
                  <a16:creationId xmlns:a16="http://schemas.microsoft.com/office/drawing/2014/main" id="{086C3F21-ECB4-456B-ABD6-0AF6D9C8068B}"/>
                </a:ext>
              </a:extLst>
            </p:cNvPr>
            <p:cNvSpPr>
              <a:spLocks/>
            </p:cNvSpPr>
            <p:nvPr/>
          </p:nvSpPr>
          <p:spPr>
            <a:xfrm>
              <a:off x="5410545" y="3709083"/>
              <a:ext cx="28398" cy="28398"/>
            </a:xfrm>
            <a:prstGeom prst="ellipse">
              <a:avLst/>
            </a:prstGeom>
            <a:solidFill>
              <a:srgbClr val="7F8C97">
                <a:alpha val="48000"/>
              </a:srgbClr>
            </a:solidFill>
            <a:ln w="0">
              <a:noFill/>
              <a:prstDash val="solid"/>
            </a:ln>
          </p:spPr>
        </p:sp>
        <p:sp>
          <p:nvSpPr>
            <p:cNvPr id="1884" name="03_assume_matched_1883">
              <a:extLst>
                <a:ext uri="{FF2B5EF4-FFF2-40B4-BE49-F238E27FC236}">
                  <a16:creationId xmlns:a16="http://schemas.microsoft.com/office/drawing/2014/main" id="{7949E34A-89B7-47BA-9C70-E031203ED284}"/>
                </a:ext>
              </a:extLst>
            </p:cNvPr>
            <p:cNvSpPr>
              <a:spLocks/>
            </p:cNvSpPr>
            <p:nvPr/>
          </p:nvSpPr>
          <p:spPr>
            <a:xfrm>
              <a:off x="5399032" y="4278955"/>
              <a:ext cx="28398" cy="28398"/>
            </a:xfrm>
            <a:prstGeom prst="ellipse">
              <a:avLst/>
            </a:prstGeom>
            <a:solidFill>
              <a:srgbClr val="7F8C97">
                <a:alpha val="48000"/>
              </a:srgbClr>
            </a:solidFill>
            <a:ln w="0">
              <a:noFill/>
              <a:prstDash val="solid"/>
            </a:ln>
          </p:spPr>
        </p:sp>
        <p:sp>
          <p:nvSpPr>
            <p:cNvPr id="1885" name="03_assume_matched_1884">
              <a:extLst>
                <a:ext uri="{FF2B5EF4-FFF2-40B4-BE49-F238E27FC236}">
                  <a16:creationId xmlns:a16="http://schemas.microsoft.com/office/drawing/2014/main" id="{FD5D4B15-5583-4328-AA24-1A751D8E4027}"/>
                </a:ext>
              </a:extLst>
            </p:cNvPr>
            <p:cNvSpPr>
              <a:spLocks/>
            </p:cNvSpPr>
            <p:nvPr/>
          </p:nvSpPr>
          <p:spPr>
            <a:xfrm>
              <a:off x="5341901" y="3694086"/>
              <a:ext cx="28398" cy="28398"/>
            </a:xfrm>
            <a:prstGeom prst="ellipse">
              <a:avLst/>
            </a:prstGeom>
            <a:solidFill>
              <a:srgbClr val="7F8C97">
                <a:alpha val="48000"/>
              </a:srgbClr>
            </a:solidFill>
            <a:ln w="0">
              <a:noFill/>
              <a:prstDash val="solid"/>
            </a:ln>
          </p:spPr>
        </p:sp>
        <p:sp>
          <p:nvSpPr>
            <p:cNvPr id="1886" name="03_assume_matched_1885">
              <a:extLst>
                <a:ext uri="{FF2B5EF4-FFF2-40B4-BE49-F238E27FC236}">
                  <a16:creationId xmlns:a16="http://schemas.microsoft.com/office/drawing/2014/main" id="{1C4D933C-393A-4724-A0B1-DEECDF684236}"/>
                </a:ext>
              </a:extLst>
            </p:cNvPr>
            <p:cNvSpPr>
              <a:spLocks/>
            </p:cNvSpPr>
            <p:nvPr/>
          </p:nvSpPr>
          <p:spPr>
            <a:xfrm>
              <a:off x="5420763" y="3694086"/>
              <a:ext cx="28398" cy="28398"/>
            </a:xfrm>
            <a:prstGeom prst="ellipse">
              <a:avLst/>
            </a:prstGeom>
            <a:solidFill>
              <a:srgbClr val="7F8C97">
                <a:alpha val="48000"/>
              </a:srgbClr>
            </a:solidFill>
            <a:ln w="0">
              <a:noFill/>
              <a:prstDash val="solid"/>
            </a:ln>
          </p:spPr>
        </p:sp>
        <p:sp>
          <p:nvSpPr>
            <p:cNvPr id="1887" name="03_assume_matched_1886">
              <a:extLst>
                <a:ext uri="{FF2B5EF4-FFF2-40B4-BE49-F238E27FC236}">
                  <a16:creationId xmlns:a16="http://schemas.microsoft.com/office/drawing/2014/main" id="{8D6E805D-AF0A-4C27-832B-97FE38EB427B}"/>
                </a:ext>
              </a:extLst>
            </p:cNvPr>
            <p:cNvSpPr>
              <a:spLocks/>
            </p:cNvSpPr>
            <p:nvPr/>
          </p:nvSpPr>
          <p:spPr>
            <a:xfrm>
              <a:off x="5388527" y="3694086"/>
              <a:ext cx="28398" cy="28398"/>
            </a:xfrm>
            <a:prstGeom prst="ellipse">
              <a:avLst/>
            </a:prstGeom>
            <a:solidFill>
              <a:srgbClr val="7F8C97">
                <a:alpha val="48000"/>
              </a:srgbClr>
            </a:solidFill>
            <a:ln w="0">
              <a:noFill/>
              <a:prstDash val="solid"/>
            </a:ln>
          </p:spPr>
        </p:sp>
        <p:sp>
          <p:nvSpPr>
            <p:cNvPr id="1888" name="03_assume_matched_1887">
              <a:extLst>
                <a:ext uri="{FF2B5EF4-FFF2-40B4-BE49-F238E27FC236}">
                  <a16:creationId xmlns:a16="http://schemas.microsoft.com/office/drawing/2014/main" id="{47B79AF6-54B4-4784-84E1-F4C22F881501}"/>
                </a:ext>
              </a:extLst>
            </p:cNvPr>
            <p:cNvSpPr>
              <a:spLocks/>
            </p:cNvSpPr>
            <p:nvPr/>
          </p:nvSpPr>
          <p:spPr>
            <a:xfrm>
              <a:off x="5293259" y="3694086"/>
              <a:ext cx="28398" cy="28398"/>
            </a:xfrm>
            <a:prstGeom prst="ellipse">
              <a:avLst/>
            </a:prstGeom>
            <a:solidFill>
              <a:srgbClr val="7F8C97">
                <a:alpha val="48000"/>
              </a:srgbClr>
            </a:solidFill>
            <a:ln w="0">
              <a:noFill/>
              <a:prstDash val="solid"/>
            </a:ln>
          </p:spPr>
        </p:sp>
        <p:sp>
          <p:nvSpPr>
            <p:cNvPr id="1889" name="03_assume_matched_1888">
              <a:extLst>
                <a:ext uri="{FF2B5EF4-FFF2-40B4-BE49-F238E27FC236}">
                  <a16:creationId xmlns:a16="http://schemas.microsoft.com/office/drawing/2014/main" id="{F4C4EBEF-46A2-459F-82BA-4D6DA7C6BE40}"/>
                </a:ext>
              </a:extLst>
            </p:cNvPr>
            <p:cNvSpPr>
              <a:spLocks/>
            </p:cNvSpPr>
            <p:nvPr/>
          </p:nvSpPr>
          <p:spPr>
            <a:xfrm>
              <a:off x="5323912" y="4278955"/>
              <a:ext cx="28398" cy="28398"/>
            </a:xfrm>
            <a:prstGeom prst="ellipse">
              <a:avLst/>
            </a:prstGeom>
            <a:solidFill>
              <a:srgbClr val="7F8C97">
                <a:alpha val="48000"/>
              </a:srgbClr>
            </a:solidFill>
            <a:ln w="0">
              <a:noFill/>
              <a:prstDash val="solid"/>
            </a:ln>
          </p:spPr>
        </p:sp>
        <p:sp>
          <p:nvSpPr>
            <p:cNvPr id="1890" name="03_assume_matched_1889">
              <a:extLst>
                <a:ext uri="{FF2B5EF4-FFF2-40B4-BE49-F238E27FC236}">
                  <a16:creationId xmlns:a16="http://schemas.microsoft.com/office/drawing/2014/main" id="{80922C20-02CF-4072-8850-722B42DD380E}"/>
                </a:ext>
              </a:extLst>
            </p:cNvPr>
            <p:cNvSpPr>
              <a:spLocks/>
            </p:cNvSpPr>
            <p:nvPr/>
          </p:nvSpPr>
          <p:spPr>
            <a:xfrm>
              <a:off x="5292971" y="4132738"/>
              <a:ext cx="28398" cy="28398"/>
            </a:xfrm>
            <a:prstGeom prst="ellipse">
              <a:avLst/>
            </a:prstGeom>
            <a:solidFill>
              <a:srgbClr val="7F8C97">
                <a:alpha val="48000"/>
              </a:srgbClr>
            </a:solidFill>
            <a:ln w="0">
              <a:noFill/>
              <a:prstDash val="solid"/>
            </a:ln>
          </p:spPr>
        </p:sp>
        <p:sp>
          <p:nvSpPr>
            <p:cNvPr id="1891" name="03_assume_matched_1890">
              <a:extLst>
                <a:ext uri="{FF2B5EF4-FFF2-40B4-BE49-F238E27FC236}">
                  <a16:creationId xmlns:a16="http://schemas.microsoft.com/office/drawing/2014/main" id="{D97F57B9-9B6B-45A7-BDE6-B28B226ED316}"/>
                </a:ext>
              </a:extLst>
            </p:cNvPr>
            <p:cNvSpPr>
              <a:spLocks/>
            </p:cNvSpPr>
            <p:nvPr/>
          </p:nvSpPr>
          <p:spPr>
            <a:xfrm>
              <a:off x="5374280" y="3986521"/>
              <a:ext cx="28398" cy="28398"/>
            </a:xfrm>
            <a:prstGeom prst="ellipse">
              <a:avLst/>
            </a:prstGeom>
            <a:solidFill>
              <a:srgbClr val="7F8C97">
                <a:alpha val="48000"/>
              </a:srgbClr>
            </a:solidFill>
            <a:ln w="0">
              <a:noFill/>
              <a:prstDash val="solid"/>
            </a:ln>
          </p:spPr>
        </p:sp>
        <p:sp>
          <p:nvSpPr>
            <p:cNvPr id="1892" name="03_assume_matched_1891">
              <a:extLst>
                <a:ext uri="{FF2B5EF4-FFF2-40B4-BE49-F238E27FC236}">
                  <a16:creationId xmlns:a16="http://schemas.microsoft.com/office/drawing/2014/main" id="{76575DF9-119C-4F35-979E-7A9CDA6F8DFD}"/>
                </a:ext>
              </a:extLst>
            </p:cNvPr>
            <p:cNvSpPr>
              <a:spLocks/>
            </p:cNvSpPr>
            <p:nvPr/>
          </p:nvSpPr>
          <p:spPr>
            <a:xfrm>
              <a:off x="5355572" y="4278955"/>
              <a:ext cx="28398" cy="28398"/>
            </a:xfrm>
            <a:prstGeom prst="ellipse">
              <a:avLst/>
            </a:prstGeom>
            <a:solidFill>
              <a:srgbClr val="7F8C97">
                <a:alpha val="48000"/>
              </a:srgbClr>
            </a:solidFill>
            <a:ln w="0">
              <a:noFill/>
              <a:prstDash val="solid"/>
            </a:ln>
          </p:spPr>
        </p:sp>
        <p:sp>
          <p:nvSpPr>
            <p:cNvPr id="1893" name="03_assume_matched_1892">
              <a:extLst>
                <a:ext uri="{FF2B5EF4-FFF2-40B4-BE49-F238E27FC236}">
                  <a16:creationId xmlns:a16="http://schemas.microsoft.com/office/drawing/2014/main" id="{C230ACB3-2D28-4913-8B0A-0F199C6D7077}"/>
                </a:ext>
              </a:extLst>
            </p:cNvPr>
            <p:cNvSpPr>
              <a:spLocks/>
            </p:cNvSpPr>
            <p:nvPr/>
          </p:nvSpPr>
          <p:spPr>
            <a:xfrm>
              <a:off x="5340318" y="3694086"/>
              <a:ext cx="28398" cy="28398"/>
            </a:xfrm>
            <a:prstGeom prst="ellipse">
              <a:avLst/>
            </a:prstGeom>
            <a:solidFill>
              <a:srgbClr val="7F8C97">
                <a:alpha val="48000"/>
              </a:srgbClr>
            </a:solidFill>
            <a:ln w="0">
              <a:noFill/>
              <a:prstDash val="solid"/>
            </a:ln>
          </p:spPr>
        </p:sp>
        <p:sp>
          <p:nvSpPr>
            <p:cNvPr id="1894" name="03_assume_matched_1893">
              <a:extLst>
                <a:ext uri="{FF2B5EF4-FFF2-40B4-BE49-F238E27FC236}">
                  <a16:creationId xmlns:a16="http://schemas.microsoft.com/office/drawing/2014/main" id="{D329D3D2-4724-431B-90A9-3A32CCBCBBC0}"/>
                </a:ext>
              </a:extLst>
            </p:cNvPr>
            <p:cNvSpPr>
              <a:spLocks/>
            </p:cNvSpPr>
            <p:nvPr/>
          </p:nvSpPr>
          <p:spPr>
            <a:xfrm>
              <a:off x="5326071" y="4278955"/>
              <a:ext cx="28398" cy="28398"/>
            </a:xfrm>
            <a:prstGeom prst="ellipse">
              <a:avLst/>
            </a:prstGeom>
            <a:solidFill>
              <a:srgbClr val="7F8C97">
                <a:alpha val="48000"/>
              </a:srgbClr>
            </a:solidFill>
            <a:ln w="0">
              <a:noFill/>
              <a:prstDash val="solid"/>
            </a:ln>
          </p:spPr>
        </p:sp>
        <p:sp>
          <p:nvSpPr>
            <p:cNvPr id="1895" name="03_assume_matched_1894">
              <a:extLst>
                <a:ext uri="{FF2B5EF4-FFF2-40B4-BE49-F238E27FC236}">
                  <a16:creationId xmlns:a16="http://schemas.microsoft.com/office/drawing/2014/main" id="{D929CA70-616B-4C92-8F90-7F2B259CBCE0}"/>
                </a:ext>
              </a:extLst>
            </p:cNvPr>
            <p:cNvSpPr>
              <a:spLocks/>
            </p:cNvSpPr>
            <p:nvPr/>
          </p:nvSpPr>
          <p:spPr>
            <a:xfrm>
              <a:off x="5342476" y="4278955"/>
              <a:ext cx="28398" cy="28398"/>
            </a:xfrm>
            <a:prstGeom prst="ellipse">
              <a:avLst/>
            </a:prstGeom>
            <a:solidFill>
              <a:srgbClr val="7F8C97">
                <a:alpha val="48000"/>
              </a:srgbClr>
            </a:solidFill>
            <a:ln w="0">
              <a:noFill/>
              <a:prstDash val="solid"/>
            </a:ln>
          </p:spPr>
        </p:sp>
        <p:sp>
          <p:nvSpPr>
            <p:cNvPr id="1896" name="03_assume_matched_1895">
              <a:extLst>
                <a:ext uri="{FF2B5EF4-FFF2-40B4-BE49-F238E27FC236}">
                  <a16:creationId xmlns:a16="http://schemas.microsoft.com/office/drawing/2014/main" id="{A2F73B04-0C81-4314-B127-834486D8676E}"/>
                </a:ext>
              </a:extLst>
            </p:cNvPr>
            <p:cNvSpPr>
              <a:spLocks/>
            </p:cNvSpPr>
            <p:nvPr/>
          </p:nvSpPr>
          <p:spPr>
            <a:xfrm>
              <a:off x="5427670" y="4132738"/>
              <a:ext cx="28398" cy="28398"/>
            </a:xfrm>
            <a:prstGeom prst="ellipse">
              <a:avLst/>
            </a:prstGeom>
            <a:solidFill>
              <a:srgbClr val="7F8C97">
                <a:alpha val="48000"/>
              </a:srgbClr>
            </a:solidFill>
            <a:ln w="0">
              <a:noFill/>
              <a:prstDash val="solid"/>
            </a:ln>
          </p:spPr>
        </p:sp>
        <p:sp>
          <p:nvSpPr>
            <p:cNvPr id="1897" name="03_assume_matched_1896">
              <a:extLst>
                <a:ext uri="{FF2B5EF4-FFF2-40B4-BE49-F238E27FC236}">
                  <a16:creationId xmlns:a16="http://schemas.microsoft.com/office/drawing/2014/main" id="{FB230F9B-E77A-40AC-A5F3-0568C4AFDA85}"/>
                </a:ext>
              </a:extLst>
            </p:cNvPr>
            <p:cNvSpPr>
              <a:spLocks/>
            </p:cNvSpPr>
            <p:nvPr/>
          </p:nvSpPr>
          <p:spPr>
            <a:xfrm>
              <a:off x="5382627" y="3694086"/>
              <a:ext cx="28398" cy="28398"/>
            </a:xfrm>
            <a:prstGeom prst="ellipse">
              <a:avLst/>
            </a:prstGeom>
            <a:solidFill>
              <a:srgbClr val="7F8C97">
                <a:alpha val="48000"/>
              </a:srgbClr>
            </a:solidFill>
            <a:ln w="0">
              <a:noFill/>
              <a:prstDash val="solid"/>
            </a:ln>
          </p:spPr>
        </p:sp>
        <p:sp>
          <p:nvSpPr>
            <p:cNvPr id="1898" name="03_assume_matched_1897">
              <a:extLst>
                <a:ext uri="{FF2B5EF4-FFF2-40B4-BE49-F238E27FC236}">
                  <a16:creationId xmlns:a16="http://schemas.microsoft.com/office/drawing/2014/main" id="{9C6C6212-CDC5-4E79-9675-EF7594DF9953}"/>
                </a:ext>
              </a:extLst>
            </p:cNvPr>
            <p:cNvSpPr>
              <a:spLocks/>
            </p:cNvSpPr>
            <p:nvPr/>
          </p:nvSpPr>
          <p:spPr>
            <a:xfrm>
              <a:off x="5392413" y="4213970"/>
              <a:ext cx="28398" cy="28398"/>
            </a:xfrm>
            <a:prstGeom prst="ellipse">
              <a:avLst/>
            </a:prstGeom>
            <a:solidFill>
              <a:srgbClr val="7F8C97">
                <a:alpha val="48000"/>
              </a:srgbClr>
            </a:solidFill>
            <a:ln w="0">
              <a:noFill/>
              <a:prstDash val="solid"/>
            </a:ln>
          </p:spPr>
        </p:sp>
        <p:sp>
          <p:nvSpPr>
            <p:cNvPr id="1899" name="03_assume_matched_1898">
              <a:extLst>
                <a:ext uri="{FF2B5EF4-FFF2-40B4-BE49-F238E27FC236}">
                  <a16:creationId xmlns:a16="http://schemas.microsoft.com/office/drawing/2014/main" id="{26B52B12-AC77-445A-A56F-1F36B1800939}"/>
                </a:ext>
              </a:extLst>
            </p:cNvPr>
            <p:cNvSpPr>
              <a:spLocks/>
            </p:cNvSpPr>
            <p:nvPr/>
          </p:nvSpPr>
          <p:spPr>
            <a:xfrm>
              <a:off x="5329237" y="4148984"/>
              <a:ext cx="28398" cy="28398"/>
            </a:xfrm>
            <a:prstGeom prst="ellipse">
              <a:avLst/>
            </a:prstGeom>
            <a:solidFill>
              <a:srgbClr val="7F8C97">
                <a:alpha val="48000"/>
              </a:srgbClr>
            </a:solidFill>
            <a:ln w="0">
              <a:noFill/>
              <a:prstDash val="solid"/>
            </a:ln>
          </p:spPr>
        </p:sp>
        <p:sp>
          <p:nvSpPr>
            <p:cNvPr id="1900" name="03_assume_matched_1899">
              <a:extLst>
                <a:ext uri="{FF2B5EF4-FFF2-40B4-BE49-F238E27FC236}">
                  <a16:creationId xmlns:a16="http://schemas.microsoft.com/office/drawing/2014/main" id="{11AE7A78-33F8-4575-9284-7FE7CA603AD5}"/>
                </a:ext>
              </a:extLst>
            </p:cNvPr>
            <p:cNvSpPr>
              <a:spLocks/>
            </p:cNvSpPr>
            <p:nvPr/>
          </p:nvSpPr>
          <p:spPr>
            <a:xfrm>
              <a:off x="5419611" y="4083999"/>
              <a:ext cx="28398" cy="28398"/>
            </a:xfrm>
            <a:prstGeom prst="ellipse">
              <a:avLst/>
            </a:prstGeom>
            <a:solidFill>
              <a:srgbClr val="7F8C97">
                <a:alpha val="48000"/>
              </a:srgbClr>
            </a:solidFill>
            <a:ln w="0">
              <a:noFill/>
              <a:prstDash val="solid"/>
            </a:ln>
          </p:spPr>
        </p:sp>
        <p:sp>
          <p:nvSpPr>
            <p:cNvPr id="1901" name="03_assume_matched_1900">
              <a:extLst>
                <a:ext uri="{FF2B5EF4-FFF2-40B4-BE49-F238E27FC236}">
                  <a16:creationId xmlns:a16="http://schemas.microsoft.com/office/drawing/2014/main" id="{3D3A91FF-4F43-444C-931C-D78013776441}"/>
                </a:ext>
              </a:extLst>
            </p:cNvPr>
            <p:cNvSpPr>
              <a:spLocks/>
            </p:cNvSpPr>
            <p:nvPr/>
          </p:nvSpPr>
          <p:spPr>
            <a:xfrm>
              <a:off x="5392700" y="3694086"/>
              <a:ext cx="28398" cy="28398"/>
            </a:xfrm>
            <a:prstGeom prst="ellipse">
              <a:avLst/>
            </a:prstGeom>
            <a:solidFill>
              <a:srgbClr val="7F8C97">
                <a:alpha val="48000"/>
              </a:srgbClr>
            </a:solidFill>
            <a:ln w="0">
              <a:noFill/>
              <a:prstDash val="solid"/>
            </a:ln>
          </p:spPr>
        </p:sp>
        <p:sp>
          <p:nvSpPr>
            <p:cNvPr id="1902" name="03_assume_matched_1901">
              <a:extLst>
                <a:ext uri="{FF2B5EF4-FFF2-40B4-BE49-F238E27FC236}">
                  <a16:creationId xmlns:a16="http://schemas.microsoft.com/office/drawing/2014/main" id="{EEE42437-D00E-4668-A791-D4CD04D8011F}"/>
                </a:ext>
              </a:extLst>
            </p:cNvPr>
            <p:cNvSpPr>
              <a:spLocks/>
            </p:cNvSpPr>
            <p:nvPr/>
          </p:nvSpPr>
          <p:spPr>
            <a:xfrm>
              <a:off x="5310528" y="4278955"/>
              <a:ext cx="28398" cy="28398"/>
            </a:xfrm>
            <a:prstGeom prst="ellipse">
              <a:avLst/>
            </a:prstGeom>
            <a:solidFill>
              <a:srgbClr val="7F8C97">
                <a:alpha val="48000"/>
              </a:srgbClr>
            </a:solidFill>
            <a:ln w="0">
              <a:noFill/>
              <a:prstDash val="solid"/>
            </a:ln>
          </p:spPr>
        </p:sp>
        <p:sp>
          <p:nvSpPr>
            <p:cNvPr id="1903" name="03_assume_matched_1902">
              <a:extLst>
                <a:ext uri="{FF2B5EF4-FFF2-40B4-BE49-F238E27FC236}">
                  <a16:creationId xmlns:a16="http://schemas.microsoft.com/office/drawing/2014/main" id="{09F98B2B-3B6E-4FDE-A200-E28C12A3DFE2}"/>
                </a:ext>
              </a:extLst>
            </p:cNvPr>
            <p:cNvSpPr>
              <a:spLocks/>
            </p:cNvSpPr>
            <p:nvPr/>
          </p:nvSpPr>
          <p:spPr>
            <a:xfrm>
              <a:off x="5317868" y="3694086"/>
              <a:ext cx="28398" cy="28398"/>
            </a:xfrm>
            <a:prstGeom prst="ellipse">
              <a:avLst/>
            </a:prstGeom>
            <a:solidFill>
              <a:srgbClr val="7F8C97">
                <a:alpha val="48000"/>
              </a:srgbClr>
            </a:solidFill>
            <a:ln w="0">
              <a:noFill/>
              <a:prstDash val="solid"/>
            </a:ln>
          </p:spPr>
        </p:sp>
        <p:sp>
          <p:nvSpPr>
            <p:cNvPr id="1904" name="03_assume_matched_1903">
              <a:extLst>
                <a:ext uri="{FF2B5EF4-FFF2-40B4-BE49-F238E27FC236}">
                  <a16:creationId xmlns:a16="http://schemas.microsoft.com/office/drawing/2014/main" id="{633D3F5C-899B-4E30-9E32-99D350075940}"/>
                </a:ext>
              </a:extLst>
            </p:cNvPr>
            <p:cNvSpPr>
              <a:spLocks/>
            </p:cNvSpPr>
            <p:nvPr/>
          </p:nvSpPr>
          <p:spPr>
            <a:xfrm>
              <a:off x="5329093" y="4083999"/>
              <a:ext cx="28398" cy="28398"/>
            </a:xfrm>
            <a:prstGeom prst="ellipse">
              <a:avLst/>
            </a:prstGeom>
            <a:solidFill>
              <a:srgbClr val="7F8C97">
                <a:alpha val="48000"/>
              </a:srgbClr>
            </a:solidFill>
            <a:ln w="0">
              <a:noFill/>
              <a:prstDash val="solid"/>
            </a:ln>
          </p:spPr>
        </p:sp>
        <p:sp>
          <p:nvSpPr>
            <p:cNvPr id="1905" name="03_assume_matched_1904">
              <a:extLst>
                <a:ext uri="{FF2B5EF4-FFF2-40B4-BE49-F238E27FC236}">
                  <a16:creationId xmlns:a16="http://schemas.microsoft.com/office/drawing/2014/main" id="{2428C2A7-DA4C-4E41-8922-C00D5B174BDD}"/>
                </a:ext>
              </a:extLst>
            </p:cNvPr>
            <p:cNvSpPr>
              <a:spLocks/>
            </p:cNvSpPr>
            <p:nvPr/>
          </p:nvSpPr>
          <p:spPr>
            <a:xfrm>
              <a:off x="5418460" y="3986521"/>
              <a:ext cx="28398" cy="28398"/>
            </a:xfrm>
            <a:prstGeom prst="ellipse">
              <a:avLst/>
            </a:prstGeom>
            <a:solidFill>
              <a:srgbClr val="7F8C97">
                <a:alpha val="48000"/>
              </a:srgbClr>
            </a:solidFill>
            <a:ln w="0">
              <a:noFill/>
              <a:prstDash val="solid"/>
            </a:ln>
          </p:spPr>
        </p:sp>
        <p:sp>
          <p:nvSpPr>
            <p:cNvPr id="1906" name="03_assume_matched_1905">
              <a:extLst>
                <a:ext uri="{FF2B5EF4-FFF2-40B4-BE49-F238E27FC236}">
                  <a16:creationId xmlns:a16="http://schemas.microsoft.com/office/drawing/2014/main" id="{6BC2558B-C634-474C-9F6B-22FAE76E153F}"/>
                </a:ext>
              </a:extLst>
            </p:cNvPr>
            <p:cNvSpPr>
              <a:spLocks/>
            </p:cNvSpPr>
            <p:nvPr/>
          </p:nvSpPr>
          <p:spPr>
            <a:xfrm>
              <a:off x="5331395" y="3694086"/>
              <a:ext cx="28398" cy="28398"/>
            </a:xfrm>
            <a:prstGeom prst="ellipse">
              <a:avLst/>
            </a:prstGeom>
            <a:solidFill>
              <a:srgbClr val="7F8C97">
                <a:alpha val="48000"/>
              </a:srgbClr>
            </a:solidFill>
            <a:ln w="0">
              <a:noFill/>
              <a:prstDash val="solid"/>
            </a:ln>
          </p:spPr>
        </p:sp>
        <p:sp>
          <p:nvSpPr>
            <p:cNvPr id="1907" name="03_assume_matched_1906">
              <a:extLst>
                <a:ext uri="{FF2B5EF4-FFF2-40B4-BE49-F238E27FC236}">
                  <a16:creationId xmlns:a16="http://schemas.microsoft.com/office/drawing/2014/main" id="{2FB00A0B-0BA1-4552-BE9E-70F4D0128866}"/>
                </a:ext>
              </a:extLst>
            </p:cNvPr>
            <p:cNvSpPr>
              <a:spLocks/>
            </p:cNvSpPr>
            <p:nvPr/>
          </p:nvSpPr>
          <p:spPr>
            <a:xfrm>
              <a:off x="5410401" y="4083999"/>
              <a:ext cx="28398" cy="28398"/>
            </a:xfrm>
            <a:prstGeom prst="ellipse">
              <a:avLst/>
            </a:prstGeom>
            <a:solidFill>
              <a:srgbClr val="7F8C97">
                <a:alpha val="48000"/>
              </a:srgbClr>
            </a:solidFill>
            <a:ln w="0">
              <a:noFill/>
              <a:prstDash val="solid"/>
            </a:ln>
          </p:spPr>
        </p:sp>
        <p:sp>
          <p:nvSpPr>
            <p:cNvPr id="1908" name="03_assume_matched_1907">
              <a:extLst>
                <a:ext uri="{FF2B5EF4-FFF2-40B4-BE49-F238E27FC236}">
                  <a16:creationId xmlns:a16="http://schemas.microsoft.com/office/drawing/2014/main" id="{66C41A0C-9BF2-41ED-AD1D-BDD75E374638}"/>
                </a:ext>
              </a:extLst>
            </p:cNvPr>
            <p:cNvSpPr>
              <a:spLocks/>
            </p:cNvSpPr>
            <p:nvPr/>
          </p:nvSpPr>
          <p:spPr>
            <a:xfrm>
              <a:off x="5411552" y="3694086"/>
              <a:ext cx="28398" cy="28398"/>
            </a:xfrm>
            <a:prstGeom prst="ellipse">
              <a:avLst/>
            </a:prstGeom>
            <a:solidFill>
              <a:srgbClr val="7F8C97">
                <a:alpha val="48000"/>
              </a:srgbClr>
            </a:solidFill>
            <a:ln w="0">
              <a:noFill/>
              <a:prstDash val="solid"/>
            </a:ln>
          </p:spPr>
        </p:sp>
        <p:sp>
          <p:nvSpPr>
            <p:cNvPr id="1909" name="03_assume_matched_1908">
              <a:extLst>
                <a:ext uri="{FF2B5EF4-FFF2-40B4-BE49-F238E27FC236}">
                  <a16:creationId xmlns:a16="http://schemas.microsoft.com/office/drawing/2014/main" id="{623A4CD4-0944-4755-9A2F-12E15A0B6148}"/>
                </a:ext>
              </a:extLst>
            </p:cNvPr>
            <p:cNvSpPr>
              <a:spLocks/>
            </p:cNvSpPr>
            <p:nvPr/>
          </p:nvSpPr>
          <p:spPr>
            <a:xfrm>
              <a:off x="5415294" y="4278955"/>
              <a:ext cx="28398" cy="28398"/>
            </a:xfrm>
            <a:prstGeom prst="ellipse">
              <a:avLst/>
            </a:prstGeom>
            <a:solidFill>
              <a:srgbClr val="7F8C97">
                <a:alpha val="48000"/>
              </a:srgbClr>
            </a:solidFill>
            <a:ln w="0">
              <a:noFill/>
              <a:prstDash val="solid"/>
            </a:ln>
          </p:spPr>
        </p:sp>
        <p:sp>
          <p:nvSpPr>
            <p:cNvPr id="1910" name="03_assume_matched_1909">
              <a:extLst>
                <a:ext uri="{FF2B5EF4-FFF2-40B4-BE49-F238E27FC236}">
                  <a16:creationId xmlns:a16="http://schemas.microsoft.com/office/drawing/2014/main" id="{F9F74824-AA45-47DD-A937-38463F9AD581}"/>
                </a:ext>
              </a:extLst>
            </p:cNvPr>
            <p:cNvSpPr>
              <a:spLocks/>
            </p:cNvSpPr>
            <p:nvPr/>
          </p:nvSpPr>
          <p:spPr>
            <a:xfrm>
              <a:off x="5332546" y="4083999"/>
              <a:ext cx="28398" cy="28398"/>
            </a:xfrm>
            <a:prstGeom prst="ellipse">
              <a:avLst/>
            </a:prstGeom>
            <a:solidFill>
              <a:srgbClr val="7F8C97">
                <a:alpha val="48000"/>
              </a:srgbClr>
            </a:solidFill>
            <a:ln w="0">
              <a:noFill/>
              <a:prstDash val="solid"/>
            </a:ln>
          </p:spPr>
        </p:sp>
        <p:sp>
          <p:nvSpPr>
            <p:cNvPr id="1911" name="03_assume_matched_1910">
              <a:extLst>
                <a:ext uri="{FF2B5EF4-FFF2-40B4-BE49-F238E27FC236}">
                  <a16:creationId xmlns:a16="http://schemas.microsoft.com/office/drawing/2014/main" id="{3C4B2DB1-04D5-4252-B418-FE2F71C2634E}"/>
                </a:ext>
              </a:extLst>
            </p:cNvPr>
            <p:cNvSpPr>
              <a:spLocks/>
            </p:cNvSpPr>
            <p:nvPr/>
          </p:nvSpPr>
          <p:spPr>
            <a:xfrm>
              <a:off x="5310816" y="4132738"/>
              <a:ext cx="28398" cy="28398"/>
            </a:xfrm>
            <a:prstGeom prst="ellipse">
              <a:avLst/>
            </a:prstGeom>
            <a:solidFill>
              <a:srgbClr val="7F8C97">
                <a:alpha val="48000"/>
              </a:srgbClr>
            </a:solidFill>
            <a:ln w="0">
              <a:noFill/>
              <a:prstDash val="solid"/>
            </a:ln>
          </p:spPr>
        </p:sp>
        <p:sp>
          <p:nvSpPr>
            <p:cNvPr id="1912" name="03_assume_matched_1911">
              <a:extLst>
                <a:ext uri="{FF2B5EF4-FFF2-40B4-BE49-F238E27FC236}">
                  <a16:creationId xmlns:a16="http://schemas.microsoft.com/office/drawing/2014/main" id="{9FF95733-5262-42F7-AAC6-0B2B39AEBEF5}"/>
                </a:ext>
              </a:extLst>
            </p:cNvPr>
            <p:cNvSpPr>
              <a:spLocks/>
            </p:cNvSpPr>
            <p:nvPr/>
          </p:nvSpPr>
          <p:spPr>
            <a:xfrm>
              <a:off x="5394571" y="4278955"/>
              <a:ext cx="28398" cy="28398"/>
            </a:xfrm>
            <a:prstGeom prst="ellipse">
              <a:avLst/>
            </a:prstGeom>
            <a:solidFill>
              <a:srgbClr val="7F8C97">
                <a:alpha val="48000"/>
              </a:srgbClr>
            </a:solidFill>
            <a:ln w="0">
              <a:noFill/>
              <a:prstDash val="solid"/>
            </a:ln>
          </p:spPr>
        </p:sp>
        <p:sp>
          <p:nvSpPr>
            <p:cNvPr id="1913" name="03_assume_matched_1912">
              <a:extLst>
                <a:ext uri="{FF2B5EF4-FFF2-40B4-BE49-F238E27FC236}">
                  <a16:creationId xmlns:a16="http://schemas.microsoft.com/office/drawing/2014/main" id="{B0FB6A2D-80BE-4A59-B800-3FD15CD0CBE2}"/>
                </a:ext>
              </a:extLst>
            </p:cNvPr>
            <p:cNvSpPr>
              <a:spLocks/>
            </p:cNvSpPr>
            <p:nvPr/>
          </p:nvSpPr>
          <p:spPr>
            <a:xfrm>
              <a:off x="5304052" y="3694086"/>
              <a:ext cx="28398" cy="28398"/>
            </a:xfrm>
            <a:prstGeom prst="ellipse">
              <a:avLst/>
            </a:prstGeom>
            <a:solidFill>
              <a:srgbClr val="7F8C97">
                <a:alpha val="48000"/>
              </a:srgbClr>
            </a:solidFill>
            <a:ln w="0">
              <a:noFill/>
              <a:prstDash val="solid"/>
            </a:ln>
          </p:spPr>
        </p:sp>
        <p:sp>
          <p:nvSpPr>
            <p:cNvPr id="1914" name="03_assume_matched_1913">
              <a:extLst>
                <a:ext uri="{FF2B5EF4-FFF2-40B4-BE49-F238E27FC236}">
                  <a16:creationId xmlns:a16="http://schemas.microsoft.com/office/drawing/2014/main" id="{2EABC6B0-29B8-4969-B58F-1E24F1970978}"/>
                </a:ext>
              </a:extLst>
            </p:cNvPr>
            <p:cNvSpPr>
              <a:spLocks/>
            </p:cNvSpPr>
            <p:nvPr/>
          </p:nvSpPr>
          <p:spPr>
            <a:xfrm>
              <a:off x="5398169" y="3694086"/>
              <a:ext cx="28398" cy="28398"/>
            </a:xfrm>
            <a:prstGeom prst="ellipse">
              <a:avLst/>
            </a:prstGeom>
            <a:solidFill>
              <a:srgbClr val="7F8C97">
                <a:alpha val="48000"/>
              </a:srgbClr>
            </a:solidFill>
            <a:ln w="0">
              <a:noFill/>
              <a:prstDash val="solid"/>
            </a:ln>
          </p:spPr>
        </p:sp>
        <p:sp>
          <p:nvSpPr>
            <p:cNvPr id="1915" name="03_assume_matched_1914">
              <a:extLst>
                <a:ext uri="{FF2B5EF4-FFF2-40B4-BE49-F238E27FC236}">
                  <a16:creationId xmlns:a16="http://schemas.microsoft.com/office/drawing/2014/main" id="{89B4338D-FEB8-48C5-A46C-D746337524FE}"/>
                </a:ext>
              </a:extLst>
            </p:cNvPr>
            <p:cNvSpPr>
              <a:spLocks/>
            </p:cNvSpPr>
            <p:nvPr/>
          </p:nvSpPr>
          <p:spPr>
            <a:xfrm>
              <a:off x="5305348" y="4278955"/>
              <a:ext cx="28398" cy="28398"/>
            </a:xfrm>
            <a:prstGeom prst="ellipse">
              <a:avLst/>
            </a:prstGeom>
            <a:solidFill>
              <a:srgbClr val="7F8C97">
                <a:alpha val="48000"/>
              </a:srgbClr>
            </a:solidFill>
            <a:ln w="0">
              <a:noFill/>
              <a:prstDash val="solid"/>
            </a:ln>
          </p:spPr>
        </p:sp>
        <p:sp>
          <p:nvSpPr>
            <p:cNvPr id="1916" name="03_assume_matched_1915">
              <a:extLst>
                <a:ext uri="{FF2B5EF4-FFF2-40B4-BE49-F238E27FC236}">
                  <a16:creationId xmlns:a16="http://schemas.microsoft.com/office/drawing/2014/main" id="{939E3176-24BA-4E97-8946-6205006F45BE}"/>
                </a:ext>
              </a:extLst>
            </p:cNvPr>
            <p:cNvSpPr>
              <a:spLocks/>
            </p:cNvSpPr>
            <p:nvPr/>
          </p:nvSpPr>
          <p:spPr>
            <a:xfrm>
              <a:off x="5425799" y="3694086"/>
              <a:ext cx="28398" cy="28398"/>
            </a:xfrm>
            <a:prstGeom prst="ellipse">
              <a:avLst/>
            </a:prstGeom>
            <a:solidFill>
              <a:srgbClr val="7F8C97">
                <a:alpha val="48000"/>
              </a:srgbClr>
            </a:solidFill>
            <a:ln w="0">
              <a:noFill/>
              <a:prstDash val="solid"/>
            </a:ln>
          </p:spPr>
        </p:sp>
        <p:sp>
          <p:nvSpPr>
            <p:cNvPr id="1917" name="03_assume_matched_1916">
              <a:extLst>
                <a:ext uri="{FF2B5EF4-FFF2-40B4-BE49-F238E27FC236}">
                  <a16:creationId xmlns:a16="http://schemas.microsoft.com/office/drawing/2014/main" id="{B82743A3-BAEF-4BFB-9531-EC53466B4EA1}"/>
                </a:ext>
              </a:extLst>
            </p:cNvPr>
            <p:cNvSpPr>
              <a:spLocks/>
            </p:cNvSpPr>
            <p:nvPr/>
          </p:nvSpPr>
          <p:spPr>
            <a:xfrm>
              <a:off x="5403781" y="3694086"/>
              <a:ext cx="28398" cy="28398"/>
            </a:xfrm>
            <a:prstGeom prst="ellipse">
              <a:avLst/>
            </a:prstGeom>
            <a:solidFill>
              <a:srgbClr val="7F8C97">
                <a:alpha val="48000"/>
              </a:srgbClr>
            </a:solidFill>
            <a:ln w="0">
              <a:noFill/>
              <a:prstDash val="solid"/>
            </a:ln>
          </p:spPr>
        </p:sp>
        <p:sp>
          <p:nvSpPr>
            <p:cNvPr id="1918" name="03_assume_matched_1917">
              <a:extLst>
                <a:ext uri="{FF2B5EF4-FFF2-40B4-BE49-F238E27FC236}">
                  <a16:creationId xmlns:a16="http://schemas.microsoft.com/office/drawing/2014/main" id="{8056BBC2-333C-4F6C-B664-D978E020E5BD}"/>
                </a:ext>
              </a:extLst>
            </p:cNvPr>
            <p:cNvSpPr>
              <a:spLocks/>
            </p:cNvSpPr>
            <p:nvPr/>
          </p:nvSpPr>
          <p:spPr>
            <a:xfrm>
              <a:off x="5351686" y="3694086"/>
              <a:ext cx="28398" cy="28398"/>
            </a:xfrm>
            <a:prstGeom prst="ellipse">
              <a:avLst/>
            </a:prstGeom>
            <a:solidFill>
              <a:srgbClr val="7F8C97">
                <a:alpha val="48000"/>
              </a:srgbClr>
            </a:solidFill>
            <a:ln w="0">
              <a:noFill/>
              <a:prstDash val="solid"/>
            </a:ln>
          </p:spPr>
        </p:sp>
        <p:sp>
          <p:nvSpPr>
            <p:cNvPr id="1919" name="03_assume_matched_1918">
              <a:extLst>
                <a:ext uri="{FF2B5EF4-FFF2-40B4-BE49-F238E27FC236}">
                  <a16:creationId xmlns:a16="http://schemas.microsoft.com/office/drawing/2014/main" id="{40B78912-14BC-4A14-99A5-67DC8196B661}"/>
                </a:ext>
              </a:extLst>
            </p:cNvPr>
            <p:cNvSpPr>
              <a:spLocks/>
            </p:cNvSpPr>
            <p:nvPr/>
          </p:nvSpPr>
          <p:spPr>
            <a:xfrm>
              <a:off x="5327366" y="4278955"/>
              <a:ext cx="28398" cy="28398"/>
            </a:xfrm>
            <a:prstGeom prst="ellipse">
              <a:avLst/>
            </a:prstGeom>
            <a:solidFill>
              <a:srgbClr val="7F8C97">
                <a:alpha val="48000"/>
              </a:srgbClr>
            </a:solidFill>
            <a:ln w="0">
              <a:noFill/>
              <a:prstDash val="solid"/>
            </a:ln>
          </p:spPr>
        </p:sp>
        <p:sp>
          <p:nvSpPr>
            <p:cNvPr id="1920" name="03_assume_matched_1919">
              <a:extLst>
                <a:ext uri="{FF2B5EF4-FFF2-40B4-BE49-F238E27FC236}">
                  <a16:creationId xmlns:a16="http://schemas.microsoft.com/office/drawing/2014/main" id="{48EE376D-524B-43B1-989A-B960652173B5}"/>
                </a:ext>
              </a:extLst>
            </p:cNvPr>
            <p:cNvSpPr>
              <a:spLocks/>
            </p:cNvSpPr>
            <p:nvPr/>
          </p:nvSpPr>
          <p:spPr>
            <a:xfrm>
              <a:off x="5429829" y="4278955"/>
              <a:ext cx="28398" cy="28398"/>
            </a:xfrm>
            <a:prstGeom prst="ellipse">
              <a:avLst/>
            </a:prstGeom>
            <a:solidFill>
              <a:srgbClr val="7F8C97">
                <a:alpha val="48000"/>
              </a:srgbClr>
            </a:solidFill>
            <a:ln w="0">
              <a:noFill/>
              <a:prstDash val="solid"/>
            </a:ln>
          </p:spPr>
        </p:sp>
        <p:sp>
          <p:nvSpPr>
            <p:cNvPr id="1921" name="03_assume_matched_1920">
              <a:extLst>
                <a:ext uri="{FF2B5EF4-FFF2-40B4-BE49-F238E27FC236}">
                  <a16:creationId xmlns:a16="http://schemas.microsoft.com/office/drawing/2014/main" id="{569CD66B-CAE1-48FD-BB62-817970C204A1}"/>
                </a:ext>
              </a:extLst>
            </p:cNvPr>
            <p:cNvSpPr>
              <a:spLocks/>
            </p:cNvSpPr>
            <p:nvPr/>
          </p:nvSpPr>
          <p:spPr>
            <a:xfrm>
              <a:off x="5377590" y="4278955"/>
              <a:ext cx="28398" cy="28398"/>
            </a:xfrm>
            <a:prstGeom prst="ellipse">
              <a:avLst/>
            </a:prstGeom>
            <a:solidFill>
              <a:srgbClr val="7F8C97">
                <a:alpha val="48000"/>
              </a:srgbClr>
            </a:solidFill>
            <a:ln w="0">
              <a:noFill/>
              <a:prstDash val="solid"/>
            </a:ln>
          </p:spPr>
        </p:sp>
        <p:sp>
          <p:nvSpPr>
            <p:cNvPr id="1922" name="03_assume_matched_1921">
              <a:extLst>
                <a:ext uri="{FF2B5EF4-FFF2-40B4-BE49-F238E27FC236}">
                  <a16:creationId xmlns:a16="http://schemas.microsoft.com/office/drawing/2014/main" id="{2F82EA21-DAB2-411D-8FB9-75CDC812590A}"/>
                </a:ext>
              </a:extLst>
            </p:cNvPr>
            <p:cNvSpPr>
              <a:spLocks/>
            </p:cNvSpPr>
            <p:nvPr/>
          </p:nvSpPr>
          <p:spPr>
            <a:xfrm>
              <a:off x="5410401" y="4278955"/>
              <a:ext cx="28398" cy="28398"/>
            </a:xfrm>
            <a:prstGeom prst="ellipse">
              <a:avLst/>
            </a:prstGeom>
            <a:solidFill>
              <a:srgbClr val="7F8C97">
                <a:alpha val="48000"/>
              </a:srgbClr>
            </a:solidFill>
            <a:ln w="0">
              <a:noFill/>
              <a:prstDash val="solid"/>
            </a:ln>
          </p:spPr>
        </p:sp>
        <p:sp>
          <p:nvSpPr>
            <p:cNvPr id="1923" name="03_assume_matched_1922">
              <a:extLst>
                <a:ext uri="{FF2B5EF4-FFF2-40B4-BE49-F238E27FC236}">
                  <a16:creationId xmlns:a16="http://schemas.microsoft.com/office/drawing/2014/main" id="{A69B1C05-3C74-4DF5-9C69-3D400F68659E}"/>
                </a:ext>
              </a:extLst>
            </p:cNvPr>
            <p:cNvSpPr>
              <a:spLocks/>
            </p:cNvSpPr>
            <p:nvPr/>
          </p:nvSpPr>
          <p:spPr>
            <a:xfrm>
              <a:off x="5309521" y="4161981"/>
              <a:ext cx="28398" cy="28398"/>
            </a:xfrm>
            <a:prstGeom prst="ellipse">
              <a:avLst/>
            </a:prstGeom>
            <a:solidFill>
              <a:srgbClr val="7F8C97">
                <a:alpha val="48000"/>
              </a:srgbClr>
            </a:solidFill>
            <a:ln w="0">
              <a:noFill/>
              <a:prstDash val="solid"/>
            </a:ln>
          </p:spPr>
        </p:sp>
        <p:sp>
          <p:nvSpPr>
            <p:cNvPr id="1924" name="03_assume_matched_1923">
              <a:extLst>
                <a:ext uri="{FF2B5EF4-FFF2-40B4-BE49-F238E27FC236}">
                  <a16:creationId xmlns:a16="http://schemas.microsoft.com/office/drawing/2014/main" id="{71264A5F-AF81-4987-818D-BFD9F927901D}"/>
                </a:ext>
              </a:extLst>
            </p:cNvPr>
            <p:cNvSpPr>
              <a:spLocks/>
            </p:cNvSpPr>
            <p:nvPr/>
          </p:nvSpPr>
          <p:spPr>
            <a:xfrm>
              <a:off x="5401479" y="3986521"/>
              <a:ext cx="28398" cy="28398"/>
            </a:xfrm>
            <a:prstGeom prst="ellipse">
              <a:avLst/>
            </a:prstGeom>
            <a:solidFill>
              <a:srgbClr val="7F8C97">
                <a:alpha val="48000"/>
              </a:srgbClr>
            </a:solidFill>
            <a:ln w="0">
              <a:noFill/>
              <a:prstDash val="solid"/>
            </a:ln>
          </p:spPr>
        </p:sp>
        <p:sp>
          <p:nvSpPr>
            <p:cNvPr id="1925" name="03_assume_matched_1924">
              <a:extLst>
                <a:ext uri="{FF2B5EF4-FFF2-40B4-BE49-F238E27FC236}">
                  <a16:creationId xmlns:a16="http://schemas.microsoft.com/office/drawing/2014/main" id="{7EEA8327-47AA-400A-B799-6B0D2BB8EEBC}"/>
                </a:ext>
              </a:extLst>
            </p:cNvPr>
            <p:cNvSpPr>
              <a:spLocks/>
            </p:cNvSpPr>
            <p:nvPr/>
          </p:nvSpPr>
          <p:spPr>
            <a:xfrm>
              <a:off x="5380612" y="3986521"/>
              <a:ext cx="28398" cy="28398"/>
            </a:xfrm>
            <a:prstGeom prst="ellipse">
              <a:avLst/>
            </a:prstGeom>
            <a:solidFill>
              <a:srgbClr val="7F8C97">
                <a:alpha val="48000"/>
              </a:srgbClr>
            </a:solidFill>
            <a:ln w="0">
              <a:noFill/>
              <a:prstDash val="solid"/>
            </a:ln>
          </p:spPr>
        </p:sp>
        <p:sp>
          <p:nvSpPr>
            <p:cNvPr id="1926" name="03_assume_matched_1925">
              <a:extLst>
                <a:ext uri="{FF2B5EF4-FFF2-40B4-BE49-F238E27FC236}">
                  <a16:creationId xmlns:a16="http://schemas.microsoft.com/office/drawing/2014/main" id="{2694B7EC-822E-4D61-AA7F-ED88478C0277}"/>
                </a:ext>
              </a:extLst>
            </p:cNvPr>
            <p:cNvSpPr>
              <a:spLocks/>
            </p:cNvSpPr>
            <p:nvPr/>
          </p:nvSpPr>
          <p:spPr>
            <a:xfrm>
              <a:off x="5289230" y="3694086"/>
              <a:ext cx="28398" cy="28398"/>
            </a:xfrm>
            <a:prstGeom prst="ellipse">
              <a:avLst/>
            </a:prstGeom>
            <a:solidFill>
              <a:srgbClr val="7F8C97">
                <a:alpha val="48000"/>
              </a:srgbClr>
            </a:solidFill>
            <a:ln w="0">
              <a:noFill/>
              <a:prstDash val="solid"/>
            </a:ln>
          </p:spPr>
        </p:sp>
        <p:sp>
          <p:nvSpPr>
            <p:cNvPr id="1927" name="03_assume_matched_1926">
              <a:extLst>
                <a:ext uri="{FF2B5EF4-FFF2-40B4-BE49-F238E27FC236}">
                  <a16:creationId xmlns:a16="http://schemas.microsoft.com/office/drawing/2014/main" id="{6820D05F-EC1B-4265-A344-646999934E17}"/>
                </a:ext>
              </a:extLst>
            </p:cNvPr>
            <p:cNvSpPr>
              <a:spLocks/>
            </p:cNvSpPr>
            <p:nvPr/>
          </p:nvSpPr>
          <p:spPr>
            <a:xfrm>
              <a:off x="5348520" y="4278955"/>
              <a:ext cx="28398" cy="28398"/>
            </a:xfrm>
            <a:prstGeom prst="ellipse">
              <a:avLst/>
            </a:prstGeom>
            <a:solidFill>
              <a:srgbClr val="7F8C97">
                <a:alpha val="48000"/>
              </a:srgbClr>
            </a:solidFill>
            <a:ln w="0">
              <a:noFill/>
              <a:prstDash val="solid"/>
            </a:ln>
          </p:spPr>
        </p:sp>
        <p:sp>
          <p:nvSpPr>
            <p:cNvPr id="1928" name="03_assume_matched_1927">
              <a:extLst>
                <a:ext uri="{FF2B5EF4-FFF2-40B4-BE49-F238E27FC236}">
                  <a16:creationId xmlns:a16="http://schemas.microsoft.com/office/drawing/2014/main" id="{FAFB9162-375C-4221-A104-742D57890B28}"/>
                </a:ext>
              </a:extLst>
            </p:cNvPr>
            <p:cNvSpPr>
              <a:spLocks/>
            </p:cNvSpPr>
            <p:nvPr/>
          </p:nvSpPr>
          <p:spPr>
            <a:xfrm>
              <a:off x="5330676" y="4278955"/>
              <a:ext cx="28398" cy="28398"/>
            </a:xfrm>
            <a:prstGeom prst="ellipse">
              <a:avLst/>
            </a:prstGeom>
            <a:solidFill>
              <a:srgbClr val="7F8C97">
                <a:alpha val="48000"/>
              </a:srgbClr>
            </a:solidFill>
            <a:ln w="0">
              <a:noFill/>
              <a:prstDash val="solid"/>
            </a:ln>
          </p:spPr>
        </p:sp>
        <p:sp>
          <p:nvSpPr>
            <p:cNvPr id="1929" name="03_assume_matched_1928">
              <a:extLst>
                <a:ext uri="{FF2B5EF4-FFF2-40B4-BE49-F238E27FC236}">
                  <a16:creationId xmlns:a16="http://schemas.microsoft.com/office/drawing/2014/main" id="{D00CB125-01D2-4FAA-8E74-4DFACD928269}"/>
                </a:ext>
              </a:extLst>
            </p:cNvPr>
            <p:cNvSpPr>
              <a:spLocks/>
            </p:cNvSpPr>
            <p:nvPr/>
          </p:nvSpPr>
          <p:spPr>
            <a:xfrm>
              <a:off x="5362911" y="3694086"/>
              <a:ext cx="28398" cy="28398"/>
            </a:xfrm>
            <a:prstGeom prst="ellipse">
              <a:avLst/>
            </a:prstGeom>
            <a:solidFill>
              <a:srgbClr val="7F8C97">
                <a:alpha val="48000"/>
              </a:srgbClr>
            </a:solidFill>
            <a:ln w="0">
              <a:noFill/>
              <a:prstDash val="solid"/>
            </a:ln>
          </p:spPr>
        </p:sp>
        <p:sp>
          <p:nvSpPr>
            <p:cNvPr id="1930" name="03_assume_matched_1929">
              <a:extLst>
                <a:ext uri="{FF2B5EF4-FFF2-40B4-BE49-F238E27FC236}">
                  <a16:creationId xmlns:a16="http://schemas.microsoft.com/office/drawing/2014/main" id="{562917B0-FD98-4D36-A40E-A276B2330BDE}"/>
                </a:ext>
              </a:extLst>
            </p:cNvPr>
            <p:cNvSpPr>
              <a:spLocks/>
            </p:cNvSpPr>
            <p:nvPr/>
          </p:nvSpPr>
          <p:spPr>
            <a:xfrm>
              <a:off x="5344779" y="4230216"/>
              <a:ext cx="28398" cy="28398"/>
            </a:xfrm>
            <a:prstGeom prst="ellipse">
              <a:avLst/>
            </a:prstGeom>
            <a:solidFill>
              <a:srgbClr val="7F8C97">
                <a:alpha val="48000"/>
              </a:srgbClr>
            </a:solidFill>
            <a:ln w="0">
              <a:noFill/>
              <a:prstDash val="solid"/>
            </a:ln>
          </p:spPr>
        </p:sp>
        <p:sp>
          <p:nvSpPr>
            <p:cNvPr id="1931" name="03_assume_matched_1930">
              <a:extLst>
                <a:ext uri="{FF2B5EF4-FFF2-40B4-BE49-F238E27FC236}">
                  <a16:creationId xmlns:a16="http://schemas.microsoft.com/office/drawing/2014/main" id="{BF17D2B1-3269-4290-8185-87CED1A7F118}"/>
                </a:ext>
              </a:extLst>
            </p:cNvPr>
            <p:cNvSpPr>
              <a:spLocks/>
            </p:cNvSpPr>
            <p:nvPr/>
          </p:nvSpPr>
          <p:spPr>
            <a:xfrm>
              <a:off x="5406947" y="4132738"/>
              <a:ext cx="28398" cy="28398"/>
            </a:xfrm>
            <a:prstGeom prst="ellipse">
              <a:avLst/>
            </a:prstGeom>
            <a:solidFill>
              <a:srgbClr val="7F8C97">
                <a:alpha val="48000"/>
              </a:srgbClr>
            </a:solidFill>
            <a:ln w="0">
              <a:noFill/>
              <a:prstDash val="solid"/>
            </a:ln>
          </p:spPr>
        </p:sp>
        <p:sp>
          <p:nvSpPr>
            <p:cNvPr id="1932" name="03_assume_matched_1931">
              <a:extLst>
                <a:ext uri="{FF2B5EF4-FFF2-40B4-BE49-F238E27FC236}">
                  <a16:creationId xmlns:a16="http://schemas.microsoft.com/office/drawing/2014/main" id="{79310C4F-5B9D-4F10-B1C7-4B7D5F05A2E5}"/>
                </a:ext>
              </a:extLst>
            </p:cNvPr>
            <p:cNvSpPr>
              <a:spLocks/>
            </p:cNvSpPr>
            <p:nvPr/>
          </p:nvSpPr>
          <p:spPr>
            <a:xfrm>
              <a:off x="5305060" y="3694086"/>
              <a:ext cx="28398" cy="28398"/>
            </a:xfrm>
            <a:prstGeom prst="ellipse">
              <a:avLst/>
            </a:prstGeom>
            <a:solidFill>
              <a:srgbClr val="7F8C97">
                <a:alpha val="48000"/>
              </a:srgbClr>
            </a:solidFill>
            <a:ln w="0">
              <a:noFill/>
              <a:prstDash val="solid"/>
            </a:ln>
          </p:spPr>
        </p:sp>
        <p:sp>
          <p:nvSpPr>
            <p:cNvPr id="1933" name="03_assume_matched_1932">
              <a:extLst>
                <a:ext uri="{FF2B5EF4-FFF2-40B4-BE49-F238E27FC236}">
                  <a16:creationId xmlns:a16="http://schemas.microsoft.com/office/drawing/2014/main" id="{6491A5DA-5472-471B-BCF1-BFDF96F2C031}"/>
                </a:ext>
              </a:extLst>
            </p:cNvPr>
            <p:cNvSpPr>
              <a:spLocks/>
            </p:cNvSpPr>
            <p:nvPr/>
          </p:nvSpPr>
          <p:spPr>
            <a:xfrm>
              <a:off x="5311680" y="4278955"/>
              <a:ext cx="28398" cy="28398"/>
            </a:xfrm>
            <a:prstGeom prst="ellipse">
              <a:avLst/>
            </a:prstGeom>
            <a:solidFill>
              <a:srgbClr val="7F8C97">
                <a:alpha val="48000"/>
              </a:srgbClr>
            </a:solidFill>
            <a:ln w="0">
              <a:noFill/>
              <a:prstDash val="solid"/>
            </a:ln>
          </p:spPr>
        </p:sp>
        <p:sp>
          <p:nvSpPr>
            <p:cNvPr id="1934" name="03_assume_matched_1933">
              <a:extLst>
                <a:ext uri="{FF2B5EF4-FFF2-40B4-BE49-F238E27FC236}">
                  <a16:creationId xmlns:a16="http://schemas.microsoft.com/office/drawing/2014/main" id="{BE9752AB-9F8B-4A5A-AC79-DAFEC4183485}"/>
                </a:ext>
              </a:extLst>
            </p:cNvPr>
            <p:cNvSpPr>
              <a:spLocks/>
            </p:cNvSpPr>
            <p:nvPr/>
          </p:nvSpPr>
          <p:spPr>
            <a:xfrm>
              <a:off x="5371546" y="3694086"/>
              <a:ext cx="28398" cy="28398"/>
            </a:xfrm>
            <a:prstGeom prst="ellipse">
              <a:avLst/>
            </a:prstGeom>
            <a:solidFill>
              <a:srgbClr val="7F8C97">
                <a:alpha val="48000"/>
              </a:srgbClr>
            </a:solidFill>
            <a:ln w="0">
              <a:noFill/>
              <a:prstDash val="solid"/>
            </a:ln>
          </p:spPr>
        </p:sp>
        <p:sp>
          <p:nvSpPr>
            <p:cNvPr id="1935" name="03_assume_matched_1934">
              <a:extLst>
                <a:ext uri="{FF2B5EF4-FFF2-40B4-BE49-F238E27FC236}">
                  <a16:creationId xmlns:a16="http://schemas.microsoft.com/office/drawing/2014/main" id="{4EDC4A66-69AB-4DB3-95FA-A2ED83F5150A}"/>
                </a:ext>
              </a:extLst>
            </p:cNvPr>
            <p:cNvSpPr>
              <a:spLocks/>
            </p:cNvSpPr>
            <p:nvPr/>
          </p:nvSpPr>
          <p:spPr>
            <a:xfrm>
              <a:off x="5370251" y="3694086"/>
              <a:ext cx="28398" cy="28398"/>
            </a:xfrm>
            <a:prstGeom prst="ellipse">
              <a:avLst/>
            </a:prstGeom>
            <a:solidFill>
              <a:srgbClr val="7F8C97">
                <a:alpha val="48000"/>
              </a:srgbClr>
            </a:solidFill>
            <a:ln w="0">
              <a:noFill/>
              <a:prstDash val="solid"/>
            </a:ln>
          </p:spPr>
        </p:sp>
        <p:sp>
          <p:nvSpPr>
            <p:cNvPr id="1936" name="03_assume_matched_1935">
              <a:extLst>
                <a:ext uri="{FF2B5EF4-FFF2-40B4-BE49-F238E27FC236}">
                  <a16:creationId xmlns:a16="http://schemas.microsoft.com/office/drawing/2014/main" id="{FE301B84-E0B6-4B70-B8E0-FE8DCE98CDF9}"/>
                </a:ext>
              </a:extLst>
            </p:cNvPr>
            <p:cNvSpPr>
              <a:spLocks/>
            </p:cNvSpPr>
            <p:nvPr/>
          </p:nvSpPr>
          <p:spPr>
            <a:xfrm>
              <a:off x="5417021" y="3694086"/>
              <a:ext cx="28398" cy="28398"/>
            </a:xfrm>
            <a:prstGeom prst="ellipse">
              <a:avLst/>
            </a:prstGeom>
            <a:solidFill>
              <a:srgbClr val="7F8C97">
                <a:alpha val="48000"/>
              </a:srgbClr>
            </a:solidFill>
            <a:ln w="0">
              <a:noFill/>
              <a:prstDash val="solid"/>
            </a:ln>
          </p:spPr>
        </p:sp>
        <p:sp>
          <p:nvSpPr>
            <p:cNvPr id="1937" name="03_assume_matched_1936">
              <a:extLst>
                <a:ext uri="{FF2B5EF4-FFF2-40B4-BE49-F238E27FC236}">
                  <a16:creationId xmlns:a16="http://schemas.microsoft.com/office/drawing/2014/main" id="{CF333BCC-68D7-49B7-AA46-3029F548663A}"/>
                </a:ext>
              </a:extLst>
            </p:cNvPr>
            <p:cNvSpPr>
              <a:spLocks/>
            </p:cNvSpPr>
            <p:nvPr/>
          </p:nvSpPr>
          <p:spPr>
            <a:xfrm>
              <a:off x="5395291" y="3986521"/>
              <a:ext cx="28398" cy="28398"/>
            </a:xfrm>
            <a:prstGeom prst="ellipse">
              <a:avLst/>
            </a:prstGeom>
            <a:solidFill>
              <a:srgbClr val="7F8C97">
                <a:alpha val="48000"/>
              </a:srgbClr>
            </a:solidFill>
            <a:ln w="0">
              <a:noFill/>
              <a:prstDash val="solid"/>
            </a:ln>
          </p:spPr>
        </p:sp>
        <p:sp>
          <p:nvSpPr>
            <p:cNvPr id="1938" name="03_assume_matched_1937">
              <a:extLst>
                <a:ext uri="{FF2B5EF4-FFF2-40B4-BE49-F238E27FC236}">
                  <a16:creationId xmlns:a16="http://schemas.microsoft.com/office/drawing/2014/main" id="{C8664018-D100-448F-8842-8BF7972A8311}"/>
                </a:ext>
              </a:extLst>
            </p:cNvPr>
            <p:cNvSpPr>
              <a:spLocks/>
            </p:cNvSpPr>
            <p:nvPr/>
          </p:nvSpPr>
          <p:spPr>
            <a:xfrm>
              <a:off x="5327366" y="4278955"/>
              <a:ext cx="28398" cy="28398"/>
            </a:xfrm>
            <a:prstGeom prst="ellipse">
              <a:avLst/>
            </a:prstGeom>
            <a:solidFill>
              <a:srgbClr val="7F8C97">
                <a:alpha val="48000"/>
              </a:srgbClr>
            </a:solidFill>
            <a:ln w="0">
              <a:noFill/>
              <a:prstDash val="solid"/>
            </a:ln>
          </p:spPr>
        </p:sp>
        <p:sp>
          <p:nvSpPr>
            <p:cNvPr id="1939" name="03_assume_matched_1938">
              <a:extLst>
                <a:ext uri="{FF2B5EF4-FFF2-40B4-BE49-F238E27FC236}">
                  <a16:creationId xmlns:a16="http://schemas.microsoft.com/office/drawing/2014/main" id="{207E5B64-7D5F-4E03-935C-E9BD1C5ECB9E}"/>
                </a:ext>
              </a:extLst>
            </p:cNvPr>
            <p:cNvSpPr>
              <a:spLocks/>
            </p:cNvSpPr>
            <p:nvPr/>
          </p:nvSpPr>
          <p:spPr>
            <a:xfrm>
              <a:off x="5398169" y="4278955"/>
              <a:ext cx="28398" cy="28398"/>
            </a:xfrm>
            <a:prstGeom prst="ellipse">
              <a:avLst/>
            </a:prstGeom>
            <a:solidFill>
              <a:srgbClr val="7F8C97">
                <a:alpha val="48000"/>
              </a:srgbClr>
            </a:solidFill>
            <a:ln w="0">
              <a:noFill/>
              <a:prstDash val="solid"/>
            </a:ln>
          </p:spPr>
        </p:sp>
        <p:sp>
          <p:nvSpPr>
            <p:cNvPr id="1940" name="03_assume_matched_1939">
              <a:extLst>
                <a:ext uri="{FF2B5EF4-FFF2-40B4-BE49-F238E27FC236}">
                  <a16:creationId xmlns:a16="http://schemas.microsoft.com/office/drawing/2014/main" id="{D78C631A-02C8-4082-8FE0-5ED45420F600}"/>
                </a:ext>
              </a:extLst>
            </p:cNvPr>
            <p:cNvSpPr>
              <a:spLocks/>
            </p:cNvSpPr>
            <p:nvPr/>
          </p:nvSpPr>
          <p:spPr>
            <a:xfrm>
              <a:off x="5386512" y="4083999"/>
              <a:ext cx="28398" cy="28398"/>
            </a:xfrm>
            <a:prstGeom prst="ellipse">
              <a:avLst/>
            </a:prstGeom>
            <a:solidFill>
              <a:srgbClr val="7F8C97">
                <a:alpha val="48000"/>
              </a:srgbClr>
            </a:solidFill>
            <a:ln w="0">
              <a:noFill/>
              <a:prstDash val="solid"/>
            </a:ln>
          </p:spPr>
        </p:sp>
        <p:sp>
          <p:nvSpPr>
            <p:cNvPr id="1941" name="03_assume_matched_1940">
              <a:extLst>
                <a:ext uri="{FF2B5EF4-FFF2-40B4-BE49-F238E27FC236}">
                  <a16:creationId xmlns:a16="http://schemas.microsoft.com/office/drawing/2014/main" id="{A72A87A4-7461-4C08-8467-AB5AFF88C6CA}"/>
                </a:ext>
              </a:extLst>
            </p:cNvPr>
            <p:cNvSpPr>
              <a:spLocks/>
            </p:cNvSpPr>
            <p:nvPr/>
          </p:nvSpPr>
          <p:spPr>
            <a:xfrm>
              <a:off x="5392700" y="4278955"/>
              <a:ext cx="28398" cy="28398"/>
            </a:xfrm>
            <a:prstGeom prst="ellipse">
              <a:avLst/>
            </a:prstGeom>
            <a:solidFill>
              <a:srgbClr val="7F8C97">
                <a:alpha val="48000"/>
              </a:srgbClr>
            </a:solidFill>
            <a:ln w="0">
              <a:noFill/>
              <a:prstDash val="solid"/>
            </a:ln>
          </p:spPr>
        </p:sp>
        <p:sp>
          <p:nvSpPr>
            <p:cNvPr id="1942" name="03_assume_matched_1941">
              <a:extLst>
                <a:ext uri="{FF2B5EF4-FFF2-40B4-BE49-F238E27FC236}">
                  <a16:creationId xmlns:a16="http://schemas.microsoft.com/office/drawing/2014/main" id="{8B536E5F-57A3-4037-813C-15BCE4D7182A}"/>
                </a:ext>
              </a:extLst>
            </p:cNvPr>
            <p:cNvSpPr>
              <a:spLocks/>
            </p:cNvSpPr>
            <p:nvPr/>
          </p:nvSpPr>
          <p:spPr>
            <a:xfrm>
              <a:off x="5406084" y="4278955"/>
              <a:ext cx="28398" cy="28398"/>
            </a:xfrm>
            <a:prstGeom prst="ellipse">
              <a:avLst/>
            </a:prstGeom>
            <a:solidFill>
              <a:srgbClr val="7F8C97">
                <a:alpha val="48000"/>
              </a:srgbClr>
            </a:solidFill>
            <a:ln w="0">
              <a:noFill/>
              <a:prstDash val="solid"/>
            </a:ln>
          </p:spPr>
        </p:sp>
        <p:sp>
          <p:nvSpPr>
            <p:cNvPr id="1943" name="03_assume_matched_1942">
              <a:extLst>
                <a:ext uri="{FF2B5EF4-FFF2-40B4-BE49-F238E27FC236}">
                  <a16:creationId xmlns:a16="http://schemas.microsoft.com/office/drawing/2014/main" id="{0DEEC711-A9EB-4BC6-A47A-676E8EC07130}"/>
                </a:ext>
              </a:extLst>
            </p:cNvPr>
            <p:cNvSpPr>
              <a:spLocks/>
            </p:cNvSpPr>
            <p:nvPr/>
          </p:nvSpPr>
          <p:spPr>
            <a:xfrm>
              <a:off x="5314702" y="3694086"/>
              <a:ext cx="28398" cy="28398"/>
            </a:xfrm>
            <a:prstGeom prst="ellipse">
              <a:avLst/>
            </a:prstGeom>
            <a:solidFill>
              <a:srgbClr val="7F8C97">
                <a:alpha val="48000"/>
              </a:srgbClr>
            </a:solidFill>
            <a:ln w="0">
              <a:noFill/>
              <a:prstDash val="solid"/>
            </a:ln>
          </p:spPr>
        </p:sp>
        <p:sp>
          <p:nvSpPr>
            <p:cNvPr id="1944" name="03_assume_matched_1943">
              <a:extLst>
                <a:ext uri="{FF2B5EF4-FFF2-40B4-BE49-F238E27FC236}">
                  <a16:creationId xmlns:a16="http://schemas.microsoft.com/office/drawing/2014/main" id="{C7974EB7-D21F-45BD-8FBD-3E3B6CDDCBA6}"/>
                </a:ext>
              </a:extLst>
            </p:cNvPr>
            <p:cNvSpPr>
              <a:spLocks/>
            </p:cNvSpPr>
            <p:nvPr/>
          </p:nvSpPr>
          <p:spPr>
            <a:xfrm>
              <a:off x="5303909" y="3694086"/>
              <a:ext cx="28398" cy="28398"/>
            </a:xfrm>
            <a:prstGeom prst="ellipse">
              <a:avLst/>
            </a:prstGeom>
            <a:solidFill>
              <a:srgbClr val="7F8C97">
                <a:alpha val="48000"/>
              </a:srgbClr>
            </a:solidFill>
            <a:ln w="0">
              <a:noFill/>
              <a:prstDash val="solid"/>
            </a:ln>
          </p:spPr>
        </p:sp>
        <p:sp>
          <p:nvSpPr>
            <p:cNvPr id="1945" name="03_assume_matched_1944">
              <a:extLst>
                <a:ext uri="{FF2B5EF4-FFF2-40B4-BE49-F238E27FC236}">
                  <a16:creationId xmlns:a16="http://schemas.microsoft.com/office/drawing/2014/main" id="{805F615B-287C-4F6A-9E97-038D95358C23}"/>
                </a:ext>
              </a:extLst>
            </p:cNvPr>
            <p:cNvSpPr>
              <a:spLocks/>
            </p:cNvSpPr>
            <p:nvPr/>
          </p:nvSpPr>
          <p:spPr>
            <a:xfrm>
              <a:off x="5386800" y="3986521"/>
              <a:ext cx="28398" cy="28398"/>
            </a:xfrm>
            <a:prstGeom prst="ellipse">
              <a:avLst/>
            </a:prstGeom>
            <a:solidFill>
              <a:srgbClr val="7F8C97">
                <a:alpha val="48000"/>
              </a:srgbClr>
            </a:solidFill>
            <a:ln w="0">
              <a:noFill/>
              <a:prstDash val="solid"/>
            </a:ln>
          </p:spPr>
        </p:sp>
        <p:sp>
          <p:nvSpPr>
            <p:cNvPr id="1946" name="03_assume_matched_1945">
              <a:extLst>
                <a:ext uri="{FF2B5EF4-FFF2-40B4-BE49-F238E27FC236}">
                  <a16:creationId xmlns:a16="http://schemas.microsoft.com/office/drawing/2014/main" id="{1441845B-36AD-41F4-A361-498457A6665E}"/>
                </a:ext>
              </a:extLst>
            </p:cNvPr>
            <p:cNvSpPr>
              <a:spLocks/>
            </p:cNvSpPr>
            <p:nvPr/>
          </p:nvSpPr>
          <p:spPr>
            <a:xfrm>
              <a:off x="5423929" y="4111850"/>
              <a:ext cx="28398" cy="28398"/>
            </a:xfrm>
            <a:prstGeom prst="ellipse">
              <a:avLst/>
            </a:prstGeom>
            <a:solidFill>
              <a:srgbClr val="7F8C97">
                <a:alpha val="48000"/>
              </a:srgbClr>
            </a:solidFill>
            <a:ln w="0">
              <a:noFill/>
              <a:prstDash val="solid"/>
            </a:ln>
          </p:spPr>
        </p:sp>
        <p:sp>
          <p:nvSpPr>
            <p:cNvPr id="1947" name="03_assume_matched_1946">
              <a:extLst>
                <a:ext uri="{FF2B5EF4-FFF2-40B4-BE49-F238E27FC236}">
                  <a16:creationId xmlns:a16="http://schemas.microsoft.com/office/drawing/2014/main" id="{B0E355CC-283E-45E6-9BC0-0D9B411E03F6}"/>
                </a:ext>
              </a:extLst>
            </p:cNvPr>
            <p:cNvSpPr>
              <a:spLocks/>
            </p:cNvSpPr>
            <p:nvPr/>
          </p:nvSpPr>
          <p:spPr>
            <a:xfrm>
              <a:off x="5430117" y="3694086"/>
              <a:ext cx="28398" cy="28398"/>
            </a:xfrm>
            <a:prstGeom prst="ellipse">
              <a:avLst/>
            </a:prstGeom>
            <a:solidFill>
              <a:srgbClr val="7F8C97">
                <a:alpha val="48000"/>
              </a:srgbClr>
            </a:solidFill>
            <a:ln w="0">
              <a:noFill/>
              <a:prstDash val="solid"/>
            </a:ln>
          </p:spPr>
        </p:sp>
        <p:sp>
          <p:nvSpPr>
            <p:cNvPr id="1948" name="03_assume_matched_1947">
              <a:extLst>
                <a:ext uri="{FF2B5EF4-FFF2-40B4-BE49-F238E27FC236}">
                  <a16:creationId xmlns:a16="http://schemas.microsoft.com/office/drawing/2014/main" id="{6398A788-603C-4E9C-AD5D-CADAEF150550}"/>
                </a:ext>
              </a:extLst>
            </p:cNvPr>
            <p:cNvSpPr>
              <a:spLocks/>
            </p:cNvSpPr>
            <p:nvPr/>
          </p:nvSpPr>
          <p:spPr>
            <a:xfrm>
              <a:off x="5341181" y="3694086"/>
              <a:ext cx="28398" cy="28398"/>
            </a:xfrm>
            <a:prstGeom prst="ellipse">
              <a:avLst/>
            </a:prstGeom>
            <a:solidFill>
              <a:srgbClr val="7F8C97">
                <a:alpha val="48000"/>
              </a:srgbClr>
            </a:solidFill>
            <a:ln w="0">
              <a:noFill/>
              <a:prstDash val="solid"/>
            </a:ln>
          </p:spPr>
        </p:sp>
        <p:sp>
          <p:nvSpPr>
            <p:cNvPr id="1949" name="03_assume_matched_1948">
              <a:extLst>
                <a:ext uri="{FF2B5EF4-FFF2-40B4-BE49-F238E27FC236}">
                  <a16:creationId xmlns:a16="http://schemas.microsoft.com/office/drawing/2014/main" id="{C9B4793F-AA7B-4A5D-800F-194C79685968}"/>
                </a:ext>
              </a:extLst>
            </p:cNvPr>
            <p:cNvSpPr>
              <a:spLocks/>
            </p:cNvSpPr>
            <p:nvPr/>
          </p:nvSpPr>
          <p:spPr>
            <a:xfrm>
              <a:off x="5393996" y="4083999"/>
              <a:ext cx="28398" cy="28398"/>
            </a:xfrm>
            <a:prstGeom prst="ellipse">
              <a:avLst/>
            </a:prstGeom>
            <a:solidFill>
              <a:srgbClr val="7F8C97">
                <a:alpha val="48000"/>
              </a:srgbClr>
            </a:solidFill>
            <a:ln w="0">
              <a:noFill/>
              <a:prstDash val="solid"/>
            </a:ln>
          </p:spPr>
        </p:sp>
        <p:sp>
          <p:nvSpPr>
            <p:cNvPr id="1950" name="03_assume_matched_1949">
              <a:extLst>
                <a:ext uri="{FF2B5EF4-FFF2-40B4-BE49-F238E27FC236}">
                  <a16:creationId xmlns:a16="http://schemas.microsoft.com/office/drawing/2014/main" id="{9E55D139-5FB9-4FA6-8C4B-AE9D7CB20474}"/>
                </a:ext>
              </a:extLst>
            </p:cNvPr>
            <p:cNvSpPr>
              <a:spLocks/>
            </p:cNvSpPr>
            <p:nvPr/>
          </p:nvSpPr>
          <p:spPr>
            <a:xfrm>
              <a:off x="5404933" y="3694086"/>
              <a:ext cx="28398" cy="28398"/>
            </a:xfrm>
            <a:prstGeom prst="ellipse">
              <a:avLst/>
            </a:prstGeom>
            <a:solidFill>
              <a:srgbClr val="7F8C97">
                <a:alpha val="48000"/>
              </a:srgbClr>
            </a:solidFill>
            <a:ln w="0">
              <a:noFill/>
              <a:prstDash val="solid"/>
            </a:ln>
          </p:spPr>
        </p:sp>
        <p:sp>
          <p:nvSpPr>
            <p:cNvPr id="1951" name="03_assume_matched_1950">
              <a:extLst>
                <a:ext uri="{FF2B5EF4-FFF2-40B4-BE49-F238E27FC236}">
                  <a16:creationId xmlns:a16="http://schemas.microsoft.com/office/drawing/2014/main" id="{D1D44FC0-A3C4-4A0E-83C7-CBE5946FF877}"/>
                </a:ext>
              </a:extLst>
            </p:cNvPr>
            <p:cNvSpPr>
              <a:spLocks/>
            </p:cNvSpPr>
            <p:nvPr/>
          </p:nvSpPr>
          <p:spPr>
            <a:xfrm>
              <a:off x="5422346" y="3694086"/>
              <a:ext cx="28398" cy="28398"/>
            </a:xfrm>
            <a:prstGeom prst="ellipse">
              <a:avLst/>
            </a:prstGeom>
            <a:solidFill>
              <a:srgbClr val="7F8C97">
                <a:alpha val="48000"/>
              </a:srgbClr>
            </a:solidFill>
            <a:ln w="0">
              <a:noFill/>
              <a:prstDash val="solid"/>
            </a:ln>
          </p:spPr>
        </p:sp>
        <p:sp>
          <p:nvSpPr>
            <p:cNvPr id="1952" name="03_assume_matched_1951">
              <a:extLst>
                <a:ext uri="{FF2B5EF4-FFF2-40B4-BE49-F238E27FC236}">
                  <a16:creationId xmlns:a16="http://schemas.microsoft.com/office/drawing/2014/main" id="{E873F1F8-1D64-463E-A697-5C59471B7B49}"/>
                </a:ext>
              </a:extLst>
            </p:cNvPr>
            <p:cNvSpPr>
              <a:spLocks/>
            </p:cNvSpPr>
            <p:nvPr/>
          </p:nvSpPr>
          <p:spPr>
            <a:xfrm>
              <a:off x="5407091" y="3694086"/>
              <a:ext cx="28398" cy="28398"/>
            </a:xfrm>
            <a:prstGeom prst="ellipse">
              <a:avLst/>
            </a:prstGeom>
            <a:solidFill>
              <a:srgbClr val="7F8C97">
                <a:alpha val="48000"/>
              </a:srgbClr>
            </a:solidFill>
            <a:ln w="0">
              <a:noFill/>
              <a:prstDash val="solid"/>
            </a:ln>
          </p:spPr>
        </p:sp>
        <p:sp>
          <p:nvSpPr>
            <p:cNvPr id="1953" name="03_assume_matched_1952">
              <a:extLst>
                <a:ext uri="{FF2B5EF4-FFF2-40B4-BE49-F238E27FC236}">
                  <a16:creationId xmlns:a16="http://schemas.microsoft.com/office/drawing/2014/main" id="{C65AB07E-CACB-4899-8BD9-F99F39661F1E}"/>
                </a:ext>
              </a:extLst>
            </p:cNvPr>
            <p:cNvSpPr>
              <a:spLocks/>
            </p:cNvSpPr>
            <p:nvPr/>
          </p:nvSpPr>
          <p:spPr>
            <a:xfrm>
              <a:off x="5385361" y="3694086"/>
              <a:ext cx="28398" cy="28398"/>
            </a:xfrm>
            <a:prstGeom prst="ellipse">
              <a:avLst/>
            </a:prstGeom>
            <a:solidFill>
              <a:srgbClr val="7F8C97">
                <a:alpha val="48000"/>
              </a:srgbClr>
            </a:solidFill>
            <a:ln w="0">
              <a:noFill/>
              <a:prstDash val="solid"/>
            </a:ln>
          </p:spPr>
        </p:sp>
        <p:sp>
          <p:nvSpPr>
            <p:cNvPr id="1954" name="03_assume_matched_1953">
              <a:extLst>
                <a:ext uri="{FF2B5EF4-FFF2-40B4-BE49-F238E27FC236}">
                  <a16:creationId xmlns:a16="http://schemas.microsoft.com/office/drawing/2014/main" id="{044DC852-7D03-484D-AF99-A32C73AC9740}"/>
                </a:ext>
              </a:extLst>
            </p:cNvPr>
            <p:cNvSpPr>
              <a:spLocks/>
            </p:cNvSpPr>
            <p:nvPr/>
          </p:nvSpPr>
          <p:spPr>
            <a:xfrm>
              <a:off x="5297145" y="3694086"/>
              <a:ext cx="28398" cy="28398"/>
            </a:xfrm>
            <a:prstGeom prst="ellipse">
              <a:avLst/>
            </a:prstGeom>
            <a:solidFill>
              <a:srgbClr val="7F8C97">
                <a:alpha val="48000"/>
              </a:srgbClr>
            </a:solidFill>
            <a:ln w="0">
              <a:noFill/>
              <a:prstDash val="solid"/>
            </a:ln>
          </p:spPr>
        </p:sp>
        <p:sp>
          <p:nvSpPr>
            <p:cNvPr id="1955" name="03_assume_matched_1954">
              <a:extLst>
                <a:ext uri="{FF2B5EF4-FFF2-40B4-BE49-F238E27FC236}">
                  <a16:creationId xmlns:a16="http://schemas.microsoft.com/office/drawing/2014/main" id="{AB225950-9B09-4404-811C-24D2E7AD386D}"/>
                </a:ext>
              </a:extLst>
            </p:cNvPr>
            <p:cNvSpPr>
              <a:spLocks/>
            </p:cNvSpPr>
            <p:nvPr/>
          </p:nvSpPr>
          <p:spPr>
            <a:xfrm>
              <a:off x="5311104" y="4278955"/>
              <a:ext cx="28398" cy="28398"/>
            </a:xfrm>
            <a:prstGeom prst="ellipse">
              <a:avLst/>
            </a:prstGeom>
            <a:solidFill>
              <a:srgbClr val="7F8C97">
                <a:alpha val="48000"/>
              </a:srgbClr>
            </a:solidFill>
            <a:ln w="0">
              <a:noFill/>
              <a:prstDash val="solid"/>
            </a:ln>
          </p:spPr>
        </p:sp>
        <p:sp>
          <p:nvSpPr>
            <p:cNvPr id="1956" name="03_assume_matched_1955">
              <a:extLst>
                <a:ext uri="{FF2B5EF4-FFF2-40B4-BE49-F238E27FC236}">
                  <a16:creationId xmlns:a16="http://schemas.microsoft.com/office/drawing/2014/main" id="{E90A1812-2A77-4B10-B5CC-E740A361033E}"/>
                </a:ext>
              </a:extLst>
            </p:cNvPr>
            <p:cNvSpPr>
              <a:spLocks/>
            </p:cNvSpPr>
            <p:nvPr/>
          </p:nvSpPr>
          <p:spPr>
            <a:xfrm>
              <a:off x="5372265" y="3694086"/>
              <a:ext cx="28398" cy="28398"/>
            </a:xfrm>
            <a:prstGeom prst="ellipse">
              <a:avLst/>
            </a:prstGeom>
            <a:solidFill>
              <a:srgbClr val="7F8C97">
                <a:alpha val="48000"/>
              </a:srgbClr>
            </a:solidFill>
            <a:ln w="0">
              <a:noFill/>
              <a:prstDash val="solid"/>
            </a:ln>
          </p:spPr>
        </p:sp>
        <p:sp>
          <p:nvSpPr>
            <p:cNvPr id="1957" name="03_assume_matched_1956">
              <a:extLst>
                <a:ext uri="{FF2B5EF4-FFF2-40B4-BE49-F238E27FC236}">
                  <a16:creationId xmlns:a16="http://schemas.microsoft.com/office/drawing/2014/main" id="{4BC3036A-0CED-4D61-939C-EDE41E512E28}"/>
                </a:ext>
              </a:extLst>
            </p:cNvPr>
            <p:cNvSpPr>
              <a:spLocks/>
            </p:cNvSpPr>
            <p:nvPr/>
          </p:nvSpPr>
          <p:spPr>
            <a:xfrm>
              <a:off x="5317148" y="3694086"/>
              <a:ext cx="28398" cy="28398"/>
            </a:xfrm>
            <a:prstGeom prst="ellipse">
              <a:avLst/>
            </a:prstGeom>
            <a:solidFill>
              <a:srgbClr val="7F8C97">
                <a:alpha val="48000"/>
              </a:srgbClr>
            </a:solidFill>
            <a:ln w="0">
              <a:noFill/>
              <a:prstDash val="solid"/>
            </a:ln>
          </p:spPr>
        </p:sp>
        <p:sp>
          <p:nvSpPr>
            <p:cNvPr id="1958" name="03_assume_matched_1957">
              <a:extLst>
                <a:ext uri="{FF2B5EF4-FFF2-40B4-BE49-F238E27FC236}">
                  <a16:creationId xmlns:a16="http://schemas.microsoft.com/office/drawing/2014/main" id="{6CAF7E86-3E9C-4EA3-BE06-2D385F8E32AE}"/>
                </a:ext>
              </a:extLst>
            </p:cNvPr>
            <p:cNvSpPr>
              <a:spLocks/>
            </p:cNvSpPr>
            <p:nvPr/>
          </p:nvSpPr>
          <p:spPr>
            <a:xfrm>
              <a:off x="5343196" y="3694086"/>
              <a:ext cx="28398" cy="28398"/>
            </a:xfrm>
            <a:prstGeom prst="ellipse">
              <a:avLst/>
            </a:prstGeom>
            <a:solidFill>
              <a:srgbClr val="7F8C97">
                <a:alpha val="48000"/>
              </a:srgbClr>
            </a:solidFill>
            <a:ln w="0">
              <a:noFill/>
              <a:prstDash val="solid"/>
            </a:ln>
          </p:spPr>
        </p:sp>
        <p:sp>
          <p:nvSpPr>
            <p:cNvPr id="1959" name="03_assume_matched_1958">
              <a:extLst>
                <a:ext uri="{FF2B5EF4-FFF2-40B4-BE49-F238E27FC236}">
                  <a16:creationId xmlns:a16="http://schemas.microsoft.com/office/drawing/2014/main" id="{E849B979-DC28-41A5-A786-0E421E6DB458}"/>
                </a:ext>
              </a:extLst>
            </p:cNvPr>
            <p:cNvSpPr>
              <a:spLocks/>
            </p:cNvSpPr>
            <p:nvPr/>
          </p:nvSpPr>
          <p:spPr>
            <a:xfrm>
              <a:off x="5292252" y="4278955"/>
              <a:ext cx="28398" cy="28398"/>
            </a:xfrm>
            <a:prstGeom prst="ellipse">
              <a:avLst/>
            </a:prstGeom>
            <a:solidFill>
              <a:srgbClr val="7F8C97">
                <a:alpha val="48000"/>
              </a:srgbClr>
            </a:solidFill>
            <a:ln w="0">
              <a:noFill/>
              <a:prstDash val="solid"/>
            </a:ln>
          </p:spPr>
        </p:sp>
        <p:sp>
          <p:nvSpPr>
            <p:cNvPr id="1960" name="03_assume_matched_1959">
              <a:extLst>
                <a:ext uri="{FF2B5EF4-FFF2-40B4-BE49-F238E27FC236}">
                  <a16:creationId xmlns:a16="http://schemas.microsoft.com/office/drawing/2014/main" id="{201FD741-203A-4D47-915D-40D7C4E05A59}"/>
                </a:ext>
              </a:extLst>
            </p:cNvPr>
            <p:cNvSpPr>
              <a:spLocks/>
            </p:cNvSpPr>
            <p:nvPr/>
          </p:nvSpPr>
          <p:spPr>
            <a:xfrm>
              <a:off x="6164931" y="3709083"/>
              <a:ext cx="28398" cy="28398"/>
            </a:xfrm>
            <a:prstGeom prst="ellipse">
              <a:avLst/>
            </a:prstGeom>
            <a:solidFill>
              <a:srgbClr val="7F8C97">
                <a:alpha val="48000"/>
              </a:srgbClr>
            </a:solidFill>
            <a:ln w="0">
              <a:noFill/>
              <a:prstDash val="solid"/>
            </a:ln>
          </p:spPr>
        </p:sp>
        <p:sp>
          <p:nvSpPr>
            <p:cNvPr id="1961" name="03_assume_matched_1960">
              <a:extLst>
                <a:ext uri="{FF2B5EF4-FFF2-40B4-BE49-F238E27FC236}">
                  <a16:creationId xmlns:a16="http://schemas.microsoft.com/office/drawing/2014/main" id="{09A7480B-F85E-4314-B8C6-8D2E914B2ABE}"/>
                </a:ext>
              </a:extLst>
            </p:cNvPr>
            <p:cNvSpPr>
              <a:spLocks/>
            </p:cNvSpPr>
            <p:nvPr/>
          </p:nvSpPr>
          <p:spPr>
            <a:xfrm>
              <a:off x="6153418" y="3694086"/>
              <a:ext cx="28398" cy="28398"/>
            </a:xfrm>
            <a:prstGeom prst="ellipse">
              <a:avLst/>
            </a:prstGeom>
            <a:solidFill>
              <a:srgbClr val="7F8C97">
                <a:alpha val="48000"/>
              </a:srgbClr>
            </a:solidFill>
            <a:ln w="0">
              <a:noFill/>
              <a:prstDash val="solid"/>
            </a:ln>
          </p:spPr>
        </p:sp>
        <p:sp>
          <p:nvSpPr>
            <p:cNvPr id="1962" name="03_assume_matched_1961">
              <a:extLst>
                <a:ext uri="{FF2B5EF4-FFF2-40B4-BE49-F238E27FC236}">
                  <a16:creationId xmlns:a16="http://schemas.microsoft.com/office/drawing/2014/main" id="{DD407CC5-529C-4C02-8CC9-100FAD061A77}"/>
                </a:ext>
              </a:extLst>
            </p:cNvPr>
            <p:cNvSpPr>
              <a:spLocks/>
            </p:cNvSpPr>
            <p:nvPr/>
          </p:nvSpPr>
          <p:spPr>
            <a:xfrm>
              <a:off x="6096286" y="3694086"/>
              <a:ext cx="28398" cy="28398"/>
            </a:xfrm>
            <a:prstGeom prst="ellipse">
              <a:avLst/>
            </a:prstGeom>
            <a:solidFill>
              <a:srgbClr val="7F8C97">
                <a:alpha val="48000"/>
              </a:srgbClr>
            </a:solidFill>
            <a:ln w="0">
              <a:noFill/>
              <a:prstDash val="solid"/>
            </a:ln>
          </p:spPr>
        </p:sp>
        <p:sp>
          <p:nvSpPr>
            <p:cNvPr id="1963" name="03_assume_matched_1962">
              <a:extLst>
                <a:ext uri="{FF2B5EF4-FFF2-40B4-BE49-F238E27FC236}">
                  <a16:creationId xmlns:a16="http://schemas.microsoft.com/office/drawing/2014/main" id="{4A2D26DE-3EB6-4504-9D3B-DCB5434B57A9}"/>
                </a:ext>
              </a:extLst>
            </p:cNvPr>
            <p:cNvSpPr>
              <a:spLocks/>
            </p:cNvSpPr>
            <p:nvPr/>
          </p:nvSpPr>
          <p:spPr>
            <a:xfrm>
              <a:off x="6175149" y="3694086"/>
              <a:ext cx="28398" cy="28398"/>
            </a:xfrm>
            <a:prstGeom prst="ellipse">
              <a:avLst/>
            </a:prstGeom>
            <a:solidFill>
              <a:srgbClr val="7F8C97">
                <a:alpha val="48000"/>
              </a:srgbClr>
            </a:solidFill>
            <a:ln w="0">
              <a:noFill/>
              <a:prstDash val="solid"/>
            </a:ln>
          </p:spPr>
        </p:sp>
        <p:sp>
          <p:nvSpPr>
            <p:cNvPr id="1964" name="03_assume_matched_1963">
              <a:extLst>
                <a:ext uri="{FF2B5EF4-FFF2-40B4-BE49-F238E27FC236}">
                  <a16:creationId xmlns:a16="http://schemas.microsoft.com/office/drawing/2014/main" id="{50B96293-95CB-418C-A99E-24998B9C42EF}"/>
                </a:ext>
              </a:extLst>
            </p:cNvPr>
            <p:cNvSpPr>
              <a:spLocks/>
            </p:cNvSpPr>
            <p:nvPr/>
          </p:nvSpPr>
          <p:spPr>
            <a:xfrm>
              <a:off x="6142913" y="3694086"/>
              <a:ext cx="28398" cy="28398"/>
            </a:xfrm>
            <a:prstGeom prst="ellipse">
              <a:avLst/>
            </a:prstGeom>
            <a:solidFill>
              <a:srgbClr val="7F8C97">
                <a:alpha val="48000"/>
              </a:srgbClr>
            </a:solidFill>
            <a:ln w="0">
              <a:noFill/>
              <a:prstDash val="solid"/>
            </a:ln>
          </p:spPr>
        </p:sp>
        <p:sp>
          <p:nvSpPr>
            <p:cNvPr id="1965" name="03_assume_matched_1964">
              <a:extLst>
                <a:ext uri="{FF2B5EF4-FFF2-40B4-BE49-F238E27FC236}">
                  <a16:creationId xmlns:a16="http://schemas.microsoft.com/office/drawing/2014/main" id="{991510D2-6F95-435E-BBB8-331E038B655C}"/>
                </a:ext>
              </a:extLst>
            </p:cNvPr>
            <p:cNvSpPr>
              <a:spLocks/>
            </p:cNvSpPr>
            <p:nvPr/>
          </p:nvSpPr>
          <p:spPr>
            <a:xfrm>
              <a:off x="6047645" y="3694086"/>
              <a:ext cx="28398" cy="28398"/>
            </a:xfrm>
            <a:prstGeom prst="ellipse">
              <a:avLst/>
            </a:prstGeom>
            <a:solidFill>
              <a:srgbClr val="7F8C97">
                <a:alpha val="48000"/>
              </a:srgbClr>
            </a:solidFill>
            <a:ln w="0">
              <a:noFill/>
              <a:prstDash val="solid"/>
            </a:ln>
          </p:spPr>
        </p:sp>
        <p:sp>
          <p:nvSpPr>
            <p:cNvPr id="1966" name="03_assume_matched_1965">
              <a:extLst>
                <a:ext uri="{FF2B5EF4-FFF2-40B4-BE49-F238E27FC236}">
                  <a16:creationId xmlns:a16="http://schemas.microsoft.com/office/drawing/2014/main" id="{E7FD599B-1D66-4A37-9313-7DF4B1DDDCEF}"/>
                </a:ext>
              </a:extLst>
            </p:cNvPr>
            <p:cNvSpPr>
              <a:spLocks/>
            </p:cNvSpPr>
            <p:nvPr/>
          </p:nvSpPr>
          <p:spPr>
            <a:xfrm>
              <a:off x="6078298" y="4278955"/>
              <a:ext cx="28398" cy="28398"/>
            </a:xfrm>
            <a:prstGeom prst="ellipse">
              <a:avLst/>
            </a:prstGeom>
            <a:solidFill>
              <a:srgbClr val="7F8C97">
                <a:alpha val="48000"/>
              </a:srgbClr>
            </a:solidFill>
            <a:ln w="0">
              <a:noFill/>
              <a:prstDash val="solid"/>
            </a:ln>
          </p:spPr>
        </p:sp>
        <p:sp>
          <p:nvSpPr>
            <p:cNvPr id="1967" name="03_assume_matched_1966">
              <a:extLst>
                <a:ext uri="{FF2B5EF4-FFF2-40B4-BE49-F238E27FC236}">
                  <a16:creationId xmlns:a16="http://schemas.microsoft.com/office/drawing/2014/main" id="{650FF5B5-CAB1-4C39-82DA-B094F98ABE85}"/>
                </a:ext>
              </a:extLst>
            </p:cNvPr>
            <p:cNvSpPr>
              <a:spLocks/>
            </p:cNvSpPr>
            <p:nvPr/>
          </p:nvSpPr>
          <p:spPr>
            <a:xfrm>
              <a:off x="6047357" y="4132738"/>
              <a:ext cx="28398" cy="28398"/>
            </a:xfrm>
            <a:prstGeom prst="ellipse">
              <a:avLst/>
            </a:prstGeom>
            <a:solidFill>
              <a:srgbClr val="7F8C97">
                <a:alpha val="48000"/>
              </a:srgbClr>
            </a:solidFill>
            <a:ln w="0">
              <a:noFill/>
              <a:prstDash val="solid"/>
            </a:ln>
          </p:spPr>
        </p:sp>
        <p:sp>
          <p:nvSpPr>
            <p:cNvPr id="1968" name="03_assume_matched_1967">
              <a:extLst>
                <a:ext uri="{FF2B5EF4-FFF2-40B4-BE49-F238E27FC236}">
                  <a16:creationId xmlns:a16="http://schemas.microsoft.com/office/drawing/2014/main" id="{647DB228-3E3D-4803-B076-6CECE98A777E}"/>
                </a:ext>
              </a:extLst>
            </p:cNvPr>
            <p:cNvSpPr>
              <a:spLocks/>
            </p:cNvSpPr>
            <p:nvPr/>
          </p:nvSpPr>
          <p:spPr>
            <a:xfrm>
              <a:off x="6128666" y="3986521"/>
              <a:ext cx="28398" cy="28398"/>
            </a:xfrm>
            <a:prstGeom prst="ellipse">
              <a:avLst/>
            </a:prstGeom>
            <a:solidFill>
              <a:srgbClr val="7F8C97">
                <a:alpha val="48000"/>
              </a:srgbClr>
            </a:solidFill>
            <a:ln w="0">
              <a:noFill/>
              <a:prstDash val="solid"/>
            </a:ln>
          </p:spPr>
        </p:sp>
        <p:sp>
          <p:nvSpPr>
            <p:cNvPr id="1969" name="03_assume_matched_1968">
              <a:extLst>
                <a:ext uri="{FF2B5EF4-FFF2-40B4-BE49-F238E27FC236}">
                  <a16:creationId xmlns:a16="http://schemas.microsoft.com/office/drawing/2014/main" id="{0B0E4A29-32B2-4D1E-8496-01FAD46BDD93}"/>
                </a:ext>
              </a:extLst>
            </p:cNvPr>
            <p:cNvSpPr>
              <a:spLocks/>
            </p:cNvSpPr>
            <p:nvPr/>
          </p:nvSpPr>
          <p:spPr>
            <a:xfrm>
              <a:off x="6109958" y="4278955"/>
              <a:ext cx="28398" cy="28398"/>
            </a:xfrm>
            <a:prstGeom prst="ellipse">
              <a:avLst/>
            </a:prstGeom>
            <a:solidFill>
              <a:srgbClr val="7F8C97">
                <a:alpha val="48000"/>
              </a:srgbClr>
            </a:solidFill>
            <a:ln w="0">
              <a:noFill/>
              <a:prstDash val="solid"/>
            </a:ln>
          </p:spPr>
        </p:sp>
        <p:sp>
          <p:nvSpPr>
            <p:cNvPr id="1970" name="03_assume_matched_1969">
              <a:extLst>
                <a:ext uri="{FF2B5EF4-FFF2-40B4-BE49-F238E27FC236}">
                  <a16:creationId xmlns:a16="http://schemas.microsoft.com/office/drawing/2014/main" id="{E1403A2F-A3F7-48DA-B33F-7F0623BCE457}"/>
                </a:ext>
              </a:extLst>
            </p:cNvPr>
            <p:cNvSpPr>
              <a:spLocks/>
            </p:cNvSpPr>
            <p:nvPr/>
          </p:nvSpPr>
          <p:spPr>
            <a:xfrm>
              <a:off x="6094703" y="3694086"/>
              <a:ext cx="28398" cy="28398"/>
            </a:xfrm>
            <a:prstGeom prst="ellipse">
              <a:avLst/>
            </a:prstGeom>
            <a:solidFill>
              <a:srgbClr val="7F8C97">
                <a:alpha val="48000"/>
              </a:srgbClr>
            </a:solidFill>
            <a:ln w="0">
              <a:noFill/>
              <a:prstDash val="solid"/>
            </a:ln>
          </p:spPr>
        </p:sp>
        <p:sp>
          <p:nvSpPr>
            <p:cNvPr id="1971" name="03_assume_matched_1970">
              <a:extLst>
                <a:ext uri="{FF2B5EF4-FFF2-40B4-BE49-F238E27FC236}">
                  <a16:creationId xmlns:a16="http://schemas.microsoft.com/office/drawing/2014/main" id="{0A8D32D1-BB25-444A-A998-725C1D124EDD}"/>
                </a:ext>
              </a:extLst>
            </p:cNvPr>
            <p:cNvSpPr>
              <a:spLocks/>
            </p:cNvSpPr>
            <p:nvPr/>
          </p:nvSpPr>
          <p:spPr>
            <a:xfrm>
              <a:off x="6080456" y="4278955"/>
              <a:ext cx="28398" cy="28398"/>
            </a:xfrm>
            <a:prstGeom prst="ellipse">
              <a:avLst/>
            </a:prstGeom>
            <a:solidFill>
              <a:srgbClr val="7F8C97">
                <a:alpha val="48000"/>
              </a:srgbClr>
            </a:solidFill>
            <a:ln w="0">
              <a:noFill/>
              <a:prstDash val="solid"/>
            </a:ln>
          </p:spPr>
        </p:sp>
        <p:sp>
          <p:nvSpPr>
            <p:cNvPr id="1972" name="03_assume_matched_1971">
              <a:extLst>
                <a:ext uri="{FF2B5EF4-FFF2-40B4-BE49-F238E27FC236}">
                  <a16:creationId xmlns:a16="http://schemas.microsoft.com/office/drawing/2014/main" id="{B20EF9B7-FA09-4B43-85CF-B5DDE9551EB8}"/>
                </a:ext>
              </a:extLst>
            </p:cNvPr>
            <p:cNvSpPr>
              <a:spLocks/>
            </p:cNvSpPr>
            <p:nvPr/>
          </p:nvSpPr>
          <p:spPr>
            <a:xfrm>
              <a:off x="6096862" y="4278955"/>
              <a:ext cx="28398" cy="28398"/>
            </a:xfrm>
            <a:prstGeom prst="ellipse">
              <a:avLst/>
            </a:prstGeom>
            <a:solidFill>
              <a:srgbClr val="7F8C97">
                <a:alpha val="48000"/>
              </a:srgbClr>
            </a:solidFill>
            <a:ln w="0">
              <a:noFill/>
              <a:prstDash val="solid"/>
            </a:ln>
          </p:spPr>
        </p:sp>
        <p:sp>
          <p:nvSpPr>
            <p:cNvPr id="1973" name="03_assume_matched_1972">
              <a:extLst>
                <a:ext uri="{FF2B5EF4-FFF2-40B4-BE49-F238E27FC236}">
                  <a16:creationId xmlns:a16="http://schemas.microsoft.com/office/drawing/2014/main" id="{D15FA966-77A6-44BC-995C-BC046CDC9196}"/>
                </a:ext>
              </a:extLst>
            </p:cNvPr>
            <p:cNvSpPr>
              <a:spLocks/>
            </p:cNvSpPr>
            <p:nvPr/>
          </p:nvSpPr>
          <p:spPr>
            <a:xfrm>
              <a:off x="6182056" y="4132738"/>
              <a:ext cx="28398" cy="28398"/>
            </a:xfrm>
            <a:prstGeom prst="ellipse">
              <a:avLst/>
            </a:prstGeom>
            <a:solidFill>
              <a:srgbClr val="7F8C97">
                <a:alpha val="48000"/>
              </a:srgbClr>
            </a:solidFill>
            <a:ln w="0">
              <a:noFill/>
              <a:prstDash val="solid"/>
            </a:ln>
          </p:spPr>
        </p:sp>
        <p:sp>
          <p:nvSpPr>
            <p:cNvPr id="1974" name="03_assume_matched_1973">
              <a:extLst>
                <a:ext uri="{FF2B5EF4-FFF2-40B4-BE49-F238E27FC236}">
                  <a16:creationId xmlns:a16="http://schemas.microsoft.com/office/drawing/2014/main" id="{77B5917E-ABAC-4F72-9792-2ABADC5A83E5}"/>
                </a:ext>
              </a:extLst>
            </p:cNvPr>
            <p:cNvSpPr>
              <a:spLocks/>
            </p:cNvSpPr>
            <p:nvPr/>
          </p:nvSpPr>
          <p:spPr>
            <a:xfrm>
              <a:off x="6137013" y="3694086"/>
              <a:ext cx="28398" cy="28398"/>
            </a:xfrm>
            <a:prstGeom prst="ellipse">
              <a:avLst/>
            </a:prstGeom>
            <a:solidFill>
              <a:srgbClr val="7F8C97">
                <a:alpha val="48000"/>
              </a:srgbClr>
            </a:solidFill>
            <a:ln w="0">
              <a:noFill/>
              <a:prstDash val="solid"/>
            </a:ln>
          </p:spPr>
        </p:sp>
        <p:sp>
          <p:nvSpPr>
            <p:cNvPr id="1975" name="03_assume_matched_1974">
              <a:extLst>
                <a:ext uri="{FF2B5EF4-FFF2-40B4-BE49-F238E27FC236}">
                  <a16:creationId xmlns:a16="http://schemas.microsoft.com/office/drawing/2014/main" id="{10FB7AFC-3AC7-4C50-B703-6DF8CEBB7417}"/>
                </a:ext>
              </a:extLst>
            </p:cNvPr>
            <p:cNvSpPr>
              <a:spLocks/>
            </p:cNvSpPr>
            <p:nvPr/>
          </p:nvSpPr>
          <p:spPr>
            <a:xfrm>
              <a:off x="6146799" y="4213970"/>
              <a:ext cx="28398" cy="28398"/>
            </a:xfrm>
            <a:prstGeom prst="ellipse">
              <a:avLst/>
            </a:prstGeom>
            <a:solidFill>
              <a:srgbClr val="7F8C97">
                <a:alpha val="48000"/>
              </a:srgbClr>
            </a:solidFill>
            <a:ln w="0">
              <a:noFill/>
              <a:prstDash val="solid"/>
            </a:ln>
          </p:spPr>
        </p:sp>
        <p:sp>
          <p:nvSpPr>
            <p:cNvPr id="1976" name="03_assume_matched_1975">
              <a:extLst>
                <a:ext uri="{FF2B5EF4-FFF2-40B4-BE49-F238E27FC236}">
                  <a16:creationId xmlns:a16="http://schemas.microsoft.com/office/drawing/2014/main" id="{C900829A-17F0-4845-9B6F-4FF51DFE8E16}"/>
                </a:ext>
              </a:extLst>
            </p:cNvPr>
            <p:cNvSpPr>
              <a:spLocks/>
            </p:cNvSpPr>
            <p:nvPr/>
          </p:nvSpPr>
          <p:spPr>
            <a:xfrm>
              <a:off x="6083622" y="4148984"/>
              <a:ext cx="28398" cy="28398"/>
            </a:xfrm>
            <a:prstGeom prst="ellipse">
              <a:avLst/>
            </a:prstGeom>
            <a:solidFill>
              <a:srgbClr val="7F8C97">
                <a:alpha val="48000"/>
              </a:srgbClr>
            </a:solidFill>
            <a:ln w="0">
              <a:noFill/>
              <a:prstDash val="solid"/>
            </a:ln>
          </p:spPr>
        </p:sp>
        <p:sp>
          <p:nvSpPr>
            <p:cNvPr id="1977" name="03_assume_matched_1976">
              <a:extLst>
                <a:ext uri="{FF2B5EF4-FFF2-40B4-BE49-F238E27FC236}">
                  <a16:creationId xmlns:a16="http://schemas.microsoft.com/office/drawing/2014/main" id="{AA2918F9-43F3-437D-B818-725247D5E64C}"/>
                </a:ext>
              </a:extLst>
            </p:cNvPr>
            <p:cNvSpPr>
              <a:spLocks/>
            </p:cNvSpPr>
            <p:nvPr/>
          </p:nvSpPr>
          <p:spPr>
            <a:xfrm>
              <a:off x="6173997" y="4083999"/>
              <a:ext cx="28398" cy="28398"/>
            </a:xfrm>
            <a:prstGeom prst="ellipse">
              <a:avLst/>
            </a:prstGeom>
            <a:solidFill>
              <a:srgbClr val="7F8C97">
                <a:alpha val="48000"/>
              </a:srgbClr>
            </a:solidFill>
            <a:ln w="0">
              <a:noFill/>
              <a:prstDash val="solid"/>
            </a:ln>
          </p:spPr>
        </p:sp>
        <p:sp>
          <p:nvSpPr>
            <p:cNvPr id="1978" name="03_assume_matched_1977">
              <a:extLst>
                <a:ext uri="{FF2B5EF4-FFF2-40B4-BE49-F238E27FC236}">
                  <a16:creationId xmlns:a16="http://schemas.microsoft.com/office/drawing/2014/main" id="{C390C431-7E6D-40B6-8DC8-5591E6EB0F67}"/>
                </a:ext>
              </a:extLst>
            </p:cNvPr>
            <p:cNvSpPr>
              <a:spLocks/>
            </p:cNvSpPr>
            <p:nvPr/>
          </p:nvSpPr>
          <p:spPr>
            <a:xfrm>
              <a:off x="6147086" y="3694086"/>
              <a:ext cx="28398" cy="28398"/>
            </a:xfrm>
            <a:prstGeom prst="ellipse">
              <a:avLst/>
            </a:prstGeom>
            <a:solidFill>
              <a:srgbClr val="7F8C97">
                <a:alpha val="48000"/>
              </a:srgbClr>
            </a:solidFill>
            <a:ln w="0">
              <a:noFill/>
              <a:prstDash val="solid"/>
            </a:ln>
          </p:spPr>
        </p:sp>
        <p:sp>
          <p:nvSpPr>
            <p:cNvPr id="1979" name="03_assume_matched_1978">
              <a:extLst>
                <a:ext uri="{FF2B5EF4-FFF2-40B4-BE49-F238E27FC236}">
                  <a16:creationId xmlns:a16="http://schemas.microsoft.com/office/drawing/2014/main" id="{4B175501-4476-44D8-91F3-E8BBB28D843F}"/>
                </a:ext>
              </a:extLst>
            </p:cNvPr>
            <p:cNvSpPr>
              <a:spLocks/>
            </p:cNvSpPr>
            <p:nvPr/>
          </p:nvSpPr>
          <p:spPr>
            <a:xfrm>
              <a:off x="6064914" y="4278955"/>
              <a:ext cx="28398" cy="28398"/>
            </a:xfrm>
            <a:prstGeom prst="ellipse">
              <a:avLst/>
            </a:prstGeom>
            <a:solidFill>
              <a:srgbClr val="7F8C97">
                <a:alpha val="48000"/>
              </a:srgbClr>
            </a:solidFill>
            <a:ln w="0">
              <a:noFill/>
              <a:prstDash val="solid"/>
            </a:ln>
          </p:spPr>
        </p:sp>
        <p:sp>
          <p:nvSpPr>
            <p:cNvPr id="1980" name="03_assume_matched_1979">
              <a:extLst>
                <a:ext uri="{FF2B5EF4-FFF2-40B4-BE49-F238E27FC236}">
                  <a16:creationId xmlns:a16="http://schemas.microsoft.com/office/drawing/2014/main" id="{E29EF564-2E6D-46A5-B8BB-F7637A877BC8}"/>
                </a:ext>
              </a:extLst>
            </p:cNvPr>
            <p:cNvSpPr>
              <a:spLocks/>
            </p:cNvSpPr>
            <p:nvPr/>
          </p:nvSpPr>
          <p:spPr>
            <a:xfrm>
              <a:off x="6072254" y="3694086"/>
              <a:ext cx="28398" cy="28398"/>
            </a:xfrm>
            <a:prstGeom prst="ellipse">
              <a:avLst/>
            </a:prstGeom>
            <a:solidFill>
              <a:srgbClr val="7F8C97">
                <a:alpha val="48000"/>
              </a:srgbClr>
            </a:solidFill>
            <a:ln w="0">
              <a:noFill/>
              <a:prstDash val="solid"/>
            </a:ln>
          </p:spPr>
        </p:sp>
        <p:sp>
          <p:nvSpPr>
            <p:cNvPr id="1981" name="03_assume_matched_1980">
              <a:extLst>
                <a:ext uri="{FF2B5EF4-FFF2-40B4-BE49-F238E27FC236}">
                  <a16:creationId xmlns:a16="http://schemas.microsoft.com/office/drawing/2014/main" id="{88FF414B-AF7E-4E1A-8B48-2A3D15541CF2}"/>
                </a:ext>
              </a:extLst>
            </p:cNvPr>
            <p:cNvSpPr>
              <a:spLocks/>
            </p:cNvSpPr>
            <p:nvPr/>
          </p:nvSpPr>
          <p:spPr>
            <a:xfrm>
              <a:off x="6083479" y="4083999"/>
              <a:ext cx="28398" cy="28398"/>
            </a:xfrm>
            <a:prstGeom prst="ellipse">
              <a:avLst/>
            </a:prstGeom>
            <a:solidFill>
              <a:srgbClr val="7F8C97">
                <a:alpha val="48000"/>
              </a:srgbClr>
            </a:solidFill>
            <a:ln w="0">
              <a:noFill/>
              <a:prstDash val="solid"/>
            </a:ln>
          </p:spPr>
        </p:sp>
        <p:sp>
          <p:nvSpPr>
            <p:cNvPr id="1982" name="03_assume_matched_1981">
              <a:extLst>
                <a:ext uri="{FF2B5EF4-FFF2-40B4-BE49-F238E27FC236}">
                  <a16:creationId xmlns:a16="http://schemas.microsoft.com/office/drawing/2014/main" id="{23848ADA-806B-4CD1-8706-BDFAA2BE6819}"/>
                </a:ext>
              </a:extLst>
            </p:cNvPr>
            <p:cNvSpPr>
              <a:spLocks/>
            </p:cNvSpPr>
            <p:nvPr/>
          </p:nvSpPr>
          <p:spPr>
            <a:xfrm>
              <a:off x="6172846" y="3986521"/>
              <a:ext cx="28398" cy="28398"/>
            </a:xfrm>
            <a:prstGeom prst="ellipse">
              <a:avLst/>
            </a:prstGeom>
            <a:solidFill>
              <a:srgbClr val="7F8C97">
                <a:alpha val="48000"/>
              </a:srgbClr>
            </a:solidFill>
            <a:ln w="0">
              <a:noFill/>
              <a:prstDash val="solid"/>
            </a:ln>
          </p:spPr>
        </p:sp>
        <p:sp>
          <p:nvSpPr>
            <p:cNvPr id="1983" name="03_assume_matched_1982">
              <a:extLst>
                <a:ext uri="{FF2B5EF4-FFF2-40B4-BE49-F238E27FC236}">
                  <a16:creationId xmlns:a16="http://schemas.microsoft.com/office/drawing/2014/main" id="{C103A7CB-D55B-4979-909D-0E4883B00DAF}"/>
                </a:ext>
              </a:extLst>
            </p:cNvPr>
            <p:cNvSpPr>
              <a:spLocks/>
            </p:cNvSpPr>
            <p:nvPr/>
          </p:nvSpPr>
          <p:spPr>
            <a:xfrm>
              <a:off x="6085781" y="3694086"/>
              <a:ext cx="28398" cy="28398"/>
            </a:xfrm>
            <a:prstGeom prst="ellipse">
              <a:avLst/>
            </a:prstGeom>
            <a:solidFill>
              <a:srgbClr val="7F8C97">
                <a:alpha val="48000"/>
              </a:srgbClr>
            </a:solidFill>
            <a:ln w="0">
              <a:noFill/>
              <a:prstDash val="solid"/>
            </a:ln>
          </p:spPr>
        </p:sp>
        <p:sp>
          <p:nvSpPr>
            <p:cNvPr id="1984" name="03_assume_matched_1983">
              <a:extLst>
                <a:ext uri="{FF2B5EF4-FFF2-40B4-BE49-F238E27FC236}">
                  <a16:creationId xmlns:a16="http://schemas.microsoft.com/office/drawing/2014/main" id="{94745318-4025-4E58-8466-C139A5CC4626}"/>
                </a:ext>
              </a:extLst>
            </p:cNvPr>
            <p:cNvSpPr>
              <a:spLocks/>
            </p:cNvSpPr>
            <p:nvPr/>
          </p:nvSpPr>
          <p:spPr>
            <a:xfrm>
              <a:off x="6164787" y="4083999"/>
              <a:ext cx="28398" cy="28398"/>
            </a:xfrm>
            <a:prstGeom prst="ellipse">
              <a:avLst/>
            </a:prstGeom>
            <a:solidFill>
              <a:srgbClr val="7F8C97">
                <a:alpha val="48000"/>
              </a:srgbClr>
            </a:solidFill>
            <a:ln w="0">
              <a:noFill/>
              <a:prstDash val="solid"/>
            </a:ln>
          </p:spPr>
        </p:sp>
        <p:sp>
          <p:nvSpPr>
            <p:cNvPr id="1985" name="03_assume_matched_1984">
              <a:extLst>
                <a:ext uri="{FF2B5EF4-FFF2-40B4-BE49-F238E27FC236}">
                  <a16:creationId xmlns:a16="http://schemas.microsoft.com/office/drawing/2014/main" id="{DBF6337F-E60C-4880-94FC-0E4A0CFF4D8B}"/>
                </a:ext>
              </a:extLst>
            </p:cNvPr>
            <p:cNvSpPr>
              <a:spLocks/>
            </p:cNvSpPr>
            <p:nvPr/>
          </p:nvSpPr>
          <p:spPr>
            <a:xfrm>
              <a:off x="6165938" y="3694086"/>
              <a:ext cx="28398" cy="28398"/>
            </a:xfrm>
            <a:prstGeom prst="ellipse">
              <a:avLst/>
            </a:prstGeom>
            <a:solidFill>
              <a:srgbClr val="7F8C97">
                <a:alpha val="48000"/>
              </a:srgbClr>
            </a:solidFill>
            <a:ln w="0">
              <a:noFill/>
              <a:prstDash val="solid"/>
            </a:ln>
          </p:spPr>
        </p:sp>
        <p:sp>
          <p:nvSpPr>
            <p:cNvPr id="1986" name="03_assume_matched_1985">
              <a:extLst>
                <a:ext uri="{FF2B5EF4-FFF2-40B4-BE49-F238E27FC236}">
                  <a16:creationId xmlns:a16="http://schemas.microsoft.com/office/drawing/2014/main" id="{37D401F5-15ED-43FE-84AD-FBEF6D0AA4FA}"/>
                </a:ext>
              </a:extLst>
            </p:cNvPr>
            <p:cNvSpPr>
              <a:spLocks/>
            </p:cNvSpPr>
            <p:nvPr/>
          </p:nvSpPr>
          <p:spPr>
            <a:xfrm>
              <a:off x="6169680" y="4278955"/>
              <a:ext cx="28398" cy="28398"/>
            </a:xfrm>
            <a:prstGeom prst="ellipse">
              <a:avLst/>
            </a:prstGeom>
            <a:solidFill>
              <a:srgbClr val="7F8C97">
                <a:alpha val="48000"/>
              </a:srgbClr>
            </a:solidFill>
            <a:ln w="0">
              <a:noFill/>
              <a:prstDash val="solid"/>
            </a:ln>
          </p:spPr>
        </p:sp>
        <p:sp>
          <p:nvSpPr>
            <p:cNvPr id="1987" name="03_assume_matched_1986">
              <a:extLst>
                <a:ext uri="{FF2B5EF4-FFF2-40B4-BE49-F238E27FC236}">
                  <a16:creationId xmlns:a16="http://schemas.microsoft.com/office/drawing/2014/main" id="{5484DDC1-4A1F-49CB-B0C1-221B6D5100AB}"/>
                </a:ext>
              </a:extLst>
            </p:cNvPr>
            <p:cNvSpPr>
              <a:spLocks/>
            </p:cNvSpPr>
            <p:nvPr/>
          </p:nvSpPr>
          <p:spPr>
            <a:xfrm>
              <a:off x="6086932" y="4083999"/>
              <a:ext cx="28398" cy="28398"/>
            </a:xfrm>
            <a:prstGeom prst="ellipse">
              <a:avLst/>
            </a:prstGeom>
            <a:solidFill>
              <a:srgbClr val="7F8C97">
                <a:alpha val="48000"/>
              </a:srgbClr>
            </a:solidFill>
            <a:ln w="0">
              <a:noFill/>
              <a:prstDash val="solid"/>
            </a:ln>
          </p:spPr>
        </p:sp>
        <p:sp>
          <p:nvSpPr>
            <p:cNvPr id="1988" name="03_assume_matched_1987">
              <a:extLst>
                <a:ext uri="{FF2B5EF4-FFF2-40B4-BE49-F238E27FC236}">
                  <a16:creationId xmlns:a16="http://schemas.microsoft.com/office/drawing/2014/main" id="{7618230B-E30E-47E5-BFA8-A7B96FC51B2F}"/>
                </a:ext>
              </a:extLst>
            </p:cNvPr>
            <p:cNvSpPr>
              <a:spLocks/>
            </p:cNvSpPr>
            <p:nvPr/>
          </p:nvSpPr>
          <p:spPr>
            <a:xfrm>
              <a:off x="6065202" y="4132738"/>
              <a:ext cx="28398" cy="28398"/>
            </a:xfrm>
            <a:prstGeom prst="ellipse">
              <a:avLst/>
            </a:prstGeom>
            <a:solidFill>
              <a:srgbClr val="7F8C97">
                <a:alpha val="48000"/>
              </a:srgbClr>
            </a:solidFill>
            <a:ln w="0">
              <a:noFill/>
              <a:prstDash val="solid"/>
            </a:ln>
          </p:spPr>
        </p:sp>
        <p:sp>
          <p:nvSpPr>
            <p:cNvPr id="1989" name="03_assume_matched_1988">
              <a:extLst>
                <a:ext uri="{FF2B5EF4-FFF2-40B4-BE49-F238E27FC236}">
                  <a16:creationId xmlns:a16="http://schemas.microsoft.com/office/drawing/2014/main" id="{8508C706-ACA1-419C-8660-CC05964A5BE7}"/>
                </a:ext>
              </a:extLst>
            </p:cNvPr>
            <p:cNvSpPr>
              <a:spLocks/>
            </p:cNvSpPr>
            <p:nvPr/>
          </p:nvSpPr>
          <p:spPr>
            <a:xfrm>
              <a:off x="6148957" y="4278955"/>
              <a:ext cx="28398" cy="28398"/>
            </a:xfrm>
            <a:prstGeom prst="ellipse">
              <a:avLst/>
            </a:prstGeom>
            <a:solidFill>
              <a:srgbClr val="7F8C97">
                <a:alpha val="48000"/>
              </a:srgbClr>
            </a:solidFill>
            <a:ln w="0">
              <a:noFill/>
              <a:prstDash val="solid"/>
            </a:ln>
          </p:spPr>
        </p:sp>
        <p:sp>
          <p:nvSpPr>
            <p:cNvPr id="1990" name="03_assume_matched_1989">
              <a:extLst>
                <a:ext uri="{FF2B5EF4-FFF2-40B4-BE49-F238E27FC236}">
                  <a16:creationId xmlns:a16="http://schemas.microsoft.com/office/drawing/2014/main" id="{DF23B159-B5CE-4C1F-A506-FAC95C577446}"/>
                </a:ext>
              </a:extLst>
            </p:cNvPr>
            <p:cNvSpPr>
              <a:spLocks/>
            </p:cNvSpPr>
            <p:nvPr/>
          </p:nvSpPr>
          <p:spPr>
            <a:xfrm>
              <a:off x="6058438" y="3694086"/>
              <a:ext cx="28398" cy="28398"/>
            </a:xfrm>
            <a:prstGeom prst="ellipse">
              <a:avLst/>
            </a:prstGeom>
            <a:solidFill>
              <a:srgbClr val="7F8C97">
                <a:alpha val="48000"/>
              </a:srgbClr>
            </a:solidFill>
            <a:ln w="0">
              <a:noFill/>
              <a:prstDash val="solid"/>
            </a:ln>
          </p:spPr>
        </p:sp>
        <p:sp>
          <p:nvSpPr>
            <p:cNvPr id="1991" name="03_assume_matched_1990">
              <a:extLst>
                <a:ext uri="{FF2B5EF4-FFF2-40B4-BE49-F238E27FC236}">
                  <a16:creationId xmlns:a16="http://schemas.microsoft.com/office/drawing/2014/main" id="{2C4A515E-EB13-40EC-87CF-DF1E372EF39B}"/>
                </a:ext>
              </a:extLst>
            </p:cNvPr>
            <p:cNvSpPr>
              <a:spLocks/>
            </p:cNvSpPr>
            <p:nvPr/>
          </p:nvSpPr>
          <p:spPr>
            <a:xfrm>
              <a:off x="6152555" y="3694086"/>
              <a:ext cx="28398" cy="28398"/>
            </a:xfrm>
            <a:prstGeom prst="ellipse">
              <a:avLst/>
            </a:prstGeom>
            <a:solidFill>
              <a:srgbClr val="7F8C97">
                <a:alpha val="48000"/>
              </a:srgbClr>
            </a:solidFill>
            <a:ln w="0">
              <a:noFill/>
              <a:prstDash val="solid"/>
            </a:ln>
          </p:spPr>
        </p:sp>
        <p:sp>
          <p:nvSpPr>
            <p:cNvPr id="1992" name="03_assume_matched_1991">
              <a:extLst>
                <a:ext uri="{FF2B5EF4-FFF2-40B4-BE49-F238E27FC236}">
                  <a16:creationId xmlns:a16="http://schemas.microsoft.com/office/drawing/2014/main" id="{DD9526AE-2FB8-4357-9B83-B82576543785}"/>
                </a:ext>
              </a:extLst>
            </p:cNvPr>
            <p:cNvSpPr>
              <a:spLocks/>
            </p:cNvSpPr>
            <p:nvPr/>
          </p:nvSpPr>
          <p:spPr>
            <a:xfrm>
              <a:off x="6059734" y="4278955"/>
              <a:ext cx="28398" cy="28398"/>
            </a:xfrm>
            <a:prstGeom prst="ellipse">
              <a:avLst/>
            </a:prstGeom>
            <a:solidFill>
              <a:srgbClr val="7F8C97">
                <a:alpha val="48000"/>
              </a:srgbClr>
            </a:solidFill>
            <a:ln w="0">
              <a:noFill/>
              <a:prstDash val="solid"/>
            </a:ln>
          </p:spPr>
        </p:sp>
        <p:sp>
          <p:nvSpPr>
            <p:cNvPr id="1993" name="03_assume_matched_1992">
              <a:extLst>
                <a:ext uri="{FF2B5EF4-FFF2-40B4-BE49-F238E27FC236}">
                  <a16:creationId xmlns:a16="http://schemas.microsoft.com/office/drawing/2014/main" id="{75334415-1644-4EF2-B182-5F58C848EC7D}"/>
                </a:ext>
              </a:extLst>
            </p:cNvPr>
            <p:cNvSpPr>
              <a:spLocks/>
            </p:cNvSpPr>
            <p:nvPr/>
          </p:nvSpPr>
          <p:spPr>
            <a:xfrm>
              <a:off x="6180185" y="3694086"/>
              <a:ext cx="28398" cy="28398"/>
            </a:xfrm>
            <a:prstGeom prst="ellipse">
              <a:avLst/>
            </a:prstGeom>
            <a:solidFill>
              <a:srgbClr val="7F8C97">
                <a:alpha val="48000"/>
              </a:srgbClr>
            </a:solidFill>
            <a:ln w="0">
              <a:noFill/>
              <a:prstDash val="solid"/>
            </a:ln>
          </p:spPr>
        </p:sp>
        <p:sp>
          <p:nvSpPr>
            <p:cNvPr id="1994" name="03_assume_matched_1993">
              <a:extLst>
                <a:ext uri="{FF2B5EF4-FFF2-40B4-BE49-F238E27FC236}">
                  <a16:creationId xmlns:a16="http://schemas.microsoft.com/office/drawing/2014/main" id="{55FA149B-CF10-4538-A6BE-C3446EA5B7DF}"/>
                </a:ext>
              </a:extLst>
            </p:cNvPr>
            <p:cNvSpPr>
              <a:spLocks/>
            </p:cNvSpPr>
            <p:nvPr/>
          </p:nvSpPr>
          <p:spPr>
            <a:xfrm>
              <a:off x="6158167" y="3694086"/>
              <a:ext cx="28398" cy="28398"/>
            </a:xfrm>
            <a:prstGeom prst="ellipse">
              <a:avLst/>
            </a:prstGeom>
            <a:solidFill>
              <a:srgbClr val="7F8C97">
                <a:alpha val="48000"/>
              </a:srgbClr>
            </a:solidFill>
            <a:ln w="0">
              <a:noFill/>
              <a:prstDash val="solid"/>
            </a:ln>
          </p:spPr>
        </p:sp>
        <p:sp>
          <p:nvSpPr>
            <p:cNvPr id="1995" name="03_assume_matched_1994">
              <a:extLst>
                <a:ext uri="{FF2B5EF4-FFF2-40B4-BE49-F238E27FC236}">
                  <a16:creationId xmlns:a16="http://schemas.microsoft.com/office/drawing/2014/main" id="{9F1BEBBC-FF04-4585-BD8C-16FC4D4F74E7}"/>
                </a:ext>
              </a:extLst>
            </p:cNvPr>
            <p:cNvSpPr>
              <a:spLocks/>
            </p:cNvSpPr>
            <p:nvPr/>
          </p:nvSpPr>
          <p:spPr>
            <a:xfrm>
              <a:off x="6106072" y="3694086"/>
              <a:ext cx="28398" cy="28398"/>
            </a:xfrm>
            <a:prstGeom prst="ellipse">
              <a:avLst/>
            </a:prstGeom>
            <a:solidFill>
              <a:srgbClr val="7F8C97">
                <a:alpha val="48000"/>
              </a:srgbClr>
            </a:solidFill>
            <a:ln w="0">
              <a:noFill/>
              <a:prstDash val="solid"/>
            </a:ln>
          </p:spPr>
        </p:sp>
        <p:sp>
          <p:nvSpPr>
            <p:cNvPr id="1996" name="03_assume_matched_1995">
              <a:extLst>
                <a:ext uri="{FF2B5EF4-FFF2-40B4-BE49-F238E27FC236}">
                  <a16:creationId xmlns:a16="http://schemas.microsoft.com/office/drawing/2014/main" id="{22CD8305-11FF-454D-BE93-2492E5362AFE}"/>
                </a:ext>
              </a:extLst>
            </p:cNvPr>
            <p:cNvSpPr>
              <a:spLocks/>
            </p:cNvSpPr>
            <p:nvPr/>
          </p:nvSpPr>
          <p:spPr>
            <a:xfrm>
              <a:off x="6081752" y="4278955"/>
              <a:ext cx="28398" cy="28398"/>
            </a:xfrm>
            <a:prstGeom prst="ellipse">
              <a:avLst/>
            </a:prstGeom>
            <a:solidFill>
              <a:srgbClr val="7F8C97">
                <a:alpha val="48000"/>
              </a:srgbClr>
            </a:solidFill>
            <a:ln w="0">
              <a:noFill/>
              <a:prstDash val="solid"/>
            </a:ln>
          </p:spPr>
        </p:sp>
        <p:sp>
          <p:nvSpPr>
            <p:cNvPr id="1997" name="03_assume_matched_1996">
              <a:extLst>
                <a:ext uri="{FF2B5EF4-FFF2-40B4-BE49-F238E27FC236}">
                  <a16:creationId xmlns:a16="http://schemas.microsoft.com/office/drawing/2014/main" id="{E225410F-2388-4BF7-BA37-8651BEA2B62A}"/>
                </a:ext>
              </a:extLst>
            </p:cNvPr>
            <p:cNvSpPr>
              <a:spLocks/>
            </p:cNvSpPr>
            <p:nvPr/>
          </p:nvSpPr>
          <p:spPr>
            <a:xfrm>
              <a:off x="6184215" y="4278955"/>
              <a:ext cx="28398" cy="28398"/>
            </a:xfrm>
            <a:prstGeom prst="ellipse">
              <a:avLst/>
            </a:prstGeom>
            <a:solidFill>
              <a:srgbClr val="7F8C97">
                <a:alpha val="48000"/>
              </a:srgbClr>
            </a:solidFill>
            <a:ln w="0">
              <a:noFill/>
              <a:prstDash val="solid"/>
            </a:ln>
          </p:spPr>
        </p:sp>
        <p:sp>
          <p:nvSpPr>
            <p:cNvPr id="1998" name="03_assume_matched_1997">
              <a:extLst>
                <a:ext uri="{FF2B5EF4-FFF2-40B4-BE49-F238E27FC236}">
                  <a16:creationId xmlns:a16="http://schemas.microsoft.com/office/drawing/2014/main" id="{E9F3524F-0228-4946-B7AB-2E83D5240577}"/>
                </a:ext>
              </a:extLst>
            </p:cNvPr>
            <p:cNvSpPr>
              <a:spLocks/>
            </p:cNvSpPr>
            <p:nvPr/>
          </p:nvSpPr>
          <p:spPr>
            <a:xfrm>
              <a:off x="6131976" y="4278955"/>
              <a:ext cx="28398" cy="28398"/>
            </a:xfrm>
            <a:prstGeom prst="ellipse">
              <a:avLst/>
            </a:prstGeom>
            <a:solidFill>
              <a:srgbClr val="7F8C97">
                <a:alpha val="48000"/>
              </a:srgbClr>
            </a:solidFill>
            <a:ln w="0">
              <a:noFill/>
              <a:prstDash val="solid"/>
            </a:ln>
          </p:spPr>
        </p:sp>
        <p:sp>
          <p:nvSpPr>
            <p:cNvPr id="1999" name="03_assume_matched_1998">
              <a:extLst>
                <a:ext uri="{FF2B5EF4-FFF2-40B4-BE49-F238E27FC236}">
                  <a16:creationId xmlns:a16="http://schemas.microsoft.com/office/drawing/2014/main" id="{E6EE4443-FA33-4631-9B25-0CBB671F0752}"/>
                </a:ext>
              </a:extLst>
            </p:cNvPr>
            <p:cNvSpPr>
              <a:spLocks/>
            </p:cNvSpPr>
            <p:nvPr/>
          </p:nvSpPr>
          <p:spPr>
            <a:xfrm>
              <a:off x="6164787" y="4278955"/>
              <a:ext cx="28398" cy="28398"/>
            </a:xfrm>
            <a:prstGeom prst="ellipse">
              <a:avLst/>
            </a:prstGeom>
            <a:solidFill>
              <a:srgbClr val="7F8C97">
                <a:alpha val="48000"/>
              </a:srgbClr>
            </a:solidFill>
            <a:ln w="0">
              <a:noFill/>
              <a:prstDash val="solid"/>
            </a:ln>
          </p:spPr>
        </p:sp>
        <p:sp>
          <p:nvSpPr>
            <p:cNvPr id="2000" name="03_assume_matched_1999">
              <a:extLst>
                <a:ext uri="{FF2B5EF4-FFF2-40B4-BE49-F238E27FC236}">
                  <a16:creationId xmlns:a16="http://schemas.microsoft.com/office/drawing/2014/main" id="{EA90E645-421C-4061-BEDA-F9DDEBCD586E}"/>
                </a:ext>
              </a:extLst>
            </p:cNvPr>
            <p:cNvSpPr>
              <a:spLocks/>
            </p:cNvSpPr>
            <p:nvPr/>
          </p:nvSpPr>
          <p:spPr>
            <a:xfrm>
              <a:off x="6063907" y="4161981"/>
              <a:ext cx="28398" cy="28398"/>
            </a:xfrm>
            <a:prstGeom prst="ellipse">
              <a:avLst/>
            </a:prstGeom>
            <a:solidFill>
              <a:srgbClr val="7F8C97">
                <a:alpha val="48000"/>
              </a:srgbClr>
            </a:solidFill>
            <a:ln w="0">
              <a:noFill/>
              <a:prstDash val="solid"/>
            </a:ln>
          </p:spPr>
        </p:sp>
        <p:sp>
          <p:nvSpPr>
            <p:cNvPr id="2001" name="03_assume_matched_2000">
              <a:extLst>
                <a:ext uri="{FF2B5EF4-FFF2-40B4-BE49-F238E27FC236}">
                  <a16:creationId xmlns:a16="http://schemas.microsoft.com/office/drawing/2014/main" id="{164A4090-BE88-45E3-9922-994901913B19}"/>
                </a:ext>
              </a:extLst>
            </p:cNvPr>
            <p:cNvSpPr>
              <a:spLocks/>
            </p:cNvSpPr>
            <p:nvPr/>
          </p:nvSpPr>
          <p:spPr>
            <a:xfrm>
              <a:off x="6155865" y="3986521"/>
              <a:ext cx="28398" cy="28398"/>
            </a:xfrm>
            <a:prstGeom prst="ellipse">
              <a:avLst/>
            </a:prstGeom>
            <a:solidFill>
              <a:srgbClr val="7F8C97">
                <a:alpha val="48000"/>
              </a:srgbClr>
            </a:solidFill>
            <a:ln w="0">
              <a:noFill/>
              <a:prstDash val="solid"/>
            </a:ln>
          </p:spPr>
        </p:sp>
        <p:sp>
          <p:nvSpPr>
            <p:cNvPr id="2002" name="03_assume_matched_2001">
              <a:extLst>
                <a:ext uri="{FF2B5EF4-FFF2-40B4-BE49-F238E27FC236}">
                  <a16:creationId xmlns:a16="http://schemas.microsoft.com/office/drawing/2014/main" id="{E036D074-8A1D-41D4-8104-A1C99BFB645F}"/>
                </a:ext>
              </a:extLst>
            </p:cNvPr>
            <p:cNvSpPr>
              <a:spLocks/>
            </p:cNvSpPr>
            <p:nvPr/>
          </p:nvSpPr>
          <p:spPr>
            <a:xfrm>
              <a:off x="6134998" y="3986521"/>
              <a:ext cx="28398" cy="28398"/>
            </a:xfrm>
            <a:prstGeom prst="ellipse">
              <a:avLst/>
            </a:prstGeom>
            <a:solidFill>
              <a:srgbClr val="7F8C97">
                <a:alpha val="48000"/>
              </a:srgbClr>
            </a:solidFill>
            <a:ln w="0">
              <a:noFill/>
              <a:prstDash val="solid"/>
            </a:ln>
          </p:spPr>
        </p:sp>
        <p:sp>
          <p:nvSpPr>
            <p:cNvPr id="2003" name="03_assume_matched_2002">
              <a:extLst>
                <a:ext uri="{FF2B5EF4-FFF2-40B4-BE49-F238E27FC236}">
                  <a16:creationId xmlns:a16="http://schemas.microsoft.com/office/drawing/2014/main" id="{C25837BD-3523-474B-9FEA-6601681AE2FB}"/>
                </a:ext>
              </a:extLst>
            </p:cNvPr>
            <p:cNvSpPr>
              <a:spLocks/>
            </p:cNvSpPr>
            <p:nvPr/>
          </p:nvSpPr>
          <p:spPr>
            <a:xfrm>
              <a:off x="6043616" y="3694086"/>
              <a:ext cx="28398" cy="28398"/>
            </a:xfrm>
            <a:prstGeom prst="ellipse">
              <a:avLst/>
            </a:prstGeom>
            <a:solidFill>
              <a:srgbClr val="7F8C97">
                <a:alpha val="48000"/>
              </a:srgbClr>
            </a:solidFill>
            <a:ln w="0">
              <a:noFill/>
              <a:prstDash val="solid"/>
            </a:ln>
          </p:spPr>
        </p:sp>
        <p:sp>
          <p:nvSpPr>
            <p:cNvPr id="2004" name="03_assume_matched_2003">
              <a:extLst>
                <a:ext uri="{FF2B5EF4-FFF2-40B4-BE49-F238E27FC236}">
                  <a16:creationId xmlns:a16="http://schemas.microsoft.com/office/drawing/2014/main" id="{5CF3A667-381F-4555-BA30-5D1FB0496ED7}"/>
                </a:ext>
              </a:extLst>
            </p:cNvPr>
            <p:cNvSpPr>
              <a:spLocks/>
            </p:cNvSpPr>
            <p:nvPr/>
          </p:nvSpPr>
          <p:spPr>
            <a:xfrm>
              <a:off x="6102906" y="4278955"/>
              <a:ext cx="28398" cy="28398"/>
            </a:xfrm>
            <a:prstGeom prst="ellipse">
              <a:avLst/>
            </a:prstGeom>
            <a:solidFill>
              <a:srgbClr val="7F8C97">
                <a:alpha val="48000"/>
              </a:srgbClr>
            </a:solidFill>
            <a:ln w="0">
              <a:noFill/>
              <a:prstDash val="solid"/>
            </a:ln>
          </p:spPr>
        </p:sp>
        <p:sp>
          <p:nvSpPr>
            <p:cNvPr id="2005" name="03_assume_matched_2004">
              <a:extLst>
                <a:ext uri="{FF2B5EF4-FFF2-40B4-BE49-F238E27FC236}">
                  <a16:creationId xmlns:a16="http://schemas.microsoft.com/office/drawing/2014/main" id="{549B11AB-A923-4947-B1FC-5C911C6A851A}"/>
                </a:ext>
              </a:extLst>
            </p:cNvPr>
            <p:cNvSpPr>
              <a:spLocks/>
            </p:cNvSpPr>
            <p:nvPr/>
          </p:nvSpPr>
          <p:spPr>
            <a:xfrm>
              <a:off x="6085062" y="4278955"/>
              <a:ext cx="28398" cy="28398"/>
            </a:xfrm>
            <a:prstGeom prst="ellipse">
              <a:avLst/>
            </a:prstGeom>
            <a:solidFill>
              <a:srgbClr val="7F8C97">
                <a:alpha val="48000"/>
              </a:srgbClr>
            </a:solidFill>
            <a:ln w="0">
              <a:noFill/>
              <a:prstDash val="solid"/>
            </a:ln>
          </p:spPr>
        </p:sp>
        <p:sp>
          <p:nvSpPr>
            <p:cNvPr id="2006" name="03_assume_matched_2005">
              <a:extLst>
                <a:ext uri="{FF2B5EF4-FFF2-40B4-BE49-F238E27FC236}">
                  <a16:creationId xmlns:a16="http://schemas.microsoft.com/office/drawing/2014/main" id="{2B759AAE-F2A4-47B9-B949-9D5C662F0E1B}"/>
                </a:ext>
              </a:extLst>
            </p:cNvPr>
            <p:cNvSpPr>
              <a:spLocks/>
            </p:cNvSpPr>
            <p:nvPr/>
          </p:nvSpPr>
          <p:spPr>
            <a:xfrm>
              <a:off x="6117297" y="3694086"/>
              <a:ext cx="28398" cy="28398"/>
            </a:xfrm>
            <a:prstGeom prst="ellipse">
              <a:avLst/>
            </a:prstGeom>
            <a:solidFill>
              <a:srgbClr val="7F8C97">
                <a:alpha val="48000"/>
              </a:srgbClr>
            </a:solidFill>
            <a:ln w="0">
              <a:noFill/>
              <a:prstDash val="solid"/>
            </a:ln>
          </p:spPr>
        </p:sp>
        <p:sp>
          <p:nvSpPr>
            <p:cNvPr id="2007" name="03_assume_matched_2006">
              <a:extLst>
                <a:ext uri="{FF2B5EF4-FFF2-40B4-BE49-F238E27FC236}">
                  <a16:creationId xmlns:a16="http://schemas.microsoft.com/office/drawing/2014/main" id="{0B4D0939-DE79-419D-B487-7592B93B42B1}"/>
                </a:ext>
              </a:extLst>
            </p:cNvPr>
            <p:cNvSpPr>
              <a:spLocks/>
            </p:cNvSpPr>
            <p:nvPr/>
          </p:nvSpPr>
          <p:spPr>
            <a:xfrm>
              <a:off x="6099165" y="4230216"/>
              <a:ext cx="28398" cy="28398"/>
            </a:xfrm>
            <a:prstGeom prst="ellipse">
              <a:avLst/>
            </a:prstGeom>
            <a:solidFill>
              <a:srgbClr val="7F8C97">
                <a:alpha val="48000"/>
              </a:srgbClr>
            </a:solidFill>
            <a:ln w="0">
              <a:noFill/>
              <a:prstDash val="solid"/>
            </a:ln>
          </p:spPr>
        </p:sp>
        <p:sp>
          <p:nvSpPr>
            <p:cNvPr id="2008" name="03_assume_matched_2007">
              <a:extLst>
                <a:ext uri="{FF2B5EF4-FFF2-40B4-BE49-F238E27FC236}">
                  <a16:creationId xmlns:a16="http://schemas.microsoft.com/office/drawing/2014/main" id="{BD94026B-72AF-4CEF-8C25-7B03519990FD}"/>
                </a:ext>
              </a:extLst>
            </p:cNvPr>
            <p:cNvSpPr>
              <a:spLocks/>
            </p:cNvSpPr>
            <p:nvPr/>
          </p:nvSpPr>
          <p:spPr>
            <a:xfrm>
              <a:off x="6161333" y="4132738"/>
              <a:ext cx="28398" cy="28398"/>
            </a:xfrm>
            <a:prstGeom prst="ellipse">
              <a:avLst/>
            </a:prstGeom>
            <a:solidFill>
              <a:srgbClr val="7F8C97">
                <a:alpha val="48000"/>
              </a:srgbClr>
            </a:solidFill>
            <a:ln w="0">
              <a:noFill/>
              <a:prstDash val="solid"/>
            </a:ln>
          </p:spPr>
        </p:sp>
        <p:sp>
          <p:nvSpPr>
            <p:cNvPr id="2009" name="03_assume_matched_2008">
              <a:extLst>
                <a:ext uri="{FF2B5EF4-FFF2-40B4-BE49-F238E27FC236}">
                  <a16:creationId xmlns:a16="http://schemas.microsoft.com/office/drawing/2014/main" id="{C2619250-BB8F-411F-81BF-5ED12DF145FB}"/>
                </a:ext>
              </a:extLst>
            </p:cNvPr>
            <p:cNvSpPr>
              <a:spLocks/>
            </p:cNvSpPr>
            <p:nvPr/>
          </p:nvSpPr>
          <p:spPr>
            <a:xfrm>
              <a:off x="6059446" y="3694086"/>
              <a:ext cx="28398" cy="28398"/>
            </a:xfrm>
            <a:prstGeom prst="ellipse">
              <a:avLst/>
            </a:prstGeom>
            <a:solidFill>
              <a:srgbClr val="7F8C97">
                <a:alpha val="48000"/>
              </a:srgbClr>
            </a:solidFill>
            <a:ln w="0">
              <a:noFill/>
              <a:prstDash val="solid"/>
            </a:ln>
          </p:spPr>
        </p:sp>
        <p:sp>
          <p:nvSpPr>
            <p:cNvPr id="2010" name="03_assume_matched_2009">
              <a:extLst>
                <a:ext uri="{FF2B5EF4-FFF2-40B4-BE49-F238E27FC236}">
                  <a16:creationId xmlns:a16="http://schemas.microsoft.com/office/drawing/2014/main" id="{30520129-C50C-480A-894A-12334E94097A}"/>
                </a:ext>
              </a:extLst>
            </p:cNvPr>
            <p:cNvSpPr>
              <a:spLocks/>
            </p:cNvSpPr>
            <p:nvPr/>
          </p:nvSpPr>
          <p:spPr>
            <a:xfrm>
              <a:off x="6066066" y="4278955"/>
              <a:ext cx="28398" cy="28398"/>
            </a:xfrm>
            <a:prstGeom prst="ellipse">
              <a:avLst/>
            </a:prstGeom>
            <a:solidFill>
              <a:srgbClr val="7F8C97">
                <a:alpha val="48000"/>
              </a:srgbClr>
            </a:solidFill>
            <a:ln w="0">
              <a:noFill/>
              <a:prstDash val="solid"/>
            </a:ln>
          </p:spPr>
        </p:sp>
        <p:sp>
          <p:nvSpPr>
            <p:cNvPr id="2011" name="03_assume_matched_2010">
              <a:extLst>
                <a:ext uri="{FF2B5EF4-FFF2-40B4-BE49-F238E27FC236}">
                  <a16:creationId xmlns:a16="http://schemas.microsoft.com/office/drawing/2014/main" id="{8288230A-1570-492B-AA42-5414055B1ECE}"/>
                </a:ext>
              </a:extLst>
            </p:cNvPr>
            <p:cNvSpPr>
              <a:spLocks/>
            </p:cNvSpPr>
            <p:nvPr/>
          </p:nvSpPr>
          <p:spPr>
            <a:xfrm>
              <a:off x="6125932" y="3694086"/>
              <a:ext cx="28398" cy="28398"/>
            </a:xfrm>
            <a:prstGeom prst="ellipse">
              <a:avLst/>
            </a:prstGeom>
            <a:solidFill>
              <a:srgbClr val="7F8C97">
                <a:alpha val="48000"/>
              </a:srgbClr>
            </a:solidFill>
            <a:ln w="0">
              <a:noFill/>
              <a:prstDash val="solid"/>
            </a:ln>
          </p:spPr>
        </p:sp>
        <p:sp>
          <p:nvSpPr>
            <p:cNvPr id="2012" name="03_assume_matched_2011">
              <a:extLst>
                <a:ext uri="{FF2B5EF4-FFF2-40B4-BE49-F238E27FC236}">
                  <a16:creationId xmlns:a16="http://schemas.microsoft.com/office/drawing/2014/main" id="{28052B7C-3FD5-47D3-A5FA-89F4A6C1317B}"/>
                </a:ext>
              </a:extLst>
            </p:cNvPr>
            <p:cNvSpPr>
              <a:spLocks/>
            </p:cNvSpPr>
            <p:nvPr/>
          </p:nvSpPr>
          <p:spPr>
            <a:xfrm>
              <a:off x="6124637" y="3694086"/>
              <a:ext cx="28398" cy="28398"/>
            </a:xfrm>
            <a:prstGeom prst="ellipse">
              <a:avLst/>
            </a:prstGeom>
            <a:solidFill>
              <a:srgbClr val="7F8C97">
                <a:alpha val="48000"/>
              </a:srgbClr>
            </a:solidFill>
            <a:ln w="0">
              <a:noFill/>
              <a:prstDash val="solid"/>
            </a:ln>
          </p:spPr>
        </p:sp>
        <p:sp>
          <p:nvSpPr>
            <p:cNvPr id="2013" name="03_assume_matched_2012">
              <a:extLst>
                <a:ext uri="{FF2B5EF4-FFF2-40B4-BE49-F238E27FC236}">
                  <a16:creationId xmlns:a16="http://schemas.microsoft.com/office/drawing/2014/main" id="{224D9268-914D-4ACC-B8B0-0A24C7988B57}"/>
                </a:ext>
              </a:extLst>
            </p:cNvPr>
            <p:cNvSpPr>
              <a:spLocks/>
            </p:cNvSpPr>
            <p:nvPr/>
          </p:nvSpPr>
          <p:spPr>
            <a:xfrm>
              <a:off x="6171407" y="3694086"/>
              <a:ext cx="28398" cy="28398"/>
            </a:xfrm>
            <a:prstGeom prst="ellipse">
              <a:avLst/>
            </a:prstGeom>
            <a:solidFill>
              <a:srgbClr val="7F8C97">
                <a:alpha val="48000"/>
              </a:srgbClr>
            </a:solidFill>
            <a:ln w="0">
              <a:noFill/>
              <a:prstDash val="solid"/>
            </a:ln>
          </p:spPr>
        </p:sp>
        <p:sp>
          <p:nvSpPr>
            <p:cNvPr id="2014" name="03_assume_matched_2013">
              <a:extLst>
                <a:ext uri="{FF2B5EF4-FFF2-40B4-BE49-F238E27FC236}">
                  <a16:creationId xmlns:a16="http://schemas.microsoft.com/office/drawing/2014/main" id="{9C74789E-3E49-47E3-BBA2-89F3AFAC5A9E}"/>
                </a:ext>
              </a:extLst>
            </p:cNvPr>
            <p:cNvSpPr>
              <a:spLocks/>
            </p:cNvSpPr>
            <p:nvPr/>
          </p:nvSpPr>
          <p:spPr>
            <a:xfrm>
              <a:off x="6149677" y="3694086"/>
              <a:ext cx="28398" cy="28398"/>
            </a:xfrm>
            <a:prstGeom prst="ellipse">
              <a:avLst/>
            </a:prstGeom>
            <a:solidFill>
              <a:srgbClr val="7F8C97">
                <a:alpha val="48000"/>
              </a:srgbClr>
            </a:solidFill>
            <a:ln w="0">
              <a:noFill/>
              <a:prstDash val="solid"/>
            </a:ln>
          </p:spPr>
        </p:sp>
        <p:sp>
          <p:nvSpPr>
            <p:cNvPr id="2015" name="03_assume_matched_2014">
              <a:extLst>
                <a:ext uri="{FF2B5EF4-FFF2-40B4-BE49-F238E27FC236}">
                  <a16:creationId xmlns:a16="http://schemas.microsoft.com/office/drawing/2014/main" id="{941610ED-65BF-4A44-8FD3-FCC182914157}"/>
                </a:ext>
              </a:extLst>
            </p:cNvPr>
            <p:cNvSpPr>
              <a:spLocks/>
            </p:cNvSpPr>
            <p:nvPr/>
          </p:nvSpPr>
          <p:spPr>
            <a:xfrm>
              <a:off x="6081752" y="4278955"/>
              <a:ext cx="28398" cy="28398"/>
            </a:xfrm>
            <a:prstGeom prst="ellipse">
              <a:avLst/>
            </a:prstGeom>
            <a:solidFill>
              <a:srgbClr val="7F8C97">
                <a:alpha val="48000"/>
              </a:srgbClr>
            </a:solidFill>
            <a:ln w="0">
              <a:noFill/>
              <a:prstDash val="solid"/>
            </a:ln>
          </p:spPr>
        </p:sp>
        <p:sp>
          <p:nvSpPr>
            <p:cNvPr id="2016" name="03_assume_matched_2015">
              <a:extLst>
                <a:ext uri="{FF2B5EF4-FFF2-40B4-BE49-F238E27FC236}">
                  <a16:creationId xmlns:a16="http://schemas.microsoft.com/office/drawing/2014/main" id="{A88E9A92-398C-4E3C-A7D6-5BA2CB2EE1C1}"/>
                </a:ext>
              </a:extLst>
            </p:cNvPr>
            <p:cNvSpPr>
              <a:spLocks/>
            </p:cNvSpPr>
            <p:nvPr/>
          </p:nvSpPr>
          <p:spPr>
            <a:xfrm>
              <a:off x="6152555" y="4278955"/>
              <a:ext cx="28398" cy="28398"/>
            </a:xfrm>
            <a:prstGeom prst="ellipse">
              <a:avLst/>
            </a:prstGeom>
            <a:solidFill>
              <a:srgbClr val="7F8C97">
                <a:alpha val="48000"/>
              </a:srgbClr>
            </a:solidFill>
            <a:ln w="0">
              <a:noFill/>
              <a:prstDash val="solid"/>
            </a:ln>
          </p:spPr>
        </p:sp>
        <p:sp>
          <p:nvSpPr>
            <p:cNvPr id="2017" name="03_assume_matched_2016">
              <a:extLst>
                <a:ext uri="{FF2B5EF4-FFF2-40B4-BE49-F238E27FC236}">
                  <a16:creationId xmlns:a16="http://schemas.microsoft.com/office/drawing/2014/main" id="{09196140-0EF4-47F0-83B1-E2500A2FCA16}"/>
                </a:ext>
              </a:extLst>
            </p:cNvPr>
            <p:cNvSpPr>
              <a:spLocks/>
            </p:cNvSpPr>
            <p:nvPr/>
          </p:nvSpPr>
          <p:spPr>
            <a:xfrm>
              <a:off x="6140898" y="4083999"/>
              <a:ext cx="28398" cy="28398"/>
            </a:xfrm>
            <a:prstGeom prst="ellipse">
              <a:avLst/>
            </a:prstGeom>
            <a:solidFill>
              <a:srgbClr val="7F8C97">
                <a:alpha val="48000"/>
              </a:srgbClr>
            </a:solidFill>
            <a:ln w="0">
              <a:noFill/>
              <a:prstDash val="solid"/>
            </a:ln>
          </p:spPr>
        </p:sp>
        <p:sp>
          <p:nvSpPr>
            <p:cNvPr id="2018" name="03_assume_matched_2017">
              <a:extLst>
                <a:ext uri="{FF2B5EF4-FFF2-40B4-BE49-F238E27FC236}">
                  <a16:creationId xmlns:a16="http://schemas.microsoft.com/office/drawing/2014/main" id="{95D0E7AC-FBD2-4BA8-A896-170BA712CE71}"/>
                </a:ext>
              </a:extLst>
            </p:cNvPr>
            <p:cNvSpPr>
              <a:spLocks/>
            </p:cNvSpPr>
            <p:nvPr/>
          </p:nvSpPr>
          <p:spPr>
            <a:xfrm>
              <a:off x="6147086" y="4278955"/>
              <a:ext cx="28398" cy="28398"/>
            </a:xfrm>
            <a:prstGeom prst="ellipse">
              <a:avLst/>
            </a:prstGeom>
            <a:solidFill>
              <a:srgbClr val="7F8C97">
                <a:alpha val="48000"/>
              </a:srgbClr>
            </a:solidFill>
            <a:ln w="0">
              <a:noFill/>
              <a:prstDash val="solid"/>
            </a:ln>
          </p:spPr>
        </p:sp>
        <p:sp>
          <p:nvSpPr>
            <p:cNvPr id="2019" name="03_assume_matched_2018">
              <a:extLst>
                <a:ext uri="{FF2B5EF4-FFF2-40B4-BE49-F238E27FC236}">
                  <a16:creationId xmlns:a16="http://schemas.microsoft.com/office/drawing/2014/main" id="{999D84C1-4E28-4184-8D5F-BF13C1F1E068}"/>
                </a:ext>
              </a:extLst>
            </p:cNvPr>
            <p:cNvSpPr>
              <a:spLocks/>
            </p:cNvSpPr>
            <p:nvPr/>
          </p:nvSpPr>
          <p:spPr>
            <a:xfrm>
              <a:off x="6160470" y="4278955"/>
              <a:ext cx="28398" cy="28398"/>
            </a:xfrm>
            <a:prstGeom prst="ellipse">
              <a:avLst/>
            </a:prstGeom>
            <a:solidFill>
              <a:srgbClr val="7F8C97">
                <a:alpha val="48000"/>
              </a:srgbClr>
            </a:solidFill>
            <a:ln w="0">
              <a:noFill/>
              <a:prstDash val="solid"/>
            </a:ln>
          </p:spPr>
        </p:sp>
        <p:sp>
          <p:nvSpPr>
            <p:cNvPr id="2020" name="03_assume_matched_2019">
              <a:extLst>
                <a:ext uri="{FF2B5EF4-FFF2-40B4-BE49-F238E27FC236}">
                  <a16:creationId xmlns:a16="http://schemas.microsoft.com/office/drawing/2014/main" id="{151DAA2F-7F57-492E-AF24-B04228BAC53E}"/>
                </a:ext>
              </a:extLst>
            </p:cNvPr>
            <p:cNvSpPr>
              <a:spLocks/>
            </p:cNvSpPr>
            <p:nvPr/>
          </p:nvSpPr>
          <p:spPr>
            <a:xfrm>
              <a:off x="6069088" y="3694086"/>
              <a:ext cx="28398" cy="28398"/>
            </a:xfrm>
            <a:prstGeom prst="ellipse">
              <a:avLst/>
            </a:prstGeom>
            <a:solidFill>
              <a:srgbClr val="7F8C97">
                <a:alpha val="48000"/>
              </a:srgbClr>
            </a:solidFill>
            <a:ln w="0">
              <a:noFill/>
              <a:prstDash val="solid"/>
            </a:ln>
          </p:spPr>
        </p:sp>
        <p:sp>
          <p:nvSpPr>
            <p:cNvPr id="2021" name="03_assume_matched_2020">
              <a:extLst>
                <a:ext uri="{FF2B5EF4-FFF2-40B4-BE49-F238E27FC236}">
                  <a16:creationId xmlns:a16="http://schemas.microsoft.com/office/drawing/2014/main" id="{8A823CD8-370B-4CB8-BBF6-1303245B9A10}"/>
                </a:ext>
              </a:extLst>
            </p:cNvPr>
            <p:cNvSpPr>
              <a:spLocks/>
            </p:cNvSpPr>
            <p:nvPr/>
          </p:nvSpPr>
          <p:spPr>
            <a:xfrm>
              <a:off x="6058295" y="3694086"/>
              <a:ext cx="28398" cy="28398"/>
            </a:xfrm>
            <a:prstGeom prst="ellipse">
              <a:avLst/>
            </a:prstGeom>
            <a:solidFill>
              <a:srgbClr val="7F8C97">
                <a:alpha val="48000"/>
              </a:srgbClr>
            </a:solidFill>
            <a:ln w="0">
              <a:noFill/>
              <a:prstDash val="solid"/>
            </a:ln>
          </p:spPr>
        </p:sp>
        <p:sp>
          <p:nvSpPr>
            <p:cNvPr id="2022" name="03_assume_matched_2021">
              <a:extLst>
                <a:ext uri="{FF2B5EF4-FFF2-40B4-BE49-F238E27FC236}">
                  <a16:creationId xmlns:a16="http://schemas.microsoft.com/office/drawing/2014/main" id="{1151151C-6332-4843-9E67-C30D1212DB36}"/>
                </a:ext>
              </a:extLst>
            </p:cNvPr>
            <p:cNvSpPr>
              <a:spLocks/>
            </p:cNvSpPr>
            <p:nvPr/>
          </p:nvSpPr>
          <p:spPr>
            <a:xfrm>
              <a:off x="6141186" y="3986521"/>
              <a:ext cx="28398" cy="28398"/>
            </a:xfrm>
            <a:prstGeom prst="ellipse">
              <a:avLst/>
            </a:prstGeom>
            <a:solidFill>
              <a:srgbClr val="7F8C97">
                <a:alpha val="48000"/>
              </a:srgbClr>
            </a:solidFill>
            <a:ln w="0">
              <a:noFill/>
              <a:prstDash val="solid"/>
            </a:ln>
          </p:spPr>
        </p:sp>
        <p:sp>
          <p:nvSpPr>
            <p:cNvPr id="2023" name="03_assume_matched_2022">
              <a:extLst>
                <a:ext uri="{FF2B5EF4-FFF2-40B4-BE49-F238E27FC236}">
                  <a16:creationId xmlns:a16="http://schemas.microsoft.com/office/drawing/2014/main" id="{AD2DEEDF-812A-4D9E-A934-5BBAFF7E97D7}"/>
                </a:ext>
              </a:extLst>
            </p:cNvPr>
            <p:cNvSpPr>
              <a:spLocks/>
            </p:cNvSpPr>
            <p:nvPr/>
          </p:nvSpPr>
          <p:spPr>
            <a:xfrm>
              <a:off x="6178315" y="4111850"/>
              <a:ext cx="28398" cy="28398"/>
            </a:xfrm>
            <a:prstGeom prst="ellipse">
              <a:avLst/>
            </a:prstGeom>
            <a:solidFill>
              <a:srgbClr val="7F8C97">
                <a:alpha val="48000"/>
              </a:srgbClr>
            </a:solidFill>
            <a:ln w="0">
              <a:noFill/>
              <a:prstDash val="solid"/>
            </a:ln>
          </p:spPr>
        </p:sp>
        <p:sp>
          <p:nvSpPr>
            <p:cNvPr id="2024" name="03_assume_matched_2023">
              <a:extLst>
                <a:ext uri="{FF2B5EF4-FFF2-40B4-BE49-F238E27FC236}">
                  <a16:creationId xmlns:a16="http://schemas.microsoft.com/office/drawing/2014/main" id="{44617813-D31F-46F3-9017-B0C3E41281FA}"/>
                </a:ext>
              </a:extLst>
            </p:cNvPr>
            <p:cNvSpPr>
              <a:spLocks/>
            </p:cNvSpPr>
            <p:nvPr/>
          </p:nvSpPr>
          <p:spPr>
            <a:xfrm>
              <a:off x="6184503" y="3694086"/>
              <a:ext cx="28398" cy="28398"/>
            </a:xfrm>
            <a:prstGeom prst="ellipse">
              <a:avLst/>
            </a:prstGeom>
            <a:solidFill>
              <a:srgbClr val="7F8C97">
                <a:alpha val="48000"/>
              </a:srgbClr>
            </a:solidFill>
            <a:ln w="0">
              <a:noFill/>
              <a:prstDash val="solid"/>
            </a:ln>
          </p:spPr>
        </p:sp>
        <p:sp>
          <p:nvSpPr>
            <p:cNvPr id="2025" name="03_assume_matched_2024">
              <a:extLst>
                <a:ext uri="{FF2B5EF4-FFF2-40B4-BE49-F238E27FC236}">
                  <a16:creationId xmlns:a16="http://schemas.microsoft.com/office/drawing/2014/main" id="{62018460-7E6D-484C-A526-CD940C55EB1F}"/>
                </a:ext>
              </a:extLst>
            </p:cNvPr>
            <p:cNvSpPr>
              <a:spLocks/>
            </p:cNvSpPr>
            <p:nvPr/>
          </p:nvSpPr>
          <p:spPr>
            <a:xfrm>
              <a:off x="6095567" y="3694086"/>
              <a:ext cx="28398" cy="28398"/>
            </a:xfrm>
            <a:prstGeom prst="ellipse">
              <a:avLst/>
            </a:prstGeom>
            <a:solidFill>
              <a:srgbClr val="7F8C97">
                <a:alpha val="48000"/>
              </a:srgbClr>
            </a:solidFill>
            <a:ln w="0">
              <a:noFill/>
              <a:prstDash val="solid"/>
            </a:ln>
          </p:spPr>
        </p:sp>
        <p:sp>
          <p:nvSpPr>
            <p:cNvPr id="2026" name="03_assume_matched_2025">
              <a:extLst>
                <a:ext uri="{FF2B5EF4-FFF2-40B4-BE49-F238E27FC236}">
                  <a16:creationId xmlns:a16="http://schemas.microsoft.com/office/drawing/2014/main" id="{AC9C4F6E-594B-47BF-AC5F-6EDCD0B902B3}"/>
                </a:ext>
              </a:extLst>
            </p:cNvPr>
            <p:cNvSpPr>
              <a:spLocks/>
            </p:cNvSpPr>
            <p:nvPr/>
          </p:nvSpPr>
          <p:spPr>
            <a:xfrm>
              <a:off x="6148382" y="4083999"/>
              <a:ext cx="28398" cy="28398"/>
            </a:xfrm>
            <a:prstGeom prst="ellipse">
              <a:avLst/>
            </a:prstGeom>
            <a:solidFill>
              <a:srgbClr val="7F8C97">
                <a:alpha val="48000"/>
              </a:srgbClr>
            </a:solidFill>
            <a:ln w="0">
              <a:noFill/>
              <a:prstDash val="solid"/>
            </a:ln>
          </p:spPr>
        </p:sp>
        <p:sp>
          <p:nvSpPr>
            <p:cNvPr id="2027" name="03_assume_matched_2026">
              <a:extLst>
                <a:ext uri="{FF2B5EF4-FFF2-40B4-BE49-F238E27FC236}">
                  <a16:creationId xmlns:a16="http://schemas.microsoft.com/office/drawing/2014/main" id="{D361689D-418D-432D-8DAB-AB109B7B757C}"/>
                </a:ext>
              </a:extLst>
            </p:cNvPr>
            <p:cNvSpPr>
              <a:spLocks/>
            </p:cNvSpPr>
            <p:nvPr/>
          </p:nvSpPr>
          <p:spPr>
            <a:xfrm>
              <a:off x="6159319" y="3694086"/>
              <a:ext cx="28398" cy="28398"/>
            </a:xfrm>
            <a:prstGeom prst="ellipse">
              <a:avLst/>
            </a:prstGeom>
            <a:solidFill>
              <a:srgbClr val="7F8C97">
                <a:alpha val="48000"/>
              </a:srgbClr>
            </a:solidFill>
            <a:ln w="0">
              <a:noFill/>
              <a:prstDash val="solid"/>
            </a:ln>
          </p:spPr>
        </p:sp>
        <p:sp>
          <p:nvSpPr>
            <p:cNvPr id="2028" name="03_assume_matched_2027">
              <a:extLst>
                <a:ext uri="{FF2B5EF4-FFF2-40B4-BE49-F238E27FC236}">
                  <a16:creationId xmlns:a16="http://schemas.microsoft.com/office/drawing/2014/main" id="{6B903BFF-2B39-4952-B817-3CA98F70D926}"/>
                </a:ext>
              </a:extLst>
            </p:cNvPr>
            <p:cNvSpPr>
              <a:spLocks/>
            </p:cNvSpPr>
            <p:nvPr/>
          </p:nvSpPr>
          <p:spPr>
            <a:xfrm>
              <a:off x="6176732" y="3694086"/>
              <a:ext cx="28398" cy="28398"/>
            </a:xfrm>
            <a:prstGeom prst="ellipse">
              <a:avLst/>
            </a:prstGeom>
            <a:solidFill>
              <a:srgbClr val="7F8C97">
                <a:alpha val="48000"/>
              </a:srgbClr>
            </a:solidFill>
            <a:ln w="0">
              <a:noFill/>
              <a:prstDash val="solid"/>
            </a:ln>
          </p:spPr>
        </p:sp>
        <p:sp>
          <p:nvSpPr>
            <p:cNvPr id="2029" name="03_assume_matched_2028">
              <a:extLst>
                <a:ext uri="{FF2B5EF4-FFF2-40B4-BE49-F238E27FC236}">
                  <a16:creationId xmlns:a16="http://schemas.microsoft.com/office/drawing/2014/main" id="{858984E5-1F60-4149-8CD9-309B44414B88}"/>
                </a:ext>
              </a:extLst>
            </p:cNvPr>
            <p:cNvSpPr>
              <a:spLocks/>
            </p:cNvSpPr>
            <p:nvPr/>
          </p:nvSpPr>
          <p:spPr>
            <a:xfrm>
              <a:off x="6161477" y="3694086"/>
              <a:ext cx="28398" cy="28398"/>
            </a:xfrm>
            <a:prstGeom prst="ellipse">
              <a:avLst/>
            </a:prstGeom>
            <a:solidFill>
              <a:srgbClr val="7F8C97">
                <a:alpha val="48000"/>
              </a:srgbClr>
            </a:solidFill>
            <a:ln w="0">
              <a:noFill/>
              <a:prstDash val="solid"/>
            </a:ln>
          </p:spPr>
        </p:sp>
        <p:sp>
          <p:nvSpPr>
            <p:cNvPr id="2030" name="03_assume_matched_2029">
              <a:extLst>
                <a:ext uri="{FF2B5EF4-FFF2-40B4-BE49-F238E27FC236}">
                  <a16:creationId xmlns:a16="http://schemas.microsoft.com/office/drawing/2014/main" id="{03B88DDF-E16C-4C95-9FB0-29A44AE2ADF9}"/>
                </a:ext>
              </a:extLst>
            </p:cNvPr>
            <p:cNvSpPr>
              <a:spLocks/>
            </p:cNvSpPr>
            <p:nvPr/>
          </p:nvSpPr>
          <p:spPr>
            <a:xfrm>
              <a:off x="6139747" y="3694086"/>
              <a:ext cx="28398" cy="28398"/>
            </a:xfrm>
            <a:prstGeom prst="ellipse">
              <a:avLst/>
            </a:prstGeom>
            <a:solidFill>
              <a:srgbClr val="7F8C97">
                <a:alpha val="48000"/>
              </a:srgbClr>
            </a:solidFill>
            <a:ln w="0">
              <a:noFill/>
              <a:prstDash val="solid"/>
            </a:ln>
          </p:spPr>
        </p:sp>
        <p:sp>
          <p:nvSpPr>
            <p:cNvPr id="2031" name="03_assume_matched_2030">
              <a:extLst>
                <a:ext uri="{FF2B5EF4-FFF2-40B4-BE49-F238E27FC236}">
                  <a16:creationId xmlns:a16="http://schemas.microsoft.com/office/drawing/2014/main" id="{7797173C-24AC-4D35-81B8-1BD5C107FD17}"/>
                </a:ext>
              </a:extLst>
            </p:cNvPr>
            <p:cNvSpPr>
              <a:spLocks/>
            </p:cNvSpPr>
            <p:nvPr/>
          </p:nvSpPr>
          <p:spPr>
            <a:xfrm>
              <a:off x="6051531" y="3694086"/>
              <a:ext cx="28398" cy="28398"/>
            </a:xfrm>
            <a:prstGeom prst="ellipse">
              <a:avLst/>
            </a:prstGeom>
            <a:solidFill>
              <a:srgbClr val="7F8C97">
                <a:alpha val="48000"/>
              </a:srgbClr>
            </a:solidFill>
            <a:ln w="0">
              <a:noFill/>
              <a:prstDash val="solid"/>
            </a:ln>
          </p:spPr>
        </p:sp>
        <p:sp>
          <p:nvSpPr>
            <p:cNvPr id="2032" name="03_assume_matched_2031">
              <a:extLst>
                <a:ext uri="{FF2B5EF4-FFF2-40B4-BE49-F238E27FC236}">
                  <a16:creationId xmlns:a16="http://schemas.microsoft.com/office/drawing/2014/main" id="{C7B1FC40-ECE0-4A8F-9F99-5C1CF224CC10}"/>
                </a:ext>
              </a:extLst>
            </p:cNvPr>
            <p:cNvSpPr>
              <a:spLocks/>
            </p:cNvSpPr>
            <p:nvPr/>
          </p:nvSpPr>
          <p:spPr>
            <a:xfrm>
              <a:off x="6065490" y="4278955"/>
              <a:ext cx="28398" cy="28398"/>
            </a:xfrm>
            <a:prstGeom prst="ellipse">
              <a:avLst/>
            </a:prstGeom>
            <a:solidFill>
              <a:srgbClr val="7F8C97">
                <a:alpha val="48000"/>
              </a:srgbClr>
            </a:solidFill>
            <a:ln w="0">
              <a:noFill/>
              <a:prstDash val="solid"/>
            </a:ln>
          </p:spPr>
        </p:sp>
        <p:sp>
          <p:nvSpPr>
            <p:cNvPr id="2033" name="03_assume_matched_2032">
              <a:extLst>
                <a:ext uri="{FF2B5EF4-FFF2-40B4-BE49-F238E27FC236}">
                  <a16:creationId xmlns:a16="http://schemas.microsoft.com/office/drawing/2014/main" id="{8DE27FF9-13FF-470D-A4AE-926D889D8490}"/>
                </a:ext>
              </a:extLst>
            </p:cNvPr>
            <p:cNvSpPr>
              <a:spLocks/>
            </p:cNvSpPr>
            <p:nvPr/>
          </p:nvSpPr>
          <p:spPr>
            <a:xfrm>
              <a:off x="6126651" y="3694086"/>
              <a:ext cx="28398" cy="28398"/>
            </a:xfrm>
            <a:prstGeom prst="ellipse">
              <a:avLst/>
            </a:prstGeom>
            <a:solidFill>
              <a:srgbClr val="7F8C97">
                <a:alpha val="48000"/>
              </a:srgbClr>
            </a:solidFill>
            <a:ln w="0">
              <a:noFill/>
              <a:prstDash val="solid"/>
            </a:ln>
          </p:spPr>
        </p:sp>
        <p:sp>
          <p:nvSpPr>
            <p:cNvPr id="2034" name="03_assume_matched_2033">
              <a:extLst>
                <a:ext uri="{FF2B5EF4-FFF2-40B4-BE49-F238E27FC236}">
                  <a16:creationId xmlns:a16="http://schemas.microsoft.com/office/drawing/2014/main" id="{19A0F924-76AD-4F14-ABB1-309142EF410C}"/>
                </a:ext>
              </a:extLst>
            </p:cNvPr>
            <p:cNvSpPr>
              <a:spLocks/>
            </p:cNvSpPr>
            <p:nvPr/>
          </p:nvSpPr>
          <p:spPr>
            <a:xfrm>
              <a:off x="6071534" y="3694086"/>
              <a:ext cx="28398" cy="28398"/>
            </a:xfrm>
            <a:prstGeom prst="ellipse">
              <a:avLst/>
            </a:prstGeom>
            <a:solidFill>
              <a:srgbClr val="7F8C97">
                <a:alpha val="48000"/>
              </a:srgbClr>
            </a:solidFill>
            <a:ln w="0">
              <a:noFill/>
              <a:prstDash val="solid"/>
            </a:ln>
          </p:spPr>
        </p:sp>
        <p:sp>
          <p:nvSpPr>
            <p:cNvPr id="2035" name="03_assume_matched_2034">
              <a:extLst>
                <a:ext uri="{FF2B5EF4-FFF2-40B4-BE49-F238E27FC236}">
                  <a16:creationId xmlns:a16="http://schemas.microsoft.com/office/drawing/2014/main" id="{86BB263D-3C3E-4CDC-B519-1BE48235EDEF}"/>
                </a:ext>
              </a:extLst>
            </p:cNvPr>
            <p:cNvSpPr>
              <a:spLocks/>
            </p:cNvSpPr>
            <p:nvPr/>
          </p:nvSpPr>
          <p:spPr>
            <a:xfrm>
              <a:off x="6097582" y="3694086"/>
              <a:ext cx="28398" cy="28398"/>
            </a:xfrm>
            <a:prstGeom prst="ellipse">
              <a:avLst/>
            </a:prstGeom>
            <a:solidFill>
              <a:srgbClr val="7F8C97">
                <a:alpha val="48000"/>
              </a:srgbClr>
            </a:solidFill>
            <a:ln w="0">
              <a:noFill/>
              <a:prstDash val="solid"/>
            </a:ln>
          </p:spPr>
        </p:sp>
        <p:sp>
          <p:nvSpPr>
            <p:cNvPr id="2036" name="03_assume_matched_2035">
              <a:extLst>
                <a:ext uri="{FF2B5EF4-FFF2-40B4-BE49-F238E27FC236}">
                  <a16:creationId xmlns:a16="http://schemas.microsoft.com/office/drawing/2014/main" id="{6E15BCA5-3013-4476-B6E8-B0F68D7026F6}"/>
                </a:ext>
              </a:extLst>
            </p:cNvPr>
            <p:cNvSpPr>
              <a:spLocks/>
            </p:cNvSpPr>
            <p:nvPr/>
          </p:nvSpPr>
          <p:spPr>
            <a:xfrm>
              <a:off x="6046638" y="4278955"/>
              <a:ext cx="28398" cy="28398"/>
            </a:xfrm>
            <a:prstGeom prst="ellipse">
              <a:avLst/>
            </a:prstGeom>
            <a:solidFill>
              <a:srgbClr val="7F8C97">
                <a:alpha val="48000"/>
              </a:srgbClr>
            </a:solidFill>
            <a:ln w="0">
              <a:noFill/>
              <a:prstDash val="solid"/>
            </a:ln>
          </p:spPr>
        </p:sp>
        <p:sp>
          <p:nvSpPr>
            <p:cNvPr id="2037" name="03_assume_matched_2036">
              <a:extLst>
                <a:ext uri="{FF2B5EF4-FFF2-40B4-BE49-F238E27FC236}">
                  <a16:creationId xmlns:a16="http://schemas.microsoft.com/office/drawing/2014/main" id="{229FDEF4-8024-4AA6-8516-F1D4FCD4CDE4}"/>
                </a:ext>
              </a:extLst>
            </p:cNvPr>
            <p:cNvSpPr>
              <a:spLocks/>
            </p:cNvSpPr>
            <p:nvPr/>
          </p:nvSpPr>
          <p:spPr>
            <a:xfrm>
              <a:off x="3841389" y="367904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2038" name="03_assume_matched_2037">
              <a:extLst>
                <a:ext uri="{FF2B5EF4-FFF2-40B4-BE49-F238E27FC236}">
                  <a16:creationId xmlns:a16="http://schemas.microsoft.com/office/drawing/2014/main" id="{313BDDD8-BC65-4771-AC6D-4252E698BA1A}"/>
                </a:ext>
              </a:extLst>
            </p:cNvPr>
            <p:cNvSpPr>
              <a:spLocks/>
            </p:cNvSpPr>
            <p:nvPr/>
          </p:nvSpPr>
          <p:spPr>
            <a:xfrm>
              <a:off x="3841389" y="432239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2039" name="text_2038">
              <a:extLst>
                <a:ext uri="{FF2B5EF4-FFF2-40B4-BE49-F238E27FC236}">
                  <a16:creationId xmlns:a16="http://schemas.microsoft.com/office/drawing/2014/main" id="{C13D3944-DE2B-40D9-BD49-1E403F73EA01}"/>
                </a:ext>
              </a:extLst>
            </p:cNvPr>
            <p:cNvSpPr>
              <a:spLocks/>
            </p:cNvSpPr>
            <p:nvPr/>
          </p:nvSpPr>
          <p:spPr>
            <a:xfrm>
              <a:off x="3499200" y="3380106"/>
              <a:ext cx="54991"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f</a:t>
              </a:r>
            </a:p>
          </p:txBody>
        </p:sp>
        <p:sp>
          <p:nvSpPr>
            <p:cNvPr id="2040" name="text_2039">
              <a:extLst>
                <a:ext uri="{FF2B5EF4-FFF2-40B4-BE49-F238E27FC236}">
                  <a16:creationId xmlns:a16="http://schemas.microsoft.com/office/drawing/2014/main" id="{8E635FDE-2D47-43D8-B667-C22574C9EF83}"/>
                </a:ext>
              </a:extLst>
            </p:cNvPr>
            <p:cNvSpPr>
              <a:spLocks/>
            </p:cNvSpPr>
            <p:nvPr/>
          </p:nvSpPr>
          <p:spPr>
            <a:xfrm>
              <a:off x="3841389" y="3479461"/>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Top-1, RMSD &lt;3 Å</a:t>
              </a:r>
            </a:p>
          </p:txBody>
        </p:sp>
        <p:sp>
          <p:nvSpPr>
            <p:cNvPr id="2041" name="03_assume_matched_2040">
              <a:extLst>
                <a:ext uri="{FF2B5EF4-FFF2-40B4-BE49-F238E27FC236}">
                  <a16:creationId xmlns:a16="http://schemas.microsoft.com/office/drawing/2014/main" id="{3C35F02E-C6B7-4A1F-AD53-F2480172A60C}"/>
                </a:ext>
              </a:extLst>
            </p:cNvPr>
            <p:cNvSpPr>
              <a:spLocks/>
            </p:cNvSpPr>
            <p:nvPr/>
          </p:nvSpPr>
          <p:spPr>
            <a:xfrm>
              <a:off x="3864021" y="3971273"/>
              <a:ext cx="2263158" cy="321881"/>
            </a:xfrm>
            <a:custGeom>
              <a:avLst/>
              <a:gdLst/>
              <a:ahLst/>
              <a:cxnLst/>
              <a:rect l="0" t="0" r="0" b="0"/>
              <a:pathLst>
                <a:path w="2263158" h="321881">
                  <a:moveTo>
                    <a:pt x="0" y="321881"/>
                  </a:moveTo>
                  <a:lnTo>
                    <a:pt x="62865" y="320558"/>
                  </a:lnTo>
                  <a:lnTo>
                    <a:pt x="62865" y="319609"/>
                  </a:lnTo>
                  <a:lnTo>
                    <a:pt x="68581" y="319512"/>
                  </a:lnTo>
                  <a:lnTo>
                    <a:pt x="68581" y="318130"/>
                  </a:lnTo>
                  <a:lnTo>
                    <a:pt x="94298" y="316754"/>
                  </a:lnTo>
                  <a:lnTo>
                    <a:pt x="94298" y="316438"/>
                  </a:lnTo>
                  <a:lnTo>
                    <a:pt x="125731" y="316146"/>
                  </a:lnTo>
                  <a:lnTo>
                    <a:pt x="125731" y="307925"/>
                  </a:lnTo>
                  <a:lnTo>
                    <a:pt x="137161" y="307828"/>
                  </a:lnTo>
                  <a:lnTo>
                    <a:pt x="137161" y="306447"/>
                  </a:lnTo>
                  <a:lnTo>
                    <a:pt x="150877" y="306349"/>
                  </a:lnTo>
                  <a:lnTo>
                    <a:pt x="150877" y="302551"/>
                  </a:lnTo>
                  <a:lnTo>
                    <a:pt x="188596" y="301943"/>
                  </a:lnTo>
                  <a:lnTo>
                    <a:pt x="188596" y="290233"/>
                  </a:lnTo>
                  <a:lnTo>
                    <a:pt x="205742" y="290038"/>
                  </a:lnTo>
                  <a:lnTo>
                    <a:pt x="205742" y="288657"/>
                  </a:lnTo>
                  <a:lnTo>
                    <a:pt x="215539" y="288137"/>
                  </a:lnTo>
                  <a:lnTo>
                    <a:pt x="215539" y="287052"/>
                  </a:lnTo>
                  <a:lnTo>
                    <a:pt x="251462" y="286001"/>
                  </a:lnTo>
                  <a:lnTo>
                    <a:pt x="251462" y="274932"/>
                  </a:lnTo>
                  <a:lnTo>
                    <a:pt x="301754" y="273754"/>
                  </a:lnTo>
                  <a:lnTo>
                    <a:pt x="301754" y="269956"/>
                  </a:lnTo>
                  <a:lnTo>
                    <a:pt x="323308" y="269129"/>
                  </a:lnTo>
                  <a:lnTo>
                    <a:pt x="323308" y="267501"/>
                  </a:lnTo>
                  <a:lnTo>
                    <a:pt x="338507" y="266138"/>
                  </a:lnTo>
                  <a:lnTo>
                    <a:pt x="338507" y="266040"/>
                  </a:lnTo>
                  <a:lnTo>
                    <a:pt x="348178" y="264659"/>
                  </a:lnTo>
                  <a:lnTo>
                    <a:pt x="348178" y="264562"/>
                  </a:lnTo>
                  <a:lnTo>
                    <a:pt x="377193" y="264367"/>
                  </a:lnTo>
                  <a:lnTo>
                    <a:pt x="377193" y="217936"/>
                  </a:lnTo>
                  <a:lnTo>
                    <a:pt x="411483" y="217644"/>
                  </a:lnTo>
                  <a:lnTo>
                    <a:pt x="411483" y="216263"/>
                  </a:lnTo>
                  <a:lnTo>
                    <a:pt x="440058" y="214886"/>
                  </a:lnTo>
                  <a:lnTo>
                    <a:pt x="440058" y="214253"/>
                  </a:lnTo>
                  <a:lnTo>
                    <a:pt x="452632" y="214155"/>
                  </a:lnTo>
                  <a:lnTo>
                    <a:pt x="452632" y="210357"/>
                  </a:lnTo>
                  <a:lnTo>
                    <a:pt x="480064" y="210065"/>
                  </a:lnTo>
                  <a:lnTo>
                    <a:pt x="480064" y="208684"/>
                  </a:lnTo>
                  <a:lnTo>
                    <a:pt x="502924" y="208489"/>
                  </a:lnTo>
                  <a:lnTo>
                    <a:pt x="502924" y="198264"/>
                  </a:lnTo>
                  <a:lnTo>
                    <a:pt x="538847" y="197213"/>
                  </a:lnTo>
                  <a:lnTo>
                    <a:pt x="538847" y="195585"/>
                  </a:lnTo>
                  <a:lnTo>
                    <a:pt x="548644" y="195488"/>
                  </a:lnTo>
                  <a:lnTo>
                    <a:pt x="548644" y="194107"/>
                  </a:lnTo>
                  <a:lnTo>
                    <a:pt x="565789" y="193912"/>
                  </a:lnTo>
                  <a:lnTo>
                    <a:pt x="565789" y="182518"/>
                  </a:lnTo>
                  <a:lnTo>
                    <a:pt x="603509" y="182226"/>
                  </a:lnTo>
                  <a:lnTo>
                    <a:pt x="603509" y="178428"/>
                  </a:lnTo>
                  <a:lnTo>
                    <a:pt x="617225" y="178331"/>
                  </a:lnTo>
                  <a:lnTo>
                    <a:pt x="617225" y="176950"/>
                  </a:lnTo>
                  <a:lnTo>
                    <a:pt x="628655" y="176853"/>
                  </a:lnTo>
                  <a:lnTo>
                    <a:pt x="628655" y="171691"/>
                  </a:lnTo>
                  <a:lnTo>
                    <a:pt x="670565" y="170759"/>
                  </a:lnTo>
                  <a:lnTo>
                    <a:pt x="670565" y="169915"/>
                  </a:lnTo>
                  <a:lnTo>
                    <a:pt x="685805" y="169058"/>
                  </a:lnTo>
                  <a:lnTo>
                    <a:pt x="686685" y="167580"/>
                  </a:lnTo>
                  <a:lnTo>
                    <a:pt x="754386" y="166996"/>
                  </a:lnTo>
                  <a:lnTo>
                    <a:pt x="754386" y="31655"/>
                  </a:lnTo>
                  <a:lnTo>
                    <a:pt x="862155" y="30965"/>
                  </a:lnTo>
                  <a:lnTo>
                    <a:pt x="862155" y="29880"/>
                  </a:lnTo>
                  <a:lnTo>
                    <a:pt x="891547" y="28614"/>
                  </a:lnTo>
                  <a:lnTo>
                    <a:pt x="891547" y="27923"/>
                  </a:lnTo>
                  <a:lnTo>
                    <a:pt x="905263" y="27923"/>
                  </a:lnTo>
                  <a:lnTo>
                    <a:pt x="905263" y="26404"/>
                  </a:lnTo>
                  <a:lnTo>
                    <a:pt x="1005848" y="26404"/>
                  </a:lnTo>
                  <a:lnTo>
                    <a:pt x="1005848" y="21340"/>
                  </a:lnTo>
                  <a:lnTo>
                    <a:pt x="1508772" y="20255"/>
                  </a:lnTo>
                  <a:lnTo>
                    <a:pt x="1508772" y="11394"/>
                  </a:lnTo>
                  <a:lnTo>
                    <a:pt x="1697368" y="11394"/>
                  </a:lnTo>
                  <a:lnTo>
                    <a:pt x="1697368" y="9495"/>
                  </a:lnTo>
                  <a:lnTo>
                    <a:pt x="2263158" y="9495"/>
                  </a:lnTo>
                  <a:lnTo>
                    <a:pt x="2263158" y="0"/>
                  </a:lnTo>
                  <a:lnTo>
                    <a:pt x="2263158" y="0"/>
                  </a:lnTo>
                </a:path>
              </a:pathLst>
            </a:custGeom>
            <a:noFill/>
            <a:ln w="22860">
              <a:solidFill>
                <a:srgbClr val="00878B"/>
              </a:solidFill>
              <a:prstDash val="solid"/>
            </a:ln>
          </p:spPr>
        </p:sp>
        <p:sp>
          <p:nvSpPr>
            <p:cNvPr id="2042" name="03_assume_matched_2041">
              <a:extLst>
                <a:ext uri="{FF2B5EF4-FFF2-40B4-BE49-F238E27FC236}">
                  <a16:creationId xmlns:a16="http://schemas.microsoft.com/office/drawing/2014/main" id="{A5A0DF80-6102-463D-AB02-42A5011D209E}"/>
                </a:ext>
              </a:extLst>
            </p:cNvPr>
            <p:cNvSpPr>
              <a:spLocks/>
            </p:cNvSpPr>
            <p:nvPr/>
          </p:nvSpPr>
          <p:spPr>
            <a:xfrm>
              <a:off x="3864021" y="4000720"/>
              <a:ext cx="2263158" cy="292435"/>
            </a:xfrm>
            <a:custGeom>
              <a:avLst/>
              <a:gdLst/>
              <a:ahLst/>
              <a:cxnLst/>
              <a:rect l="0" t="0" r="0" b="0"/>
              <a:pathLst>
                <a:path w="2263158" h="292435">
                  <a:moveTo>
                    <a:pt x="0" y="292435"/>
                  </a:moveTo>
                  <a:lnTo>
                    <a:pt x="565789" y="292435"/>
                  </a:lnTo>
                  <a:lnTo>
                    <a:pt x="565789" y="243695"/>
                  </a:lnTo>
                  <a:lnTo>
                    <a:pt x="754386" y="243695"/>
                  </a:lnTo>
                  <a:lnTo>
                    <a:pt x="754386" y="0"/>
                  </a:lnTo>
                  <a:lnTo>
                    <a:pt x="2263158" y="0"/>
                  </a:lnTo>
                  <a:lnTo>
                    <a:pt x="2263158" y="0"/>
                  </a:lnTo>
                </a:path>
              </a:pathLst>
            </a:custGeom>
            <a:noFill/>
            <a:ln w="13335">
              <a:solidFill>
                <a:srgbClr val="3A64C8"/>
              </a:solidFill>
              <a:prstDash val="solid"/>
            </a:ln>
          </p:spPr>
        </p:sp>
        <p:sp>
          <p:nvSpPr>
            <p:cNvPr id="2043" name="03_assume_matched_2042">
              <a:extLst>
                <a:ext uri="{FF2B5EF4-FFF2-40B4-BE49-F238E27FC236}">
                  <a16:creationId xmlns:a16="http://schemas.microsoft.com/office/drawing/2014/main" id="{6A950044-6D0B-4A09-98BD-6663B83CB71C}"/>
                </a:ext>
              </a:extLst>
            </p:cNvPr>
            <p:cNvSpPr>
              <a:spLocks/>
            </p:cNvSpPr>
            <p:nvPr/>
          </p:nvSpPr>
          <p:spPr>
            <a:xfrm>
              <a:off x="4219624" y="4167619"/>
              <a:ext cx="43180" cy="43180"/>
            </a:xfrm>
            <a:prstGeom prst="ellipse">
              <a:avLst/>
            </a:prstGeom>
            <a:solidFill>
              <a:srgbClr val="00878B"/>
            </a:solidFill>
            <a:ln w="4445">
              <a:solidFill>
                <a:srgbClr val="FFFFFF"/>
              </a:solidFill>
              <a:prstDash val="solid"/>
            </a:ln>
          </p:spPr>
        </p:sp>
        <p:sp>
          <p:nvSpPr>
            <p:cNvPr id="2044" name="03_assume_matched_2043">
              <a:extLst>
                <a:ext uri="{FF2B5EF4-FFF2-40B4-BE49-F238E27FC236}">
                  <a16:creationId xmlns:a16="http://schemas.microsoft.com/office/drawing/2014/main" id="{CA6B9E7F-CE6C-4E9D-A201-1A29CA883499}"/>
                </a:ext>
              </a:extLst>
            </p:cNvPr>
            <p:cNvSpPr>
              <a:spLocks/>
            </p:cNvSpPr>
            <p:nvPr/>
          </p:nvSpPr>
          <p:spPr>
            <a:xfrm>
              <a:off x="4596817" y="3981338"/>
              <a:ext cx="43180" cy="43180"/>
            </a:xfrm>
            <a:prstGeom prst="ellipse">
              <a:avLst/>
            </a:prstGeom>
            <a:solidFill>
              <a:srgbClr val="00878B"/>
            </a:solidFill>
            <a:ln w="4445">
              <a:solidFill>
                <a:srgbClr val="FFFFFF"/>
              </a:solidFill>
              <a:prstDash val="solid"/>
            </a:ln>
          </p:spPr>
        </p:sp>
        <p:sp>
          <p:nvSpPr>
            <p:cNvPr id="2045" name="03_assume_matched_2044">
              <a:extLst>
                <a:ext uri="{FF2B5EF4-FFF2-40B4-BE49-F238E27FC236}">
                  <a16:creationId xmlns:a16="http://schemas.microsoft.com/office/drawing/2014/main" id="{127B957D-A100-45F9-9694-9FEE2C361F17}"/>
                </a:ext>
              </a:extLst>
            </p:cNvPr>
            <p:cNvSpPr>
              <a:spLocks/>
            </p:cNvSpPr>
            <p:nvPr/>
          </p:nvSpPr>
          <p:spPr>
            <a:xfrm>
              <a:off x="5351203" y="3961077"/>
              <a:ext cx="43180" cy="43180"/>
            </a:xfrm>
            <a:prstGeom prst="ellipse">
              <a:avLst/>
            </a:prstGeom>
            <a:solidFill>
              <a:srgbClr val="00878B"/>
            </a:solidFill>
            <a:ln w="4445">
              <a:solidFill>
                <a:srgbClr val="FFFFFF"/>
              </a:solidFill>
              <a:prstDash val="solid"/>
            </a:ln>
          </p:spPr>
        </p:sp>
        <p:sp>
          <p:nvSpPr>
            <p:cNvPr id="2046" name="03_assume_matched_2045">
              <a:extLst>
                <a:ext uri="{FF2B5EF4-FFF2-40B4-BE49-F238E27FC236}">
                  <a16:creationId xmlns:a16="http://schemas.microsoft.com/office/drawing/2014/main" id="{6FC421A2-49A1-422D-95A7-0EA512881C60}"/>
                </a:ext>
              </a:extLst>
            </p:cNvPr>
            <p:cNvSpPr>
              <a:spLocks/>
            </p:cNvSpPr>
            <p:nvPr/>
          </p:nvSpPr>
          <p:spPr>
            <a:xfrm>
              <a:off x="6105589" y="3949683"/>
              <a:ext cx="43180" cy="43180"/>
            </a:xfrm>
            <a:prstGeom prst="ellipse">
              <a:avLst/>
            </a:prstGeom>
            <a:solidFill>
              <a:srgbClr val="00878B"/>
            </a:solidFill>
            <a:ln w="4445">
              <a:solidFill>
                <a:srgbClr val="FFFFFF"/>
              </a:solidFill>
              <a:prstDash val="solid"/>
            </a:ln>
          </p:spPr>
        </p:sp>
        <p:sp>
          <p:nvSpPr>
            <p:cNvPr id="2047" name="03_assume_matched_2046">
              <a:extLst>
                <a:ext uri="{FF2B5EF4-FFF2-40B4-BE49-F238E27FC236}">
                  <a16:creationId xmlns:a16="http://schemas.microsoft.com/office/drawing/2014/main" id="{A63CB2D6-FEE9-41E4-A092-2CC29D152E47}"/>
                </a:ext>
              </a:extLst>
            </p:cNvPr>
            <p:cNvSpPr>
              <a:spLocks/>
            </p:cNvSpPr>
            <p:nvPr/>
          </p:nvSpPr>
          <p:spPr>
            <a:xfrm>
              <a:off x="4205293" y="425723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48" name="03_assume_matched_2047">
              <a:extLst>
                <a:ext uri="{FF2B5EF4-FFF2-40B4-BE49-F238E27FC236}">
                  <a16:creationId xmlns:a16="http://schemas.microsoft.com/office/drawing/2014/main" id="{BDDC8542-5BE1-4F27-B2A0-A1231A629432}"/>
                </a:ext>
              </a:extLst>
            </p:cNvPr>
            <p:cNvSpPr>
              <a:spLocks/>
            </p:cNvSpPr>
            <p:nvPr/>
          </p:nvSpPr>
          <p:spPr>
            <a:xfrm>
              <a:off x="4582486" y="396479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49" name="03_assume_matched_2048">
              <a:extLst>
                <a:ext uri="{FF2B5EF4-FFF2-40B4-BE49-F238E27FC236}">
                  <a16:creationId xmlns:a16="http://schemas.microsoft.com/office/drawing/2014/main" id="{982141A3-32A3-4940-8CDE-65F558D18DA0}"/>
                </a:ext>
              </a:extLst>
            </p:cNvPr>
            <p:cNvSpPr>
              <a:spLocks/>
            </p:cNvSpPr>
            <p:nvPr/>
          </p:nvSpPr>
          <p:spPr>
            <a:xfrm>
              <a:off x="5336872" y="396479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50" name="03_assume_matched_2049">
              <a:extLst>
                <a:ext uri="{FF2B5EF4-FFF2-40B4-BE49-F238E27FC236}">
                  <a16:creationId xmlns:a16="http://schemas.microsoft.com/office/drawing/2014/main" id="{1CA287C8-703F-44C5-B77C-0E97B6AA4164}"/>
                </a:ext>
              </a:extLst>
            </p:cNvPr>
            <p:cNvSpPr>
              <a:spLocks/>
            </p:cNvSpPr>
            <p:nvPr/>
          </p:nvSpPr>
          <p:spPr>
            <a:xfrm>
              <a:off x="6091258" y="396479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051" name="03_assume_matched_2050">
              <a:extLst>
                <a:ext uri="{FF2B5EF4-FFF2-40B4-BE49-F238E27FC236}">
                  <a16:creationId xmlns:a16="http://schemas.microsoft.com/office/drawing/2014/main" id="{6D3D126E-32E6-424F-A3A3-5CF16A4BDD6F}"/>
                </a:ext>
              </a:extLst>
            </p:cNvPr>
            <p:cNvSpPr>
              <a:spLocks/>
            </p:cNvSpPr>
            <p:nvPr/>
          </p:nvSpPr>
          <p:spPr>
            <a:xfrm>
              <a:off x="712800" y="483708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2052" name="03_assume_matched_2051">
              <a:extLst>
                <a:ext uri="{FF2B5EF4-FFF2-40B4-BE49-F238E27FC236}">
                  <a16:creationId xmlns:a16="http://schemas.microsoft.com/office/drawing/2014/main" id="{92B6842A-2205-475B-BCC7-8CB2C1E905AC}"/>
                </a:ext>
              </a:extLst>
            </p:cNvPr>
            <p:cNvSpPr>
              <a:spLocks/>
            </p:cNvSpPr>
            <p:nvPr/>
          </p:nvSpPr>
          <p:spPr>
            <a:xfrm>
              <a:off x="1014554" y="4866326"/>
              <a:ext cx="196140" cy="584869"/>
            </a:xfrm>
            <a:custGeom>
              <a:avLst/>
              <a:gdLst/>
              <a:ahLst/>
              <a:cxnLst/>
              <a:rect l="0" t="0" r="0" b="0"/>
              <a:pathLst>
                <a:path w="196140" h="584869">
                  <a:moveTo>
                    <a:pt x="196140" y="584869"/>
                  </a:moveTo>
                  <a:lnTo>
                    <a:pt x="0" y="584869"/>
                  </a:lnTo>
                  <a:lnTo>
                    <a:pt x="1084" y="579995"/>
                  </a:lnTo>
                  <a:lnTo>
                    <a:pt x="4261" y="575121"/>
                  </a:lnTo>
                  <a:lnTo>
                    <a:pt x="9320" y="570247"/>
                  </a:lnTo>
                  <a:lnTo>
                    <a:pt x="15930" y="565373"/>
                  </a:lnTo>
                  <a:lnTo>
                    <a:pt x="23683" y="560500"/>
                  </a:lnTo>
                  <a:lnTo>
                    <a:pt x="32132" y="555626"/>
                  </a:lnTo>
                  <a:lnTo>
                    <a:pt x="40834" y="550752"/>
                  </a:lnTo>
                  <a:lnTo>
                    <a:pt x="49387" y="545878"/>
                  </a:lnTo>
                  <a:lnTo>
                    <a:pt x="57457" y="541004"/>
                  </a:lnTo>
                  <a:lnTo>
                    <a:pt x="64796" y="536130"/>
                  </a:lnTo>
                  <a:lnTo>
                    <a:pt x="71245" y="531256"/>
                  </a:lnTo>
                  <a:lnTo>
                    <a:pt x="76728" y="526382"/>
                  </a:lnTo>
                  <a:lnTo>
                    <a:pt x="81240" y="521508"/>
                  </a:lnTo>
                  <a:lnTo>
                    <a:pt x="84830" y="516634"/>
                  </a:lnTo>
                  <a:lnTo>
                    <a:pt x="87581" y="511760"/>
                  </a:lnTo>
                  <a:lnTo>
                    <a:pt x="89596" y="506887"/>
                  </a:lnTo>
                  <a:lnTo>
                    <a:pt x="90981" y="502013"/>
                  </a:lnTo>
                  <a:lnTo>
                    <a:pt x="91838" y="497139"/>
                  </a:lnTo>
                  <a:lnTo>
                    <a:pt x="92261" y="492265"/>
                  </a:lnTo>
                  <a:lnTo>
                    <a:pt x="92332" y="487391"/>
                  </a:lnTo>
                  <a:lnTo>
                    <a:pt x="92120" y="482517"/>
                  </a:lnTo>
                  <a:lnTo>
                    <a:pt x="91688" y="477643"/>
                  </a:lnTo>
                  <a:lnTo>
                    <a:pt x="91091" y="472769"/>
                  </a:lnTo>
                  <a:lnTo>
                    <a:pt x="90379" y="467895"/>
                  </a:lnTo>
                  <a:lnTo>
                    <a:pt x="89601" y="463021"/>
                  </a:lnTo>
                  <a:lnTo>
                    <a:pt x="88801" y="458147"/>
                  </a:lnTo>
                  <a:lnTo>
                    <a:pt x="88021" y="453274"/>
                  </a:lnTo>
                  <a:lnTo>
                    <a:pt x="87298" y="448400"/>
                  </a:lnTo>
                  <a:lnTo>
                    <a:pt x="86663" y="443526"/>
                  </a:lnTo>
                  <a:lnTo>
                    <a:pt x="86137" y="438652"/>
                  </a:lnTo>
                  <a:lnTo>
                    <a:pt x="85737" y="433778"/>
                  </a:lnTo>
                  <a:lnTo>
                    <a:pt x="85467" y="428904"/>
                  </a:lnTo>
                  <a:lnTo>
                    <a:pt x="85326" y="424030"/>
                  </a:lnTo>
                  <a:lnTo>
                    <a:pt x="85304" y="419156"/>
                  </a:lnTo>
                  <a:lnTo>
                    <a:pt x="85388" y="414282"/>
                  </a:lnTo>
                  <a:lnTo>
                    <a:pt x="85560" y="409408"/>
                  </a:lnTo>
                  <a:lnTo>
                    <a:pt x="85801" y="404534"/>
                  </a:lnTo>
                  <a:lnTo>
                    <a:pt x="86094" y="399661"/>
                  </a:lnTo>
                  <a:lnTo>
                    <a:pt x="86418" y="394787"/>
                  </a:lnTo>
                  <a:lnTo>
                    <a:pt x="86755" y="389913"/>
                  </a:lnTo>
                  <a:lnTo>
                    <a:pt x="87084" y="385039"/>
                  </a:lnTo>
                  <a:lnTo>
                    <a:pt x="87384" y="380165"/>
                  </a:lnTo>
                  <a:lnTo>
                    <a:pt x="87631" y="375291"/>
                  </a:lnTo>
                  <a:lnTo>
                    <a:pt x="87795" y="370417"/>
                  </a:lnTo>
                  <a:lnTo>
                    <a:pt x="87846" y="365543"/>
                  </a:lnTo>
                  <a:lnTo>
                    <a:pt x="87752" y="360669"/>
                  </a:lnTo>
                  <a:lnTo>
                    <a:pt x="87481" y="355795"/>
                  </a:lnTo>
                  <a:lnTo>
                    <a:pt x="87005" y="350921"/>
                  </a:lnTo>
                  <a:lnTo>
                    <a:pt x="86306" y="346048"/>
                  </a:lnTo>
                  <a:lnTo>
                    <a:pt x="85378" y="341174"/>
                  </a:lnTo>
                  <a:lnTo>
                    <a:pt x="84234" y="336300"/>
                  </a:lnTo>
                  <a:lnTo>
                    <a:pt x="82905" y="331426"/>
                  </a:lnTo>
                  <a:lnTo>
                    <a:pt x="81444" y="326552"/>
                  </a:lnTo>
                  <a:lnTo>
                    <a:pt x="79926" y="321678"/>
                  </a:lnTo>
                  <a:lnTo>
                    <a:pt x="78440" y="316804"/>
                  </a:lnTo>
                  <a:lnTo>
                    <a:pt x="77086" y="311930"/>
                  </a:lnTo>
                  <a:lnTo>
                    <a:pt x="75964" y="307056"/>
                  </a:lnTo>
                  <a:lnTo>
                    <a:pt x="75167" y="302182"/>
                  </a:lnTo>
                  <a:lnTo>
                    <a:pt x="74769" y="297308"/>
                  </a:lnTo>
                  <a:lnTo>
                    <a:pt x="74817" y="292435"/>
                  </a:lnTo>
                  <a:lnTo>
                    <a:pt x="75329" y="287561"/>
                  </a:lnTo>
                  <a:lnTo>
                    <a:pt x="76288" y="282687"/>
                  </a:lnTo>
                  <a:lnTo>
                    <a:pt x="77646" y="277813"/>
                  </a:lnTo>
                  <a:lnTo>
                    <a:pt x="79330" y="272939"/>
                  </a:lnTo>
                  <a:lnTo>
                    <a:pt x="81249" y="268065"/>
                  </a:lnTo>
                  <a:lnTo>
                    <a:pt x="83302" y="263191"/>
                  </a:lnTo>
                  <a:lnTo>
                    <a:pt x="85390" y="258317"/>
                  </a:lnTo>
                  <a:lnTo>
                    <a:pt x="87425" y="253443"/>
                  </a:lnTo>
                  <a:lnTo>
                    <a:pt x="89332" y="248569"/>
                  </a:lnTo>
                  <a:lnTo>
                    <a:pt x="91058" y="243695"/>
                  </a:lnTo>
                  <a:lnTo>
                    <a:pt x="92569" y="238822"/>
                  </a:lnTo>
                  <a:lnTo>
                    <a:pt x="93851" y="233948"/>
                  </a:lnTo>
                  <a:lnTo>
                    <a:pt x="94908" y="229074"/>
                  </a:lnTo>
                  <a:lnTo>
                    <a:pt x="95753" y="224200"/>
                  </a:lnTo>
                  <a:lnTo>
                    <a:pt x="96411" y="219326"/>
                  </a:lnTo>
                  <a:lnTo>
                    <a:pt x="96908" y="214452"/>
                  </a:lnTo>
                  <a:lnTo>
                    <a:pt x="97275" y="209578"/>
                  </a:lnTo>
                  <a:lnTo>
                    <a:pt x="97539" y="204704"/>
                  </a:lnTo>
                  <a:lnTo>
                    <a:pt x="97723" y="199830"/>
                  </a:lnTo>
                  <a:lnTo>
                    <a:pt x="97848" y="194956"/>
                  </a:lnTo>
                  <a:lnTo>
                    <a:pt x="97932" y="190082"/>
                  </a:lnTo>
                  <a:lnTo>
                    <a:pt x="97986" y="185209"/>
                  </a:lnTo>
                  <a:lnTo>
                    <a:pt x="98020" y="180335"/>
                  </a:lnTo>
                  <a:lnTo>
                    <a:pt x="98041" y="175461"/>
                  </a:lnTo>
                  <a:lnTo>
                    <a:pt x="98053" y="170587"/>
                  </a:lnTo>
                  <a:lnTo>
                    <a:pt x="98061" y="165713"/>
                  </a:lnTo>
                  <a:lnTo>
                    <a:pt x="98065" y="160839"/>
                  </a:lnTo>
                  <a:lnTo>
                    <a:pt x="98067" y="155965"/>
                  </a:lnTo>
                  <a:lnTo>
                    <a:pt x="98069"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3" y="155965"/>
                  </a:lnTo>
                  <a:lnTo>
                    <a:pt x="98075" y="160839"/>
                  </a:lnTo>
                  <a:lnTo>
                    <a:pt x="98079" y="165713"/>
                  </a:lnTo>
                  <a:lnTo>
                    <a:pt x="98087" y="170587"/>
                  </a:lnTo>
                  <a:lnTo>
                    <a:pt x="98100" y="175461"/>
                  </a:lnTo>
                  <a:lnTo>
                    <a:pt x="98121" y="180335"/>
                  </a:lnTo>
                  <a:lnTo>
                    <a:pt x="98155" y="185209"/>
                  </a:lnTo>
                  <a:lnTo>
                    <a:pt x="98209" y="190082"/>
                  </a:lnTo>
                  <a:lnTo>
                    <a:pt x="98292" y="194956"/>
                  </a:lnTo>
                  <a:lnTo>
                    <a:pt x="98418" y="199830"/>
                  </a:lnTo>
                  <a:lnTo>
                    <a:pt x="98602" y="204704"/>
                  </a:lnTo>
                  <a:lnTo>
                    <a:pt x="98865" y="209578"/>
                  </a:lnTo>
                  <a:lnTo>
                    <a:pt x="99232" y="214452"/>
                  </a:lnTo>
                  <a:lnTo>
                    <a:pt x="99730" y="219326"/>
                  </a:lnTo>
                  <a:lnTo>
                    <a:pt x="100387" y="224200"/>
                  </a:lnTo>
                  <a:lnTo>
                    <a:pt x="101233" y="229074"/>
                  </a:lnTo>
                  <a:lnTo>
                    <a:pt x="102289" y="233948"/>
                  </a:lnTo>
                  <a:lnTo>
                    <a:pt x="103571" y="238822"/>
                  </a:lnTo>
                  <a:lnTo>
                    <a:pt x="105083" y="243695"/>
                  </a:lnTo>
                  <a:lnTo>
                    <a:pt x="106808" y="248569"/>
                  </a:lnTo>
                  <a:lnTo>
                    <a:pt x="108716" y="253443"/>
                  </a:lnTo>
                  <a:lnTo>
                    <a:pt x="110750" y="258317"/>
                  </a:lnTo>
                  <a:lnTo>
                    <a:pt x="112839" y="263191"/>
                  </a:lnTo>
                  <a:lnTo>
                    <a:pt x="114892" y="268065"/>
                  </a:lnTo>
                  <a:lnTo>
                    <a:pt x="116810" y="272939"/>
                  </a:lnTo>
                  <a:lnTo>
                    <a:pt x="118494" y="277813"/>
                  </a:lnTo>
                  <a:lnTo>
                    <a:pt x="119852" y="282687"/>
                  </a:lnTo>
                  <a:lnTo>
                    <a:pt x="120811" y="287561"/>
                  </a:lnTo>
                  <a:lnTo>
                    <a:pt x="121323" y="292435"/>
                  </a:lnTo>
                  <a:lnTo>
                    <a:pt x="121372" y="297308"/>
                  </a:lnTo>
                  <a:lnTo>
                    <a:pt x="120973" y="302182"/>
                  </a:lnTo>
                  <a:lnTo>
                    <a:pt x="120176" y="307056"/>
                  </a:lnTo>
                  <a:lnTo>
                    <a:pt x="119055" y="311930"/>
                  </a:lnTo>
                  <a:lnTo>
                    <a:pt x="117700" y="316804"/>
                  </a:lnTo>
                  <a:lnTo>
                    <a:pt x="116214" y="321678"/>
                  </a:lnTo>
                  <a:lnTo>
                    <a:pt x="114696" y="326552"/>
                  </a:lnTo>
                  <a:lnTo>
                    <a:pt x="113236" y="331426"/>
                  </a:lnTo>
                  <a:lnTo>
                    <a:pt x="111907" y="336300"/>
                  </a:lnTo>
                  <a:lnTo>
                    <a:pt x="110762" y="341174"/>
                  </a:lnTo>
                  <a:lnTo>
                    <a:pt x="109835" y="346048"/>
                  </a:lnTo>
                  <a:lnTo>
                    <a:pt x="109136" y="350921"/>
                  </a:lnTo>
                  <a:lnTo>
                    <a:pt x="108660" y="355795"/>
                  </a:lnTo>
                  <a:lnTo>
                    <a:pt x="108388" y="360669"/>
                  </a:lnTo>
                  <a:lnTo>
                    <a:pt x="108294" y="365543"/>
                  </a:lnTo>
                  <a:lnTo>
                    <a:pt x="108345" y="370417"/>
                  </a:lnTo>
                  <a:lnTo>
                    <a:pt x="108510" y="375291"/>
                  </a:lnTo>
                  <a:lnTo>
                    <a:pt x="108756" y="380165"/>
                  </a:lnTo>
                  <a:lnTo>
                    <a:pt x="109056" y="385039"/>
                  </a:lnTo>
                  <a:lnTo>
                    <a:pt x="109386" y="389913"/>
                  </a:lnTo>
                  <a:lnTo>
                    <a:pt x="109723" y="394787"/>
                  </a:lnTo>
                  <a:lnTo>
                    <a:pt x="110047" y="399661"/>
                  </a:lnTo>
                  <a:lnTo>
                    <a:pt x="110339" y="404534"/>
                  </a:lnTo>
                  <a:lnTo>
                    <a:pt x="110580" y="409408"/>
                  </a:lnTo>
                  <a:lnTo>
                    <a:pt x="110752" y="414282"/>
                  </a:lnTo>
                  <a:lnTo>
                    <a:pt x="110836" y="419156"/>
                  </a:lnTo>
                  <a:lnTo>
                    <a:pt x="110814" y="424030"/>
                  </a:lnTo>
                  <a:lnTo>
                    <a:pt x="110673" y="428904"/>
                  </a:lnTo>
                  <a:lnTo>
                    <a:pt x="110403" y="433778"/>
                  </a:lnTo>
                  <a:lnTo>
                    <a:pt x="110003" y="438652"/>
                  </a:lnTo>
                  <a:lnTo>
                    <a:pt x="109478" y="443526"/>
                  </a:lnTo>
                  <a:lnTo>
                    <a:pt x="108842" y="448400"/>
                  </a:lnTo>
                  <a:lnTo>
                    <a:pt x="108119" y="453274"/>
                  </a:lnTo>
                  <a:lnTo>
                    <a:pt x="107339" y="458147"/>
                  </a:lnTo>
                  <a:lnTo>
                    <a:pt x="106539" y="463021"/>
                  </a:lnTo>
                  <a:lnTo>
                    <a:pt x="105761" y="467895"/>
                  </a:lnTo>
                  <a:lnTo>
                    <a:pt x="105050" y="472769"/>
                  </a:lnTo>
                  <a:lnTo>
                    <a:pt x="104452" y="477643"/>
                  </a:lnTo>
                  <a:lnTo>
                    <a:pt x="104020" y="482517"/>
                  </a:lnTo>
                  <a:lnTo>
                    <a:pt x="103808" y="487391"/>
                  </a:lnTo>
                  <a:lnTo>
                    <a:pt x="103879" y="492265"/>
                  </a:lnTo>
                  <a:lnTo>
                    <a:pt x="104302" y="497139"/>
                  </a:lnTo>
                  <a:lnTo>
                    <a:pt x="105160" y="502013"/>
                  </a:lnTo>
                  <a:lnTo>
                    <a:pt x="106544" y="506887"/>
                  </a:lnTo>
                  <a:lnTo>
                    <a:pt x="108559" y="511760"/>
                  </a:lnTo>
                  <a:lnTo>
                    <a:pt x="111310" y="516634"/>
                  </a:lnTo>
                  <a:lnTo>
                    <a:pt x="114900" y="521508"/>
                  </a:lnTo>
                  <a:lnTo>
                    <a:pt x="119413" y="526382"/>
                  </a:lnTo>
                  <a:lnTo>
                    <a:pt x="124895" y="531256"/>
                  </a:lnTo>
                  <a:lnTo>
                    <a:pt x="131344" y="536130"/>
                  </a:lnTo>
                  <a:lnTo>
                    <a:pt x="138683" y="541004"/>
                  </a:lnTo>
                  <a:lnTo>
                    <a:pt x="146753" y="545878"/>
                  </a:lnTo>
                  <a:lnTo>
                    <a:pt x="155306" y="550752"/>
                  </a:lnTo>
                  <a:lnTo>
                    <a:pt x="164008" y="555626"/>
                  </a:lnTo>
                  <a:lnTo>
                    <a:pt x="172458" y="560500"/>
                  </a:lnTo>
                  <a:lnTo>
                    <a:pt x="180211" y="565373"/>
                  </a:lnTo>
                  <a:lnTo>
                    <a:pt x="186821" y="570247"/>
                  </a:lnTo>
                  <a:lnTo>
                    <a:pt x="191879" y="575121"/>
                  </a:lnTo>
                  <a:lnTo>
                    <a:pt x="195057"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2053" name="03_assume_matched_2052">
              <a:extLst>
                <a:ext uri="{FF2B5EF4-FFF2-40B4-BE49-F238E27FC236}">
                  <a16:creationId xmlns:a16="http://schemas.microsoft.com/office/drawing/2014/main" id="{FE3C56C9-8002-48A8-BEC4-7CBEE73E3E0D}"/>
                </a:ext>
              </a:extLst>
            </p:cNvPr>
            <p:cNvSpPr>
              <a:spLocks/>
            </p:cNvSpPr>
            <p:nvPr/>
          </p:nvSpPr>
          <p:spPr>
            <a:xfrm>
              <a:off x="1391747" y="4866326"/>
              <a:ext cx="196140" cy="584869"/>
            </a:xfrm>
            <a:custGeom>
              <a:avLst/>
              <a:gdLst/>
              <a:ahLst/>
              <a:cxnLst/>
              <a:rect l="0" t="0" r="0" b="0"/>
              <a:pathLst>
                <a:path w="196140" h="584869">
                  <a:moveTo>
                    <a:pt x="183081" y="584869"/>
                  </a:moveTo>
                  <a:lnTo>
                    <a:pt x="13060" y="584869"/>
                  </a:lnTo>
                  <a:lnTo>
                    <a:pt x="13983" y="579995"/>
                  </a:lnTo>
                  <a:lnTo>
                    <a:pt x="16692" y="575121"/>
                  </a:lnTo>
                  <a:lnTo>
                    <a:pt x="21005" y="570247"/>
                  </a:lnTo>
                  <a:lnTo>
                    <a:pt x="26642" y="565373"/>
                  </a:lnTo>
                  <a:lnTo>
                    <a:pt x="33256" y="560500"/>
                  </a:lnTo>
                  <a:lnTo>
                    <a:pt x="40467" y="555626"/>
                  </a:lnTo>
                  <a:lnTo>
                    <a:pt x="47902" y="550752"/>
                  </a:lnTo>
                  <a:lnTo>
                    <a:pt x="55219" y="545878"/>
                  </a:lnTo>
                  <a:lnTo>
                    <a:pt x="62141" y="541004"/>
                  </a:lnTo>
                  <a:lnTo>
                    <a:pt x="68457" y="536130"/>
                  </a:lnTo>
                  <a:lnTo>
                    <a:pt x="74038" y="531256"/>
                  </a:lnTo>
                  <a:lnTo>
                    <a:pt x="78823" y="526382"/>
                  </a:lnTo>
                  <a:lnTo>
                    <a:pt x="82810" y="521508"/>
                  </a:lnTo>
                  <a:lnTo>
                    <a:pt x="86041" y="516634"/>
                  </a:lnTo>
                  <a:lnTo>
                    <a:pt x="88588" y="511760"/>
                  </a:lnTo>
                  <a:lnTo>
                    <a:pt x="90534" y="506887"/>
                  </a:lnTo>
                  <a:lnTo>
                    <a:pt x="91968" y="502013"/>
                  </a:lnTo>
                  <a:lnTo>
                    <a:pt x="92970" y="497139"/>
                  </a:lnTo>
                  <a:lnTo>
                    <a:pt x="93613" y="492265"/>
                  </a:lnTo>
                  <a:lnTo>
                    <a:pt x="93960" y="487391"/>
                  </a:lnTo>
                  <a:lnTo>
                    <a:pt x="94062" y="482517"/>
                  </a:lnTo>
                  <a:lnTo>
                    <a:pt x="93963" y="477643"/>
                  </a:lnTo>
                  <a:lnTo>
                    <a:pt x="93703" y="472769"/>
                  </a:lnTo>
                  <a:lnTo>
                    <a:pt x="93317" y="467895"/>
                  </a:lnTo>
                  <a:lnTo>
                    <a:pt x="92840" y="463021"/>
                  </a:lnTo>
                  <a:lnTo>
                    <a:pt x="92306" y="458147"/>
                  </a:lnTo>
                  <a:lnTo>
                    <a:pt x="91748" y="453274"/>
                  </a:lnTo>
                  <a:lnTo>
                    <a:pt x="91196" y="448400"/>
                  </a:lnTo>
                  <a:lnTo>
                    <a:pt x="90677" y="443526"/>
                  </a:lnTo>
                  <a:lnTo>
                    <a:pt x="90215" y="438652"/>
                  </a:lnTo>
                  <a:lnTo>
                    <a:pt x="89829" y="433778"/>
                  </a:lnTo>
                  <a:lnTo>
                    <a:pt x="89532" y="428904"/>
                  </a:lnTo>
                  <a:lnTo>
                    <a:pt x="89331" y="424030"/>
                  </a:lnTo>
                  <a:lnTo>
                    <a:pt x="89230" y="419156"/>
                  </a:lnTo>
                  <a:lnTo>
                    <a:pt x="89228" y="414282"/>
                  </a:lnTo>
                  <a:lnTo>
                    <a:pt x="89322" y="409408"/>
                  </a:lnTo>
                  <a:lnTo>
                    <a:pt x="89504" y="404534"/>
                  </a:lnTo>
                  <a:lnTo>
                    <a:pt x="89766" y="399661"/>
                  </a:lnTo>
                  <a:lnTo>
                    <a:pt x="90096" y="394787"/>
                  </a:lnTo>
                  <a:lnTo>
                    <a:pt x="90479" y="389913"/>
                  </a:lnTo>
                  <a:lnTo>
                    <a:pt x="90900" y="385039"/>
                  </a:lnTo>
                  <a:lnTo>
                    <a:pt x="91339" y="380165"/>
                  </a:lnTo>
                  <a:lnTo>
                    <a:pt x="91774" y="375291"/>
                  </a:lnTo>
                  <a:lnTo>
                    <a:pt x="92182" y="370417"/>
                  </a:lnTo>
                  <a:lnTo>
                    <a:pt x="92540" y="365543"/>
                  </a:lnTo>
                  <a:lnTo>
                    <a:pt x="92825" y="360669"/>
                  </a:lnTo>
                  <a:lnTo>
                    <a:pt x="93020" y="355795"/>
                  </a:lnTo>
                  <a:lnTo>
                    <a:pt x="93112" y="350921"/>
                  </a:lnTo>
                  <a:lnTo>
                    <a:pt x="93093" y="346048"/>
                  </a:lnTo>
                  <a:lnTo>
                    <a:pt x="92964" y="341174"/>
                  </a:lnTo>
                  <a:lnTo>
                    <a:pt x="92735" y="336300"/>
                  </a:lnTo>
                  <a:lnTo>
                    <a:pt x="92424" y="331426"/>
                  </a:lnTo>
                  <a:lnTo>
                    <a:pt x="92053" y="326552"/>
                  </a:lnTo>
                  <a:lnTo>
                    <a:pt x="91651" y="321678"/>
                  </a:lnTo>
                  <a:lnTo>
                    <a:pt x="91252" y="316804"/>
                  </a:lnTo>
                  <a:lnTo>
                    <a:pt x="90888" y="311930"/>
                  </a:lnTo>
                  <a:lnTo>
                    <a:pt x="90588" y="307056"/>
                  </a:lnTo>
                  <a:lnTo>
                    <a:pt x="90377" y="302182"/>
                  </a:lnTo>
                  <a:lnTo>
                    <a:pt x="90274" y="297308"/>
                  </a:lnTo>
                  <a:lnTo>
                    <a:pt x="90286" y="292435"/>
                  </a:lnTo>
                  <a:lnTo>
                    <a:pt x="90412" y="287561"/>
                  </a:lnTo>
                  <a:lnTo>
                    <a:pt x="90642" y="282687"/>
                  </a:lnTo>
                  <a:lnTo>
                    <a:pt x="90956" y="277813"/>
                  </a:lnTo>
                  <a:lnTo>
                    <a:pt x="91329" y="272939"/>
                  </a:lnTo>
                  <a:lnTo>
                    <a:pt x="91733" y="268065"/>
                  </a:lnTo>
                  <a:lnTo>
                    <a:pt x="92138" y="263191"/>
                  </a:lnTo>
                  <a:lnTo>
                    <a:pt x="92517" y="258317"/>
                  </a:lnTo>
                  <a:lnTo>
                    <a:pt x="92847" y="253443"/>
                  </a:lnTo>
                  <a:lnTo>
                    <a:pt x="93111" y="248569"/>
                  </a:lnTo>
                  <a:lnTo>
                    <a:pt x="93298" y="243695"/>
                  </a:lnTo>
                  <a:lnTo>
                    <a:pt x="93406" y="238822"/>
                  </a:lnTo>
                  <a:lnTo>
                    <a:pt x="93436" y="233948"/>
                  </a:lnTo>
                  <a:lnTo>
                    <a:pt x="93397" y="229074"/>
                  </a:lnTo>
                  <a:lnTo>
                    <a:pt x="93301" y="224200"/>
                  </a:lnTo>
                  <a:lnTo>
                    <a:pt x="93163" y="219326"/>
                  </a:lnTo>
                  <a:lnTo>
                    <a:pt x="92999" y="214452"/>
                  </a:lnTo>
                  <a:lnTo>
                    <a:pt x="92826" y="209578"/>
                  </a:lnTo>
                  <a:lnTo>
                    <a:pt x="92660" y="204704"/>
                  </a:lnTo>
                  <a:lnTo>
                    <a:pt x="92515" y="199830"/>
                  </a:lnTo>
                  <a:lnTo>
                    <a:pt x="92404" y="194956"/>
                  </a:lnTo>
                  <a:lnTo>
                    <a:pt x="92337" y="190082"/>
                  </a:lnTo>
                  <a:lnTo>
                    <a:pt x="92322" y="185209"/>
                  </a:lnTo>
                  <a:lnTo>
                    <a:pt x="92362" y="180335"/>
                  </a:lnTo>
                  <a:lnTo>
                    <a:pt x="92459" y="175461"/>
                  </a:lnTo>
                  <a:lnTo>
                    <a:pt x="92614" y="170587"/>
                  </a:lnTo>
                  <a:lnTo>
                    <a:pt x="92821" y="165713"/>
                  </a:lnTo>
                  <a:lnTo>
                    <a:pt x="93077" y="160839"/>
                  </a:lnTo>
                  <a:lnTo>
                    <a:pt x="93373" y="155965"/>
                  </a:lnTo>
                  <a:lnTo>
                    <a:pt x="93701" y="151091"/>
                  </a:lnTo>
                  <a:lnTo>
                    <a:pt x="94050" y="146217"/>
                  </a:lnTo>
                  <a:lnTo>
                    <a:pt x="94407" y="141343"/>
                  </a:lnTo>
                  <a:lnTo>
                    <a:pt x="94758" y="136469"/>
                  </a:lnTo>
                  <a:lnTo>
                    <a:pt x="95088" y="131596"/>
                  </a:lnTo>
                  <a:lnTo>
                    <a:pt x="95380" y="126722"/>
                  </a:lnTo>
                  <a:lnTo>
                    <a:pt x="95617" y="121848"/>
                  </a:lnTo>
                  <a:lnTo>
                    <a:pt x="95778" y="116974"/>
                  </a:lnTo>
                  <a:lnTo>
                    <a:pt x="95841" y="112100"/>
                  </a:lnTo>
                  <a:lnTo>
                    <a:pt x="95780" y="107226"/>
                  </a:lnTo>
                  <a:lnTo>
                    <a:pt x="95563" y="102352"/>
                  </a:lnTo>
                  <a:lnTo>
                    <a:pt x="95150" y="97478"/>
                  </a:lnTo>
                  <a:lnTo>
                    <a:pt x="94493" y="92604"/>
                  </a:lnTo>
                  <a:lnTo>
                    <a:pt x="93529" y="87730"/>
                  </a:lnTo>
                  <a:lnTo>
                    <a:pt x="92184" y="82856"/>
                  </a:lnTo>
                  <a:lnTo>
                    <a:pt x="90368" y="77983"/>
                  </a:lnTo>
                  <a:lnTo>
                    <a:pt x="87982" y="73109"/>
                  </a:lnTo>
                  <a:lnTo>
                    <a:pt x="84920" y="68235"/>
                  </a:lnTo>
                  <a:lnTo>
                    <a:pt x="81081" y="63361"/>
                  </a:lnTo>
                  <a:lnTo>
                    <a:pt x="76381" y="58487"/>
                  </a:lnTo>
                  <a:lnTo>
                    <a:pt x="70769" y="53613"/>
                  </a:lnTo>
                  <a:lnTo>
                    <a:pt x="64247" y="48739"/>
                  </a:lnTo>
                  <a:lnTo>
                    <a:pt x="56886" y="43865"/>
                  </a:lnTo>
                  <a:lnTo>
                    <a:pt x="48837" y="38991"/>
                  </a:lnTo>
                  <a:lnTo>
                    <a:pt x="40341" y="34117"/>
                  </a:lnTo>
                  <a:lnTo>
                    <a:pt x="31720" y="29243"/>
                  </a:lnTo>
                  <a:lnTo>
                    <a:pt x="23365" y="24370"/>
                  </a:lnTo>
                  <a:lnTo>
                    <a:pt x="15709" y="19496"/>
                  </a:lnTo>
                  <a:lnTo>
                    <a:pt x="9188" y="14622"/>
                  </a:lnTo>
                  <a:lnTo>
                    <a:pt x="4200" y="9748"/>
                  </a:lnTo>
                  <a:lnTo>
                    <a:pt x="1068" y="4874"/>
                  </a:lnTo>
                  <a:lnTo>
                    <a:pt x="0" y="0"/>
                  </a:lnTo>
                  <a:lnTo>
                    <a:pt x="196140" y="0"/>
                  </a:lnTo>
                  <a:lnTo>
                    <a:pt x="196140" y="0"/>
                  </a:lnTo>
                  <a:lnTo>
                    <a:pt x="195072" y="4874"/>
                  </a:lnTo>
                  <a:lnTo>
                    <a:pt x="191940" y="9748"/>
                  </a:lnTo>
                  <a:lnTo>
                    <a:pt x="186953" y="14622"/>
                  </a:lnTo>
                  <a:lnTo>
                    <a:pt x="180431" y="19496"/>
                  </a:lnTo>
                  <a:lnTo>
                    <a:pt x="172775" y="24370"/>
                  </a:lnTo>
                  <a:lnTo>
                    <a:pt x="164421" y="29243"/>
                  </a:lnTo>
                  <a:lnTo>
                    <a:pt x="155800" y="34117"/>
                  </a:lnTo>
                  <a:lnTo>
                    <a:pt x="147303" y="38991"/>
                  </a:lnTo>
                  <a:lnTo>
                    <a:pt x="139254" y="43865"/>
                  </a:lnTo>
                  <a:lnTo>
                    <a:pt x="131893" y="48739"/>
                  </a:lnTo>
                  <a:lnTo>
                    <a:pt x="125371" y="53613"/>
                  </a:lnTo>
                  <a:lnTo>
                    <a:pt x="119759" y="58487"/>
                  </a:lnTo>
                  <a:lnTo>
                    <a:pt x="115059" y="63361"/>
                  </a:lnTo>
                  <a:lnTo>
                    <a:pt x="111220" y="68235"/>
                  </a:lnTo>
                  <a:lnTo>
                    <a:pt x="108158" y="73109"/>
                  </a:lnTo>
                  <a:lnTo>
                    <a:pt x="105772" y="77983"/>
                  </a:lnTo>
                  <a:lnTo>
                    <a:pt x="103957" y="82856"/>
                  </a:lnTo>
                  <a:lnTo>
                    <a:pt x="102611" y="87730"/>
                  </a:lnTo>
                  <a:lnTo>
                    <a:pt x="101647" y="92604"/>
                  </a:lnTo>
                  <a:lnTo>
                    <a:pt x="100990" y="97478"/>
                  </a:lnTo>
                  <a:lnTo>
                    <a:pt x="100577" y="102352"/>
                  </a:lnTo>
                  <a:lnTo>
                    <a:pt x="100360" y="107226"/>
                  </a:lnTo>
                  <a:lnTo>
                    <a:pt x="100299" y="112100"/>
                  </a:lnTo>
                  <a:lnTo>
                    <a:pt x="100362" y="116974"/>
                  </a:lnTo>
                  <a:lnTo>
                    <a:pt x="100523" y="121848"/>
                  </a:lnTo>
                  <a:lnTo>
                    <a:pt x="100760" y="126722"/>
                  </a:lnTo>
                  <a:lnTo>
                    <a:pt x="101053" y="131596"/>
                  </a:lnTo>
                  <a:lnTo>
                    <a:pt x="101383" y="136469"/>
                  </a:lnTo>
                  <a:lnTo>
                    <a:pt x="101734" y="141343"/>
                  </a:lnTo>
                  <a:lnTo>
                    <a:pt x="102090" y="146217"/>
                  </a:lnTo>
                  <a:lnTo>
                    <a:pt x="102439" y="151091"/>
                  </a:lnTo>
                  <a:lnTo>
                    <a:pt x="102767" y="155965"/>
                  </a:lnTo>
                  <a:lnTo>
                    <a:pt x="103063" y="160839"/>
                  </a:lnTo>
                  <a:lnTo>
                    <a:pt x="103319" y="165713"/>
                  </a:lnTo>
                  <a:lnTo>
                    <a:pt x="103527" y="170587"/>
                  </a:lnTo>
                  <a:lnTo>
                    <a:pt x="103681" y="175461"/>
                  </a:lnTo>
                  <a:lnTo>
                    <a:pt x="103779" y="180335"/>
                  </a:lnTo>
                  <a:lnTo>
                    <a:pt x="103819" y="185209"/>
                  </a:lnTo>
                  <a:lnTo>
                    <a:pt x="103803" y="190082"/>
                  </a:lnTo>
                  <a:lnTo>
                    <a:pt x="103736" y="194956"/>
                  </a:lnTo>
                  <a:lnTo>
                    <a:pt x="103625" y="199830"/>
                  </a:lnTo>
                  <a:lnTo>
                    <a:pt x="103480" y="204704"/>
                  </a:lnTo>
                  <a:lnTo>
                    <a:pt x="103314" y="209578"/>
                  </a:lnTo>
                  <a:lnTo>
                    <a:pt x="103141" y="214452"/>
                  </a:lnTo>
                  <a:lnTo>
                    <a:pt x="102977" y="219326"/>
                  </a:lnTo>
                  <a:lnTo>
                    <a:pt x="102839" y="224200"/>
                  </a:lnTo>
                  <a:lnTo>
                    <a:pt x="102743" y="229074"/>
                  </a:lnTo>
                  <a:lnTo>
                    <a:pt x="102704" y="233948"/>
                  </a:lnTo>
                  <a:lnTo>
                    <a:pt x="102735" y="238822"/>
                  </a:lnTo>
                  <a:lnTo>
                    <a:pt x="102842" y="243695"/>
                  </a:lnTo>
                  <a:lnTo>
                    <a:pt x="103030" y="248569"/>
                  </a:lnTo>
                  <a:lnTo>
                    <a:pt x="103294" y="253443"/>
                  </a:lnTo>
                  <a:lnTo>
                    <a:pt x="103624" y="258317"/>
                  </a:lnTo>
                  <a:lnTo>
                    <a:pt x="104002" y="263191"/>
                  </a:lnTo>
                  <a:lnTo>
                    <a:pt x="104407" y="268065"/>
                  </a:lnTo>
                  <a:lnTo>
                    <a:pt x="104811" y="272939"/>
                  </a:lnTo>
                  <a:lnTo>
                    <a:pt x="105184" y="277813"/>
                  </a:lnTo>
                  <a:lnTo>
                    <a:pt x="105498" y="282687"/>
                  </a:lnTo>
                  <a:lnTo>
                    <a:pt x="105728" y="287561"/>
                  </a:lnTo>
                  <a:lnTo>
                    <a:pt x="105855" y="292435"/>
                  </a:lnTo>
                  <a:lnTo>
                    <a:pt x="105867" y="297308"/>
                  </a:lnTo>
                  <a:lnTo>
                    <a:pt x="105763" y="302182"/>
                  </a:lnTo>
                  <a:lnTo>
                    <a:pt x="105553" y="307056"/>
                  </a:lnTo>
                  <a:lnTo>
                    <a:pt x="105253" y="311930"/>
                  </a:lnTo>
                  <a:lnTo>
                    <a:pt x="104888" y="316804"/>
                  </a:lnTo>
                  <a:lnTo>
                    <a:pt x="104489" y="321678"/>
                  </a:lnTo>
                  <a:lnTo>
                    <a:pt x="104088" y="326552"/>
                  </a:lnTo>
                  <a:lnTo>
                    <a:pt x="103717" y="331426"/>
                  </a:lnTo>
                  <a:lnTo>
                    <a:pt x="103405" y="336300"/>
                  </a:lnTo>
                  <a:lnTo>
                    <a:pt x="103176" y="341174"/>
                  </a:lnTo>
                  <a:lnTo>
                    <a:pt x="103048" y="346048"/>
                  </a:lnTo>
                  <a:lnTo>
                    <a:pt x="103029" y="350921"/>
                  </a:lnTo>
                  <a:lnTo>
                    <a:pt x="103120" y="355795"/>
                  </a:lnTo>
                  <a:lnTo>
                    <a:pt x="103315" y="360669"/>
                  </a:lnTo>
                  <a:lnTo>
                    <a:pt x="103601" y="365543"/>
                  </a:lnTo>
                  <a:lnTo>
                    <a:pt x="103958" y="370417"/>
                  </a:lnTo>
                  <a:lnTo>
                    <a:pt x="104366" y="375291"/>
                  </a:lnTo>
                  <a:lnTo>
                    <a:pt x="104801" y="380165"/>
                  </a:lnTo>
                  <a:lnTo>
                    <a:pt x="105240" y="385039"/>
                  </a:lnTo>
                  <a:lnTo>
                    <a:pt x="105661" y="389913"/>
                  </a:lnTo>
                  <a:lnTo>
                    <a:pt x="106045" y="394787"/>
                  </a:lnTo>
                  <a:lnTo>
                    <a:pt x="106375" y="399661"/>
                  </a:lnTo>
                  <a:lnTo>
                    <a:pt x="106636" y="404534"/>
                  </a:lnTo>
                  <a:lnTo>
                    <a:pt x="106818" y="409408"/>
                  </a:lnTo>
                  <a:lnTo>
                    <a:pt x="106912" y="414282"/>
                  </a:lnTo>
                  <a:lnTo>
                    <a:pt x="106910" y="419156"/>
                  </a:lnTo>
                  <a:lnTo>
                    <a:pt x="106809" y="424030"/>
                  </a:lnTo>
                  <a:lnTo>
                    <a:pt x="106609" y="428904"/>
                  </a:lnTo>
                  <a:lnTo>
                    <a:pt x="106311" y="433778"/>
                  </a:lnTo>
                  <a:lnTo>
                    <a:pt x="105925" y="438652"/>
                  </a:lnTo>
                  <a:lnTo>
                    <a:pt x="105463" y="443526"/>
                  </a:lnTo>
                  <a:lnTo>
                    <a:pt x="104945" y="448400"/>
                  </a:lnTo>
                  <a:lnTo>
                    <a:pt x="104392" y="453274"/>
                  </a:lnTo>
                  <a:lnTo>
                    <a:pt x="103834" y="458147"/>
                  </a:lnTo>
                  <a:lnTo>
                    <a:pt x="103300" y="463021"/>
                  </a:lnTo>
                  <a:lnTo>
                    <a:pt x="102824" y="467895"/>
                  </a:lnTo>
                  <a:lnTo>
                    <a:pt x="102438" y="472769"/>
                  </a:lnTo>
                  <a:lnTo>
                    <a:pt x="102177" y="477643"/>
                  </a:lnTo>
                  <a:lnTo>
                    <a:pt x="102078" y="482517"/>
                  </a:lnTo>
                  <a:lnTo>
                    <a:pt x="102180" y="487391"/>
                  </a:lnTo>
                  <a:lnTo>
                    <a:pt x="102527" y="492265"/>
                  </a:lnTo>
                  <a:lnTo>
                    <a:pt x="103170" y="497139"/>
                  </a:lnTo>
                  <a:lnTo>
                    <a:pt x="104173" y="502013"/>
                  </a:lnTo>
                  <a:lnTo>
                    <a:pt x="105606" y="506887"/>
                  </a:lnTo>
                  <a:lnTo>
                    <a:pt x="107552" y="511760"/>
                  </a:lnTo>
                  <a:lnTo>
                    <a:pt x="110099" y="516634"/>
                  </a:lnTo>
                  <a:lnTo>
                    <a:pt x="113330" y="521508"/>
                  </a:lnTo>
                  <a:lnTo>
                    <a:pt x="117317" y="526382"/>
                  </a:lnTo>
                  <a:lnTo>
                    <a:pt x="122102" y="531256"/>
                  </a:lnTo>
                  <a:lnTo>
                    <a:pt x="127683" y="536130"/>
                  </a:lnTo>
                  <a:lnTo>
                    <a:pt x="134000" y="541004"/>
                  </a:lnTo>
                  <a:lnTo>
                    <a:pt x="140921" y="545878"/>
                  </a:lnTo>
                  <a:lnTo>
                    <a:pt x="148239" y="550752"/>
                  </a:lnTo>
                  <a:lnTo>
                    <a:pt x="155673" y="555626"/>
                  </a:lnTo>
                  <a:lnTo>
                    <a:pt x="162885" y="560500"/>
                  </a:lnTo>
                  <a:lnTo>
                    <a:pt x="169498" y="565373"/>
                  </a:lnTo>
                  <a:lnTo>
                    <a:pt x="175135" y="570247"/>
                  </a:lnTo>
                  <a:lnTo>
                    <a:pt x="179448" y="575121"/>
                  </a:lnTo>
                  <a:lnTo>
                    <a:pt x="182157" y="579995"/>
                  </a:lnTo>
                  <a:lnTo>
                    <a:pt x="183081" y="584869"/>
                  </a:lnTo>
                  <a:lnTo>
                    <a:pt x="183081" y="584869"/>
                  </a:lnTo>
                  <a:close/>
                </a:path>
              </a:pathLst>
            </a:custGeom>
            <a:solidFill>
              <a:srgbClr val="596BC0">
                <a:alpha val="12000"/>
              </a:srgbClr>
            </a:solidFill>
            <a:ln w="6985">
              <a:solidFill>
                <a:srgbClr val="596BC0">
                  <a:alpha val="12000"/>
                </a:srgbClr>
              </a:solidFill>
              <a:prstDash val="solid"/>
            </a:ln>
          </p:spPr>
        </p:sp>
        <p:sp>
          <p:nvSpPr>
            <p:cNvPr id="2054" name="03_assume_matched_2053">
              <a:extLst>
                <a:ext uri="{FF2B5EF4-FFF2-40B4-BE49-F238E27FC236}">
                  <a16:creationId xmlns:a16="http://schemas.microsoft.com/office/drawing/2014/main" id="{9D6A16AE-8344-4339-BA08-0808C2735A92}"/>
                </a:ext>
              </a:extLst>
            </p:cNvPr>
            <p:cNvSpPr>
              <a:spLocks/>
            </p:cNvSpPr>
            <p:nvPr/>
          </p:nvSpPr>
          <p:spPr>
            <a:xfrm>
              <a:off x="2146133" y="4866326"/>
              <a:ext cx="196140" cy="584869"/>
            </a:xfrm>
            <a:custGeom>
              <a:avLst/>
              <a:gdLst/>
              <a:ahLst/>
              <a:cxnLst/>
              <a:rect l="0" t="0" r="0" b="0"/>
              <a:pathLst>
                <a:path w="196140" h="584869">
                  <a:moveTo>
                    <a:pt x="163767" y="584869"/>
                  </a:moveTo>
                  <a:lnTo>
                    <a:pt x="32373" y="584869"/>
                  </a:lnTo>
                  <a:lnTo>
                    <a:pt x="33083" y="579995"/>
                  </a:lnTo>
                  <a:lnTo>
                    <a:pt x="35163" y="575121"/>
                  </a:lnTo>
                  <a:lnTo>
                    <a:pt x="38474" y="570247"/>
                  </a:lnTo>
                  <a:lnTo>
                    <a:pt x="42802" y="565373"/>
                  </a:lnTo>
                  <a:lnTo>
                    <a:pt x="47881" y="560500"/>
                  </a:lnTo>
                  <a:lnTo>
                    <a:pt x="53419" y="555626"/>
                  </a:lnTo>
                  <a:lnTo>
                    <a:pt x="59129" y="550752"/>
                  </a:lnTo>
                  <a:lnTo>
                    <a:pt x="64750" y="545878"/>
                  </a:lnTo>
                  <a:lnTo>
                    <a:pt x="70068" y="541004"/>
                  </a:lnTo>
                  <a:lnTo>
                    <a:pt x="74924" y="536130"/>
                  </a:lnTo>
                  <a:lnTo>
                    <a:pt x="79218" y="531256"/>
                  </a:lnTo>
                  <a:lnTo>
                    <a:pt x="82902" y="526382"/>
                  </a:lnTo>
                  <a:lnTo>
                    <a:pt x="85976" y="521508"/>
                  </a:lnTo>
                  <a:lnTo>
                    <a:pt x="88470" y="516634"/>
                  </a:lnTo>
                  <a:lnTo>
                    <a:pt x="90438" y="511760"/>
                  </a:lnTo>
                  <a:lnTo>
                    <a:pt x="91943" y="506887"/>
                  </a:lnTo>
                  <a:lnTo>
                    <a:pt x="93049" y="502013"/>
                  </a:lnTo>
                  <a:lnTo>
                    <a:pt x="93817" y="497139"/>
                  </a:lnTo>
                  <a:lnTo>
                    <a:pt x="94301" y="492265"/>
                  </a:lnTo>
                  <a:lnTo>
                    <a:pt x="94544" y="487391"/>
                  </a:lnTo>
                  <a:lnTo>
                    <a:pt x="94585" y="482517"/>
                  </a:lnTo>
                  <a:lnTo>
                    <a:pt x="94454" y="477643"/>
                  </a:lnTo>
                  <a:lnTo>
                    <a:pt x="94181" y="472769"/>
                  </a:lnTo>
                  <a:lnTo>
                    <a:pt x="93790" y="467895"/>
                  </a:lnTo>
                  <a:lnTo>
                    <a:pt x="93306" y="463021"/>
                  </a:lnTo>
                  <a:lnTo>
                    <a:pt x="92754" y="458147"/>
                  </a:lnTo>
                  <a:lnTo>
                    <a:pt x="92159" y="453274"/>
                  </a:lnTo>
                  <a:lnTo>
                    <a:pt x="91542" y="448400"/>
                  </a:lnTo>
                  <a:lnTo>
                    <a:pt x="90928" y="443526"/>
                  </a:lnTo>
                  <a:lnTo>
                    <a:pt x="90334" y="438652"/>
                  </a:lnTo>
                  <a:lnTo>
                    <a:pt x="89781" y="433778"/>
                  </a:lnTo>
                  <a:lnTo>
                    <a:pt x="89283" y="428904"/>
                  </a:lnTo>
                  <a:lnTo>
                    <a:pt x="88856" y="424030"/>
                  </a:lnTo>
                  <a:lnTo>
                    <a:pt x="88511" y="419156"/>
                  </a:lnTo>
                  <a:lnTo>
                    <a:pt x="88260" y="414282"/>
                  </a:lnTo>
                  <a:lnTo>
                    <a:pt x="88113" y="409408"/>
                  </a:lnTo>
                  <a:lnTo>
                    <a:pt x="88076" y="404534"/>
                  </a:lnTo>
                  <a:lnTo>
                    <a:pt x="88155" y="399661"/>
                  </a:lnTo>
                  <a:lnTo>
                    <a:pt x="88349" y="394787"/>
                  </a:lnTo>
                  <a:lnTo>
                    <a:pt x="88651" y="389913"/>
                  </a:lnTo>
                  <a:lnTo>
                    <a:pt x="89050" y="385039"/>
                  </a:lnTo>
                  <a:lnTo>
                    <a:pt x="89527" y="380165"/>
                  </a:lnTo>
                  <a:lnTo>
                    <a:pt x="90055" y="375291"/>
                  </a:lnTo>
                  <a:lnTo>
                    <a:pt x="90606" y="370417"/>
                  </a:lnTo>
                  <a:lnTo>
                    <a:pt x="91147" y="365543"/>
                  </a:lnTo>
                  <a:lnTo>
                    <a:pt x="91645" y="360669"/>
                  </a:lnTo>
                  <a:lnTo>
                    <a:pt x="92073" y="355795"/>
                  </a:lnTo>
                  <a:lnTo>
                    <a:pt x="92406" y="350921"/>
                  </a:lnTo>
                  <a:lnTo>
                    <a:pt x="92629" y="346048"/>
                  </a:lnTo>
                  <a:lnTo>
                    <a:pt x="92736" y="341174"/>
                  </a:lnTo>
                  <a:lnTo>
                    <a:pt x="92730" y="336300"/>
                  </a:lnTo>
                  <a:lnTo>
                    <a:pt x="92626" y="331426"/>
                  </a:lnTo>
                  <a:lnTo>
                    <a:pt x="92445" y="326552"/>
                  </a:lnTo>
                  <a:lnTo>
                    <a:pt x="92214" y="321678"/>
                  </a:lnTo>
                  <a:lnTo>
                    <a:pt x="91967" y="316804"/>
                  </a:lnTo>
                  <a:lnTo>
                    <a:pt x="91737" y="311930"/>
                  </a:lnTo>
                  <a:lnTo>
                    <a:pt x="91555" y="307056"/>
                  </a:lnTo>
                  <a:lnTo>
                    <a:pt x="91450" y="302182"/>
                  </a:lnTo>
                  <a:lnTo>
                    <a:pt x="91440" y="297308"/>
                  </a:lnTo>
                  <a:lnTo>
                    <a:pt x="91539" y="292435"/>
                  </a:lnTo>
                  <a:lnTo>
                    <a:pt x="91750" y="287561"/>
                  </a:lnTo>
                  <a:lnTo>
                    <a:pt x="92065" y="282687"/>
                  </a:lnTo>
                  <a:lnTo>
                    <a:pt x="92470" y="277813"/>
                  </a:lnTo>
                  <a:lnTo>
                    <a:pt x="92943" y="272939"/>
                  </a:lnTo>
                  <a:lnTo>
                    <a:pt x="93458" y="268065"/>
                  </a:lnTo>
                  <a:lnTo>
                    <a:pt x="93988" y="263191"/>
                  </a:lnTo>
                  <a:lnTo>
                    <a:pt x="94507" y="258317"/>
                  </a:lnTo>
                  <a:lnTo>
                    <a:pt x="94989" y="253443"/>
                  </a:lnTo>
                  <a:lnTo>
                    <a:pt x="95416" y="248569"/>
                  </a:lnTo>
                  <a:lnTo>
                    <a:pt x="95775" y="243695"/>
                  </a:lnTo>
                  <a:lnTo>
                    <a:pt x="96058" y="238822"/>
                  </a:lnTo>
                  <a:lnTo>
                    <a:pt x="96263" y="233948"/>
                  </a:lnTo>
                  <a:lnTo>
                    <a:pt x="96396" y="229074"/>
                  </a:lnTo>
                  <a:lnTo>
                    <a:pt x="96463" y="224200"/>
                  </a:lnTo>
                  <a:lnTo>
                    <a:pt x="96474" y="219326"/>
                  </a:lnTo>
                  <a:lnTo>
                    <a:pt x="96442" y="214452"/>
                  </a:lnTo>
                  <a:lnTo>
                    <a:pt x="96378" y="209578"/>
                  </a:lnTo>
                  <a:lnTo>
                    <a:pt x="96293" y="204704"/>
                  </a:lnTo>
                  <a:lnTo>
                    <a:pt x="96195" y="199830"/>
                  </a:lnTo>
                  <a:lnTo>
                    <a:pt x="96093" y="194956"/>
                  </a:lnTo>
                  <a:lnTo>
                    <a:pt x="95991" y="190082"/>
                  </a:lnTo>
                  <a:lnTo>
                    <a:pt x="95891" y="185209"/>
                  </a:lnTo>
                  <a:lnTo>
                    <a:pt x="95794" y="180335"/>
                  </a:lnTo>
                  <a:lnTo>
                    <a:pt x="95702" y="175461"/>
                  </a:lnTo>
                  <a:lnTo>
                    <a:pt x="95614" y="170587"/>
                  </a:lnTo>
                  <a:lnTo>
                    <a:pt x="95530" y="165713"/>
                  </a:lnTo>
                  <a:lnTo>
                    <a:pt x="95454" y="160839"/>
                  </a:lnTo>
                  <a:lnTo>
                    <a:pt x="95387" y="155965"/>
                  </a:lnTo>
                  <a:lnTo>
                    <a:pt x="95332" y="151091"/>
                  </a:lnTo>
                  <a:lnTo>
                    <a:pt x="95295" y="146217"/>
                  </a:lnTo>
                  <a:lnTo>
                    <a:pt x="95278" y="141343"/>
                  </a:lnTo>
                  <a:lnTo>
                    <a:pt x="95286" y="136469"/>
                  </a:lnTo>
                  <a:lnTo>
                    <a:pt x="95319" y="131596"/>
                  </a:lnTo>
                  <a:lnTo>
                    <a:pt x="95377" y="126722"/>
                  </a:lnTo>
                  <a:lnTo>
                    <a:pt x="95453" y="121848"/>
                  </a:lnTo>
                  <a:lnTo>
                    <a:pt x="95536" y="116974"/>
                  </a:lnTo>
                  <a:lnTo>
                    <a:pt x="95610" y="112100"/>
                  </a:lnTo>
                  <a:lnTo>
                    <a:pt x="95647" y="107226"/>
                  </a:lnTo>
                  <a:lnTo>
                    <a:pt x="95611" y="102352"/>
                  </a:lnTo>
                  <a:lnTo>
                    <a:pt x="95451" y="97478"/>
                  </a:lnTo>
                  <a:lnTo>
                    <a:pt x="95105" y="92604"/>
                  </a:lnTo>
                  <a:lnTo>
                    <a:pt x="94491" y="87730"/>
                  </a:lnTo>
                  <a:lnTo>
                    <a:pt x="93512" y="82856"/>
                  </a:lnTo>
                  <a:lnTo>
                    <a:pt x="92056" y="77983"/>
                  </a:lnTo>
                  <a:lnTo>
                    <a:pt x="89999" y="73109"/>
                  </a:lnTo>
                  <a:lnTo>
                    <a:pt x="87212" y="68235"/>
                  </a:lnTo>
                  <a:lnTo>
                    <a:pt x="83575" y="63361"/>
                  </a:lnTo>
                  <a:lnTo>
                    <a:pt x="78989" y="58487"/>
                  </a:lnTo>
                  <a:lnTo>
                    <a:pt x="73393" y="53613"/>
                  </a:lnTo>
                  <a:lnTo>
                    <a:pt x="66790" y="48739"/>
                  </a:lnTo>
                  <a:lnTo>
                    <a:pt x="59253" y="43865"/>
                  </a:lnTo>
                  <a:lnTo>
                    <a:pt x="50949" y="38991"/>
                  </a:lnTo>
                  <a:lnTo>
                    <a:pt x="42136" y="34117"/>
                  </a:lnTo>
                  <a:lnTo>
                    <a:pt x="33162" y="29243"/>
                  </a:lnTo>
                  <a:lnTo>
                    <a:pt x="24444" y="24370"/>
                  </a:lnTo>
                  <a:lnTo>
                    <a:pt x="16442" y="19496"/>
                  </a:lnTo>
                  <a:lnTo>
                    <a:pt x="9619" y="14622"/>
                  </a:lnTo>
                  <a:lnTo>
                    <a:pt x="4398" y="9748"/>
                  </a:lnTo>
                  <a:lnTo>
                    <a:pt x="1119" y="4874"/>
                  </a:lnTo>
                  <a:lnTo>
                    <a:pt x="0" y="0"/>
                  </a:lnTo>
                  <a:lnTo>
                    <a:pt x="196140" y="0"/>
                  </a:lnTo>
                  <a:lnTo>
                    <a:pt x="196140" y="0"/>
                  </a:lnTo>
                  <a:lnTo>
                    <a:pt x="195022" y="4874"/>
                  </a:lnTo>
                  <a:lnTo>
                    <a:pt x="191742" y="9748"/>
                  </a:lnTo>
                  <a:lnTo>
                    <a:pt x="186521" y="14622"/>
                  </a:lnTo>
                  <a:lnTo>
                    <a:pt x="179698" y="19496"/>
                  </a:lnTo>
                  <a:lnTo>
                    <a:pt x="171696" y="24370"/>
                  </a:lnTo>
                  <a:lnTo>
                    <a:pt x="162978" y="29243"/>
                  </a:lnTo>
                  <a:lnTo>
                    <a:pt x="154004" y="34117"/>
                  </a:lnTo>
                  <a:lnTo>
                    <a:pt x="145191" y="38991"/>
                  </a:lnTo>
                  <a:lnTo>
                    <a:pt x="136887" y="43865"/>
                  </a:lnTo>
                  <a:lnTo>
                    <a:pt x="129351" y="48739"/>
                  </a:lnTo>
                  <a:lnTo>
                    <a:pt x="122747" y="53613"/>
                  </a:lnTo>
                  <a:lnTo>
                    <a:pt x="117152" y="58487"/>
                  </a:lnTo>
                  <a:lnTo>
                    <a:pt x="112565" y="63361"/>
                  </a:lnTo>
                  <a:lnTo>
                    <a:pt x="108928" y="68235"/>
                  </a:lnTo>
                  <a:lnTo>
                    <a:pt x="106141" y="73109"/>
                  </a:lnTo>
                  <a:lnTo>
                    <a:pt x="104084" y="77983"/>
                  </a:lnTo>
                  <a:lnTo>
                    <a:pt x="102628" y="82856"/>
                  </a:lnTo>
                  <a:lnTo>
                    <a:pt x="101650" y="87730"/>
                  </a:lnTo>
                  <a:lnTo>
                    <a:pt x="101036" y="92604"/>
                  </a:lnTo>
                  <a:lnTo>
                    <a:pt x="100689" y="97478"/>
                  </a:lnTo>
                  <a:lnTo>
                    <a:pt x="100530" y="102352"/>
                  </a:lnTo>
                  <a:lnTo>
                    <a:pt x="100493" y="107226"/>
                  </a:lnTo>
                  <a:lnTo>
                    <a:pt x="100530" y="112100"/>
                  </a:lnTo>
                  <a:lnTo>
                    <a:pt x="100604" y="116974"/>
                  </a:lnTo>
                  <a:lnTo>
                    <a:pt x="100688" y="121848"/>
                  </a:lnTo>
                  <a:lnTo>
                    <a:pt x="100764" y="126722"/>
                  </a:lnTo>
                  <a:lnTo>
                    <a:pt x="100821" y="131596"/>
                  </a:lnTo>
                  <a:lnTo>
                    <a:pt x="100855" y="136469"/>
                  </a:lnTo>
                  <a:lnTo>
                    <a:pt x="100862" y="141343"/>
                  </a:lnTo>
                  <a:lnTo>
                    <a:pt x="100846" y="146217"/>
                  </a:lnTo>
                  <a:lnTo>
                    <a:pt x="100808" y="151091"/>
                  </a:lnTo>
                  <a:lnTo>
                    <a:pt x="100754" y="155965"/>
                  </a:lnTo>
                  <a:lnTo>
                    <a:pt x="100686" y="160839"/>
                  </a:lnTo>
                  <a:lnTo>
                    <a:pt x="100610" y="165713"/>
                  </a:lnTo>
                  <a:lnTo>
                    <a:pt x="100527" y="170587"/>
                  </a:lnTo>
                  <a:lnTo>
                    <a:pt x="100439" y="175461"/>
                  </a:lnTo>
                  <a:lnTo>
                    <a:pt x="100346" y="180335"/>
                  </a:lnTo>
                  <a:lnTo>
                    <a:pt x="100250" y="185209"/>
                  </a:lnTo>
                  <a:lnTo>
                    <a:pt x="100150" y="190082"/>
                  </a:lnTo>
                  <a:lnTo>
                    <a:pt x="100047" y="194956"/>
                  </a:lnTo>
                  <a:lnTo>
                    <a:pt x="99945" y="199830"/>
                  </a:lnTo>
                  <a:lnTo>
                    <a:pt x="99848" y="204704"/>
                  </a:lnTo>
                  <a:lnTo>
                    <a:pt x="99763" y="209578"/>
                  </a:lnTo>
                  <a:lnTo>
                    <a:pt x="99699" y="214452"/>
                  </a:lnTo>
                  <a:lnTo>
                    <a:pt x="99666" y="219326"/>
                  </a:lnTo>
                  <a:lnTo>
                    <a:pt x="99678" y="224200"/>
                  </a:lnTo>
                  <a:lnTo>
                    <a:pt x="99744" y="229074"/>
                  </a:lnTo>
                  <a:lnTo>
                    <a:pt x="99877" y="233948"/>
                  </a:lnTo>
                  <a:lnTo>
                    <a:pt x="100083" y="238822"/>
                  </a:lnTo>
                  <a:lnTo>
                    <a:pt x="100366" y="243695"/>
                  </a:lnTo>
                  <a:lnTo>
                    <a:pt x="100724" y="248569"/>
                  </a:lnTo>
                  <a:lnTo>
                    <a:pt x="101152" y="253443"/>
                  </a:lnTo>
                  <a:lnTo>
                    <a:pt x="101634" y="258317"/>
                  </a:lnTo>
                  <a:lnTo>
                    <a:pt x="102152" y="263191"/>
                  </a:lnTo>
                  <a:lnTo>
                    <a:pt x="102682" y="268065"/>
                  </a:lnTo>
                  <a:lnTo>
                    <a:pt x="103198" y="272939"/>
                  </a:lnTo>
                  <a:lnTo>
                    <a:pt x="103671" y="277813"/>
                  </a:lnTo>
                  <a:lnTo>
                    <a:pt x="104075" y="282687"/>
                  </a:lnTo>
                  <a:lnTo>
                    <a:pt x="104390" y="287561"/>
                  </a:lnTo>
                  <a:lnTo>
                    <a:pt x="104601" y="292435"/>
                  </a:lnTo>
                  <a:lnTo>
                    <a:pt x="104700" y="297308"/>
                  </a:lnTo>
                  <a:lnTo>
                    <a:pt x="104691" y="302182"/>
                  </a:lnTo>
                  <a:lnTo>
                    <a:pt x="104585" y="307056"/>
                  </a:lnTo>
                  <a:lnTo>
                    <a:pt x="104403" y="311930"/>
                  </a:lnTo>
                  <a:lnTo>
                    <a:pt x="104173" y="316804"/>
                  </a:lnTo>
                  <a:lnTo>
                    <a:pt x="103926" y="321678"/>
                  </a:lnTo>
                  <a:lnTo>
                    <a:pt x="103696" y="326552"/>
                  </a:lnTo>
                  <a:lnTo>
                    <a:pt x="103514" y="331426"/>
                  </a:lnTo>
                  <a:lnTo>
                    <a:pt x="103410" y="336300"/>
                  </a:lnTo>
                  <a:lnTo>
                    <a:pt x="103405" y="341174"/>
                  </a:lnTo>
                  <a:lnTo>
                    <a:pt x="103512" y="346048"/>
                  </a:lnTo>
                  <a:lnTo>
                    <a:pt x="103735" y="350921"/>
                  </a:lnTo>
                  <a:lnTo>
                    <a:pt x="104068" y="355795"/>
                  </a:lnTo>
                  <a:lnTo>
                    <a:pt x="104495" y="360669"/>
                  </a:lnTo>
                  <a:lnTo>
                    <a:pt x="104994" y="365543"/>
                  </a:lnTo>
                  <a:lnTo>
                    <a:pt x="105534" y="370417"/>
                  </a:lnTo>
                  <a:lnTo>
                    <a:pt x="106085" y="375291"/>
                  </a:lnTo>
                  <a:lnTo>
                    <a:pt x="106614" y="380165"/>
                  </a:lnTo>
                  <a:lnTo>
                    <a:pt x="107090" y="385039"/>
                  </a:lnTo>
                  <a:lnTo>
                    <a:pt x="107489" y="389913"/>
                  </a:lnTo>
                  <a:lnTo>
                    <a:pt x="107792" y="394787"/>
                  </a:lnTo>
                  <a:lnTo>
                    <a:pt x="107985" y="399661"/>
                  </a:lnTo>
                  <a:lnTo>
                    <a:pt x="108064" y="404534"/>
                  </a:lnTo>
                  <a:lnTo>
                    <a:pt x="108028" y="409408"/>
                  </a:lnTo>
                  <a:lnTo>
                    <a:pt x="107880" y="414282"/>
                  </a:lnTo>
                  <a:lnTo>
                    <a:pt x="107629" y="419156"/>
                  </a:lnTo>
                  <a:lnTo>
                    <a:pt x="107285" y="424030"/>
                  </a:lnTo>
                  <a:lnTo>
                    <a:pt x="106857" y="428904"/>
                  </a:lnTo>
                  <a:lnTo>
                    <a:pt x="106359" y="433778"/>
                  </a:lnTo>
                  <a:lnTo>
                    <a:pt x="105806" y="438652"/>
                  </a:lnTo>
                  <a:lnTo>
                    <a:pt x="105213" y="443526"/>
                  </a:lnTo>
                  <a:lnTo>
                    <a:pt x="104598" y="448400"/>
                  </a:lnTo>
                  <a:lnTo>
                    <a:pt x="103982" y="453274"/>
                  </a:lnTo>
                  <a:lnTo>
                    <a:pt x="103386" y="458147"/>
                  </a:lnTo>
                  <a:lnTo>
                    <a:pt x="102834" y="463021"/>
                  </a:lnTo>
                  <a:lnTo>
                    <a:pt x="102351" y="467895"/>
                  </a:lnTo>
                  <a:lnTo>
                    <a:pt x="101960" y="472769"/>
                  </a:lnTo>
                  <a:lnTo>
                    <a:pt x="101686" y="477643"/>
                  </a:lnTo>
                  <a:lnTo>
                    <a:pt x="101555" y="482517"/>
                  </a:lnTo>
                  <a:lnTo>
                    <a:pt x="101596" y="487391"/>
                  </a:lnTo>
                  <a:lnTo>
                    <a:pt x="101839" y="492265"/>
                  </a:lnTo>
                  <a:lnTo>
                    <a:pt x="102323" y="497139"/>
                  </a:lnTo>
                  <a:lnTo>
                    <a:pt x="103091" y="502013"/>
                  </a:lnTo>
                  <a:lnTo>
                    <a:pt x="104198" y="506887"/>
                  </a:lnTo>
                  <a:lnTo>
                    <a:pt x="105703" y="511760"/>
                  </a:lnTo>
                  <a:lnTo>
                    <a:pt x="107671" y="516634"/>
                  </a:lnTo>
                  <a:lnTo>
                    <a:pt x="110165" y="521508"/>
                  </a:lnTo>
                  <a:lnTo>
                    <a:pt x="113238" y="526382"/>
                  </a:lnTo>
                  <a:lnTo>
                    <a:pt x="116922" y="531256"/>
                  </a:lnTo>
                  <a:lnTo>
                    <a:pt x="121216" y="536130"/>
                  </a:lnTo>
                  <a:lnTo>
                    <a:pt x="126072" y="541004"/>
                  </a:lnTo>
                  <a:lnTo>
                    <a:pt x="131391" y="545878"/>
                  </a:lnTo>
                  <a:lnTo>
                    <a:pt x="137012" y="550752"/>
                  </a:lnTo>
                  <a:lnTo>
                    <a:pt x="142721" y="555626"/>
                  </a:lnTo>
                  <a:lnTo>
                    <a:pt x="148259" y="560500"/>
                  </a:lnTo>
                  <a:lnTo>
                    <a:pt x="153338" y="565373"/>
                  </a:lnTo>
                  <a:lnTo>
                    <a:pt x="157666" y="570247"/>
                  </a:lnTo>
                  <a:lnTo>
                    <a:pt x="160978" y="575121"/>
                  </a:lnTo>
                  <a:lnTo>
                    <a:pt x="163058" y="579995"/>
                  </a:lnTo>
                  <a:lnTo>
                    <a:pt x="163767" y="584869"/>
                  </a:lnTo>
                  <a:lnTo>
                    <a:pt x="163767" y="584869"/>
                  </a:lnTo>
                  <a:close/>
                </a:path>
              </a:pathLst>
            </a:custGeom>
            <a:solidFill>
              <a:srgbClr val="596BC0">
                <a:alpha val="12000"/>
              </a:srgbClr>
            </a:solidFill>
            <a:ln w="6985">
              <a:solidFill>
                <a:srgbClr val="596BC0">
                  <a:alpha val="12000"/>
                </a:srgbClr>
              </a:solidFill>
              <a:prstDash val="solid"/>
            </a:ln>
          </p:spPr>
        </p:sp>
        <p:sp>
          <p:nvSpPr>
            <p:cNvPr id="2055" name="03_assume_matched_2054">
              <a:extLst>
                <a:ext uri="{FF2B5EF4-FFF2-40B4-BE49-F238E27FC236}">
                  <a16:creationId xmlns:a16="http://schemas.microsoft.com/office/drawing/2014/main" id="{EDAFB1B5-32C4-45FC-A53B-B0CCB4308C3C}"/>
                </a:ext>
              </a:extLst>
            </p:cNvPr>
            <p:cNvSpPr>
              <a:spLocks/>
            </p:cNvSpPr>
            <p:nvPr/>
          </p:nvSpPr>
          <p:spPr>
            <a:xfrm>
              <a:off x="2900519" y="4866326"/>
              <a:ext cx="196140" cy="584869"/>
            </a:xfrm>
            <a:custGeom>
              <a:avLst/>
              <a:gdLst/>
              <a:ahLst/>
              <a:cxnLst/>
              <a:rect l="0" t="0" r="0" b="0"/>
              <a:pathLst>
                <a:path w="196140" h="584869">
                  <a:moveTo>
                    <a:pt x="153405" y="584869"/>
                  </a:moveTo>
                  <a:lnTo>
                    <a:pt x="42736" y="584869"/>
                  </a:lnTo>
                  <a:lnTo>
                    <a:pt x="43330" y="579995"/>
                  </a:lnTo>
                  <a:lnTo>
                    <a:pt x="45073" y="575121"/>
                  </a:lnTo>
                  <a:lnTo>
                    <a:pt x="47847" y="570247"/>
                  </a:lnTo>
                  <a:lnTo>
                    <a:pt x="51473" y="565373"/>
                  </a:lnTo>
                  <a:lnTo>
                    <a:pt x="55728" y="560500"/>
                  </a:lnTo>
                  <a:lnTo>
                    <a:pt x="60368" y="555626"/>
                  </a:lnTo>
                  <a:lnTo>
                    <a:pt x="65153" y="550752"/>
                  </a:lnTo>
                  <a:lnTo>
                    <a:pt x="69864" y="545878"/>
                  </a:lnTo>
                  <a:lnTo>
                    <a:pt x="74322" y="541004"/>
                  </a:lnTo>
                  <a:lnTo>
                    <a:pt x="78395" y="536130"/>
                  </a:lnTo>
                  <a:lnTo>
                    <a:pt x="81997" y="531256"/>
                  </a:lnTo>
                  <a:lnTo>
                    <a:pt x="85091" y="526382"/>
                  </a:lnTo>
                  <a:lnTo>
                    <a:pt x="87675" y="521508"/>
                  </a:lnTo>
                  <a:lnTo>
                    <a:pt x="89774" y="516634"/>
                  </a:lnTo>
                  <a:lnTo>
                    <a:pt x="91432" y="511760"/>
                  </a:lnTo>
                  <a:lnTo>
                    <a:pt x="92701" y="506887"/>
                  </a:lnTo>
                  <a:lnTo>
                    <a:pt x="93634" y="502013"/>
                  </a:lnTo>
                  <a:lnTo>
                    <a:pt x="94279" y="497139"/>
                  </a:lnTo>
                  <a:lnTo>
                    <a:pt x="94681" y="492265"/>
                  </a:lnTo>
                  <a:lnTo>
                    <a:pt x="94876" y="487391"/>
                  </a:lnTo>
                  <a:lnTo>
                    <a:pt x="94894" y="482517"/>
                  </a:lnTo>
                  <a:lnTo>
                    <a:pt x="94761" y="477643"/>
                  </a:lnTo>
                  <a:lnTo>
                    <a:pt x="94501" y="472769"/>
                  </a:lnTo>
                  <a:lnTo>
                    <a:pt x="94136" y="467895"/>
                  </a:lnTo>
                  <a:lnTo>
                    <a:pt x="93687" y="463021"/>
                  </a:lnTo>
                  <a:lnTo>
                    <a:pt x="93177" y="458147"/>
                  </a:lnTo>
                  <a:lnTo>
                    <a:pt x="92628" y="453274"/>
                  </a:lnTo>
                  <a:lnTo>
                    <a:pt x="92060" y="448400"/>
                  </a:lnTo>
                  <a:lnTo>
                    <a:pt x="91494" y="443526"/>
                  </a:lnTo>
                  <a:lnTo>
                    <a:pt x="90947" y="438652"/>
                  </a:lnTo>
                  <a:lnTo>
                    <a:pt x="90438" y="433778"/>
                  </a:lnTo>
                  <a:lnTo>
                    <a:pt x="89979" y="428904"/>
                  </a:lnTo>
                  <a:lnTo>
                    <a:pt x="89586" y="424030"/>
                  </a:lnTo>
                  <a:lnTo>
                    <a:pt x="89268" y="419156"/>
                  </a:lnTo>
                  <a:lnTo>
                    <a:pt x="89038" y="414282"/>
                  </a:lnTo>
                  <a:lnTo>
                    <a:pt x="88903" y="409408"/>
                  </a:lnTo>
                  <a:lnTo>
                    <a:pt x="88871" y="404534"/>
                  </a:lnTo>
                  <a:lnTo>
                    <a:pt x="88945" y="399661"/>
                  </a:lnTo>
                  <a:lnTo>
                    <a:pt x="89127" y="394787"/>
                  </a:lnTo>
                  <a:lnTo>
                    <a:pt x="89410" y="389913"/>
                  </a:lnTo>
                  <a:lnTo>
                    <a:pt x="89785" y="385039"/>
                  </a:lnTo>
                  <a:lnTo>
                    <a:pt x="90234" y="380165"/>
                  </a:lnTo>
                  <a:lnTo>
                    <a:pt x="90737" y="375291"/>
                  </a:lnTo>
                  <a:lnTo>
                    <a:pt x="91265" y="370417"/>
                  </a:lnTo>
                  <a:lnTo>
                    <a:pt x="91792" y="365543"/>
                  </a:lnTo>
                  <a:lnTo>
                    <a:pt x="92290" y="360669"/>
                  </a:lnTo>
                  <a:lnTo>
                    <a:pt x="92733" y="355795"/>
                  </a:lnTo>
                  <a:lnTo>
                    <a:pt x="93101" y="350921"/>
                  </a:lnTo>
                  <a:lnTo>
                    <a:pt x="93381" y="346048"/>
                  </a:lnTo>
                  <a:lnTo>
                    <a:pt x="93567" y="341174"/>
                  </a:lnTo>
                  <a:lnTo>
                    <a:pt x="93662" y="336300"/>
                  </a:lnTo>
                  <a:lnTo>
                    <a:pt x="93676" y="331426"/>
                  </a:lnTo>
                  <a:lnTo>
                    <a:pt x="93625" y="326552"/>
                  </a:lnTo>
                  <a:lnTo>
                    <a:pt x="93532" y="321678"/>
                  </a:lnTo>
                  <a:lnTo>
                    <a:pt x="93420" y="316804"/>
                  </a:lnTo>
                  <a:lnTo>
                    <a:pt x="93314" y="311930"/>
                  </a:lnTo>
                  <a:lnTo>
                    <a:pt x="93238" y="307056"/>
                  </a:lnTo>
                  <a:lnTo>
                    <a:pt x="93211" y="302182"/>
                  </a:lnTo>
                  <a:lnTo>
                    <a:pt x="93249" y="297308"/>
                  </a:lnTo>
                  <a:lnTo>
                    <a:pt x="93360" y="292435"/>
                  </a:lnTo>
                  <a:lnTo>
                    <a:pt x="93546" y="287561"/>
                  </a:lnTo>
                  <a:lnTo>
                    <a:pt x="93804" y="282687"/>
                  </a:lnTo>
                  <a:lnTo>
                    <a:pt x="94123" y="277813"/>
                  </a:lnTo>
                  <a:lnTo>
                    <a:pt x="94491" y="272939"/>
                  </a:lnTo>
                  <a:lnTo>
                    <a:pt x="94889" y="268065"/>
                  </a:lnTo>
                  <a:lnTo>
                    <a:pt x="95301" y="263191"/>
                  </a:lnTo>
                  <a:lnTo>
                    <a:pt x="95709" y="258317"/>
                  </a:lnTo>
                  <a:lnTo>
                    <a:pt x="96099" y="253443"/>
                  </a:lnTo>
                  <a:lnTo>
                    <a:pt x="96457" y="248569"/>
                  </a:lnTo>
                  <a:lnTo>
                    <a:pt x="96775" y="243695"/>
                  </a:lnTo>
                  <a:lnTo>
                    <a:pt x="97048" y="238822"/>
                  </a:lnTo>
                  <a:lnTo>
                    <a:pt x="97272" y="233948"/>
                  </a:lnTo>
                  <a:lnTo>
                    <a:pt x="97449" y="229074"/>
                  </a:lnTo>
                  <a:lnTo>
                    <a:pt x="97579" y="224200"/>
                  </a:lnTo>
                  <a:lnTo>
                    <a:pt x="97665" y="219326"/>
                  </a:lnTo>
                  <a:lnTo>
                    <a:pt x="97711" y="214452"/>
                  </a:lnTo>
                  <a:lnTo>
                    <a:pt x="97719" y="209578"/>
                  </a:lnTo>
                  <a:lnTo>
                    <a:pt x="97692" y="204704"/>
                  </a:lnTo>
                  <a:lnTo>
                    <a:pt x="97632" y="199830"/>
                  </a:lnTo>
                  <a:lnTo>
                    <a:pt x="97540" y="194956"/>
                  </a:lnTo>
                  <a:lnTo>
                    <a:pt x="97418" y="190082"/>
                  </a:lnTo>
                  <a:lnTo>
                    <a:pt x="97269" y="185209"/>
                  </a:lnTo>
                  <a:lnTo>
                    <a:pt x="97094" y="180335"/>
                  </a:lnTo>
                  <a:lnTo>
                    <a:pt x="96896" y="175461"/>
                  </a:lnTo>
                  <a:lnTo>
                    <a:pt x="96680" y="170587"/>
                  </a:lnTo>
                  <a:lnTo>
                    <a:pt x="96449" y="165713"/>
                  </a:lnTo>
                  <a:lnTo>
                    <a:pt x="96211" y="160839"/>
                  </a:lnTo>
                  <a:lnTo>
                    <a:pt x="95971" y="155965"/>
                  </a:lnTo>
                  <a:lnTo>
                    <a:pt x="95736" y="151091"/>
                  </a:lnTo>
                  <a:lnTo>
                    <a:pt x="95514" y="146217"/>
                  </a:lnTo>
                  <a:lnTo>
                    <a:pt x="95311" y="141343"/>
                  </a:lnTo>
                  <a:lnTo>
                    <a:pt x="95134" y="136469"/>
                  </a:lnTo>
                  <a:lnTo>
                    <a:pt x="94986" y="131596"/>
                  </a:lnTo>
                  <a:lnTo>
                    <a:pt x="94869" y="126722"/>
                  </a:lnTo>
                  <a:lnTo>
                    <a:pt x="94783" y="121848"/>
                  </a:lnTo>
                  <a:lnTo>
                    <a:pt x="94721" y="116974"/>
                  </a:lnTo>
                  <a:lnTo>
                    <a:pt x="94670" y="112100"/>
                  </a:lnTo>
                  <a:lnTo>
                    <a:pt x="94608" y="107226"/>
                  </a:lnTo>
                  <a:lnTo>
                    <a:pt x="94502" y="102352"/>
                  </a:lnTo>
                  <a:lnTo>
                    <a:pt x="94303" y="97478"/>
                  </a:lnTo>
                  <a:lnTo>
                    <a:pt x="93950" y="92604"/>
                  </a:lnTo>
                  <a:lnTo>
                    <a:pt x="93359" y="87730"/>
                  </a:lnTo>
                  <a:lnTo>
                    <a:pt x="92432" y="82856"/>
                  </a:lnTo>
                  <a:lnTo>
                    <a:pt x="91051" y="77983"/>
                  </a:lnTo>
                  <a:lnTo>
                    <a:pt x="89086" y="73109"/>
                  </a:lnTo>
                  <a:lnTo>
                    <a:pt x="86403" y="68235"/>
                  </a:lnTo>
                  <a:lnTo>
                    <a:pt x="82876" y="63361"/>
                  </a:lnTo>
                  <a:lnTo>
                    <a:pt x="78399" y="58487"/>
                  </a:lnTo>
                  <a:lnTo>
                    <a:pt x="72909" y="53613"/>
                  </a:lnTo>
                  <a:lnTo>
                    <a:pt x="66401" y="48739"/>
                  </a:lnTo>
                  <a:lnTo>
                    <a:pt x="58951" y="43865"/>
                  </a:lnTo>
                  <a:lnTo>
                    <a:pt x="50721" y="38991"/>
                  </a:lnTo>
                  <a:lnTo>
                    <a:pt x="41970" y="34117"/>
                  </a:lnTo>
                  <a:lnTo>
                    <a:pt x="33045" y="29243"/>
                  </a:lnTo>
                  <a:lnTo>
                    <a:pt x="24367" y="24370"/>
                  </a:lnTo>
                  <a:lnTo>
                    <a:pt x="16395" y="19496"/>
                  </a:lnTo>
                  <a:lnTo>
                    <a:pt x="9594" y="14622"/>
                  </a:lnTo>
                  <a:lnTo>
                    <a:pt x="4387" y="9748"/>
                  </a:lnTo>
                  <a:lnTo>
                    <a:pt x="1116" y="4874"/>
                  </a:lnTo>
                  <a:lnTo>
                    <a:pt x="0" y="0"/>
                  </a:lnTo>
                  <a:lnTo>
                    <a:pt x="196140" y="0"/>
                  </a:lnTo>
                  <a:lnTo>
                    <a:pt x="196140" y="0"/>
                  </a:lnTo>
                  <a:lnTo>
                    <a:pt x="195024" y="4874"/>
                  </a:lnTo>
                  <a:lnTo>
                    <a:pt x="191753" y="9748"/>
                  </a:lnTo>
                  <a:lnTo>
                    <a:pt x="186547" y="14622"/>
                  </a:lnTo>
                  <a:lnTo>
                    <a:pt x="179746" y="19496"/>
                  </a:lnTo>
                  <a:lnTo>
                    <a:pt x="171774" y="24370"/>
                  </a:lnTo>
                  <a:lnTo>
                    <a:pt x="163095" y="29243"/>
                  </a:lnTo>
                  <a:lnTo>
                    <a:pt x="154171" y="34117"/>
                  </a:lnTo>
                  <a:lnTo>
                    <a:pt x="145420" y="38991"/>
                  </a:lnTo>
                  <a:lnTo>
                    <a:pt x="137189" y="43865"/>
                  </a:lnTo>
                  <a:lnTo>
                    <a:pt x="129739" y="48739"/>
                  </a:lnTo>
                  <a:lnTo>
                    <a:pt x="123232" y="53613"/>
                  </a:lnTo>
                  <a:lnTo>
                    <a:pt x="117742" y="58487"/>
                  </a:lnTo>
                  <a:lnTo>
                    <a:pt x="113265" y="63361"/>
                  </a:lnTo>
                  <a:lnTo>
                    <a:pt x="109737" y="68235"/>
                  </a:lnTo>
                  <a:lnTo>
                    <a:pt x="107054" y="73109"/>
                  </a:lnTo>
                  <a:lnTo>
                    <a:pt x="105089" y="77983"/>
                  </a:lnTo>
                  <a:lnTo>
                    <a:pt x="103708" y="82856"/>
                  </a:lnTo>
                  <a:lnTo>
                    <a:pt x="102781" y="87730"/>
                  </a:lnTo>
                  <a:lnTo>
                    <a:pt x="102191" y="92604"/>
                  </a:lnTo>
                  <a:lnTo>
                    <a:pt x="101837" y="97478"/>
                  </a:lnTo>
                  <a:lnTo>
                    <a:pt x="101639" y="102352"/>
                  </a:lnTo>
                  <a:lnTo>
                    <a:pt x="101532" y="107226"/>
                  </a:lnTo>
                  <a:lnTo>
                    <a:pt x="101470" y="112100"/>
                  </a:lnTo>
                  <a:lnTo>
                    <a:pt x="101419" y="116974"/>
                  </a:lnTo>
                  <a:lnTo>
                    <a:pt x="101357" y="121848"/>
                  </a:lnTo>
                  <a:lnTo>
                    <a:pt x="101271" y="126722"/>
                  </a:lnTo>
                  <a:lnTo>
                    <a:pt x="101155" y="131596"/>
                  </a:lnTo>
                  <a:lnTo>
                    <a:pt x="101007" y="136469"/>
                  </a:lnTo>
                  <a:lnTo>
                    <a:pt x="100829" y="141343"/>
                  </a:lnTo>
                  <a:lnTo>
                    <a:pt x="100626" y="146217"/>
                  </a:lnTo>
                  <a:lnTo>
                    <a:pt x="100404" y="151091"/>
                  </a:lnTo>
                  <a:lnTo>
                    <a:pt x="100169" y="155965"/>
                  </a:lnTo>
                  <a:lnTo>
                    <a:pt x="99929" y="160839"/>
                  </a:lnTo>
                  <a:lnTo>
                    <a:pt x="99691" y="165713"/>
                  </a:lnTo>
                  <a:lnTo>
                    <a:pt x="99461" y="170587"/>
                  </a:lnTo>
                  <a:lnTo>
                    <a:pt x="99244" y="175461"/>
                  </a:lnTo>
                  <a:lnTo>
                    <a:pt x="99046" y="180335"/>
                  </a:lnTo>
                  <a:lnTo>
                    <a:pt x="98871" y="185209"/>
                  </a:lnTo>
                  <a:lnTo>
                    <a:pt x="98722" y="190082"/>
                  </a:lnTo>
                  <a:lnTo>
                    <a:pt x="98601" y="194956"/>
                  </a:lnTo>
                  <a:lnTo>
                    <a:pt x="98509" y="199830"/>
                  </a:lnTo>
                  <a:lnTo>
                    <a:pt x="98449" y="204704"/>
                  </a:lnTo>
                  <a:lnTo>
                    <a:pt x="98421" y="209578"/>
                  </a:lnTo>
                  <a:lnTo>
                    <a:pt x="98429" y="214452"/>
                  </a:lnTo>
                  <a:lnTo>
                    <a:pt x="98475" y="219326"/>
                  </a:lnTo>
                  <a:lnTo>
                    <a:pt x="98562" y="224200"/>
                  </a:lnTo>
                  <a:lnTo>
                    <a:pt x="98692" y="229074"/>
                  </a:lnTo>
                  <a:lnTo>
                    <a:pt x="98868" y="233948"/>
                  </a:lnTo>
                  <a:lnTo>
                    <a:pt x="99093" y="238822"/>
                  </a:lnTo>
                  <a:lnTo>
                    <a:pt x="99365" y="243695"/>
                  </a:lnTo>
                  <a:lnTo>
                    <a:pt x="99683" y="248569"/>
                  </a:lnTo>
                  <a:lnTo>
                    <a:pt x="100042" y="253443"/>
                  </a:lnTo>
                  <a:lnTo>
                    <a:pt x="100431" y="258317"/>
                  </a:lnTo>
                  <a:lnTo>
                    <a:pt x="100839" y="263191"/>
                  </a:lnTo>
                  <a:lnTo>
                    <a:pt x="101251" y="268065"/>
                  </a:lnTo>
                  <a:lnTo>
                    <a:pt x="101650" y="272939"/>
                  </a:lnTo>
                  <a:lnTo>
                    <a:pt x="102017" y="277813"/>
                  </a:lnTo>
                  <a:lnTo>
                    <a:pt x="102336" y="282687"/>
                  </a:lnTo>
                  <a:lnTo>
                    <a:pt x="102594" y="287561"/>
                  </a:lnTo>
                  <a:lnTo>
                    <a:pt x="102781" y="292435"/>
                  </a:lnTo>
                  <a:lnTo>
                    <a:pt x="102892" y="297308"/>
                  </a:lnTo>
                  <a:lnTo>
                    <a:pt x="102929" y="302182"/>
                  </a:lnTo>
                  <a:lnTo>
                    <a:pt x="102903" y="307056"/>
                  </a:lnTo>
                  <a:lnTo>
                    <a:pt x="102826" y="311930"/>
                  </a:lnTo>
                  <a:lnTo>
                    <a:pt x="102721" y="316804"/>
                  </a:lnTo>
                  <a:lnTo>
                    <a:pt x="102608" y="321678"/>
                  </a:lnTo>
                  <a:lnTo>
                    <a:pt x="102515" y="326552"/>
                  </a:lnTo>
                  <a:lnTo>
                    <a:pt x="102464" y="331426"/>
                  </a:lnTo>
                  <a:lnTo>
                    <a:pt x="102478" y="336300"/>
                  </a:lnTo>
                  <a:lnTo>
                    <a:pt x="102573" y="341174"/>
                  </a:lnTo>
                  <a:lnTo>
                    <a:pt x="102759" y="346048"/>
                  </a:lnTo>
                  <a:lnTo>
                    <a:pt x="103039" y="350921"/>
                  </a:lnTo>
                  <a:lnTo>
                    <a:pt x="103407" y="355795"/>
                  </a:lnTo>
                  <a:lnTo>
                    <a:pt x="103850" y="360669"/>
                  </a:lnTo>
                  <a:lnTo>
                    <a:pt x="104348" y="365543"/>
                  </a:lnTo>
                  <a:lnTo>
                    <a:pt x="104875" y="370417"/>
                  </a:lnTo>
                  <a:lnTo>
                    <a:pt x="105404" y="375291"/>
                  </a:lnTo>
                  <a:lnTo>
                    <a:pt x="105906" y="380165"/>
                  </a:lnTo>
                  <a:lnTo>
                    <a:pt x="106355" y="385039"/>
                  </a:lnTo>
                  <a:lnTo>
                    <a:pt x="106730" y="389913"/>
                  </a:lnTo>
                  <a:lnTo>
                    <a:pt x="107014" y="394787"/>
                  </a:lnTo>
                  <a:lnTo>
                    <a:pt x="107195" y="399661"/>
                  </a:lnTo>
                  <a:lnTo>
                    <a:pt x="107270" y="404534"/>
                  </a:lnTo>
                  <a:lnTo>
                    <a:pt x="107237" y="409408"/>
                  </a:lnTo>
                  <a:lnTo>
                    <a:pt x="107102" y="414282"/>
                  </a:lnTo>
                  <a:lnTo>
                    <a:pt x="106872" y="419156"/>
                  </a:lnTo>
                  <a:lnTo>
                    <a:pt x="106555" y="424030"/>
                  </a:lnTo>
                  <a:lnTo>
                    <a:pt x="106161" y="428904"/>
                  </a:lnTo>
                  <a:lnTo>
                    <a:pt x="105703" y="433778"/>
                  </a:lnTo>
                  <a:lnTo>
                    <a:pt x="105193" y="438652"/>
                  </a:lnTo>
                  <a:lnTo>
                    <a:pt x="104647" y="443526"/>
                  </a:lnTo>
                  <a:lnTo>
                    <a:pt x="104080" y="448400"/>
                  </a:lnTo>
                  <a:lnTo>
                    <a:pt x="103512" y="453274"/>
                  </a:lnTo>
                  <a:lnTo>
                    <a:pt x="102963" y="458147"/>
                  </a:lnTo>
                  <a:lnTo>
                    <a:pt x="102453" y="463021"/>
                  </a:lnTo>
                  <a:lnTo>
                    <a:pt x="102005" y="467895"/>
                  </a:lnTo>
                  <a:lnTo>
                    <a:pt x="101640" y="472769"/>
                  </a:lnTo>
                  <a:lnTo>
                    <a:pt x="101380" y="477643"/>
                  </a:lnTo>
                  <a:lnTo>
                    <a:pt x="101247" y="482517"/>
                  </a:lnTo>
                  <a:lnTo>
                    <a:pt x="101265" y="487391"/>
                  </a:lnTo>
                  <a:lnTo>
                    <a:pt x="101459" y="492265"/>
                  </a:lnTo>
                  <a:lnTo>
                    <a:pt x="101861" y="497139"/>
                  </a:lnTo>
                  <a:lnTo>
                    <a:pt x="102507" y="502013"/>
                  </a:lnTo>
                  <a:lnTo>
                    <a:pt x="103439" y="506887"/>
                  </a:lnTo>
                  <a:lnTo>
                    <a:pt x="104708" y="511760"/>
                  </a:lnTo>
                  <a:lnTo>
                    <a:pt x="106366" y="516634"/>
                  </a:lnTo>
                  <a:lnTo>
                    <a:pt x="108465" y="521508"/>
                  </a:lnTo>
                  <a:lnTo>
                    <a:pt x="111049" y="526382"/>
                  </a:lnTo>
                  <a:lnTo>
                    <a:pt x="114143" y="531256"/>
                  </a:lnTo>
                  <a:lnTo>
                    <a:pt x="117746" y="536130"/>
                  </a:lnTo>
                  <a:lnTo>
                    <a:pt x="121818" y="541004"/>
                  </a:lnTo>
                  <a:lnTo>
                    <a:pt x="126277" y="545878"/>
                  </a:lnTo>
                  <a:lnTo>
                    <a:pt x="130988" y="550752"/>
                  </a:lnTo>
                  <a:lnTo>
                    <a:pt x="135772" y="555626"/>
                  </a:lnTo>
                  <a:lnTo>
                    <a:pt x="140412" y="560500"/>
                  </a:lnTo>
                  <a:lnTo>
                    <a:pt x="144667" y="565373"/>
                  </a:lnTo>
                  <a:lnTo>
                    <a:pt x="148293" y="570247"/>
                  </a:lnTo>
                  <a:lnTo>
                    <a:pt x="151068" y="575121"/>
                  </a:lnTo>
                  <a:lnTo>
                    <a:pt x="152810" y="579995"/>
                  </a:lnTo>
                  <a:lnTo>
                    <a:pt x="153405" y="584869"/>
                  </a:lnTo>
                  <a:lnTo>
                    <a:pt x="153405" y="584869"/>
                  </a:lnTo>
                  <a:close/>
                </a:path>
              </a:pathLst>
            </a:custGeom>
            <a:solidFill>
              <a:srgbClr val="596BC0">
                <a:alpha val="12000"/>
              </a:srgbClr>
            </a:solidFill>
            <a:ln w="6985">
              <a:solidFill>
                <a:srgbClr val="596BC0">
                  <a:alpha val="12000"/>
                </a:srgbClr>
              </a:solidFill>
              <a:prstDash val="solid"/>
            </a:ln>
          </p:spPr>
        </p:sp>
        <p:sp>
          <p:nvSpPr>
            <p:cNvPr id="2056" name="03_assume_matched_2055">
              <a:extLst>
                <a:ext uri="{FF2B5EF4-FFF2-40B4-BE49-F238E27FC236}">
                  <a16:creationId xmlns:a16="http://schemas.microsoft.com/office/drawing/2014/main" id="{19F6085A-D141-45C2-9D9B-F1CB85B2CB95}"/>
                </a:ext>
              </a:extLst>
            </p:cNvPr>
            <p:cNvSpPr>
              <a:spLocks/>
            </p:cNvSpPr>
            <p:nvPr/>
          </p:nvSpPr>
          <p:spPr>
            <a:xfrm>
              <a:off x="735432"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57" name="03_assume_matched_2056">
              <a:extLst>
                <a:ext uri="{FF2B5EF4-FFF2-40B4-BE49-F238E27FC236}">
                  <a16:creationId xmlns:a16="http://schemas.microsoft.com/office/drawing/2014/main" id="{D09535E1-90F8-46CD-B97D-A3AB7BBC68F0}"/>
                </a:ext>
              </a:extLst>
            </p:cNvPr>
            <p:cNvSpPr>
              <a:spLocks/>
            </p:cNvSpPr>
            <p:nvPr/>
          </p:nvSpPr>
          <p:spPr>
            <a:xfrm>
              <a:off x="1112625"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58" name="03_assume_matched_2057">
              <a:extLst>
                <a:ext uri="{FF2B5EF4-FFF2-40B4-BE49-F238E27FC236}">
                  <a16:creationId xmlns:a16="http://schemas.microsoft.com/office/drawing/2014/main" id="{4E765756-0B6F-468B-9F6E-39566DC470DA}"/>
                </a:ext>
              </a:extLst>
            </p:cNvPr>
            <p:cNvSpPr>
              <a:spLocks/>
            </p:cNvSpPr>
            <p:nvPr/>
          </p:nvSpPr>
          <p:spPr>
            <a:xfrm>
              <a:off x="1489818"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59" name="03_assume_matched_2058">
              <a:extLst>
                <a:ext uri="{FF2B5EF4-FFF2-40B4-BE49-F238E27FC236}">
                  <a16:creationId xmlns:a16="http://schemas.microsoft.com/office/drawing/2014/main" id="{6F0F84A7-6037-420D-8AD0-A62578E9DA24}"/>
                </a:ext>
              </a:extLst>
            </p:cNvPr>
            <p:cNvSpPr>
              <a:spLocks/>
            </p:cNvSpPr>
            <p:nvPr/>
          </p:nvSpPr>
          <p:spPr>
            <a:xfrm>
              <a:off x="2244204"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60" name="03_assume_matched_2059">
              <a:extLst>
                <a:ext uri="{FF2B5EF4-FFF2-40B4-BE49-F238E27FC236}">
                  <a16:creationId xmlns:a16="http://schemas.microsoft.com/office/drawing/2014/main" id="{611E0DEF-1FFE-4609-BD0A-0ADE87E5E760}"/>
                </a:ext>
              </a:extLst>
            </p:cNvPr>
            <p:cNvSpPr>
              <a:spLocks/>
            </p:cNvSpPr>
            <p:nvPr/>
          </p:nvSpPr>
          <p:spPr>
            <a:xfrm>
              <a:off x="2998589"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061" name="03_assume_matched_2060">
              <a:extLst>
                <a:ext uri="{FF2B5EF4-FFF2-40B4-BE49-F238E27FC236}">
                  <a16:creationId xmlns:a16="http://schemas.microsoft.com/office/drawing/2014/main" id="{7D47C19C-8BC5-4770-82C5-F4A92A4AA88C}"/>
                </a:ext>
              </a:extLst>
            </p:cNvPr>
            <p:cNvSpPr>
              <a:spLocks/>
            </p:cNvSpPr>
            <p:nvPr/>
          </p:nvSpPr>
          <p:spPr>
            <a:xfrm>
              <a:off x="712800" y="545119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062" name="03_assume_matched_2061">
              <a:extLst>
                <a:ext uri="{FF2B5EF4-FFF2-40B4-BE49-F238E27FC236}">
                  <a16:creationId xmlns:a16="http://schemas.microsoft.com/office/drawing/2014/main" id="{7C9EB19E-A9C8-4E5F-B484-95F4AAD8702B}"/>
                </a:ext>
              </a:extLst>
            </p:cNvPr>
            <p:cNvSpPr>
              <a:spLocks/>
            </p:cNvSpPr>
            <p:nvPr/>
          </p:nvSpPr>
          <p:spPr>
            <a:xfrm>
              <a:off x="674700" y="545119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63" name="text_2062">
              <a:extLst>
                <a:ext uri="{FF2B5EF4-FFF2-40B4-BE49-F238E27FC236}">
                  <a16:creationId xmlns:a16="http://schemas.microsoft.com/office/drawing/2014/main" id="{8DCC8FBC-04FB-4D50-B4B2-EFB75CF8D0C1}"/>
                </a:ext>
              </a:extLst>
            </p:cNvPr>
            <p:cNvSpPr>
              <a:spLocks/>
            </p:cNvSpPr>
            <p:nvPr/>
          </p:nvSpPr>
          <p:spPr>
            <a:xfrm>
              <a:off x="585053" y="5411134"/>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2064" name="03_assume_matched_2063">
              <a:extLst>
                <a:ext uri="{FF2B5EF4-FFF2-40B4-BE49-F238E27FC236}">
                  <a16:creationId xmlns:a16="http://schemas.microsoft.com/office/drawing/2014/main" id="{CFF0BBEF-9396-4C47-83FC-577C462CBE84}"/>
                </a:ext>
              </a:extLst>
            </p:cNvPr>
            <p:cNvSpPr>
              <a:spLocks/>
            </p:cNvSpPr>
            <p:nvPr/>
          </p:nvSpPr>
          <p:spPr>
            <a:xfrm>
              <a:off x="712800" y="515876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065" name="03_assume_matched_2064">
              <a:extLst>
                <a:ext uri="{FF2B5EF4-FFF2-40B4-BE49-F238E27FC236}">
                  <a16:creationId xmlns:a16="http://schemas.microsoft.com/office/drawing/2014/main" id="{420278FA-8714-44B8-81D2-121E92DB5E3F}"/>
                </a:ext>
              </a:extLst>
            </p:cNvPr>
            <p:cNvSpPr>
              <a:spLocks/>
            </p:cNvSpPr>
            <p:nvPr/>
          </p:nvSpPr>
          <p:spPr>
            <a:xfrm>
              <a:off x="674700" y="515876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66" name="text_2065">
              <a:extLst>
                <a:ext uri="{FF2B5EF4-FFF2-40B4-BE49-F238E27FC236}">
                  <a16:creationId xmlns:a16="http://schemas.microsoft.com/office/drawing/2014/main" id="{9B842709-DEF2-45FF-8DF8-A5A5C5C915B2}"/>
                </a:ext>
              </a:extLst>
            </p:cNvPr>
            <p:cNvSpPr>
              <a:spLocks/>
            </p:cNvSpPr>
            <p:nvPr/>
          </p:nvSpPr>
          <p:spPr>
            <a:xfrm>
              <a:off x="533506" y="511870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2067" name="03_assume_matched_2066">
              <a:extLst>
                <a:ext uri="{FF2B5EF4-FFF2-40B4-BE49-F238E27FC236}">
                  <a16:creationId xmlns:a16="http://schemas.microsoft.com/office/drawing/2014/main" id="{FFFD4FCF-1229-4D25-ADF4-1F4CEE9B8CC9}"/>
                </a:ext>
              </a:extLst>
            </p:cNvPr>
            <p:cNvSpPr>
              <a:spLocks/>
            </p:cNvSpPr>
            <p:nvPr/>
          </p:nvSpPr>
          <p:spPr>
            <a:xfrm>
              <a:off x="712800" y="486632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068" name="03_assume_matched_2067">
              <a:extLst>
                <a:ext uri="{FF2B5EF4-FFF2-40B4-BE49-F238E27FC236}">
                  <a16:creationId xmlns:a16="http://schemas.microsoft.com/office/drawing/2014/main" id="{0017C886-E346-43FC-83AF-9AC68FAE82A0}"/>
                </a:ext>
              </a:extLst>
            </p:cNvPr>
            <p:cNvSpPr>
              <a:spLocks/>
            </p:cNvSpPr>
            <p:nvPr/>
          </p:nvSpPr>
          <p:spPr>
            <a:xfrm>
              <a:off x="674700" y="486632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069" name="text_2068">
              <a:extLst>
                <a:ext uri="{FF2B5EF4-FFF2-40B4-BE49-F238E27FC236}">
                  <a16:creationId xmlns:a16="http://schemas.microsoft.com/office/drawing/2014/main" id="{FF69FAD1-E971-48AF-91A4-0B7E65FE2A04}"/>
                </a:ext>
              </a:extLst>
            </p:cNvPr>
            <p:cNvSpPr>
              <a:spLocks/>
            </p:cNvSpPr>
            <p:nvPr/>
          </p:nvSpPr>
          <p:spPr>
            <a:xfrm>
              <a:off x="481960" y="4826265"/>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2070" name="text_2069">
              <a:extLst>
                <a:ext uri="{FF2B5EF4-FFF2-40B4-BE49-F238E27FC236}">
                  <a16:creationId xmlns:a16="http://schemas.microsoft.com/office/drawing/2014/main" id="{4385010C-6828-473F-9011-636392CAC3BE}"/>
                </a:ext>
              </a:extLst>
            </p:cNvPr>
            <p:cNvSpPr>
              <a:spLocks/>
            </p:cNvSpPr>
            <p:nvPr/>
          </p:nvSpPr>
          <p:spPr>
            <a:xfrm rot="-5400000">
              <a:off x="67234" y="5099229"/>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t>Completion (%)</a:t>
              </a:r>
            </a:p>
          </p:txBody>
        </p:sp>
        <p:sp>
          <p:nvSpPr>
            <p:cNvPr id="2071" name="03_assume_matched_2070">
              <a:extLst>
                <a:ext uri="{FF2B5EF4-FFF2-40B4-BE49-F238E27FC236}">
                  <a16:creationId xmlns:a16="http://schemas.microsoft.com/office/drawing/2014/main" id="{54321E0C-FCF0-4061-B4E2-3008B0199B10}"/>
                </a:ext>
              </a:extLst>
            </p:cNvPr>
            <p:cNvSpPr>
              <a:spLocks/>
            </p:cNvSpPr>
            <p:nvPr/>
          </p:nvSpPr>
          <p:spPr>
            <a:xfrm>
              <a:off x="1150377" y="5144561"/>
              <a:ext cx="28398" cy="28398"/>
            </a:xfrm>
            <a:prstGeom prst="ellipse">
              <a:avLst/>
            </a:prstGeom>
            <a:solidFill>
              <a:srgbClr val="7F8C97">
                <a:alpha val="48000"/>
              </a:srgbClr>
            </a:solidFill>
            <a:ln w="0">
              <a:noFill/>
              <a:prstDash val="solid"/>
            </a:ln>
          </p:spPr>
        </p:sp>
        <p:sp>
          <p:nvSpPr>
            <p:cNvPr id="2072" name="03_assume_matched_2071">
              <a:extLst>
                <a:ext uri="{FF2B5EF4-FFF2-40B4-BE49-F238E27FC236}">
                  <a16:creationId xmlns:a16="http://schemas.microsoft.com/office/drawing/2014/main" id="{4E295D8B-606F-4358-A25B-BFCC2D5A4906}"/>
                </a:ext>
              </a:extLst>
            </p:cNvPr>
            <p:cNvSpPr>
              <a:spLocks/>
            </p:cNvSpPr>
            <p:nvPr/>
          </p:nvSpPr>
          <p:spPr>
            <a:xfrm>
              <a:off x="1138864" y="5436996"/>
              <a:ext cx="28398" cy="28398"/>
            </a:xfrm>
            <a:prstGeom prst="ellipse">
              <a:avLst/>
            </a:prstGeom>
            <a:solidFill>
              <a:srgbClr val="7F8C97">
                <a:alpha val="48000"/>
              </a:srgbClr>
            </a:solidFill>
            <a:ln w="0">
              <a:noFill/>
              <a:prstDash val="solid"/>
            </a:ln>
          </p:spPr>
        </p:sp>
        <p:sp>
          <p:nvSpPr>
            <p:cNvPr id="2073" name="03_assume_matched_2072">
              <a:extLst>
                <a:ext uri="{FF2B5EF4-FFF2-40B4-BE49-F238E27FC236}">
                  <a16:creationId xmlns:a16="http://schemas.microsoft.com/office/drawing/2014/main" id="{6BBB06AD-CE08-4E19-A97F-D0F4017A1816}"/>
                </a:ext>
              </a:extLst>
            </p:cNvPr>
            <p:cNvSpPr>
              <a:spLocks/>
            </p:cNvSpPr>
            <p:nvPr/>
          </p:nvSpPr>
          <p:spPr>
            <a:xfrm>
              <a:off x="1081732" y="5436996"/>
              <a:ext cx="28398" cy="28398"/>
            </a:xfrm>
            <a:prstGeom prst="ellipse">
              <a:avLst/>
            </a:prstGeom>
            <a:solidFill>
              <a:srgbClr val="7F8C97">
                <a:alpha val="48000"/>
              </a:srgbClr>
            </a:solidFill>
            <a:ln w="0">
              <a:noFill/>
              <a:prstDash val="solid"/>
            </a:ln>
          </p:spPr>
        </p:sp>
        <p:sp>
          <p:nvSpPr>
            <p:cNvPr id="2074" name="03_assume_matched_2073">
              <a:extLst>
                <a:ext uri="{FF2B5EF4-FFF2-40B4-BE49-F238E27FC236}">
                  <a16:creationId xmlns:a16="http://schemas.microsoft.com/office/drawing/2014/main" id="{69FD5877-1444-4FDE-B16B-2460F9275C82}"/>
                </a:ext>
              </a:extLst>
            </p:cNvPr>
            <p:cNvSpPr>
              <a:spLocks/>
            </p:cNvSpPr>
            <p:nvPr/>
          </p:nvSpPr>
          <p:spPr>
            <a:xfrm>
              <a:off x="1160594" y="5144561"/>
              <a:ext cx="28398" cy="28398"/>
            </a:xfrm>
            <a:prstGeom prst="ellipse">
              <a:avLst/>
            </a:prstGeom>
            <a:solidFill>
              <a:srgbClr val="7F8C97">
                <a:alpha val="48000"/>
              </a:srgbClr>
            </a:solidFill>
            <a:ln w="0">
              <a:noFill/>
              <a:prstDash val="solid"/>
            </a:ln>
          </p:spPr>
        </p:sp>
        <p:sp>
          <p:nvSpPr>
            <p:cNvPr id="2075" name="03_assume_matched_2074">
              <a:extLst>
                <a:ext uri="{FF2B5EF4-FFF2-40B4-BE49-F238E27FC236}">
                  <a16:creationId xmlns:a16="http://schemas.microsoft.com/office/drawing/2014/main" id="{2FA7CCB2-2F61-4959-8DFB-83D249657389}"/>
                </a:ext>
              </a:extLst>
            </p:cNvPr>
            <p:cNvSpPr>
              <a:spLocks/>
            </p:cNvSpPr>
            <p:nvPr/>
          </p:nvSpPr>
          <p:spPr>
            <a:xfrm>
              <a:off x="1128359" y="5269890"/>
              <a:ext cx="28398" cy="28398"/>
            </a:xfrm>
            <a:prstGeom prst="ellipse">
              <a:avLst/>
            </a:prstGeom>
            <a:solidFill>
              <a:srgbClr val="7F8C97">
                <a:alpha val="48000"/>
              </a:srgbClr>
            </a:solidFill>
            <a:ln w="0">
              <a:noFill/>
              <a:prstDash val="solid"/>
            </a:ln>
          </p:spPr>
        </p:sp>
        <p:sp>
          <p:nvSpPr>
            <p:cNvPr id="2076" name="03_assume_matched_2075">
              <a:extLst>
                <a:ext uri="{FF2B5EF4-FFF2-40B4-BE49-F238E27FC236}">
                  <a16:creationId xmlns:a16="http://schemas.microsoft.com/office/drawing/2014/main" id="{EB68E4C9-EC17-451E-8E3B-43D8C99F41F4}"/>
                </a:ext>
              </a:extLst>
            </p:cNvPr>
            <p:cNvSpPr>
              <a:spLocks/>
            </p:cNvSpPr>
            <p:nvPr/>
          </p:nvSpPr>
          <p:spPr>
            <a:xfrm>
              <a:off x="1033091" y="5171146"/>
              <a:ext cx="28398" cy="28398"/>
            </a:xfrm>
            <a:prstGeom prst="ellipse">
              <a:avLst/>
            </a:prstGeom>
            <a:solidFill>
              <a:srgbClr val="7F8C97">
                <a:alpha val="48000"/>
              </a:srgbClr>
            </a:solidFill>
            <a:ln w="0">
              <a:noFill/>
              <a:prstDash val="solid"/>
            </a:ln>
          </p:spPr>
        </p:sp>
        <p:sp>
          <p:nvSpPr>
            <p:cNvPr id="2077" name="03_assume_matched_2076">
              <a:extLst>
                <a:ext uri="{FF2B5EF4-FFF2-40B4-BE49-F238E27FC236}">
                  <a16:creationId xmlns:a16="http://schemas.microsoft.com/office/drawing/2014/main" id="{A574EC9D-4331-4108-9C76-E516EA139965}"/>
                </a:ext>
              </a:extLst>
            </p:cNvPr>
            <p:cNvSpPr>
              <a:spLocks/>
            </p:cNvSpPr>
            <p:nvPr/>
          </p:nvSpPr>
          <p:spPr>
            <a:xfrm>
              <a:off x="1063743" y="5436996"/>
              <a:ext cx="28398" cy="28398"/>
            </a:xfrm>
            <a:prstGeom prst="ellipse">
              <a:avLst/>
            </a:prstGeom>
            <a:solidFill>
              <a:srgbClr val="7F8C97">
                <a:alpha val="48000"/>
              </a:srgbClr>
            </a:solidFill>
            <a:ln w="0">
              <a:noFill/>
              <a:prstDash val="solid"/>
            </a:ln>
          </p:spPr>
        </p:sp>
        <p:sp>
          <p:nvSpPr>
            <p:cNvPr id="2078" name="03_assume_matched_2077">
              <a:extLst>
                <a:ext uri="{FF2B5EF4-FFF2-40B4-BE49-F238E27FC236}">
                  <a16:creationId xmlns:a16="http://schemas.microsoft.com/office/drawing/2014/main" id="{7FA295DF-C9D4-4DBA-B0A3-FD05E343DB13}"/>
                </a:ext>
              </a:extLst>
            </p:cNvPr>
            <p:cNvSpPr>
              <a:spLocks/>
            </p:cNvSpPr>
            <p:nvPr/>
          </p:nvSpPr>
          <p:spPr>
            <a:xfrm>
              <a:off x="1032803" y="5290779"/>
              <a:ext cx="28398" cy="28398"/>
            </a:xfrm>
            <a:prstGeom prst="ellipse">
              <a:avLst/>
            </a:prstGeom>
            <a:solidFill>
              <a:srgbClr val="7F8C97">
                <a:alpha val="48000"/>
              </a:srgbClr>
            </a:solidFill>
            <a:ln w="0">
              <a:noFill/>
              <a:prstDash val="solid"/>
            </a:ln>
          </p:spPr>
        </p:sp>
        <p:sp>
          <p:nvSpPr>
            <p:cNvPr id="2079" name="03_assume_matched_2078">
              <a:extLst>
                <a:ext uri="{FF2B5EF4-FFF2-40B4-BE49-F238E27FC236}">
                  <a16:creationId xmlns:a16="http://schemas.microsoft.com/office/drawing/2014/main" id="{DA54BE02-E2E4-45CA-B49A-D39B7384F8FD}"/>
                </a:ext>
              </a:extLst>
            </p:cNvPr>
            <p:cNvSpPr>
              <a:spLocks/>
            </p:cNvSpPr>
            <p:nvPr/>
          </p:nvSpPr>
          <p:spPr>
            <a:xfrm>
              <a:off x="1114112" y="5144561"/>
              <a:ext cx="28398" cy="28398"/>
            </a:xfrm>
            <a:prstGeom prst="ellipse">
              <a:avLst/>
            </a:prstGeom>
            <a:solidFill>
              <a:srgbClr val="7F8C97">
                <a:alpha val="48000"/>
              </a:srgbClr>
            </a:solidFill>
            <a:ln w="0">
              <a:noFill/>
              <a:prstDash val="solid"/>
            </a:ln>
          </p:spPr>
        </p:sp>
        <p:sp>
          <p:nvSpPr>
            <p:cNvPr id="2080" name="03_assume_matched_2079">
              <a:extLst>
                <a:ext uri="{FF2B5EF4-FFF2-40B4-BE49-F238E27FC236}">
                  <a16:creationId xmlns:a16="http://schemas.microsoft.com/office/drawing/2014/main" id="{D3C12BDE-BD46-4380-8C99-2EC00A66CAFF}"/>
                </a:ext>
              </a:extLst>
            </p:cNvPr>
            <p:cNvSpPr>
              <a:spLocks/>
            </p:cNvSpPr>
            <p:nvPr/>
          </p:nvSpPr>
          <p:spPr>
            <a:xfrm>
              <a:off x="1095403" y="5436996"/>
              <a:ext cx="28398" cy="28398"/>
            </a:xfrm>
            <a:prstGeom prst="ellipse">
              <a:avLst/>
            </a:prstGeom>
            <a:solidFill>
              <a:srgbClr val="7F8C97">
                <a:alpha val="48000"/>
              </a:srgbClr>
            </a:solidFill>
            <a:ln w="0">
              <a:noFill/>
              <a:prstDash val="solid"/>
            </a:ln>
          </p:spPr>
        </p:sp>
        <p:sp>
          <p:nvSpPr>
            <p:cNvPr id="2081" name="03_assume_matched_2080">
              <a:extLst>
                <a:ext uri="{FF2B5EF4-FFF2-40B4-BE49-F238E27FC236}">
                  <a16:creationId xmlns:a16="http://schemas.microsoft.com/office/drawing/2014/main" id="{CC370DE1-DB22-4131-A11A-5E76CB4D9EA1}"/>
                </a:ext>
              </a:extLst>
            </p:cNvPr>
            <p:cNvSpPr>
              <a:spLocks/>
            </p:cNvSpPr>
            <p:nvPr/>
          </p:nvSpPr>
          <p:spPr>
            <a:xfrm>
              <a:off x="1080149" y="5436996"/>
              <a:ext cx="28398" cy="28398"/>
            </a:xfrm>
            <a:prstGeom prst="ellipse">
              <a:avLst/>
            </a:prstGeom>
            <a:solidFill>
              <a:srgbClr val="7F8C97">
                <a:alpha val="48000"/>
              </a:srgbClr>
            </a:solidFill>
            <a:ln w="0">
              <a:noFill/>
              <a:prstDash val="solid"/>
            </a:ln>
          </p:spPr>
        </p:sp>
        <p:sp>
          <p:nvSpPr>
            <p:cNvPr id="2082" name="03_assume_matched_2081">
              <a:extLst>
                <a:ext uri="{FF2B5EF4-FFF2-40B4-BE49-F238E27FC236}">
                  <a16:creationId xmlns:a16="http://schemas.microsoft.com/office/drawing/2014/main" id="{1C61C5E3-D9CB-45A0-B82A-034C7FEDDE82}"/>
                </a:ext>
              </a:extLst>
            </p:cNvPr>
            <p:cNvSpPr>
              <a:spLocks/>
            </p:cNvSpPr>
            <p:nvPr/>
          </p:nvSpPr>
          <p:spPr>
            <a:xfrm>
              <a:off x="1065902" y="5436996"/>
              <a:ext cx="28398" cy="28398"/>
            </a:xfrm>
            <a:prstGeom prst="ellipse">
              <a:avLst/>
            </a:prstGeom>
            <a:solidFill>
              <a:srgbClr val="7F8C97">
                <a:alpha val="48000"/>
              </a:srgbClr>
            </a:solidFill>
            <a:ln w="0">
              <a:noFill/>
              <a:prstDash val="solid"/>
            </a:ln>
          </p:spPr>
        </p:sp>
        <p:sp>
          <p:nvSpPr>
            <p:cNvPr id="2083" name="03_assume_matched_2082">
              <a:extLst>
                <a:ext uri="{FF2B5EF4-FFF2-40B4-BE49-F238E27FC236}">
                  <a16:creationId xmlns:a16="http://schemas.microsoft.com/office/drawing/2014/main" id="{A6580FA4-EC1E-4547-8F67-CAC0F4E89B0D}"/>
                </a:ext>
              </a:extLst>
            </p:cNvPr>
            <p:cNvSpPr>
              <a:spLocks/>
            </p:cNvSpPr>
            <p:nvPr/>
          </p:nvSpPr>
          <p:spPr>
            <a:xfrm>
              <a:off x="1082308" y="5436996"/>
              <a:ext cx="28398" cy="28398"/>
            </a:xfrm>
            <a:prstGeom prst="ellipse">
              <a:avLst/>
            </a:prstGeom>
            <a:solidFill>
              <a:srgbClr val="7F8C97">
                <a:alpha val="48000"/>
              </a:srgbClr>
            </a:solidFill>
            <a:ln w="0">
              <a:noFill/>
              <a:prstDash val="solid"/>
            </a:ln>
          </p:spPr>
        </p:sp>
        <p:sp>
          <p:nvSpPr>
            <p:cNvPr id="2084" name="03_assume_matched_2083">
              <a:extLst>
                <a:ext uri="{FF2B5EF4-FFF2-40B4-BE49-F238E27FC236}">
                  <a16:creationId xmlns:a16="http://schemas.microsoft.com/office/drawing/2014/main" id="{44E21C50-9409-4673-80C0-79BF69936839}"/>
                </a:ext>
              </a:extLst>
            </p:cNvPr>
            <p:cNvSpPr>
              <a:spLocks/>
            </p:cNvSpPr>
            <p:nvPr/>
          </p:nvSpPr>
          <p:spPr>
            <a:xfrm>
              <a:off x="1167502" y="5290779"/>
              <a:ext cx="28398" cy="28398"/>
            </a:xfrm>
            <a:prstGeom prst="ellipse">
              <a:avLst/>
            </a:prstGeom>
            <a:solidFill>
              <a:srgbClr val="7F8C97">
                <a:alpha val="48000"/>
              </a:srgbClr>
            </a:solidFill>
            <a:ln w="0">
              <a:noFill/>
              <a:prstDash val="solid"/>
            </a:ln>
          </p:spPr>
        </p:sp>
        <p:sp>
          <p:nvSpPr>
            <p:cNvPr id="2085" name="03_assume_matched_2084">
              <a:extLst>
                <a:ext uri="{FF2B5EF4-FFF2-40B4-BE49-F238E27FC236}">
                  <a16:creationId xmlns:a16="http://schemas.microsoft.com/office/drawing/2014/main" id="{34F490ED-2A56-4B58-9791-67FF92B42A41}"/>
                </a:ext>
              </a:extLst>
            </p:cNvPr>
            <p:cNvSpPr>
              <a:spLocks/>
            </p:cNvSpPr>
            <p:nvPr/>
          </p:nvSpPr>
          <p:spPr>
            <a:xfrm>
              <a:off x="1122458" y="5242040"/>
              <a:ext cx="28398" cy="28398"/>
            </a:xfrm>
            <a:prstGeom prst="ellipse">
              <a:avLst/>
            </a:prstGeom>
            <a:solidFill>
              <a:srgbClr val="7F8C97">
                <a:alpha val="48000"/>
              </a:srgbClr>
            </a:solidFill>
            <a:ln w="0">
              <a:noFill/>
              <a:prstDash val="solid"/>
            </a:ln>
          </p:spPr>
        </p:sp>
        <p:sp>
          <p:nvSpPr>
            <p:cNvPr id="2086" name="03_assume_matched_2085">
              <a:extLst>
                <a:ext uri="{FF2B5EF4-FFF2-40B4-BE49-F238E27FC236}">
                  <a16:creationId xmlns:a16="http://schemas.microsoft.com/office/drawing/2014/main" id="{9F3533D3-8E2B-4DC1-9416-A37C1E568BB7}"/>
                </a:ext>
              </a:extLst>
            </p:cNvPr>
            <p:cNvSpPr>
              <a:spLocks/>
            </p:cNvSpPr>
            <p:nvPr/>
          </p:nvSpPr>
          <p:spPr>
            <a:xfrm>
              <a:off x="1132244" y="5372010"/>
              <a:ext cx="28398" cy="28398"/>
            </a:xfrm>
            <a:prstGeom prst="ellipse">
              <a:avLst/>
            </a:prstGeom>
            <a:solidFill>
              <a:srgbClr val="7F8C97">
                <a:alpha val="48000"/>
              </a:srgbClr>
            </a:solidFill>
            <a:ln w="0">
              <a:noFill/>
              <a:prstDash val="solid"/>
            </a:ln>
          </p:spPr>
        </p:sp>
        <p:sp>
          <p:nvSpPr>
            <p:cNvPr id="2087" name="03_assume_matched_2086">
              <a:extLst>
                <a:ext uri="{FF2B5EF4-FFF2-40B4-BE49-F238E27FC236}">
                  <a16:creationId xmlns:a16="http://schemas.microsoft.com/office/drawing/2014/main" id="{1EE2E863-3AA7-4659-A2F5-55681C42E092}"/>
                </a:ext>
              </a:extLst>
            </p:cNvPr>
            <p:cNvSpPr>
              <a:spLocks/>
            </p:cNvSpPr>
            <p:nvPr/>
          </p:nvSpPr>
          <p:spPr>
            <a:xfrm>
              <a:off x="1069068" y="5274532"/>
              <a:ext cx="28398" cy="28398"/>
            </a:xfrm>
            <a:prstGeom prst="ellipse">
              <a:avLst/>
            </a:prstGeom>
            <a:solidFill>
              <a:srgbClr val="7F8C97">
                <a:alpha val="48000"/>
              </a:srgbClr>
            </a:solidFill>
            <a:ln w="0">
              <a:noFill/>
              <a:prstDash val="solid"/>
            </a:ln>
          </p:spPr>
        </p:sp>
        <p:sp>
          <p:nvSpPr>
            <p:cNvPr id="2088" name="03_assume_matched_2087">
              <a:extLst>
                <a:ext uri="{FF2B5EF4-FFF2-40B4-BE49-F238E27FC236}">
                  <a16:creationId xmlns:a16="http://schemas.microsoft.com/office/drawing/2014/main" id="{D8438E02-882E-4BC0-B9FF-A932E1B9E545}"/>
                </a:ext>
              </a:extLst>
            </p:cNvPr>
            <p:cNvSpPr>
              <a:spLocks/>
            </p:cNvSpPr>
            <p:nvPr/>
          </p:nvSpPr>
          <p:spPr>
            <a:xfrm>
              <a:off x="1159443" y="5436996"/>
              <a:ext cx="28398" cy="28398"/>
            </a:xfrm>
            <a:prstGeom prst="ellipse">
              <a:avLst/>
            </a:prstGeom>
            <a:solidFill>
              <a:srgbClr val="7F8C97">
                <a:alpha val="48000"/>
              </a:srgbClr>
            </a:solidFill>
            <a:ln w="0">
              <a:noFill/>
              <a:prstDash val="solid"/>
            </a:ln>
          </p:spPr>
        </p:sp>
        <p:sp>
          <p:nvSpPr>
            <p:cNvPr id="2089" name="03_assume_matched_2088">
              <a:extLst>
                <a:ext uri="{FF2B5EF4-FFF2-40B4-BE49-F238E27FC236}">
                  <a16:creationId xmlns:a16="http://schemas.microsoft.com/office/drawing/2014/main" id="{04909F2F-5A27-4EE2-AE7A-13DB218E5F8C}"/>
                </a:ext>
              </a:extLst>
            </p:cNvPr>
            <p:cNvSpPr>
              <a:spLocks/>
            </p:cNvSpPr>
            <p:nvPr/>
          </p:nvSpPr>
          <p:spPr>
            <a:xfrm>
              <a:off x="1132532" y="5224316"/>
              <a:ext cx="28398" cy="28398"/>
            </a:xfrm>
            <a:prstGeom prst="ellipse">
              <a:avLst/>
            </a:prstGeom>
            <a:solidFill>
              <a:srgbClr val="7F8C97">
                <a:alpha val="48000"/>
              </a:srgbClr>
            </a:solidFill>
            <a:ln w="0">
              <a:noFill/>
              <a:prstDash val="solid"/>
            </a:ln>
          </p:spPr>
        </p:sp>
        <p:sp>
          <p:nvSpPr>
            <p:cNvPr id="2090" name="03_assume_matched_2089">
              <a:extLst>
                <a:ext uri="{FF2B5EF4-FFF2-40B4-BE49-F238E27FC236}">
                  <a16:creationId xmlns:a16="http://schemas.microsoft.com/office/drawing/2014/main" id="{B2CDC99A-F4B3-4F09-8DF1-1A66C666429B}"/>
                </a:ext>
              </a:extLst>
            </p:cNvPr>
            <p:cNvSpPr>
              <a:spLocks/>
            </p:cNvSpPr>
            <p:nvPr/>
          </p:nvSpPr>
          <p:spPr>
            <a:xfrm>
              <a:off x="1050360" y="5436996"/>
              <a:ext cx="28398" cy="28398"/>
            </a:xfrm>
            <a:prstGeom prst="ellipse">
              <a:avLst/>
            </a:prstGeom>
            <a:solidFill>
              <a:srgbClr val="7F8C97">
                <a:alpha val="48000"/>
              </a:srgbClr>
            </a:solidFill>
            <a:ln w="0">
              <a:noFill/>
              <a:prstDash val="solid"/>
            </a:ln>
          </p:spPr>
        </p:sp>
        <p:sp>
          <p:nvSpPr>
            <p:cNvPr id="2091" name="03_assume_matched_2090">
              <a:extLst>
                <a:ext uri="{FF2B5EF4-FFF2-40B4-BE49-F238E27FC236}">
                  <a16:creationId xmlns:a16="http://schemas.microsoft.com/office/drawing/2014/main" id="{5601530E-34C3-4066-9793-203A3DDA5E1A}"/>
                </a:ext>
              </a:extLst>
            </p:cNvPr>
            <p:cNvSpPr>
              <a:spLocks/>
            </p:cNvSpPr>
            <p:nvPr/>
          </p:nvSpPr>
          <p:spPr>
            <a:xfrm>
              <a:off x="1057699" y="5203048"/>
              <a:ext cx="28398" cy="28398"/>
            </a:xfrm>
            <a:prstGeom prst="ellipse">
              <a:avLst/>
            </a:prstGeom>
            <a:solidFill>
              <a:srgbClr val="7F8C97">
                <a:alpha val="48000"/>
              </a:srgbClr>
            </a:solidFill>
            <a:ln w="0">
              <a:noFill/>
              <a:prstDash val="solid"/>
            </a:ln>
          </p:spPr>
        </p:sp>
        <p:sp>
          <p:nvSpPr>
            <p:cNvPr id="2092" name="03_assume_matched_2091">
              <a:extLst>
                <a:ext uri="{FF2B5EF4-FFF2-40B4-BE49-F238E27FC236}">
                  <a16:creationId xmlns:a16="http://schemas.microsoft.com/office/drawing/2014/main" id="{B6FD8088-4C48-4131-8719-EA5F728F94C6}"/>
                </a:ext>
              </a:extLst>
            </p:cNvPr>
            <p:cNvSpPr>
              <a:spLocks/>
            </p:cNvSpPr>
            <p:nvPr/>
          </p:nvSpPr>
          <p:spPr>
            <a:xfrm>
              <a:off x="1068924" y="5290779"/>
              <a:ext cx="28398" cy="28398"/>
            </a:xfrm>
            <a:prstGeom prst="ellipse">
              <a:avLst/>
            </a:prstGeom>
            <a:solidFill>
              <a:srgbClr val="7F8C97">
                <a:alpha val="48000"/>
              </a:srgbClr>
            </a:solidFill>
            <a:ln w="0">
              <a:noFill/>
              <a:prstDash val="solid"/>
            </a:ln>
          </p:spPr>
        </p:sp>
        <p:sp>
          <p:nvSpPr>
            <p:cNvPr id="2093" name="03_assume_matched_2092">
              <a:extLst>
                <a:ext uri="{FF2B5EF4-FFF2-40B4-BE49-F238E27FC236}">
                  <a16:creationId xmlns:a16="http://schemas.microsoft.com/office/drawing/2014/main" id="{CA782D7A-479B-40E2-B5EA-8FA7F869027C}"/>
                </a:ext>
              </a:extLst>
            </p:cNvPr>
            <p:cNvSpPr>
              <a:spLocks/>
            </p:cNvSpPr>
            <p:nvPr/>
          </p:nvSpPr>
          <p:spPr>
            <a:xfrm>
              <a:off x="1158292" y="5436996"/>
              <a:ext cx="28398" cy="28398"/>
            </a:xfrm>
            <a:prstGeom prst="ellipse">
              <a:avLst/>
            </a:prstGeom>
            <a:solidFill>
              <a:srgbClr val="7F8C97">
                <a:alpha val="48000"/>
              </a:srgbClr>
            </a:solidFill>
            <a:ln w="0">
              <a:noFill/>
              <a:prstDash val="solid"/>
            </a:ln>
          </p:spPr>
        </p:sp>
        <p:sp>
          <p:nvSpPr>
            <p:cNvPr id="2094" name="03_assume_matched_2093">
              <a:extLst>
                <a:ext uri="{FF2B5EF4-FFF2-40B4-BE49-F238E27FC236}">
                  <a16:creationId xmlns:a16="http://schemas.microsoft.com/office/drawing/2014/main" id="{5B9B7A6C-B123-4A32-9147-56417C17D5C8}"/>
                </a:ext>
              </a:extLst>
            </p:cNvPr>
            <p:cNvSpPr>
              <a:spLocks/>
            </p:cNvSpPr>
            <p:nvPr/>
          </p:nvSpPr>
          <p:spPr>
            <a:xfrm>
              <a:off x="1071227" y="5144561"/>
              <a:ext cx="28398" cy="28398"/>
            </a:xfrm>
            <a:prstGeom prst="ellipse">
              <a:avLst/>
            </a:prstGeom>
            <a:solidFill>
              <a:srgbClr val="7F8C97">
                <a:alpha val="48000"/>
              </a:srgbClr>
            </a:solidFill>
            <a:ln w="0">
              <a:noFill/>
              <a:prstDash val="solid"/>
            </a:ln>
          </p:spPr>
        </p:sp>
        <p:sp>
          <p:nvSpPr>
            <p:cNvPr id="2095" name="03_assume_matched_2094">
              <a:extLst>
                <a:ext uri="{FF2B5EF4-FFF2-40B4-BE49-F238E27FC236}">
                  <a16:creationId xmlns:a16="http://schemas.microsoft.com/office/drawing/2014/main" id="{D4F97D54-4064-49AF-AF97-E76C6D740398}"/>
                </a:ext>
              </a:extLst>
            </p:cNvPr>
            <p:cNvSpPr>
              <a:spLocks/>
            </p:cNvSpPr>
            <p:nvPr/>
          </p:nvSpPr>
          <p:spPr>
            <a:xfrm>
              <a:off x="1150233" y="5242040"/>
              <a:ext cx="28398" cy="28398"/>
            </a:xfrm>
            <a:prstGeom prst="ellipse">
              <a:avLst/>
            </a:prstGeom>
            <a:solidFill>
              <a:srgbClr val="7F8C97">
                <a:alpha val="48000"/>
              </a:srgbClr>
            </a:solidFill>
            <a:ln w="0">
              <a:noFill/>
              <a:prstDash val="solid"/>
            </a:ln>
          </p:spPr>
        </p:sp>
        <p:sp>
          <p:nvSpPr>
            <p:cNvPr id="2096" name="03_assume_matched_2095">
              <a:extLst>
                <a:ext uri="{FF2B5EF4-FFF2-40B4-BE49-F238E27FC236}">
                  <a16:creationId xmlns:a16="http://schemas.microsoft.com/office/drawing/2014/main" id="{2D353A8D-3BBC-4E42-B718-D4F91102DFC4}"/>
                </a:ext>
              </a:extLst>
            </p:cNvPr>
            <p:cNvSpPr>
              <a:spLocks/>
            </p:cNvSpPr>
            <p:nvPr/>
          </p:nvSpPr>
          <p:spPr>
            <a:xfrm>
              <a:off x="1151384" y="5144561"/>
              <a:ext cx="28398" cy="28398"/>
            </a:xfrm>
            <a:prstGeom prst="ellipse">
              <a:avLst/>
            </a:prstGeom>
            <a:solidFill>
              <a:srgbClr val="7F8C97">
                <a:alpha val="48000"/>
              </a:srgbClr>
            </a:solidFill>
            <a:ln w="0">
              <a:noFill/>
              <a:prstDash val="solid"/>
            </a:ln>
          </p:spPr>
        </p:sp>
        <p:sp>
          <p:nvSpPr>
            <p:cNvPr id="2097" name="03_assume_matched_2096">
              <a:extLst>
                <a:ext uri="{FF2B5EF4-FFF2-40B4-BE49-F238E27FC236}">
                  <a16:creationId xmlns:a16="http://schemas.microsoft.com/office/drawing/2014/main" id="{5A2932D3-DC67-464E-B3F2-FD3F926C3C6C}"/>
                </a:ext>
              </a:extLst>
            </p:cNvPr>
            <p:cNvSpPr>
              <a:spLocks/>
            </p:cNvSpPr>
            <p:nvPr/>
          </p:nvSpPr>
          <p:spPr>
            <a:xfrm>
              <a:off x="1155126" y="5436996"/>
              <a:ext cx="28398" cy="28398"/>
            </a:xfrm>
            <a:prstGeom prst="ellipse">
              <a:avLst/>
            </a:prstGeom>
            <a:solidFill>
              <a:srgbClr val="7F8C97">
                <a:alpha val="48000"/>
              </a:srgbClr>
            </a:solidFill>
            <a:ln w="0">
              <a:noFill/>
              <a:prstDash val="solid"/>
            </a:ln>
          </p:spPr>
        </p:sp>
        <p:sp>
          <p:nvSpPr>
            <p:cNvPr id="2098" name="03_assume_matched_2097">
              <a:extLst>
                <a:ext uri="{FF2B5EF4-FFF2-40B4-BE49-F238E27FC236}">
                  <a16:creationId xmlns:a16="http://schemas.microsoft.com/office/drawing/2014/main" id="{E7CD4F8B-1B24-4D44-8028-A4A3B00AD684}"/>
                </a:ext>
              </a:extLst>
            </p:cNvPr>
            <p:cNvSpPr>
              <a:spLocks/>
            </p:cNvSpPr>
            <p:nvPr/>
          </p:nvSpPr>
          <p:spPr>
            <a:xfrm>
              <a:off x="1072378" y="5242040"/>
              <a:ext cx="28398" cy="28398"/>
            </a:xfrm>
            <a:prstGeom prst="ellipse">
              <a:avLst/>
            </a:prstGeom>
            <a:solidFill>
              <a:srgbClr val="7F8C97">
                <a:alpha val="48000"/>
              </a:srgbClr>
            </a:solidFill>
            <a:ln w="0">
              <a:noFill/>
              <a:prstDash val="solid"/>
            </a:ln>
          </p:spPr>
        </p:sp>
        <p:sp>
          <p:nvSpPr>
            <p:cNvPr id="2099" name="03_assume_matched_2098">
              <a:extLst>
                <a:ext uri="{FF2B5EF4-FFF2-40B4-BE49-F238E27FC236}">
                  <a16:creationId xmlns:a16="http://schemas.microsoft.com/office/drawing/2014/main" id="{5C4A34E5-926E-46FD-98A5-CF7892567073}"/>
                </a:ext>
              </a:extLst>
            </p:cNvPr>
            <p:cNvSpPr>
              <a:spLocks/>
            </p:cNvSpPr>
            <p:nvPr/>
          </p:nvSpPr>
          <p:spPr>
            <a:xfrm>
              <a:off x="1050648" y="5290779"/>
              <a:ext cx="28398" cy="28398"/>
            </a:xfrm>
            <a:prstGeom prst="ellipse">
              <a:avLst/>
            </a:prstGeom>
            <a:solidFill>
              <a:srgbClr val="7F8C97">
                <a:alpha val="48000"/>
              </a:srgbClr>
            </a:solidFill>
            <a:ln w="0">
              <a:noFill/>
              <a:prstDash val="solid"/>
            </a:ln>
          </p:spPr>
        </p:sp>
        <p:sp>
          <p:nvSpPr>
            <p:cNvPr id="2100" name="03_assume_matched_2099">
              <a:extLst>
                <a:ext uri="{FF2B5EF4-FFF2-40B4-BE49-F238E27FC236}">
                  <a16:creationId xmlns:a16="http://schemas.microsoft.com/office/drawing/2014/main" id="{C8356305-9DA2-4392-A4AB-492584B95420}"/>
                </a:ext>
              </a:extLst>
            </p:cNvPr>
            <p:cNvSpPr>
              <a:spLocks/>
            </p:cNvSpPr>
            <p:nvPr/>
          </p:nvSpPr>
          <p:spPr>
            <a:xfrm>
              <a:off x="1134403" y="5436996"/>
              <a:ext cx="28398" cy="28398"/>
            </a:xfrm>
            <a:prstGeom prst="ellipse">
              <a:avLst/>
            </a:prstGeom>
            <a:solidFill>
              <a:srgbClr val="7F8C97">
                <a:alpha val="48000"/>
              </a:srgbClr>
            </a:solidFill>
            <a:ln w="0">
              <a:noFill/>
              <a:prstDash val="solid"/>
            </a:ln>
          </p:spPr>
        </p:sp>
        <p:sp>
          <p:nvSpPr>
            <p:cNvPr id="2101" name="03_assume_matched_2100">
              <a:extLst>
                <a:ext uri="{FF2B5EF4-FFF2-40B4-BE49-F238E27FC236}">
                  <a16:creationId xmlns:a16="http://schemas.microsoft.com/office/drawing/2014/main" id="{10272F91-EFEE-4943-AD28-C14BEBD6352E}"/>
                </a:ext>
              </a:extLst>
            </p:cNvPr>
            <p:cNvSpPr>
              <a:spLocks/>
            </p:cNvSpPr>
            <p:nvPr/>
          </p:nvSpPr>
          <p:spPr>
            <a:xfrm>
              <a:off x="1043884" y="5436996"/>
              <a:ext cx="28398" cy="28398"/>
            </a:xfrm>
            <a:prstGeom prst="ellipse">
              <a:avLst/>
            </a:prstGeom>
            <a:solidFill>
              <a:srgbClr val="7F8C97">
                <a:alpha val="48000"/>
              </a:srgbClr>
            </a:solidFill>
            <a:ln w="0">
              <a:noFill/>
              <a:prstDash val="solid"/>
            </a:ln>
          </p:spPr>
        </p:sp>
        <p:sp>
          <p:nvSpPr>
            <p:cNvPr id="2102" name="03_assume_matched_2101">
              <a:extLst>
                <a:ext uri="{FF2B5EF4-FFF2-40B4-BE49-F238E27FC236}">
                  <a16:creationId xmlns:a16="http://schemas.microsoft.com/office/drawing/2014/main" id="{DB3D4AE2-C975-401F-9485-E17CA55ACF52}"/>
                </a:ext>
              </a:extLst>
            </p:cNvPr>
            <p:cNvSpPr>
              <a:spLocks/>
            </p:cNvSpPr>
            <p:nvPr/>
          </p:nvSpPr>
          <p:spPr>
            <a:xfrm>
              <a:off x="1138000" y="5203048"/>
              <a:ext cx="28398" cy="28398"/>
            </a:xfrm>
            <a:prstGeom prst="ellipse">
              <a:avLst/>
            </a:prstGeom>
            <a:solidFill>
              <a:srgbClr val="7F8C97">
                <a:alpha val="48000"/>
              </a:srgbClr>
            </a:solidFill>
            <a:ln w="0">
              <a:noFill/>
              <a:prstDash val="solid"/>
            </a:ln>
          </p:spPr>
        </p:sp>
        <p:sp>
          <p:nvSpPr>
            <p:cNvPr id="2103" name="03_assume_matched_2102">
              <a:extLst>
                <a:ext uri="{FF2B5EF4-FFF2-40B4-BE49-F238E27FC236}">
                  <a16:creationId xmlns:a16="http://schemas.microsoft.com/office/drawing/2014/main" id="{D134A2C1-3985-4CC6-A325-6FED9058A0AC}"/>
                </a:ext>
              </a:extLst>
            </p:cNvPr>
            <p:cNvSpPr>
              <a:spLocks/>
            </p:cNvSpPr>
            <p:nvPr/>
          </p:nvSpPr>
          <p:spPr>
            <a:xfrm>
              <a:off x="1045179" y="5436996"/>
              <a:ext cx="28398" cy="28398"/>
            </a:xfrm>
            <a:prstGeom prst="ellipse">
              <a:avLst/>
            </a:prstGeom>
            <a:solidFill>
              <a:srgbClr val="7F8C97">
                <a:alpha val="48000"/>
              </a:srgbClr>
            </a:solidFill>
            <a:ln w="0">
              <a:noFill/>
              <a:prstDash val="solid"/>
            </a:ln>
          </p:spPr>
        </p:sp>
        <p:sp>
          <p:nvSpPr>
            <p:cNvPr id="2104" name="03_assume_matched_2103">
              <a:extLst>
                <a:ext uri="{FF2B5EF4-FFF2-40B4-BE49-F238E27FC236}">
                  <a16:creationId xmlns:a16="http://schemas.microsoft.com/office/drawing/2014/main" id="{F3947200-3792-4196-944E-6F411C38C29E}"/>
                </a:ext>
              </a:extLst>
            </p:cNvPr>
            <p:cNvSpPr>
              <a:spLocks/>
            </p:cNvSpPr>
            <p:nvPr/>
          </p:nvSpPr>
          <p:spPr>
            <a:xfrm>
              <a:off x="1165631" y="5436996"/>
              <a:ext cx="28398" cy="28398"/>
            </a:xfrm>
            <a:prstGeom prst="ellipse">
              <a:avLst/>
            </a:prstGeom>
            <a:solidFill>
              <a:srgbClr val="7F8C97">
                <a:alpha val="48000"/>
              </a:srgbClr>
            </a:solidFill>
            <a:ln w="0">
              <a:noFill/>
              <a:prstDash val="solid"/>
            </a:ln>
          </p:spPr>
        </p:sp>
        <p:sp>
          <p:nvSpPr>
            <p:cNvPr id="2105" name="03_assume_matched_2104">
              <a:extLst>
                <a:ext uri="{FF2B5EF4-FFF2-40B4-BE49-F238E27FC236}">
                  <a16:creationId xmlns:a16="http://schemas.microsoft.com/office/drawing/2014/main" id="{38BC3B3B-940C-4200-98FD-0A7EF3FF4BD9}"/>
                </a:ext>
              </a:extLst>
            </p:cNvPr>
            <p:cNvSpPr>
              <a:spLocks/>
            </p:cNvSpPr>
            <p:nvPr/>
          </p:nvSpPr>
          <p:spPr>
            <a:xfrm>
              <a:off x="1143613" y="5436996"/>
              <a:ext cx="28398" cy="28398"/>
            </a:xfrm>
            <a:prstGeom prst="ellipse">
              <a:avLst/>
            </a:prstGeom>
            <a:solidFill>
              <a:srgbClr val="7F8C97">
                <a:alpha val="48000"/>
              </a:srgbClr>
            </a:solidFill>
            <a:ln w="0">
              <a:noFill/>
              <a:prstDash val="solid"/>
            </a:ln>
          </p:spPr>
        </p:sp>
        <p:sp>
          <p:nvSpPr>
            <p:cNvPr id="2106" name="03_assume_matched_2105">
              <a:extLst>
                <a:ext uri="{FF2B5EF4-FFF2-40B4-BE49-F238E27FC236}">
                  <a16:creationId xmlns:a16="http://schemas.microsoft.com/office/drawing/2014/main" id="{7ADDED5C-B065-48F6-B3E6-4CE466D74349}"/>
                </a:ext>
              </a:extLst>
            </p:cNvPr>
            <p:cNvSpPr>
              <a:spLocks/>
            </p:cNvSpPr>
            <p:nvPr/>
          </p:nvSpPr>
          <p:spPr>
            <a:xfrm>
              <a:off x="1091518" y="5436996"/>
              <a:ext cx="28398" cy="28398"/>
            </a:xfrm>
            <a:prstGeom prst="ellipse">
              <a:avLst/>
            </a:prstGeom>
            <a:solidFill>
              <a:srgbClr val="7F8C97">
                <a:alpha val="48000"/>
              </a:srgbClr>
            </a:solidFill>
            <a:ln w="0">
              <a:noFill/>
              <a:prstDash val="solid"/>
            </a:ln>
          </p:spPr>
        </p:sp>
        <p:sp>
          <p:nvSpPr>
            <p:cNvPr id="2107" name="03_assume_matched_2106">
              <a:extLst>
                <a:ext uri="{FF2B5EF4-FFF2-40B4-BE49-F238E27FC236}">
                  <a16:creationId xmlns:a16="http://schemas.microsoft.com/office/drawing/2014/main" id="{E32594F6-22CC-4137-B9B8-ED54BAAA1338}"/>
                </a:ext>
              </a:extLst>
            </p:cNvPr>
            <p:cNvSpPr>
              <a:spLocks/>
            </p:cNvSpPr>
            <p:nvPr/>
          </p:nvSpPr>
          <p:spPr>
            <a:xfrm>
              <a:off x="1067197" y="5436996"/>
              <a:ext cx="28398" cy="28398"/>
            </a:xfrm>
            <a:prstGeom prst="ellipse">
              <a:avLst/>
            </a:prstGeom>
            <a:solidFill>
              <a:srgbClr val="7F8C97">
                <a:alpha val="48000"/>
              </a:srgbClr>
            </a:solidFill>
            <a:ln w="0">
              <a:noFill/>
              <a:prstDash val="solid"/>
            </a:ln>
          </p:spPr>
        </p:sp>
        <p:sp>
          <p:nvSpPr>
            <p:cNvPr id="2108" name="03_assume_matched_2107">
              <a:extLst>
                <a:ext uri="{FF2B5EF4-FFF2-40B4-BE49-F238E27FC236}">
                  <a16:creationId xmlns:a16="http://schemas.microsoft.com/office/drawing/2014/main" id="{8A271353-D57F-4B50-9FEF-5D6F9FB57BCE}"/>
                </a:ext>
              </a:extLst>
            </p:cNvPr>
            <p:cNvSpPr>
              <a:spLocks/>
            </p:cNvSpPr>
            <p:nvPr/>
          </p:nvSpPr>
          <p:spPr>
            <a:xfrm>
              <a:off x="1169660" y="5436996"/>
              <a:ext cx="28398" cy="28398"/>
            </a:xfrm>
            <a:prstGeom prst="ellipse">
              <a:avLst/>
            </a:prstGeom>
            <a:solidFill>
              <a:srgbClr val="7F8C97">
                <a:alpha val="48000"/>
              </a:srgbClr>
            </a:solidFill>
            <a:ln w="0">
              <a:noFill/>
              <a:prstDash val="solid"/>
            </a:ln>
          </p:spPr>
        </p:sp>
        <p:sp>
          <p:nvSpPr>
            <p:cNvPr id="2109" name="03_assume_matched_2108">
              <a:extLst>
                <a:ext uri="{FF2B5EF4-FFF2-40B4-BE49-F238E27FC236}">
                  <a16:creationId xmlns:a16="http://schemas.microsoft.com/office/drawing/2014/main" id="{CCE55143-EF60-44E2-BD46-6C673C31AC4C}"/>
                </a:ext>
              </a:extLst>
            </p:cNvPr>
            <p:cNvSpPr>
              <a:spLocks/>
            </p:cNvSpPr>
            <p:nvPr/>
          </p:nvSpPr>
          <p:spPr>
            <a:xfrm>
              <a:off x="1117422" y="5436996"/>
              <a:ext cx="28398" cy="28398"/>
            </a:xfrm>
            <a:prstGeom prst="ellipse">
              <a:avLst/>
            </a:prstGeom>
            <a:solidFill>
              <a:srgbClr val="7F8C97">
                <a:alpha val="48000"/>
              </a:srgbClr>
            </a:solidFill>
            <a:ln w="0">
              <a:noFill/>
              <a:prstDash val="solid"/>
            </a:ln>
          </p:spPr>
        </p:sp>
        <p:sp>
          <p:nvSpPr>
            <p:cNvPr id="2110" name="03_assume_matched_2109">
              <a:extLst>
                <a:ext uri="{FF2B5EF4-FFF2-40B4-BE49-F238E27FC236}">
                  <a16:creationId xmlns:a16="http://schemas.microsoft.com/office/drawing/2014/main" id="{2908DAC4-08D8-4266-849D-AD752D293500}"/>
                </a:ext>
              </a:extLst>
            </p:cNvPr>
            <p:cNvSpPr>
              <a:spLocks/>
            </p:cNvSpPr>
            <p:nvPr/>
          </p:nvSpPr>
          <p:spPr>
            <a:xfrm>
              <a:off x="1150233" y="5436996"/>
              <a:ext cx="28398" cy="28398"/>
            </a:xfrm>
            <a:prstGeom prst="ellipse">
              <a:avLst/>
            </a:prstGeom>
            <a:solidFill>
              <a:srgbClr val="7F8C97">
                <a:alpha val="48000"/>
              </a:srgbClr>
            </a:solidFill>
            <a:ln w="0">
              <a:noFill/>
              <a:prstDash val="solid"/>
            </a:ln>
          </p:spPr>
        </p:sp>
        <p:sp>
          <p:nvSpPr>
            <p:cNvPr id="2111" name="03_assume_matched_2110">
              <a:extLst>
                <a:ext uri="{FF2B5EF4-FFF2-40B4-BE49-F238E27FC236}">
                  <a16:creationId xmlns:a16="http://schemas.microsoft.com/office/drawing/2014/main" id="{959B2804-5996-4F94-8B68-011FE7860DCD}"/>
                </a:ext>
              </a:extLst>
            </p:cNvPr>
            <p:cNvSpPr>
              <a:spLocks/>
            </p:cNvSpPr>
            <p:nvPr/>
          </p:nvSpPr>
          <p:spPr>
            <a:xfrm>
              <a:off x="1049353" y="5320022"/>
              <a:ext cx="28398" cy="28398"/>
            </a:xfrm>
            <a:prstGeom prst="ellipse">
              <a:avLst/>
            </a:prstGeom>
            <a:solidFill>
              <a:srgbClr val="7F8C97">
                <a:alpha val="48000"/>
              </a:srgbClr>
            </a:solidFill>
            <a:ln w="0">
              <a:noFill/>
              <a:prstDash val="solid"/>
            </a:ln>
          </p:spPr>
        </p:sp>
        <p:sp>
          <p:nvSpPr>
            <p:cNvPr id="2112" name="03_assume_matched_2111">
              <a:extLst>
                <a:ext uri="{FF2B5EF4-FFF2-40B4-BE49-F238E27FC236}">
                  <a16:creationId xmlns:a16="http://schemas.microsoft.com/office/drawing/2014/main" id="{0BEBC37E-7CC8-494C-B1EE-5ADAC91CCA27}"/>
                </a:ext>
              </a:extLst>
            </p:cNvPr>
            <p:cNvSpPr>
              <a:spLocks/>
            </p:cNvSpPr>
            <p:nvPr/>
          </p:nvSpPr>
          <p:spPr>
            <a:xfrm>
              <a:off x="1141310" y="5144561"/>
              <a:ext cx="28398" cy="28398"/>
            </a:xfrm>
            <a:prstGeom prst="ellipse">
              <a:avLst/>
            </a:prstGeom>
            <a:solidFill>
              <a:srgbClr val="7F8C97">
                <a:alpha val="48000"/>
              </a:srgbClr>
            </a:solidFill>
            <a:ln w="0">
              <a:noFill/>
              <a:prstDash val="solid"/>
            </a:ln>
          </p:spPr>
        </p:sp>
        <p:sp>
          <p:nvSpPr>
            <p:cNvPr id="2113" name="03_assume_matched_2112">
              <a:extLst>
                <a:ext uri="{FF2B5EF4-FFF2-40B4-BE49-F238E27FC236}">
                  <a16:creationId xmlns:a16="http://schemas.microsoft.com/office/drawing/2014/main" id="{80C0D89C-4090-4B59-B920-FBEAE2DEFB01}"/>
                </a:ext>
              </a:extLst>
            </p:cNvPr>
            <p:cNvSpPr>
              <a:spLocks/>
            </p:cNvSpPr>
            <p:nvPr/>
          </p:nvSpPr>
          <p:spPr>
            <a:xfrm>
              <a:off x="1120444" y="5144561"/>
              <a:ext cx="28398" cy="28398"/>
            </a:xfrm>
            <a:prstGeom prst="ellipse">
              <a:avLst/>
            </a:prstGeom>
            <a:solidFill>
              <a:srgbClr val="7F8C97">
                <a:alpha val="48000"/>
              </a:srgbClr>
            </a:solidFill>
            <a:ln w="0">
              <a:noFill/>
              <a:prstDash val="solid"/>
            </a:ln>
          </p:spPr>
        </p:sp>
        <p:sp>
          <p:nvSpPr>
            <p:cNvPr id="2114" name="03_assume_matched_2113">
              <a:extLst>
                <a:ext uri="{FF2B5EF4-FFF2-40B4-BE49-F238E27FC236}">
                  <a16:creationId xmlns:a16="http://schemas.microsoft.com/office/drawing/2014/main" id="{072EF454-E483-4A7A-A9E8-392262A3BAC1}"/>
                </a:ext>
              </a:extLst>
            </p:cNvPr>
            <p:cNvSpPr>
              <a:spLocks/>
            </p:cNvSpPr>
            <p:nvPr/>
          </p:nvSpPr>
          <p:spPr>
            <a:xfrm>
              <a:off x="1029061" y="5144561"/>
              <a:ext cx="28398" cy="28398"/>
            </a:xfrm>
            <a:prstGeom prst="ellipse">
              <a:avLst/>
            </a:prstGeom>
            <a:solidFill>
              <a:srgbClr val="7F8C97">
                <a:alpha val="48000"/>
              </a:srgbClr>
            </a:solidFill>
            <a:ln w="0">
              <a:noFill/>
              <a:prstDash val="solid"/>
            </a:ln>
          </p:spPr>
        </p:sp>
        <p:sp>
          <p:nvSpPr>
            <p:cNvPr id="2115" name="03_assume_matched_2114">
              <a:extLst>
                <a:ext uri="{FF2B5EF4-FFF2-40B4-BE49-F238E27FC236}">
                  <a16:creationId xmlns:a16="http://schemas.microsoft.com/office/drawing/2014/main" id="{33485607-0DF8-44C0-A5C5-1D600F22AAE0}"/>
                </a:ext>
              </a:extLst>
            </p:cNvPr>
            <p:cNvSpPr>
              <a:spLocks/>
            </p:cNvSpPr>
            <p:nvPr/>
          </p:nvSpPr>
          <p:spPr>
            <a:xfrm>
              <a:off x="1088352" y="5436996"/>
              <a:ext cx="28398" cy="28398"/>
            </a:xfrm>
            <a:prstGeom prst="ellipse">
              <a:avLst/>
            </a:prstGeom>
            <a:solidFill>
              <a:srgbClr val="7F8C97">
                <a:alpha val="48000"/>
              </a:srgbClr>
            </a:solidFill>
            <a:ln w="0">
              <a:noFill/>
              <a:prstDash val="solid"/>
            </a:ln>
          </p:spPr>
        </p:sp>
        <p:sp>
          <p:nvSpPr>
            <p:cNvPr id="2116" name="03_assume_matched_2115">
              <a:extLst>
                <a:ext uri="{FF2B5EF4-FFF2-40B4-BE49-F238E27FC236}">
                  <a16:creationId xmlns:a16="http://schemas.microsoft.com/office/drawing/2014/main" id="{03C84F34-301B-4F90-AD4F-F65D87A08CEF}"/>
                </a:ext>
              </a:extLst>
            </p:cNvPr>
            <p:cNvSpPr>
              <a:spLocks/>
            </p:cNvSpPr>
            <p:nvPr/>
          </p:nvSpPr>
          <p:spPr>
            <a:xfrm>
              <a:off x="1070507" y="5436996"/>
              <a:ext cx="28398" cy="28398"/>
            </a:xfrm>
            <a:prstGeom prst="ellipse">
              <a:avLst/>
            </a:prstGeom>
            <a:solidFill>
              <a:srgbClr val="7F8C97">
                <a:alpha val="48000"/>
              </a:srgbClr>
            </a:solidFill>
            <a:ln w="0">
              <a:noFill/>
              <a:prstDash val="solid"/>
            </a:ln>
          </p:spPr>
        </p:sp>
        <p:sp>
          <p:nvSpPr>
            <p:cNvPr id="2117" name="03_assume_matched_2116">
              <a:extLst>
                <a:ext uri="{FF2B5EF4-FFF2-40B4-BE49-F238E27FC236}">
                  <a16:creationId xmlns:a16="http://schemas.microsoft.com/office/drawing/2014/main" id="{7921C4FB-2C23-4577-B493-0C8E9C9D22D8}"/>
                </a:ext>
              </a:extLst>
            </p:cNvPr>
            <p:cNvSpPr>
              <a:spLocks/>
            </p:cNvSpPr>
            <p:nvPr/>
          </p:nvSpPr>
          <p:spPr>
            <a:xfrm>
              <a:off x="1102743" y="5144561"/>
              <a:ext cx="28398" cy="28398"/>
            </a:xfrm>
            <a:prstGeom prst="ellipse">
              <a:avLst/>
            </a:prstGeom>
            <a:solidFill>
              <a:srgbClr val="7F8C97">
                <a:alpha val="48000"/>
              </a:srgbClr>
            </a:solidFill>
            <a:ln w="0">
              <a:noFill/>
              <a:prstDash val="solid"/>
            </a:ln>
          </p:spPr>
        </p:sp>
        <p:sp>
          <p:nvSpPr>
            <p:cNvPr id="2118" name="03_assume_matched_2117">
              <a:extLst>
                <a:ext uri="{FF2B5EF4-FFF2-40B4-BE49-F238E27FC236}">
                  <a16:creationId xmlns:a16="http://schemas.microsoft.com/office/drawing/2014/main" id="{3EF7D919-F6CE-494D-B538-388967A13EF5}"/>
                </a:ext>
              </a:extLst>
            </p:cNvPr>
            <p:cNvSpPr>
              <a:spLocks/>
            </p:cNvSpPr>
            <p:nvPr/>
          </p:nvSpPr>
          <p:spPr>
            <a:xfrm>
              <a:off x="1084610" y="5388257"/>
              <a:ext cx="28398" cy="28398"/>
            </a:xfrm>
            <a:prstGeom prst="ellipse">
              <a:avLst/>
            </a:prstGeom>
            <a:solidFill>
              <a:srgbClr val="7F8C97">
                <a:alpha val="48000"/>
              </a:srgbClr>
            </a:solidFill>
            <a:ln w="0">
              <a:noFill/>
              <a:prstDash val="solid"/>
            </a:ln>
          </p:spPr>
        </p:sp>
        <p:sp>
          <p:nvSpPr>
            <p:cNvPr id="2119" name="03_assume_matched_2118">
              <a:extLst>
                <a:ext uri="{FF2B5EF4-FFF2-40B4-BE49-F238E27FC236}">
                  <a16:creationId xmlns:a16="http://schemas.microsoft.com/office/drawing/2014/main" id="{CDAAC6D7-8583-4E26-8BE2-B18687E99DEA}"/>
                </a:ext>
              </a:extLst>
            </p:cNvPr>
            <p:cNvSpPr>
              <a:spLocks/>
            </p:cNvSpPr>
            <p:nvPr/>
          </p:nvSpPr>
          <p:spPr>
            <a:xfrm>
              <a:off x="1146779" y="5290779"/>
              <a:ext cx="28398" cy="28398"/>
            </a:xfrm>
            <a:prstGeom prst="ellipse">
              <a:avLst/>
            </a:prstGeom>
            <a:solidFill>
              <a:srgbClr val="7F8C97">
                <a:alpha val="48000"/>
              </a:srgbClr>
            </a:solidFill>
            <a:ln w="0">
              <a:noFill/>
              <a:prstDash val="solid"/>
            </a:ln>
          </p:spPr>
        </p:sp>
        <p:sp>
          <p:nvSpPr>
            <p:cNvPr id="2120" name="03_assume_matched_2119">
              <a:extLst>
                <a:ext uri="{FF2B5EF4-FFF2-40B4-BE49-F238E27FC236}">
                  <a16:creationId xmlns:a16="http://schemas.microsoft.com/office/drawing/2014/main" id="{57DED96D-C619-4A6A-A19F-5E9BC9DECA01}"/>
                </a:ext>
              </a:extLst>
            </p:cNvPr>
            <p:cNvSpPr>
              <a:spLocks/>
            </p:cNvSpPr>
            <p:nvPr/>
          </p:nvSpPr>
          <p:spPr>
            <a:xfrm>
              <a:off x="1044891" y="5144561"/>
              <a:ext cx="28398" cy="28398"/>
            </a:xfrm>
            <a:prstGeom prst="ellipse">
              <a:avLst/>
            </a:prstGeom>
            <a:solidFill>
              <a:srgbClr val="7F8C97">
                <a:alpha val="48000"/>
              </a:srgbClr>
            </a:solidFill>
            <a:ln w="0">
              <a:noFill/>
              <a:prstDash val="solid"/>
            </a:ln>
          </p:spPr>
        </p:sp>
        <p:sp>
          <p:nvSpPr>
            <p:cNvPr id="2121" name="03_assume_matched_2120">
              <a:extLst>
                <a:ext uri="{FF2B5EF4-FFF2-40B4-BE49-F238E27FC236}">
                  <a16:creationId xmlns:a16="http://schemas.microsoft.com/office/drawing/2014/main" id="{447602DB-7A70-4D69-8638-B0B2BEC50280}"/>
                </a:ext>
              </a:extLst>
            </p:cNvPr>
            <p:cNvSpPr>
              <a:spLocks/>
            </p:cNvSpPr>
            <p:nvPr/>
          </p:nvSpPr>
          <p:spPr>
            <a:xfrm>
              <a:off x="1051511" y="5436996"/>
              <a:ext cx="28398" cy="28398"/>
            </a:xfrm>
            <a:prstGeom prst="ellipse">
              <a:avLst/>
            </a:prstGeom>
            <a:solidFill>
              <a:srgbClr val="7F8C97">
                <a:alpha val="48000"/>
              </a:srgbClr>
            </a:solidFill>
            <a:ln w="0">
              <a:noFill/>
              <a:prstDash val="solid"/>
            </a:ln>
          </p:spPr>
        </p:sp>
        <p:sp>
          <p:nvSpPr>
            <p:cNvPr id="2122" name="03_assume_matched_2121">
              <a:extLst>
                <a:ext uri="{FF2B5EF4-FFF2-40B4-BE49-F238E27FC236}">
                  <a16:creationId xmlns:a16="http://schemas.microsoft.com/office/drawing/2014/main" id="{9F9C8C3C-7F74-48ED-83A7-112C0A89E922}"/>
                </a:ext>
              </a:extLst>
            </p:cNvPr>
            <p:cNvSpPr>
              <a:spLocks/>
            </p:cNvSpPr>
            <p:nvPr/>
          </p:nvSpPr>
          <p:spPr>
            <a:xfrm>
              <a:off x="1111377" y="5144561"/>
              <a:ext cx="28398" cy="28398"/>
            </a:xfrm>
            <a:prstGeom prst="ellipse">
              <a:avLst/>
            </a:prstGeom>
            <a:solidFill>
              <a:srgbClr val="7F8C97">
                <a:alpha val="48000"/>
              </a:srgbClr>
            </a:solidFill>
            <a:ln w="0">
              <a:noFill/>
              <a:prstDash val="solid"/>
            </a:ln>
          </p:spPr>
        </p:sp>
        <p:sp>
          <p:nvSpPr>
            <p:cNvPr id="2123" name="03_assume_matched_2122">
              <a:extLst>
                <a:ext uri="{FF2B5EF4-FFF2-40B4-BE49-F238E27FC236}">
                  <a16:creationId xmlns:a16="http://schemas.microsoft.com/office/drawing/2014/main" id="{8A819EC5-EEC9-4D79-9531-71B1D0C1012C}"/>
                </a:ext>
              </a:extLst>
            </p:cNvPr>
            <p:cNvSpPr>
              <a:spLocks/>
            </p:cNvSpPr>
            <p:nvPr/>
          </p:nvSpPr>
          <p:spPr>
            <a:xfrm>
              <a:off x="1110082" y="5144561"/>
              <a:ext cx="28398" cy="28398"/>
            </a:xfrm>
            <a:prstGeom prst="ellipse">
              <a:avLst/>
            </a:prstGeom>
            <a:solidFill>
              <a:srgbClr val="7F8C97">
                <a:alpha val="48000"/>
              </a:srgbClr>
            </a:solidFill>
            <a:ln w="0">
              <a:noFill/>
              <a:prstDash val="solid"/>
            </a:ln>
          </p:spPr>
        </p:sp>
        <p:sp>
          <p:nvSpPr>
            <p:cNvPr id="2124" name="03_assume_matched_2123">
              <a:extLst>
                <a:ext uri="{FF2B5EF4-FFF2-40B4-BE49-F238E27FC236}">
                  <a16:creationId xmlns:a16="http://schemas.microsoft.com/office/drawing/2014/main" id="{C3F4A271-BFC1-4B44-92BE-330007238B8B}"/>
                </a:ext>
              </a:extLst>
            </p:cNvPr>
            <p:cNvSpPr>
              <a:spLocks/>
            </p:cNvSpPr>
            <p:nvPr/>
          </p:nvSpPr>
          <p:spPr>
            <a:xfrm>
              <a:off x="1156853" y="5436996"/>
              <a:ext cx="28398" cy="28398"/>
            </a:xfrm>
            <a:prstGeom prst="ellipse">
              <a:avLst/>
            </a:prstGeom>
            <a:solidFill>
              <a:srgbClr val="7F8C97">
                <a:alpha val="48000"/>
              </a:srgbClr>
            </a:solidFill>
            <a:ln w="0">
              <a:noFill/>
              <a:prstDash val="solid"/>
            </a:ln>
          </p:spPr>
        </p:sp>
        <p:sp>
          <p:nvSpPr>
            <p:cNvPr id="2125" name="03_assume_matched_2124">
              <a:extLst>
                <a:ext uri="{FF2B5EF4-FFF2-40B4-BE49-F238E27FC236}">
                  <a16:creationId xmlns:a16="http://schemas.microsoft.com/office/drawing/2014/main" id="{304CAAE7-10E4-48DF-972A-0A9693914F25}"/>
                </a:ext>
              </a:extLst>
            </p:cNvPr>
            <p:cNvSpPr>
              <a:spLocks/>
            </p:cNvSpPr>
            <p:nvPr/>
          </p:nvSpPr>
          <p:spPr>
            <a:xfrm>
              <a:off x="1135122" y="5436996"/>
              <a:ext cx="28398" cy="28398"/>
            </a:xfrm>
            <a:prstGeom prst="ellipse">
              <a:avLst/>
            </a:prstGeom>
            <a:solidFill>
              <a:srgbClr val="7F8C97">
                <a:alpha val="48000"/>
              </a:srgbClr>
            </a:solidFill>
            <a:ln w="0">
              <a:noFill/>
              <a:prstDash val="solid"/>
            </a:ln>
          </p:spPr>
        </p:sp>
        <p:sp>
          <p:nvSpPr>
            <p:cNvPr id="2126" name="03_assume_matched_2125">
              <a:extLst>
                <a:ext uri="{FF2B5EF4-FFF2-40B4-BE49-F238E27FC236}">
                  <a16:creationId xmlns:a16="http://schemas.microsoft.com/office/drawing/2014/main" id="{3E9A04D9-37FB-41D0-BFDB-0D94F1E7F466}"/>
                </a:ext>
              </a:extLst>
            </p:cNvPr>
            <p:cNvSpPr>
              <a:spLocks/>
            </p:cNvSpPr>
            <p:nvPr/>
          </p:nvSpPr>
          <p:spPr>
            <a:xfrm>
              <a:off x="1067197" y="5436996"/>
              <a:ext cx="28398" cy="28398"/>
            </a:xfrm>
            <a:prstGeom prst="ellipse">
              <a:avLst/>
            </a:prstGeom>
            <a:solidFill>
              <a:srgbClr val="7F8C97">
                <a:alpha val="48000"/>
              </a:srgbClr>
            </a:solidFill>
            <a:ln w="0">
              <a:noFill/>
              <a:prstDash val="solid"/>
            </a:ln>
          </p:spPr>
        </p:sp>
        <p:sp>
          <p:nvSpPr>
            <p:cNvPr id="2127" name="03_assume_matched_2126">
              <a:extLst>
                <a:ext uri="{FF2B5EF4-FFF2-40B4-BE49-F238E27FC236}">
                  <a16:creationId xmlns:a16="http://schemas.microsoft.com/office/drawing/2014/main" id="{177A758B-BAE4-44D2-AC8D-5E0F9C26FCF6}"/>
                </a:ext>
              </a:extLst>
            </p:cNvPr>
            <p:cNvSpPr>
              <a:spLocks/>
            </p:cNvSpPr>
            <p:nvPr/>
          </p:nvSpPr>
          <p:spPr>
            <a:xfrm>
              <a:off x="1138000" y="5436996"/>
              <a:ext cx="28398" cy="28398"/>
            </a:xfrm>
            <a:prstGeom prst="ellipse">
              <a:avLst/>
            </a:prstGeom>
            <a:solidFill>
              <a:srgbClr val="7F8C97">
                <a:alpha val="48000"/>
              </a:srgbClr>
            </a:solidFill>
            <a:ln w="0">
              <a:noFill/>
              <a:prstDash val="solid"/>
            </a:ln>
          </p:spPr>
        </p:sp>
        <p:sp>
          <p:nvSpPr>
            <p:cNvPr id="2128" name="03_assume_matched_2127">
              <a:extLst>
                <a:ext uri="{FF2B5EF4-FFF2-40B4-BE49-F238E27FC236}">
                  <a16:creationId xmlns:a16="http://schemas.microsoft.com/office/drawing/2014/main" id="{E995ED61-D476-423C-B7DA-E7BC0B4E3A3B}"/>
                </a:ext>
              </a:extLst>
            </p:cNvPr>
            <p:cNvSpPr>
              <a:spLocks/>
            </p:cNvSpPr>
            <p:nvPr/>
          </p:nvSpPr>
          <p:spPr>
            <a:xfrm>
              <a:off x="1126344" y="5436996"/>
              <a:ext cx="28398" cy="28398"/>
            </a:xfrm>
            <a:prstGeom prst="ellipse">
              <a:avLst/>
            </a:prstGeom>
            <a:solidFill>
              <a:srgbClr val="7F8C97">
                <a:alpha val="48000"/>
              </a:srgbClr>
            </a:solidFill>
            <a:ln w="0">
              <a:noFill/>
              <a:prstDash val="solid"/>
            </a:ln>
          </p:spPr>
        </p:sp>
        <p:sp>
          <p:nvSpPr>
            <p:cNvPr id="2129" name="03_assume_matched_2128">
              <a:extLst>
                <a:ext uri="{FF2B5EF4-FFF2-40B4-BE49-F238E27FC236}">
                  <a16:creationId xmlns:a16="http://schemas.microsoft.com/office/drawing/2014/main" id="{D464A9AB-CA79-48A1-8189-5A9E6D3FE906}"/>
                </a:ext>
              </a:extLst>
            </p:cNvPr>
            <p:cNvSpPr>
              <a:spLocks/>
            </p:cNvSpPr>
            <p:nvPr/>
          </p:nvSpPr>
          <p:spPr>
            <a:xfrm>
              <a:off x="1132532" y="5436996"/>
              <a:ext cx="28398" cy="28398"/>
            </a:xfrm>
            <a:prstGeom prst="ellipse">
              <a:avLst/>
            </a:prstGeom>
            <a:solidFill>
              <a:srgbClr val="7F8C97">
                <a:alpha val="48000"/>
              </a:srgbClr>
            </a:solidFill>
            <a:ln w="0">
              <a:noFill/>
              <a:prstDash val="solid"/>
            </a:ln>
          </p:spPr>
        </p:sp>
        <p:sp>
          <p:nvSpPr>
            <p:cNvPr id="2130" name="03_assume_matched_2129">
              <a:extLst>
                <a:ext uri="{FF2B5EF4-FFF2-40B4-BE49-F238E27FC236}">
                  <a16:creationId xmlns:a16="http://schemas.microsoft.com/office/drawing/2014/main" id="{22ECA8CB-EA0D-4511-8FDF-B6E01154113D}"/>
                </a:ext>
              </a:extLst>
            </p:cNvPr>
            <p:cNvSpPr>
              <a:spLocks/>
            </p:cNvSpPr>
            <p:nvPr/>
          </p:nvSpPr>
          <p:spPr>
            <a:xfrm>
              <a:off x="1145915" y="5436996"/>
              <a:ext cx="28398" cy="28398"/>
            </a:xfrm>
            <a:prstGeom prst="ellipse">
              <a:avLst/>
            </a:prstGeom>
            <a:solidFill>
              <a:srgbClr val="7F8C97">
                <a:alpha val="48000"/>
              </a:srgbClr>
            </a:solidFill>
            <a:ln w="0">
              <a:noFill/>
              <a:prstDash val="solid"/>
            </a:ln>
          </p:spPr>
        </p:sp>
        <p:sp>
          <p:nvSpPr>
            <p:cNvPr id="2131" name="03_assume_matched_2130">
              <a:extLst>
                <a:ext uri="{FF2B5EF4-FFF2-40B4-BE49-F238E27FC236}">
                  <a16:creationId xmlns:a16="http://schemas.microsoft.com/office/drawing/2014/main" id="{4D3EAA84-66D5-4790-A484-F4CF7E1FC9B9}"/>
                </a:ext>
              </a:extLst>
            </p:cNvPr>
            <p:cNvSpPr>
              <a:spLocks/>
            </p:cNvSpPr>
            <p:nvPr/>
          </p:nvSpPr>
          <p:spPr>
            <a:xfrm>
              <a:off x="1054533" y="5144561"/>
              <a:ext cx="28398" cy="28398"/>
            </a:xfrm>
            <a:prstGeom prst="ellipse">
              <a:avLst/>
            </a:prstGeom>
            <a:solidFill>
              <a:srgbClr val="7F8C97">
                <a:alpha val="48000"/>
              </a:srgbClr>
            </a:solidFill>
            <a:ln w="0">
              <a:noFill/>
              <a:prstDash val="solid"/>
            </a:ln>
          </p:spPr>
        </p:sp>
        <p:sp>
          <p:nvSpPr>
            <p:cNvPr id="2132" name="03_assume_matched_2131">
              <a:extLst>
                <a:ext uri="{FF2B5EF4-FFF2-40B4-BE49-F238E27FC236}">
                  <a16:creationId xmlns:a16="http://schemas.microsoft.com/office/drawing/2014/main" id="{8BC2B07C-9388-4776-BD7E-D92483FFEE4D}"/>
                </a:ext>
              </a:extLst>
            </p:cNvPr>
            <p:cNvSpPr>
              <a:spLocks/>
            </p:cNvSpPr>
            <p:nvPr/>
          </p:nvSpPr>
          <p:spPr>
            <a:xfrm>
              <a:off x="1043740" y="5242040"/>
              <a:ext cx="28398" cy="28398"/>
            </a:xfrm>
            <a:prstGeom prst="ellipse">
              <a:avLst/>
            </a:prstGeom>
            <a:solidFill>
              <a:srgbClr val="7F8C97">
                <a:alpha val="48000"/>
              </a:srgbClr>
            </a:solidFill>
            <a:ln w="0">
              <a:noFill/>
              <a:prstDash val="solid"/>
            </a:ln>
          </p:spPr>
        </p:sp>
        <p:sp>
          <p:nvSpPr>
            <p:cNvPr id="2133" name="03_assume_matched_2132">
              <a:extLst>
                <a:ext uri="{FF2B5EF4-FFF2-40B4-BE49-F238E27FC236}">
                  <a16:creationId xmlns:a16="http://schemas.microsoft.com/office/drawing/2014/main" id="{458B5F16-783A-47F8-A2E0-F70B08F46237}"/>
                </a:ext>
              </a:extLst>
            </p:cNvPr>
            <p:cNvSpPr>
              <a:spLocks/>
            </p:cNvSpPr>
            <p:nvPr/>
          </p:nvSpPr>
          <p:spPr>
            <a:xfrm>
              <a:off x="1126632" y="5290779"/>
              <a:ext cx="28398" cy="28398"/>
            </a:xfrm>
            <a:prstGeom prst="ellipse">
              <a:avLst/>
            </a:prstGeom>
            <a:solidFill>
              <a:srgbClr val="7F8C97">
                <a:alpha val="48000"/>
              </a:srgbClr>
            </a:solidFill>
            <a:ln w="0">
              <a:noFill/>
              <a:prstDash val="solid"/>
            </a:ln>
          </p:spPr>
        </p:sp>
        <p:sp>
          <p:nvSpPr>
            <p:cNvPr id="2134" name="03_assume_matched_2133">
              <a:extLst>
                <a:ext uri="{FF2B5EF4-FFF2-40B4-BE49-F238E27FC236}">
                  <a16:creationId xmlns:a16="http://schemas.microsoft.com/office/drawing/2014/main" id="{F8553A8C-9752-435D-B415-E2B0B9299D2A}"/>
                </a:ext>
              </a:extLst>
            </p:cNvPr>
            <p:cNvSpPr>
              <a:spLocks/>
            </p:cNvSpPr>
            <p:nvPr/>
          </p:nvSpPr>
          <p:spPr>
            <a:xfrm>
              <a:off x="1163760" y="5144561"/>
              <a:ext cx="28398" cy="28398"/>
            </a:xfrm>
            <a:prstGeom prst="ellipse">
              <a:avLst/>
            </a:prstGeom>
            <a:solidFill>
              <a:srgbClr val="7F8C97">
                <a:alpha val="48000"/>
              </a:srgbClr>
            </a:solidFill>
            <a:ln w="0">
              <a:noFill/>
              <a:prstDash val="solid"/>
            </a:ln>
          </p:spPr>
        </p:sp>
        <p:sp>
          <p:nvSpPr>
            <p:cNvPr id="2135" name="03_assume_matched_2134">
              <a:extLst>
                <a:ext uri="{FF2B5EF4-FFF2-40B4-BE49-F238E27FC236}">
                  <a16:creationId xmlns:a16="http://schemas.microsoft.com/office/drawing/2014/main" id="{1668261E-E2C1-4951-A5D5-B6467CC2A02B}"/>
                </a:ext>
              </a:extLst>
            </p:cNvPr>
            <p:cNvSpPr>
              <a:spLocks/>
            </p:cNvSpPr>
            <p:nvPr/>
          </p:nvSpPr>
          <p:spPr>
            <a:xfrm>
              <a:off x="1169948" y="5144561"/>
              <a:ext cx="28398" cy="28398"/>
            </a:xfrm>
            <a:prstGeom prst="ellipse">
              <a:avLst/>
            </a:prstGeom>
            <a:solidFill>
              <a:srgbClr val="7F8C97">
                <a:alpha val="48000"/>
              </a:srgbClr>
            </a:solidFill>
            <a:ln w="0">
              <a:noFill/>
              <a:prstDash val="solid"/>
            </a:ln>
          </p:spPr>
        </p:sp>
        <p:sp>
          <p:nvSpPr>
            <p:cNvPr id="2136" name="03_assume_matched_2135">
              <a:extLst>
                <a:ext uri="{FF2B5EF4-FFF2-40B4-BE49-F238E27FC236}">
                  <a16:creationId xmlns:a16="http://schemas.microsoft.com/office/drawing/2014/main" id="{52F8C3F4-760C-4072-ABE4-ADC792A0CD7E}"/>
                </a:ext>
              </a:extLst>
            </p:cNvPr>
            <p:cNvSpPr>
              <a:spLocks/>
            </p:cNvSpPr>
            <p:nvPr/>
          </p:nvSpPr>
          <p:spPr>
            <a:xfrm>
              <a:off x="1081013" y="5144561"/>
              <a:ext cx="28398" cy="28398"/>
            </a:xfrm>
            <a:prstGeom prst="ellipse">
              <a:avLst/>
            </a:prstGeom>
            <a:solidFill>
              <a:srgbClr val="7F8C97">
                <a:alpha val="48000"/>
              </a:srgbClr>
            </a:solidFill>
            <a:ln w="0">
              <a:noFill/>
              <a:prstDash val="solid"/>
            </a:ln>
          </p:spPr>
        </p:sp>
        <p:sp>
          <p:nvSpPr>
            <p:cNvPr id="2137" name="03_assume_matched_2136">
              <a:extLst>
                <a:ext uri="{FF2B5EF4-FFF2-40B4-BE49-F238E27FC236}">
                  <a16:creationId xmlns:a16="http://schemas.microsoft.com/office/drawing/2014/main" id="{9CDA83B8-0E2A-4EAC-8AD0-A4C4250E7078}"/>
                </a:ext>
              </a:extLst>
            </p:cNvPr>
            <p:cNvSpPr>
              <a:spLocks/>
            </p:cNvSpPr>
            <p:nvPr/>
          </p:nvSpPr>
          <p:spPr>
            <a:xfrm>
              <a:off x="1133827" y="5436996"/>
              <a:ext cx="28398" cy="28398"/>
            </a:xfrm>
            <a:prstGeom prst="ellipse">
              <a:avLst/>
            </a:prstGeom>
            <a:solidFill>
              <a:srgbClr val="7F8C97">
                <a:alpha val="48000"/>
              </a:srgbClr>
            </a:solidFill>
            <a:ln w="0">
              <a:noFill/>
              <a:prstDash val="solid"/>
            </a:ln>
          </p:spPr>
        </p:sp>
        <p:sp>
          <p:nvSpPr>
            <p:cNvPr id="2138" name="03_assume_matched_2137">
              <a:extLst>
                <a:ext uri="{FF2B5EF4-FFF2-40B4-BE49-F238E27FC236}">
                  <a16:creationId xmlns:a16="http://schemas.microsoft.com/office/drawing/2014/main" id="{B57BEF1A-1287-40F8-A779-B0E6FE4290AD}"/>
                </a:ext>
              </a:extLst>
            </p:cNvPr>
            <p:cNvSpPr>
              <a:spLocks/>
            </p:cNvSpPr>
            <p:nvPr/>
          </p:nvSpPr>
          <p:spPr>
            <a:xfrm>
              <a:off x="1144764" y="5436996"/>
              <a:ext cx="28398" cy="28398"/>
            </a:xfrm>
            <a:prstGeom prst="ellipse">
              <a:avLst/>
            </a:prstGeom>
            <a:solidFill>
              <a:srgbClr val="7F8C97">
                <a:alpha val="48000"/>
              </a:srgbClr>
            </a:solidFill>
            <a:ln w="0">
              <a:noFill/>
              <a:prstDash val="solid"/>
            </a:ln>
          </p:spPr>
        </p:sp>
        <p:sp>
          <p:nvSpPr>
            <p:cNvPr id="2139" name="03_assume_matched_2138">
              <a:extLst>
                <a:ext uri="{FF2B5EF4-FFF2-40B4-BE49-F238E27FC236}">
                  <a16:creationId xmlns:a16="http://schemas.microsoft.com/office/drawing/2014/main" id="{04F0BB7A-E912-48EB-98F8-4A426D7C648D}"/>
                </a:ext>
              </a:extLst>
            </p:cNvPr>
            <p:cNvSpPr>
              <a:spLocks/>
            </p:cNvSpPr>
            <p:nvPr/>
          </p:nvSpPr>
          <p:spPr>
            <a:xfrm>
              <a:off x="1162177" y="5436996"/>
              <a:ext cx="28398" cy="28398"/>
            </a:xfrm>
            <a:prstGeom prst="ellipse">
              <a:avLst/>
            </a:prstGeom>
            <a:solidFill>
              <a:srgbClr val="7F8C97">
                <a:alpha val="48000"/>
              </a:srgbClr>
            </a:solidFill>
            <a:ln w="0">
              <a:noFill/>
              <a:prstDash val="solid"/>
            </a:ln>
          </p:spPr>
        </p:sp>
        <p:sp>
          <p:nvSpPr>
            <p:cNvPr id="2140" name="03_assume_matched_2139">
              <a:extLst>
                <a:ext uri="{FF2B5EF4-FFF2-40B4-BE49-F238E27FC236}">
                  <a16:creationId xmlns:a16="http://schemas.microsoft.com/office/drawing/2014/main" id="{7CCA8F35-8787-45BB-9477-05D8B94FDF9F}"/>
                </a:ext>
              </a:extLst>
            </p:cNvPr>
            <p:cNvSpPr>
              <a:spLocks/>
            </p:cNvSpPr>
            <p:nvPr/>
          </p:nvSpPr>
          <p:spPr>
            <a:xfrm>
              <a:off x="1146923" y="5436996"/>
              <a:ext cx="28398" cy="28398"/>
            </a:xfrm>
            <a:prstGeom prst="ellipse">
              <a:avLst/>
            </a:prstGeom>
            <a:solidFill>
              <a:srgbClr val="7F8C97">
                <a:alpha val="48000"/>
              </a:srgbClr>
            </a:solidFill>
            <a:ln w="0">
              <a:noFill/>
              <a:prstDash val="solid"/>
            </a:ln>
          </p:spPr>
        </p:sp>
        <p:sp>
          <p:nvSpPr>
            <p:cNvPr id="2141" name="03_assume_matched_2140">
              <a:extLst>
                <a:ext uri="{FF2B5EF4-FFF2-40B4-BE49-F238E27FC236}">
                  <a16:creationId xmlns:a16="http://schemas.microsoft.com/office/drawing/2014/main" id="{8E59BAF9-805F-480E-8714-F5F1ADD073C5}"/>
                </a:ext>
              </a:extLst>
            </p:cNvPr>
            <p:cNvSpPr>
              <a:spLocks/>
            </p:cNvSpPr>
            <p:nvPr/>
          </p:nvSpPr>
          <p:spPr>
            <a:xfrm>
              <a:off x="1125193" y="5436996"/>
              <a:ext cx="28398" cy="28398"/>
            </a:xfrm>
            <a:prstGeom prst="ellipse">
              <a:avLst/>
            </a:prstGeom>
            <a:solidFill>
              <a:srgbClr val="7F8C97">
                <a:alpha val="48000"/>
              </a:srgbClr>
            </a:solidFill>
            <a:ln w="0">
              <a:noFill/>
              <a:prstDash val="solid"/>
            </a:ln>
          </p:spPr>
        </p:sp>
        <p:sp>
          <p:nvSpPr>
            <p:cNvPr id="2142" name="03_assume_matched_2141">
              <a:extLst>
                <a:ext uri="{FF2B5EF4-FFF2-40B4-BE49-F238E27FC236}">
                  <a16:creationId xmlns:a16="http://schemas.microsoft.com/office/drawing/2014/main" id="{415BF7A9-5CE6-49B8-AC2C-2E474C68AF4F}"/>
                </a:ext>
              </a:extLst>
            </p:cNvPr>
            <p:cNvSpPr>
              <a:spLocks/>
            </p:cNvSpPr>
            <p:nvPr/>
          </p:nvSpPr>
          <p:spPr>
            <a:xfrm>
              <a:off x="1036976" y="5144561"/>
              <a:ext cx="28398" cy="28398"/>
            </a:xfrm>
            <a:prstGeom prst="ellipse">
              <a:avLst/>
            </a:prstGeom>
            <a:solidFill>
              <a:srgbClr val="7F8C97">
                <a:alpha val="48000"/>
              </a:srgbClr>
            </a:solidFill>
            <a:ln w="0">
              <a:noFill/>
              <a:prstDash val="solid"/>
            </a:ln>
          </p:spPr>
        </p:sp>
        <p:sp>
          <p:nvSpPr>
            <p:cNvPr id="2143" name="03_assume_matched_2142">
              <a:extLst>
                <a:ext uri="{FF2B5EF4-FFF2-40B4-BE49-F238E27FC236}">
                  <a16:creationId xmlns:a16="http://schemas.microsoft.com/office/drawing/2014/main" id="{E8FA9C07-61FE-4EFC-9C65-B3942796540D}"/>
                </a:ext>
              </a:extLst>
            </p:cNvPr>
            <p:cNvSpPr>
              <a:spLocks/>
            </p:cNvSpPr>
            <p:nvPr/>
          </p:nvSpPr>
          <p:spPr>
            <a:xfrm>
              <a:off x="1050936" y="5436996"/>
              <a:ext cx="28398" cy="28398"/>
            </a:xfrm>
            <a:prstGeom prst="ellipse">
              <a:avLst/>
            </a:prstGeom>
            <a:solidFill>
              <a:srgbClr val="7F8C97">
                <a:alpha val="48000"/>
              </a:srgbClr>
            </a:solidFill>
            <a:ln w="0">
              <a:noFill/>
              <a:prstDash val="solid"/>
            </a:ln>
          </p:spPr>
        </p:sp>
        <p:sp>
          <p:nvSpPr>
            <p:cNvPr id="2144" name="03_assume_matched_2143">
              <a:extLst>
                <a:ext uri="{FF2B5EF4-FFF2-40B4-BE49-F238E27FC236}">
                  <a16:creationId xmlns:a16="http://schemas.microsoft.com/office/drawing/2014/main" id="{2FD82360-32A3-47EB-A34A-C94FF08284A6}"/>
                </a:ext>
              </a:extLst>
            </p:cNvPr>
            <p:cNvSpPr>
              <a:spLocks/>
            </p:cNvSpPr>
            <p:nvPr/>
          </p:nvSpPr>
          <p:spPr>
            <a:xfrm>
              <a:off x="1112097" y="5144561"/>
              <a:ext cx="28398" cy="28398"/>
            </a:xfrm>
            <a:prstGeom prst="ellipse">
              <a:avLst/>
            </a:prstGeom>
            <a:solidFill>
              <a:srgbClr val="7F8C97">
                <a:alpha val="48000"/>
              </a:srgbClr>
            </a:solidFill>
            <a:ln w="0">
              <a:noFill/>
              <a:prstDash val="solid"/>
            </a:ln>
          </p:spPr>
        </p:sp>
        <p:sp>
          <p:nvSpPr>
            <p:cNvPr id="2145" name="03_assume_matched_2144">
              <a:extLst>
                <a:ext uri="{FF2B5EF4-FFF2-40B4-BE49-F238E27FC236}">
                  <a16:creationId xmlns:a16="http://schemas.microsoft.com/office/drawing/2014/main" id="{490A027D-3706-49C8-AB6B-E912BCADE073}"/>
                </a:ext>
              </a:extLst>
            </p:cNvPr>
            <p:cNvSpPr>
              <a:spLocks/>
            </p:cNvSpPr>
            <p:nvPr/>
          </p:nvSpPr>
          <p:spPr>
            <a:xfrm>
              <a:off x="1056980" y="5436996"/>
              <a:ext cx="28398" cy="28398"/>
            </a:xfrm>
            <a:prstGeom prst="ellipse">
              <a:avLst/>
            </a:prstGeom>
            <a:solidFill>
              <a:srgbClr val="7F8C97">
                <a:alpha val="48000"/>
              </a:srgbClr>
            </a:solidFill>
            <a:ln w="0">
              <a:noFill/>
              <a:prstDash val="solid"/>
            </a:ln>
          </p:spPr>
        </p:sp>
        <p:sp>
          <p:nvSpPr>
            <p:cNvPr id="2146" name="03_assume_matched_2145">
              <a:extLst>
                <a:ext uri="{FF2B5EF4-FFF2-40B4-BE49-F238E27FC236}">
                  <a16:creationId xmlns:a16="http://schemas.microsoft.com/office/drawing/2014/main" id="{E8C6B6C5-E8CD-4928-9D77-B4E086421A12}"/>
                </a:ext>
              </a:extLst>
            </p:cNvPr>
            <p:cNvSpPr>
              <a:spLocks/>
            </p:cNvSpPr>
            <p:nvPr/>
          </p:nvSpPr>
          <p:spPr>
            <a:xfrm>
              <a:off x="1083027" y="5436996"/>
              <a:ext cx="28398" cy="28398"/>
            </a:xfrm>
            <a:prstGeom prst="ellipse">
              <a:avLst/>
            </a:prstGeom>
            <a:solidFill>
              <a:srgbClr val="7F8C97">
                <a:alpha val="48000"/>
              </a:srgbClr>
            </a:solidFill>
            <a:ln w="0">
              <a:noFill/>
              <a:prstDash val="solid"/>
            </a:ln>
          </p:spPr>
        </p:sp>
        <p:sp>
          <p:nvSpPr>
            <p:cNvPr id="2147" name="03_assume_matched_2146">
              <a:extLst>
                <a:ext uri="{FF2B5EF4-FFF2-40B4-BE49-F238E27FC236}">
                  <a16:creationId xmlns:a16="http://schemas.microsoft.com/office/drawing/2014/main" id="{18A08E6C-ED28-4302-B89B-CB78763A50D6}"/>
                </a:ext>
              </a:extLst>
            </p:cNvPr>
            <p:cNvSpPr>
              <a:spLocks/>
            </p:cNvSpPr>
            <p:nvPr/>
          </p:nvSpPr>
          <p:spPr>
            <a:xfrm>
              <a:off x="1032083" y="5436996"/>
              <a:ext cx="28398" cy="28398"/>
            </a:xfrm>
            <a:prstGeom prst="ellipse">
              <a:avLst/>
            </a:prstGeom>
            <a:solidFill>
              <a:srgbClr val="7F8C97">
                <a:alpha val="48000"/>
              </a:srgbClr>
            </a:solidFill>
            <a:ln w="0">
              <a:noFill/>
              <a:prstDash val="solid"/>
            </a:ln>
          </p:spPr>
        </p:sp>
        <p:sp>
          <p:nvSpPr>
            <p:cNvPr id="2148" name="03_assume_matched_2147">
              <a:extLst>
                <a:ext uri="{FF2B5EF4-FFF2-40B4-BE49-F238E27FC236}">
                  <a16:creationId xmlns:a16="http://schemas.microsoft.com/office/drawing/2014/main" id="{7CD0CFED-43BC-4DA7-BDB9-B6A6D305A484}"/>
                </a:ext>
              </a:extLst>
            </p:cNvPr>
            <p:cNvSpPr>
              <a:spLocks/>
            </p:cNvSpPr>
            <p:nvPr/>
          </p:nvSpPr>
          <p:spPr>
            <a:xfrm>
              <a:off x="1527570" y="4852127"/>
              <a:ext cx="28398" cy="28398"/>
            </a:xfrm>
            <a:prstGeom prst="ellipse">
              <a:avLst/>
            </a:prstGeom>
            <a:solidFill>
              <a:srgbClr val="7F8C97">
                <a:alpha val="48000"/>
              </a:srgbClr>
            </a:solidFill>
            <a:ln w="0">
              <a:noFill/>
              <a:prstDash val="solid"/>
            </a:ln>
          </p:spPr>
        </p:sp>
        <p:sp>
          <p:nvSpPr>
            <p:cNvPr id="2149" name="03_assume_matched_2148">
              <a:extLst>
                <a:ext uri="{FF2B5EF4-FFF2-40B4-BE49-F238E27FC236}">
                  <a16:creationId xmlns:a16="http://schemas.microsoft.com/office/drawing/2014/main" id="{6AD200A3-0F35-48F9-9C4E-1390C6590F8F}"/>
                </a:ext>
              </a:extLst>
            </p:cNvPr>
            <p:cNvSpPr>
              <a:spLocks/>
            </p:cNvSpPr>
            <p:nvPr/>
          </p:nvSpPr>
          <p:spPr>
            <a:xfrm>
              <a:off x="1516057" y="5436996"/>
              <a:ext cx="28398" cy="28398"/>
            </a:xfrm>
            <a:prstGeom prst="ellipse">
              <a:avLst/>
            </a:prstGeom>
            <a:solidFill>
              <a:srgbClr val="7F8C97">
                <a:alpha val="48000"/>
              </a:srgbClr>
            </a:solidFill>
            <a:ln w="0">
              <a:noFill/>
              <a:prstDash val="solid"/>
            </a:ln>
          </p:spPr>
        </p:sp>
        <p:sp>
          <p:nvSpPr>
            <p:cNvPr id="2150" name="03_assume_matched_2149">
              <a:extLst>
                <a:ext uri="{FF2B5EF4-FFF2-40B4-BE49-F238E27FC236}">
                  <a16:creationId xmlns:a16="http://schemas.microsoft.com/office/drawing/2014/main" id="{56058FF2-55CC-4FA6-A477-9ADB9930A1D4}"/>
                </a:ext>
              </a:extLst>
            </p:cNvPr>
            <p:cNvSpPr>
              <a:spLocks/>
            </p:cNvSpPr>
            <p:nvPr/>
          </p:nvSpPr>
          <p:spPr>
            <a:xfrm>
              <a:off x="1458925" y="4852127"/>
              <a:ext cx="28398" cy="28398"/>
            </a:xfrm>
            <a:prstGeom prst="ellipse">
              <a:avLst/>
            </a:prstGeom>
            <a:solidFill>
              <a:srgbClr val="7F8C97">
                <a:alpha val="48000"/>
              </a:srgbClr>
            </a:solidFill>
            <a:ln w="0">
              <a:noFill/>
              <a:prstDash val="solid"/>
            </a:ln>
          </p:spPr>
        </p:sp>
        <p:sp>
          <p:nvSpPr>
            <p:cNvPr id="2151" name="03_assume_matched_2150">
              <a:extLst>
                <a:ext uri="{FF2B5EF4-FFF2-40B4-BE49-F238E27FC236}">
                  <a16:creationId xmlns:a16="http://schemas.microsoft.com/office/drawing/2014/main" id="{51D46D0B-8565-4A35-BFF9-13F8B44C9D4A}"/>
                </a:ext>
              </a:extLst>
            </p:cNvPr>
            <p:cNvSpPr>
              <a:spLocks/>
            </p:cNvSpPr>
            <p:nvPr/>
          </p:nvSpPr>
          <p:spPr>
            <a:xfrm>
              <a:off x="1537787" y="4852127"/>
              <a:ext cx="28398" cy="28398"/>
            </a:xfrm>
            <a:prstGeom prst="ellipse">
              <a:avLst/>
            </a:prstGeom>
            <a:solidFill>
              <a:srgbClr val="7F8C97">
                <a:alpha val="48000"/>
              </a:srgbClr>
            </a:solidFill>
            <a:ln w="0">
              <a:noFill/>
              <a:prstDash val="solid"/>
            </a:ln>
          </p:spPr>
        </p:sp>
        <p:sp>
          <p:nvSpPr>
            <p:cNvPr id="2152" name="03_assume_matched_2151">
              <a:extLst>
                <a:ext uri="{FF2B5EF4-FFF2-40B4-BE49-F238E27FC236}">
                  <a16:creationId xmlns:a16="http://schemas.microsoft.com/office/drawing/2014/main" id="{5778B5CB-7A1B-45FB-8E4B-9B45A227F4C7}"/>
                </a:ext>
              </a:extLst>
            </p:cNvPr>
            <p:cNvSpPr>
              <a:spLocks/>
            </p:cNvSpPr>
            <p:nvPr/>
          </p:nvSpPr>
          <p:spPr>
            <a:xfrm>
              <a:off x="1505552" y="5019232"/>
              <a:ext cx="28398" cy="28398"/>
            </a:xfrm>
            <a:prstGeom prst="ellipse">
              <a:avLst/>
            </a:prstGeom>
            <a:solidFill>
              <a:srgbClr val="7F8C97">
                <a:alpha val="48000"/>
              </a:srgbClr>
            </a:solidFill>
            <a:ln w="0">
              <a:noFill/>
              <a:prstDash val="solid"/>
            </a:ln>
          </p:spPr>
        </p:sp>
        <p:sp>
          <p:nvSpPr>
            <p:cNvPr id="2153" name="03_assume_matched_2152">
              <a:extLst>
                <a:ext uri="{FF2B5EF4-FFF2-40B4-BE49-F238E27FC236}">
                  <a16:creationId xmlns:a16="http://schemas.microsoft.com/office/drawing/2014/main" id="{B7A0287A-2094-476A-885B-81A4A1F2F85C}"/>
                </a:ext>
              </a:extLst>
            </p:cNvPr>
            <p:cNvSpPr>
              <a:spLocks/>
            </p:cNvSpPr>
            <p:nvPr/>
          </p:nvSpPr>
          <p:spPr>
            <a:xfrm>
              <a:off x="1410284" y="4905297"/>
              <a:ext cx="28398" cy="28398"/>
            </a:xfrm>
            <a:prstGeom prst="ellipse">
              <a:avLst/>
            </a:prstGeom>
            <a:solidFill>
              <a:srgbClr val="7F8C97">
                <a:alpha val="48000"/>
              </a:srgbClr>
            </a:solidFill>
            <a:ln w="0">
              <a:noFill/>
              <a:prstDash val="solid"/>
            </a:ln>
          </p:spPr>
        </p:sp>
        <p:sp>
          <p:nvSpPr>
            <p:cNvPr id="2154" name="03_assume_matched_2153">
              <a:extLst>
                <a:ext uri="{FF2B5EF4-FFF2-40B4-BE49-F238E27FC236}">
                  <a16:creationId xmlns:a16="http://schemas.microsoft.com/office/drawing/2014/main" id="{CFF76512-9C9F-4AB5-A9A5-0627B454E0F3}"/>
                </a:ext>
              </a:extLst>
            </p:cNvPr>
            <p:cNvSpPr>
              <a:spLocks/>
            </p:cNvSpPr>
            <p:nvPr/>
          </p:nvSpPr>
          <p:spPr>
            <a:xfrm>
              <a:off x="1440936" y="5436996"/>
              <a:ext cx="28398" cy="28398"/>
            </a:xfrm>
            <a:prstGeom prst="ellipse">
              <a:avLst/>
            </a:prstGeom>
            <a:solidFill>
              <a:srgbClr val="7F8C97">
                <a:alpha val="48000"/>
              </a:srgbClr>
            </a:solidFill>
            <a:ln w="0">
              <a:noFill/>
              <a:prstDash val="solid"/>
            </a:ln>
          </p:spPr>
        </p:sp>
        <p:sp>
          <p:nvSpPr>
            <p:cNvPr id="2155" name="03_assume_matched_2154">
              <a:extLst>
                <a:ext uri="{FF2B5EF4-FFF2-40B4-BE49-F238E27FC236}">
                  <a16:creationId xmlns:a16="http://schemas.microsoft.com/office/drawing/2014/main" id="{AF8D4EE9-EA70-4CAD-A38E-09026BAD3D43}"/>
                </a:ext>
              </a:extLst>
            </p:cNvPr>
            <p:cNvSpPr>
              <a:spLocks/>
            </p:cNvSpPr>
            <p:nvPr/>
          </p:nvSpPr>
          <p:spPr>
            <a:xfrm>
              <a:off x="1409996" y="5290779"/>
              <a:ext cx="28398" cy="28398"/>
            </a:xfrm>
            <a:prstGeom prst="ellipse">
              <a:avLst/>
            </a:prstGeom>
            <a:solidFill>
              <a:srgbClr val="7F8C97">
                <a:alpha val="48000"/>
              </a:srgbClr>
            </a:solidFill>
            <a:ln w="0">
              <a:noFill/>
              <a:prstDash val="solid"/>
            </a:ln>
          </p:spPr>
        </p:sp>
        <p:sp>
          <p:nvSpPr>
            <p:cNvPr id="2156" name="03_assume_matched_2155">
              <a:extLst>
                <a:ext uri="{FF2B5EF4-FFF2-40B4-BE49-F238E27FC236}">
                  <a16:creationId xmlns:a16="http://schemas.microsoft.com/office/drawing/2014/main" id="{5CBE6EC8-2153-4FAB-A346-BE0031D5B324}"/>
                </a:ext>
              </a:extLst>
            </p:cNvPr>
            <p:cNvSpPr>
              <a:spLocks/>
            </p:cNvSpPr>
            <p:nvPr/>
          </p:nvSpPr>
          <p:spPr>
            <a:xfrm>
              <a:off x="1491305" y="5144561"/>
              <a:ext cx="28398" cy="28398"/>
            </a:xfrm>
            <a:prstGeom prst="ellipse">
              <a:avLst/>
            </a:prstGeom>
            <a:solidFill>
              <a:srgbClr val="7F8C97">
                <a:alpha val="48000"/>
              </a:srgbClr>
            </a:solidFill>
            <a:ln w="0">
              <a:noFill/>
              <a:prstDash val="solid"/>
            </a:ln>
          </p:spPr>
        </p:sp>
        <p:sp>
          <p:nvSpPr>
            <p:cNvPr id="2157" name="03_assume_matched_2156">
              <a:extLst>
                <a:ext uri="{FF2B5EF4-FFF2-40B4-BE49-F238E27FC236}">
                  <a16:creationId xmlns:a16="http://schemas.microsoft.com/office/drawing/2014/main" id="{231400C5-B783-4E4D-9568-4AB0A31EF98A}"/>
                </a:ext>
              </a:extLst>
            </p:cNvPr>
            <p:cNvSpPr>
              <a:spLocks/>
            </p:cNvSpPr>
            <p:nvPr/>
          </p:nvSpPr>
          <p:spPr>
            <a:xfrm>
              <a:off x="1472596" y="5436996"/>
              <a:ext cx="28398" cy="28398"/>
            </a:xfrm>
            <a:prstGeom prst="ellipse">
              <a:avLst/>
            </a:prstGeom>
            <a:solidFill>
              <a:srgbClr val="7F8C97">
                <a:alpha val="48000"/>
              </a:srgbClr>
            </a:solidFill>
            <a:ln w="0">
              <a:noFill/>
              <a:prstDash val="solid"/>
            </a:ln>
          </p:spPr>
        </p:sp>
        <p:sp>
          <p:nvSpPr>
            <p:cNvPr id="2158" name="03_assume_matched_2157">
              <a:extLst>
                <a:ext uri="{FF2B5EF4-FFF2-40B4-BE49-F238E27FC236}">
                  <a16:creationId xmlns:a16="http://schemas.microsoft.com/office/drawing/2014/main" id="{F41AEBDF-AAF6-44A5-9C9E-FA6ACB22E763}"/>
                </a:ext>
              </a:extLst>
            </p:cNvPr>
            <p:cNvSpPr>
              <a:spLocks/>
            </p:cNvSpPr>
            <p:nvPr/>
          </p:nvSpPr>
          <p:spPr>
            <a:xfrm>
              <a:off x="1457342" y="5436996"/>
              <a:ext cx="28398" cy="28398"/>
            </a:xfrm>
            <a:prstGeom prst="ellipse">
              <a:avLst/>
            </a:prstGeom>
            <a:solidFill>
              <a:srgbClr val="7F8C97">
                <a:alpha val="48000"/>
              </a:srgbClr>
            </a:solidFill>
            <a:ln w="0">
              <a:noFill/>
              <a:prstDash val="solid"/>
            </a:ln>
          </p:spPr>
        </p:sp>
        <p:sp>
          <p:nvSpPr>
            <p:cNvPr id="2159" name="03_assume_matched_2158">
              <a:extLst>
                <a:ext uri="{FF2B5EF4-FFF2-40B4-BE49-F238E27FC236}">
                  <a16:creationId xmlns:a16="http://schemas.microsoft.com/office/drawing/2014/main" id="{2A18C346-56FE-4460-858D-54A93DC14F66}"/>
                </a:ext>
              </a:extLst>
            </p:cNvPr>
            <p:cNvSpPr>
              <a:spLocks/>
            </p:cNvSpPr>
            <p:nvPr/>
          </p:nvSpPr>
          <p:spPr>
            <a:xfrm>
              <a:off x="1443095" y="5436996"/>
              <a:ext cx="28398" cy="28398"/>
            </a:xfrm>
            <a:prstGeom prst="ellipse">
              <a:avLst/>
            </a:prstGeom>
            <a:solidFill>
              <a:srgbClr val="7F8C97">
                <a:alpha val="48000"/>
              </a:srgbClr>
            </a:solidFill>
            <a:ln w="0">
              <a:noFill/>
              <a:prstDash val="solid"/>
            </a:ln>
          </p:spPr>
        </p:sp>
        <p:sp>
          <p:nvSpPr>
            <p:cNvPr id="2160" name="03_assume_matched_2159">
              <a:extLst>
                <a:ext uri="{FF2B5EF4-FFF2-40B4-BE49-F238E27FC236}">
                  <a16:creationId xmlns:a16="http://schemas.microsoft.com/office/drawing/2014/main" id="{F1C25E2C-DECA-4D76-A34B-66CA649753EA}"/>
                </a:ext>
              </a:extLst>
            </p:cNvPr>
            <p:cNvSpPr>
              <a:spLocks/>
            </p:cNvSpPr>
            <p:nvPr/>
          </p:nvSpPr>
          <p:spPr>
            <a:xfrm>
              <a:off x="1459501" y="4852127"/>
              <a:ext cx="28398" cy="28398"/>
            </a:xfrm>
            <a:prstGeom prst="ellipse">
              <a:avLst/>
            </a:prstGeom>
            <a:solidFill>
              <a:srgbClr val="7F8C97">
                <a:alpha val="48000"/>
              </a:srgbClr>
            </a:solidFill>
            <a:ln w="0">
              <a:noFill/>
              <a:prstDash val="solid"/>
            </a:ln>
          </p:spPr>
        </p:sp>
        <p:sp>
          <p:nvSpPr>
            <p:cNvPr id="2161" name="03_assume_matched_2160">
              <a:extLst>
                <a:ext uri="{FF2B5EF4-FFF2-40B4-BE49-F238E27FC236}">
                  <a16:creationId xmlns:a16="http://schemas.microsoft.com/office/drawing/2014/main" id="{73495581-F4B6-41B1-8723-237DD40684D4}"/>
                </a:ext>
              </a:extLst>
            </p:cNvPr>
            <p:cNvSpPr>
              <a:spLocks/>
            </p:cNvSpPr>
            <p:nvPr/>
          </p:nvSpPr>
          <p:spPr>
            <a:xfrm>
              <a:off x="1544695" y="5290779"/>
              <a:ext cx="28398" cy="28398"/>
            </a:xfrm>
            <a:prstGeom prst="ellipse">
              <a:avLst/>
            </a:prstGeom>
            <a:solidFill>
              <a:srgbClr val="7F8C97">
                <a:alpha val="48000"/>
              </a:srgbClr>
            </a:solidFill>
            <a:ln w="0">
              <a:noFill/>
              <a:prstDash val="solid"/>
            </a:ln>
          </p:spPr>
        </p:sp>
        <p:sp>
          <p:nvSpPr>
            <p:cNvPr id="2162" name="03_assume_matched_2161">
              <a:extLst>
                <a:ext uri="{FF2B5EF4-FFF2-40B4-BE49-F238E27FC236}">
                  <a16:creationId xmlns:a16="http://schemas.microsoft.com/office/drawing/2014/main" id="{D3495B86-4D87-430B-BE4E-7D086A2A0133}"/>
                </a:ext>
              </a:extLst>
            </p:cNvPr>
            <p:cNvSpPr>
              <a:spLocks/>
            </p:cNvSpPr>
            <p:nvPr/>
          </p:nvSpPr>
          <p:spPr>
            <a:xfrm>
              <a:off x="1499651" y="4852127"/>
              <a:ext cx="28398" cy="28398"/>
            </a:xfrm>
            <a:prstGeom prst="ellipse">
              <a:avLst/>
            </a:prstGeom>
            <a:solidFill>
              <a:srgbClr val="7F8C97">
                <a:alpha val="48000"/>
              </a:srgbClr>
            </a:solidFill>
            <a:ln w="0">
              <a:noFill/>
              <a:prstDash val="solid"/>
            </a:ln>
          </p:spPr>
        </p:sp>
        <p:sp>
          <p:nvSpPr>
            <p:cNvPr id="2163" name="03_assume_matched_2162">
              <a:extLst>
                <a:ext uri="{FF2B5EF4-FFF2-40B4-BE49-F238E27FC236}">
                  <a16:creationId xmlns:a16="http://schemas.microsoft.com/office/drawing/2014/main" id="{744F431C-CA6A-4F0C-A099-FABD1104A54F}"/>
                </a:ext>
              </a:extLst>
            </p:cNvPr>
            <p:cNvSpPr>
              <a:spLocks/>
            </p:cNvSpPr>
            <p:nvPr/>
          </p:nvSpPr>
          <p:spPr>
            <a:xfrm>
              <a:off x="1509437" y="5372010"/>
              <a:ext cx="28398" cy="28398"/>
            </a:xfrm>
            <a:prstGeom prst="ellipse">
              <a:avLst/>
            </a:prstGeom>
            <a:solidFill>
              <a:srgbClr val="7F8C97">
                <a:alpha val="48000"/>
              </a:srgbClr>
            </a:solidFill>
            <a:ln w="0">
              <a:noFill/>
              <a:prstDash val="solid"/>
            </a:ln>
          </p:spPr>
        </p:sp>
        <p:sp>
          <p:nvSpPr>
            <p:cNvPr id="2164" name="03_assume_matched_2163">
              <a:extLst>
                <a:ext uri="{FF2B5EF4-FFF2-40B4-BE49-F238E27FC236}">
                  <a16:creationId xmlns:a16="http://schemas.microsoft.com/office/drawing/2014/main" id="{51E4C565-0F5B-433D-B316-7755B7FCCCA2}"/>
                </a:ext>
              </a:extLst>
            </p:cNvPr>
            <p:cNvSpPr>
              <a:spLocks/>
            </p:cNvSpPr>
            <p:nvPr/>
          </p:nvSpPr>
          <p:spPr>
            <a:xfrm>
              <a:off x="1446261" y="5274532"/>
              <a:ext cx="28398" cy="28398"/>
            </a:xfrm>
            <a:prstGeom prst="ellipse">
              <a:avLst/>
            </a:prstGeom>
            <a:solidFill>
              <a:srgbClr val="7F8C97">
                <a:alpha val="48000"/>
              </a:srgbClr>
            </a:solidFill>
            <a:ln w="0">
              <a:noFill/>
              <a:prstDash val="solid"/>
            </a:ln>
          </p:spPr>
        </p:sp>
        <p:sp>
          <p:nvSpPr>
            <p:cNvPr id="2165" name="03_assume_matched_2164">
              <a:extLst>
                <a:ext uri="{FF2B5EF4-FFF2-40B4-BE49-F238E27FC236}">
                  <a16:creationId xmlns:a16="http://schemas.microsoft.com/office/drawing/2014/main" id="{484397B4-7119-492C-850E-128D526C8F0E}"/>
                </a:ext>
              </a:extLst>
            </p:cNvPr>
            <p:cNvSpPr>
              <a:spLocks/>
            </p:cNvSpPr>
            <p:nvPr/>
          </p:nvSpPr>
          <p:spPr>
            <a:xfrm>
              <a:off x="1536636" y="5242040"/>
              <a:ext cx="28398" cy="28398"/>
            </a:xfrm>
            <a:prstGeom prst="ellipse">
              <a:avLst/>
            </a:prstGeom>
            <a:solidFill>
              <a:srgbClr val="7F8C97">
                <a:alpha val="48000"/>
              </a:srgbClr>
            </a:solidFill>
            <a:ln w="0">
              <a:noFill/>
              <a:prstDash val="solid"/>
            </a:ln>
          </p:spPr>
        </p:sp>
        <p:sp>
          <p:nvSpPr>
            <p:cNvPr id="2166" name="03_assume_matched_2165">
              <a:extLst>
                <a:ext uri="{FF2B5EF4-FFF2-40B4-BE49-F238E27FC236}">
                  <a16:creationId xmlns:a16="http://schemas.microsoft.com/office/drawing/2014/main" id="{65971E7A-3531-49A3-9663-2A66F581D3C3}"/>
                </a:ext>
              </a:extLst>
            </p:cNvPr>
            <p:cNvSpPr>
              <a:spLocks/>
            </p:cNvSpPr>
            <p:nvPr/>
          </p:nvSpPr>
          <p:spPr>
            <a:xfrm>
              <a:off x="1509725" y="4905297"/>
              <a:ext cx="28398" cy="28398"/>
            </a:xfrm>
            <a:prstGeom prst="ellipse">
              <a:avLst/>
            </a:prstGeom>
            <a:solidFill>
              <a:srgbClr val="7F8C97">
                <a:alpha val="48000"/>
              </a:srgbClr>
            </a:solidFill>
            <a:ln w="0">
              <a:noFill/>
              <a:prstDash val="solid"/>
            </a:ln>
          </p:spPr>
        </p:sp>
        <p:sp>
          <p:nvSpPr>
            <p:cNvPr id="2167" name="03_assume_matched_2166">
              <a:extLst>
                <a:ext uri="{FF2B5EF4-FFF2-40B4-BE49-F238E27FC236}">
                  <a16:creationId xmlns:a16="http://schemas.microsoft.com/office/drawing/2014/main" id="{476BF207-3520-4771-A6C4-036EB83ADC42}"/>
                </a:ext>
              </a:extLst>
            </p:cNvPr>
            <p:cNvSpPr>
              <a:spLocks/>
            </p:cNvSpPr>
            <p:nvPr/>
          </p:nvSpPr>
          <p:spPr>
            <a:xfrm>
              <a:off x="1427553" y="5436996"/>
              <a:ext cx="28398" cy="28398"/>
            </a:xfrm>
            <a:prstGeom prst="ellipse">
              <a:avLst/>
            </a:prstGeom>
            <a:solidFill>
              <a:srgbClr val="7F8C97">
                <a:alpha val="48000"/>
              </a:srgbClr>
            </a:solidFill>
            <a:ln w="0">
              <a:noFill/>
              <a:prstDash val="solid"/>
            </a:ln>
          </p:spPr>
        </p:sp>
        <p:sp>
          <p:nvSpPr>
            <p:cNvPr id="2168" name="03_assume_matched_2167">
              <a:extLst>
                <a:ext uri="{FF2B5EF4-FFF2-40B4-BE49-F238E27FC236}">
                  <a16:creationId xmlns:a16="http://schemas.microsoft.com/office/drawing/2014/main" id="{5B662622-7C25-43DA-8AC4-FFA43019A5BC}"/>
                </a:ext>
              </a:extLst>
            </p:cNvPr>
            <p:cNvSpPr>
              <a:spLocks/>
            </p:cNvSpPr>
            <p:nvPr/>
          </p:nvSpPr>
          <p:spPr>
            <a:xfrm>
              <a:off x="1434892" y="4852127"/>
              <a:ext cx="28398" cy="28398"/>
            </a:xfrm>
            <a:prstGeom prst="ellipse">
              <a:avLst/>
            </a:prstGeom>
            <a:solidFill>
              <a:srgbClr val="7F8C97">
                <a:alpha val="48000"/>
              </a:srgbClr>
            </a:solidFill>
            <a:ln w="0">
              <a:noFill/>
              <a:prstDash val="solid"/>
            </a:ln>
          </p:spPr>
        </p:sp>
        <p:sp>
          <p:nvSpPr>
            <p:cNvPr id="2169" name="03_assume_matched_2168">
              <a:extLst>
                <a:ext uri="{FF2B5EF4-FFF2-40B4-BE49-F238E27FC236}">
                  <a16:creationId xmlns:a16="http://schemas.microsoft.com/office/drawing/2014/main" id="{9233AA9D-E6CD-4FF6-BD88-E25A3E0899F1}"/>
                </a:ext>
              </a:extLst>
            </p:cNvPr>
            <p:cNvSpPr>
              <a:spLocks/>
            </p:cNvSpPr>
            <p:nvPr/>
          </p:nvSpPr>
          <p:spPr>
            <a:xfrm>
              <a:off x="1446117" y="5242040"/>
              <a:ext cx="28398" cy="28398"/>
            </a:xfrm>
            <a:prstGeom prst="ellipse">
              <a:avLst/>
            </a:prstGeom>
            <a:solidFill>
              <a:srgbClr val="7F8C97">
                <a:alpha val="48000"/>
              </a:srgbClr>
            </a:solidFill>
            <a:ln w="0">
              <a:noFill/>
              <a:prstDash val="solid"/>
            </a:ln>
          </p:spPr>
        </p:sp>
        <p:sp>
          <p:nvSpPr>
            <p:cNvPr id="2170" name="03_assume_matched_2169">
              <a:extLst>
                <a:ext uri="{FF2B5EF4-FFF2-40B4-BE49-F238E27FC236}">
                  <a16:creationId xmlns:a16="http://schemas.microsoft.com/office/drawing/2014/main" id="{6B42B6FC-1515-4EFA-A9FB-E80366155494}"/>
                </a:ext>
              </a:extLst>
            </p:cNvPr>
            <p:cNvSpPr>
              <a:spLocks/>
            </p:cNvSpPr>
            <p:nvPr/>
          </p:nvSpPr>
          <p:spPr>
            <a:xfrm>
              <a:off x="1535485" y="5436996"/>
              <a:ext cx="28398" cy="28398"/>
            </a:xfrm>
            <a:prstGeom prst="ellipse">
              <a:avLst/>
            </a:prstGeom>
            <a:solidFill>
              <a:srgbClr val="7F8C97">
                <a:alpha val="48000"/>
              </a:srgbClr>
            </a:solidFill>
            <a:ln w="0">
              <a:noFill/>
              <a:prstDash val="solid"/>
            </a:ln>
          </p:spPr>
        </p:sp>
        <p:sp>
          <p:nvSpPr>
            <p:cNvPr id="2171" name="03_assume_matched_2170">
              <a:extLst>
                <a:ext uri="{FF2B5EF4-FFF2-40B4-BE49-F238E27FC236}">
                  <a16:creationId xmlns:a16="http://schemas.microsoft.com/office/drawing/2014/main" id="{DBD97618-7A06-4A09-9899-C420DFEF482F}"/>
                </a:ext>
              </a:extLst>
            </p:cNvPr>
            <p:cNvSpPr>
              <a:spLocks/>
            </p:cNvSpPr>
            <p:nvPr/>
          </p:nvSpPr>
          <p:spPr>
            <a:xfrm>
              <a:off x="1448420" y="4852127"/>
              <a:ext cx="28398" cy="28398"/>
            </a:xfrm>
            <a:prstGeom prst="ellipse">
              <a:avLst/>
            </a:prstGeom>
            <a:solidFill>
              <a:srgbClr val="7F8C97">
                <a:alpha val="48000"/>
              </a:srgbClr>
            </a:solidFill>
            <a:ln w="0">
              <a:noFill/>
              <a:prstDash val="solid"/>
            </a:ln>
          </p:spPr>
        </p:sp>
        <p:sp>
          <p:nvSpPr>
            <p:cNvPr id="2172" name="03_assume_matched_2171">
              <a:extLst>
                <a:ext uri="{FF2B5EF4-FFF2-40B4-BE49-F238E27FC236}">
                  <a16:creationId xmlns:a16="http://schemas.microsoft.com/office/drawing/2014/main" id="{5905BE1F-63CE-42C7-B304-F12EC899D00F}"/>
                </a:ext>
              </a:extLst>
            </p:cNvPr>
            <p:cNvSpPr>
              <a:spLocks/>
            </p:cNvSpPr>
            <p:nvPr/>
          </p:nvSpPr>
          <p:spPr>
            <a:xfrm>
              <a:off x="1527426" y="5177054"/>
              <a:ext cx="28398" cy="28398"/>
            </a:xfrm>
            <a:prstGeom prst="ellipse">
              <a:avLst/>
            </a:prstGeom>
            <a:solidFill>
              <a:srgbClr val="7F8C97">
                <a:alpha val="48000"/>
              </a:srgbClr>
            </a:solidFill>
            <a:ln w="0">
              <a:noFill/>
              <a:prstDash val="solid"/>
            </a:ln>
          </p:spPr>
        </p:sp>
        <p:sp>
          <p:nvSpPr>
            <p:cNvPr id="2173" name="03_assume_matched_2172">
              <a:extLst>
                <a:ext uri="{FF2B5EF4-FFF2-40B4-BE49-F238E27FC236}">
                  <a16:creationId xmlns:a16="http://schemas.microsoft.com/office/drawing/2014/main" id="{0E764071-16B1-4AA1-9868-46B2968CB902}"/>
                </a:ext>
              </a:extLst>
            </p:cNvPr>
            <p:cNvSpPr>
              <a:spLocks/>
            </p:cNvSpPr>
            <p:nvPr/>
          </p:nvSpPr>
          <p:spPr>
            <a:xfrm>
              <a:off x="1528577" y="4852127"/>
              <a:ext cx="28398" cy="28398"/>
            </a:xfrm>
            <a:prstGeom prst="ellipse">
              <a:avLst/>
            </a:prstGeom>
            <a:solidFill>
              <a:srgbClr val="7F8C97">
                <a:alpha val="48000"/>
              </a:srgbClr>
            </a:solidFill>
            <a:ln w="0">
              <a:noFill/>
              <a:prstDash val="solid"/>
            </a:ln>
          </p:spPr>
        </p:sp>
        <p:sp>
          <p:nvSpPr>
            <p:cNvPr id="2174" name="03_assume_matched_2173">
              <a:extLst>
                <a:ext uri="{FF2B5EF4-FFF2-40B4-BE49-F238E27FC236}">
                  <a16:creationId xmlns:a16="http://schemas.microsoft.com/office/drawing/2014/main" id="{DFAB62E3-6EFB-4BC4-8620-979A9E5673B5}"/>
                </a:ext>
              </a:extLst>
            </p:cNvPr>
            <p:cNvSpPr>
              <a:spLocks/>
            </p:cNvSpPr>
            <p:nvPr/>
          </p:nvSpPr>
          <p:spPr>
            <a:xfrm>
              <a:off x="1532319" y="5436996"/>
              <a:ext cx="28398" cy="28398"/>
            </a:xfrm>
            <a:prstGeom prst="ellipse">
              <a:avLst/>
            </a:prstGeom>
            <a:solidFill>
              <a:srgbClr val="7F8C97">
                <a:alpha val="48000"/>
              </a:srgbClr>
            </a:solidFill>
            <a:ln w="0">
              <a:noFill/>
              <a:prstDash val="solid"/>
            </a:ln>
          </p:spPr>
        </p:sp>
        <p:sp>
          <p:nvSpPr>
            <p:cNvPr id="2175" name="03_assume_matched_2174">
              <a:extLst>
                <a:ext uri="{FF2B5EF4-FFF2-40B4-BE49-F238E27FC236}">
                  <a16:creationId xmlns:a16="http://schemas.microsoft.com/office/drawing/2014/main" id="{CB2D606B-99AA-4519-A3E6-1BF0CB649D92}"/>
                </a:ext>
              </a:extLst>
            </p:cNvPr>
            <p:cNvSpPr>
              <a:spLocks/>
            </p:cNvSpPr>
            <p:nvPr/>
          </p:nvSpPr>
          <p:spPr>
            <a:xfrm>
              <a:off x="1449571" y="5242040"/>
              <a:ext cx="28398" cy="28398"/>
            </a:xfrm>
            <a:prstGeom prst="ellipse">
              <a:avLst/>
            </a:prstGeom>
            <a:solidFill>
              <a:srgbClr val="7F8C97">
                <a:alpha val="48000"/>
              </a:srgbClr>
            </a:solidFill>
            <a:ln w="0">
              <a:noFill/>
              <a:prstDash val="solid"/>
            </a:ln>
          </p:spPr>
        </p:sp>
        <p:sp>
          <p:nvSpPr>
            <p:cNvPr id="2176" name="03_assume_matched_2175">
              <a:extLst>
                <a:ext uri="{FF2B5EF4-FFF2-40B4-BE49-F238E27FC236}">
                  <a16:creationId xmlns:a16="http://schemas.microsoft.com/office/drawing/2014/main" id="{27B2FDA1-7596-4353-9D0D-99A8B1E28FCF}"/>
                </a:ext>
              </a:extLst>
            </p:cNvPr>
            <p:cNvSpPr>
              <a:spLocks/>
            </p:cNvSpPr>
            <p:nvPr/>
          </p:nvSpPr>
          <p:spPr>
            <a:xfrm>
              <a:off x="1427841" y="4998344"/>
              <a:ext cx="28398" cy="28398"/>
            </a:xfrm>
            <a:prstGeom prst="ellipse">
              <a:avLst/>
            </a:prstGeom>
            <a:solidFill>
              <a:srgbClr val="7F8C97">
                <a:alpha val="48000"/>
              </a:srgbClr>
            </a:solidFill>
            <a:ln w="0">
              <a:noFill/>
              <a:prstDash val="solid"/>
            </a:ln>
          </p:spPr>
        </p:sp>
        <p:sp>
          <p:nvSpPr>
            <p:cNvPr id="2177" name="03_assume_matched_2176">
              <a:extLst>
                <a:ext uri="{FF2B5EF4-FFF2-40B4-BE49-F238E27FC236}">
                  <a16:creationId xmlns:a16="http://schemas.microsoft.com/office/drawing/2014/main" id="{FACB2503-40F4-498A-8AD2-573080D6DE80}"/>
                </a:ext>
              </a:extLst>
            </p:cNvPr>
            <p:cNvSpPr>
              <a:spLocks/>
            </p:cNvSpPr>
            <p:nvPr/>
          </p:nvSpPr>
          <p:spPr>
            <a:xfrm>
              <a:off x="1511596" y="5436996"/>
              <a:ext cx="28398" cy="28398"/>
            </a:xfrm>
            <a:prstGeom prst="ellipse">
              <a:avLst/>
            </a:prstGeom>
            <a:solidFill>
              <a:srgbClr val="7F8C97">
                <a:alpha val="48000"/>
              </a:srgbClr>
            </a:solidFill>
            <a:ln w="0">
              <a:noFill/>
              <a:prstDash val="solid"/>
            </a:ln>
          </p:spPr>
        </p:sp>
        <p:sp>
          <p:nvSpPr>
            <p:cNvPr id="2178" name="03_assume_matched_2177">
              <a:extLst>
                <a:ext uri="{FF2B5EF4-FFF2-40B4-BE49-F238E27FC236}">
                  <a16:creationId xmlns:a16="http://schemas.microsoft.com/office/drawing/2014/main" id="{84B292AB-ED5B-418C-924D-DE3938F409B5}"/>
                </a:ext>
              </a:extLst>
            </p:cNvPr>
            <p:cNvSpPr>
              <a:spLocks/>
            </p:cNvSpPr>
            <p:nvPr/>
          </p:nvSpPr>
          <p:spPr>
            <a:xfrm>
              <a:off x="1421077" y="4852127"/>
              <a:ext cx="28398" cy="28398"/>
            </a:xfrm>
            <a:prstGeom prst="ellipse">
              <a:avLst/>
            </a:prstGeom>
            <a:solidFill>
              <a:srgbClr val="7F8C97">
                <a:alpha val="48000"/>
              </a:srgbClr>
            </a:solidFill>
            <a:ln w="0">
              <a:noFill/>
              <a:prstDash val="solid"/>
            </a:ln>
          </p:spPr>
        </p:sp>
        <p:sp>
          <p:nvSpPr>
            <p:cNvPr id="2179" name="03_assume_matched_2178">
              <a:extLst>
                <a:ext uri="{FF2B5EF4-FFF2-40B4-BE49-F238E27FC236}">
                  <a16:creationId xmlns:a16="http://schemas.microsoft.com/office/drawing/2014/main" id="{F0F1CF0A-F2FF-4B3C-B207-4990F93FBF98}"/>
                </a:ext>
              </a:extLst>
            </p:cNvPr>
            <p:cNvSpPr>
              <a:spLocks/>
            </p:cNvSpPr>
            <p:nvPr/>
          </p:nvSpPr>
          <p:spPr>
            <a:xfrm>
              <a:off x="1515193" y="4852127"/>
              <a:ext cx="28398" cy="28398"/>
            </a:xfrm>
            <a:prstGeom prst="ellipse">
              <a:avLst/>
            </a:prstGeom>
            <a:solidFill>
              <a:srgbClr val="7F8C97">
                <a:alpha val="48000"/>
              </a:srgbClr>
            </a:solidFill>
            <a:ln w="0">
              <a:noFill/>
              <a:prstDash val="solid"/>
            </a:ln>
          </p:spPr>
        </p:sp>
        <p:sp>
          <p:nvSpPr>
            <p:cNvPr id="2180" name="03_assume_matched_2179">
              <a:extLst>
                <a:ext uri="{FF2B5EF4-FFF2-40B4-BE49-F238E27FC236}">
                  <a16:creationId xmlns:a16="http://schemas.microsoft.com/office/drawing/2014/main" id="{A0AC6D63-B7F4-4F0E-A67A-5E1F194B2770}"/>
                </a:ext>
              </a:extLst>
            </p:cNvPr>
            <p:cNvSpPr>
              <a:spLocks/>
            </p:cNvSpPr>
            <p:nvPr/>
          </p:nvSpPr>
          <p:spPr>
            <a:xfrm>
              <a:off x="1422372" y="5436996"/>
              <a:ext cx="28398" cy="28398"/>
            </a:xfrm>
            <a:prstGeom prst="ellipse">
              <a:avLst/>
            </a:prstGeom>
            <a:solidFill>
              <a:srgbClr val="7F8C97">
                <a:alpha val="48000"/>
              </a:srgbClr>
            </a:solidFill>
            <a:ln w="0">
              <a:noFill/>
              <a:prstDash val="solid"/>
            </a:ln>
          </p:spPr>
        </p:sp>
        <p:sp>
          <p:nvSpPr>
            <p:cNvPr id="2181" name="03_assume_matched_2180">
              <a:extLst>
                <a:ext uri="{FF2B5EF4-FFF2-40B4-BE49-F238E27FC236}">
                  <a16:creationId xmlns:a16="http://schemas.microsoft.com/office/drawing/2014/main" id="{19723C95-0DFD-4DDE-BE42-E6C5DB7F407E}"/>
                </a:ext>
              </a:extLst>
            </p:cNvPr>
            <p:cNvSpPr>
              <a:spLocks/>
            </p:cNvSpPr>
            <p:nvPr/>
          </p:nvSpPr>
          <p:spPr>
            <a:xfrm>
              <a:off x="1542824" y="4852127"/>
              <a:ext cx="28398" cy="28398"/>
            </a:xfrm>
            <a:prstGeom prst="ellipse">
              <a:avLst/>
            </a:prstGeom>
            <a:solidFill>
              <a:srgbClr val="7F8C97">
                <a:alpha val="48000"/>
              </a:srgbClr>
            </a:solidFill>
            <a:ln w="0">
              <a:noFill/>
              <a:prstDash val="solid"/>
            </a:ln>
          </p:spPr>
        </p:sp>
        <p:sp>
          <p:nvSpPr>
            <p:cNvPr id="2182" name="03_assume_matched_2181">
              <a:extLst>
                <a:ext uri="{FF2B5EF4-FFF2-40B4-BE49-F238E27FC236}">
                  <a16:creationId xmlns:a16="http://schemas.microsoft.com/office/drawing/2014/main" id="{8C096797-E86D-4261-A1D3-6FA832176321}"/>
                </a:ext>
              </a:extLst>
            </p:cNvPr>
            <p:cNvSpPr>
              <a:spLocks/>
            </p:cNvSpPr>
            <p:nvPr/>
          </p:nvSpPr>
          <p:spPr>
            <a:xfrm>
              <a:off x="1520806" y="4852127"/>
              <a:ext cx="28398" cy="28398"/>
            </a:xfrm>
            <a:prstGeom prst="ellipse">
              <a:avLst/>
            </a:prstGeom>
            <a:solidFill>
              <a:srgbClr val="7F8C97">
                <a:alpha val="48000"/>
              </a:srgbClr>
            </a:solidFill>
            <a:ln w="0">
              <a:noFill/>
              <a:prstDash val="solid"/>
            </a:ln>
          </p:spPr>
        </p:sp>
        <p:sp>
          <p:nvSpPr>
            <p:cNvPr id="2183" name="03_assume_matched_2182">
              <a:extLst>
                <a:ext uri="{FF2B5EF4-FFF2-40B4-BE49-F238E27FC236}">
                  <a16:creationId xmlns:a16="http://schemas.microsoft.com/office/drawing/2014/main" id="{18059427-43D1-44F2-AF7B-38380AEA0426}"/>
                </a:ext>
              </a:extLst>
            </p:cNvPr>
            <p:cNvSpPr>
              <a:spLocks/>
            </p:cNvSpPr>
            <p:nvPr/>
          </p:nvSpPr>
          <p:spPr>
            <a:xfrm>
              <a:off x="1468711" y="5436996"/>
              <a:ext cx="28398" cy="28398"/>
            </a:xfrm>
            <a:prstGeom prst="ellipse">
              <a:avLst/>
            </a:prstGeom>
            <a:solidFill>
              <a:srgbClr val="7F8C97">
                <a:alpha val="48000"/>
              </a:srgbClr>
            </a:solidFill>
            <a:ln w="0">
              <a:noFill/>
              <a:prstDash val="solid"/>
            </a:ln>
          </p:spPr>
        </p:sp>
        <p:sp>
          <p:nvSpPr>
            <p:cNvPr id="2184" name="03_assume_matched_2183">
              <a:extLst>
                <a:ext uri="{FF2B5EF4-FFF2-40B4-BE49-F238E27FC236}">
                  <a16:creationId xmlns:a16="http://schemas.microsoft.com/office/drawing/2014/main" id="{D38A33C8-97E3-41C5-9586-4A29B337B7C5}"/>
                </a:ext>
              </a:extLst>
            </p:cNvPr>
            <p:cNvSpPr>
              <a:spLocks/>
            </p:cNvSpPr>
            <p:nvPr/>
          </p:nvSpPr>
          <p:spPr>
            <a:xfrm>
              <a:off x="1444390" y="4852127"/>
              <a:ext cx="28398" cy="28398"/>
            </a:xfrm>
            <a:prstGeom prst="ellipse">
              <a:avLst/>
            </a:prstGeom>
            <a:solidFill>
              <a:srgbClr val="7F8C97">
                <a:alpha val="48000"/>
              </a:srgbClr>
            </a:solidFill>
            <a:ln w="0">
              <a:noFill/>
              <a:prstDash val="solid"/>
            </a:ln>
          </p:spPr>
        </p:sp>
        <p:sp>
          <p:nvSpPr>
            <p:cNvPr id="2185" name="03_assume_matched_2184">
              <a:extLst>
                <a:ext uri="{FF2B5EF4-FFF2-40B4-BE49-F238E27FC236}">
                  <a16:creationId xmlns:a16="http://schemas.microsoft.com/office/drawing/2014/main" id="{40E1407E-FC5A-44E4-ADC3-5DB2CD96409C}"/>
                </a:ext>
              </a:extLst>
            </p:cNvPr>
            <p:cNvSpPr>
              <a:spLocks/>
            </p:cNvSpPr>
            <p:nvPr/>
          </p:nvSpPr>
          <p:spPr>
            <a:xfrm>
              <a:off x="1546853" y="5436996"/>
              <a:ext cx="28398" cy="28398"/>
            </a:xfrm>
            <a:prstGeom prst="ellipse">
              <a:avLst/>
            </a:prstGeom>
            <a:solidFill>
              <a:srgbClr val="7F8C97">
                <a:alpha val="48000"/>
              </a:srgbClr>
            </a:solidFill>
            <a:ln w="0">
              <a:noFill/>
              <a:prstDash val="solid"/>
            </a:ln>
          </p:spPr>
        </p:sp>
        <p:sp>
          <p:nvSpPr>
            <p:cNvPr id="2186" name="03_assume_matched_2185">
              <a:extLst>
                <a:ext uri="{FF2B5EF4-FFF2-40B4-BE49-F238E27FC236}">
                  <a16:creationId xmlns:a16="http://schemas.microsoft.com/office/drawing/2014/main" id="{F2903828-7E28-4B12-AB80-D02258841E49}"/>
                </a:ext>
              </a:extLst>
            </p:cNvPr>
            <p:cNvSpPr>
              <a:spLocks/>
            </p:cNvSpPr>
            <p:nvPr/>
          </p:nvSpPr>
          <p:spPr>
            <a:xfrm>
              <a:off x="1494614" y="5436996"/>
              <a:ext cx="28398" cy="28398"/>
            </a:xfrm>
            <a:prstGeom prst="ellipse">
              <a:avLst/>
            </a:prstGeom>
            <a:solidFill>
              <a:srgbClr val="7F8C97">
                <a:alpha val="48000"/>
              </a:srgbClr>
            </a:solidFill>
            <a:ln w="0">
              <a:noFill/>
              <a:prstDash val="solid"/>
            </a:ln>
          </p:spPr>
        </p:sp>
        <p:sp>
          <p:nvSpPr>
            <p:cNvPr id="2187" name="03_assume_matched_2186">
              <a:extLst>
                <a:ext uri="{FF2B5EF4-FFF2-40B4-BE49-F238E27FC236}">
                  <a16:creationId xmlns:a16="http://schemas.microsoft.com/office/drawing/2014/main" id="{E8C4E241-6656-4878-A04B-E97FCE56FFF8}"/>
                </a:ext>
              </a:extLst>
            </p:cNvPr>
            <p:cNvSpPr>
              <a:spLocks/>
            </p:cNvSpPr>
            <p:nvPr/>
          </p:nvSpPr>
          <p:spPr>
            <a:xfrm>
              <a:off x="1527426" y="5436996"/>
              <a:ext cx="28398" cy="28398"/>
            </a:xfrm>
            <a:prstGeom prst="ellipse">
              <a:avLst/>
            </a:prstGeom>
            <a:solidFill>
              <a:srgbClr val="7F8C97">
                <a:alpha val="48000"/>
              </a:srgbClr>
            </a:solidFill>
            <a:ln w="0">
              <a:noFill/>
              <a:prstDash val="solid"/>
            </a:ln>
          </p:spPr>
        </p:sp>
        <p:sp>
          <p:nvSpPr>
            <p:cNvPr id="2188" name="03_assume_matched_2187">
              <a:extLst>
                <a:ext uri="{FF2B5EF4-FFF2-40B4-BE49-F238E27FC236}">
                  <a16:creationId xmlns:a16="http://schemas.microsoft.com/office/drawing/2014/main" id="{8F39403F-E92F-484F-B7E6-3AD5500FD3A1}"/>
                </a:ext>
              </a:extLst>
            </p:cNvPr>
            <p:cNvSpPr>
              <a:spLocks/>
            </p:cNvSpPr>
            <p:nvPr/>
          </p:nvSpPr>
          <p:spPr>
            <a:xfrm>
              <a:off x="1426546" y="5086074"/>
              <a:ext cx="28398" cy="28398"/>
            </a:xfrm>
            <a:prstGeom prst="ellipse">
              <a:avLst/>
            </a:prstGeom>
            <a:solidFill>
              <a:srgbClr val="7F8C97">
                <a:alpha val="48000"/>
              </a:srgbClr>
            </a:solidFill>
            <a:ln w="0">
              <a:noFill/>
              <a:prstDash val="solid"/>
            </a:ln>
          </p:spPr>
        </p:sp>
        <p:sp>
          <p:nvSpPr>
            <p:cNvPr id="2189" name="03_assume_matched_2188">
              <a:extLst>
                <a:ext uri="{FF2B5EF4-FFF2-40B4-BE49-F238E27FC236}">
                  <a16:creationId xmlns:a16="http://schemas.microsoft.com/office/drawing/2014/main" id="{9B0D93A3-7974-4316-962E-FEFE29887A86}"/>
                </a:ext>
              </a:extLst>
            </p:cNvPr>
            <p:cNvSpPr>
              <a:spLocks/>
            </p:cNvSpPr>
            <p:nvPr/>
          </p:nvSpPr>
          <p:spPr>
            <a:xfrm>
              <a:off x="1518503" y="5144561"/>
              <a:ext cx="28398" cy="28398"/>
            </a:xfrm>
            <a:prstGeom prst="ellipse">
              <a:avLst/>
            </a:prstGeom>
            <a:solidFill>
              <a:srgbClr val="7F8C97">
                <a:alpha val="48000"/>
              </a:srgbClr>
            </a:solidFill>
            <a:ln w="0">
              <a:noFill/>
              <a:prstDash val="solid"/>
            </a:ln>
          </p:spPr>
        </p:sp>
        <p:sp>
          <p:nvSpPr>
            <p:cNvPr id="2190" name="03_assume_matched_2189">
              <a:extLst>
                <a:ext uri="{FF2B5EF4-FFF2-40B4-BE49-F238E27FC236}">
                  <a16:creationId xmlns:a16="http://schemas.microsoft.com/office/drawing/2014/main" id="{FE915A65-EE2D-40CD-B273-8258401E3024}"/>
                </a:ext>
              </a:extLst>
            </p:cNvPr>
            <p:cNvSpPr>
              <a:spLocks/>
            </p:cNvSpPr>
            <p:nvPr/>
          </p:nvSpPr>
          <p:spPr>
            <a:xfrm>
              <a:off x="1497637" y="5047083"/>
              <a:ext cx="28398" cy="28398"/>
            </a:xfrm>
            <a:prstGeom prst="ellipse">
              <a:avLst/>
            </a:prstGeom>
            <a:solidFill>
              <a:srgbClr val="7F8C97">
                <a:alpha val="48000"/>
              </a:srgbClr>
            </a:solidFill>
            <a:ln w="0">
              <a:noFill/>
              <a:prstDash val="solid"/>
            </a:ln>
          </p:spPr>
        </p:sp>
        <p:sp>
          <p:nvSpPr>
            <p:cNvPr id="2191" name="03_assume_matched_2190">
              <a:extLst>
                <a:ext uri="{FF2B5EF4-FFF2-40B4-BE49-F238E27FC236}">
                  <a16:creationId xmlns:a16="http://schemas.microsoft.com/office/drawing/2014/main" id="{15385B67-3FA7-4801-AE75-7B01A76B0C6D}"/>
                </a:ext>
              </a:extLst>
            </p:cNvPr>
            <p:cNvSpPr>
              <a:spLocks/>
            </p:cNvSpPr>
            <p:nvPr/>
          </p:nvSpPr>
          <p:spPr>
            <a:xfrm>
              <a:off x="1406254" y="4852127"/>
              <a:ext cx="28398" cy="28398"/>
            </a:xfrm>
            <a:prstGeom prst="ellipse">
              <a:avLst/>
            </a:prstGeom>
            <a:solidFill>
              <a:srgbClr val="7F8C97">
                <a:alpha val="48000"/>
              </a:srgbClr>
            </a:solidFill>
            <a:ln w="0">
              <a:noFill/>
              <a:prstDash val="solid"/>
            </a:ln>
          </p:spPr>
        </p:sp>
        <p:sp>
          <p:nvSpPr>
            <p:cNvPr id="2192" name="03_assume_matched_2191">
              <a:extLst>
                <a:ext uri="{FF2B5EF4-FFF2-40B4-BE49-F238E27FC236}">
                  <a16:creationId xmlns:a16="http://schemas.microsoft.com/office/drawing/2014/main" id="{DE6A14F9-A07D-45FE-96A8-01C3BB36256F}"/>
                </a:ext>
              </a:extLst>
            </p:cNvPr>
            <p:cNvSpPr>
              <a:spLocks/>
            </p:cNvSpPr>
            <p:nvPr/>
          </p:nvSpPr>
          <p:spPr>
            <a:xfrm>
              <a:off x="1465545" y="5436996"/>
              <a:ext cx="28398" cy="28398"/>
            </a:xfrm>
            <a:prstGeom prst="ellipse">
              <a:avLst/>
            </a:prstGeom>
            <a:solidFill>
              <a:srgbClr val="7F8C97">
                <a:alpha val="48000"/>
              </a:srgbClr>
            </a:solidFill>
            <a:ln w="0">
              <a:noFill/>
              <a:prstDash val="solid"/>
            </a:ln>
          </p:spPr>
        </p:sp>
        <p:sp>
          <p:nvSpPr>
            <p:cNvPr id="2193" name="03_assume_matched_2192">
              <a:extLst>
                <a:ext uri="{FF2B5EF4-FFF2-40B4-BE49-F238E27FC236}">
                  <a16:creationId xmlns:a16="http://schemas.microsoft.com/office/drawing/2014/main" id="{8E31BBDC-E823-4461-98D2-59EB22DBAE17}"/>
                </a:ext>
              </a:extLst>
            </p:cNvPr>
            <p:cNvSpPr>
              <a:spLocks/>
            </p:cNvSpPr>
            <p:nvPr/>
          </p:nvSpPr>
          <p:spPr>
            <a:xfrm>
              <a:off x="1447700" y="5436996"/>
              <a:ext cx="28398" cy="28398"/>
            </a:xfrm>
            <a:prstGeom prst="ellipse">
              <a:avLst/>
            </a:prstGeom>
            <a:solidFill>
              <a:srgbClr val="7F8C97">
                <a:alpha val="48000"/>
              </a:srgbClr>
            </a:solidFill>
            <a:ln w="0">
              <a:noFill/>
              <a:prstDash val="solid"/>
            </a:ln>
          </p:spPr>
        </p:sp>
        <p:sp>
          <p:nvSpPr>
            <p:cNvPr id="2194" name="03_assume_matched_2193">
              <a:extLst>
                <a:ext uri="{FF2B5EF4-FFF2-40B4-BE49-F238E27FC236}">
                  <a16:creationId xmlns:a16="http://schemas.microsoft.com/office/drawing/2014/main" id="{B2974AA7-B59D-4D43-B2A9-B70C4BF850C4}"/>
                </a:ext>
              </a:extLst>
            </p:cNvPr>
            <p:cNvSpPr>
              <a:spLocks/>
            </p:cNvSpPr>
            <p:nvPr/>
          </p:nvSpPr>
          <p:spPr>
            <a:xfrm>
              <a:off x="1479936" y="4852127"/>
              <a:ext cx="28398" cy="28398"/>
            </a:xfrm>
            <a:prstGeom prst="ellipse">
              <a:avLst/>
            </a:prstGeom>
            <a:solidFill>
              <a:srgbClr val="7F8C97">
                <a:alpha val="48000"/>
              </a:srgbClr>
            </a:solidFill>
            <a:ln w="0">
              <a:noFill/>
              <a:prstDash val="solid"/>
            </a:ln>
          </p:spPr>
        </p:sp>
        <p:sp>
          <p:nvSpPr>
            <p:cNvPr id="2195" name="03_assume_matched_2194">
              <a:extLst>
                <a:ext uri="{FF2B5EF4-FFF2-40B4-BE49-F238E27FC236}">
                  <a16:creationId xmlns:a16="http://schemas.microsoft.com/office/drawing/2014/main" id="{1422E4F7-1368-4739-A0DC-2C240D70CAEB}"/>
                </a:ext>
              </a:extLst>
            </p:cNvPr>
            <p:cNvSpPr>
              <a:spLocks/>
            </p:cNvSpPr>
            <p:nvPr/>
          </p:nvSpPr>
          <p:spPr>
            <a:xfrm>
              <a:off x="1461803" y="5388257"/>
              <a:ext cx="28398" cy="28398"/>
            </a:xfrm>
            <a:prstGeom prst="ellipse">
              <a:avLst/>
            </a:prstGeom>
            <a:solidFill>
              <a:srgbClr val="7F8C97">
                <a:alpha val="48000"/>
              </a:srgbClr>
            </a:solidFill>
            <a:ln w="0">
              <a:noFill/>
              <a:prstDash val="solid"/>
            </a:ln>
          </p:spPr>
        </p:sp>
        <p:sp>
          <p:nvSpPr>
            <p:cNvPr id="2196" name="03_assume_matched_2195">
              <a:extLst>
                <a:ext uri="{FF2B5EF4-FFF2-40B4-BE49-F238E27FC236}">
                  <a16:creationId xmlns:a16="http://schemas.microsoft.com/office/drawing/2014/main" id="{658E09CA-AE80-4297-A9E0-9F45374ECA4C}"/>
                </a:ext>
              </a:extLst>
            </p:cNvPr>
            <p:cNvSpPr>
              <a:spLocks/>
            </p:cNvSpPr>
            <p:nvPr/>
          </p:nvSpPr>
          <p:spPr>
            <a:xfrm>
              <a:off x="1523972" y="5290779"/>
              <a:ext cx="28398" cy="28398"/>
            </a:xfrm>
            <a:prstGeom prst="ellipse">
              <a:avLst/>
            </a:prstGeom>
            <a:solidFill>
              <a:srgbClr val="7F8C97">
                <a:alpha val="48000"/>
              </a:srgbClr>
            </a:solidFill>
            <a:ln w="0">
              <a:noFill/>
              <a:prstDash val="solid"/>
            </a:ln>
          </p:spPr>
        </p:sp>
        <p:sp>
          <p:nvSpPr>
            <p:cNvPr id="2197" name="03_assume_matched_2196">
              <a:extLst>
                <a:ext uri="{FF2B5EF4-FFF2-40B4-BE49-F238E27FC236}">
                  <a16:creationId xmlns:a16="http://schemas.microsoft.com/office/drawing/2014/main" id="{5946E819-2167-421E-9FA6-28E5DFB6A3EB}"/>
                </a:ext>
              </a:extLst>
            </p:cNvPr>
            <p:cNvSpPr>
              <a:spLocks/>
            </p:cNvSpPr>
            <p:nvPr/>
          </p:nvSpPr>
          <p:spPr>
            <a:xfrm>
              <a:off x="1422084" y="4852127"/>
              <a:ext cx="28398" cy="28398"/>
            </a:xfrm>
            <a:prstGeom prst="ellipse">
              <a:avLst/>
            </a:prstGeom>
            <a:solidFill>
              <a:srgbClr val="7F8C97">
                <a:alpha val="48000"/>
              </a:srgbClr>
            </a:solidFill>
            <a:ln w="0">
              <a:noFill/>
              <a:prstDash val="solid"/>
            </a:ln>
          </p:spPr>
        </p:sp>
        <p:sp>
          <p:nvSpPr>
            <p:cNvPr id="2198" name="03_assume_matched_2197">
              <a:extLst>
                <a:ext uri="{FF2B5EF4-FFF2-40B4-BE49-F238E27FC236}">
                  <a16:creationId xmlns:a16="http://schemas.microsoft.com/office/drawing/2014/main" id="{F60B89A4-0D69-4B97-8AAA-95CF47FD4633}"/>
                </a:ext>
              </a:extLst>
            </p:cNvPr>
            <p:cNvSpPr>
              <a:spLocks/>
            </p:cNvSpPr>
            <p:nvPr/>
          </p:nvSpPr>
          <p:spPr>
            <a:xfrm>
              <a:off x="1428704" y="5436996"/>
              <a:ext cx="28398" cy="28398"/>
            </a:xfrm>
            <a:prstGeom prst="ellipse">
              <a:avLst/>
            </a:prstGeom>
            <a:solidFill>
              <a:srgbClr val="7F8C97">
                <a:alpha val="48000"/>
              </a:srgbClr>
            </a:solidFill>
            <a:ln w="0">
              <a:noFill/>
              <a:prstDash val="solid"/>
            </a:ln>
          </p:spPr>
        </p:sp>
        <p:sp>
          <p:nvSpPr>
            <p:cNvPr id="2199" name="03_assume_matched_2198">
              <a:extLst>
                <a:ext uri="{FF2B5EF4-FFF2-40B4-BE49-F238E27FC236}">
                  <a16:creationId xmlns:a16="http://schemas.microsoft.com/office/drawing/2014/main" id="{05787313-3B76-4854-B869-B4318F7F21F0}"/>
                </a:ext>
              </a:extLst>
            </p:cNvPr>
            <p:cNvSpPr>
              <a:spLocks/>
            </p:cNvSpPr>
            <p:nvPr/>
          </p:nvSpPr>
          <p:spPr>
            <a:xfrm>
              <a:off x="1488570" y="4852127"/>
              <a:ext cx="28398" cy="28398"/>
            </a:xfrm>
            <a:prstGeom prst="ellipse">
              <a:avLst/>
            </a:prstGeom>
            <a:solidFill>
              <a:srgbClr val="7F8C97">
                <a:alpha val="48000"/>
              </a:srgbClr>
            </a:solidFill>
            <a:ln w="0">
              <a:noFill/>
              <a:prstDash val="solid"/>
            </a:ln>
          </p:spPr>
        </p:sp>
        <p:sp>
          <p:nvSpPr>
            <p:cNvPr id="2200" name="03_assume_matched_2199">
              <a:extLst>
                <a:ext uri="{FF2B5EF4-FFF2-40B4-BE49-F238E27FC236}">
                  <a16:creationId xmlns:a16="http://schemas.microsoft.com/office/drawing/2014/main" id="{34490702-8781-4C0A-94AF-4E3ED5166357}"/>
                </a:ext>
              </a:extLst>
            </p:cNvPr>
            <p:cNvSpPr>
              <a:spLocks/>
            </p:cNvSpPr>
            <p:nvPr/>
          </p:nvSpPr>
          <p:spPr>
            <a:xfrm>
              <a:off x="1487275" y="4852127"/>
              <a:ext cx="28398" cy="28398"/>
            </a:xfrm>
            <a:prstGeom prst="ellipse">
              <a:avLst/>
            </a:prstGeom>
            <a:solidFill>
              <a:srgbClr val="7F8C97">
                <a:alpha val="48000"/>
              </a:srgbClr>
            </a:solidFill>
            <a:ln w="0">
              <a:noFill/>
              <a:prstDash val="solid"/>
            </a:ln>
          </p:spPr>
        </p:sp>
        <p:sp>
          <p:nvSpPr>
            <p:cNvPr id="2201" name="03_assume_matched_2200">
              <a:extLst>
                <a:ext uri="{FF2B5EF4-FFF2-40B4-BE49-F238E27FC236}">
                  <a16:creationId xmlns:a16="http://schemas.microsoft.com/office/drawing/2014/main" id="{113EEB66-0F04-414D-B994-381BDCDD3581}"/>
                </a:ext>
              </a:extLst>
            </p:cNvPr>
            <p:cNvSpPr>
              <a:spLocks/>
            </p:cNvSpPr>
            <p:nvPr/>
          </p:nvSpPr>
          <p:spPr>
            <a:xfrm>
              <a:off x="1534046" y="4852127"/>
              <a:ext cx="28398" cy="28398"/>
            </a:xfrm>
            <a:prstGeom prst="ellipse">
              <a:avLst/>
            </a:prstGeom>
            <a:solidFill>
              <a:srgbClr val="7F8C97">
                <a:alpha val="48000"/>
              </a:srgbClr>
            </a:solidFill>
            <a:ln w="0">
              <a:noFill/>
              <a:prstDash val="solid"/>
            </a:ln>
          </p:spPr>
        </p:sp>
        <p:sp>
          <p:nvSpPr>
            <p:cNvPr id="2202" name="03_assume_matched_2201">
              <a:extLst>
                <a:ext uri="{FF2B5EF4-FFF2-40B4-BE49-F238E27FC236}">
                  <a16:creationId xmlns:a16="http://schemas.microsoft.com/office/drawing/2014/main" id="{DA86F2A0-E668-42BC-8ECF-C95BD3CDC040}"/>
                </a:ext>
              </a:extLst>
            </p:cNvPr>
            <p:cNvSpPr>
              <a:spLocks/>
            </p:cNvSpPr>
            <p:nvPr/>
          </p:nvSpPr>
          <p:spPr>
            <a:xfrm>
              <a:off x="1512315" y="5144561"/>
              <a:ext cx="28398" cy="28398"/>
            </a:xfrm>
            <a:prstGeom prst="ellipse">
              <a:avLst/>
            </a:prstGeom>
            <a:solidFill>
              <a:srgbClr val="7F8C97">
                <a:alpha val="48000"/>
              </a:srgbClr>
            </a:solidFill>
            <a:ln w="0">
              <a:noFill/>
              <a:prstDash val="solid"/>
            </a:ln>
          </p:spPr>
        </p:sp>
        <p:sp>
          <p:nvSpPr>
            <p:cNvPr id="2203" name="03_assume_matched_2202">
              <a:extLst>
                <a:ext uri="{FF2B5EF4-FFF2-40B4-BE49-F238E27FC236}">
                  <a16:creationId xmlns:a16="http://schemas.microsoft.com/office/drawing/2014/main" id="{FB2EAFE0-5682-42F9-A346-0A20E34371BD}"/>
                </a:ext>
              </a:extLst>
            </p:cNvPr>
            <p:cNvSpPr>
              <a:spLocks/>
            </p:cNvSpPr>
            <p:nvPr/>
          </p:nvSpPr>
          <p:spPr>
            <a:xfrm>
              <a:off x="1444390" y="5436996"/>
              <a:ext cx="28398" cy="28398"/>
            </a:xfrm>
            <a:prstGeom prst="ellipse">
              <a:avLst/>
            </a:prstGeom>
            <a:solidFill>
              <a:srgbClr val="7F8C97">
                <a:alpha val="48000"/>
              </a:srgbClr>
            </a:solidFill>
            <a:ln w="0">
              <a:noFill/>
              <a:prstDash val="solid"/>
            </a:ln>
          </p:spPr>
        </p:sp>
        <p:sp>
          <p:nvSpPr>
            <p:cNvPr id="2204" name="03_assume_matched_2203">
              <a:extLst>
                <a:ext uri="{FF2B5EF4-FFF2-40B4-BE49-F238E27FC236}">
                  <a16:creationId xmlns:a16="http://schemas.microsoft.com/office/drawing/2014/main" id="{8BF69A5C-F56B-4C7C-B7DC-6556A7E2C996}"/>
                </a:ext>
              </a:extLst>
            </p:cNvPr>
            <p:cNvSpPr>
              <a:spLocks/>
            </p:cNvSpPr>
            <p:nvPr/>
          </p:nvSpPr>
          <p:spPr>
            <a:xfrm>
              <a:off x="1515193" y="5436996"/>
              <a:ext cx="28398" cy="28398"/>
            </a:xfrm>
            <a:prstGeom prst="ellipse">
              <a:avLst/>
            </a:prstGeom>
            <a:solidFill>
              <a:srgbClr val="7F8C97">
                <a:alpha val="48000"/>
              </a:srgbClr>
            </a:solidFill>
            <a:ln w="0">
              <a:noFill/>
              <a:prstDash val="solid"/>
            </a:ln>
          </p:spPr>
        </p:sp>
        <p:sp>
          <p:nvSpPr>
            <p:cNvPr id="2205" name="03_assume_matched_2204">
              <a:extLst>
                <a:ext uri="{FF2B5EF4-FFF2-40B4-BE49-F238E27FC236}">
                  <a16:creationId xmlns:a16="http://schemas.microsoft.com/office/drawing/2014/main" id="{FF893DDB-F198-4A3D-91BC-690662B1EBB5}"/>
                </a:ext>
              </a:extLst>
            </p:cNvPr>
            <p:cNvSpPr>
              <a:spLocks/>
            </p:cNvSpPr>
            <p:nvPr/>
          </p:nvSpPr>
          <p:spPr>
            <a:xfrm>
              <a:off x="1503537" y="5436996"/>
              <a:ext cx="28398" cy="28398"/>
            </a:xfrm>
            <a:prstGeom prst="ellipse">
              <a:avLst/>
            </a:prstGeom>
            <a:solidFill>
              <a:srgbClr val="7F8C97">
                <a:alpha val="48000"/>
              </a:srgbClr>
            </a:solidFill>
            <a:ln w="0">
              <a:noFill/>
              <a:prstDash val="solid"/>
            </a:ln>
          </p:spPr>
        </p:sp>
        <p:sp>
          <p:nvSpPr>
            <p:cNvPr id="2206" name="03_assume_matched_2205">
              <a:extLst>
                <a:ext uri="{FF2B5EF4-FFF2-40B4-BE49-F238E27FC236}">
                  <a16:creationId xmlns:a16="http://schemas.microsoft.com/office/drawing/2014/main" id="{DE1E5920-F673-487B-AF74-DCA71A4B7D8E}"/>
                </a:ext>
              </a:extLst>
            </p:cNvPr>
            <p:cNvSpPr>
              <a:spLocks/>
            </p:cNvSpPr>
            <p:nvPr/>
          </p:nvSpPr>
          <p:spPr>
            <a:xfrm>
              <a:off x="1509725" y="5436996"/>
              <a:ext cx="28398" cy="28398"/>
            </a:xfrm>
            <a:prstGeom prst="ellipse">
              <a:avLst/>
            </a:prstGeom>
            <a:solidFill>
              <a:srgbClr val="7F8C97">
                <a:alpha val="48000"/>
              </a:srgbClr>
            </a:solidFill>
            <a:ln w="0">
              <a:noFill/>
              <a:prstDash val="solid"/>
            </a:ln>
          </p:spPr>
        </p:sp>
        <p:sp>
          <p:nvSpPr>
            <p:cNvPr id="2207" name="03_assume_matched_2206">
              <a:extLst>
                <a:ext uri="{FF2B5EF4-FFF2-40B4-BE49-F238E27FC236}">
                  <a16:creationId xmlns:a16="http://schemas.microsoft.com/office/drawing/2014/main" id="{2AE75384-FFD5-4FBB-9C4F-88C8E30AF6C3}"/>
                </a:ext>
              </a:extLst>
            </p:cNvPr>
            <p:cNvSpPr>
              <a:spLocks/>
            </p:cNvSpPr>
            <p:nvPr/>
          </p:nvSpPr>
          <p:spPr>
            <a:xfrm>
              <a:off x="1523108" y="5436996"/>
              <a:ext cx="28398" cy="28398"/>
            </a:xfrm>
            <a:prstGeom prst="ellipse">
              <a:avLst/>
            </a:prstGeom>
            <a:solidFill>
              <a:srgbClr val="7F8C97">
                <a:alpha val="48000"/>
              </a:srgbClr>
            </a:solidFill>
            <a:ln w="0">
              <a:noFill/>
              <a:prstDash val="solid"/>
            </a:ln>
          </p:spPr>
        </p:sp>
        <p:sp>
          <p:nvSpPr>
            <p:cNvPr id="2208" name="03_assume_matched_2207">
              <a:extLst>
                <a:ext uri="{FF2B5EF4-FFF2-40B4-BE49-F238E27FC236}">
                  <a16:creationId xmlns:a16="http://schemas.microsoft.com/office/drawing/2014/main" id="{213DE4CC-9871-45D0-908A-AF9E2F9981F5}"/>
                </a:ext>
              </a:extLst>
            </p:cNvPr>
            <p:cNvSpPr>
              <a:spLocks/>
            </p:cNvSpPr>
            <p:nvPr/>
          </p:nvSpPr>
          <p:spPr>
            <a:xfrm>
              <a:off x="1431726" y="4852127"/>
              <a:ext cx="28398" cy="28398"/>
            </a:xfrm>
            <a:prstGeom prst="ellipse">
              <a:avLst/>
            </a:prstGeom>
            <a:solidFill>
              <a:srgbClr val="7F8C97">
                <a:alpha val="48000"/>
              </a:srgbClr>
            </a:solidFill>
            <a:ln w="0">
              <a:noFill/>
              <a:prstDash val="solid"/>
            </a:ln>
          </p:spPr>
        </p:sp>
        <p:sp>
          <p:nvSpPr>
            <p:cNvPr id="2209" name="03_assume_matched_2208">
              <a:extLst>
                <a:ext uri="{FF2B5EF4-FFF2-40B4-BE49-F238E27FC236}">
                  <a16:creationId xmlns:a16="http://schemas.microsoft.com/office/drawing/2014/main" id="{437DDE1B-F4E3-4CDC-A517-A9FFBFB92FAD}"/>
                </a:ext>
              </a:extLst>
            </p:cNvPr>
            <p:cNvSpPr>
              <a:spLocks/>
            </p:cNvSpPr>
            <p:nvPr/>
          </p:nvSpPr>
          <p:spPr>
            <a:xfrm>
              <a:off x="1420933" y="5047083"/>
              <a:ext cx="28398" cy="28398"/>
            </a:xfrm>
            <a:prstGeom prst="ellipse">
              <a:avLst/>
            </a:prstGeom>
            <a:solidFill>
              <a:srgbClr val="7F8C97">
                <a:alpha val="48000"/>
              </a:srgbClr>
            </a:solidFill>
            <a:ln w="0">
              <a:noFill/>
              <a:prstDash val="solid"/>
            </a:ln>
          </p:spPr>
        </p:sp>
        <p:sp>
          <p:nvSpPr>
            <p:cNvPr id="2210" name="03_assume_matched_2209">
              <a:extLst>
                <a:ext uri="{FF2B5EF4-FFF2-40B4-BE49-F238E27FC236}">
                  <a16:creationId xmlns:a16="http://schemas.microsoft.com/office/drawing/2014/main" id="{FBA71A49-2F8E-4B3C-92D0-4BACBB843D33}"/>
                </a:ext>
              </a:extLst>
            </p:cNvPr>
            <p:cNvSpPr>
              <a:spLocks/>
            </p:cNvSpPr>
            <p:nvPr/>
          </p:nvSpPr>
          <p:spPr>
            <a:xfrm>
              <a:off x="1503825" y="5144561"/>
              <a:ext cx="28398" cy="28398"/>
            </a:xfrm>
            <a:prstGeom prst="ellipse">
              <a:avLst/>
            </a:prstGeom>
            <a:solidFill>
              <a:srgbClr val="7F8C97">
                <a:alpha val="48000"/>
              </a:srgbClr>
            </a:solidFill>
            <a:ln w="0">
              <a:noFill/>
              <a:prstDash val="solid"/>
            </a:ln>
          </p:spPr>
        </p:sp>
        <p:sp>
          <p:nvSpPr>
            <p:cNvPr id="2211" name="03_assume_matched_2210">
              <a:extLst>
                <a:ext uri="{FF2B5EF4-FFF2-40B4-BE49-F238E27FC236}">
                  <a16:creationId xmlns:a16="http://schemas.microsoft.com/office/drawing/2014/main" id="{C323B98D-EDF9-4E8A-B87A-3860DCD63F0F}"/>
                </a:ext>
              </a:extLst>
            </p:cNvPr>
            <p:cNvSpPr>
              <a:spLocks/>
            </p:cNvSpPr>
            <p:nvPr/>
          </p:nvSpPr>
          <p:spPr>
            <a:xfrm>
              <a:off x="1540953" y="4852127"/>
              <a:ext cx="28398" cy="28398"/>
            </a:xfrm>
            <a:prstGeom prst="ellipse">
              <a:avLst/>
            </a:prstGeom>
            <a:solidFill>
              <a:srgbClr val="7F8C97">
                <a:alpha val="48000"/>
              </a:srgbClr>
            </a:solidFill>
            <a:ln w="0">
              <a:noFill/>
              <a:prstDash val="solid"/>
            </a:ln>
          </p:spPr>
        </p:sp>
        <p:sp>
          <p:nvSpPr>
            <p:cNvPr id="2212" name="03_assume_matched_2211">
              <a:extLst>
                <a:ext uri="{FF2B5EF4-FFF2-40B4-BE49-F238E27FC236}">
                  <a16:creationId xmlns:a16="http://schemas.microsoft.com/office/drawing/2014/main" id="{6A1526B1-7008-4E14-9489-56FEFC418429}"/>
                </a:ext>
              </a:extLst>
            </p:cNvPr>
            <p:cNvSpPr>
              <a:spLocks/>
            </p:cNvSpPr>
            <p:nvPr/>
          </p:nvSpPr>
          <p:spPr>
            <a:xfrm>
              <a:off x="1547141" y="4852127"/>
              <a:ext cx="28398" cy="28398"/>
            </a:xfrm>
            <a:prstGeom prst="ellipse">
              <a:avLst/>
            </a:prstGeom>
            <a:solidFill>
              <a:srgbClr val="7F8C97">
                <a:alpha val="48000"/>
              </a:srgbClr>
            </a:solidFill>
            <a:ln w="0">
              <a:noFill/>
              <a:prstDash val="solid"/>
            </a:ln>
          </p:spPr>
        </p:sp>
        <p:sp>
          <p:nvSpPr>
            <p:cNvPr id="2213" name="03_assume_matched_2212">
              <a:extLst>
                <a:ext uri="{FF2B5EF4-FFF2-40B4-BE49-F238E27FC236}">
                  <a16:creationId xmlns:a16="http://schemas.microsoft.com/office/drawing/2014/main" id="{8F5673F6-7BCB-44CB-BAAE-CCCEC188CFB2}"/>
                </a:ext>
              </a:extLst>
            </p:cNvPr>
            <p:cNvSpPr>
              <a:spLocks/>
            </p:cNvSpPr>
            <p:nvPr/>
          </p:nvSpPr>
          <p:spPr>
            <a:xfrm>
              <a:off x="1458206" y="4852127"/>
              <a:ext cx="28398" cy="28398"/>
            </a:xfrm>
            <a:prstGeom prst="ellipse">
              <a:avLst/>
            </a:prstGeom>
            <a:solidFill>
              <a:srgbClr val="7F8C97">
                <a:alpha val="48000"/>
              </a:srgbClr>
            </a:solidFill>
            <a:ln w="0">
              <a:noFill/>
              <a:prstDash val="solid"/>
            </a:ln>
          </p:spPr>
        </p:sp>
        <p:sp>
          <p:nvSpPr>
            <p:cNvPr id="2214" name="03_assume_matched_2213">
              <a:extLst>
                <a:ext uri="{FF2B5EF4-FFF2-40B4-BE49-F238E27FC236}">
                  <a16:creationId xmlns:a16="http://schemas.microsoft.com/office/drawing/2014/main" id="{DCE7703D-9517-4DDB-9847-E484B30BE680}"/>
                </a:ext>
              </a:extLst>
            </p:cNvPr>
            <p:cNvSpPr>
              <a:spLocks/>
            </p:cNvSpPr>
            <p:nvPr/>
          </p:nvSpPr>
          <p:spPr>
            <a:xfrm>
              <a:off x="1511020" y="5436996"/>
              <a:ext cx="28398" cy="28398"/>
            </a:xfrm>
            <a:prstGeom prst="ellipse">
              <a:avLst/>
            </a:prstGeom>
            <a:solidFill>
              <a:srgbClr val="7F8C97">
                <a:alpha val="48000"/>
              </a:srgbClr>
            </a:solidFill>
            <a:ln w="0">
              <a:noFill/>
              <a:prstDash val="solid"/>
            </a:ln>
          </p:spPr>
        </p:sp>
        <p:sp>
          <p:nvSpPr>
            <p:cNvPr id="2215" name="03_assume_matched_2214">
              <a:extLst>
                <a:ext uri="{FF2B5EF4-FFF2-40B4-BE49-F238E27FC236}">
                  <a16:creationId xmlns:a16="http://schemas.microsoft.com/office/drawing/2014/main" id="{30B46B0D-E1AA-41E6-9814-2B876090BDB6}"/>
                </a:ext>
              </a:extLst>
            </p:cNvPr>
            <p:cNvSpPr>
              <a:spLocks/>
            </p:cNvSpPr>
            <p:nvPr/>
          </p:nvSpPr>
          <p:spPr>
            <a:xfrm>
              <a:off x="1521957" y="4852127"/>
              <a:ext cx="28398" cy="28398"/>
            </a:xfrm>
            <a:prstGeom prst="ellipse">
              <a:avLst/>
            </a:prstGeom>
            <a:solidFill>
              <a:srgbClr val="7F8C97">
                <a:alpha val="48000"/>
              </a:srgbClr>
            </a:solidFill>
            <a:ln w="0">
              <a:noFill/>
              <a:prstDash val="solid"/>
            </a:ln>
          </p:spPr>
        </p:sp>
        <p:sp>
          <p:nvSpPr>
            <p:cNvPr id="2216" name="03_assume_matched_2215">
              <a:extLst>
                <a:ext uri="{FF2B5EF4-FFF2-40B4-BE49-F238E27FC236}">
                  <a16:creationId xmlns:a16="http://schemas.microsoft.com/office/drawing/2014/main" id="{675EBF93-A833-4B15-8224-FE0CC44C7BA6}"/>
                </a:ext>
              </a:extLst>
            </p:cNvPr>
            <p:cNvSpPr>
              <a:spLocks/>
            </p:cNvSpPr>
            <p:nvPr/>
          </p:nvSpPr>
          <p:spPr>
            <a:xfrm>
              <a:off x="1539370" y="4852127"/>
              <a:ext cx="28398" cy="28398"/>
            </a:xfrm>
            <a:prstGeom prst="ellipse">
              <a:avLst/>
            </a:prstGeom>
            <a:solidFill>
              <a:srgbClr val="7F8C97">
                <a:alpha val="48000"/>
              </a:srgbClr>
            </a:solidFill>
            <a:ln w="0">
              <a:noFill/>
              <a:prstDash val="solid"/>
            </a:ln>
          </p:spPr>
        </p:sp>
        <p:sp>
          <p:nvSpPr>
            <p:cNvPr id="2217" name="03_assume_matched_2216">
              <a:extLst>
                <a:ext uri="{FF2B5EF4-FFF2-40B4-BE49-F238E27FC236}">
                  <a16:creationId xmlns:a16="http://schemas.microsoft.com/office/drawing/2014/main" id="{50E80DE9-9DA4-4C30-AFC2-0B12B5326597}"/>
                </a:ext>
              </a:extLst>
            </p:cNvPr>
            <p:cNvSpPr>
              <a:spLocks/>
            </p:cNvSpPr>
            <p:nvPr/>
          </p:nvSpPr>
          <p:spPr>
            <a:xfrm>
              <a:off x="1524116" y="4852127"/>
              <a:ext cx="28398" cy="28398"/>
            </a:xfrm>
            <a:prstGeom prst="ellipse">
              <a:avLst/>
            </a:prstGeom>
            <a:solidFill>
              <a:srgbClr val="7F8C97">
                <a:alpha val="48000"/>
              </a:srgbClr>
            </a:solidFill>
            <a:ln w="0">
              <a:noFill/>
              <a:prstDash val="solid"/>
            </a:ln>
          </p:spPr>
        </p:sp>
        <p:sp>
          <p:nvSpPr>
            <p:cNvPr id="2218" name="03_assume_matched_2217">
              <a:extLst>
                <a:ext uri="{FF2B5EF4-FFF2-40B4-BE49-F238E27FC236}">
                  <a16:creationId xmlns:a16="http://schemas.microsoft.com/office/drawing/2014/main" id="{A04CE80E-65E1-4F24-A13C-DCA61614BC68}"/>
                </a:ext>
              </a:extLst>
            </p:cNvPr>
            <p:cNvSpPr>
              <a:spLocks/>
            </p:cNvSpPr>
            <p:nvPr/>
          </p:nvSpPr>
          <p:spPr>
            <a:xfrm>
              <a:off x="1502386" y="4852127"/>
              <a:ext cx="28398" cy="28398"/>
            </a:xfrm>
            <a:prstGeom prst="ellipse">
              <a:avLst/>
            </a:prstGeom>
            <a:solidFill>
              <a:srgbClr val="7F8C97">
                <a:alpha val="48000"/>
              </a:srgbClr>
            </a:solidFill>
            <a:ln w="0">
              <a:noFill/>
              <a:prstDash val="solid"/>
            </a:ln>
          </p:spPr>
        </p:sp>
        <p:sp>
          <p:nvSpPr>
            <p:cNvPr id="2219" name="03_assume_matched_2218">
              <a:extLst>
                <a:ext uri="{FF2B5EF4-FFF2-40B4-BE49-F238E27FC236}">
                  <a16:creationId xmlns:a16="http://schemas.microsoft.com/office/drawing/2014/main" id="{A28379DE-B199-463F-9230-3CDD0B1810F9}"/>
                </a:ext>
              </a:extLst>
            </p:cNvPr>
            <p:cNvSpPr>
              <a:spLocks/>
            </p:cNvSpPr>
            <p:nvPr/>
          </p:nvSpPr>
          <p:spPr>
            <a:xfrm>
              <a:off x="1414169" y="4852127"/>
              <a:ext cx="28398" cy="28398"/>
            </a:xfrm>
            <a:prstGeom prst="ellipse">
              <a:avLst/>
            </a:prstGeom>
            <a:solidFill>
              <a:srgbClr val="7F8C97">
                <a:alpha val="48000"/>
              </a:srgbClr>
            </a:solidFill>
            <a:ln w="0">
              <a:noFill/>
              <a:prstDash val="solid"/>
            </a:ln>
          </p:spPr>
        </p:sp>
        <p:sp>
          <p:nvSpPr>
            <p:cNvPr id="2220" name="03_assume_matched_2219">
              <a:extLst>
                <a:ext uri="{FF2B5EF4-FFF2-40B4-BE49-F238E27FC236}">
                  <a16:creationId xmlns:a16="http://schemas.microsoft.com/office/drawing/2014/main" id="{DCEB0968-CF8B-43F2-9D4A-14ABE8137294}"/>
                </a:ext>
              </a:extLst>
            </p:cNvPr>
            <p:cNvSpPr>
              <a:spLocks/>
            </p:cNvSpPr>
            <p:nvPr/>
          </p:nvSpPr>
          <p:spPr>
            <a:xfrm>
              <a:off x="1428129" y="5436996"/>
              <a:ext cx="28398" cy="28398"/>
            </a:xfrm>
            <a:prstGeom prst="ellipse">
              <a:avLst/>
            </a:prstGeom>
            <a:solidFill>
              <a:srgbClr val="7F8C97">
                <a:alpha val="48000"/>
              </a:srgbClr>
            </a:solidFill>
            <a:ln w="0">
              <a:noFill/>
              <a:prstDash val="solid"/>
            </a:ln>
          </p:spPr>
        </p:sp>
        <p:sp>
          <p:nvSpPr>
            <p:cNvPr id="2221" name="03_assume_matched_2220">
              <a:extLst>
                <a:ext uri="{FF2B5EF4-FFF2-40B4-BE49-F238E27FC236}">
                  <a16:creationId xmlns:a16="http://schemas.microsoft.com/office/drawing/2014/main" id="{39BAF7BF-AE68-4B15-9A63-67FE12CBCF99}"/>
                </a:ext>
              </a:extLst>
            </p:cNvPr>
            <p:cNvSpPr>
              <a:spLocks/>
            </p:cNvSpPr>
            <p:nvPr/>
          </p:nvSpPr>
          <p:spPr>
            <a:xfrm>
              <a:off x="1489290" y="4852127"/>
              <a:ext cx="28398" cy="28398"/>
            </a:xfrm>
            <a:prstGeom prst="ellipse">
              <a:avLst/>
            </a:prstGeom>
            <a:solidFill>
              <a:srgbClr val="7F8C97">
                <a:alpha val="48000"/>
              </a:srgbClr>
            </a:solidFill>
            <a:ln w="0">
              <a:noFill/>
              <a:prstDash val="solid"/>
            </a:ln>
          </p:spPr>
        </p:sp>
        <p:sp>
          <p:nvSpPr>
            <p:cNvPr id="2222" name="03_assume_matched_2221">
              <a:extLst>
                <a:ext uri="{FF2B5EF4-FFF2-40B4-BE49-F238E27FC236}">
                  <a16:creationId xmlns:a16="http://schemas.microsoft.com/office/drawing/2014/main" id="{EF5AD634-9F05-4181-BDBC-08EBCCCACAB2}"/>
                </a:ext>
              </a:extLst>
            </p:cNvPr>
            <p:cNvSpPr>
              <a:spLocks/>
            </p:cNvSpPr>
            <p:nvPr/>
          </p:nvSpPr>
          <p:spPr>
            <a:xfrm>
              <a:off x="1434173" y="5436996"/>
              <a:ext cx="28398" cy="28398"/>
            </a:xfrm>
            <a:prstGeom prst="ellipse">
              <a:avLst/>
            </a:prstGeom>
            <a:solidFill>
              <a:srgbClr val="7F8C97">
                <a:alpha val="48000"/>
              </a:srgbClr>
            </a:solidFill>
            <a:ln w="0">
              <a:noFill/>
              <a:prstDash val="solid"/>
            </a:ln>
          </p:spPr>
        </p:sp>
        <p:sp>
          <p:nvSpPr>
            <p:cNvPr id="2223" name="03_assume_matched_2222">
              <a:extLst>
                <a:ext uri="{FF2B5EF4-FFF2-40B4-BE49-F238E27FC236}">
                  <a16:creationId xmlns:a16="http://schemas.microsoft.com/office/drawing/2014/main" id="{4F51EAE1-91C0-45D4-BDAF-A5384E18AC61}"/>
                </a:ext>
              </a:extLst>
            </p:cNvPr>
            <p:cNvSpPr>
              <a:spLocks/>
            </p:cNvSpPr>
            <p:nvPr/>
          </p:nvSpPr>
          <p:spPr>
            <a:xfrm>
              <a:off x="1460220" y="4852127"/>
              <a:ext cx="28398" cy="28398"/>
            </a:xfrm>
            <a:prstGeom prst="ellipse">
              <a:avLst/>
            </a:prstGeom>
            <a:solidFill>
              <a:srgbClr val="7F8C97">
                <a:alpha val="48000"/>
              </a:srgbClr>
            </a:solidFill>
            <a:ln w="0">
              <a:noFill/>
              <a:prstDash val="solid"/>
            </a:ln>
          </p:spPr>
        </p:sp>
        <p:sp>
          <p:nvSpPr>
            <p:cNvPr id="2224" name="03_assume_matched_2223">
              <a:extLst>
                <a:ext uri="{FF2B5EF4-FFF2-40B4-BE49-F238E27FC236}">
                  <a16:creationId xmlns:a16="http://schemas.microsoft.com/office/drawing/2014/main" id="{19E6520E-14AD-4AD9-B070-D751F520B57B}"/>
                </a:ext>
              </a:extLst>
            </p:cNvPr>
            <p:cNvSpPr>
              <a:spLocks/>
            </p:cNvSpPr>
            <p:nvPr/>
          </p:nvSpPr>
          <p:spPr>
            <a:xfrm>
              <a:off x="1409276" y="5436996"/>
              <a:ext cx="28398" cy="28398"/>
            </a:xfrm>
            <a:prstGeom prst="ellipse">
              <a:avLst/>
            </a:prstGeom>
            <a:solidFill>
              <a:srgbClr val="7F8C97">
                <a:alpha val="48000"/>
              </a:srgbClr>
            </a:solidFill>
            <a:ln w="0">
              <a:noFill/>
              <a:prstDash val="solid"/>
            </a:ln>
          </p:spPr>
        </p:sp>
        <p:sp>
          <p:nvSpPr>
            <p:cNvPr id="2225" name="03_assume_matched_2224">
              <a:extLst>
                <a:ext uri="{FF2B5EF4-FFF2-40B4-BE49-F238E27FC236}">
                  <a16:creationId xmlns:a16="http://schemas.microsoft.com/office/drawing/2014/main" id="{B4EA19E5-8632-423A-8519-26B012845C81}"/>
                </a:ext>
              </a:extLst>
            </p:cNvPr>
            <p:cNvSpPr>
              <a:spLocks/>
            </p:cNvSpPr>
            <p:nvPr/>
          </p:nvSpPr>
          <p:spPr>
            <a:xfrm>
              <a:off x="2281956" y="4852127"/>
              <a:ext cx="28398" cy="28398"/>
            </a:xfrm>
            <a:prstGeom prst="ellipse">
              <a:avLst/>
            </a:prstGeom>
            <a:solidFill>
              <a:srgbClr val="7F8C97">
                <a:alpha val="48000"/>
              </a:srgbClr>
            </a:solidFill>
            <a:ln w="0">
              <a:noFill/>
              <a:prstDash val="solid"/>
            </a:ln>
          </p:spPr>
        </p:sp>
        <p:sp>
          <p:nvSpPr>
            <p:cNvPr id="2226" name="03_assume_matched_2225">
              <a:extLst>
                <a:ext uri="{FF2B5EF4-FFF2-40B4-BE49-F238E27FC236}">
                  <a16:creationId xmlns:a16="http://schemas.microsoft.com/office/drawing/2014/main" id="{2643256F-01D5-42B4-AA11-3A0258ED8663}"/>
                </a:ext>
              </a:extLst>
            </p:cNvPr>
            <p:cNvSpPr>
              <a:spLocks/>
            </p:cNvSpPr>
            <p:nvPr/>
          </p:nvSpPr>
          <p:spPr>
            <a:xfrm>
              <a:off x="2270443" y="5436996"/>
              <a:ext cx="28398" cy="28398"/>
            </a:xfrm>
            <a:prstGeom prst="ellipse">
              <a:avLst/>
            </a:prstGeom>
            <a:solidFill>
              <a:srgbClr val="7F8C97">
                <a:alpha val="48000"/>
              </a:srgbClr>
            </a:solidFill>
            <a:ln w="0">
              <a:noFill/>
              <a:prstDash val="solid"/>
            </a:ln>
          </p:spPr>
        </p:sp>
        <p:sp>
          <p:nvSpPr>
            <p:cNvPr id="2227" name="03_assume_matched_2226">
              <a:extLst>
                <a:ext uri="{FF2B5EF4-FFF2-40B4-BE49-F238E27FC236}">
                  <a16:creationId xmlns:a16="http://schemas.microsoft.com/office/drawing/2014/main" id="{F133D605-20C7-4FC0-B298-A6315CFC2DAF}"/>
                </a:ext>
              </a:extLst>
            </p:cNvPr>
            <p:cNvSpPr>
              <a:spLocks/>
            </p:cNvSpPr>
            <p:nvPr/>
          </p:nvSpPr>
          <p:spPr>
            <a:xfrm>
              <a:off x="2213311" y="4852127"/>
              <a:ext cx="28398" cy="28398"/>
            </a:xfrm>
            <a:prstGeom prst="ellipse">
              <a:avLst/>
            </a:prstGeom>
            <a:solidFill>
              <a:srgbClr val="7F8C97">
                <a:alpha val="48000"/>
              </a:srgbClr>
            </a:solidFill>
            <a:ln w="0">
              <a:noFill/>
              <a:prstDash val="solid"/>
            </a:ln>
          </p:spPr>
        </p:sp>
        <p:sp>
          <p:nvSpPr>
            <p:cNvPr id="2228" name="03_assume_matched_2227">
              <a:extLst>
                <a:ext uri="{FF2B5EF4-FFF2-40B4-BE49-F238E27FC236}">
                  <a16:creationId xmlns:a16="http://schemas.microsoft.com/office/drawing/2014/main" id="{00ECFFC9-DB8A-49B9-873E-D6099A5605A7}"/>
                </a:ext>
              </a:extLst>
            </p:cNvPr>
            <p:cNvSpPr>
              <a:spLocks/>
            </p:cNvSpPr>
            <p:nvPr/>
          </p:nvSpPr>
          <p:spPr>
            <a:xfrm>
              <a:off x="2292173" y="4852127"/>
              <a:ext cx="28398" cy="28398"/>
            </a:xfrm>
            <a:prstGeom prst="ellipse">
              <a:avLst/>
            </a:prstGeom>
            <a:solidFill>
              <a:srgbClr val="7F8C97">
                <a:alpha val="48000"/>
              </a:srgbClr>
            </a:solidFill>
            <a:ln w="0">
              <a:noFill/>
              <a:prstDash val="solid"/>
            </a:ln>
          </p:spPr>
        </p:sp>
        <p:sp>
          <p:nvSpPr>
            <p:cNvPr id="2229" name="03_assume_matched_2228">
              <a:extLst>
                <a:ext uri="{FF2B5EF4-FFF2-40B4-BE49-F238E27FC236}">
                  <a16:creationId xmlns:a16="http://schemas.microsoft.com/office/drawing/2014/main" id="{7D95D144-6EFE-428F-BC7C-E37F780D4C48}"/>
                </a:ext>
              </a:extLst>
            </p:cNvPr>
            <p:cNvSpPr>
              <a:spLocks/>
            </p:cNvSpPr>
            <p:nvPr/>
          </p:nvSpPr>
          <p:spPr>
            <a:xfrm>
              <a:off x="2259938" y="4852127"/>
              <a:ext cx="28398" cy="28398"/>
            </a:xfrm>
            <a:prstGeom prst="ellipse">
              <a:avLst/>
            </a:prstGeom>
            <a:solidFill>
              <a:srgbClr val="7F8C97">
                <a:alpha val="48000"/>
              </a:srgbClr>
            </a:solidFill>
            <a:ln w="0">
              <a:noFill/>
              <a:prstDash val="solid"/>
            </a:ln>
          </p:spPr>
        </p:sp>
        <p:sp>
          <p:nvSpPr>
            <p:cNvPr id="2230" name="03_assume_matched_2229">
              <a:extLst>
                <a:ext uri="{FF2B5EF4-FFF2-40B4-BE49-F238E27FC236}">
                  <a16:creationId xmlns:a16="http://schemas.microsoft.com/office/drawing/2014/main" id="{ED715F27-6562-4ACC-8AFC-EE20768CBDAF}"/>
                </a:ext>
              </a:extLst>
            </p:cNvPr>
            <p:cNvSpPr>
              <a:spLocks/>
            </p:cNvSpPr>
            <p:nvPr/>
          </p:nvSpPr>
          <p:spPr>
            <a:xfrm>
              <a:off x="2164670" y="4852127"/>
              <a:ext cx="28398" cy="28398"/>
            </a:xfrm>
            <a:prstGeom prst="ellipse">
              <a:avLst/>
            </a:prstGeom>
            <a:solidFill>
              <a:srgbClr val="7F8C97">
                <a:alpha val="48000"/>
              </a:srgbClr>
            </a:solidFill>
            <a:ln w="0">
              <a:noFill/>
              <a:prstDash val="solid"/>
            </a:ln>
          </p:spPr>
        </p:sp>
        <p:sp>
          <p:nvSpPr>
            <p:cNvPr id="2231" name="03_assume_matched_2230">
              <a:extLst>
                <a:ext uri="{FF2B5EF4-FFF2-40B4-BE49-F238E27FC236}">
                  <a16:creationId xmlns:a16="http://schemas.microsoft.com/office/drawing/2014/main" id="{5E35B682-C1AE-4D8B-A30A-0722CB593B76}"/>
                </a:ext>
              </a:extLst>
            </p:cNvPr>
            <p:cNvSpPr>
              <a:spLocks/>
            </p:cNvSpPr>
            <p:nvPr/>
          </p:nvSpPr>
          <p:spPr>
            <a:xfrm>
              <a:off x="2195322" y="5436996"/>
              <a:ext cx="28398" cy="28398"/>
            </a:xfrm>
            <a:prstGeom prst="ellipse">
              <a:avLst/>
            </a:prstGeom>
            <a:solidFill>
              <a:srgbClr val="7F8C97">
                <a:alpha val="48000"/>
              </a:srgbClr>
            </a:solidFill>
            <a:ln w="0">
              <a:noFill/>
              <a:prstDash val="solid"/>
            </a:ln>
          </p:spPr>
        </p:sp>
        <p:sp>
          <p:nvSpPr>
            <p:cNvPr id="2232" name="03_assume_matched_2231">
              <a:extLst>
                <a:ext uri="{FF2B5EF4-FFF2-40B4-BE49-F238E27FC236}">
                  <a16:creationId xmlns:a16="http://schemas.microsoft.com/office/drawing/2014/main" id="{9373DB16-7CD7-4A83-8C1C-D05311E33884}"/>
                </a:ext>
              </a:extLst>
            </p:cNvPr>
            <p:cNvSpPr>
              <a:spLocks/>
            </p:cNvSpPr>
            <p:nvPr/>
          </p:nvSpPr>
          <p:spPr>
            <a:xfrm>
              <a:off x="2164382" y="5290779"/>
              <a:ext cx="28398" cy="28398"/>
            </a:xfrm>
            <a:prstGeom prst="ellipse">
              <a:avLst/>
            </a:prstGeom>
            <a:solidFill>
              <a:srgbClr val="7F8C97">
                <a:alpha val="48000"/>
              </a:srgbClr>
            </a:solidFill>
            <a:ln w="0">
              <a:noFill/>
              <a:prstDash val="solid"/>
            </a:ln>
          </p:spPr>
        </p:sp>
        <p:sp>
          <p:nvSpPr>
            <p:cNvPr id="2233" name="03_assume_matched_2232">
              <a:extLst>
                <a:ext uri="{FF2B5EF4-FFF2-40B4-BE49-F238E27FC236}">
                  <a16:creationId xmlns:a16="http://schemas.microsoft.com/office/drawing/2014/main" id="{AC59A3F7-6F12-4816-825C-64095DC19E79}"/>
                </a:ext>
              </a:extLst>
            </p:cNvPr>
            <p:cNvSpPr>
              <a:spLocks/>
            </p:cNvSpPr>
            <p:nvPr/>
          </p:nvSpPr>
          <p:spPr>
            <a:xfrm>
              <a:off x="2245691" y="5144561"/>
              <a:ext cx="28398" cy="28398"/>
            </a:xfrm>
            <a:prstGeom prst="ellipse">
              <a:avLst/>
            </a:prstGeom>
            <a:solidFill>
              <a:srgbClr val="7F8C97">
                <a:alpha val="48000"/>
              </a:srgbClr>
            </a:solidFill>
            <a:ln w="0">
              <a:noFill/>
              <a:prstDash val="solid"/>
            </a:ln>
          </p:spPr>
        </p:sp>
        <p:sp>
          <p:nvSpPr>
            <p:cNvPr id="2234" name="03_assume_matched_2233">
              <a:extLst>
                <a:ext uri="{FF2B5EF4-FFF2-40B4-BE49-F238E27FC236}">
                  <a16:creationId xmlns:a16="http://schemas.microsoft.com/office/drawing/2014/main" id="{BE645652-24BB-4CBF-BFF2-D65522291A06}"/>
                </a:ext>
              </a:extLst>
            </p:cNvPr>
            <p:cNvSpPr>
              <a:spLocks/>
            </p:cNvSpPr>
            <p:nvPr/>
          </p:nvSpPr>
          <p:spPr>
            <a:xfrm>
              <a:off x="2226982" y="5436996"/>
              <a:ext cx="28398" cy="28398"/>
            </a:xfrm>
            <a:prstGeom prst="ellipse">
              <a:avLst/>
            </a:prstGeom>
            <a:solidFill>
              <a:srgbClr val="7F8C97">
                <a:alpha val="48000"/>
              </a:srgbClr>
            </a:solidFill>
            <a:ln w="0">
              <a:noFill/>
              <a:prstDash val="solid"/>
            </a:ln>
          </p:spPr>
        </p:sp>
        <p:sp>
          <p:nvSpPr>
            <p:cNvPr id="2235" name="03_assume_matched_2234">
              <a:extLst>
                <a:ext uri="{FF2B5EF4-FFF2-40B4-BE49-F238E27FC236}">
                  <a16:creationId xmlns:a16="http://schemas.microsoft.com/office/drawing/2014/main" id="{D9C00511-D424-4D39-B18D-0490AEE752BB}"/>
                </a:ext>
              </a:extLst>
            </p:cNvPr>
            <p:cNvSpPr>
              <a:spLocks/>
            </p:cNvSpPr>
            <p:nvPr/>
          </p:nvSpPr>
          <p:spPr>
            <a:xfrm>
              <a:off x="2211728" y="5436996"/>
              <a:ext cx="28398" cy="28398"/>
            </a:xfrm>
            <a:prstGeom prst="ellipse">
              <a:avLst/>
            </a:prstGeom>
            <a:solidFill>
              <a:srgbClr val="7F8C97">
                <a:alpha val="48000"/>
              </a:srgbClr>
            </a:solidFill>
            <a:ln w="0">
              <a:noFill/>
              <a:prstDash val="solid"/>
            </a:ln>
          </p:spPr>
        </p:sp>
        <p:sp>
          <p:nvSpPr>
            <p:cNvPr id="2236" name="03_assume_matched_2235">
              <a:extLst>
                <a:ext uri="{FF2B5EF4-FFF2-40B4-BE49-F238E27FC236}">
                  <a16:creationId xmlns:a16="http://schemas.microsoft.com/office/drawing/2014/main" id="{459B2DAB-1CE3-4318-8F5A-6E768D4F0310}"/>
                </a:ext>
              </a:extLst>
            </p:cNvPr>
            <p:cNvSpPr>
              <a:spLocks/>
            </p:cNvSpPr>
            <p:nvPr/>
          </p:nvSpPr>
          <p:spPr>
            <a:xfrm>
              <a:off x="2197481" y="5436996"/>
              <a:ext cx="28398" cy="28398"/>
            </a:xfrm>
            <a:prstGeom prst="ellipse">
              <a:avLst/>
            </a:prstGeom>
            <a:solidFill>
              <a:srgbClr val="7F8C97">
                <a:alpha val="48000"/>
              </a:srgbClr>
            </a:solidFill>
            <a:ln w="0">
              <a:noFill/>
              <a:prstDash val="solid"/>
            </a:ln>
          </p:spPr>
        </p:sp>
        <p:sp>
          <p:nvSpPr>
            <p:cNvPr id="2237" name="03_assume_matched_2236">
              <a:extLst>
                <a:ext uri="{FF2B5EF4-FFF2-40B4-BE49-F238E27FC236}">
                  <a16:creationId xmlns:a16="http://schemas.microsoft.com/office/drawing/2014/main" id="{3F1EC7AD-E74C-4CB2-8DCD-5817F50B3EDC}"/>
                </a:ext>
              </a:extLst>
            </p:cNvPr>
            <p:cNvSpPr>
              <a:spLocks/>
            </p:cNvSpPr>
            <p:nvPr/>
          </p:nvSpPr>
          <p:spPr>
            <a:xfrm>
              <a:off x="2213887" y="4852127"/>
              <a:ext cx="28398" cy="28398"/>
            </a:xfrm>
            <a:prstGeom prst="ellipse">
              <a:avLst/>
            </a:prstGeom>
            <a:solidFill>
              <a:srgbClr val="7F8C97">
                <a:alpha val="48000"/>
              </a:srgbClr>
            </a:solidFill>
            <a:ln w="0">
              <a:noFill/>
              <a:prstDash val="solid"/>
            </a:ln>
          </p:spPr>
        </p:sp>
        <p:sp>
          <p:nvSpPr>
            <p:cNvPr id="2238" name="03_assume_matched_2237">
              <a:extLst>
                <a:ext uri="{FF2B5EF4-FFF2-40B4-BE49-F238E27FC236}">
                  <a16:creationId xmlns:a16="http://schemas.microsoft.com/office/drawing/2014/main" id="{3F50FB2D-658A-48C4-AFAD-864AE79A1234}"/>
                </a:ext>
              </a:extLst>
            </p:cNvPr>
            <p:cNvSpPr>
              <a:spLocks/>
            </p:cNvSpPr>
            <p:nvPr/>
          </p:nvSpPr>
          <p:spPr>
            <a:xfrm>
              <a:off x="2299081" y="5290779"/>
              <a:ext cx="28398" cy="28398"/>
            </a:xfrm>
            <a:prstGeom prst="ellipse">
              <a:avLst/>
            </a:prstGeom>
            <a:solidFill>
              <a:srgbClr val="7F8C97">
                <a:alpha val="48000"/>
              </a:srgbClr>
            </a:solidFill>
            <a:ln w="0">
              <a:noFill/>
              <a:prstDash val="solid"/>
            </a:ln>
          </p:spPr>
        </p:sp>
        <p:sp>
          <p:nvSpPr>
            <p:cNvPr id="2239" name="03_assume_matched_2238">
              <a:extLst>
                <a:ext uri="{FF2B5EF4-FFF2-40B4-BE49-F238E27FC236}">
                  <a16:creationId xmlns:a16="http://schemas.microsoft.com/office/drawing/2014/main" id="{66F84EE4-5359-49A1-91D9-DE373D046BFC}"/>
                </a:ext>
              </a:extLst>
            </p:cNvPr>
            <p:cNvSpPr>
              <a:spLocks/>
            </p:cNvSpPr>
            <p:nvPr/>
          </p:nvSpPr>
          <p:spPr>
            <a:xfrm>
              <a:off x="2254037" y="4852127"/>
              <a:ext cx="28398" cy="28398"/>
            </a:xfrm>
            <a:prstGeom prst="ellipse">
              <a:avLst/>
            </a:prstGeom>
            <a:solidFill>
              <a:srgbClr val="7F8C97">
                <a:alpha val="48000"/>
              </a:srgbClr>
            </a:solidFill>
            <a:ln w="0">
              <a:noFill/>
              <a:prstDash val="solid"/>
            </a:ln>
          </p:spPr>
        </p:sp>
        <p:sp>
          <p:nvSpPr>
            <p:cNvPr id="2240" name="03_assume_matched_2239">
              <a:extLst>
                <a:ext uri="{FF2B5EF4-FFF2-40B4-BE49-F238E27FC236}">
                  <a16:creationId xmlns:a16="http://schemas.microsoft.com/office/drawing/2014/main" id="{EC562551-4EFA-4E2D-84E4-1BE64E1E8604}"/>
                </a:ext>
              </a:extLst>
            </p:cNvPr>
            <p:cNvSpPr>
              <a:spLocks/>
            </p:cNvSpPr>
            <p:nvPr/>
          </p:nvSpPr>
          <p:spPr>
            <a:xfrm>
              <a:off x="2263823" y="5372010"/>
              <a:ext cx="28398" cy="28398"/>
            </a:xfrm>
            <a:prstGeom prst="ellipse">
              <a:avLst/>
            </a:prstGeom>
            <a:solidFill>
              <a:srgbClr val="7F8C97">
                <a:alpha val="48000"/>
              </a:srgbClr>
            </a:solidFill>
            <a:ln w="0">
              <a:noFill/>
              <a:prstDash val="solid"/>
            </a:ln>
          </p:spPr>
        </p:sp>
        <p:sp>
          <p:nvSpPr>
            <p:cNvPr id="2241" name="03_assume_matched_2240">
              <a:extLst>
                <a:ext uri="{FF2B5EF4-FFF2-40B4-BE49-F238E27FC236}">
                  <a16:creationId xmlns:a16="http://schemas.microsoft.com/office/drawing/2014/main" id="{3F418D72-BE90-4D6E-937A-717CA2A8364E}"/>
                </a:ext>
              </a:extLst>
            </p:cNvPr>
            <p:cNvSpPr>
              <a:spLocks/>
            </p:cNvSpPr>
            <p:nvPr/>
          </p:nvSpPr>
          <p:spPr>
            <a:xfrm>
              <a:off x="2200647" y="5274532"/>
              <a:ext cx="28398" cy="28398"/>
            </a:xfrm>
            <a:prstGeom prst="ellipse">
              <a:avLst/>
            </a:prstGeom>
            <a:solidFill>
              <a:srgbClr val="7F8C97">
                <a:alpha val="48000"/>
              </a:srgbClr>
            </a:solidFill>
            <a:ln w="0">
              <a:noFill/>
              <a:prstDash val="solid"/>
            </a:ln>
          </p:spPr>
        </p:sp>
        <p:sp>
          <p:nvSpPr>
            <p:cNvPr id="2242" name="03_assume_matched_2241">
              <a:extLst>
                <a:ext uri="{FF2B5EF4-FFF2-40B4-BE49-F238E27FC236}">
                  <a16:creationId xmlns:a16="http://schemas.microsoft.com/office/drawing/2014/main" id="{68527A59-0D7D-49C0-866B-EAD9966BE9CE}"/>
                </a:ext>
              </a:extLst>
            </p:cNvPr>
            <p:cNvSpPr>
              <a:spLocks/>
            </p:cNvSpPr>
            <p:nvPr/>
          </p:nvSpPr>
          <p:spPr>
            <a:xfrm>
              <a:off x="2291022" y="5242040"/>
              <a:ext cx="28398" cy="28398"/>
            </a:xfrm>
            <a:prstGeom prst="ellipse">
              <a:avLst/>
            </a:prstGeom>
            <a:solidFill>
              <a:srgbClr val="7F8C97">
                <a:alpha val="48000"/>
              </a:srgbClr>
            </a:solidFill>
            <a:ln w="0">
              <a:noFill/>
              <a:prstDash val="solid"/>
            </a:ln>
          </p:spPr>
        </p:sp>
        <p:sp>
          <p:nvSpPr>
            <p:cNvPr id="2243" name="03_assume_matched_2242">
              <a:extLst>
                <a:ext uri="{FF2B5EF4-FFF2-40B4-BE49-F238E27FC236}">
                  <a16:creationId xmlns:a16="http://schemas.microsoft.com/office/drawing/2014/main" id="{1236112D-D471-446A-8046-450F146D4711}"/>
                </a:ext>
              </a:extLst>
            </p:cNvPr>
            <p:cNvSpPr>
              <a:spLocks/>
            </p:cNvSpPr>
            <p:nvPr/>
          </p:nvSpPr>
          <p:spPr>
            <a:xfrm>
              <a:off x="2264111" y="4852127"/>
              <a:ext cx="28398" cy="28398"/>
            </a:xfrm>
            <a:prstGeom prst="ellipse">
              <a:avLst/>
            </a:prstGeom>
            <a:solidFill>
              <a:srgbClr val="7F8C97">
                <a:alpha val="48000"/>
              </a:srgbClr>
            </a:solidFill>
            <a:ln w="0">
              <a:noFill/>
              <a:prstDash val="solid"/>
            </a:ln>
          </p:spPr>
        </p:sp>
        <p:sp>
          <p:nvSpPr>
            <p:cNvPr id="2244" name="03_assume_matched_2243">
              <a:extLst>
                <a:ext uri="{FF2B5EF4-FFF2-40B4-BE49-F238E27FC236}">
                  <a16:creationId xmlns:a16="http://schemas.microsoft.com/office/drawing/2014/main" id="{10D17ABD-864B-407A-BB87-22F6DF87F25E}"/>
                </a:ext>
              </a:extLst>
            </p:cNvPr>
            <p:cNvSpPr>
              <a:spLocks/>
            </p:cNvSpPr>
            <p:nvPr/>
          </p:nvSpPr>
          <p:spPr>
            <a:xfrm>
              <a:off x="2181939" y="5436996"/>
              <a:ext cx="28398" cy="28398"/>
            </a:xfrm>
            <a:prstGeom prst="ellipse">
              <a:avLst/>
            </a:prstGeom>
            <a:solidFill>
              <a:srgbClr val="7F8C97">
                <a:alpha val="48000"/>
              </a:srgbClr>
            </a:solidFill>
            <a:ln w="0">
              <a:noFill/>
              <a:prstDash val="solid"/>
            </a:ln>
          </p:spPr>
        </p:sp>
        <p:sp>
          <p:nvSpPr>
            <p:cNvPr id="2245" name="03_assume_matched_2244">
              <a:extLst>
                <a:ext uri="{FF2B5EF4-FFF2-40B4-BE49-F238E27FC236}">
                  <a16:creationId xmlns:a16="http://schemas.microsoft.com/office/drawing/2014/main" id="{8AE602A5-DB72-4795-9F6C-869E45DE4948}"/>
                </a:ext>
              </a:extLst>
            </p:cNvPr>
            <p:cNvSpPr>
              <a:spLocks/>
            </p:cNvSpPr>
            <p:nvPr/>
          </p:nvSpPr>
          <p:spPr>
            <a:xfrm>
              <a:off x="2189278" y="4852127"/>
              <a:ext cx="28398" cy="28398"/>
            </a:xfrm>
            <a:prstGeom prst="ellipse">
              <a:avLst/>
            </a:prstGeom>
            <a:solidFill>
              <a:srgbClr val="7F8C97">
                <a:alpha val="48000"/>
              </a:srgbClr>
            </a:solidFill>
            <a:ln w="0">
              <a:noFill/>
              <a:prstDash val="solid"/>
            </a:ln>
          </p:spPr>
        </p:sp>
        <p:sp>
          <p:nvSpPr>
            <p:cNvPr id="2246" name="03_assume_matched_2245">
              <a:extLst>
                <a:ext uri="{FF2B5EF4-FFF2-40B4-BE49-F238E27FC236}">
                  <a16:creationId xmlns:a16="http://schemas.microsoft.com/office/drawing/2014/main" id="{F4273E28-572D-403D-8E41-5EA59620C7AC}"/>
                </a:ext>
              </a:extLst>
            </p:cNvPr>
            <p:cNvSpPr>
              <a:spLocks/>
            </p:cNvSpPr>
            <p:nvPr/>
          </p:nvSpPr>
          <p:spPr>
            <a:xfrm>
              <a:off x="2200503" y="5242040"/>
              <a:ext cx="28398" cy="28398"/>
            </a:xfrm>
            <a:prstGeom prst="ellipse">
              <a:avLst/>
            </a:prstGeom>
            <a:solidFill>
              <a:srgbClr val="7F8C97">
                <a:alpha val="48000"/>
              </a:srgbClr>
            </a:solidFill>
            <a:ln w="0">
              <a:noFill/>
              <a:prstDash val="solid"/>
            </a:ln>
          </p:spPr>
        </p:sp>
        <p:sp>
          <p:nvSpPr>
            <p:cNvPr id="2247" name="03_assume_matched_2246">
              <a:extLst>
                <a:ext uri="{FF2B5EF4-FFF2-40B4-BE49-F238E27FC236}">
                  <a16:creationId xmlns:a16="http://schemas.microsoft.com/office/drawing/2014/main" id="{C8E36805-9F68-4BBF-BC0B-A058A98B188E}"/>
                </a:ext>
              </a:extLst>
            </p:cNvPr>
            <p:cNvSpPr>
              <a:spLocks/>
            </p:cNvSpPr>
            <p:nvPr/>
          </p:nvSpPr>
          <p:spPr>
            <a:xfrm>
              <a:off x="2289871" y="5436996"/>
              <a:ext cx="28398" cy="28398"/>
            </a:xfrm>
            <a:prstGeom prst="ellipse">
              <a:avLst/>
            </a:prstGeom>
            <a:solidFill>
              <a:srgbClr val="7F8C97">
                <a:alpha val="48000"/>
              </a:srgbClr>
            </a:solidFill>
            <a:ln w="0">
              <a:noFill/>
              <a:prstDash val="solid"/>
            </a:ln>
          </p:spPr>
        </p:sp>
        <p:sp>
          <p:nvSpPr>
            <p:cNvPr id="2248" name="03_assume_matched_2247">
              <a:extLst>
                <a:ext uri="{FF2B5EF4-FFF2-40B4-BE49-F238E27FC236}">
                  <a16:creationId xmlns:a16="http://schemas.microsoft.com/office/drawing/2014/main" id="{FF834924-172B-4D2D-AC31-ED010E2ACAC4}"/>
                </a:ext>
              </a:extLst>
            </p:cNvPr>
            <p:cNvSpPr>
              <a:spLocks/>
            </p:cNvSpPr>
            <p:nvPr/>
          </p:nvSpPr>
          <p:spPr>
            <a:xfrm>
              <a:off x="2202806" y="4852127"/>
              <a:ext cx="28398" cy="28398"/>
            </a:xfrm>
            <a:prstGeom prst="ellipse">
              <a:avLst/>
            </a:prstGeom>
            <a:solidFill>
              <a:srgbClr val="7F8C97">
                <a:alpha val="48000"/>
              </a:srgbClr>
            </a:solidFill>
            <a:ln w="0">
              <a:noFill/>
              <a:prstDash val="solid"/>
            </a:ln>
          </p:spPr>
        </p:sp>
        <p:sp>
          <p:nvSpPr>
            <p:cNvPr id="2249" name="03_assume_matched_2248">
              <a:extLst>
                <a:ext uri="{FF2B5EF4-FFF2-40B4-BE49-F238E27FC236}">
                  <a16:creationId xmlns:a16="http://schemas.microsoft.com/office/drawing/2014/main" id="{EB400C4F-556A-4D5A-90BE-F1F2AE7C0B8C}"/>
                </a:ext>
              </a:extLst>
            </p:cNvPr>
            <p:cNvSpPr>
              <a:spLocks/>
            </p:cNvSpPr>
            <p:nvPr/>
          </p:nvSpPr>
          <p:spPr>
            <a:xfrm>
              <a:off x="2281812" y="5177054"/>
              <a:ext cx="28398" cy="28398"/>
            </a:xfrm>
            <a:prstGeom prst="ellipse">
              <a:avLst/>
            </a:prstGeom>
            <a:solidFill>
              <a:srgbClr val="7F8C97">
                <a:alpha val="48000"/>
              </a:srgbClr>
            </a:solidFill>
            <a:ln w="0">
              <a:noFill/>
              <a:prstDash val="solid"/>
            </a:ln>
          </p:spPr>
        </p:sp>
        <p:sp>
          <p:nvSpPr>
            <p:cNvPr id="2250" name="03_assume_matched_2249">
              <a:extLst>
                <a:ext uri="{FF2B5EF4-FFF2-40B4-BE49-F238E27FC236}">
                  <a16:creationId xmlns:a16="http://schemas.microsoft.com/office/drawing/2014/main" id="{45DAAAE2-5CA4-4B2F-A110-D54AB5948EAE}"/>
                </a:ext>
              </a:extLst>
            </p:cNvPr>
            <p:cNvSpPr>
              <a:spLocks/>
            </p:cNvSpPr>
            <p:nvPr/>
          </p:nvSpPr>
          <p:spPr>
            <a:xfrm>
              <a:off x="2282963" y="4852127"/>
              <a:ext cx="28398" cy="28398"/>
            </a:xfrm>
            <a:prstGeom prst="ellipse">
              <a:avLst/>
            </a:prstGeom>
            <a:solidFill>
              <a:srgbClr val="7F8C97">
                <a:alpha val="48000"/>
              </a:srgbClr>
            </a:solidFill>
            <a:ln w="0">
              <a:noFill/>
              <a:prstDash val="solid"/>
            </a:ln>
          </p:spPr>
        </p:sp>
        <p:sp>
          <p:nvSpPr>
            <p:cNvPr id="2251" name="03_assume_matched_2250">
              <a:extLst>
                <a:ext uri="{FF2B5EF4-FFF2-40B4-BE49-F238E27FC236}">
                  <a16:creationId xmlns:a16="http://schemas.microsoft.com/office/drawing/2014/main" id="{95495CEF-F887-469C-B1D9-6537A19C7298}"/>
                </a:ext>
              </a:extLst>
            </p:cNvPr>
            <p:cNvSpPr>
              <a:spLocks/>
            </p:cNvSpPr>
            <p:nvPr/>
          </p:nvSpPr>
          <p:spPr>
            <a:xfrm>
              <a:off x="2286705" y="5436996"/>
              <a:ext cx="28398" cy="28398"/>
            </a:xfrm>
            <a:prstGeom prst="ellipse">
              <a:avLst/>
            </a:prstGeom>
            <a:solidFill>
              <a:srgbClr val="7F8C97">
                <a:alpha val="48000"/>
              </a:srgbClr>
            </a:solidFill>
            <a:ln w="0">
              <a:noFill/>
              <a:prstDash val="solid"/>
            </a:ln>
          </p:spPr>
        </p:sp>
        <p:sp>
          <p:nvSpPr>
            <p:cNvPr id="2252" name="03_assume_matched_2251">
              <a:extLst>
                <a:ext uri="{FF2B5EF4-FFF2-40B4-BE49-F238E27FC236}">
                  <a16:creationId xmlns:a16="http://schemas.microsoft.com/office/drawing/2014/main" id="{0E120D88-D505-4765-ADE8-7A24D50781FE}"/>
                </a:ext>
              </a:extLst>
            </p:cNvPr>
            <p:cNvSpPr>
              <a:spLocks/>
            </p:cNvSpPr>
            <p:nvPr/>
          </p:nvSpPr>
          <p:spPr>
            <a:xfrm>
              <a:off x="2203957" y="5242040"/>
              <a:ext cx="28398" cy="28398"/>
            </a:xfrm>
            <a:prstGeom prst="ellipse">
              <a:avLst/>
            </a:prstGeom>
            <a:solidFill>
              <a:srgbClr val="7F8C97">
                <a:alpha val="48000"/>
              </a:srgbClr>
            </a:solidFill>
            <a:ln w="0">
              <a:noFill/>
              <a:prstDash val="solid"/>
            </a:ln>
          </p:spPr>
        </p:sp>
        <p:sp>
          <p:nvSpPr>
            <p:cNvPr id="2253" name="03_assume_matched_2252">
              <a:extLst>
                <a:ext uri="{FF2B5EF4-FFF2-40B4-BE49-F238E27FC236}">
                  <a16:creationId xmlns:a16="http://schemas.microsoft.com/office/drawing/2014/main" id="{30B7E540-6D42-4420-893D-4281A0221CFC}"/>
                </a:ext>
              </a:extLst>
            </p:cNvPr>
            <p:cNvSpPr>
              <a:spLocks/>
            </p:cNvSpPr>
            <p:nvPr/>
          </p:nvSpPr>
          <p:spPr>
            <a:xfrm>
              <a:off x="2182227" y="4998344"/>
              <a:ext cx="28398" cy="28398"/>
            </a:xfrm>
            <a:prstGeom prst="ellipse">
              <a:avLst/>
            </a:prstGeom>
            <a:solidFill>
              <a:srgbClr val="7F8C97">
                <a:alpha val="48000"/>
              </a:srgbClr>
            </a:solidFill>
            <a:ln w="0">
              <a:noFill/>
              <a:prstDash val="solid"/>
            </a:ln>
          </p:spPr>
        </p:sp>
        <p:sp>
          <p:nvSpPr>
            <p:cNvPr id="2254" name="03_assume_matched_2253">
              <a:extLst>
                <a:ext uri="{FF2B5EF4-FFF2-40B4-BE49-F238E27FC236}">
                  <a16:creationId xmlns:a16="http://schemas.microsoft.com/office/drawing/2014/main" id="{7C86C8DB-C03C-4B81-B88C-83E0FE222C87}"/>
                </a:ext>
              </a:extLst>
            </p:cNvPr>
            <p:cNvSpPr>
              <a:spLocks/>
            </p:cNvSpPr>
            <p:nvPr/>
          </p:nvSpPr>
          <p:spPr>
            <a:xfrm>
              <a:off x="2265982" y="5436996"/>
              <a:ext cx="28398" cy="28398"/>
            </a:xfrm>
            <a:prstGeom prst="ellipse">
              <a:avLst/>
            </a:prstGeom>
            <a:solidFill>
              <a:srgbClr val="7F8C97">
                <a:alpha val="48000"/>
              </a:srgbClr>
            </a:solidFill>
            <a:ln w="0">
              <a:noFill/>
              <a:prstDash val="solid"/>
            </a:ln>
          </p:spPr>
        </p:sp>
        <p:sp>
          <p:nvSpPr>
            <p:cNvPr id="2255" name="03_assume_matched_2254">
              <a:extLst>
                <a:ext uri="{FF2B5EF4-FFF2-40B4-BE49-F238E27FC236}">
                  <a16:creationId xmlns:a16="http://schemas.microsoft.com/office/drawing/2014/main" id="{230CE867-5C10-4DC2-94AF-A99A632B039B}"/>
                </a:ext>
              </a:extLst>
            </p:cNvPr>
            <p:cNvSpPr>
              <a:spLocks/>
            </p:cNvSpPr>
            <p:nvPr/>
          </p:nvSpPr>
          <p:spPr>
            <a:xfrm>
              <a:off x="2175463" y="4852127"/>
              <a:ext cx="28398" cy="28398"/>
            </a:xfrm>
            <a:prstGeom prst="ellipse">
              <a:avLst/>
            </a:prstGeom>
            <a:solidFill>
              <a:srgbClr val="7F8C97">
                <a:alpha val="48000"/>
              </a:srgbClr>
            </a:solidFill>
            <a:ln w="0">
              <a:noFill/>
              <a:prstDash val="solid"/>
            </a:ln>
          </p:spPr>
        </p:sp>
        <p:sp>
          <p:nvSpPr>
            <p:cNvPr id="2256" name="03_assume_matched_2255">
              <a:extLst>
                <a:ext uri="{FF2B5EF4-FFF2-40B4-BE49-F238E27FC236}">
                  <a16:creationId xmlns:a16="http://schemas.microsoft.com/office/drawing/2014/main" id="{0B2781A0-2E9F-4707-A209-D995BE48B317}"/>
                </a:ext>
              </a:extLst>
            </p:cNvPr>
            <p:cNvSpPr>
              <a:spLocks/>
            </p:cNvSpPr>
            <p:nvPr/>
          </p:nvSpPr>
          <p:spPr>
            <a:xfrm>
              <a:off x="2269579" y="4852127"/>
              <a:ext cx="28398" cy="28398"/>
            </a:xfrm>
            <a:prstGeom prst="ellipse">
              <a:avLst/>
            </a:prstGeom>
            <a:solidFill>
              <a:srgbClr val="7F8C97">
                <a:alpha val="48000"/>
              </a:srgbClr>
            </a:solidFill>
            <a:ln w="0">
              <a:noFill/>
              <a:prstDash val="solid"/>
            </a:ln>
          </p:spPr>
        </p:sp>
        <p:sp>
          <p:nvSpPr>
            <p:cNvPr id="2257" name="03_assume_matched_2256">
              <a:extLst>
                <a:ext uri="{FF2B5EF4-FFF2-40B4-BE49-F238E27FC236}">
                  <a16:creationId xmlns:a16="http://schemas.microsoft.com/office/drawing/2014/main" id="{7870FE9A-1679-498A-9777-41A4AB6FE05D}"/>
                </a:ext>
              </a:extLst>
            </p:cNvPr>
            <p:cNvSpPr>
              <a:spLocks/>
            </p:cNvSpPr>
            <p:nvPr/>
          </p:nvSpPr>
          <p:spPr>
            <a:xfrm>
              <a:off x="2176758" y="5436996"/>
              <a:ext cx="28398" cy="28398"/>
            </a:xfrm>
            <a:prstGeom prst="ellipse">
              <a:avLst/>
            </a:prstGeom>
            <a:solidFill>
              <a:srgbClr val="7F8C97">
                <a:alpha val="48000"/>
              </a:srgbClr>
            </a:solidFill>
            <a:ln w="0">
              <a:noFill/>
              <a:prstDash val="solid"/>
            </a:ln>
          </p:spPr>
        </p:sp>
        <p:sp>
          <p:nvSpPr>
            <p:cNvPr id="2258" name="03_assume_matched_2257">
              <a:extLst>
                <a:ext uri="{FF2B5EF4-FFF2-40B4-BE49-F238E27FC236}">
                  <a16:creationId xmlns:a16="http://schemas.microsoft.com/office/drawing/2014/main" id="{B56ABCDD-E886-49BE-A733-722A5E473A59}"/>
                </a:ext>
              </a:extLst>
            </p:cNvPr>
            <p:cNvSpPr>
              <a:spLocks/>
            </p:cNvSpPr>
            <p:nvPr/>
          </p:nvSpPr>
          <p:spPr>
            <a:xfrm>
              <a:off x="2297210" y="4852127"/>
              <a:ext cx="28398" cy="28398"/>
            </a:xfrm>
            <a:prstGeom prst="ellipse">
              <a:avLst/>
            </a:prstGeom>
            <a:solidFill>
              <a:srgbClr val="7F8C97">
                <a:alpha val="48000"/>
              </a:srgbClr>
            </a:solidFill>
            <a:ln w="0">
              <a:noFill/>
              <a:prstDash val="solid"/>
            </a:ln>
          </p:spPr>
        </p:sp>
        <p:sp>
          <p:nvSpPr>
            <p:cNvPr id="2259" name="03_assume_matched_2258">
              <a:extLst>
                <a:ext uri="{FF2B5EF4-FFF2-40B4-BE49-F238E27FC236}">
                  <a16:creationId xmlns:a16="http://schemas.microsoft.com/office/drawing/2014/main" id="{C89AB83C-FD9D-4316-B692-B3887B27A172}"/>
                </a:ext>
              </a:extLst>
            </p:cNvPr>
            <p:cNvSpPr>
              <a:spLocks/>
            </p:cNvSpPr>
            <p:nvPr/>
          </p:nvSpPr>
          <p:spPr>
            <a:xfrm>
              <a:off x="2275192" y="4852127"/>
              <a:ext cx="28398" cy="28398"/>
            </a:xfrm>
            <a:prstGeom prst="ellipse">
              <a:avLst/>
            </a:prstGeom>
            <a:solidFill>
              <a:srgbClr val="7F8C97">
                <a:alpha val="48000"/>
              </a:srgbClr>
            </a:solidFill>
            <a:ln w="0">
              <a:noFill/>
              <a:prstDash val="solid"/>
            </a:ln>
          </p:spPr>
        </p:sp>
        <p:sp>
          <p:nvSpPr>
            <p:cNvPr id="2260" name="03_assume_matched_2259">
              <a:extLst>
                <a:ext uri="{FF2B5EF4-FFF2-40B4-BE49-F238E27FC236}">
                  <a16:creationId xmlns:a16="http://schemas.microsoft.com/office/drawing/2014/main" id="{5DDADE37-0FAB-417D-BC44-3C326A560217}"/>
                </a:ext>
              </a:extLst>
            </p:cNvPr>
            <p:cNvSpPr>
              <a:spLocks/>
            </p:cNvSpPr>
            <p:nvPr/>
          </p:nvSpPr>
          <p:spPr>
            <a:xfrm>
              <a:off x="2223097" y="4852127"/>
              <a:ext cx="28398" cy="28398"/>
            </a:xfrm>
            <a:prstGeom prst="ellipse">
              <a:avLst/>
            </a:prstGeom>
            <a:solidFill>
              <a:srgbClr val="7F8C97">
                <a:alpha val="48000"/>
              </a:srgbClr>
            </a:solidFill>
            <a:ln w="0">
              <a:noFill/>
              <a:prstDash val="solid"/>
            </a:ln>
          </p:spPr>
        </p:sp>
        <p:sp>
          <p:nvSpPr>
            <p:cNvPr id="2261" name="03_assume_matched_2260">
              <a:extLst>
                <a:ext uri="{FF2B5EF4-FFF2-40B4-BE49-F238E27FC236}">
                  <a16:creationId xmlns:a16="http://schemas.microsoft.com/office/drawing/2014/main" id="{87069D19-5626-4CB6-9D01-59CE9F7889A3}"/>
                </a:ext>
              </a:extLst>
            </p:cNvPr>
            <p:cNvSpPr>
              <a:spLocks/>
            </p:cNvSpPr>
            <p:nvPr/>
          </p:nvSpPr>
          <p:spPr>
            <a:xfrm>
              <a:off x="2198776" y="4852127"/>
              <a:ext cx="28398" cy="28398"/>
            </a:xfrm>
            <a:prstGeom prst="ellipse">
              <a:avLst/>
            </a:prstGeom>
            <a:solidFill>
              <a:srgbClr val="7F8C97">
                <a:alpha val="48000"/>
              </a:srgbClr>
            </a:solidFill>
            <a:ln w="0">
              <a:noFill/>
              <a:prstDash val="solid"/>
            </a:ln>
          </p:spPr>
        </p:sp>
        <p:sp>
          <p:nvSpPr>
            <p:cNvPr id="2262" name="03_assume_matched_2261">
              <a:extLst>
                <a:ext uri="{FF2B5EF4-FFF2-40B4-BE49-F238E27FC236}">
                  <a16:creationId xmlns:a16="http://schemas.microsoft.com/office/drawing/2014/main" id="{0A8EE48A-5AB3-498E-AAE2-691D0CF370FC}"/>
                </a:ext>
              </a:extLst>
            </p:cNvPr>
            <p:cNvSpPr>
              <a:spLocks/>
            </p:cNvSpPr>
            <p:nvPr/>
          </p:nvSpPr>
          <p:spPr>
            <a:xfrm>
              <a:off x="2301239" y="5436996"/>
              <a:ext cx="28398" cy="28398"/>
            </a:xfrm>
            <a:prstGeom prst="ellipse">
              <a:avLst/>
            </a:prstGeom>
            <a:solidFill>
              <a:srgbClr val="7F8C97">
                <a:alpha val="48000"/>
              </a:srgbClr>
            </a:solidFill>
            <a:ln w="0">
              <a:noFill/>
              <a:prstDash val="solid"/>
            </a:ln>
          </p:spPr>
        </p:sp>
        <p:sp>
          <p:nvSpPr>
            <p:cNvPr id="2263" name="03_assume_matched_2262">
              <a:extLst>
                <a:ext uri="{FF2B5EF4-FFF2-40B4-BE49-F238E27FC236}">
                  <a16:creationId xmlns:a16="http://schemas.microsoft.com/office/drawing/2014/main" id="{C94F3448-88AA-4D5E-A24F-3E6B0D41C0A4}"/>
                </a:ext>
              </a:extLst>
            </p:cNvPr>
            <p:cNvSpPr>
              <a:spLocks/>
            </p:cNvSpPr>
            <p:nvPr/>
          </p:nvSpPr>
          <p:spPr>
            <a:xfrm>
              <a:off x="2249000" y="5436996"/>
              <a:ext cx="28398" cy="28398"/>
            </a:xfrm>
            <a:prstGeom prst="ellipse">
              <a:avLst/>
            </a:prstGeom>
            <a:solidFill>
              <a:srgbClr val="7F8C97">
                <a:alpha val="48000"/>
              </a:srgbClr>
            </a:solidFill>
            <a:ln w="0">
              <a:noFill/>
              <a:prstDash val="solid"/>
            </a:ln>
          </p:spPr>
        </p:sp>
        <p:sp>
          <p:nvSpPr>
            <p:cNvPr id="2264" name="03_assume_matched_2263">
              <a:extLst>
                <a:ext uri="{FF2B5EF4-FFF2-40B4-BE49-F238E27FC236}">
                  <a16:creationId xmlns:a16="http://schemas.microsoft.com/office/drawing/2014/main" id="{51CCB3AF-706B-4221-9745-B3AE207EADF9}"/>
                </a:ext>
              </a:extLst>
            </p:cNvPr>
            <p:cNvSpPr>
              <a:spLocks/>
            </p:cNvSpPr>
            <p:nvPr/>
          </p:nvSpPr>
          <p:spPr>
            <a:xfrm>
              <a:off x="2281812" y="5436996"/>
              <a:ext cx="28398" cy="28398"/>
            </a:xfrm>
            <a:prstGeom prst="ellipse">
              <a:avLst/>
            </a:prstGeom>
            <a:solidFill>
              <a:srgbClr val="7F8C97">
                <a:alpha val="48000"/>
              </a:srgbClr>
            </a:solidFill>
            <a:ln w="0">
              <a:noFill/>
              <a:prstDash val="solid"/>
            </a:ln>
          </p:spPr>
        </p:sp>
        <p:sp>
          <p:nvSpPr>
            <p:cNvPr id="2265" name="03_assume_matched_2264">
              <a:extLst>
                <a:ext uri="{FF2B5EF4-FFF2-40B4-BE49-F238E27FC236}">
                  <a16:creationId xmlns:a16="http://schemas.microsoft.com/office/drawing/2014/main" id="{259AA4D6-2F4A-4E30-8492-45176283779C}"/>
                </a:ext>
              </a:extLst>
            </p:cNvPr>
            <p:cNvSpPr>
              <a:spLocks/>
            </p:cNvSpPr>
            <p:nvPr/>
          </p:nvSpPr>
          <p:spPr>
            <a:xfrm>
              <a:off x="2180932" y="4969101"/>
              <a:ext cx="28398" cy="28398"/>
            </a:xfrm>
            <a:prstGeom prst="ellipse">
              <a:avLst/>
            </a:prstGeom>
            <a:solidFill>
              <a:srgbClr val="7F8C97">
                <a:alpha val="48000"/>
              </a:srgbClr>
            </a:solidFill>
            <a:ln w="0">
              <a:noFill/>
              <a:prstDash val="solid"/>
            </a:ln>
          </p:spPr>
        </p:sp>
        <p:sp>
          <p:nvSpPr>
            <p:cNvPr id="2266" name="03_assume_matched_2265">
              <a:extLst>
                <a:ext uri="{FF2B5EF4-FFF2-40B4-BE49-F238E27FC236}">
                  <a16:creationId xmlns:a16="http://schemas.microsoft.com/office/drawing/2014/main" id="{76EE1304-32C9-4F9F-8CEA-2560E1F9B4A2}"/>
                </a:ext>
              </a:extLst>
            </p:cNvPr>
            <p:cNvSpPr>
              <a:spLocks/>
            </p:cNvSpPr>
            <p:nvPr/>
          </p:nvSpPr>
          <p:spPr>
            <a:xfrm>
              <a:off x="2272889" y="5144561"/>
              <a:ext cx="28398" cy="28398"/>
            </a:xfrm>
            <a:prstGeom prst="ellipse">
              <a:avLst/>
            </a:prstGeom>
            <a:solidFill>
              <a:srgbClr val="7F8C97">
                <a:alpha val="48000"/>
              </a:srgbClr>
            </a:solidFill>
            <a:ln w="0">
              <a:noFill/>
              <a:prstDash val="solid"/>
            </a:ln>
          </p:spPr>
        </p:sp>
        <p:sp>
          <p:nvSpPr>
            <p:cNvPr id="2267" name="03_assume_matched_2266">
              <a:extLst>
                <a:ext uri="{FF2B5EF4-FFF2-40B4-BE49-F238E27FC236}">
                  <a16:creationId xmlns:a16="http://schemas.microsoft.com/office/drawing/2014/main" id="{665088DA-DBF0-463E-A917-7CD6DCBBA102}"/>
                </a:ext>
              </a:extLst>
            </p:cNvPr>
            <p:cNvSpPr>
              <a:spLocks/>
            </p:cNvSpPr>
            <p:nvPr/>
          </p:nvSpPr>
          <p:spPr>
            <a:xfrm>
              <a:off x="2252023" y="5047083"/>
              <a:ext cx="28398" cy="28398"/>
            </a:xfrm>
            <a:prstGeom prst="ellipse">
              <a:avLst/>
            </a:prstGeom>
            <a:solidFill>
              <a:srgbClr val="7F8C97">
                <a:alpha val="48000"/>
              </a:srgbClr>
            </a:solidFill>
            <a:ln w="0">
              <a:noFill/>
              <a:prstDash val="solid"/>
            </a:ln>
          </p:spPr>
        </p:sp>
        <p:sp>
          <p:nvSpPr>
            <p:cNvPr id="2268" name="03_assume_matched_2267">
              <a:extLst>
                <a:ext uri="{FF2B5EF4-FFF2-40B4-BE49-F238E27FC236}">
                  <a16:creationId xmlns:a16="http://schemas.microsoft.com/office/drawing/2014/main" id="{4926464A-7942-4D9E-91B5-4A2E5071001F}"/>
                </a:ext>
              </a:extLst>
            </p:cNvPr>
            <p:cNvSpPr>
              <a:spLocks/>
            </p:cNvSpPr>
            <p:nvPr/>
          </p:nvSpPr>
          <p:spPr>
            <a:xfrm>
              <a:off x="2160640" y="4852127"/>
              <a:ext cx="28398" cy="28398"/>
            </a:xfrm>
            <a:prstGeom prst="ellipse">
              <a:avLst/>
            </a:prstGeom>
            <a:solidFill>
              <a:srgbClr val="7F8C97">
                <a:alpha val="48000"/>
              </a:srgbClr>
            </a:solidFill>
            <a:ln w="0">
              <a:noFill/>
              <a:prstDash val="solid"/>
            </a:ln>
          </p:spPr>
        </p:sp>
        <p:sp>
          <p:nvSpPr>
            <p:cNvPr id="2269" name="03_assume_matched_2268">
              <a:extLst>
                <a:ext uri="{FF2B5EF4-FFF2-40B4-BE49-F238E27FC236}">
                  <a16:creationId xmlns:a16="http://schemas.microsoft.com/office/drawing/2014/main" id="{CA6A055E-DB22-4B28-AA94-893E8D1F4CB8}"/>
                </a:ext>
              </a:extLst>
            </p:cNvPr>
            <p:cNvSpPr>
              <a:spLocks/>
            </p:cNvSpPr>
            <p:nvPr/>
          </p:nvSpPr>
          <p:spPr>
            <a:xfrm>
              <a:off x="2219931" y="5436996"/>
              <a:ext cx="28398" cy="28398"/>
            </a:xfrm>
            <a:prstGeom prst="ellipse">
              <a:avLst/>
            </a:prstGeom>
            <a:solidFill>
              <a:srgbClr val="7F8C97">
                <a:alpha val="48000"/>
              </a:srgbClr>
            </a:solidFill>
            <a:ln w="0">
              <a:noFill/>
              <a:prstDash val="solid"/>
            </a:ln>
          </p:spPr>
        </p:sp>
        <p:sp>
          <p:nvSpPr>
            <p:cNvPr id="2270" name="03_assume_matched_2269">
              <a:extLst>
                <a:ext uri="{FF2B5EF4-FFF2-40B4-BE49-F238E27FC236}">
                  <a16:creationId xmlns:a16="http://schemas.microsoft.com/office/drawing/2014/main" id="{F2383B54-110B-4B4D-9EAE-7135A18C07BB}"/>
                </a:ext>
              </a:extLst>
            </p:cNvPr>
            <p:cNvSpPr>
              <a:spLocks/>
            </p:cNvSpPr>
            <p:nvPr/>
          </p:nvSpPr>
          <p:spPr>
            <a:xfrm>
              <a:off x="2202086" y="5436996"/>
              <a:ext cx="28398" cy="28398"/>
            </a:xfrm>
            <a:prstGeom prst="ellipse">
              <a:avLst/>
            </a:prstGeom>
            <a:solidFill>
              <a:srgbClr val="7F8C97">
                <a:alpha val="48000"/>
              </a:srgbClr>
            </a:solidFill>
            <a:ln w="0">
              <a:noFill/>
              <a:prstDash val="solid"/>
            </a:ln>
          </p:spPr>
        </p:sp>
        <p:sp>
          <p:nvSpPr>
            <p:cNvPr id="2271" name="03_assume_matched_2270">
              <a:extLst>
                <a:ext uri="{FF2B5EF4-FFF2-40B4-BE49-F238E27FC236}">
                  <a16:creationId xmlns:a16="http://schemas.microsoft.com/office/drawing/2014/main" id="{1A70A6D9-7CE8-423E-81E2-CCF0EFB21D93}"/>
                </a:ext>
              </a:extLst>
            </p:cNvPr>
            <p:cNvSpPr>
              <a:spLocks/>
            </p:cNvSpPr>
            <p:nvPr/>
          </p:nvSpPr>
          <p:spPr>
            <a:xfrm>
              <a:off x="2234322" y="4852127"/>
              <a:ext cx="28398" cy="28398"/>
            </a:xfrm>
            <a:prstGeom prst="ellipse">
              <a:avLst/>
            </a:prstGeom>
            <a:solidFill>
              <a:srgbClr val="7F8C97">
                <a:alpha val="48000"/>
              </a:srgbClr>
            </a:solidFill>
            <a:ln w="0">
              <a:noFill/>
              <a:prstDash val="solid"/>
            </a:ln>
          </p:spPr>
        </p:sp>
        <p:sp>
          <p:nvSpPr>
            <p:cNvPr id="2272" name="03_assume_matched_2271">
              <a:extLst>
                <a:ext uri="{FF2B5EF4-FFF2-40B4-BE49-F238E27FC236}">
                  <a16:creationId xmlns:a16="http://schemas.microsoft.com/office/drawing/2014/main" id="{96D4122D-9539-42D6-A1C5-A9ECB67504D0}"/>
                </a:ext>
              </a:extLst>
            </p:cNvPr>
            <p:cNvSpPr>
              <a:spLocks/>
            </p:cNvSpPr>
            <p:nvPr/>
          </p:nvSpPr>
          <p:spPr>
            <a:xfrm>
              <a:off x="2216189" y="5388257"/>
              <a:ext cx="28398" cy="28398"/>
            </a:xfrm>
            <a:prstGeom prst="ellipse">
              <a:avLst/>
            </a:prstGeom>
            <a:solidFill>
              <a:srgbClr val="7F8C97">
                <a:alpha val="48000"/>
              </a:srgbClr>
            </a:solidFill>
            <a:ln w="0">
              <a:noFill/>
              <a:prstDash val="solid"/>
            </a:ln>
          </p:spPr>
        </p:sp>
        <p:sp>
          <p:nvSpPr>
            <p:cNvPr id="2273" name="03_assume_matched_2272">
              <a:extLst>
                <a:ext uri="{FF2B5EF4-FFF2-40B4-BE49-F238E27FC236}">
                  <a16:creationId xmlns:a16="http://schemas.microsoft.com/office/drawing/2014/main" id="{1D0F2B36-5E22-4C83-BB29-997A06365510}"/>
                </a:ext>
              </a:extLst>
            </p:cNvPr>
            <p:cNvSpPr>
              <a:spLocks/>
            </p:cNvSpPr>
            <p:nvPr/>
          </p:nvSpPr>
          <p:spPr>
            <a:xfrm>
              <a:off x="2278358" y="5290779"/>
              <a:ext cx="28398" cy="28398"/>
            </a:xfrm>
            <a:prstGeom prst="ellipse">
              <a:avLst/>
            </a:prstGeom>
            <a:solidFill>
              <a:srgbClr val="7F8C97">
                <a:alpha val="48000"/>
              </a:srgbClr>
            </a:solidFill>
            <a:ln w="0">
              <a:noFill/>
              <a:prstDash val="solid"/>
            </a:ln>
          </p:spPr>
        </p:sp>
        <p:sp>
          <p:nvSpPr>
            <p:cNvPr id="2274" name="03_assume_matched_2273">
              <a:extLst>
                <a:ext uri="{FF2B5EF4-FFF2-40B4-BE49-F238E27FC236}">
                  <a16:creationId xmlns:a16="http://schemas.microsoft.com/office/drawing/2014/main" id="{AEACD55D-B78E-484A-A296-343C9BF66BA0}"/>
                </a:ext>
              </a:extLst>
            </p:cNvPr>
            <p:cNvSpPr>
              <a:spLocks/>
            </p:cNvSpPr>
            <p:nvPr/>
          </p:nvSpPr>
          <p:spPr>
            <a:xfrm>
              <a:off x="2176470" y="4852127"/>
              <a:ext cx="28398" cy="28398"/>
            </a:xfrm>
            <a:prstGeom prst="ellipse">
              <a:avLst/>
            </a:prstGeom>
            <a:solidFill>
              <a:srgbClr val="7F8C97">
                <a:alpha val="48000"/>
              </a:srgbClr>
            </a:solidFill>
            <a:ln w="0">
              <a:noFill/>
              <a:prstDash val="solid"/>
            </a:ln>
          </p:spPr>
        </p:sp>
        <p:sp>
          <p:nvSpPr>
            <p:cNvPr id="2275" name="03_assume_matched_2274">
              <a:extLst>
                <a:ext uri="{FF2B5EF4-FFF2-40B4-BE49-F238E27FC236}">
                  <a16:creationId xmlns:a16="http://schemas.microsoft.com/office/drawing/2014/main" id="{1523D915-4A67-4C6D-86CB-FD19B481FE91}"/>
                </a:ext>
              </a:extLst>
            </p:cNvPr>
            <p:cNvSpPr>
              <a:spLocks/>
            </p:cNvSpPr>
            <p:nvPr/>
          </p:nvSpPr>
          <p:spPr>
            <a:xfrm>
              <a:off x="2183090" y="5436996"/>
              <a:ext cx="28398" cy="28398"/>
            </a:xfrm>
            <a:prstGeom prst="ellipse">
              <a:avLst/>
            </a:prstGeom>
            <a:solidFill>
              <a:srgbClr val="7F8C97">
                <a:alpha val="48000"/>
              </a:srgbClr>
            </a:solidFill>
            <a:ln w="0">
              <a:noFill/>
              <a:prstDash val="solid"/>
            </a:ln>
          </p:spPr>
        </p:sp>
        <p:sp>
          <p:nvSpPr>
            <p:cNvPr id="2276" name="03_assume_matched_2275">
              <a:extLst>
                <a:ext uri="{FF2B5EF4-FFF2-40B4-BE49-F238E27FC236}">
                  <a16:creationId xmlns:a16="http://schemas.microsoft.com/office/drawing/2014/main" id="{F11E573F-E512-417C-B5FF-BD3A43995422}"/>
                </a:ext>
              </a:extLst>
            </p:cNvPr>
            <p:cNvSpPr>
              <a:spLocks/>
            </p:cNvSpPr>
            <p:nvPr/>
          </p:nvSpPr>
          <p:spPr>
            <a:xfrm>
              <a:off x="2242956" y="4852127"/>
              <a:ext cx="28398" cy="28398"/>
            </a:xfrm>
            <a:prstGeom prst="ellipse">
              <a:avLst/>
            </a:prstGeom>
            <a:solidFill>
              <a:srgbClr val="7F8C97">
                <a:alpha val="48000"/>
              </a:srgbClr>
            </a:solidFill>
            <a:ln w="0">
              <a:noFill/>
              <a:prstDash val="solid"/>
            </a:ln>
          </p:spPr>
        </p:sp>
        <p:sp>
          <p:nvSpPr>
            <p:cNvPr id="2277" name="03_assume_matched_2276">
              <a:extLst>
                <a:ext uri="{FF2B5EF4-FFF2-40B4-BE49-F238E27FC236}">
                  <a16:creationId xmlns:a16="http://schemas.microsoft.com/office/drawing/2014/main" id="{502FCA4E-A5E3-48BA-9C0E-51D03FC6FEB3}"/>
                </a:ext>
              </a:extLst>
            </p:cNvPr>
            <p:cNvSpPr>
              <a:spLocks/>
            </p:cNvSpPr>
            <p:nvPr/>
          </p:nvSpPr>
          <p:spPr>
            <a:xfrm>
              <a:off x="2241661" y="4852127"/>
              <a:ext cx="28398" cy="28398"/>
            </a:xfrm>
            <a:prstGeom prst="ellipse">
              <a:avLst/>
            </a:prstGeom>
            <a:solidFill>
              <a:srgbClr val="7F8C97">
                <a:alpha val="48000"/>
              </a:srgbClr>
            </a:solidFill>
            <a:ln w="0">
              <a:noFill/>
              <a:prstDash val="solid"/>
            </a:ln>
          </p:spPr>
        </p:sp>
        <p:sp>
          <p:nvSpPr>
            <p:cNvPr id="2278" name="03_assume_matched_2277">
              <a:extLst>
                <a:ext uri="{FF2B5EF4-FFF2-40B4-BE49-F238E27FC236}">
                  <a16:creationId xmlns:a16="http://schemas.microsoft.com/office/drawing/2014/main" id="{963881E2-99E1-48E5-B6FD-A8F13B7AEF50}"/>
                </a:ext>
              </a:extLst>
            </p:cNvPr>
            <p:cNvSpPr>
              <a:spLocks/>
            </p:cNvSpPr>
            <p:nvPr/>
          </p:nvSpPr>
          <p:spPr>
            <a:xfrm>
              <a:off x="2288432" y="4852127"/>
              <a:ext cx="28398" cy="28398"/>
            </a:xfrm>
            <a:prstGeom prst="ellipse">
              <a:avLst/>
            </a:prstGeom>
            <a:solidFill>
              <a:srgbClr val="7F8C97">
                <a:alpha val="48000"/>
              </a:srgbClr>
            </a:solidFill>
            <a:ln w="0">
              <a:noFill/>
              <a:prstDash val="solid"/>
            </a:ln>
          </p:spPr>
        </p:sp>
        <p:sp>
          <p:nvSpPr>
            <p:cNvPr id="2279" name="03_assume_matched_2278">
              <a:extLst>
                <a:ext uri="{FF2B5EF4-FFF2-40B4-BE49-F238E27FC236}">
                  <a16:creationId xmlns:a16="http://schemas.microsoft.com/office/drawing/2014/main" id="{160E8715-5C85-442A-9EA9-CA03FE64033E}"/>
                </a:ext>
              </a:extLst>
            </p:cNvPr>
            <p:cNvSpPr>
              <a:spLocks/>
            </p:cNvSpPr>
            <p:nvPr/>
          </p:nvSpPr>
          <p:spPr>
            <a:xfrm>
              <a:off x="2266701" y="5144561"/>
              <a:ext cx="28398" cy="28398"/>
            </a:xfrm>
            <a:prstGeom prst="ellipse">
              <a:avLst/>
            </a:prstGeom>
            <a:solidFill>
              <a:srgbClr val="7F8C97">
                <a:alpha val="48000"/>
              </a:srgbClr>
            </a:solidFill>
            <a:ln w="0">
              <a:noFill/>
              <a:prstDash val="solid"/>
            </a:ln>
          </p:spPr>
        </p:sp>
        <p:sp>
          <p:nvSpPr>
            <p:cNvPr id="2280" name="03_assume_matched_2279">
              <a:extLst>
                <a:ext uri="{FF2B5EF4-FFF2-40B4-BE49-F238E27FC236}">
                  <a16:creationId xmlns:a16="http://schemas.microsoft.com/office/drawing/2014/main" id="{9AC3C005-241C-45BF-9BE8-A5EBA23FFEAB}"/>
                </a:ext>
              </a:extLst>
            </p:cNvPr>
            <p:cNvSpPr>
              <a:spLocks/>
            </p:cNvSpPr>
            <p:nvPr/>
          </p:nvSpPr>
          <p:spPr>
            <a:xfrm>
              <a:off x="2198776" y="5436996"/>
              <a:ext cx="28398" cy="28398"/>
            </a:xfrm>
            <a:prstGeom prst="ellipse">
              <a:avLst/>
            </a:prstGeom>
            <a:solidFill>
              <a:srgbClr val="7F8C97">
                <a:alpha val="48000"/>
              </a:srgbClr>
            </a:solidFill>
            <a:ln w="0">
              <a:noFill/>
              <a:prstDash val="solid"/>
            </a:ln>
          </p:spPr>
        </p:sp>
        <p:sp>
          <p:nvSpPr>
            <p:cNvPr id="2281" name="03_assume_matched_2280">
              <a:extLst>
                <a:ext uri="{FF2B5EF4-FFF2-40B4-BE49-F238E27FC236}">
                  <a16:creationId xmlns:a16="http://schemas.microsoft.com/office/drawing/2014/main" id="{D777A8E4-BC41-42C2-9797-C6BEAFEAB288}"/>
                </a:ext>
              </a:extLst>
            </p:cNvPr>
            <p:cNvSpPr>
              <a:spLocks/>
            </p:cNvSpPr>
            <p:nvPr/>
          </p:nvSpPr>
          <p:spPr>
            <a:xfrm>
              <a:off x="2269579" y="5436996"/>
              <a:ext cx="28398" cy="28398"/>
            </a:xfrm>
            <a:prstGeom prst="ellipse">
              <a:avLst/>
            </a:prstGeom>
            <a:solidFill>
              <a:srgbClr val="7F8C97">
                <a:alpha val="48000"/>
              </a:srgbClr>
            </a:solidFill>
            <a:ln w="0">
              <a:noFill/>
              <a:prstDash val="solid"/>
            </a:ln>
          </p:spPr>
        </p:sp>
        <p:sp>
          <p:nvSpPr>
            <p:cNvPr id="2282" name="03_assume_matched_2281">
              <a:extLst>
                <a:ext uri="{FF2B5EF4-FFF2-40B4-BE49-F238E27FC236}">
                  <a16:creationId xmlns:a16="http://schemas.microsoft.com/office/drawing/2014/main" id="{6A131098-196C-456D-A822-AD33E33729E4}"/>
                </a:ext>
              </a:extLst>
            </p:cNvPr>
            <p:cNvSpPr>
              <a:spLocks/>
            </p:cNvSpPr>
            <p:nvPr/>
          </p:nvSpPr>
          <p:spPr>
            <a:xfrm>
              <a:off x="2257923" y="5242040"/>
              <a:ext cx="28398" cy="28398"/>
            </a:xfrm>
            <a:prstGeom prst="ellipse">
              <a:avLst/>
            </a:prstGeom>
            <a:solidFill>
              <a:srgbClr val="7F8C97">
                <a:alpha val="48000"/>
              </a:srgbClr>
            </a:solidFill>
            <a:ln w="0">
              <a:noFill/>
              <a:prstDash val="solid"/>
            </a:ln>
          </p:spPr>
        </p:sp>
        <p:sp>
          <p:nvSpPr>
            <p:cNvPr id="2283" name="03_assume_matched_2282">
              <a:extLst>
                <a:ext uri="{FF2B5EF4-FFF2-40B4-BE49-F238E27FC236}">
                  <a16:creationId xmlns:a16="http://schemas.microsoft.com/office/drawing/2014/main" id="{C6C6826A-E12B-4DD0-B445-E1D3A5B7AAA1}"/>
                </a:ext>
              </a:extLst>
            </p:cNvPr>
            <p:cNvSpPr>
              <a:spLocks/>
            </p:cNvSpPr>
            <p:nvPr/>
          </p:nvSpPr>
          <p:spPr>
            <a:xfrm>
              <a:off x="2264111" y="5436996"/>
              <a:ext cx="28398" cy="28398"/>
            </a:xfrm>
            <a:prstGeom prst="ellipse">
              <a:avLst/>
            </a:prstGeom>
            <a:solidFill>
              <a:srgbClr val="7F8C97">
                <a:alpha val="48000"/>
              </a:srgbClr>
            </a:solidFill>
            <a:ln w="0">
              <a:noFill/>
              <a:prstDash val="solid"/>
            </a:ln>
          </p:spPr>
        </p:sp>
        <p:sp>
          <p:nvSpPr>
            <p:cNvPr id="2284" name="03_assume_matched_2283">
              <a:extLst>
                <a:ext uri="{FF2B5EF4-FFF2-40B4-BE49-F238E27FC236}">
                  <a16:creationId xmlns:a16="http://schemas.microsoft.com/office/drawing/2014/main" id="{34566D0D-0AF3-4156-A37E-2970D09400D7}"/>
                </a:ext>
              </a:extLst>
            </p:cNvPr>
            <p:cNvSpPr>
              <a:spLocks/>
            </p:cNvSpPr>
            <p:nvPr/>
          </p:nvSpPr>
          <p:spPr>
            <a:xfrm>
              <a:off x="2277494" y="5436996"/>
              <a:ext cx="28398" cy="28398"/>
            </a:xfrm>
            <a:prstGeom prst="ellipse">
              <a:avLst/>
            </a:prstGeom>
            <a:solidFill>
              <a:srgbClr val="7F8C97">
                <a:alpha val="48000"/>
              </a:srgbClr>
            </a:solidFill>
            <a:ln w="0">
              <a:noFill/>
              <a:prstDash val="solid"/>
            </a:ln>
          </p:spPr>
        </p:sp>
        <p:sp>
          <p:nvSpPr>
            <p:cNvPr id="2285" name="03_assume_matched_2284">
              <a:extLst>
                <a:ext uri="{FF2B5EF4-FFF2-40B4-BE49-F238E27FC236}">
                  <a16:creationId xmlns:a16="http://schemas.microsoft.com/office/drawing/2014/main" id="{6D5B00FC-1FB7-4B48-A333-050FF4691DD7}"/>
                </a:ext>
              </a:extLst>
            </p:cNvPr>
            <p:cNvSpPr>
              <a:spLocks/>
            </p:cNvSpPr>
            <p:nvPr/>
          </p:nvSpPr>
          <p:spPr>
            <a:xfrm>
              <a:off x="2186112" y="4852127"/>
              <a:ext cx="28398" cy="28398"/>
            </a:xfrm>
            <a:prstGeom prst="ellipse">
              <a:avLst/>
            </a:prstGeom>
            <a:solidFill>
              <a:srgbClr val="7F8C97">
                <a:alpha val="48000"/>
              </a:srgbClr>
            </a:solidFill>
            <a:ln w="0">
              <a:noFill/>
              <a:prstDash val="solid"/>
            </a:ln>
          </p:spPr>
        </p:sp>
        <p:sp>
          <p:nvSpPr>
            <p:cNvPr id="2286" name="03_assume_matched_2285">
              <a:extLst>
                <a:ext uri="{FF2B5EF4-FFF2-40B4-BE49-F238E27FC236}">
                  <a16:creationId xmlns:a16="http://schemas.microsoft.com/office/drawing/2014/main" id="{D93D575B-8F56-4E88-92A8-8A6FB6F924BA}"/>
                </a:ext>
              </a:extLst>
            </p:cNvPr>
            <p:cNvSpPr>
              <a:spLocks/>
            </p:cNvSpPr>
            <p:nvPr/>
          </p:nvSpPr>
          <p:spPr>
            <a:xfrm>
              <a:off x="2175319" y="4852127"/>
              <a:ext cx="28398" cy="28398"/>
            </a:xfrm>
            <a:prstGeom prst="ellipse">
              <a:avLst/>
            </a:prstGeom>
            <a:solidFill>
              <a:srgbClr val="7F8C97">
                <a:alpha val="48000"/>
              </a:srgbClr>
            </a:solidFill>
            <a:ln w="0">
              <a:noFill/>
              <a:prstDash val="solid"/>
            </a:ln>
          </p:spPr>
        </p:sp>
        <p:sp>
          <p:nvSpPr>
            <p:cNvPr id="2287" name="03_assume_matched_2286">
              <a:extLst>
                <a:ext uri="{FF2B5EF4-FFF2-40B4-BE49-F238E27FC236}">
                  <a16:creationId xmlns:a16="http://schemas.microsoft.com/office/drawing/2014/main" id="{1A5D3A33-1077-4484-B933-C100E9C45BB6}"/>
                </a:ext>
              </a:extLst>
            </p:cNvPr>
            <p:cNvSpPr>
              <a:spLocks/>
            </p:cNvSpPr>
            <p:nvPr/>
          </p:nvSpPr>
          <p:spPr>
            <a:xfrm>
              <a:off x="2258211" y="5144561"/>
              <a:ext cx="28398" cy="28398"/>
            </a:xfrm>
            <a:prstGeom prst="ellipse">
              <a:avLst/>
            </a:prstGeom>
            <a:solidFill>
              <a:srgbClr val="7F8C97">
                <a:alpha val="48000"/>
              </a:srgbClr>
            </a:solidFill>
            <a:ln w="0">
              <a:noFill/>
              <a:prstDash val="solid"/>
            </a:ln>
          </p:spPr>
        </p:sp>
        <p:sp>
          <p:nvSpPr>
            <p:cNvPr id="2288" name="03_assume_matched_2287">
              <a:extLst>
                <a:ext uri="{FF2B5EF4-FFF2-40B4-BE49-F238E27FC236}">
                  <a16:creationId xmlns:a16="http://schemas.microsoft.com/office/drawing/2014/main" id="{82C85BDE-8A8D-462B-813A-26718967E41E}"/>
                </a:ext>
              </a:extLst>
            </p:cNvPr>
            <p:cNvSpPr>
              <a:spLocks/>
            </p:cNvSpPr>
            <p:nvPr/>
          </p:nvSpPr>
          <p:spPr>
            <a:xfrm>
              <a:off x="2295339" y="4852127"/>
              <a:ext cx="28398" cy="28398"/>
            </a:xfrm>
            <a:prstGeom prst="ellipse">
              <a:avLst/>
            </a:prstGeom>
            <a:solidFill>
              <a:srgbClr val="7F8C97">
                <a:alpha val="48000"/>
              </a:srgbClr>
            </a:solidFill>
            <a:ln w="0">
              <a:noFill/>
              <a:prstDash val="solid"/>
            </a:ln>
          </p:spPr>
        </p:sp>
        <p:sp>
          <p:nvSpPr>
            <p:cNvPr id="2289" name="03_assume_matched_2288">
              <a:extLst>
                <a:ext uri="{FF2B5EF4-FFF2-40B4-BE49-F238E27FC236}">
                  <a16:creationId xmlns:a16="http://schemas.microsoft.com/office/drawing/2014/main" id="{CFDEEDD4-A957-4770-9F37-2C7EFDAAFA1D}"/>
                </a:ext>
              </a:extLst>
            </p:cNvPr>
            <p:cNvSpPr>
              <a:spLocks/>
            </p:cNvSpPr>
            <p:nvPr/>
          </p:nvSpPr>
          <p:spPr>
            <a:xfrm>
              <a:off x="2301527" y="4852127"/>
              <a:ext cx="28398" cy="28398"/>
            </a:xfrm>
            <a:prstGeom prst="ellipse">
              <a:avLst/>
            </a:prstGeom>
            <a:solidFill>
              <a:srgbClr val="7F8C97">
                <a:alpha val="48000"/>
              </a:srgbClr>
            </a:solidFill>
            <a:ln w="0">
              <a:noFill/>
              <a:prstDash val="solid"/>
            </a:ln>
          </p:spPr>
        </p:sp>
        <p:sp>
          <p:nvSpPr>
            <p:cNvPr id="2290" name="03_assume_matched_2289">
              <a:extLst>
                <a:ext uri="{FF2B5EF4-FFF2-40B4-BE49-F238E27FC236}">
                  <a16:creationId xmlns:a16="http://schemas.microsoft.com/office/drawing/2014/main" id="{CB768811-D6D7-412B-B438-AD43E33AF751}"/>
                </a:ext>
              </a:extLst>
            </p:cNvPr>
            <p:cNvSpPr>
              <a:spLocks/>
            </p:cNvSpPr>
            <p:nvPr/>
          </p:nvSpPr>
          <p:spPr>
            <a:xfrm>
              <a:off x="2212591" y="4852127"/>
              <a:ext cx="28398" cy="28398"/>
            </a:xfrm>
            <a:prstGeom prst="ellipse">
              <a:avLst/>
            </a:prstGeom>
            <a:solidFill>
              <a:srgbClr val="7F8C97">
                <a:alpha val="48000"/>
              </a:srgbClr>
            </a:solidFill>
            <a:ln w="0">
              <a:noFill/>
              <a:prstDash val="solid"/>
            </a:ln>
          </p:spPr>
        </p:sp>
        <p:sp>
          <p:nvSpPr>
            <p:cNvPr id="2291" name="03_assume_matched_2290">
              <a:extLst>
                <a:ext uri="{FF2B5EF4-FFF2-40B4-BE49-F238E27FC236}">
                  <a16:creationId xmlns:a16="http://schemas.microsoft.com/office/drawing/2014/main" id="{DDECFD46-4C2F-4B2C-B352-5AFA03BE4395}"/>
                </a:ext>
              </a:extLst>
            </p:cNvPr>
            <p:cNvSpPr>
              <a:spLocks/>
            </p:cNvSpPr>
            <p:nvPr/>
          </p:nvSpPr>
          <p:spPr>
            <a:xfrm>
              <a:off x="2265406" y="5242040"/>
              <a:ext cx="28398" cy="28398"/>
            </a:xfrm>
            <a:prstGeom prst="ellipse">
              <a:avLst/>
            </a:prstGeom>
            <a:solidFill>
              <a:srgbClr val="7F8C97">
                <a:alpha val="48000"/>
              </a:srgbClr>
            </a:solidFill>
            <a:ln w="0">
              <a:noFill/>
              <a:prstDash val="solid"/>
            </a:ln>
          </p:spPr>
        </p:sp>
        <p:sp>
          <p:nvSpPr>
            <p:cNvPr id="2292" name="03_assume_matched_2291">
              <a:extLst>
                <a:ext uri="{FF2B5EF4-FFF2-40B4-BE49-F238E27FC236}">
                  <a16:creationId xmlns:a16="http://schemas.microsoft.com/office/drawing/2014/main" id="{EA807E9D-655E-45D9-A73B-05363B1C1B06}"/>
                </a:ext>
              </a:extLst>
            </p:cNvPr>
            <p:cNvSpPr>
              <a:spLocks/>
            </p:cNvSpPr>
            <p:nvPr/>
          </p:nvSpPr>
          <p:spPr>
            <a:xfrm>
              <a:off x="2276343" y="4852127"/>
              <a:ext cx="28398" cy="28398"/>
            </a:xfrm>
            <a:prstGeom prst="ellipse">
              <a:avLst/>
            </a:prstGeom>
            <a:solidFill>
              <a:srgbClr val="7F8C97">
                <a:alpha val="48000"/>
              </a:srgbClr>
            </a:solidFill>
            <a:ln w="0">
              <a:noFill/>
              <a:prstDash val="solid"/>
            </a:ln>
          </p:spPr>
        </p:sp>
        <p:sp>
          <p:nvSpPr>
            <p:cNvPr id="2293" name="03_assume_matched_2292">
              <a:extLst>
                <a:ext uri="{FF2B5EF4-FFF2-40B4-BE49-F238E27FC236}">
                  <a16:creationId xmlns:a16="http://schemas.microsoft.com/office/drawing/2014/main" id="{9A2DD5E1-0969-4008-9F13-18E1BA811BAA}"/>
                </a:ext>
              </a:extLst>
            </p:cNvPr>
            <p:cNvSpPr>
              <a:spLocks/>
            </p:cNvSpPr>
            <p:nvPr/>
          </p:nvSpPr>
          <p:spPr>
            <a:xfrm>
              <a:off x="2293756" y="4852127"/>
              <a:ext cx="28398" cy="28398"/>
            </a:xfrm>
            <a:prstGeom prst="ellipse">
              <a:avLst/>
            </a:prstGeom>
            <a:solidFill>
              <a:srgbClr val="7F8C97">
                <a:alpha val="48000"/>
              </a:srgbClr>
            </a:solidFill>
            <a:ln w="0">
              <a:noFill/>
              <a:prstDash val="solid"/>
            </a:ln>
          </p:spPr>
        </p:sp>
        <p:sp>
          <p:nvSpPr>
            <p:cNvPr id="2294" name="03_assume_matched_2293">
              <a:extLst>
                <a:ext uri="{FF2B5EF4-FFF2-40B4-BE49-F238E27FC236}">
                  <a16:creationId xmlns:a16="http://schemas.microsoft.com/office/drawing/2014/main" id="{A4C93EBA-6DF1-4D1B-B138-FE7A8D079BFB}"/>
                </a:ext>
              </a:extLst>
            </p:cNvPr>
            <p:cNvSpPr>
              <a:spLocks/>
            </p:cNvSpPr>
            <p:nvPr/>
          </p:nvSpPr>
          <p:spPr>
            <a:xfrm>
              <a:off x="2278502" y="4852127"/>
              <a:ext cx="28398" cy="28398"/>
            </a:xfrm>
            <a:prstGeom prst="ellipse">
              <a:avLst/>
            </a:prstGeom>
            <a:solidFill>
              <a:srgbClr val="7F8C97">
                <a:alpha val="48000"/>
              </a:srgbClr>
            </a:solidFill>
            <a:ln w="0">
              <a:noFill/>
              <a:prstDash val="solid"/>
            </a:ln>
          </p:spPr>
        </p:sp>
        <p:sp>
          <p:nvSpPr>
            <p:cNvPr id="2295" name="03_assume_matched_2294">
              <a:extLst>
                <a:ext uri="{FF2B5EF4-FFF2-40B4-BE49-F238E27FC236}">
                  <a16:creationId xmlns:a16="http://schemas.microsoft.com/office/drawing/2014/main" id="{11839DB8-36D4-4B63-88DE-0D0AFA417982}"/>
                </a:ext>
              </a:extLst>
            </p:cNvPr>
            <p:cNvSpPr>
              <a:spLocks/>
            </p:cNvSpPr>
            <p:nvPr/>
          </p:nvSpPr>
          <p:spPr>
            <a:xfrm>
              <a:off x="2256772" y="4852127"/>
              <a:ext cx="28398" cy="28398"/>
            </a:xfrm>
            <a:prstGeom prst="ellipse">
              <a:avLst/>
            </a:prstGeom>
            <a:solidFill>
              <a:srgbClr val="7F8C97">
                <a:alpha val="48000"/>
              </a:srgbClr>
            </a:solidFill>
            <a:ln w="0">
              <a:noFill/>
              <a:prstDash val="solid"/>
            </a:ln>
          </p:spPr>
        </p:sp>
        <p:sp>
          <p:nvSpPr>
            <p:cNvPr id="2296" name="03_assume_matched_2295">
              <a:extLst>
                <a:ext uri="{FF2B5EF4-FFF2-40B4-BE49-F238E27FC236}">
                  <a16:creationId xmlns:a16="http://schemas.microsoft.com/office/drawing/2014/main" id="{1201CA4D-16B6-4DAF-9065-E7B9EDFF26A9}"/>
                </a:ext>
              </a:extLst>
            </p:cNvPr>
            <p:cNvSpPr>
              <a:spLocks/>
            </p:cNvSpPr>
            <p:nvPr/>
          </p:nvSpPr>
          <p:spPr>
            <a:xfrm>
              <a:off x="2168555" y="4852127"/>
              <a:ext cx="28398" cy="28398"/>
            </a:xfrm>
            <a:prstGeom prst="ellipse">
              <a:avLst/>
            </a:prstGeom>
            <a:solidFill>
              <a:srgbClr val="7F8C97">
                <a:alpha val="48000"/>
              </a:srgbClr>
            </a:solidFill>
            <a:ln w="0">
              <a:noFill/>
              <a:prstDash val="solid"/>
            </a:ln>
          </p:spPr>
        </p:sp>
        <p:sp>
          <p:nvSpPr>
            <p:cNvPr id="2297" name="03_assume_matched_2296">
              <a:extLst>
                <a:ext uri="{FF2B5EF4-FFF2-40B4-BE49-F238E27FC236}">
                  <a16:creationId xmlns:a16="http://schemas.microsoft.com/office/drawing/2014/main" id="{8E1F367A-5B67-47F4-B495-6D8871B50103}"/>
                </a:ext>
              </a:extLst>
            </p:cNvPr>
            <p:cNvSpPr>
              <a:spLocks/>
            </p:cNvSpPr>
            <p:nvPr/>
          </p:nvSpPr>
          <p:spPr>
            <a:xfrm>
              <a:off x="2182515" y="5436996"/>
              <a:ext cx="28398" cy="28398"/>
            </a:xfrm>
            <a:prstGeom prst="ellipse">
              <a:avLst/>
            </a:prstGeom>
            <a:solidFill>
              <a:srgbClr val="7F8C97">
                <a:alpha val="48000"/>
              </a:srgbClr>
            </a:solidFill>
            <a:ln w="0">
              <a:noFill/>
              <a:prstDash val="solid"/>
            </a:ln>
          </p:spPr>
        </p:sp>
        <p:sp>
          <p:nvSpPr>
            <p:cNvPr id="2298" name="03_assume_matched_2297">
              <a:extLst>
                <a:ext uri="{FF2B5EF4-FFF2-40B4-BE49-F238E27FC236}">
                  <a16:creationId xmlns:a16="http://schemas.microsoft.com/office/drawing/2014/main" id="{8232C665-A1EC-4B12-9A0D-2063F0BC13CA}"/>
                </a:ext>
              </a:extLst>
            </p:cNvPr>
            <p:cNvSpPr>
              <a:spLocks/>
            </p:cNvSpPr>
            <p:nvPr/>
          </p:nvSpPr>
          <p:spPr>
            <a:xfrm>
              <a:off x="2243676" y="4852127"/>
              <a:ext cx="28398" cy="28398"/>
            </a:xfrm>
            <a:prstGeom prst="ellipse">
              <a:avLst/>
            </a:prstGeom>
            <a:solidFill>
              <a:srgbClr val="7F8C97">
                <a:alpha val="48000"/>
              </a:srgbClr>
            </a:solidFill>
            <a:ln w="0">
              <a:noFill/>
              <a:prstDash val="solid"/>
            </a:ln>
          </p:spPr>
        </p:sp>
        <p:sp>
          <p:nvSpPr>
            <p:cNvPr id="2299" name="03_assume_matched_2298">
              <a:extLst>
                <a:ext uri="{FF2B5EF4-FFF2-40B4-BE49-F238E27FC236}">
                  <a16:creationId xmlns:a16="http://schemas.microsoft.com/office/drawing/2014/main" id="{B1573878-A417-4EA6-A564-D43A447F5AC5}"/>
                </a:ext>
              </a:extLst>
            </p:cNvPr>
            <p:cNvSpPr>
              <a:spLocks/>
            </p:cNvSpPr>
            <p:nvPr/>
          </p:nvSpPr>
          <p:spPr>
            <a:xfrm>
              <a:off x="2188559" y="5436996"/>
              <a:ext cx="28398" cy="28398"/>
            </a:xfrm>
            <a:prstGeom prst="ellipse">
              <a:avLst/>
            </a:prstGeom>
            <a:solidFill>
              <a:srgbClr val="7F8C97">
                <a:alpha val="48000"/>
              </a:srgbClr>
            </a:solidFill>
            <a:ln w="0">
              <a:noFill/>
              <a:prstDash val="solid"/>
            </a:ln>
          </p:spPr>
        </p:sp>
        <p:sp>
          <p:nvSpPr>
            <p:cNvPr id="2300" name="03_assume_matched_2299">
              <a:extLst>
                <a:ext uri="{FF2B5EF4-FFF2-40B4-BE49-F238E27FC236}">
                  <a16:creationId xmlns:a16="http://schemas.microsoft.com/office/drawing/2014/main" id="{63AB15D3-9327-4617-89E4-E6C6B18A605A}"/>
                </a:ext>
              </a:extLst>
            </p:cNvPr>
            <p:cNvSpPr>
              <a:spLocks/>
            </p:cNvSpPr>
            <p:nvPr/>
          </p:nvSpPr>
          <p:spPr>
            <a:xfrm>
              <a:off x="2214606" y="4852127"/>
              <a:ext cx="28398" cy="28398"/>
            </a:xfrm>
            <a:prstGeom prst="ellipse">
              <a:avLst/>
            </a:prstGeom>
            <a:solidFill>
              <a:srgbClr val="7F8C97">
                <a:alpha val="48000"/>
              </a:srgbClr>
            </a:solidFill>
            <a:ln w="0">
              <a:noFill/>
              <a:prstDash val="solid"/>
            </a:ln>
          </p:spPr>
        </p:sp>
        <p:sp>
          <p:nvSpPr>
            <p:cNvPr id="2301" name="03_assume_matched_2300">
              <a:extLst>
                <a:ext uri="{FF2B5EF4-FFF2-40B4-BE49-F238E27FC236}">
                  <a16:creationId xmlns:a16="http://schemas.microsoft.com/office/drawing/2014/main" id="{9A95EB6C-E9BF-4E07-87B7-671DA4BA8D01}"/>
                </a:ext>
              </a:extLst>
            </p:cNvPr>
            <p:cNvSpPr>
              <a:spLocks/>
            </p:cNvSpPr>
            <p:nvPr/>
          </p:nvSpPr>
          <p:spPr>
            <a:xfrm>
              <a:off x="2163662" y="5436996"/>
              <a:ext cx="28398" cy="28398"/>
            </a:xfrm>
            <a:prstGeom prst="ellipse">
              <a:avLst/>
            </a:prstGeom>
            <a:solidFill>
              <a:srgbClr val="7F8C97">
                <a:alpha val="48000"/>
              </a:srgbClr>
            </a:solidFill>
            <a:ln w="0">
              <a:noFill/>
              <a:prstDash val="solid"/>
            </a:ln>
          </p:spPr>
        </p:sp>
        <p:sp>
          <p:nvSpPr>
            <p:cNvPr id="2302" name="03_assume_matched_2301">
              <a:extLst>
                <a:ext uri="{FF2B5EF4-FFF2-40B4-BE49-F238E27FC236}">
                  <a16:creationId xmlns:a16="http://schemas.microsoft.com/office/drawing/2014/main" id="{871BA1BB-9231-4782-9CC6-E33AC78504CD}"/>
                </a:ext>
              </a:extLst>
            </p:cNvPr>
            <p:cNvSpPr>
              <a:spLocks/>
            </p:cNvSpPr>
            <p:nvPr/>
          </p:nvSpPr>
          <p:spPr>
            <a:xfrm>
              <a:off x="3036342" y="4852127"/>
              <a:ext cx="28398" cy="28398"/>
            </a:xfrm>
            <a:prstGeom prst="ellipse">
              <a:avLst/>
            </a:prstGeom>
            <a:solidFill>
              <a:srgbClr val="7F8C97">
                <a:alpha val="48000"/>
              </a:srgbClr>
            </a:solidFill>
            <a:ln w="0">
              <a:noFill/>
              <a:prstDash val="solid"/>
            </a:ln>
          </p:spPr>
        </p:sp>
        <p:sp>
          <p:nvSpPr>
            <p:cNvPr id="2303" name="03_assume_matched_2302">
              <a:extLst>
                <a:ext uri="{FF2B5EF4-FFF2-40B4-BE49-F238E27FC236}">
                  <a16:creationId xmlns:a16="http://schemas.microsoft.com/office/drawing/2014/main" id="{60DA5BB7-E915-40D3-8FA3-8C0F3397CC1C}"/>
                </a:ext>
              </a:extLst>
            </p:cNvPr>
            <p:cNvSpPr>
              <a:spLocks/>
            </p:cNvSpPr>
            <p:nvPr/>
          </p:nvSpPr>
          <p:spPr>
            <a:xfrm>
              <a:off x="3024829" y="4852127"/>
              <a:ext cx="28398" cy="28398"/>
            </a:xfrm>
            <a:prstGeom prst="ellipse">
              <a:avLst/>
            </a:prstGeom>
            <a:solidFill>
              <a:srgbClr val="7F8C97">
                <a:alpha val="48000"/>
              </a:srgbClr>
            </a:solidFill>
            <a:ln w="0">
              <a:noFill/>
              <a:prstDash val="solid"/>
            </a:ln>
          </p:spPr>
        </p:sp>
        <p:sp>
          <p:nvSpPr>
            <p:cNvPr id="2304" name="03_assume_matched_2303">
              <a:extLst>
                <a:ext uri="{FF2B5EF4-FFF2-40B4-BE49-F238E27FC236}">
                  <a16:creationId xmlns:a16="http://schemas.microsoft.com/office/drawing/2014/main" id="{4619278B-7FAC-4F71-88EF-02677863B26C}"/>
                </a:ext>
              </a:extLst>
            </p:cNvPr>
            <p:cNvSpPr>
              <a:spLocks/>
            </p:cNvSpPr>
            <p:nvPr/>
          </p:nvSpPr>
          <p:spPr>
            <a:xfrm>
              <a:off x="2967697" y="4852127"/>
              <a:ext cx="28398" cy="28398"/>
            </a:xfrm>
            <a:prstGeom prst="ellipse">
              <a:avLst/>
            </a:prstGeom>
            <a:solidFill>
              <a:srgbClr val="7F8C97">
                <a:alpha val="48000"/>
              </a:srgbClr>
            </a:solidFill>
            <a:ln w="0">
              <a:noFill/>
              <a:prstDash val="solid"/>
            </a:ln>
          </p:spPr>
        </p:sp>
        <p:sp>
          <p:nvSpPr>
            <p:cNvPr id="2305" name="03_assume_matched_2304">
              <a:extLst>
                <a:ext uri="{FF2B5EF4-FFF2-40B4-BE49-F238E27FC236}">
                  <a16:creationId xmlns:a16="http://schemas.microsoft.com/office/drawing/2014/main" id="{525A6DC9-D16F-45D7-903C-1C0C4F815C12}"/>
                </a:ext>
              </a:extLst>
            </p:cNvPr>
            <p:cNvSpPr>
              <a:spLocks/>
            </p:cNvSpPr>
            <p:nvPr/>
          </p:nvSpPr>
          <p:spPr>
            <a:xfrm>
              <a:off x="3046559" y="4852127"/>
              <a:ext cx="28398" cy="28398"/>
            </a:xfrm>
            <a:prstGeom prst="ellipse">
              <a:avLst/>
            </a:prstGeom>
            <a:solidFill>
              <a:srgbClr val="7F8C97">
                <a:alpha val="48000"/>
              </a:srgbClr>
            </a:solidFill>
            <a:ln w="0">
              <a:noFill/>
              <a:prstDash val="solid"/>
            </a:ln>
          </p:spPr>
        </p:sp>
        <p:sp>
          <p:nvSpPr>
            <p:cNvPr id="2306" name="03_assume_matched_2305">
              <a:extLst>
                <a:ext uri="{FF2B5EF4-FFF2-40B4-BE49-F238E27FC236}">
                  <a16:creationId xmlns:a16="http://schemas.microsoft.com/office/drawing/2014/main" id="{43410AA8-8BA5-41C2-A0D1-8D9F902337D2}"/>
                </a:ext>
              </a:extLst>
            </p:cNvPr>
            <p:cNvSpPr>
              <a:spLocks/>
            </p:cNvSpPr>
            <p:nvPr/>
          </p:nvSpPr>
          <p:spPr>
            <a:xfrm>
              <a:off x="3014324" y="4852127"/>
              <a:ext cx="28398" cy="28398"/>
            </a:xfrm>
            <a:prstGeom prst="ellipse">
              <a:avLst/>
            </a:prstGeom>
            <a:solidFill>
              <a:srgbClr val="7F8C97">
                <a:alpha val="48000"/>
              </a:srgbClr>
            </a:solidFill>
            <a:ln w="0">
              <a:noFill/>
              <a:prstDash val="solid"/>
            </a:ln>
          </p:spPr>
        </p:sp>
        <p:sp>
          <p:nvSpPr>
            <p:cNvPr id="2307" name="03_assume_matched_2306">
              <a:extLst>
                <a:ext uri="{FF2B5EF4-FFF2-40B4-BE49-F238E27FC236}">
                  <a16:creationId xmlns:a16="http://schemas.microsoft.com/office/drawing/2014/main" id="{99B294E6-0CD8-474C-BE27-0FF4062618FB}"/>
                </a:ext>
              </a:extLst>
            </p:cNvPr>
            <p:cNvSpPr>
              <a:spLocks/>
            </p:cNvSpPr>
            <p:nvPr/>
          </p:nvSpPr>
          <p:spPr>
            <a:xfrm>
              <a:off x="2919056" y="4852127"/>
              <a:ext cx="28398" cy="28398"/>
            </a:xfrm>
            <a:prstGeom prst="ellipse">
              <a:avLst/>
            </a:prstGeom>
            <a:solidFill>
              <a:srgbClr val="7F8C97">
                <a:alpha val="48000"/>
              </a:srgbClr>
            </a:solidFill>
            <a:ln w="0">
              <a:noFill/>
              <a:prstDash val="solid"/>
            </a:ln>
          </p:spPr>
        </p:sp>
        <p:sp>
          <p:nvSpPr>
            <p:cNvPr id="2308" name="03_assume_matched_2307">
              <a:extLst>
                <a:ext uri="{FF2B5EF4-FFF2-40B4-BE49-F238E27FC236}">
                  <a16:creationId xmlns:a16="http://schemas.microsoft.com/office/drawing/2014/main" id="{CD714A4A-8625-4214-AFC2-4FA2C0149BFB}"/>
                </a:ext>
              </a:extLst>
            </p:cNvPr>
            <p:cNvSpPr>
              <a:spLocks/>
            </p:cNvSpPr>
            <p:nvPr/>
          </p:nvSpPr>
          <p:spPr>
            <a:xfrm>
              <a:off x="2949708" y="5436996"/>
              <a:ext cx="28398" cy="28398"/>
            </a:xfrm>
            <a:prstGeom prst="ellipse">
              <a:avLst/>
            </a:prstGeom>
            <a:solidFill>
              <a:srgbClr val="7F8C97">
                <a:alpha val="48000"/>
              </a:srgbClr>
            </a:solidFill>
            <a:ln w="0">
              <a:noFill/>
              <a:prstDash val="solid"/>
            </a:ln>
          </p:spPr>
        </p:sp>
        <p:sp>
          <p:nvSpPr>
            <p:cNvPr id="2309" name="03_assume_matched_2308">
              <a:extLst>
                <a:ext uri="{FF2B5EF4-FFF2-40B4-BE49-F238E27FC236}">
                  <a16:creationId xmlns:a16="http://schemas.microsoft.com/office/drawing/2014/main" id="{035FA17E-8A44-465F-83A3-CF2D28AA116C}"/>
                </a:ext>
              </a:extLst>
            </p:cNvPr>
            <p:cNvSpPr>
              <a:spLocks/>
            </p:cNvSpPr>
            <p:nvPr/>
          </p:nvSpPr>
          <p:spPr>
            <a:xfrm>
              <a:off x="2918768" y="5290779"/>
              <a:ext cx="28398" cy="28398"/>
            </a:xfrm>
            <a:prstGeom prst="ellipse">
              <a:avLst/>
            </a:prstGeom>
            <a:solidFill>
              <a:srgbClr val="7F8C97">
                <a:alpha val="48000"/>
              </a:srgbClr>
            </a:solidFill>
            <a:ln w="0">
              <a:noFill/>
              <a:prstDash val="solid"/>
            </a:ln>
          </p:spPr>
        </p:sp>
        <p:sp>
          <p:nvSpPr>
            <p:cNvPr id="2310" name="03_assume_matched_2309">
              <a:extLst>
                <a:ext uri="{FF2B5EF4-FFF2-40B4-BE49-F238E27FC236}">
                  <a16:creationId xmlns:a16="http://schemas.microsoft.com/office/drawing/2014/main" id="{612CDC19-910D-4802-8D38-63830A0592EC}"/>
                </a:ext>
              </a:extLst>
            </p:cNvPr>
            <p:cNvSpPr>
              <a:spLocks/>
            </p:cNvSpPr>
            <p:nvPr/>
          </p:nvSpPr>
          <p:spPr>
            <a:xfrm>
              <a:off x="3000077" y="5144561"/>
              <a:ext cx="28398" cy="28398"/>
            </a:xfrm>
            <a:prstGeom prst="ellipse">
              <a:avLst/>
            </a:prstGeom>
            <a:solidFill>
              <a:srgbClr val="7F8C97">
                <a:alpha val="48000"/>
              </a:srgbClr>
            </a:solidFill>
            <a:ln w="0">
              <a:noFill/>
              <a:prstDash val="solid"/>
            </a:ln>
          </p:spPr>
        </p:sp>
        <p:sp>
          <p:nvSpPr>
            <p:cNvPr id="2311" name="03_assume_matched_2310">
              <a:extLst>
                <a:ext uri="{FF2B5EF4-FFF2-40B4-BE49-F238E27FC236}">
                  <a16:creationId xmlns:a16="http://schemas.microsoft.com/office/drawing/2014/main" id="{5A21AA41-0CF4-4949-A7B0-E240C67360A2}"/>
                </a:ext>
              </a:extLst>
            </p:cNvPr>
            <p:cNvSpPr>
              <a:spLocks/>
            </p:cNvSpPr>
            <p:nvPr/>
          </p:nvSpPr>
          <p:spPr>
            <a:xfrm>
              <a:off x="2981368" y="5436996"/>
              <a:ext cx="28398" cy="28398"/>
            </a:xfrm>
            <a:prstGeom prst="ellipse">
              <a:avLst/>
            </a:prstGeom>
            <a:solidFill>
              <a:srgbClr val="7F8C97">
                <a:alpha val="48000"/>
              </a:srgbClr>
            </a:solidFill>
            <a:ln w="0">
              <a:noFill/>
              <a:prstDash val="solid"/>
            </a:ln>
          </p:spPr>
        </p:sp>
        <p:sp>
          <p:nvSpPr>
            <p:cNvPr id="2312" name="03_assume_matched_2311">
              <a:extLst>
                <a:ext uri="{FF2B5EF4-FFF2-40B4-BE49-F238E27FC236}">
                  <a16:creationId xmlns:a16="http://schemas.microsoft.com/office/drawing/2014/main" id="{090F0F1C-3635-4F38-B87C-7A14AE892BDE}"/>
                </a:ext>
              </a:extLst>
            </p:cNvPr>
            <p:cNvSpPr>
              <a:spLocks/>
            </p:cNvSpPr>
            <p:nvPr/>
          </p:nvSpPr>
          <p:spPr>
            <a:xfrm>
              <a:off x="2966114" y="5436996"/>
              <a:ext cx="28398" cy="28398"/>
            </a:xfrm>
            <a:prstGeom prst="ellipse">
              <a:avLst/>
            </a:prstGeom>
            <a:solidFill>
              <a:srgbClr val="7F8C97">
                <a:alpha val="48000"/>
              </a:srgbClr>
            </a:solidFill>
            <a:ln w="0">
              <a:noFill/>
              <a:prstDash val="solid"/>
            </a:ln>
          </p:spPr>
        </p:sp>
        <p:sp>
          <p:nvSpPr>
            <p:cNvPr id="2313" name="03_assume_matched_2312">
              <a:extLst>
                <a:ext uri="{FF2B5EF4-FFF2-40B4-BE49-F238E27FC236}">
                  <a16:creationId xmlns:a16="http://schemas.microsoft.com/office/drawing/2014/main" id="{6E9B0E5E-50C1-4C0F-80BB-7268793BF194}"/>
                </a:ext>
              </a:extLst>
            </p:cNvPr>
            <p:cNvSpPr>
              <a:spLocks/>
            </p:cNvSpPr>
            <p:nvPr/>
          </p:nvSpPr>
          <p:spPr>
            <a:xfrm>
              <a:off x="2951867" y="5436996"/>
              <a:ext cx="28398" cy="28398"/>
            </a:xfrm>
            <a:prstGeom prst="ellipse">
              <a:avLst/>
            </a:prstGeom>
            <a:solidFill>
              <a:srgbClr val="7F8C97">
                <a:alpha val="48000"/>
              </a:srgbClr>
            </a:solidFill>
            <a:ln w="0">
              <a:noFill/>
              <a:prstDash val="solid"/>
            </a:ln>
          </p:spPr>
        </p:sp>
        <p:sp>
          <p:nvSpPr>
            <p:cNvPr id="2314" name="03_assume_matched_2313">
              <a:extLst>
                <a:ext uri="{FF2B5EF4-FFF2-40B4-BE49-F238E27FC236}">
                  <a16:creationId xmlns:a16="http://schemas.microsoft.com/office/drawing/2014/main" id="{92556094-A62A-4B56-85DC-B3C708850372}"/>
                </a:ext>
              </a:extLst>
            </p:cNvPr>
            <p:cNvSpPr>
              <a:spLocks/>
            </p:cNvSpPr>
            <p:nvPr/>
          </p:nvSpPr>
          <p:spPr>
            <a:xfrm>
              <a:off x="2968273" y="4852127"/>
              <a:ext cx="28398" cy="28398"/>
            </a:xfrm>
            <a:prstGeom prst="ellipse">
              <a:avLst/>
            </a:prstGeom>
            <a:solidFill>
              <a:srgbClr val="7F8C97">
                <a:alpha val="48000"/>
              </a:srgbClr>
            </a:solidFill>
            <a:ln w="0">
              <a:noFill/>
              <a:prstDash val="solid"/>
            </a:ln>
          </p:spPr>
        </p:sp>
        <p:sp>
          <p:nvSpPr>
            <p:cNvPr id="2315" name="03_assume_matched_2314">
              <a:extLst>
                <a:ext uri="{FF2B5EF4-FFF2-40B4-BE49-F238E27FC236}">
                  <a16:creationId xmlns:a16="http://schemas.microsoft.com/office/drawing/2014/main" id="{F7D0003E-E9AA-45A3-B5B7-73DBA173034C}"/>
                </a:ext>
              </a:extLst>
            </p:cNvPr>
            <p:cNvSpPr>
              <a:spLocks/>
            </p:cNvSpPr>
            <p:nvPr/>
          </p:nvSpPr>
          <p:spPr>
            <a:xfrm>
              <a:off x="3053467" y="5290779"/>
              <a:ext cx="28398" cy="28398"/>
            </a:xfrm>
            <a:prstGeom prst="ellipse">
              <a:avLst/>
            </a:prstGeom>
            <a:solidFill>
              <a:srgbClr val="7F8C97">
                <a:alpha val="48000"/>
              </a:srgbClr>
            </a:solidFill>
            <a:ln w="0">
              <a:noFill/>
              <a:prstDash val="solid"/>
            </a:ln>
          </p:spPr>
        </p:sp>
        <p:sp>
          <p:nvSpPr>
            <p:cNvPr id="2316" name="03_assume_matched_2315">
              <a:extLst>
                <a:ext uri="{FF2B5EF4-FFF2-40B4-BE49-F238E27FC236}">
                  <a16:creationId xmlns:a16="http://schemas.microsoft.com/office/drawing/2014/main" id="{D432D944-647B-4F3F-957E-71A7AD0AB693}"/>
                </a:ext>
              </a:extLst>
            </p:cNvPr>
            <p:cNvSpPr>
              <a:spLocks/>
            </p:cNvSpPr>
            <p:nvPr/>
          </p:nvSpPr>
          <p:spPr>
            <a:xfrm>
              <a:off x="3008423" y="4852127"/>
              <a:ext cx="28398" cy="28398"/>
            </a:xfrm>
            <a:prstGeom prst="ellipse">
              <a:avLst/>
            </a:prstGeom>
            <a:solidFill>
              <a:srgbClr val="7F8C97">
                <a:alpha val="48000"/>
              </a:srgbClr>
            </a:solidFill>
            <a:ln w="0">
              <a:noFill/>
              <a:prstDash val="solid"/>
            </a:ln>
          </p:spPr>
        </p:sp>
        <p:sp>
          <p:nvSpPr>
            <p:cNvPr id="2317" name="03_assume_matched_2316">
              <a:extLst>
                <a:ext uri="{FF2B5EF4-FFF2-40B4-BE49-F238E27FC236}">
                  <a16:creationId xmlns:a16="http://schemas.microsoft.com/office/drawing/2014/main" id="{C79E5396-9244-4300-862F-3CCBE86D3477}"/>
                </a:ext>
              </a:extLst>
            </p:cNvPr>
            <p:cNvSpPr>
              <a:spLocks/>
            </p:cNvSpPr>
            <p:nvPr/>
          </p:nvSpPr>
          <p:spPr>
            <a:xfrm>
              <a:off x="3018209" y="5372010"/>
              <a:ext cx="28398" cy="28398"/>
            </a:xfrm>
            <a:prstGeom prst="ellipse">
              <a:avLst/>
            </a:prstGeom>
            <a:solidFill>
              <a:srgbClr val="7F8C97">
                <a:alpha val="48000"/>
              </a:srgbClr>
            </a:solidFill>
            <a:ln w="0">
              <a:noFill/>
              <a:prstDash val="solid"/>
            </a:ln>
          </p:spPr>
        </p:sp>
        <p:sp>
          <p:nvSpPr>
            <p:cNvPr id="2318" name="03_assume_matched_2317">
              <a:extLst>
                <a:ext uri="{FF2B5EF4-FFF2-40B4-BE49-F238E27FC236}">
                  <a16:creationId xmlns:a16="http://schemas.microsoft.com/office/drawing/2014/main" id="{0E7B0AE4-273B-4C40-A779-BE65580B032C}"/>
                </a:ext>
              </a:extLst>
            </p:cNvPr>
            <p:cNvSpPr>
              <a:spLocks/>
            </p:cNvSpPr>
            <p:nvPr/>
          </p:nvSpPr>
          <p:spPr>
            <a:xfrm>
              <a:off x="2955033" y="5274532"/>
              <a:ext cx="28398" cy="28398"/>
            </a:xfrm>
            <a:prstGeom prst="ellipse">
              <a:avLst/>
            </a:prstGeom>
            <a:solidFill>
              <a:srgbClr val="7F8C97">
                <a:alpha val="48000"/>
              </a:srgbClr>
            </a:solidFill>
            <a:ln w="0">
              <a:noFill/>
              <a:prstDash val="solid"/>
            </a:ln>
          </p:spPr>
        </p:sp>
        <p:sp>
          <p:nvSpPr>
            <p:cNvPr id="2319" name="03_assume_matched_2318">
              <a:extLst>
                <a:ext uri="{FF2B5EF4-FFF2-40B4-BE49-F238E27FC236}">
                  <a16:creationId xmlns:a16="http://schemas.microsoft.com/office/drawing/2014/main" id="{7F728594-ABF2-49BF-AE0E-E1E0B57C6C99}"/>
                </a:ext>
              </a:extLst>
            </p:cNvPr>
            <p:cNvSpPr>
              <a:spLocks/>
            </p:cNvSpPr>
            <p:nvPr/>
          </p:nvSpPr>
          <p:spPr>
            <a:xfrm>
              <a:off x="3045408" y="5242040"/>
              <a:ext cx="28398" cy="28398"/>
            </a:xfrm>
            <a:prstGeom prst="ellipse">
              <a:avLst/>
            </a:prstGeom>
            <a:solidFill>
              <a:srgbClr val="7F8C97">
                <a:alpha val="48000"/>
              </a:srgbClr>
            </a:solidFill>
            <a:ln w="0">
              <a:noFill/>
              <a:prstDash val="solid"/>
            </a:ln>
          </p:spPr>
        </p:sp>
        <p:sp>
          <p:nvSpPr>
            <p:cNvPr id="2320" name="03_assume_matched_2319">
              <a:extLst>
                <a:ext uri="{FF2B5EF4-FFF2-40B4-BE49-F238E27FC236}">
                  <a16:creationId xmlns:a16="http://schemas.microsoft.com/office/drawing/2014/main" id="{B779FDAE-3B58-4993-871D-22B25FB3027A}"/>
                </a:ext>
              </a:extLst>
            </p:cNvPr>
            <p:cNvSpPr>
              <a:spLocks/>
            </p:cNvSpPr>
            <p:nvPr/>
          </p:nvSpPr>
          <p:spPr>
            <a:xfrm>
              <a:off x="3018497" y="4852127"/>
              <a:ext cx="28398" cy="28398"/>
            </a:xfrm>
            <a:prstGeom prst="ellipse">
              <a:avLst/>
            </a:prstGeom>
            <a:solidFill>
              <a:srgbClr val="7F8C97">
                <a:alpha val="48000"/>
              </a:srgbClr>
            </a:solidFill>
            <a:ln w="0">
              <a:noFill/>
              <a:prstDash val="solid"/>
            </a:ln>
          </p:spPr>
        </p:sp>
        <p:sp>
          <p:nvSpPr>
            <p:cNvPr id="2321" name="03_assume_matched_2320">
              <a:extLst>
                <a:ext uri="{FF2B5EF4-FFF2-40B4-BE49-F238E27FC236}">
                  <a16:creationId xmlns:a16="http://schemas.microsoft.com/office/drawing/2014/main" id="{753E449F-9A22-4D41-83FE-02D8D370C2E6}"/>
                </a:ext>
              </a:extLst>
            </p:cNvPr>
            <p:cNvSpPr>
              <a:spLocks/>
            </p:cNvSpPr>
            <p:nvPr/>
          </p:nvSpPr>
          <p:spPr>
            <a:xfrm>
              <a:off x="2936325" y="5436996"/>
              <a:ext cx="28398" cy="28398"/>
            </a:xfrm>
            <a:prstGeom prst="ellipse">
              <a:avLst/>
            </a:prstGeom>
            <a:solidFill>
              <a:srgbClr val="7F8C97">
                <a:alpha val="48000"/>
              </a:srgbClr>
            </a:solidFill>
            <a:ln w="0">
              <a:noFill/>
              <a:prstDash val="solid"/>
            </a:ln>
          </p:spPr>
        </p:sp>
        <p:sp>
          <p:nvSpPr>
            <p:cNvPr id="2322" name="03_assume_matched_2321">
              <a:extLst>
                <a:ext uri="{FF2B5EF4-FFF2-40B4-BE49-F238E27FC236}">
                  <a16:creationId xmlns:a16="http://schemas.microsoft.com/office/drawing/2014/main" id="{0906D713-2375-4AB0-B446-29B69CB7514B}"/>
                </a:ext>
              </a:extLst>
            </p:cNvPr>
            <p:cNvSpPr>
              <a:spLocks/>
            </p:cNvSpPr>
            <p:nvPr/>
          </p:nvSpPr>
          <p:spPr>
            <a:xfrm>
              <a:off x="2943664" y="4852127"/>
              <a:ext cx="28398" cy="28398"/>
            </a:xfrm>
            <a:prstGeom prst="ellipse">
              <a:avLst/>
            </a:prstGeom>
            <a:solidFill>
              <a:srgbClr val="7F8C97">
                <a:alpha val="48000"/>
              </a:srgbClr>
            </a:solidFill>
            <a:ln w="0">
              <a:noFill/>
              <a:prstDash val="solid"/>
            </a:ln>
          </p:spPr>
        </p:sp>
        <p:sp>
          <p:nvSpPr>
            <p:cNvPr id="2323" name="03_assume_matched_2322">
              <a:extLst>
                <a:ext uri="{FF2B5EF4-FFF2-40B4-BE49-F238E27FC236}">
                  <a16:creationId xmlns:a16="http://schemas.microsoft.com/office/drawing/2014/main" id="{8D8DD93D-8E1C-4D7F-B335-A69065C5A666}"/>
                </a:ext>
              </a:extLst>
            </p:cNvPr>
            <p:cNvSpPr>
              <a:spLocks/>
            </p:cNvSpPr>
            <p:nvPr/>
          </p:nvSpPr>
          <p:spPr>
            <a:xfrm>
              <a:off x="2954889" y="5242040"/>
              <a:ext cx="28398" cy="28398"/>
            </a:xfrm>
            <a:prstGeom prst="ellipse">
              <a:avLst/>
            </a:prstGeom>
            <a:solidFill>
              <a:srgbClr val="7F8C97">
                <a:alpha val="48000"/>
              </a:srgbClr>
            </a:solidFill>
            <a:ln w="0">
              <a:noFill/>
              <a:prstDash val="solid"/>
            </a:ln>
          </p:spPr>
        </p:sp>
        <p:sp>
          <p:nvSpPr>
            <p:cNvPr id="2324" name="03_assume_matched_2323">
              <a:extLst>
                <a:ext uri="{FF2B5EF4-FFF2-40B4-BE49-F238E27FC236}">
                  <a16:creationId xmlns:a16="http://schemas.microsoft.com/office/drawing/2014/main" id="{867B0D76-2901-4765-A162-763D25FF3D8C}"/>
                </a:ext>
              </a:extLst>
            </p:cNvPr>
            <p:cNvSpPr>
              <a:spLocks/>
            </p:cNvSpPr>
            <p:nvPr/>
          </p:nvSpPr>
          <p:spPr>
            <a:xfrm>
              <a:off x="3044257" y="5436996"/>
              <a:ext cx="28398" cy="28398"/>
            </a:xfrm>
            <a:prstGeom prst="ellipse">
              <a:avLst/>
            </a:prstGeom>
            <a:solidFill>
              <a:srgbClr val="7F8C97">
                <a:alpha val="48000"/>
              </a:srgbClr>
            </a:solidFill>
            <a:ln w="0">
              <a:noFill/>
              <a:prstDash val="solid"/>
            </a:ln>
          </p:spPr>
        </p:sp>
        <p:sp>
          <p:nvSpPr>
            <p:cNvPr id="2325" name="03_assume_matched_2324">
              <a:extLst>
                <a:ext uri="{FF2B5EF4-FFF2-40B4-BE49-F238E27FC236}">
                  <a16:creationId xmlns:a16="http://schemas.microsoft.com/office/drawing/2014/main" id="{4F323A50-D2E8-493D-91F6-062C57245388}"/>
                </a:ext>
              </a:extLst>
            </p:cNvPr>
            <p:cNvSpPr>
              <a:spLocks/>
            </p:cNvSpPr>
            <p:nvPr/>
          </p:nvSpPr>
          <p:spPr>
            <a:xfrm>
              <a:off x="2957192" y="4852127"/>
              <a:ext cx="28398" cy="28398"/>
            </a:xfrm>
            <a:prstGeom prst="ellipse">
              <a:avLst/>
            </a:prstGeom>
            <a:solidFill>
              <a:srgbClr val="7F8C97">
                <a:alpha val="48000"/>
              </a:srgbClr>
            </a:solidFill>
            <a:ln w="0">
              <a:noFill/>
              <a:prstDash val="solid"/>
            </a:ln>
          </p:spPr>
        </p:sp>
        <p:sp>
          <p:nvSpPr>
            <p:cNvPr id="2326" name="03_assume_matched_2325">
              <a:extLst>
                <a:ext uri="{FF2B5EF4-FFF2-40B4-BE49-F238E27FC236}">
                  <a16:creationId xmlns:a16="http://schemas.microsoft.com/office/drawing/2014/main" id="{2F80164F-A92F-4DDE-BFF0-4A99C70CECD0}"/>
                </a:ext>
              </a:extLst>
            </p:cNvPr>
            <p:cNvSpPr>
              <a:spLocks/>
            </p:cNvSpPr>
            <p:nvPr/>
          </p:nvSpPr>
          <p:spPr>
            <a:xfrm>
              <a:off x="3036198" y="5177054"/>
              <a:ext cx="28398" cy="28398"/>
            </a:xfrm>
            <a:prstGeom prst="ellipse">
              <a:avLst/>
            </a:prstGeom>
            <a:solidFill>
              <a:srgbClr val="7F8C97">
                <a:alpha val="48000"/>
              </a:srgbClr>
            </a:solidFill>
            <a:ln w="0">
              <a:noFill/>
              <a:prstDash val="solid"/>
            </a:ln>
          </p:spPr>
        </p:sp>
        <p:sp>
          <p:nvSpPr>
            <p:cNvPr id="2327" name="03_assume_matched_2326">
              <a:extLst>
                <a:ext uri="{FF2B5EF4-FFF2-40B4-BE49-F238E27FC236}">
                  <a16:creationId xmlns:a16="http://schemas.microsoft.com/office/drawing/2014/main" id="{20E70643-C656-4AB5-864D-28BE3FEC1E8E}"/>
                </a:ext>
              </a:extLst>
            </p:cNvPr>
            <p:cNvSpPr>
              <a:spLocks/>
            </p:cNvSpPr>
            <p:nvPr/>
          </p:nvSpPr>
          <p:spPr>
            <a:xfrm>
              <a:off x="3037349" y="4852127"/>
              <a:ext cx="28398" cy="28398"/>
            </a:xfrm>
            <a:prstGeom prst="ellipse">
              <a:avLst/>
            </a:prstGeom>
            <a:solidFill>
              <a:srgbClr val="7F8C97">
                <a:alpha val="48000"/>
              </a:srgbClr>
            </a:solidFill>
            <a:ln w="0">
              <a:noFill/>
              <a:prstDash val="solid"/>
            </a:ln>
          </p:spPr>
        </p:sp>
        <p:sp>
          <p:nvSpPr>
            <p:cNvPr id="2328" name="03_assume_matched_2327">
              <a:extLst>
                <a:ext uri="{FF2B5EF4-FFF2-40B4-BE49-F238E27FC236}">
                  <a16:creationId xmlns:a16="http://schemas.microsoft.com/office/drawing/2014/main" id="{F39E32D2-666C-46A3-B4A5-F90C0356EF62}"/>
                </a:ext>
              </a:extLst>
            </p:cNvPr>
            <p:cNvSpPr>
              <a:spLocks/>
            </p:cNvSpPr>
            <p:nvPr/>
          </p:nvSpPr>
          <p:spPr>
            <a:xfrm>
              <a:off x="3041091" y="5436996"/>
              <a:ext cx="28398" cy="28398"/>
            </a:xfrm>
            <a:prstGeom prst="ellipse">
              <a:avLst/>
            </a:prstGeom>
            <a:solidFill>
              <a:srgbClr val="7F8C97">
                <a:alpha val="48000"/>
              </a:srgbClr>
            </a:solidFill>
            <a:ln w="0">
              <a:noFill/>
              <a:prstDash val="solid"/>
            </a:ln>
          </p:spPr>
        </p:sp>
        <p:sp>
          <p:nvSpPr>
            <p:cNvPr id="2329" name="03_assume_matched_2328">
              <a:extLst>
                <a:ext uri="{FF2B5EF4-FFF2-40B4-BE49-F238E27FC236}">
                  <a16:creationId xmlns:a16="http://schemas.microsoft.com/office/drawing/2014/main" id="{1C306AA6-9590-4637-A9F4-BCE08478DE23}"/>
                </a:ext>
              </a:extLst>
            </p:cNvPr>
            <p:cNvSpPr>
              <a:spLocks/>
            </p:cNvSpPr>
            <p:nvPr/>
          </p:nvSpPr>
          <p:spPr>
            <a:xfrm>
              <a:off x="2958343" y="5242040"/>
              <a:ext cx="28398" cy="28398"/>
            </a:xfrm>
            <a:prstGeom prst="ellipse">
              <a:avLst/>
            </a:prstGeom>
            <a:solidFill>
              <a:srgbClr val="7F8C97">
                <a:alpha val="48000"/>
              </a:srgbClr>
            </a:solidFill>
            <a:ln w="0">
              <a:noFill/>
              <a:prstDash val="solid"/>
            </a:ln>
          </p:spPr>
        </p:sp>
        <p:sp>
          <p:nvSpPr>
            <p:cNvPr id="2330" name="03_assume_matched_2329">
              <a:extLst>
                <a:ext uri="{FF2B5EF4-FFF2-40B4-BE49-F238E27FC236}">
                  <a16:creationId xmlns:a16="http://schemas.microsoft.com/office/drawing/2014/main" id="{FBD073FD-2285-4B4C-A6A5-C8F7014E2784}"/>
                </a:ext>
              </a:extLst>
            </p:cNvPr>
            <p:cNvSpPr>
              <a:spLocks/>
            </p:cNvSpPr>
            <p:nvPr/>
          </p:nvSpPr>
          <p:spPr>
            <a:xfrm>
              <a:off x="2936613" y="4998344"/>
              <a:ext cx="28398" cy="28398"/>
            </a:xfrm>
            <a:prstGeom prst="ellipse">
              <a:avLst/>
            </a:prstGeom>
            <a:solidFill>
              <a:srgbClr val="7F8C97">
                <a:alpha val="48000"/>
              </a:srgbClr>
            </a:solidFill>
            <a:ln w="0">
              <a:noFill/>
              <a:prstDash val="solid"/>
            </a:ln>
          </p:spPr>
        </p:sp>
        <p:sp>
          <p:nvSpPr>
            <p:cNvPr id="2331" name="03_assume_matched_2330">
              <a:extLst>
                <a:ext uri="{FF2B5EF4-FFF2-40B4-BE49-F238E27FC236}">
                  <a16:creationId xmlns:a16="http://schemas.microsoft.com/office/drawing/2014/main" id="{61CFAF91-71A3-42E7-9E06-FD441D1B50DA}"/>
                </a:ext>
              </a:extLst>
            </p:cNvPr>
            <p:cNvSpPr>
              <a:spLocks/>
            </p:cNvSpPr>
            <p:nvPr/>
          </p:nvSpPr>
          <p:spPr>
            <a:xfrm>
              <a:off x="3020368" y="5436996"/>
              <a:ext cx="28398" cy="28398"/>
            </a:xfrm>
            <a:prstGeom prst="ellipse">
              <a:avLst/>
            </a:prstGeom>
            <a:solidFill>
              <a:srgbClr val="7F8C97">
                <a:alpha val="48000"/>
              </a:srgbClr>
            </a:solidFill>
            <a:ln w="0">
              <a:noFill/>
              <a:prstDash val="solid"/>
            </a:ln>
          </p:spPr>
        </p:sp>
        <p:sp>
          <p:nvSpPr>
            <p:cNvPr id="2332" name="03_assume_matched_2331">
              <a:extLst>
                <a:ext uri="{FF2B5EF4-FFF2-40B4-BE49-F238E27FC236}">
                  <a16:creationId xmlns:a16="http://schemas.microsoft.com/office/drawing/2014/main" id="{031D9232-05FB-443F-A5AC-595EF42B41C6}"/>
                </a:ext>
              </a:extLst>
            </p:cNvPr>
            <p:cNvSpPr>
              <a:spLocks/>
            </p:cNvSpPr>
            <p:nvPr/>
          </p:nvSpPr>
          <p:spPr>
            <a:xfrm>
              <a:off x="2929849" y="4852127"/>
              <a:ext cx="28398" cy="28398"/>
            </a:xfrm>
            <a:prstGeom prst="ellipse">
              <a:avLst/>
            </a:prstGeom>
            <a:solidFill>
              <a:srgbClr val="7F8C97">
                <a:alpha val="48000"/>
              </a:srgbClr>
            </a:solidFill>
            <a:ln w="0">
              <a:noFill/>
              <a:prstDash val="solid"/>
            </a:ln>
          </p:spPr>
        </p:sp>
        <p:sp>
          <p:nvSpPr>
            <p:cNvPr id="2333" name="03_assume_matched_2332">
              <a:extLst>
                <a:ext uri="{FF2B5EF4-FFF2-40B4-BE49-F238E27FC236}">
                  <a16:creationId xmlns:a16="http://schemas.microsoft.com/office/drawing/2014/main" id="{4B9B222D-45CB-4E14-A43D-2D35319C76FC}"/>
                </a:ext>
              </a:extLst>
            </p:cNvPr>
            <p:cNvSpPr>
              <a:spLocks/>
            </p:cNvSpPr>
            <p:nvPr/>
          </p:nvSpPr>
          <p:spPr>
            <a:xfrm>
              <a:off x="3023965" y="4852127"/>
              <a:ext cx="28398" cy="28398"/>
            </a:xfrm>
            <a:prstGeom prst="ellipse">
              <a:avLst/>
            </a:prstGeom>
            <a:solidFill>
              <a:srgbClr val="7F8C97">
                <a:alpha val="48000"/>
              </a:srgbClr>
            </a:solidFill>
            <a:ln w="0">
              <a:noFill/>
              <a:prstDash val="solid"/>
            </a:ln>
          </p:spPr>
        </p:sp>
        <p:sp>
          <p:nvSpPr>
            <p:cNvPr id="2334" name="03_assume_matched_2333">
              <a:extLst>
                <a:ext uri="{FF2B5EF4-FFF2-40B4-BE49-F238E27FC236}">
                  <a16:creationId xmlns:a16="http://schemas.microsoft.com/office/drawing/2014/main" id="{C3781704-7FC1-4006-9240-8D89E6A42997}"/>
                </a:ext>
              </a:extLst>
            </p:cNvPr>
            <p:cNvSpPr>
              <a:spLocks/>
            </p:cNvSpPr>
            <p:nvPr/>
          </p:nvSpPr>
          <p:spPr>
            <a:xfrm>
              <a:off x="2931144" y="5436996"/>
              <a:ext cx="28398" cy="28398"/>
            </a:xfrm>
            <a:prstGeom prst="ellipse">
              <a:avLst/>
            </a:prstGeom>
            <a:solidFill>
              <a:srgbClr val="7F8C97">
                <a:alpha val="48000"/>
              </a:srgbClr>
            </a:solidFill>
            <a:ln w="0">
              <a:noFill/>
              <a:prstDash val="solid"/>
            </a:ln>
          </p:spPr>
        </p:sp>
        <p:sp>
          <p:nvSpPr>
            <p:cNvPr id="2335" name="03_assume_matched_2334">
              <a:extLst>
                <a:ext uri="{FF2B5EF4-FFF2-40B4-BE49-F238E27FC236}">
                  <a16:creationId xmlns:a16="http://schemas.microsoft.com/office/drawing/2014/main" id="{CB56B584-4DC2-4BC1-8D3E-528C698D45C0}"/>
                </a:ext>
              </a:extLst>
            </p:cNvPr>
            <p:cNvSpPr>
              <a:spLocks/>
            </p:cNvSpPr>
            <p:nvPr/>
          </p:nvSpPr>
          <p:spPr>
            <a:xfrm>
              <a:off x="3051596" y="4852127"/>
              <a:ext cx="28398" cy="28398"/>
            </a:xfrm>
            <a:prstGeom prst="ellipse">
              <a:avLst/>
            </a:prstGeom>
            <a:solidFill>
              <a:srgbClr val="7F8C97">
                <a:alpha val="48000"/>
              </a:srgbClr>
            </a:solidFill>
            <a:ln w="0">
              <a:noFill/>
              <a:prstDash val="solid"/>
            </a:ln>
          </p:spPr>
        </p:sp>
        <p:sp>
          <p:nvSpPr>
            <p:cNvPr id="2336" name="03_assume_matched_2335">
              <a:extLst>
                <a:ext uri="{FF2B5EF4-FFF2-40B4-BE49-F238E27FC236}">
                  <a16:creationId xmlns:a16="http://schemas.microsoft.com/office/drawing/2014/main" id="{E8EBAB44-A39B-41BE-8A7F-90ED37FDBCA4}"/>
                </a:ext>
              </a:extLst>
            </p:cNvPr>
            <p:cNvSpPr>
              <a:spLocks/>
            </p:cNvSpPr>
            <p:nvPr/>
          </p:nvSpPr>
          <p:spPr>
            <a:xfrm>
              <a:off x="3029578" y="4852127"/>
              <a:ext cx="28398" cy="28398"/>
            </a:xfrm>
            <a:prstGeom prst="ellipse">
              <a:avLst/>
            </a:prstGeom>
            <a:solidFill>
              <a:srgbClr val="7F8C97">
                <a:alpha val="48000"/>
              </a:srgbClr>
            </a:solidFill>
            <a:ln w="0">
              <a:noFill/>
              <a:prstDash val="solid"/>
            </a:ln>
          </p:spPr>
        </p:sp>
        <p:sp>
          <p:nvSpPr>
            <p:cNvPr id="2337" name="03_assume_matched_2336">
              <a:extLst>
                <a:ext uri="{FF2B5EF4-FFF2-40B4-BE49-F238E27FC236}">
                  <a16:creationId xmlns:a16="http://schemas.microsoft.com/office/drawing/2014/main" id="{D64C7B0E-EFA6-463B-861C-46C7E628999E}"/>
                </a:ext>
              </a:extLst>
            </p:cNvPr>
            <p:cNvSpPr>
              <a:spLocks/>
            </p:cNvSpPr>
            <p:nvPr/>
          </p:nvSpPr>
          <p:spPr>
            <a:xfrm>
              <a:off x="2977483" y="4852127"/>
              <a:ext cx="28398" cy="28398"/>
            </a:xfrm>
            <a:prstGeom prst="ellipse">
              <a:avLst/>
            </a:prstGeom>
            <a:solidFill>
              <a:srgbClr val="7F8C97">
                <a:alpha val="48000"/>
              </a:srgbClr>
            </a:solidFill>
            <a:ln w="0">
              <a:noFill/>
              <a:prstDash val="solid"/>
            </a:ln>
          </p:spPr>
        </p:sp>
        <p:sp>
          <p:nvSpPr>
            <p:cNvPr id="2338" name="03_assume_matched_2337">
              <a:extLst>
                <a:ext uri="{FF2B5EF4-FFF2-40B4-BE49-F238E27FC236}">
                  <a16:creationId xmlns:a16="http://schemas.microsoft.com/office/drawing/2014/main" id="{FA5F1F19-E705-4522-BB11-D54B3909B89D}"/>
                </a:ext>
              </a:extLst>
            </p:cNvPr>
            <p:cNvSpPr>
              <a:spLocks/>
            </p:cNvSpPr>
            <p:nvPr/>
          </p:nvSpPr>
          <p:spPr>
            <a:xfrm>
              <a:off x="2953162" y="4852127"/>
              <a:ext cx="28398" cy="28398"/>
            </a:xfrm>
            <a:prstGeom prst="ellipse">
              <a:avLst/>
            </a:prstGeom>
            <a:solidFill>
              <a:srgbClr val="7F8C97">
                <a:alpha val="48000"/>
              </a:srgbClr>
            </a:solidFill>
            <a:ln w="0">
              <a:noFill/>
              <a:prstDash val="solid"/>
            </a:ln>
          </p:spPr>
        </p:sp>
        <p:sp>
          <p:nvSpPr>
            <p:cNvPr id="2339" name="03_assume_matched_2338">
              <a:extLst>
                <a:ext uri="{FF2B5EF4-FFF2-40B4-BE49-F238E27FC236}">
                  <a16:creationId xmlns:a16="http://schemas.microsoft.com/office/drawing/2014/main" id="{B50E6F80-E2EF-46B7-82D1-749A23C76223}"/>
                </a:ext>
              </a:extLst>
            </p:cNvPr>
            <p:cNvSpPr>
              <a:spLocks/>
            </p:cNvSpPr>
            <p:nvPr/>
          </p:nvSpPr>
          <p:spPr>
            <a:xfrm>
              <a:off x="3055625" y="5436996"/>
              <a:ext cx="28398" cy="28398"/>
            </a:xfrm>
            <a:prstGeom prst="ellipse">
              <a:avLst/>
            </a:prstGeom>
            <a:solidFill>
              <a:srgbClr val="7F8C97">
                <a:alpha val="48000"/>
              </a:srgbClr>
            </a:solidFill>
            <a:ln w="0">
              <a:noFill/>
              <a:prstDash val="solid"/>
            </a:ln>
          </p:spPr>
        </p:sp>
        <p:sp>
          <p:nvSpPr>
            <p:cNvPr id="2340" name="03_assume_matched_2339">
              <a:extLst>
                <a:ext uri="{FF2B5EF4-FFF2-40B4-BE49-F238E27FC236}">
                  <a16:creationId xmlns:a16="http://schemas.microsoft.com/office/drawing/2014/main" id="{CD01F162-8593-4346-9904-5E9B957A6128}"/>
                </a:ext>
              </a:extLst>
            </p:cNvPr>
            <p:cNvSpPr>
              <a:spLocks/>
            </p:cNvSpPr>
            <p:nvPr/>
          </p:nvSpPr>
          <p:spPr>
            <a:xfrm>
              <a:off x="3003386" y="4852127"/>
              <a:ext cx="28398" cy="28398"/>
            </a:xfrm>
            <a:prstGeom prst="ellipse">
              <a:avLst/>
            </a:prstGeom>
            <a:solidFill>
              <a:srgbClr val="7F8C97">
                <a:alpha val="48000"/>
              </a:srgbClr>
            </a:solidFill>
            <a:ln w="0">
              <a:noFill/>
              <a:prstDash val="solid"/>
            </a:ln>
          </p:spPr>
        </p:sp>
        <p:sp>
          <p:nvSpPr>
            <p:cNvPr id="2341" name="03_assume_matched_2340">
              <a:extLst>
                <a:ext uri="{FF2B5EF4-FFF2-40B4-BE49-F238E27FC236}">
                  <a16:creationId xmlns:a16="http://schemas.microsoft.com/office/drawing/2014/main" id="{DB1C198F-A3D4-45F5-BBF0-B02CE050C083}"/>
                </a:ext>
              </a:extLst>
            </p:cNvPr>
            <p:cNvSpPr>
              <a:spLocks/>
            </p:cNvSpPr>
            <p:nvPr/>
          </p:nvSpPr>
          <p:spPr>
            <a:xfrm>
              <a:off x="3036198" y="5436996"/>
              <a:ext cx="28398" cy="28398"/>
            </a:xfrm>
            <a:prstGeom prst="ellipse">
              <a:avLst/>
            </a:prstGeom>
            <a:solidFill>
              <a:srgbClr val="7F8C97">
                <a:alpha val="48000"/>
              </a:srgbClr>
            </a:solidFill>
            <a:ln w="0">
              <a:noFill/>
              <a:prstDash val="solid"/>
            </a:ln>
          </p:spPr>
        </p:sp>
        <p:sp>
          <p:nvSpPr>
            <p:cNvPr id="2342" name="03_assume_matched_2341">
              <a:extLst>
                <a:ext uri="{FF2B5EF4-FFF2-40B4-BE49-F238E27FC236}">
                  <a16:creationId xmlns:a16="http://schemas.microsoft.com/office/drawing/2014/main" id="{84C812EA-F982-410A-B1C0-F5184C0CE8E0}"/>
                </a:ext>
              </a:extLst>
            </p:cNvPr>
            <p:cNvSpPr>
              <a:spLocks/>
            </p:cNvSpPr>
            <p:nvPr/>
          </p:nvSpPr>
          <p:spPr>
            <a:xfrm>
              <a:off x="2935317" y="4969101"/>
              <a:ext cx="28398" cy="28398"/>
            </a:xfrm>
            <a:prstGeom prst="ellipse">
              <a:avLst/>
            </a:prstGeom>
            <a:solidFill>
              <a:srgbClr val="7F8C97">
                <a:alpha val="48000"/>
              </a:srgbClr>
            </a:solidFill>
            <a:ln w="0">
              <a:noFill/>
              <a:prstDash val="solid"/>
            </a:ln>
          </p:spPr>
        </p:sp>
        <p:sp>
          <p:nvSpPr>
            <p:cNvPr id="2343" name="03_assume_matched_2342">
              <a:extLst>
                <a:ext uri="{FF2B5EF4-FFF2-40B4-BE49-F238E27FC236}">
                  <a16:creationId xmlns:a16="http://schemas.microsoft.com/office/drawing/2014/main" id="{4B7D1D48-A9E7-4C16-8759-DF0DCD51954E}"/>
                </a:ext>
              </a:extLst>
            </p:cNvPr>
            <p:cNvSpPr>
              <a:spLocks/>
            </p:cNvSpPr>
            <p:nvPr/>
          </p:nvSpPr>
          <p:spPr>
            <a:xfrm>
              <a:off x="3027275" y="5144561"/>
              <a:ext cx="28398" cy="28398"/>
            </a:xfrm>
            <a:prstGeom prst="ellipse">
              <a:avLst/>
            </a:prstGeom>
            <a:solidFill>
              <a:srgbClr val="7F8C97">
                <a:alpha val="48000"/>
              </a:srgbClr>
            </a:solidFill>
            <a:ln w="0">
              <a:noFill/>
              <a:prstDash val="solid"/>
            </a:ln>
          </p:spPr>
        </p:sp>
        <p:sp>
          <p:nvSpPr>
            <p:cNvPr id="2344" name="03_assume_matched_2343">
              <a:extLst>
                <a:ext uri="{FF2B5EF4-FFF2-40B4-BE49-F238E27FC236}">
                  <a16:creationId xmlns:a16="http://schemas.microsoft.com/office/drawing/2014/main" id="{683BCCF0-F333-41D3-84E4-F4494DEEC1F7}"/>
                </a:ext>
              </a:extLst>
            </p:cNvPr>
            <p:cNvSpPr>
              <a:spLocks/>
            </p:cNvSpPr>
            <p:nvPr/>
          </p:nvSpPr>
          <p:spPr>
            <a:xfrm>
              <a:off x="3006409" y="4949605"/>
              <a:ext cx="28398" cy="28398"/>
            </a:xfrm>
            <a:prstGeom prst="ellipse">
              <a:avLst/>
            </a:prstGeom>
            <a:solidFill>
              <a:srgbClr val="7F8C97">
                <a:alpha val="48000"/>
              </a:srgbClr>
            </a:solidFill>
            <a:ln w="0">
              <a:noFill/>
              <a:prstDash val="solid"/>
            </a:ln>
          </p:spPr>
        </p:sp>
        <p:sp>
          <p:nvSpPr>
            <p:cNvPr id="2345" name="03_assume_matched_2344">
              <a:extLst>
                <a:ext uri="{FF2B5EF4-FFF2-40B4-BE49-F238E27FC236}">
                  <a16:creationId xmlns:a16="http://schemas.microsoft.com/office/drawing/2014/main" id="{4B8B258E-B8B9-4F09-92A4-1F8B9B177294}"/>
                </a:ext>
              </a:extLst>
            </p:cNvPr>
            <p:cNvSpPr>
              <a:spLocks/>
            </p:cNvSpPr>
            <p:nvPr/>
          </p:nvSpPr>
          <p:spPr>
            <a:xfrm>
              <a:off x="2915026" y="4852127"/>
              <a:ext cx="28398" cy="28398"/>
            </a:xfrm>
            <a:prstGeom prst="ellipse">
              <a:avLst/>
            </a:prstGeom>
            <a:solidFill>
              <a:srgbClr val="7F8C97">
                <a:alpha val="48000"/>
              </a:srgbClr>
            </a:solidFill>
            <a:ln w="0">
              <a:noFill/>
              <a:prstDash val="solid"/>
            </a:ln>
          </p:spPr>
        </p:sp>
        <p:sp>
          <p:nvSpPr>
            <p:cNvPr id="2346" name="03_assume_matched_2345">
              <a:extLst>
                <a:ext uri="{FF2B5EF4-FFF2-40B4-BE49-F238E27FC236}">
                  <a16:creationId xmlns:a16="http://schemas.microsoft.com/office/drawing/2014/main" id="{319CAE65-FE09-486D-9CB0-B80149A2F62A}"/>
                </a:ext>
              </a:extLst>
            </p:cNvPr>
            <p:cNvSpPr>
              <a:spLocks/>
            </p:cNvSpPr>
            <p:nvPr/>
          </p:nvSpPr>
          <p:spPr>
            <a:xfrm>
              <a:off x="2974317" y="5436996"/>
              <a:ext cx="28398" cy="28398"/>
            </a:xfrm>
            <a:prstGeom prst="ellipse">
              <a:avLst/>
            </a:prstGeom>
            <a:solidFill>
              <a:srgbClr val="7F8C97">
                <a:alpha val="48000"/>
              </a:srgbClr>
            </a:solidFill>
            <a:ln w="0">
              <a:noFill/>
              <a:prstDash val="solid"/>
            </a:ln>
          </p:spPr>
        </p:sp>
        <p:sp>
          <p:nvSpPr>
            <p:cNvPr id="2347" name="03_assume_matched_2346">
              <a:extLst>
                <a:ext uri="{FF2B5EF4-FFF2-40B4-BE49-F238E27FC236}">
                  <a16:creationId xmlns:a16="http://schemas.microsoft.com/office/drawing/2014/main" id="{EF98863E-1EE8-45D6-A489-7F40788E3F65}"/>
                </a:ext>
              </a:extLst>
            </p:cNvPr>
            <p:cNvSpPr>
              <a:spLocks/>
            </p:cNvSpPr>
            <p:nvPr/>
          </p:nvSpPr>
          <p:spPr>
            <a:xfrm>
              <a:off x="2956472" y="5436996"/>
              <a:ext cx="28398" cy="28398"/>
            </a:xfrm>
            <a:prstGeom prst="ellipse">
              <a:avLst/>
            </a:prstGeom>
            <a:solidFill>
              <a:srgbClr val="7F8C97">
                <a:alpha val="48000"/>
              </a:srgbClr>
            </a:solidFill>
            <a:ln w="0">
              <a:noFill/>
              <a:prstDash val="solid"/>
            </a:ln>
          </p:spPr>
        </p:sp>
        <p:sp>
          <p:nvSpPr>
            <p:cNvPr id="2348" name="03_assume_matched_2347">
              <a:extLst>
                <a:ext uri="{FF2B5EF4-FFF2-40B4-BE49-F238E27FC236}">
                  <a16:creationId xmlns:a16="http://schemas.microsoft.com/office/drawing/2014/main" id="{C0BFF508-FB65-40E7-88C6-137785109136}"/>
                </a:ext>
              </a:extLst>
            </p:cNvPr>
            <p:cNvSpPr>
              <a:spLocks/>
            </p:cNvSpPr>
            <p:nvPr/>
          </p:nvSpPr>
          <p:spPr>
            <a:xfrm>
              <a:off x="2988708" y="4852127"/>
              <a:ext cx="28398" cy="28398"/>
            </a:xfrm>
            <a:prstGeom prst="ellipse">
              <a:avLst/>
            </a:prstGeom>
            <a:solidFill>
              <a:srgbClr val="7F8C97">
                <a:alpha val="48000"/>
              </a:srgbClr>
            </a:solidFill>
            <a:ln w="0">
              <a:noFill/>
              <a:prstDash val="solid"/>
            </a:ln>
          </p:spPr>
        </p:sp>
        <p:sp>
          <p:nvSpPr>
            <p:cNvPr id="2349" name="03_assume_matched_2348">
              <a:extLst>
                <a:ext uri="{FF2B5EF4-FFF2-40B4-BE49-F238E27FC236}">
                  <a16:creationId xmlns:a16="http://schemas.microsoft.com/office/drawing/2014/main" id="{6C328851-FBD9-4264-AD2A-6D96CC845904}"/>
                </a:ext>
              </a:extLst>
            </p:cNvPr>
            <p:cNvSpPr>
              <a:spLocks/>
            </p:cNvSpPr>
            <p:nvPr/>
          </p:nvSpPr>
          <p:spPr>
            <a:xfrm>
              <a:off x="2970575" y="5388257"/>
              <a:ext cx="28398" cy="28398"/>
            </a:xfrm>
            <a:prstGeom prst="ellipse">
              <a:avLst/>
            </a:prstGeom>
            <a:solidFill>
              <a:srgbClr val="7F8C97">
                <a:alpha val="48000"/>
              </a:srgbClr>
            </a:solidFill>
            <a:ln w="0">
              <a:noFill/>
              <a:prstDash val="solid"/>
            </a:ln>
          </p:spPr>
        </p:sp>
        <p:sp>
          <p:nvSpPr>
            <p:cNvPr id="2350" name="03_assume_matched_2349">
              <a:extLst>
                <a:ext uri="{FF2B5EF4-FFF2-40B4-BE49-F238E27FC236}">
                  <a16:creationId xmlns:a16="http://schemas.microsoft.com/office/drawing/2014/main" id="{2E358AD7-C432-45AD-88A8-53A5208E74B8}"/>
                </a:ext>
              </a:extLst>
            </p:cNvPr>
            <p:cNvSpPr>
              <a:spLocks/>
            </p:cNvSpPr>
            <p:nvPr/>
          </p:nvSpPr>
          <p:spPr>
            <a:xfrm>
              <a:off x="3032744" y="5290779"/>
              <a:ext cx="28398" cy="28398"/>
            </a:xfrm>
            <a:prstGeom prst="ellipse">
              <a:avLst/>
            </a:prstGeom>
            <a:solidFill>
              <a:srgbClr val="7F8C97">
                <a:alpha val="48000"/>
              </a:srgbClr>
            </a:solidFill>
            <a:ln w="0">
              <a:noFill/>
              <a:prstDash val="solid"/>
            </a:ln>
          </p:spPr>
        </p:sp>
        <p:sp>
          <p:nvSpPr>
            <p:cNvPr id="2351" name="03_assume_matched_2350">
              <a:extLst>
                <a:ext uri="{FF2B5EF4-FFF2-40B4-BE49-F238E27FC236}">
                  <a16:creationId xmlns:a16="http://schemas.microsoft.com/office/drawing/2014/main" id="{C4D2B28B-8EF3-4102-9A53-EE62800B4D62}"/>
                </a:ext>
              </a:extLst>
            </p:cNvPr>
            <p:cNvSpPr>
              <a:spLocks/>
            </p:cNvSpPr>
            <p:nvPr/>
          </p:nvSpPr>
          <p:spPr>
            <a:xfrm>
              <a:off x="2930856" y="4852127"/>
              <a:ext cx="28398" cy="28398"/>
            </a:xfrm>
            <a:prstGeom prst="ellipse">
              <a:avLst/>
            </a:prstGeom>
            <a:solidFill>
              <a:srgbClr val="7F8C97">
                <a:alpha val="48000"/>
              </a:srgbClr>
            </a:solidFill>
            <a:ln w="0">
              <a:noFill/>
              <a:prstDash val="solid"/>
            </a:ln>
          </p:spPr>
        </p:sp>
        <p:sp>
          <p:nvSpPr>
            <p:cNvPr id="2352" name="03_assume_matched_2351">
              <a:extLst>
                <a:ext uri="{FF2B5EF4-FFF2-40B4-BE49-F238E27FC236}">
                  <a16:creationId xmlns:a16="http://schemas.microsoft.com/office/drawing/2014/main" id="{859B8C0A-D6D0-43BE-B649-A6530CDA81C5}"/>
                </a:ext>
              </a:extLst>
            </p:cNvPr>
            <p:cNvSpPr>
              <a:spLocks/>
            </p:cNvSpPr>
            <p:nvPr/>
          </p:nvSpPr>
          <p:spPr>
            <a:xfrm>
              <a:off x="2937476" y="5436996"/>
              <a:ext cx="28398" cy="28398"/>
            </a:xfrm>
            <a:prstGeom prst="ellipse">
              <a:avLst/>
            </a:prstGeom>
            <a:solidFill>
              <a:srgbClr val="7F8C97">
                <a:alpha val="48000"/>
              </a:srgbClr>
            </a:solidFill>
            <a:ln w="0">
              <a:noFill/>
              <a:prstDash val="solid"/>
            </a:ln>
          </p:spPr>
        </p:sp>
        <p:sp>
          <p:nvSpPr>
            <p:cNvPr id="2353" name="03_assume_matched_2352">
              <a:extLst>
                <a:ext uri="{FF2B5EF4-FFF2-40B4-BE49-F238E27FC236}">
                  <a16:creationId xmlns:a16="http://schemas.microsoft.com/office/drawing/2014/main" id="{D12823CE-419A-4CEF-B4A4-041D5C7355D3}"/>
                </a:ext>
              </a:extLst>
            </p:cNvPr>
            <p:cNvSpPr>
              <a:spLocks/>
            </p:cNvSpPr>
            <p:nvPr/>
          </p:nvSpPr>
          <p:spPr>
            <a:xfrm>
              <a:off x="2997342" y="4852127"/>
              <a:ext cx="28398" cy="28398"/>
            </a:xfrm>
            <a:prstGeom prst="ellipse">
              <a:avLst/>
            </a:prstGeom>
            <a:solidFill>
              <a:srgbClr val="7F8C97">
                <a:alpha val="48000"/>
              </a:srgbClr>
            </a:solidFill>
            <a:ln w="0">
              <a:noFill/>
              <a:prstDash val="solid"/>
            </a:ln>
          </p:spPr>
        </p:sp>
        <p:sp>
          <p:nvSpPr>
            <p:cNvPr id="2354" name="03_assume_matched_2353">
              <a:extLst>
                <a:ext uri="{FF2B5EF4-FFF2-40B4-BE49-F238E27FC236}">
                  <a16:creationId xmlns:a16="http://schemas.microsoft.com/office/drawing/2014/main" id="{77907E55-D013-4745-B0DB-202F808243F6}"/>
                </a:ext>
              </a:extLst>
            </p:cNvPr>
            <p:cNvSpPr>
              <a:spLocks/>
            </p:cNvSpPr>
            <p:nvPr/>
          </p:nvSpPr>
          <p:spPr>
            <a:xfrm>
              <a:off x="2996047" y="4852127"/>
              <a:ext cx="28398" cy="28398"/>
            </a:xfrm>
            <a:prstGeom prst="ellipse">
              <a:avLst/>
            </a:prstGeom>
            <a:solidFill>
              <a:srgbClr val="7F8C97">
                <a:alpha val="48000"/>
              </a:srgbClr>
            </a:solidFill>
            <a:ln w="0">
              <a:noFill/>
              <a:prstDash val="solid"/>
            </a:ln>
          </p:spPr>
        </p:sp>
        <p:sp>
          <p:nvSpPr>
            <p:cNvPr id="2355" name="03_assume_matched_2354">
              <a:extLst>
                <a:ext uri="{FF2B5EF4-FFF2-40B4-BE49-F238E27FC236}">
                  <a16:creationId xmlns:a16="http://schemas.microsoft.com/office/drawing/2014/main" id="{C974A9B9-8B52-426D-B097-2ABE0301643A}"/>
                </a:ext>
              </a:extLst>
            </p:cNvPr>
            <p:cNvSpPr>
              <a:spLocks/>
            </p:cNvSpPr>
            <p:nvPr/>
          </p:nvSpPr>
          <p:spPr>
            <a:xfrm>
              <a:off x="3042817" y="4852127"/>
              <a:ext cx="28398" cy="28398"/>
            </a:xfrm>
            <a:prstGeom prst="ellipse">
              <a:avLst/>
            </a:prstGeom>
            <a:solidFill>
              <a:srgbClr val="7F8C97">
                <a:alpha val="48000"/>
              </a:srgbClr>
            </a:solidFill>
            <a:ln w="0">
              <a:noFill/>
              <a:prstDash val="solid"/>
            </a:ln>
          </p:spPr>
        </p:sp>
        <p:sp>
          <p:nvSpPr>
            <p:cNvPr id="2356" name="03_assume_matched_2355">
              <a:extLst>
                <a:ext uri="{FF2B5EF4-FFF2-40B4-BE49-F238E27FC236}">
                  <a16:creationId xmlns:a16="http://schemas.microsoft.com/office/drawing/2014/main" id="{E65B37D0-0EFA-48A6-A498-6C85BBA4F8A6}"/>
                </a:ext>
              </a:extLst>
            </p:cNvPr>
            <p:cNvSpPr>
              <a:spLocks/>
            </p:cNvSpPr>
            <p:nvPr/>
          </p:nvSpPr>
          <p:spPr>
            <a:xfrm>
              <a:off x="3021087" y="4852127"/>
              <a:ext cx="28398" cy="28398"/>
            </a:xfrm>
            <a:prstGeom prst="ellipse">
              <a:avLst/>
            </a:prstGeom>
            <a:solidFill>
              <a:srgbClr val="7F8C97">
                <a:alpha val="48000"/>
              </a:srgbClr>
            </a:solidFill>
            <a:ln w="0">
              <a:noFill/>
              <a:prstDash val="solid"/>
            </a:ln>
          </p:spPr>
        </p:sp>
        <p:sp>
          <p:nvSpPr>
            <p:cNvPr id="2357" name="03_assume_matched_2356">
              <a:extLst>
                <a:ext uri="{FF2B5EF4-FFF2-40B4-BE49-F238E27FC236}">
                  <a16:creationId xmlns:a16="http://schemas.microsoft.com/office/drawing/2014/main" id="{6994FEC1-83DB-4362-9E47-B1C9ED8B4A15}"/>
                </a:ext>
              </a:extLst>
            </p:cNvPr>
            <p:cNvSpPr>
              <a:spLocks/>
            </p:cNvSpPr>
            <p:nvPr/>
          </p:nvSpPr>
          <p:spPr>
            <a:xfrm>
              <a:off x="2953162" y="5436996"/>
              <a:ext cx="28398" cy="28398"/>
            </a:xfrm>
            <a:prstGeom prst="ellipse">
              <a:avLst/>
            </a:prstGeom>
            <a:solidFill>
              <a:srgbClr val="7F8C97">
                <a:alpha val="48000"/>
              </a:srgbClr>
            </a:solidFill>
            <a:ln w="0">
              <a:noFill/>
              <a:prstDash val="solid"/>
            </a:ln>
          </p:spPr>
        </p:sp>
        <p:sp>
          <p:nvSpPr>
            <p:cNvPr id="2358" name="03_assume_matched_2357">
              <a:extLst>
                <a:ext uri="{FF2B5EF4-FFF2-40B4-BE49-F238E27FC236}">
                  <a16:creationId xmlns:a16="http://schemas.microsoft.com/office/drawing/2014/main" id="{4E050A5F-E6C1-4B9E-8219-E11EC808B030}"/>
                </a:ext>
              </a:extLst>
            </p:cNvPr>
            <p:cNvSpPr>
              <a:spLocks/>
            </p:cNvSpPr>
            <p:nvPr/>
          </p:nvSpPr>
          <p:spPr>
            <a:xfrm>
              <a:off x="3023965" y="5436996"/>
              <a:ext cx="28398" cy="28398"/>
            </a:xfrm>
            <a:prstGeom prst="ellipse">
              <a:avLst/>
            </a:prstGeom>
            <a:solidFill>
              <a:srgbClr val="7F8C97">
                <a:alpha val="48000"/>
              </a:srgbClr>
            </a:solidFill>
            <a:ln w="0">
              <a:noFill/>
              <a:prstDash val="solid"/>
            </a:ln>
          </p:spPr>
        </p:sp>
        <p:sp>
          <p:nvSpPr>
            <p:cNvPr id="2359" name="03_assume_matched_2358">
              <a:extLst>
                <a:ext uri="{FF2B5EF4-FFF2-40B4-BE49-F238E27FC236}">
                  <a16:creationId xmlns:a16="http://schemas.microsoft.com/office/drawing/2014/main" id="{0005091F-5148-4EF0-9AD9-D4984A891856}"/>
                </a:ext>
              </a:extLst>
            </p:cNvPr>
            <p:cNvSpPr>
              <a:spLocks/>
            </p:cNvSpPr>
            <p:nvPr/>
          </p:nvSpPr>
          <p:spPr>
            <a:xfrm>
              <a:off x="3012309" y="5242040"/>
              <a:ext cx="28398" cy="28398"/>
            </a:xfrm>
            <a:prstGeom prst="ellipse">
              <a:avLst/>
            </a:prstGeom>
            <a:solidFill>
              <a:srgbClr val="7F8C97">
                <a:alpha val="48000"/>
              </a:srgbClr>
            </a:solidFill>
            <a:ln w="0">
              <a:noFill/>
              <a:prstDash val="solid"/>
            </a:ln>
          </p:spPr>
        </p:sp>
        <p:sp>
          <p:nvSpPr>
            <p:cNvPr id="2360" name="03_assume_matched_2359">
              <a:extLst>
                <a:ext uri="{FF2B5EF4-FFF2-40B4-BE49-F238E27FC236}">
                  <a16:creationId xmlns:a16="http://schemas.microsoft.com/office/drawing/2014/main" id="{728074F5-5DD7-465D-A1AF-EE97DDCE88AF}"/>
                </a:ext>
              </a:extLst>
            </p:cNvPr>
            <p:cNvSpPr>
              <a:spLocks/>
            </p:cNvSpPr>
            <p:nvPr/>
          </p:nvSpPr>
          <p:spPr>
            <a:xfrm>
              <a:off x="3018497" y="5436996"/>
              <a:ext cx="28398" cy="28398"/>
            </a:xfrm>
            <a:prstGeom prst="ellipse">
              <a:avLst/>
            </a:prstGeom>
            <a:solidFill>
              <a:srgbClr val="7F8C97">
                <a:alpha val="48000"/>
              </a:srgbClr>
            </a:solidFill>
            <a:ln w="0">
              <a:noFill/>
              <a:prstDash val="solid"/>
            </a:ln>
          </p:spPr>
        </p:sp>
        <p:sp>
          <p:nvSpPr>
            <p:cNvPr id="2361" name="03_assume_matched_2360">
              <a:extLst>
                <a:ext uri="{FF2B5EF4-FFF2-40B4-BE49-F238E27FC236}">
                  <a16:creationId xmlns:a16="http://schemas.microsoft.com/office/drawing/2014/main" id="{B669FD41-8F6E-419C-BA76-0EC329531C19}"/>
                </a:ext>
              </a:extLst>
            </p:cNvPr>
            <p:cNvSpPr>
              <a:spLocks/>
            </p:cNvSpPr>
            <p:nvPr/>
          </p:nvSpPr>
          <p:spPr>
            <a:xfrm>
              <a:off x="3031880" y="5436996"/>
              <a:ext cx="28398" cy="28398"/>
            </a:xfrm>
            <a:prstGeom prst="ellipse">
              <a:avLst/>
            </a:prstGeom>
            <a:solidFill>
              <a:srgbClr val="7F8C97">
                <a:alpha val="48000"/>
              </a:srgbClr>
            </a:solidFill>
            <a:ln w="0">
              <a:noFill/>
              <a:prstDash val="solid"/>
            </a:ln>
          </p:spPr>
        </p:sp>
        <p:sp>
          <p:nvSpPr>
            <p:cNvPr id="2362" name="03_assume_matched_2361">
              <a:extLst>
                <a:ext uri="{FF2B5EF4-FFF2-40B4-BE49-F238E27FC236}">
                  <a16:creationId xmlns:a16="http://schemas.microsoft.com/office/drawing/2014/main" id="{59B07A80-F777-4AC4-99AA-DB215F22334F}"/>
                </a:ext>
              </a:extLst>
            </p:cNvPr>
            <p:cNvSpPr>
              <a:spLocks/>
            </p:cNvSpPr>
            <p:nvPr/>
          </p:nvSpPr>
          <p:spPr>
            <a:xfrm>
              <a:off x="2940498" y="4852127"/>
              <a:ext cx="28398" cy="28398"/>
            </a:xfrm>
            <a:prstGeom prst="ellipse">
              <a:avLst/>
            </a:prstGeom>
            <a:solidFill>
              <a:srgbClr val="7F8C97">
                <a:alpha val="48000"/>
              </a:srgbClr>
            </a:solidFill>
            <a:ln w="0">
              <a:noFill/>
              <a:prstDash val="solid"/>
            </a:ln>
          </p:spPr>
        </p:sp>
        <p:sp>
          <p:nvSpPr>
            <p:cNvPr id="2363" name="03_assume_matched_2362">
              <a:extLst>
                <a:ext uri="{FF2B5EF4-FFF2-40B4-BE49-F238E27FC236}">
                  <a16:creationId xmlns:a16="http://schemas.microsoft.com/office/drawing/2014/main" id="{A10450C8-E14D-494A-8058-AA9A70009D8D}"/>
                </a:ext>
              </a:extLst>
            </p:cNvPr>
            <p:cNvSpPr>
              <a:spLocks/>
            </p:cNvSpPr>
            <p:nvPr/>
          </p:nvSpPr>
          <p:spPr>
            <a:xfrm>
              <a:off x="2929705" y="4852127"/>
              <a:ext cx="28398" cy="28398"/>
            </a:xfrm>
            <a:prstGeom prst="ellipse">
              <a:avLst/>
            </a:prstGeom>
            <a:solidFill>
              <a:srgbClr val="7F8C97">
                <a:alpha val="48000"/>
              </a:srgbClr>
            </a:solidFill>
            <a:ln w="0">
              <a:noFill/>
              <a:prstDash val="solid"/>
            </a:ln>
          </p:spPr>
        </p:sp>
        <p:sp>
          <p:nvSpPr>
            <p:cNvPr id="2364" name="03_assume_matched_2363">
              <a:extLst>
                <a:ext uri="{FF2B5EF4-FFF2-40B4-BE49-F238E27FC236}">
                  <a16:creationId xmlns:a16="http://schemas.microsoft.com/office/drawing/2014/main" id="{88469191-92FD-4679-8E5C-CDF4027358C1}"/>
                </a:ext>
              </a:extLst>
            </p:cNvPr>
            <p:cNvSpPr>
              <a:spLocks/>
            </p:cNvSpPr>
            <p:nvPr/>
          </p:nvSpPr>
          <p:spPr>
            <a:xfrm>
              <a:off x="3012597" y="5144561"/>
              <a:ext cx="28398" cy="28398"/>
            </a:xfrm>
            <a:prstGeom prst="ellipse">
              <a:avLst/>
            </a:prstGeom>
            <a:solidFill>
              <a:srgbClr val="7F8C97">
                <a:alpha val="48000"/>
              </a:srgbClr>
            </a:solidFill>
            <a:ln w="0">
              <a:noFill/>
              <a:prstDash val="solid"/>
            </a:ln>
          </p:spPr>
        </p:sp>
        <p:sp>
          <p:nvSpPr>
            <p:cNvPr id="2365" name="03_assume_matched_2364">
              <a:extLst>
                <a:ext uri="{FF2B5EF4-FFF2-40B4-BE49-F238E27FC236}">
                  <a16:creationId xmlns:a16="http://schemas.microsoft.com/office/drawing/2014/main" id="{3D53649B-D80D-4E38-B3F7-F4277B5D5BC4}"/>
                </a:ext>
              </a:extLst>
            </p:cNvPr>
            <p:cNvSpPr>
              <a:spLocks/>
            </p:cNvSpPr>
            <p:nvPr/>
          </p:nvSpPr>
          <p:spPr>
            <a:xfrm>
              <a:off x="3049725" y="4852127"/>
              <a:ext cx="28398" cy="28398"/>
            </a:xfrm>
            <a:prstGeom prst="ellipse">
              <a:avLst/>
            </a:prstGeom>
            <a:solidFill>
              <a:srgbClr val="7F8C97">
                <a:alpha val="48000"/>
              </a:srgbClr>
            </a:solidFill>
            <a:ln w="0">
              <a:noFill/>
              <a:prstDash val="solid"/>
            </a:ln>
          </p:spPr>
        </p:sp>
        <p:sp>
          <p:nvSpPr>
            <p:cNvPr id="2366" name="03_assume_matched_2365">
              <a:extLst>
                <a:ext uri="{FF2B5EF4-FFF2-40B4-BE49-F238E27FC236}">
                  <a16:creationId xmlns:a16="http://schemas.microsoft.com/office/drawing/2014/main" id="{433C6B0F-1F2A-41DD-8740-82990B3E8039}"/>
                </a:ext>
              </a:extLst>
            </p:cNvPr>
            <p:cNvSpPr>
              <a:spLocks/>
            </p:cNvSpPr>
            <p:nvPr/>
          </p:nvSpPr>
          <p:spPr>
            <a:xfrm>
              <a:off x="3055913" y="4852127"/>
              <a:ext cx="28398" cy="28398"/>
            </a:xfrm>
            <a:prstGeom prst="ellipse">
              <a:avLst/>
            </a:prstGeom>
            <a:solidFill>
              <a:srgbClr val="7F8C97">
                <a:alpha val="48000"/>
              </a:srgbClr>
            </a:solidFill>
            <a:ln w="0">
              <a:noFill/>
              <a:prstDash val="solid"/>
            </a:ln>
          </p:spPr>
        </p:sp>
        <p:sp>
          <p:nvSpPr>
            <p:cNvPr id="2367" name="03_assume_matched_2366">
              <a:extLst>
                <a:ext uri="{FF2B5EF4-FFF2-40B4-BE49-F238E27FC236}">
                  <a16:creationId xmlns:a16="http://schemas.microsoft.com/office/drawing/2014/main" id="{43F7B8CA-0E72-44AD-B5AA-48F7EB7DA63E}"/>
                </a:ext>
              </a:extLst>
            </p:cNvPr>
            <p:cNvSpPr>
              <a:spLocks/>
            </p:cNvSpPr>
            <p:nvPr/>
          </p:nvSpPr>
          <p:spPr>
            <a:xfrm>
              <a:off x="2966977" y="4852127"/>
              <a:ext cx="28398" cy="28398"/>
            </a:xfrm>
            <a:prstGeom prst="ellipse">
              <a:avLst/>
            </a:prstGeom>
            <a:solidFill>
              <a:srgbClr val="7F8C97">
                <a:alpha val="48000"/>
              </a:srgbClr>
            </a:solidFill>
            <a:ln w="0">
              <a:noFill/>
              <a:prstDash val="solid"/>
            </a:ln>
          </p:spPr>
        </p:sp>
        <p:sp>
          <p:nvSpPr>
            <p:cNvPr id="2368" name="03_assume_matched_2367">
              <a:extLst>
                <a:ext uri="{FF2B5EF4-FFF2-40B4-BE49-F238E27FC236}">
                  <a16:creationId xmlns:a16="http://schemas.microsoft.com/office/drawing/2014/main" id="{07CAE8DF-EF4E-42CB-AB02-7208EB6ACCDB}"/>
                </a:ext>
              </a:extLst>
            </p:cNvPr>
            <p:cNvSpPr>
              <a:spLocks/>
            </p:cNvSpPr>
            <p:nvPr/>
          </p:nvSpPr>
          <p:spPr>
            <a:xfrm>
              <a:off x="3019792" y="5242040"/>
              <a:ext cx="28398" cy="28398"/>
            </a:xfrm>
            <a:prstGeom prst="ellipse">
              <a:avLst/>
            </a:prstGeom>
            <a:solidFill>
              <a:srgbClr val="7F8C97">
                <a:alpha val="48000"/>
              </a:srgbClr>
            </a:solidFill>
            <a:ln w="0">
              <a:noFill/>
              <a:prstDash val="solid"/>
            </a:ln>
          </p:spPr>
        </p:sp>
        <p:sp>
          <p:nvSpPr>
            <p:cNvPr id="2369" name="03_assume_matched_2368">
              <a:extLst>
                <a:ext uri="{FF2B5EF4-FFF2-40B4-BE49-F238E27FC236}">
                  <a16:creationId xmlns:a16="http://schemas.microsoft.com/office/drawing/2014/main" id="{3788DAF0-5256-41A8-AFCF-9FE512F14A3E}"/>
                </a:ext>
              </a:extLst>
            </p:cNvPr>
            <p:cNvSpPr>
              <a:spLocks/>
            </p:cNvSpPr>
            <p:nvPr/>
          </p:nvSpPr>
          <p:spPr>
            <a:xfrm>
              <a:off x="3030729" y="4852127"/>
              <a:ext cx="28398" cy="28398"/>
            </a:xfrm>
            <a:prstGeom prst="ellipse">
              <a:avLst/>
            </a:prstGeom>
            <a:solidFill>
              <a:srgbClr val="7F8C97">
                <a:alpha val="48000"/>
              </a:srgbClr>
            </a:solidFill>
            <a:ln w="0">
              <a:noFill/>
              <a:prstDash val="solid"/>
            </a:ln>
          </p:spPr>
        </p:sp>
        <p:sp>
          <p:nvSpPr>
            <p:cNvPr id="2370" name="03_assume_matched_2369">
              <a:extLst>
                <a:ext uri="{FF2B5EF4-FFF2-40B4-BE49-F238E27FC236}">
                  <a16:creationId xmlns:a16="http://schemas.microsoft.com/office/drawing/2014/main" id="{8ABE55E5-87AE-4B85-9085-D14061459EB6}"/>
                </a:ext>
              </a:extLst>
            </p:cNvPr>
            <p:cNvSpPr>
              <a:spLocks/>
            </p:cNvSpPr>
            <p:nvPr/>
          </p:nvSpPr>
          <p:spPr>
            <a:xfrm>
              <a:off x="3048142" y="4852127"/>
              <a:ext cx="28398" cy="28398"/>
            </a:xfrm>
            <a:prstGeom prst="ellipse">
              <a:avLst/>
            </a:prstGeom>
            <a:solidFill>
              <a:srgbClr val="7F8C97">
                <a:alpha val="48000"/>
              </a:srgbClr>
            </a:solidFill>
            <a:ln w="0">
              <a:noFill/>
              <a:prstDash val="solid"/>
            </a:ln>
          </p:spPr>
        </p:sp>
        <p:sp>
          <p:nvSpPr>
            <p:cNvPr id="2371" name="03_assume_matched_2370">
              <a:extLst>
                <a:ext uri="{FF2B5EF4-FFF2-40B4-BE49-F238E27FC236}">
                  <a16:creationId xmlns:a16="http://schemas.microsoft.com/office/drawing/2014/main" id="{A2D94CCF-BACE-4FEE-BA8B-8BFAB6878DD0}"/>
                </a:ext>
              </a:extLst>
            </p:cNvPr>
            <p:cNvSpPr>
              <a:spLocks/>
            </p:cNvSpPr>
            <p:nvPr/>
          </p:nvSpPr>
          <p:spPr>
            <a:xfrm>
              <a:off x="3032888" y="4852127"/>
              <a:ext cx="28398" cy="28398"/>
            </a:xfrm>
            <a:prstGeom prst="ellipse">
              <a:avLst/>
            </a:prstGeom>
            <a:solidFill>
              <a:srgbClr val="7F8C97">
                <a:alpha val="48000"/>
              </a:srgbClr>
            </a:solidFill>
            <a:ln w="0">
              <a:noFill/>
              <a:prstDash val="solid"/>
            </a:ln>
          </p:spPr>
        </p:sp>
        <p:sp>
          <p:nvSpPr>
            <p:cNvPr id="2372" name="03_assume_matched_2371">
              <a:extLst>
                <a:ext uri="{FF2B5EF4-FFF2-40B4-BE49-F238E27FC236}">
                  <a16:creationId xmlns:a16="http://schemas.microsoft.com/office/drawing/2014/main" id="{B4A796C8-CDC7-45D2-A9EE-782BDF80E7DB}"/>
                </a:ext>
              </a:extLst>
            </p:cNvPr>
            <p:cNvSpPr>
              <a:spLocks/>
            </p:cNvSpPr>
            <p:nvPr/>
          </p:nvSpPr>
          <p:spPr>
            <a:xfrm>
              <a:off x="3011158" y="4852127"/>
              <a:ext cx="28398" cy="28398"/>
            </a:xfrm>
            <a:prstGeom prst="ellipse">
              <a:avLst/>
            </a:prstGeom>
            <a:solidFill>
              <a:srgbClr val="7F8C97">
                <a:alpha val="48000"/>
              </a:srgbClr>
            </a:solidFill>
            <a:ln w="0">
              <a:noFill/>
              <a:prstDash val="solid"/>
            </a:ln>
          </p:spPr>
        </p:sp>
        <p:sp>
          <p:nvSpPr>
            <p:cNvPr id="2373" name="03_assume_matched_2372">
              <a:extLst>
                <a:ext uri="{FF2B5EF4-FFF2-40B4-BE49-F238E27FC236}">
                  <a16:creationId xmlns:a16="http://schemas.microsoft.com/office/drawing/2014/main" id="{6B7A21D3-4430-4246-918F-C2E735BAC022}"/>
                </a:ext>
              </a:extLst>
            </p:cNvPr>
            <p:cNvSpPr>
              <a:spLocks/>
            </p:cNvSpPr>
            <p:nvPr/>
          </p:nvSpPr>
          <p:spPr>
            <a:xfrm>
              <a:off x="2922941" y="4852127"/>
              <a:ext cx="28398" cy="28398"/>
            </a:xfrm>
            <a:prstGeom prst="ellipse">
              <a:avLst/>
            </a:prstGeom>
            <a:solidFill>
              <a:srgbClr val="7F8C97">
                <a:alpha val="48000"/>
              </a:srgbClr>
            </a:solidFill>
            <a:ln w="0">
              <a:noFill/>
              <a:prstDash val="solid"/>
            </a:ln>
          </p:spPr>
        </p:sp>
        <p:sp>
          <p:nvSpPr>
            <p:cNvPr id="2374" name="03_assume_matched_2373">
              <a:extLst>
                <a:ext uri="{FF2B5EF4-FFF2-40B4-BE49-F238E27FC236}">
                  <a16:creationId xmlns:a16="http://schemas.microsoft.com/office/drawing/2014/main" id="{F482E5CE-E4A6-491B-A215-61DA4782A07C}"/>
                </a:ext>
              </a:extLst>
            </p:cNvPr>
            <p:cNvSpPr>
              <a:spLocks/>
            </p:cNvSpPr>
            <p:nvPr/>
          </p:nvSpPr>
          <p:spPr>
            <a:xfrm>
              <a:off x="2936900" y="5436996"/>
              <a:ext cx="28398" cy="28398"/>
            </a:xfrm>
            <a:prstGeom prst="ellipse">
              <a:avLst/>
            </a:prstGeom>
            <a:solidFill>
              <a:srgbClr val="7F8C97">
                <a:alpha val="48000"/>
              </a:srgbClr>
            </a:solidFill>
            <a:ln w="0">
              <a:noFill/>
              <a:prstDash val="solid"/>
            </a:ln>
          </p:spPr>
        </p:sp>
        <p:sp>
          <p:nvSpPr>
            <p:cNvPr id="2375" name="03_assume_matched_2374">
              <a:extLst>
                <a:ext uri="{FF2B5EF4-FFF2-40B4-BE49-F238E27FC236}">
                  <a16:creationId xmlns:a16="http://schemas.microsoft.com/office/drawing/2014/main" id="{5F91262F-F51F-438A-ADFB-71365AE7AB49}"/>
                </a:ext>
              </a:extLst>
            </p:cNvPr>
            <p:cNvSpPr>
              <a:spLocks/>
            </p:cNvSpPr>
            <p:nvPr/>
          </p:nvSpPr>
          <p:spPr>
            <a:xfrm>
              <a:off x="2998062" y="4852127"/>
              <a:ext cx="28398" cy="28398"/>
            </a:xfrm>
            <a:prstGeom prst="ellipse">
              <a:avLst/>
            </a:prstGeom>
            <a:solidFill>
              <a:srgbClr val="7F8C97">
                <a:alpha val="48000"/>
              </a:srgbClr>
            </a:solidFill>
            <a:ln w="0">
              <a:noFill/>
              <a:prstDash val="solid"/>
            </a:ln>
          </p:spPr>
        </p:sp>
        <p:sp>
          <p:nvSpPr>
            <p:cNvPr id="2376" name="03_assume_matched_2375">
              <a:extLst>
                <a:ext uri="{FF2B5EF4-FFF2-40B4-BE49-F238E27FC236}">
                  <a16:creationId xmlns:a16="http://schemas.microsoft.com/office/drawing/2014/main" id="{7231BB29-DAAC-4557-BCA6-6F1ECB28AC3D}"/>
                </a:ext>
              </a:extLst>
            </p:cNvPr>
            <p:cNvSpPr>
              <a:spLocks/>
            </p:cNvSpPr>
            <p:nvPr/>
          </p:nvSpPr>
          <p:spPr>
            <a:xfrm>
              <a:off x="2942945" y="5436996"/>
              <a:ext cx="28398" cy="28398"/>
            </a:xfrm>
            <a:prstGeom prst="ellipse">
              <a:avLst/>
            </a:prstGeom>
            <a:solidFill>
              <a:srgbClr val="7F8C97">
                <a:alpha val="48000"/>
              </a:srgbClr>
            </a:solidFill>
            <a:ln w="0">
              <a:noFill/>
              <a:prstDash val="solid"/>
            </a:ln>
          </p:spPr>
        </p:sp>
        <p:sp>
          <p:nvSpPr>
            <p:cNvPr id="2377" name="03_assume_matched_2376">
              <a:extLst>
                <a:ext uri="{FF2B5EF4-FFF2-40B4-BE49-F238E27FC236}">
                  <a16:creationId xmlns:a16="http://schemas.microsoft.com/office/drawing/2014/main" id="{C15E4772-6B0F-4B8F-9655-06493DA3D7FD}"/>
                </a:ext>
              </a:extLst>
            </p:cNvPr>
            <p:cNvSpPr>
              <a:spLocks/>
            </p:cNvSpPr>
            <p:nvPr/>
          </p:nvSpPr>
          <p:spPr>
            <a:xfrm>
              <a:off x="2968992" y="4852127"/>
              <a:ext cx="28398" cy="28398"/>
            </a:xfrm>
            <a:prstGeom prst="ellipse">
              <a:avLst/>
            </a:prstGeom>
            <a:solidFill>
              <a:srgbClr val="7F8C97">
                <a:alpha val="48000"/>
              </a:srgbClr>
            </a:solidFill>
            <a:ln w="0">
              <a:noFill/>
              <a:prstDash val="solid"/>
            </a:ln>
          </p:spPr>
        </p:sp>
        <p:sp>
          <p:nvSpPr>
            <p:cNvPr id="2378" name="03_assume_matched_2377">
              <a:extLst>
                <a:ext uri="{FF2B5EF4-FFF2-40B4-BE49-F238E27FC236}">
                  <a16:creationId xmlns:a16="http://schemas.microsoft.com/office/drawing/2014/main" id="{282E21BF-7D3F-4620-B628-23E00D73D77B}"/>
                </a:ext>
              </a:extLst>
            </p:cNvPr>
            <p:cNvSpPr>
              <a:spLocks/>
            </p:cNvSpPr>
            <p:nvPr/>
          </p:nvSpPr>
          <p:spPr>
            <a:xfrm>
              <a:off x="2918048" y="5436996"/>
              <a:ext cx="28398" cy="28398"/>
            </a:xfrm>
            <a:prstGeom prst="ellipse">
              <a:avLst/>
            </a:prstGeom>
            <a:solidFill>
              <a:srgbClr val="7F8C97">
                <a:alpha val="48000"/>
              </a:srgbClr>
            </a:solidFill>
            <a:ln w="0">
              <a:noFill/>
              <a:prstDash val="solid"/>
            </a:ln>
          </p:spPr>
        </p:sp>
        <p:sp>
          <p:nvSpPr>
            <p:cNvPr id="2379" name="03_assume_matched_2378">
              <a:extLst>
                <a:ext uri="{FF2B5EF4-FFF2-40B4-BE49-F238E27FC236}">
                  <a16:creationId xmlns:a16="http://schemas.microsoft.com/office/drawing/2014/main" id="{94E31341-B6CD-463A-A50C-9AB57565B32C}"/>
                </a:ext>
              </a:extLst>
            </p:cNvPr>
            <p:cNvSpPr>
              <a:spLocks/>
            </p:cNvSpPr>
            <p:nvPr/>
          </p:nvSpPr>
          <p:spPr>
            <a:xfrm>
              <a:off x="712800" y="483708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2380" name="03_assume_matched_2379">
              <a:extLst>
                <a:ext uri="{FF2B5EF4-FFF2-40B4-BE49-F238E27FC236}">
                  <a16:creationId xmlns:a16="http://schemas.microsoft.com/office/drawing/2014/main" id="{039C9455-E68D-4603-93F7-A17A06D90F33}"/>
                </a:ext>
              </a:extLst>
            </p:cNvPr>
            <p:cNvSpPr>
              <a:spLocks/>
            </p:cNvSpPr>
            <p:nvPr/>
          </p:nvSpPr>
          <p:spPr>
            <a:xfrm>
              <a:off x="712800" y="548043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2381" name="text_2380">
              <a:extLst>
                <a:ext uri="{FF2B5EF4-FFF2-40B4-BE49-F238E27FC236}">
                  <a16:creationId xmlns:a16="http://schemas.microsoft.com/office/drawing/2014/main" id="{17CCE93F-7C24-4295-9A5A-40477AC2B8B6}"/>
                </a:ext>
              </a:extLst>
            </p:cNvPr>
            <p:cNvSpPr>
              <a:spLocks/>
            </p:cNvSpPr>
            <p:nvPr/>
          </p:nvSpPr>
          <p:spPr>
            <a:xfrm>
              <a:off x="370611" y="4536480"/>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g</a:t>
              </a:r>
            </a:p>
          </p:txBody>
        </p:sp>
        <p:sp>
          <p:nvSpPr>
            <p:cNvPr id="2382" name="text_2381">
              <a:extLst>
                <a:ext uri="{FF2B5EF4-FFF2-40B4-BE49-F238E27FC236}">
                  <a16:creationId xmlns:a16="http://schemas.microsoft.com/office/drawing/2014/main" id="{DBC1924E-6045-45A0-A48B-0A48474D2295}"/>
                </a:ext>
              </a:extLst>
            </p:cNvPr>
            <p:cNvSpPr>
              <a:spLocks/>
            </p:cNvSpPr>
            <p:nvPr/>
          </p:nvSpPr>
          <p:spPr>
            <a:xfrm>
              <a:off x="712800" y="4637502"/>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Best of 50, RMSD &lt;2 Å</a:t>
              </a:r>
            </a:p>
          </p:txBody>
        </p:sp>
        <p:sp>
          <p:nvSpPr>
            <p:cNvPr id="2383" name="03_assume_matched_2382">
              <a:extLst>
                <a:ext uri="{FF2B5EF4-FFF2-40B4-BE49-F238E27FC236}">
                  <a16:creationId xmlns:a16="http://schemas.microsoft.com/office/drawing/2014/main" id="{3094EB08-BDCA-4DE0-8599-58973FABE5E7}"/>
                </a:ext>
              </a:extLst>
            </p:cNvPr>
            <p:cNvSpPr>
              <a:spLocks/>
            </p:cNvSpPr>
            <p:nvPr/>
          </p:nvSpPr>
          <p:spPr>
            <a:xfrm>
              <a:off x="735432" y="5107743"/>
              <a:ext cx="2263158" cy="343452"/>
            </a:xfrm>
            <a:custGeom>
              <a:avLst/>
              <a:gdLst/>
              <a:ahLst/>
              <a:cxnLst/>
              <a:rect l="0" t="0" r="0" b="0"/>
              <a:pathLst>
                <a:path w="2263158" h="343452">
                  <a:moveTo>
                    <a:pt x="0" y="343452"/>
                  </a:moveTo>
                  <a:lnTo>
                    <a:pt x="53885" y="342227"/>
                  </a:lnTo>
                  <a:lnTo>
                    <a:pt x="53885" y="341684"/>
                  </a:lnTo>
                  <a:lnTo>
                    <a:pt x="68581" y="340540"/>
                  </a:lnTo>
                  <a:lnTo>
                    <a:pt x="68581" y="339159"/>
                  </a:lnTo>
                  <a:lnTo>
                    <a:pt x="83821" y="338302"/>
                  </a:lnTo>
                  <a:lnTo>
                    <a:pt x="83821" y="337036"/>
                  </a:lnTo>
                  <a:lnTo>
                    <a:pt x="125731" y="335788"/>
                  </a:lnTo>
                  <a:lnTo>
                    <a:pt x="125731" y="327567"/>
                  </a:lnTo>
                  <a:lnTo>
                    <a:pt x="137161" y="327470"/>
                  </a:lnTo>
                  <a:lnTo>
                    <a:pt x="137161" y="326089"/>
                  </a:lnTo>
                  <a:lnTo>
                    <a:pt x="150877" y="325991"/>
                  </a:lnTo>
                  <a:lnTo>
                    <a:pt x="150877" y="322193"/>
                  </a:lnTo>
                  <a:lnTo>
                    <a:pt x="188596" y="320945"/>
                  </a:lnTo>
                  <a:lnTo>
                    <a:pt x="188596" y="309235"/>
                  </a:lnTo>
                  <a:lnTo>
                    <a:pt x="205742" y="309040"/>
                  </a:lnTo>
                  <a:lnTo>
                    <a:pt x="205742" y="307659"/>
                  </a:lnTo>
                  <a:lnTo>
                    <a:pt x="215539" y="307140"/>
                  </a:lnTo>
                  <a:lnTo>
                    <a:pt x="215539" y="305512"/>
                  </a:lnTo>
                  <a:lnTo>
                    <a:pt x="251462" y="304460"/>
                  </a:lnTo>
                  <a:lnTo>
                    <a:pt x="251462" y="292969"/>
                  </a:lnTo>
                  <a:lnTo>
                    <a:pt x="274322" y="292232"/>
                  </a:lnTo>
                  <a:lnTo>
                    <a:pt x="274322" y="291542"/>
                  </a:lnTo>
                  <a:lnTo>
                    <a:pt x="301754" y="291249"/>
                  </a:lnTo>
                  <a:lnTo>
                    <a:pt x="301754" y="285932"/>
                  </a:lnTo>
                  <a:lnTo>
                    <a:pt x="323308" y="285105"/>
                  </a:lnTo>
                  <a:lnTo>
                    <a:pt x="323308" y="283477"/>
                  </a:lnTo>
                  <a:lnTo>
                    <a:pt x="338507" y="282114"/>
                  </a:lnTo>
                  <a:lnTo>
                    <a:pt x="338507" y="282016"/>
                  </a:lnTo>
                  <a:lnTo>
                    <a:pt x="348178" y="280635"/>
                  </a:lnTo>
                  <a:lnTo>
                    <a:pt x="348178" y="280538"/>
                  </a:lnTo>
                  <a:lnTo>
                    <a:pt x="377193" y="280343"/>
                  </a:lnTo>
                  <a:lnTo>
                    <a:pt x="377193" y="234002"/>
                  </a:lnTo>
                  <a:lnTo>
                    <a:pt x="411483" y="233710"/>
                  </a:lnTo>
                  <a:lnTo>
                    <a:pt x="411483" y="232329"/>
                  </a:lnTo>
                  <a:lnTo>
                    <a:pt x="431078" y="232134"/>
                  </a:lnTo>
                  <a:lnTo>
                    <a:pt x="431078" y="230507"/>
                  </a:lnTo>
                  <a:lnTo>
                    <a:pt x="452632" y="229679"/>
                  </a:lnTo>
                  <a:lnTo>
                    <a:pt x="452632" y="224362"/>
                  </a:lnTo>
                  <a:lnTo>
                    <a:pt x="480064" y="224070"/>
                  </a:lnTo>
                  <a:lnTo>
                    <a:pt x="480064" y="222689"/>
                  </a:lnTo>
                  <a:lnTo>
                    <a:pt x="502924" y="221952"/>
                  </a:lnTo>
                  <a:lnTo>
                    <a:pt x="502924" y="211727"/>
                  </a:lnTo>
                  <a:lnTo>
                    <a:pt x="538847" y="210675"/>
                  </a:lnTo>
                  <a:lnTo>
                    <a:pt x="538847" y="209047"/>
                  </a:lnTo>
                  <a:lnTo>
                    <a:pt x="548644" y="208950"/>
                  </a:lnTo>
                  <a:lnTo>
                    <a:pt x="548644" y="207569"/>
                  </a:lnTo>
                  <a:lnTo>
                    <a:pt x="565789" y="207374"/>
                  </a:lnTo>
                  <a:lnTo>
                    <a:pt x="565789" y="195981"/>
                  </a:lnTo>
                  <a:lnTo>
                    <a:pt x="603509" y="195048"/>
                  </a:lnTo>
                  <a:lnTo>
                    <a:pt x="603509" y="191251"/>
                  </a:lnTo>
                  <a:lnTo>
                    <a:pt x="617225" y="191153"/>
                  </a:lnTo>
                  <a:lnTo>
                    <a:pt x="617225" y="189772"/>
                  </a:lnTo>
                  <a:lnTo>
                    <a:pt x="628655" y="189675"/>
                  </a:lnTo>
                  <a:lnTo>
                    <a:pt x="628655" y="184514"/>
                  </a:lnTo>
                  <a:lnTo>
                    <a:pt x="670565" y="183582"/>
                  </a:lnTo>
                  <a:lnTo>
                    <a:pt x="670565" y="182738"/>
                  </a:lnTo>
                  <a:lnTo>
                    <a:pt x="685805" y="181881"/>
                  </a:lnTo>
                  <a:lnTo>
                    <a:pt x="686685" y="180402"/>
                  </a:lnTo>
                  <a:lnTo>
                    <a:pt x="754386" y="179275"/>
                  </a:lnTo>
                  <a:lnTo>
                    <a:pt x="754386" y="40517"/>
                  </a:lnTo>
                  <a:lnTo>
                    <a:pt x="862155" y="39826"/>
                  </a:lnTo>
                  <a:lnTo>
                    <a:pt x="862155" y="38741"/>
                  </a:lnTo>
                  <a:lnTo>
                    <a:pt x="891547" y="37475"/>
                  </a:lnTo>
                  <a:lnTo>
                    <a:pt x="891547" y="36785"/>
                  </a:lnTo>
                  <a:lnTo>
                    <a:pt x="905263" y="36785"/>
                  </a:lnTo>
                  <a:lnTo>
                    <a:pt x="905263" y="35266"/>
                  </a:lnTo>
                  <a:lnTo>
                    <a:pt x="1005848" y="35266"/>
                  </a:lnTo>
                  <a:lnTo>
                    <a:pt x="1005848" y="30202"/>
                  </a:lnTo>
                  <a:lnTo>
                    <a:pt x="1508772" y="29117"/>
                  </a:lnTo>
                  <a:lnTo>
                    <a:pt x="1508772" y="20255"/>
                  </a:lnTo>
                  <a:lnTo>
                    <a:pt x="1697368" y="18989"/>
                  </a:lnTo>
                  <a:lnTo>
                    <a:pt x="1697368" y="17090"/>
                  </a:lnTo>
                  <a:lnTo>
                    <a:pt x="2263158" y="17090"/>
                  </a:lnTo>
                  <a:lnTo>
                    <a:pt x="2263158" y="0"/>
                  </a:lnTo>
                  <a:lnTo>
                    <a:pt x="2263158" y="0"/>
                  </a:lnTo>
                </a:path>
              </a:pathLst>
            </a:custGeom>
            <a:noFill/>
            <a:ln w="22860">
              <a:solidFill>
                <a:srgbClr val="00878B"/>
              </a:solidFill>
              <a:prstDash val="solid"/>
            </a:ln>
          </p:spPr>
        </p:sp>
        <p:sp>
          <p:nvSpPr>
            <p:cNvPr id="2384" name="03_assume_matched_2383">
              <a:extLst>
                <a:ext uri="{FF2B5EF4-FFF2-40B4-BE49-F238E27FC236}">
                  <a16:creationId xmlns:a16="http://schemas.microsoft.com/office/drawing/2014/main" id="{9737E83B-4B56-4BA2-966F-736DDEFFE9DE}"/>
                </a:ext>
              </a:extLst>
            </p:cNvPr>
            <p:cNvSpPr>
              <a:spLocks/>
            </p:cNvSpPr>
            <p:nvPr/>
          </p:nvSpPr>
          <p:spPr>
            <a:xfrm>
              <a:off x="735432" y="4963804"/>
              <a:ext cx="2263158" cy="487391"/>
            </a:xfrm>
            <a:custGeom>
              <a:avLst/>
              <a:gdLst/>
              <a:ahLst/>
              <a:cxnLst/>
              <a:rect l="0" t="0" r="0" b="0"/>
              <a:pathLst>
                <a:path w="2263158" h="487391">
                  <a:moveTo>
                    <a:pt x="0" y="487391"/>
                  </a:moveTo>
                  <a:lnTo>
                    <a:pt x="565789" y="487391"/>
                  </a:lnTo>
                  <a:lnTo>
                    <a:pt x="565789" y="438652"/>
                  </a:lnTo>
                  <a:lnTo>
                    <a:pt x="754386" y="438652"/>
                  </a:lnTo>
                  <a:lnTo>
                    <a:pt x="754386" y="194956"/>
                  </a:lnTo>
                  <a:lnTo>
                    <a:pt x="1697368" y="194956"/>
                  </a:lnTo>
                  <a:lnTo>
                    <a:pt x="1697368" y="48739"/>
                  </a:lnTo>
                  <a:lnTo>
                    <a:pt x="2263158" y="48739"/>
                  </a:lnTo>
                  <a:lnTo>
                    <a:pt x="2263158" y="0"/>
                  </a:lnTo>
                  <a:lnTo>
                    <a:pt x="2263158" y="0"/>
                  </a:lnTo>
                </a:path>
              </a:pathLst>
            </a:custGeom>
            <a:noFill/>
            <a:ln w="13335">
              <a:solidFill>
                <a:srgbClr val="3A64C8"/>
              </a:solidFill>
              <a:prstDash val="solid"/>
            </a:ln>
          </p:spPr>
        </p:sp>
        <p:sp>
          <p:nvSpPr>
            <p:cNvPr id="2385" name="03_assume_matched_2384">
              <a:extLst>
                <a:ext uri="{FF2B5EF4-FFF2-40B4-BE49-F238E27FC236}">
                  <a16:creationId xmlns:a16="http://schemas.microsoft.com/office/drawing/2014/main" id="{BF670807-0ED0-4CF9-B6B2-AC7D8D60C518}"/>
                </a:ext>
              </a:extLst>
            </p:cNvPr>
            <p:cNvSpPr>
              <a:spLocks/>
            </p:cNvSpPr>
            <p:nvPr/>
          </p:nvSpPr>
          <p:spPr>
            <a:xfrm>
              <a:off x="1091035" y="5320155"/>
              <a:ext cx="43180" cy="43180"/>
            </a:xfrm>
            <a:prstGeom prst="ellipse">
              <a:avLst/>
            </a:prstGeom>
            <a:solidFill>
              <a:srgbClr val="00878B"/>
            </a:solidFill>
            <a:ln w="4445">
              <a:solidFill>
                <a:srgbClr val="FFFFFF"/>
              </a:solidFill>
              <a:prstDash val="solid"/>
            </a:ln>
          </p:spPr>
        </p:sp>
        <p:sp>
          <p:nvSpPr>
            <p:cNvPr id="2386" name="03_assume_matched_2385">
              <a:extLst>
                <a:ext uri="{FF2B5EF4-FFF2-40B4-BE49-F238E27FC236}">
                  <a16:creationId xmlns:a16="http://schemas.microsoft.com/office/drawing/2014/main" id="{3216ECD7-A341-4273-A6E5-8978051A5248}"/>
                </a:ext>
              </a:extLst>
            </p:cNvPr>
            <p:cNvSpPr>
              <a:spLocks/>
            </p:cNvSpPr>
            <p:nvPr/>
          </p:nvSpPr>
          <p:spPr>
            <a:xfrm>
              <a:off x="1468228" y="5126670"/>
              <a:ext cx="43180" cy="43180"/>
            </a:xfrm>
            <a:prstGeom prst="ellipse">
              <a:avLst/>
            </a:prstGeom>
            <a:solidFill>
              <a:srgbClr val="00878B"/>
            </a:solidFill>
            <a:ln w="4445">
              <a:solidFill>
                <a:srgbClr val="FFFFFF"/>
              </a:solidFill>
              <a:prstDash val="solid"/>
            </a:ln>
          </p:spPr>
        </p:sp>
        <p:sp>
          <p:nvSpPr>
            <p:cNvPr id="2387" name="03_assume_matched_2386">
              <a:extLst>
                <a:ext uri="{FF2B5EF4-FFF2-40B4-BE49-F238E27FC236}">
                  <a16:creationId xmlns:a16="http://schemas.microsoft.com/office/drawing/2014/main" id="{DD90CCC9-7875-493A-835E-3766A40D935B}"/>
                </a:ext>
              </a:extLst>
            </p:cNvPr>
            <p:cNvSpPr>
              <a:spLocks/>
            </p:cNvSpPr>
            <p:nvPr/>
          </p:nvSpPr>
          <p:spPr>
            <a:xfrm>
              <a:off x="2222614" y="5106408"/>
              <a:ext cx="43180" cy="43180"/>
            </a:xfrm>
            <a:prstGeom prst="ellipse">
              <a:avLst/>
            </a:prstGeom>
            <a:solidFill>
              <a:srgbClr val="00878B"/>
            </a:solidFill>
            <a:ln w="4445">
              <a:solidFill>
                <a:srgbClr val="FFFFFF"/>
              </a:solidFill>
              <a:prstDash val="solid"/>
            </a:ln>
          </p:spPr>
        </p:sp>
        <p:sp>
          <p:nvSpPr>
            <p:cNvPr id="2388" name="03_assume_matched_2387">
              <a:extLst>
                <a:ext uri="{FF2B5EF4-FFF2-40B4-BE49-F238E27FC236}">
                  <a16:creationId xmlns:a16="http://schemas.microsoft.com/office/drawing/2014/main" id="{719620AC-9F51-42FF-AEEB-EB1B1B43598B}"/>
                </a:ext>
              </a:extLst>
            </p:cNvPr>
            <p:cNvSpPr>
              <a:spLocks/>
            </p:cNvSpPr>
            <p:nvPr/>
          </p:nvSpPr>
          <p:spPr>
            <a:xfrm>
              <a:off x="2976999" y="5086153"/>
              <a:ext cx="43180" cy="43180"/>
            </a:xfrm>
            <a:prstGeom prst="ellipse">
              <a:avLst/>
            </a:prstGeom>
            <a:solidFill>
              <a:srgbClr val="00878B"/>
            </a:solidFill>
            <a:ln w="4445">
              <a:solidFill>
                <a:srgbClr val="FFFFFF"/>
              </a:solidFill>
              <a:prstDash val="solid"/>
            </a:ln>
          </p:spPr>
        </p:sp>
        <p:sp>
          <p:nvSpPr>
            <p:cNvPr id="2389" name="03_assume_matched_2388">
              <a:extLst>
                <a:ext uri="{FF2B5EF4-FFF2-40B4-BE49-F238E27FC236}">
                  <a16:creationId xmlns:a16="http://schemas.microsoft.com/office/drawing/2014/main" id="{F271F814-8C41-4951-B6A7-19119EC61F3B}"/>
                </a:ext>
              </a:extLst>
            </p:cNvPr>
            <p:cNvSpPr>
              <a:spLocks/>
            </p:cNvSpPr>
            <p:nvPr/>
          </p:nvSpPr>
          <p:spPr>
            <a:xfrm>
              <a:off x="1076704" y="5415274"/>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0" name="03_assume_matched_2389">
              <a:extLst>
                <a:ext uri="{FF2B5EF4-FFF2-40B4-BE49-F238E27FC236}">
                  <a16:creationId xmlns:a16="http://schemas.microsoft.com/office/drawing/2014/main" id="{5312B9C0-7105-4E45-BD74-032294F9231A}"/>
                </a:ext>
              </a:extLst>
            </p:cNvPr>
            <p:cNvSpPr>
              <a:spLocks/>
            </p:cNvSpPr>
            <p:nvPr/>
          </p:nvSpPr>
          <p:spPr>
            <a:xfrm>
              <a:off x="1453897" y="512283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1" name="03_assume_matched_2390">
              <a:extLst>
                <a:ext uri="{FF2B5EF4-FFF2-40B4-BE49-F238E27FC236}">
                  <a16:creationId xmlns:a16="http://schemas.microsoft.com/office/drawing/2014/main" id="{8F4A3248-98AD-40E0-8956-B5731EEB6AA1}"/>
                </a:ext>
              </a:extLst>
            </p:cNvPr>
            <p:cNvSpPr>
              <a:spLocks/>
            </p:cNvSpPr>
            <p:nvPr/>
          </p:nvSpPr>
          <p:spPr>
            <a:xfrm>
              <a:off x="2208282" y="5122839"/>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2" name="03_assume_matched_2391">
              <a:extLst>
                <a:ext uri="{FF2B5EF4-FFF2-40B4-BE49-F238E27FC236}">
                  <a16:creationId xmlns:a16="http://schemas.microsoft.com/office/drawing/2014/main" id="{9BA79B7E-6455-4945-BA93-83CD6EB9B460}"/>
                </a:ext>
              </a:extLst>
            </p:cNvPr>
            <p:cNvSpPr>
              <a:spLocks/>
            </p:cNvSpPr>
            <p:nvPr/>
          </p:nvSpPr>
          <p:spPr>
            <a:xfrm>
              <a:off x="2962668" y="492788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393" name="03_assume_matched_2392">
              <a:extLst>
                <a:ext uri="{FF2B5EF4-FFF2-40B4-BE49-F238E27FC236}">
                  <a16:creationId xmlns:a16="http://schemas.microsoft.com/office/drawing/2014/main" id="{E46E3E8F-E907-48A6-91D6-BAA25B0E9138}"/>
                </a:ext>
              </a:extLst>
            </p:cNvPr>
            <p:cNvSpPr>
              <a:spLocks/>
            </p:cNvSpPr>
            <p:nvPr/>
          </p:nvSpPr>
          <p:spPr>
            <a:xfrm>
              <a:off x="3841389" y="4837082"/>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2394" name="03_assume_matched_2393">
              <a:extLst>
                <a:ext uri="{FF2B5EF4-FFF2-40B4-BE49-F238E27FC236}">
                  <a16:creationId xmlns:a16="http://schemas.microsoft.com/office/drawing/2014/main" id="{EE06FC3C-E12A-4CBB-A036-73E64B3A4501}"/>
                </a:ext>
              </a:extLst>
            </p:cNvPr>
            <p:cNvSpPr>
              <a:spLocks/>
            </p:cNvSpPr>
            <p:nvPr/>
          </p:nvSpPr>
          <p:spPr>
            <a:xfrm>
              <a:off x="4143144" y="4866326"/>
              <a:ext cx="196140" cy="584869"/>
            </a:xfrm>
            <a:custGeom>
              <a:avLst/>
              <a:gdLst/>
              <a:ahLst/>
              <a:cxnLst/>
              <a:rect l="0" t="0" r="0" b="0"/>
              <a:pathLst>
                <a:path w="196140" h="584869">
                  <a:moveTo>
                    <a:pt x="196140" y="584869"/>
                  </a:moveTo>
                  <a:lnTo>
                    <a:pt x="0" y="584869"/>
                  </a:lnTo>
                  <a:lnTo>
                    <a:pt x="1064" y="579995"/>
                  </a:lnTo>
                  <a:lnTo>
                    <a:pt x="4185" y="575121"/>
                  </a:lnTo>
                  <a:lnTo>
                    <a:pt x="9156" y="570247"/>
                  </a:lnTo>
                  <a:lnTo>
                    <a:pt x="15659" y="565373"/>
                  </a:lnTo>
                  <a:lnTo>
                    <a:pt x="23296" y="560500"/>
                  </a:lnTo>
                  <a:lnTo>
                    <a:pt x="31634" y="555626"/>
                  </a:lnTo>
                  <a:lnTo>
                    <a:pt x="40243" y="550752"/>
                  </a:lnTo>
                  <a:lnTo>
                    <a:pt x="48731" y="545878"/>
                  </a:lnTo>
                  <a:lnTo>
                    <a:pt x="56772" y="541004"/>
                  </a:lnTo>
                  <a:lnTo>
                    <a:pt x="64125" y="536130"/>
                  </a:lnTo>
                  <a:lnTo>
                    <a:pt x="70632" y="531256"/>
                  </a:lnTo>
                  <a:lnTo>
                    <a:pt x="76217" y="526382"/>
                  </a:lnTo>
                  <a:lnTo>
                    <a:pt x="80875" y="521508"/>
                  </a:lnTo>
                  <a:lnTo>
                    <a:pt x="84650" y="516634"/>
                  </a:lnTo>
                  <a:lnTo>
                    <a:pt x="87619" y="511760"/>
                  </a:lnTo>
                  <a:lnTo>
                    <a:pt x="89881" y="506887"/>
                  </a:lnTo>
                  <a:lnTo>
                    <a:pt x="91535" y="502013"/>
                  </a:lnTo>
                  <a:lnTo>
                    <a:pt x="92677" y="497139"/>
                  </a:lnTo>
                  <a:lnTo>
                    <a:pt x="93394" y="492265"/>
                  </a:lnTo>
                  <a:lnTo>
                    <a:pt x="93758" y="487391"/>
                  </a:lnTo>
                  <a:lnTo>
                    <a:pt x="93830" y="482517"/>
                  </a:lnTo>
                  <a:lnTo>
                    <a:pt x="93664" y="477643"/>
                  </a:lnTo>
                  <a:lnTo>
                    <a:pt x="93303" y="472769"/>
                  </a:lnTo>
                  <a:lnTo>
                    <a:pt x="92787" y="467895"/>
                  </a:lnTo>
                  <a:lnTo>
                    <a:pt x="92153" y="463021"/>
                  </a:lnTo>
                  <a:lnTo>
                    <a:pt x="91437" y="458147"/>
                  </a:lnTo>
                  <a:lnTo>
                    <a:pt x="90671" y="453274"/>
                  </a:lnTo>
                  <a:lnTo>
                    <a:pt x="89887" y="448400"/>
                  </a:lnTo>
                  <a:lnTo>
                    <a:pt x="89113" y="443526"/>
                  </a:lnTo>
                  <a:lnTo>
                    <a:pt x="88372" y="438652"/>
                  </a:lnTo>
                  <a:lnTo>
                    <a:pt x="87684" y="433778"/>
                  </a:lnTo>
                  <a:lnTo>
                    <a:pt x="87064" y="428904"/>
                  </a:lnTo>
                  <a:lnTo>
                    <a:pt x="86522" y="424030"/>
                  </a:lnTo>
                  <a:lnTo>
                    <a:pt x="86063" y="419156"/>
                  </a:lnTo>
                  <a:lnTo>
                    <a:pt x="85688" y="414282"/>
                  </a:lnTo>
                  <a:lnTo>
                    <a:pt x="85398" y="409408"/>
                  </a:lnTo>
                  <a:lnTo>
                    <a:pt x="85189" y="404534"/>
                  </a:lnTo>
                  <a:lnTo>
                    <a:pt x="85055" y="399661"/>
                  </a:lnTo>
                  <a:lnTo>
                    <a:pt x="84990" y="394787"/>
                  </a:lnTo>
                  <a:lnTo>
                    <a:pt x="84980" y="389913"/>
                  </a:lnTo>
                  <a:lnTo>
                    <a:pt x="85010" y="385039"/>
                  </a:lnTo>
                  <a:lnTo>
                    <a:pt x="85058" y="380165"/>
                  </a:lnTo>
                  <a:lnTo>
                    <a:pt x="85093" y="375291"/>
                  </a:lnTo>
                  <a:lnTo>
                    <a:pt x="85082" y="370417"/>
                  </a:lnTo>
                  <a:lnTo>
                    <a:pt x="84982" y="365543"/>
                  </a:lnTo>
                  <a:lnTo>
                    <a:pt x="84751" y="360669"/>
                  </a:lnTo>
                  <a:lnTo>
                    <a:pt x="84345" y="355795"/>
                  </a:lnTo>
                  <a:lnTo>
                    <a:pt x="83723" y="350921"/>
                  </a:lnTo>
                  <a:lnTo>
                    <a:pt x="82858" y="346048"/>
                  </a:lnTo>
                  <a:lnTo>
                    <a:pt x="81737" y="341174"/>
                  </a:lnTo>
                  <a:lnTo>
                    <a:pt x="80368" y="336300"/>
                  </a:lnTo>
                  <a:lnTo>
                    <a:pt x="78784" y="331426"/>
                  </a:lnTo>
                  <a:lnTo>
                    <a:pt x="77045" y="326552"/>
                  </a:lnTo>
                  <a:lnTo>
                    <a:pt x="75238" y="321678"/>
                  </a:lnTo>
                  <a:lnTo>
                    <a:pt x="73470" y="316804"/>
                  </a:lnTo>
                  <a:lnTo>
                    <a:pt x="71859" y="311930"/>
                  </a:lnTo>
                  <a:lnTo>
                    <a:pt x="70527" y="307056"/>
                  </a:lnTo>
                  <a:lnTo>
                    <a:pt x="69589" y="302182"/>
                  </a:lnTo>
                  <a:lnTo>
                    <a:pt x="69134" y="297308"/>
                  </a:lnTo>
                  <a:lnTo>
                    <a:pt x="69223" y="292435"/>
                  </a:lnTo>
                  <a:lnTo>
                    <a:pt x="69878" y="287561"/>
                  </a:lnTo>
                  <a:lnTo>
                    <a:pt x="71080" y="282687"/>
                  </a:lnTo>
                  <a:lnTo>
                    <a:pt x="72770" y="277813"/>
                  </a:lnTo>
                  <a:lnTo>
                    <a:pt x="74860" y="272939"/>
                  </a:lnTo>
                  <a:lnTo>
                    <a:pt x="77238" y="268065"/>
                  </a:lnTo>
                  <a:lnTo>
                    <a:pt x="79780" y="263191"/>
                  </a:lnTo>
                  <a:lnTo>
                    <a:pt x="82366" y="258317"/>
                  </a:lnTo>
                  <a:lnTo>
                    <a:pt x="84885" y="253443"/>
                  </a:lnTo>
                  <a:lnTo>
                    <a:pt x="87246" y="248569"/>
                  </a:lnTo>
                  <a:lnTo>
                    <a:pt x="89383" y="243695"/>
                  </a:lnTo>
                  <a:lnTo>
                    <a:pt x="91255" y="238822"/>
                  </a:lnTo>
                  <a:lnTo>
                    <a:pt x="92843" y="233948"/>
                  </a:lnTo>
                  <a:lnTo>
                    <a:pt x="94151" y="229074"/>
                  </a:lnTo>
                  <a:lnTo>
                    <a:pt x="95199" y="224200"/>
                  </a:lnTo>
                  <a:lnTo>
                    <a:pt x="96013" y="219326"/>
                  </a:lnTo>
                  <a:lnTo>
                    <a:pt x="96630" y="214452"/>
                  </a:lnTo>
                  <a:lnTo>
                    <a:pt x="97085" y="209578"/>
                  </a:lnTo>
                  <a:lnTo>
                    <a:pt x="97411" y="204704"/>
                  </a:lnTo>
                  <a:lnTo>
                    <a:pt x="97639" y="199830"/>
                  </a:lnTo>
                  <a:lnTo>
                    <a:pt x="97795" y="194956"/>
                  </a:lnTo>
                  <a:lnTo>
                    <a:pt x="97898" y="190082"/>
                  </a:lnTo>
                  <a:lnTo>
                    <a:pt x="97965" y="185209"/>
                  </a:lnTo>
                  <a:lnTo>
                    <a:pt x="98008" y="180335"/>
                  </a:lnTo>
                  <a:lnTo>
                    <a:pt x="98034" y="175461"/>
                  </a:lnTo>
                  <a:lnTo>
                    <a:pt x="98049" y="170587"/>
                  </a:lnTo>
                  <a:lnTo>
                    <a:pt x="98059" y="165713"/>
                  </a:lnTo>
                  <a:lnTo>
                    <a:pt x="98064" y="160839"/>
                  </a:lnTo>
                  <a:lnTo>
                    <a:pt x="98067" y="155965"/>
                  </a:lnTo>
                  <a:lnTo>
                    <a:pt x="98068"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4" y="155965"/>
                  </a:lnTo>
                  <a:lnTo>
                    <a:pt x="98076" y="160839"/>
                  </a:lnTo>
                  <a:lnTo>
                    <a:pt x="98082" y="165713"/>
                  </a:lnTo>
                  <a:lnTo>
                    <a:pt x="98091" y="170587"/>
                  </a:lnTo>
                  <a:lnTo>
                    <a:pt x="98107" y="175461"/>
                  </a:lnTo>
                  <a:lnTo>
                    <a:pt x="98133" y="180335"/>
                  </a:lnTo>
                  <a:lnTo>
                    <a:pt x="98175" y="185209"/>
                  </a:lnTo>
                  <a:lnTo>
                    <a:pt x="98242" y="190082"/>
                  </a:lnTo>
                  <a:lnTo>
                    <a:pt x="98345" y="194956"/>
                  </a:lnTo>
                  <a:lnTo>
                    <a:pt x="98501" y="199830"/>
                  </a:lnTo>
                  <a:lnTo>
                    <a:pt x="98729" y="204704"/>
                  </a:lnTo>
                  <a:lnTo>
                    <a:pt x="99056" y="209578"/>
                  </a:lnTo>
                  <a:lnTo>
                    <a:pt x="99510" y="214452"/>
                  </a:lnTo>
                  <a:lnTo>
                    <a:pt x="100127" y="219326"/>
                  </a:lnTo>
                  <a:lnTo>
                    <a:pt x="100942" y="224200"/>
                  </a:lnTo>
                  <a:lnTo>
                    <a:pt x="101989" y="229074"/>
                  </a:lnTo>
                  <a:lnTo>
                    <a:pt x="103297" y="233948"/>
                  </a:lnTo>
                  <a:lnTo>
                    <a:pt x="104886" y="238822"/>
                  </a:lnTo>
                  <a:lnTo>
                    <a:pt x="106757" y="243695"/>
                  </a:lnTo>
                  <a:lnTo>
                    <a:pt x="108894" y="248569"/>
                  </a:lnTo>
                  <a:lnTo>
                    <a:pt x="111255" y="253443"/>
                  </a:lnTo>
                  <a:lnTo>
                    <a:pt x="113774" y="258317"/>
                  </a:lnTo>
                  <a:lnTo>
                    <a:pt x="116360" y="263191"/>
                  </a:lnTo>
                  <a:lnTo>
                    <a:pt x="118903" y="268065"/>
                  </a:lnTo>
                  <a:lnTo>
                    <a:pt x="121280" y="272939"/>
                  </a:lnTo>
                  <a:lnTo>
                    <a:pt x="123370" y="277813"/>
                  </a:lnTo>
                  <a:lnTo>
                    <a:pt x="125061" y="282687"/>
                  </a:lnTo>
                  <a:lnTo>
                    <a:pt x="126262" y="287561"/>
                  </a:lnTo>
                  <a:lnTo>
                    <a:pt x="126917" y="292435"/>
                  </a:lnTo>
                  <a:lnTo>
                    <a:pt x="127006" y="297308"/>
                  </a:lnTo>
                  <a:lnTo>
                    <a:pt x="126551" y="302182"/>
                  </a:lnTo>
                  <a:lnTo>
                    <a:pt x="125613" y="307056"/>
                  </a:lnTo>
                  <a:lnTo>
                    <a:pt x="124282" y="311930"/>
                  </a:lnTo>
                  <a:lnTo>
                    <a:pt x="122671" y="316804"/>
                  </a:lnTo>
                  <a:lnTo>
                    <a:pt x="120902" y="321678"/>
                  </a:lnTo>
                  <a:lnTo>
                    <a:pt x="119095" y="326552"/>
                  </a:lnTo>
                  <a:lnTo>
                    <a:pt x="117357" y="331426"/>
                  </a:lnTo>
                  <a:lnTo>
                    <a:pt x="115773" y="336300"/>
                  </a:lnTo>
                  <a:lnTo>
                    <a:pt x="114403" y="341174"/>
                  </a:lnTo>
                  <a:lnTo>
                    <a:pt x="113282" y="346048"/>
                  </a:lnTo>
                  <a:lnTo>
                    <a:pt x="112417" y="350921"/>
                  </a:lnTo>
                  <a:lnTo>
                    <a:pt x="111796" y="355795"/>
                  </a:lnTo>
                  <a:lnTo>
                    <a:pt x="111389" y="360669"/>
                  </a:lnTo>
                  <a:lnTo>
                    <a:pt x="111158" y="365543"/>
                  </a:lnTo>
                  <a:lnTo>
                    <a:pt x="111059" y="370417"/>
                  </a:lnTo>
                  <a:lnTo>
                    <a:pt x="111047" y="375291"/>
                  </a:lnTo>
                  <a:lnTo>
                    <a:pt x="111083" y="380165"/>
                  </a:lnTo>
                  <a:lnTo>
                    <a:pt x="111130" y="385039"/>
                  </a:lnTo>
                  <a:lnTo>
                    <a:pt x="111160" y="389913"/>
                  </a:lnTo>
                  <a:lnTo>
                    <a:pt x="111150" y="394787"/>
                  </a:lnTo>
                  <a:lnTo>
                    <a:pt x="111085" y="399661"/>
                  </a:lnTo>
                  <a:lnTo>
                    <a:pt x="110952" y="404534"/>
                  </a:lnTo>
                  <a:lnTo>
                    <a:pt x="110743" y="409408"/>
                  </a:lnTo>
                  <a:lnTo>
                    <a:pt x="110452" y="414282"/>
                  </a:lnTo>
                  <a:lnTo>
                    <a:pt x="110078" y="419156"/>
                  </a:lnTo>
                  <a:lnTo>
                    <a:pt x="109618" y="424030"/>
                  </a:lnTo>
                  <a:lnTo>
                    <a:pt x="109076" y="428904"/>
                  </a:lnTo>
                  <a:lnTo>
                    <a:pt x="108456" y="433778"/>
                  </a:lnTo>
                  <a:lnTo>
                    <a:pt x="107769" y="438652"/>
                  </a:lnTo>
                  <a:lnTo>
                    <a:pt x="107028" y="443526"/>
                  </a:lnTo>
                  <a:lnTo>
                    <a:pt x="106253" y="448400"/>
                  </a:lnTo>
                  <a:lnTo>
                    <a:pt x="105469" y="453274"/>
                  </a:lnTo>
                  <a:lnTo>
                    <a:pt x="104703" y="458147"/>
                  </a:lnTo>
                  <a:lnTo>
                    <a:pt x="103987" y="463021"/>
                  </a:lnTo>
                  <a:lnTo>
                    <a:pt x="103353" y="467895"/>
                  </a:lnTo>
                  <a:lnTo>
                    <a:pt x="102837" y="472769"/>
                  </a:lnTo>
                  <a:lnTo>
                    <a:pt x="102476" y="477643"/>
                  </a:lnTo>
                  <a:lnTo>
                    <a:pt x="102310" y="482517"/>
                  </a:lnTo>
                  <a:lnTo>
                    <a:pt x="102383" y="487391"/>
                  </a:lnTo>
                  <a:lnTo>
                    <a:pt x="102747" y="492265"/>
                  </a:lnTo>
                  <a:lnTo>
                    <a:pt x="103463" y="497139"/>
                  </a:lnTo>
                  <a:lnTo>
                    <a:pt x="104605" y="502013"/>
                  </a:lnTo>
                  <a:lnTo>
                    <a:pt x="106259" y="506887"/>
                  </a:lnTo>
                  <a:lnTo>
                    <a:pt x="108521" y="511760"/>
                  </a:lnTo>
                  <a:lnTo>
                    <a:pt x="111491" y="516634"/>
                  </a:lnTo>
                  <a:lnTo>
                    <a:pt x="115265" y="521508"/>
                  </a:lnTo>
                  <a:lnTo>
                    <a:pt x="119923" y="526382"/>
                  </a:lnTo>
                  <a:lnTo>
                    <a:pt x="125509" y="531256"/>
                  </a:lnTo>
                  <a:lnTo>
                    <a:pt x="132016" y="536130"/>
                  </a:lnTo>
                  <a:lnTo>
                    <a:pt x="139368" y="541004"/>
                  </a:lnTo>
                  <a:lnTo>
                    <a:pt x="147410" y="545878"/>
                  </a:lnTo>
                  <a:lnTo>
                    <a:pt x="155897" y="550752"/>
                  </a:lnTo>
                  <a:lnTo>
                    <a:pt x="164506" y="555626"/>
                  </a:lnTo>
                  <a:lnTo>
                    <a:pt x="172844" y="560500"/>
                  </a:lnTo>
                  <a:lnTo>
                    <a:pt x="180482" y="565373"/>
                  </a:lnTo>
                  <a:lnTo>
                    <a:pt x="186984" y="570247"/>
                  </a:lnTo>
                  <a:lnTo>
                    <a:pt x="191955" y="575121"/>
                  </a:lnTo>
                  <a:lnTo>
                    <a:pt x="195076" y="579995"/>
                  </a:lnTo>
                  <a:lnTo>
                    <a:pt x="196140" y="584869"/>
                  </a:lnTo>
                  <a:lnTo>
                    <a:pt x="196140" y="584869"/>
                  </a:lnTo>
                  <a:close/>
                </a:path>
              </a:pathLst>
            </a:custGeom>
            <a:solidFill>
              <a:srgbClr val="596BC0">
                <a:alpha val="12000"/>
              </a:srgbClr>
            </a:solidFill>
            <a:ln w="6985">
              <a:solidFill>
                <a:srgbClr val="596BC0">
                  <a:alpha val="12000"/>
                </a:srgbClr>
              </a:solidFill>
              <a:prstDash val="solid"/>
            </a:ln>
          </p:spPr>
        </p:sp>
        <p:sp>
          <p:nvSpPr>
            <p:cNvPr id="2395" name="03_assume_matched_2394">
              <a:extLst>
                <a:ext uri="{FF2B5EF4-FFF2-40B4-BE49-F238E27FC236}">
                  <a16:creationId xmlns:a16="http://schemas.microsoft.com/office/drawing/2014/main" id="{AF9D6343-FBBD-40FE-A2AA-6FA03C2CC4E6}"/>
                </a:ext>
              </a:extLst>
            </p:cNvPr>
            <p:cNvSpPr>
              <a:spLocks/>
            </p:cNvSpPr>
            <p:nvPr/>
          </p:nvSpPr>
          <p:spPr>
            <a:xfrm>
              <a:off x="4520337" y="4866326"/>
              <a:ext cx="196140" cy="584869"/>
            </a:xfrm>
            <a:custGeom>
              <a:avLst/>
              <a:gdLst/>
              <a:ahLst/>
              <a:cxnLst/>
              <a:rect l="0" t="0" r="0" b="0"/>
              <a:pathLst>
                <a:path w="196140" h="584869">
                  <a:moveTo>
                    <a:pt x="155362" y="584869"/>
                  </a:moveTo>
                  <a:lnTo>
                    <a:pt x="40778" y="584869"/>
                  </a:lnTo>
                  <a:lnTo>
                    <a:pt x="41372" y="579995"/>
                  </a:lnTo>
                  <a:lnTo>
                    <a:pt x="43113" y="575121"/>
                  </a:lnTo>
                  <a:lnTo>
                    <a:pt x="45884" y="570247"/>
                  </a:lnTo>
                  <a:lnTo>
                    <a:pt x="49503" y="565373"/>
                  </a:lnTo>
                  <a:lnTo>
                    <a:pt x="53746" y="560500"/>
                  </a:lnTo>
                  <a:lnTo>
                    <a:pt x="58370" y="555626"/>
                  </a:lnTo>
                  <a:lnTo>
                    <a:pt x="63135" y="550752"/>
                  </a:lnTo>
                  <a:lnTo>
                    <a:pt x="67826" y="545878"/>
                  </a:lnTo>
                  <a:lnTo>
                    <a:pt x="72268" y="541004"/>
                  </a:lnTo>
                  <a:lnTo>
                    <a:pt x="76334" y="536130"/>
                  </a:lnTo>
                  <a:lnTo>
                    <a:pt x="79946" y="531256"/>
                  </a:lnTo>
                  <a:lnTo>
                    <a:pt x="83071" y="526382"/>
                  </a:lnTo>
                  <a:lnTo>
                    <a:pt x="85712" y="521508"/>
                  </a:lnTo>
                  <a:lnTo>
                    <a:pt x="87899" y="516634"/>
                  </a:lnTo>
                  <a:lnTo>
                    <a:pt x="89677" y="511760"/>
                  </a:lnTo>
                  <a:lnTo>
                    <a:pt x="91098" y="506887"/>
                  </a:lnTo>
                  <a:lnTo>
                    <a:pt x="92210" y="502013"/>
                  </a:lnTo>
                  <a:lnTo>
                    <a:pt x="93059" y="497139"/>
                  </a:lnTo>
                  <a:lnTo>
                    <a:pt x="93681" y="492265"/>
                  </a:lnTo>
                  <a:lnTo>
                    <a:pt x="94107" y="487391"/>
                  </a:lnTo>
                  <a:lnTo>
                    <a:pt x="94360" y="482517"/>
                  </a:lnTo>
                  <a:lnTo>
                    <a:pt x="94459" y="477643"/>
                  </a:lnTo>
                  <a:lnTo>
                    <a:pt x="94421" y="472769"/>
                  </a:lnTo>
                  <a:lnTo>
                    <a:pt x="94264" y="467895"/>
                  </a:lnTo>
                  <a:lnTo>
                    <a:pt x="94005" y="463021"/>
                  </a:lnTo>
                  <a:lnTo>
                    <a:pt x="93663" y="458147"/>
                  </a:lnTo>
                  <a:lnTo>
                    <a:pt x="93257" y="453274"/>
                  </a:lnTo>
                  <a:lnTo>
                    <a:pt x="92807" y="448400"/>
                  </a:lnTo>
                  <a:lnTo>
                    <a:pt x="92335" y="443526"/>
                  </a:lnTo>
                  <a:lnTo>
                    <a:pt x="91858" y="438652"/>
                  </a:lnTo>
                  <a:lnTo>
                    <a:pt x="91396" y="433778"/>
                  </a:lnTo>
                  <a:lnTo>
                    <a:pt x="90965" y="428904"/>
                  </a:lnTo>
                  <a:lnTo>
                    <a:pt x="90581" y="424030"/>
                  </a:lnTo>
                  <a:lnTo>
                    <a:pt x="90259" y="419156"/>
                  </a:lnTo>
                  <a:lnTo>
                    <a:pt x="90010" y="414282"/>
                  </a:lnTo>
                  <a:lnTo>
                    <a:pt x="89846" y="409408"/>
                  </a:lnTo>
                  <a:lnTo>
                    <a:pt x="89773" y="404534"/>
                  </a:lnTo>
                  <a:lnTo>
                    <a:pt x="89796" y="399661"/>
                  </a:lnTo>
                  <a:lnTo>
                    <a:pt x="89912" y="394787"/>
                  </a:lnTo>
                  <a:lnTo>
                    <a:pt x="90115" y="389913"/>
                  </a:lnTo>
                  <a:lnTo>
                    <a:pt x="90391" y="385039"/>
                  </a:lnTo>
                  <a:lnTo>
                    <a:pt x="90718" y="380165"/>
                  </a:lnTo>
                  <a:lnTo>
                    <a:pt x="91070" y="375291"/>
                  </a:lnTo>
                  <a:lnTo>
                    <a:pt x="91414" y="370417"/>
                  </a:lnTo>
                  <a:lnTo>
                    <a:pt x="91716" y="365543"/>
                  </a:lnTo>
                  <a:lnTo>
                    <a:pt x="91942" y="360669"/>
                  </a:lnTo>
                  <a:lnTo>
                    <a:pt x="92062" y="355795"/>
                  </a:lnTo>
                  <a:lnTo>
                    <a:pt x="92051" y="350921"/>
                  </a:lnTo>
                  <a:lnTo>
                    <a:pt x="91893" y="346048"/>
                  </a:lnTo>
                  <a:lnTo>
                    <a:pt x="91585" y="341174"/>
                  </a:lnTo>
                  <a:lnTo>
                    <a:pt x="91134" y="336300"/>
                  </a:lnTo>
                  <a:lnTo>
                    <a:pt x="90564" y="331426"/>
                  </a:lnTo>
                  <a:lnTo>
                    <a:pt x="89906" y="326552"/>
                  </a:lnTo>
                  <a:lnTo>
                    <a:pt x="89205" y="321678"/>
                  </a:lnTo>
                  <a:lnTo>
                    <a:pt x="88511" y="316804"/>
                  </a:lnTo>
                  <a:lnTo>
                    <a:pt x="87876" y="311930"/>
                  </a:lnTo>
                  <a:lnTo>
                    <a:pt x="87353" y="307056"/>
                  </a:lnTo>
                  <a:lnTo>
                    <a:pt x="86987" y="302182"/>
                  </a:lnTo>
                  <a:lnTo>
                    <a:pt x="86810" y="297308"/>
                  </a:lnTo>
                  <a:lnTo>
                    <a:pt x="86844" y="292435"/>
                  </a:lnTo>
                  <a:lnTo>
                    <a:pt x="87091" y="287561"/>
                  </a:lnTo>
                  <a:lnTo>
                    <a:pt x="87538" y="282687"/>
                  </a:lnTo>
                  <a:lnTo>
                    <a:pt x="88156" y="277813"/>
                  </a:lnTo>
                  <a:lnTo>
                    <a:pt x="88903" y="272939"/>
                  </a:lnTo>
                  <a:lnTo>
                    <a:pt x="89729" y="268065"/>
                  </a:lnTo>
                  <a:lnTo>
                    <a:pt x="90580" y="263191"/>
                  </a:lnTo>
                  <a:lnTo>
                    <a:pt x="91404" y="258317"/>
                  </a:lnTo>
                  <a:lnTo>
                    <a:pt x="92152" y="253443"/>
                  </a:lnTo>
                  <a:lnTo>
                    <a:pt x="92786" y="248569"/>
                  </a:lnTo>
                  <a:lnTo>
                    <a:pt x="93280" y="243695"/>
                  </a:lnTo>
                  <a:lnTo>
                    <a:pt x="93620" y="238822"/>
                  </a:lnTo>
                  <a:lnTo>
                    <a:pt x="93805" y="233948"/>
                  </a:lnTo>
                  <a:lnTo>
                    <a:pt x="93847" y="229074"/>
                  </a:lnTo>
                  <a:lnTo>
                    <a:pt x="93767" y="224200"/>
                  </a:lnTo>
                  <a:lnTo>
                    <a:pt x="93594" y="219326"/>
                  </a:lnTo>
                  <a:lnTo>
                    <a:pt x="93360" y="214452"/>
                  </a:lnTo>
                  <a:lnTo>
                    <a:pt x="93102" y="209578"/>
                  </a:lnTo>
                  <a:lnTo>
                    <a:pt x="92853" y="204704"/>
                  </a:lnTo>
                  <a:lnTo>
                    <a:pt x="92642" y="199830"/>
                  </a:lnTo>
                  <a:lnTo>
                    <a:pt x="92493" y="194956"/>
                  </a:lnTo>
                  <a:lnTo>
                    <a:pt x="92421" y="190082"/>
                  </a:lnTo>
                  <a:lnTo>
                    <a:pt x="92434" y="185209"/>
                  </a:lnTo>
                  <a:lnTo>
                    <a:pt x="92532" y="180335"/>
                  </a:lnTo>
                  <a:lnTo>
                    <a:pt x="92706" y="175461"/>
                  </a:lnTo>
                  <a:lnTo>
                    <a:pt x="92944" y="170587"/>
                  </a:lnTo>
                  <a:lnTo>
                    <a:pt x="93229" y="165713"/>
                  </a:lnTo>
                  <a:lnTo>
                    <a:pt x="93542" y="160839"/>
                  </a:lnTo>
                  <a:lnTo>
                    <a:pt x="93865" y="155965"/>
                  </a:lnTo>
                  <a:lnTo>
                    <a:pt x="94181" y="151091"/>
                  </a:lnTo>
                  <a:lnTo>
                    <a:pt x="94476" y="146217"/>
                  </a:lnTo>
                  <a:lnTo>
                    <a:pt x="94741" y="141343"/>
                  </a:lnTo>
                  <a:lnTo>
                    <a:pt x="94968" y="136469"/>
                  </a:lnTo>
                  <a:lnTo>
                    <a:pt x="95152" y="131596"/>
                  </a:lnTo>
                  <a:lnTo>
                    <a:pt x="95289" y="126722"/>
                  </a:lnTo>
                  <a:lnTo>
                    <a:pt x="95374" y="121848"/>
                  </a:lnTo>
                  <a:lnTo>
                    <a:pt x="95401" y="116974"/>
                  </a:lnTo>
                  <a:lnTo>
                    <a:pt x="95356" y="112100"/>
                  </a:lnTo>
                  <a:lnTo>
                    <a:pt x="95221" y="107226"/>
                  </a:lnTo>
                  <a:lnTo>
                    <a:pt x="94967" y="102352"/>
                  </a:lnTo>
                  <a:lnTo>
                    <a:pt x="94555" y="97478"/>
                  </a:lnTo>
                  <a:lnTo>
                    <a:pt x="93931" y="92604"/>
                  </a:lnTo>
                  <a:lnTo>
                    <a:pt x="93029" y="87730"/>
                  </a:lnTo>
                  <a:lnTo>
                    <a:pt x="91766" y="82856"/>
                  </a:lnTo>
                  <a:lnTo>
                    <a:pt x="90044" y="77983"/>
                  </a:lnTo>
                  <a:lnTo>
                    <a:pt x="87754" y="73109"/>
                  </a:lnTo>
                  <a:lnTo>
                    <a:pt x="84785" y="68235"/>
                  </a:lnTo>
                  <a:lnTo>
                    <a:pt x="81029" y="63361"/>
                  </a:lnTo>
                  <a:lnTo>
                    <a:pt x="76397" y="58487"/>
                  </a:lnTo>
                  <a:lnTo>
                    <a:pt x="70838" y="53613"/>
                  </a:lnTo>
                  <a:lnTo>
                    <a:pt x="64351" y="48739"/>
                  </a:lnTo>
                  <a:lnTo>
                    <a:pt x="57008" y="43865"/>
                  </a:lnTo>
                  <a:lnTo>
                    <a:pt x="48963" y="38991"/>
                  </a:lnTo>
                  <a:lnTo>
                    <a:pt x="40459" y="34117"/>
                  </a:lnTo>
                  <a:lnTo>
                    <a:pt x="31821" y="29243"/>
                  </a:lnTo>
                  <a:lnTo>
                    <a:pt x="23444" y="24370"/>
                  </a:lnTo>
                  <a:lnTo>
                    <a:pt x="15765" y="19496"/>
                  </a:lnTo>
                  <a:lnTo>
                    <a:pt x="9221" y="14622"/>
                  </a:lnTo>
                  <a:lnTo>
                    <a:pt x="4216" y="9748"/>
                  </a:lnTo>
                  <a:lnTo>
                    <a:pt x="1072" y="4874"/>
                  </a:lnTo>
                  <a:lnTo>
                    <a:pt x="0" y="0"/>
                  </a:lnTo>
                  <a:lnTo>
                    <a:pt x="196140" y="0"/>
                  </a:lnTo>
                  <a:lnTo>
                    <a:pt x="196140" y="0"/>
                  </a:lnTo>
                  <a:lnTo>
                    <a:pt x="195068" y="4874"/>
                  </a:lnTo>
                  <a:lnTo>
                    <a:pt x="191925" y="9748"/>
                  </a:lnTo>
                  <a:lnTo>
                    <a:pt x="186919" y="14622"/>
                  </a:lnTo>
                  <a:lnTo>
                    <a:pt x="180376" y="19496"/>
                  </a:lnTo>
                  <a:lnTo>
                    <a:pt x="172696" y="24370"/>
                  </a:lnTo>
                  <a:lnTo>
                    <a:pt x="164320" y="29243"/>
                  </a:lnTo>
                  <a:lnTo>
                    <a:pt x="155682" y="34117"/>
                  </a:lnTo>
                  <a:lnTo>
                    <a:pt x="147177" y="38991"/>
                  </a:lnTo>
                  <a:lnTo>
                    <a:pt x="139132" y="43865"/>
                  </a:lnTo>
                  <a:lnTo>
                    <a:pt x="131789" y="48739"/>
                  </a:lnTo>
                  <a:lnTo>
                    <a:pt x="125302" y="53613"/>
                  </a:lnTo>
                  <a:lnTo>
                    <a:pt x="119743" y="58487"/>
                  </a:lnTo>
                  <a:lnTo>
                    <a:pt x="115111" y="63361"/>
                  </a:lnTo>
                  <a:lnTo>
                    <a:pt x="111355" y="68235"/>
                  </a:lnTo>
                  <a:lnTo>
                    <a:pt x="108386" y="73109"/>
                  </a:lnTo>
                  <a:lnTo>
                    <a:pt x="106097" y="77983"/>
                  </a:lnTo>
                  <a:lnTo>
                    <a:pt x="104374" y="82856"/>
                  </a:lnTo>
                  <a:lnTo>
                    <a:pt x="103111" y="87730"/>
                  </a:lnTo>
                  <a:lnTo>
                    <a:pt x="102209" y="92604"/>
                  </a:lnTo>
                  <a:lnTo>
                    <a:pt x="101586" y="97478"/>
                  </a:lnTo>
                  <a:lnTo>
                    <a:pt x="101173" y="102352"/>
                  </a:lnTo>
                  <a:lnTo>
                    <a:pt x="100919" y="107226"/>
                  </a:lnTo>
                  <a:lnTo>
                    <a:pt x="100784" y="112100"/>
                  </a:lnTo>
                  <a:lnTo>
                    <a:pt x="100739" y="116974"/>
                  </a:lnTo>
                  <a:lnTo>
                    <a:pt x="100766" y="121848"/>
                  </a:lnTo>
                  <a:lnTo>
                    <a:pt x="100851" y="126722"/>
                  </a:lnTo>
                  <a:lnTo>
                    <a:pt x="100989" y="131596"/>
                  </a:lnTo>
                  <a:lnTo>
                    <a:pt x="101173" y="136469"/>
                  </a:lnTo>
                  <a:lnTo>
                    <a:pt x="101399" y="141343"/>
                  </a:lnTo>
                  <a:lnTo>
                    <a:pt x="101664" y="146217"/>
                  </a:lnTo>
                  <a:lnTo>
                    <a:pt x="101960" y="151091"/>
                  </a:lnTo>
                  <a:lnTo>
                    <a:pt x="102276" y="155965"/>
                  </a:lnTo>
                  <a:lnTo>
                    <a:pt x="102598" y="160839"/>
                  </a:lnTo>
                  <a:lnTo>
                    <a:pt x="102911" y="165713"/>
                  </a:lnTo>
                  <a:lnTo>
                    <a:pt x="103196" y="170587"/>
                  </a:lnTo>
                  <a:lnTo>
                    <a:pt x="103434" y="175461"/>
                  </a:lnTo>
                  <a:lnTo>
                    <a:pt x="103609" y="180335"/>
                  </a:lnTo>
                  <a:lnTo>
                    <a:pt x="103706" y="185209"/>
                  </a:lnTo>
                  <a:lnTo>
                    <a:pt x="103720" y="190082"/>
                  </a:lnTo>
                  <a:lnTo>
                    <a:pt x="103648" y="194956"/>
                  </a:lnTo>
                  <a:lnTo>
                    <a:pt x="103498" y="199830"/>
                  </a:lnTo>
                  <a:lnTo>
                    <a:pt x="103287" y="204704"/>
                  </a:lnTo>
                  <a:lnTo>
                    <a:pt x="103038" y="209578"/>
                  </a:lnTo>
                  <a:lnTo>
                    <a:pt x="102780" y="214452"/>
                  </a:lnTo>
                  <a:lnTo>
                    <a:pt x="102547" y="219326"/>
                  </a:lnTo>
                  <a:lnTo>
                    <a:pt x="102373" y="224200"/>
                  </a:lnTo>
                  <a:lnTo>
                    <a:pt x="102293" y="229074"/>
                  </a:lnTo>
                  <a:lnTo>
                    <a:pt x="102335" y="233948"/>
                  </a:lnTo>
                  <a:lnTo>
                    <a:pt x="102520" y="238822"/>
                  </a:lnTo>
                  <a:lnTo>
                    <a:pt x="102860" y="243695"/>
                  </a:lnTo>
                  <a:lnTo>
                    <a:pt x="103354" y="248569"/>
                  </a:lnTo>
                  <a:lnTo>
                    <a:pt x="103989" y="253443"/>
                  </a:lnTo>
                  <a:lnTo>
                    <a:pt x="104737" y="258317"/>
                  </a:lnTo>
                  <a:lnTo>
                    <a:pt x="105560" y="263191"/>
                  </a:lnTo>
                  <a:lnTo>
                    <a:pt x="106411" y="268065"/>
                  </a:lnTo>
                  <a:lnTo>
                    <a:pt x="107238" y="272939"/>
                  </a:lnTo>
                  <a:lnTo>
                    <a:pt x="107985" y="277813"/>
                  </a:lnTo>
                  <a:lnTo>
                    <a:pt x="108603" y="282687"/>
                  </a:lnTo>
                  <a:lnTo>
                    <a:pt x="109049" y="287561"/>
                  </a:lnTo>
                  <a:lnTo>
                    <a:pt x="109296" y="292435"/>
                  </a:lnTo>
                  <a:lnTo>
                    <a:pt x="109330" y="297308"/>
                  </a:lnTo>
                  <a:lnTo>
                    <a:pt x="109154" y="302182"/>
                  </a:lnTo>
                  <a:lnTo>
                    <a:pt x="108787" y="307056"/>
                  </a:lnTo>
                  <a:lnTo>
                    <a:pt x="108264" y="311930"/>
                  </a:lnTo>
                  <a:lnTo>
                    <a:pt x="107630" y="316804"/>
                  </a:lnTo>
                  <a:lnTo>
                    <a:pt x="106935" y="321678"/>
                  </a:lnTo>
                  <a:lnTo>
                    <a:pt x="106234" y="326552"/>
                  </a:lnTo>
                  <a:lnTo>
                    <a:pt x="105577" y="331426"/>
                  </a:lnTo>
                  <a:lnTo>
                    <a:pt x="105006" y="336300"/>
                  </a:lnTo>
                  <a:lnTo>
                    <a:pt x="104556" y="341174"/>
                  </a:lnTo>
                  <a:lnTo>
                    <a:pt x="104248" y="346048"/>
                  </a:lnTo>
                  <a:lnTo>
                    <a:pt x="104090" y="350921"/>
                  </a:lnTo>
                  <a:lnTo>
                    <a:pt x="104078" y="355795"/>
                  </a:lnTo>
                  <a:lnTo>
                    <a:pt x="104198" y="360669"/>
                  </a:lnTo>
                  <a:lnTo>
                    <a:pt x="104424" y="365543"/>
                  </a:lnTo>
                  <a:lnTo>
                    <a:pt x="104727" y="370417"/>
                  </a:lnTo>
                  <a:lnTo>
                    <a:pt x="105071" y="375291"/>
                  </a:lnTo>
                  <a:lnTo>
                    <a:pt x="105422" y="380165"/>
                  </a:lnTo>
                  <a:lnTo>
                    <a:pt x="105750" y="385039"/>
                  </a:lnTo>
                  <a:lnTo>
                    <a:pt x="106025" y="389913"/>
                  </a:lnTo>
                  <a:lnTo>
                    <a:pt x="106228" y="394787"/>
                  </a:lnTo>
                  <a:lnTo>
                    <a:pt x="106345" y="399661"/>
                  </a:lnTo>
                  <a:lnTo>
                    <a:pt x="106367" y="404534"/>
                  </a:lnTo>
                  <a:lnTo>
                    <a:pt x="106295" y="409408"/>
                  </a:lnTo>
                  <a:lnTo>
                    <a:pt x="106130" y="414282"/>
                  </a:lnTo>
                  <a:lnTo>
                    <a:pt x="105881" y="419156"/>
                  </a:lnTo>
                  <a:lnTo>
                    <a:pt x="105559" y="424030"/>
                  </a:lnTo>
                  <a:lnTo>
                    <a:pt x="105175" y="428904"/>
                  </a:lnTo>
                  <a:lnTo>
                    <a:pt x="104745" y="433778"/>
                  </a:lnTo>
                  <a:lnTo>
                    <a:pt x="104282" y="438652"/>
                  </a:lnTo>
                  <a:lnTo>
                    <a:pt x="103806" y="443526"/>
                  </a:lnTo>
                  <a:lnTo>
                    <a:pt x="103333" y="448400"/>
                  </a:lnTo>
                  <a:lnTo>
                    <a:pt x="102883" y="453274"/>
                  </a:lnTo>
                  <a:lnTo>
                    <a:pt x="102477" y="458147"/>
                  </a:lnTo>
                  <a:lnTo>
                    <a:pt x="102135" y="463021"/>
                  </a:lnTo>
                  <a:lnTo>
                    <a:pt x="101876" y="467895"/>
                  </a:lnTo>
                  <a:lnTo>
                    <a:pt x="101719" y="472769"/>
                  </a:lnTo>
                  <a:lnTo>
                    <a:pt x="101682" y="477643"/>
                  </a:lnTo>
                  <a:lnTo>
                    <a:pt x="101781" y="482517"/>
                  </a:lnTo>
                  <a:lnTo>
                    <a:pt x="102033" y="487391"/>
                  </a:lnTo>
                  <a:lnTo>
                    <a:pt x="102459" y="492265"/>
                  </a:lnTo>
                  <a:lnTo>
                    <a:pt x="103082" y="497139"/>
                  </a:lnTo>
                  <a:lnTo>
                    <a:pt x="103931" y="502013"/>
                  </a:lnTo>
                  <a:lnTo>
                    <a:pt x="105043" y="506887"/>
                  </a:lnTo>
                  <a:lnTo>
                    <a:pt x="106463" y="511760"/>
                  </a:lnTo>
                  <a:lnTo>
                    <a:pt x="108241" y="516634"/>
                  </a:lnTo>
                  <a:lnTo>
                    <a:pt x="110429" y="521508"/>
                  </a:lnTo>
                  <a:lnTo>
                    <a:pt x="113070" y="526382"/>
                  </a:lnTo>
                  <a:lnTo>
                    <a:pt x="116195" y="531256"/>
                  </a:lnTo>
                  <a:lnTo>
                    <a:pt x="119807" y="536130"/>
                  </a:lnTo>
                  <a:lnTo>
                    <a:pt x="123872" y="541004"/>
                  </a:lnTo>
                  <a:lnTo>
                    <a:pt x="128315" y="545878"/>
                  </a:lnTo>
                  <a:lnTo>
                    <a:pt x="133005" y="550752"/>
                  </a:lnTo>
                  <a:lnTo>
                    <a:pt x="137770" y="555626"/>
                  </a:lnTo>
                  <a:lnTo>
                    <a:pt x="142394" y="560500"/>
                  </a:lnTo>
                  <a:lnTo>
                    <a:pt x="146637" y="565373"/>
                  </a:lnTo>
                  <a:lnTo>
                    <a:pt x="150256" y="570247"/>
                  </a:lnTo>
                  <a:lnTo>
                    <a:pt x="153027" y="575121"/>
                  </a:lnTo>
                  <a:lnTo>
                    <a:pt x="154768" y="579995"/>
                  </a:lnTo>
                  <a:lnTo>
                    <a:pt x="155362" y="584869"/>
                  </a:lnTo>
                  <a:lnTo>
                    <a:pt x="155362" y="584869"/>
                  </a:lnTo>
                  <a:close/>
                </a:path>
              </a:pathLst>
            </a:custGeom>
            <a:solidFill>
              <a:srgbClr val="596BC0">
                <a:alpha val="12000"/>
              </a:srgbClr>
            </a:solidFill>
            <a:ln w="6985">
              <a:solidFill>
                <a:srgbClr val="596BC0">
                  <a:alpha val="12000"/>
                </a:srgbClr>
              </a:solidFill>
              <a:prstDash val="solid"/>
            </a:ln>
          </p:spPr>
        </p:sp>
        <p:sp>
          <p:nvSpPr>
            <p:cNvPr id="2396" name="03_assume_matched_2395">
              <a:extLst>
                <a:ext uri="{FF2B5EF4-FFF2-40B4-BE49-F238E27FC236}">
                  <a16:creationId xmlns:a16="http://schemas.microsoft.com/office/drawing/2014/main" id="{60633AA6-7B54-4429-918C-97CB9A615275}"/>
                </a:ext>
              </a:extLst>
            </p:cNvPr>
            <p:cNvSpPr>
              <a:spLocks/>
            </p:cNvSpPr>
            <p:nvPr/>
          </p:nvSpPr>
          <p:spPr>
            <a:xfrm>
              <a:off x="5274723" y="4866326"/>
              <a:ext cx="196140" cy="584869"/>
            </a:xfrm>
            <a:custGeom>
              <a:avLst/>
              <a:gdLst/>
              <a:ahLst/>
              <a:cxnLst/>
              <a:rect l="0" t="0" r="0" b="0"/>
              <a:pathLst>
                <a:path w="196140" h="584869">
                  <a:moveTo>
                    <a:pt x="140114" y="584869"/>
                  </a:moveTo>
                  <a:lnTo>
                    <a:pt x="56026" y="584869"/>
                  </a:lnTo>
                  <a:lnTo>
                    <a:pt x="56457" y="579995"/>
                  </a:lnTo>
                  <a:lnTo>
                    <a:pt x="57720" y="575121"/>
                  </a:lnTo>
                  <a:lnTo>
                    <a:pt x="59730" y="570247"/>
                  </a:lnTo>
                  <a:lnTo>
                    <a:pt x="62355" y="565373"/>
                  </a:lnTo>
                  <a:lnTo>
                    <a:pt x="65432" y="560500"/>
                  </a:lnTo>
                  <a:lnTo>
                    <a:pt x="68786" y="555626"/>
                  </a:lnTo>
                  <a:lnTo>
                    <a:pt x="72242" y="550752"/>
                  </a:lnTo>
                  <a:lnTo>
                    <a:pt x="75645" y="545878"/>
                  </a:lnTo>
                  <a:lnTo>
                    <a:pt x="78869" y="541004"/>
                  </a:lnTo>
                  <a:lnTo>
                    <a:pt x="81822" y="536130"/>
                  </a:lnTo>
                  <a:lnTo>
                    <a:pt x="84449" y="531256"/>
                  </a:lnTo>
                  <a:lnTo>
                    <a:pt x="86726" y="526382"/>
                  </a:lnTo>
                  <a:lnTo>
                    <a:pt x="88657" y="521508"/>
                  </a:lnTo>
                  <a:lnTo>
                    <a:pt x="90262" y="516634"/>
                  </a:lnTo>
                  <a:lnTo>
                    <a:pt x="91573" y="511760"/>
                  </a:lnTo>
                  <a:lnTo>
                    <a:pt x="92626" y="506887"/>
                  </a:lnTo>
                  <a:lnTo>
                    <a:pt x="93456" y="502013"/>
                  </a:lnTo>
                  <a:lnTo>
                    <a:pt x="94095" y="497139"/>
                  </a:lnTo>
                  <a:lnTo>
                    <a:pt x="94566" y="492265"/>
                  </a:lnTo>
                  <a:lnTo>
                    <a:pt x="94891" y="487391"/>
                  </a:lnTo>
                  <a:lnTo>
                    <a:pt x="95087" y="482517"/>
                  </a:lnTo>
                  <a:lnTo>
                    <a:pt x="95166" y="477643"/>
                  </a:lnTo>
                  <a:lnTo>
                    <a:pt x="95142" y="472769"/>
                  </a:lnTo>
                  <a:lnTo>
                    <a:pt x="95029" y="467895"/>
                  </a:lnTo>
                  <a:lnTo>
                    <a:pt x="94842" y="463021"/>
                  </a:lnTo>
                  <a:lnTo>
                    <a:pt x="94596" y="458147"/>
                  </a:lnTo>
                  <a:lnTo>
                    <a:pt x="94309" y="453274"/>
                  </a:lnTo>
                  <a:lnTo>
                    <a:pt x="93998" y="448400"/>
                  </a:lnTo>
                  <a:lnTo>
                    <a:pt x="93681" y="443526"/>
                  </a:lnTo>
                  <a:lnTo>
                    <a:pt x="93372" y="438652"/>
                  </a:lnTo>
                  <a:lnTo>
                    <a:pt x="93087" y="433778"/>
                  </a:lnTo>
                  <a:lnTo>
                    <a:pt x="92836" y="428904"/>
                  </a:lnTo>
                  <a:lnTo>
                    <a:pt x="92631" y="424030"/>
                  </a:lnTo>
                  <a:lnTo>
                    <a:pt x="92477" y="419156"/>
                  </a:lnTo>
                  <a:lnTo>
                    <a:pt x="92380" y="414282"/>
                  </a:lnTo>
                  <a:lnTo>
                    <a:pt x="92343" y="409408"/>
                  </a:lnTo>
                  <a:lnTo>
                    <a:pt x="92367" y="404534"/>
                  </a:lnTo>
                  <a:lnTo>
                    <a:pt x="92449" y="399661"/>
                  </a:lnTo>
                  <a:lnTo>
                    <a:pt x="92584" y="394787"/>
                  </a:lnTo>
                  <a:lnTo>
                    <a:pt x="92764" y="389913"/>
                  </a:lnTo>
                  <a:lnTo>
                    <a:pt x="92976" y="385039"/>
                  </a:lnTo>
                  <a:lnTo>
                    <a:pt x="93203" y="380165"/>
                  </a:lnTo>
                  <a:lnTo>
                    <a:pt x="93427" y="375291"/>
                  </a:lnTo>
                  <a:lnTo>
                    <a:pt x="93625" y="370417"/>
                  </a:lnTo>
                  <a:lnTo>
                    <a:pt x="93774" y="365543"/>
                  </a:lnTo>
                  <a:lnTo>
                    <a:pt x="93853" y="360669"/>
                  </a:lnTo>
                  <a:lnTo>
                    <a:pt x="93841" y="355795"/>
                  </a:lnTo>
                  <a:lnTo>
                    <a:pt x="93724" y="350921"/>
                  </a:lnTo>
                  <a:lnTo>
                    <a:pt x="93493" y="346048"/>
                  </a:lnTo>
                  <a:lnTo>
                    <a:pt x="93149" y="341174"/>
                  </a:lnTo>
                  <a:lnTo>
                    <a:pt x="92699" y="336300"/>
                  </a:lnTo>
                  <a:lnTo>
                    <a:pt x="92164" y="331426"/>
                  </a:lnTo>
                  <a:lnTo>
                    <a:pt x="91569" y="326552"/>
                  </a:lnTo>
                  <a:lnTo>
                    <a:pt x="90951" y="321678"/>
                  </a:lnTo>
                  <a:lnTo>
                    <a:pt x="90348" y="316804"/>
                  </a:lnTo>
                  <a:lnTo>
                    <a:pt x="89803" y="311930"/>
                  </a:lnTo>
                  <a:lnTo>
                    <a:pt x="89357" y="307056"/>
                  </a:lnTo>
                  <a:lnTo>
                    <a:pt x="89045" y="302182"/>
                  </a:lnTo>
                  <a:lnTo>
                    <a:pt x="88894" y="297308"/>
                  </a:lnTo>
                  <a:lnTo>
                    <a:pt x="88919" y="292435"/>
                  </a:lnTo>
                  <a:lnTo>
                    <a:pt x="89124" y="287561"/>
                  </a:lnTo>
                  <a:lnTo>
                    <a:pt x="89497" y="282687"/>
                  </a:lnTo>
                  <a:lnTo>
                    <a:pt x="90016" y="277813"/>
                  </a:lnTo>
                  <a:lnTo>
                    <a:pt x="90647" y="272939"/>
                  </a:lnTo>
                  <a:lnTo>
                    <a:pt x="91352" y="268065"/>
                  </a:lnTo>
                  <a:lnTo>
                    <a:pt x="92089" y="263191"/>
                  </a:lnTo>
                  <a:lnTo>
                    <a:pt x="92815" y="258317"/>
                  </a:lnTo>
                  <a:lnTo>
                    <a:pt x="93495" y="253443"/>
                  </a:lnTo>
                  <a:lnTo>
                    <a:pt x="94098" y="248569"/>
                  </a:lnTo>
                  <a:lnTo>
                    <a:pt x="94605" y="243695"/>
                  </a:lnTo>
                  <a:lnTo>
                    <a:pt x="95005" y="238822"/>
                  </a:lnTo>
                  <a:lnTo>
                    <a:pt x="95298" y="233948"/>
                  </a:lnTo>
                  <a:lnTo>
                    <a:pt x="95490" y="229074"/>
                  </a:lnTo>
                  <a:lnTo>
                    <a:pt x="95596" y="224200"/>
                  </a:lnTo>
                  <a:lnTo>
                    <a:pt x="95637" y="219326"/>
                  </a:lnTo>
                  <a:lnTo>
                    <a:pt x="95633" y="214452"/>
                  </a:lnTo>
                  <a:lnTo>
                    <a:pt x="95608" y="209578"/>
                  </a:lnTo>
                  <a:lnTo>
                    <a:pt x="95581" y="204704"/>
                  </a:lnTo>
                  <a:lnTo>
                    <a:pt x="95572" y="199830"/>
                  </a:lnTo>
                  <a:lnTo>
                    <a:pt x="95593" y="194956"/>
                  </a:lnTo>
                  <a:lnTo>
                    <a:pt x="95652" y="190082"/>
                  </a:lnTo>
                  <a:lnTo>
                    <a:pt x="95753" y="185209"/>
                  </a:lnTo>
                  <a:lnTo>
                    <a:pt x="95894" y="180335"/>
                  </a:lnTo>
                  <a:lnTo>
                    <a:pt x="96068" y="175461"/>
                  </a:lnTo>
                  <a:lnTo>
                    <a:pt x="96268" y="170587"/>
                  </a:lnTo>
                  <a:lnTo>
                    <a:pt x="96484" y="165713"/>
                  </a:lnTo>
                  <a:lnTo>
                    <a:pt x="96705" y="160839"/>
                  </a:lnTo>
                  <a:lnTo>
                    <a:pt x="96921" y="155965"/>
                  </a:lnTo>
                  <a:lnTo>
                    <a:pt x="97124" y="151091"/>
                  </a:lnTo>
                  <a:lnTo>
                    <a:pt x="97308" y="146217"/>
                  </a:lnTo>
                  <a:lnTo>
                    <a:pt x="97467" y="141343"/>
                  </a:lnTo>
                  <a:lnTo>
                    <a:pt x="97600" y="136469"/>
                  </a:lnTo>
                  <a:lnTo>
                    <a:pt x="97704" y="131596"/>
                  </a:lnTo>
                  <a:lnTo>
                    <a:pt x="97776" y="126722"/>
                  </a:lnTo>
                  <a:lnTo>
                    <a:pt x="97814" y="121848"/>
                  </a:lnTo>
                  <a:lnTo>
                    <a:pt x="97812" y="116974"/>
                  </a:lnTo>
                  <a:lnTo>
                    <a:pt x="97757" y="112100"/>
                  </a:lnTo>
                  <a:lnTo>
                    <a:pt x="97633" y="107226"/>
                  </a:lnTo>
                  <a:lnTo>
                    <a:pt x="97411" y="102352"/>
                  </a:lnTo>
                  <a:lnTo>
                    <a:pt x="97052" y="97478"/>
                  </a:lnTo>
                  <a:lnTo>
                    <a:pt x="96499" y="92604"/>
                  </a:lnTo>
                  <a:lnTo>
                    <a:pt x="95682" y="87730"/>
                  </a:lnTo>
                  <a:lnTo>
                    <a:pt x="94509" y="82856"/>
                  </a:lnTo>
                  <a:lnTo>
                    <a:pt x="92875" y="77983"/>
                  </a:lnTo>
                  <a:lnTo>
                    <a:pt x="90657" y="73109"/>
                  </a:lnTo>
                  <a:lnTo>
                    <a:pt x="87730" y="68235"/>
                  </a:lnTo>
                  <a:lnTo>
                    <a:pt x="83974" y="63361"/>
                  </a:lnTo>
                  <a:lnTo>
                    <a:pt x="79290" y="58487"/>
                  </a:lnTo>
                  <a:lnTo>
                    <a:pt x="73616" y="53613"/>
                  </a:lnTo>
                  <a:lnTo>
                    <a:pt x="66950" y="48739"/>
                  </a:lnTo>
                  <a:lnTo>
                    <a:pt x="59367" y="43865"/>
                  </a:lnTo>
                  <a:lnTo>
                    <a:pt x="51027" y="38991"/>
                  </a:lnTo>
                  <a:lnTo>
                    <a:pt x="42188" y="34117"/>
                  </a:lnTo>
                  <a:lnTo>
                    <a:pt x="33195" y="29243"/>
                  </a:lnTo>
                  <a:lnTo>
                    <a:pt x="24464" y="24370"/>
                  </a:lnTo>
                  <a:lnTo>
                    <a:pt x="16454" y="19496"/>
                  </a:lnTo>
                  <a:lnTo>
                    <a:pt x="9625" y="14622"/>
                  </a:lnTo>
                  <a:lnTo>
                    <a:pt x="4401" y="9748"/>
                  </a:lnTo>
                  <a:lnTo>
                    <a:pt x="1119" y="4874"/>
                  </a:lnTo>
                  <a:lnTo>
                    <a:pt x="0" y="0"/>
                  </a:lnTo>
                  <a:lnTo>
                    <a:pt x="196140" y="0"/>
                  </a:lnTo>
                  <a:lnTo>
                    <a:pt x="196140" y="0"/>
                  </a:lnTo>
                  <a:lnTo>
                    <a:pt x="195021" y="4874"/>
                  </a:lnTo>
                  <a:lnTo>
                    <a:pt x="191739" y="9748"/>
                  </a:lnTo>
                  <a:lnTo>
                    <a:pt x="186515" y="14622"/>
                  </a:lnTo>
                  <a:lnTo>
                    <a:pt x="179686" y="19496"/>
                  </a:lnTo>
                  <a:lnTo>
                    <a:pt x="171676" y="24370"/>
                  </a:lnTo>
                  <a:lnTo>
                    <a:pt x="162945" y="29243"/>
                  </a:lnTo>
                  <a:lnTo>
                    <a:pt x="153952" y="34117"/>
                  </a:lnTo>
                  <a:lnTo>
                    <a:pt x="145113" y="38991"/>
                  </a:lnTo>
                  <a:lnTo>
                    <a:pt x="136774" y="43865"/>
                  </a:lnTo>
                  <a:lnTo>
                    <a:pt x="129190" y="48739"/>
                  </a:lnTo>
                  <a:lnTo>
                    <a:pt x="122524" y="53613"/>
                  </a:lnTo>
                  <a:lnTo>
                    <a:pt x="116850" y="58487"/>
                  </a:lnTo>
                  <a:lnTo>
                    <a:pt x="112166" y="63361"/>
                  </a:lnTo>
                  <a:lnTo>
                    <a:pt x="108410" y="68235"/>
                  </a:lnTo>
                  <a:lnTo>
                    <a:pt x="105484" y="73109"/>
                  </a:lnTo>
                  <a:lnTo>
                    <a:pt x="103266" y="77983"/>
                  </a:lnTo>
                  <a:lnTo>
                    <a:pt x="101631" y="82856"/>
                  </a:lnTo>
                  <a:lnTo>
                    <a:pt x="100458" y="87730"/>
                  </a:lnTo>
                  <a:lnTo>
                    <a:pt x="99641" y="92604"/>
                  </a:lnTo>
                  <a:lnTo>
                    <a:pt x="99089" y="97478"/>
                  </a:lnTo>
                  <a:lnTo>
                    <a:pt x="98729" y="102352"/>
                  </a:lnTo>
                  <a:lnTo>
                    <a:pt x="98507" y="107226"/>
                  </a:lnTo>
                  <a:lnTo>
                    <a:pt x="98383" y="112100"/>
                  </a:lnTo>
                  <a:lnTo>
                    <a:pt x="98329" y="116974"/>
                  </a:lnTo>
                  <a:lnTo>
                    <a:pt x="98326" y="121848"/>
                  </a:lnTo>
                  <a:lnTo>
                    <a:pt x="98364" y="126722"/>
                  </a:lnTo>
                  <a:lnTo>
                    <a:pt x="98437" y="131596"/>
                  </a:lnTo>
                  <a:lnTo>
                    <a:pt x="98540" y="136469"/>
                  </a:lnTo>
                  <a:lnTo>
                    <a:pt x="98673" y="141343"/>
                  </a:lnTo>
                  <a:lnTo>
                    <a:pt x="98833" y="146217"/>
                  </a:lnTo>
                  <a:lnTo>
                    <a:pt x="99016" y="151091"/>
                  </a:lnTo>
                  <a:lnTo>
                    <a:pt x="99219" y="155965"/>
                  </a:lnTo>
                  <a:lnTo>
                    <a:pt x="99435" y="160839"/>
                  </a:lnTo>
                  <a:lnTo>
                    <a:pt x="99656" y="165713"/>
                  </a:lnTo>
                  <a:lnTo>
                    <a:pt x="99872" y="170587"/>
                  </a:lnTo>
                  <a:lnTo>
                    <a:pt x="100072" y="175461"/>
                  </a:lnTo>
                  <a:lnTo>
                    <a:pt x="100247" y="180335"/>
                  </a:lnTo>
                  <a:lnTo>
                    <a:pt x="100387" y="185209"/>
                  </a:lnTo>
                  <a:lnTo>
                    <a:pt x="100488" y="190082"/>
                  </a:lnTo>
                  <a:lnTo>
                    <a:pt x="100547" y="194956"/>
                  </a:lnTo>
                  <a:lnTo>
                    <a:pt x="100568" y="199830"/>
                  </a:lnTo>
                  <a:lnTo>
                    <a:pt x="100559" y="204704"/>
                  </a:lnTo>
                  <a:lnTo>
                    <a:pt x="100533" y="209578"/>
                  </a:lnTo>
                  <a:lnTo>
                    <a:pt x="100507" y="214452"/>
                  </a:lnTo>
                  <a:lnTo>
                    <a:pt x="100504" y="219326"/>
                  </a:lnTo>
                  <a:lnTo>
                    <a:pt x="100544" y="224200"/>
                  </a:lnTo>
                  <a:lnTo>
                    <a:pt x="100651" y="229074"/>
                  </a:lnTo>
                  <a:lnTo>
                    <a:pt x="100843" y="233948"/>
                  </a:lnTo>
                  <a:lnTo>
                    <a:pt x="101135" y="238822"/>
                  </a:lnTo>
                  <a:lnTo>
                    <a:pt x="101535" y="243695"/>
                  </a:lnTo>
                  <a:lnTo>
                    <a:pt x="102042" y="248569"/>
                  </a:lnTo>
                  <a:lnTo>
                    <a:pt x="102646" y="253443"/>
                  </a:lnTo>
                  <a:lnTo>
                    <a:pt x="103325" y="258317"/>
                  </a:lnTo>
                  <a:lnTo>
                    <a:pt x="104052" y="263191"/>
                  </a:lnTo>
                  <a:lnTo>
                    <a:pt x="104788" y="268065"/>
                  </a:lnTo>
                  <a:lnTo>
                    <a:pt x="105493" y="272939"/>
                  </a:lnTo>
                  <a:lnTo>
                    <a:pt x="106125" y="277813"/>
                  </a:lnTo>
                  <a:lnTo>
                    <a:pt x="106643" y="282687"/>
                  </a:lnTo>
                  <a:lnTo>
                    <a:pt x="107017" y="287561"/>
                  </a:lnTo>
                  <a:lnTo>
                    <a:pt x="107221" y="292435"/>
                  </a:lnTo>
                  <a:lnTo>
                    <a:pt x="107247" y="297308"/>
                  </a:lnTo>
                  <a:lnTo>
                    <a:pt x="107095" y="302182"/>
                  </a:lnTo>
                  <a:lnTo>
                    <a:pt x="106783" y="307056"/>
                  </a:lnTo>
                  <a:lnTo>
                    <a:pt x="106337" y="311930"/>
                  </a:lnTo>
                  <a:lnTo>
                    <a:pt x="105792" y="316804"/>
                  </a:lnTo>
                  <a:lnTo>
                    <a:pt x="105190" y="321678"/>
                  </a:lnTo>
                  <a:lnTo>
                    <a:pt x="104571" y="326552"/>
                  </a:lnTo>
                  <a:lnTo>
                    <a:pt x="103976" y="331426"/>
                  </a:lnTo>
                  <a:lnTo>
                    <a:pt x="103441" y="336300"/>
                  </a:lnTo>
                  <a:lnTo>
                    <a:pt x="102992" y="341174"/>
                  </a:lnTo>
                  <a:lnTo>
                    <a:pt x="102647" y="346048"/>
                  </a:lnTo>
                  <a:lnTo>
                    <a:pt x="102417" y="350921"/>
                  </a:lnTo>
                  <a:lnTo>
                    <a:pt x="102299" y="355795"/>
                  </a:lnTo>
                  <a:lnTo>
                    <a:pt x="102288" y="360669"/>
                  </a:lnTo>
                  <a:lnTo>
                    <a:pt x="102366" y="365543"/>
                  </a:lnTo>
                  <a:lnTo>
                    <a:pt x="102516" y="370417"/>
                  </a:lnTo>
                  <a:lnTo>
                    <a:pt x="102714" y="375291"/>
                  </a:lnTo>
                  <a:lnTo>
                    <a:pt x="102937" y="380165"/>
                  </a:lnTo>
                  <a:lnTo>
                    <a:pt x="103165" y="385039"/>
                  </a:lnTo>
                  <a:lnTo>
                    <a:pt x="103376" y="389913"/>
                  </a:lnTo>
                  <a:lnTo>
                    <a:pt x="103556" y="394787"/>
                  </a:lnTo>
                  <a:lnTo>
                    <a:pt x="103691" y="399661"/>
                  </a:lnTo>
                  <a:lnTo>
                    <a:pt x="103773" y="404534"/>
                  </a:lnTo>
                  <a:lnTo>
                    <a:pt x="103797" y="409408"/>
                  </a:lnTo>
                  <a:lnTo>
                    <a:pt x="103760" y="414282"/>
                  </a:lnTo>
                  <a:lnTo>
                    <a:pt x="103664" y="419156"/>
                  </a:lnTo>
                  <a:lnTo>
                    <a:pt x="103510" y="424030"/>
                  </a:lnTo>
                  <a:lnTo>
                    <a:pt x="103304" y="428904"/>
                  </a:lnTo>
                  <a:lnTo>
                    <a:pt x="103054" y="433778"/>
                  </a:lnTo>
                  <a:lnTo>
                    <a:pt x="102768" y="438652"/>
                  </a:lnTo>
                  <a:lnTo>
                    <a:pt x="102460" y="443526"/>
                  </a:lnTo>
                  <a:lnTo>
                    <a:pt x="102142" y="448400"/>
                  </a:lnTo>
                  <a:lnTo>
                    <a:pt x="101831" y="453274"/>
                  </a:lnTo>
                  <a:lnTo>
                    <a:pt x="101544" y="458147"/>
                  </a:lnTo>
                  <a:lnTo>
                    <a:pt x="101299" y="463021"/>
                  </a:lnTo>
                  <a:lnTo>
                    <a:pt x="101111" y="467895"/>
                  </a:lnTo>
                  <a:lnTo>
                    <a:pt x="100998" y="472769"/>
                  </a:lnTo>
                  <a:lnTo>
                    <a:pt x="100975" y="477643"/>
                  </a:lnTo>
                  <a:lnTo>
                    <a:pt x="101054" y="482517"/>
                  </a:lnTo>
                  <a:lnTo>
                    <a:pt x="101249" y="487391"/>
                  </a:lnTo>
                  <a:lnTo>
                    <a:pt x="101574" y="492265"/>
                  </a:lnTo>
                  <a:lnTo>
                    <a:pt x="102046" y="497139"/>
                  </a:lnTo>
                  <a:lnTo>
                    <a:pt x="102684" y="502013"/>
                  </a:lnTo>
                  <a:lnTo>
                    <a:pt x="103514" y="506887"/>
                  </a:lnTo>
                  <a:lnTo>
                    <a:pt x="104568" y="511760"/>
                  </a:lnTo>
                  <a:lnTo>
                    <a:pt x="105879" y="516634"/>
                  </a:lnTo>
                  <a:lnTo>
                    <a:pt x="107484" y="521508"/>
                  </a:lnTo>
                  <a:lnTo>
                    <a:pt x="109414" y="526382"/>
                  </a:lnTo>
                  <a:lnTo>
                    <a:pt x="111691" y="531256"/>
                  </a:lnTo>
                  <a:lnTo>
                    <a:pt x="114318" y="536130"/>
                  </a:lnTo>
                  <a:lnTo>
                    <a:pt x="117272" y="541004"/>
                  </a:lnTo>
                  <a:lnTo>
                    <a:pt x="120496" y="545878"/>
                  </a:lnTo>
                  <a:lnTo>
                    <a:pt x="123899" y="550752"/>
                  </a:lnTo>
                  <a:lnTo>
                    <a:pt x="127355" y="555626"/>
                  </a:lnTo>
                  <a:lnTo>
                    <a:pt x="130708" y="560500"/>
                  </a:lnTo>
                  <a:lnTo>
                    <a:pt x="133785" y="565373"/>
                  </a:lnTo>
                  <a:lnTo>
                    <a:pt x="136410" y="570247"/>
                  </a:lnTo>
                  <a:lnTo>
                    <a:pt x="138420" y="575121"/>
                  </a:lnTo>
                  <a:lnTo>
                    <a:pt x="139683" y="579995"/>
                  </a:lnTo>
                  <a:lnTo>
                    <a:pt x="140114" y="584869"/>
                  </a:lnTo>
                  <a:lnTo>
                    <a:pt x="140114" y="584869"/>
                  </a:lnTo>
                  <a:close/>
                </a:path>
              </a:pathLst>
            </a:custGeom>
            <a:solidFill>
              <a:srgbClr val="596BC0">
                <a:alpha val="12000"/>
              </a:srgbClr>
            </a:solidFill>
            <a:ln w="6985">
              <a:solidFill>
                <a:srgbClr val="596BC0">
                  <a:alpha val="12000"/>
                </a:srgbClr>
              </a:solidFill>
              <a:prstDash val="solid"/>
            </a:ln>
          </p:spPr>
        </p:sp>
        <p:sp>
          <p:nvSpPr>
            <p:cNvPr id="2397" name="03_assume_matched_2396">
              <a:extLst>
                <a:ext uri="{FF2B5EF4-FFF2-40B4-BE49-F238E27FC236}">
                  <a16:creationId xmlns:a16="http://schemas.microsoft.com/office/drawing/2014/main" id="{8139ED80-D95D-47FC-9BB3-D02BAC9EE593}"/>
                </a:ext>
              </a:extLst>
            </p:cNvPr>
            <p:cNvSpPr>
              <a:spLocks/>
            </p:cNvSpPr>
            <p:nvPr/>
          </p:nvSpPr>
          <p:spPr>
            <a:xfrm>
              <a:off x="6029109" y="4866326"/>
              <a:ext cx="196140" cy="584869"/>
            </a:xfrm>
            <a:custGeom>
              <a:avLst/>
              <a:gdLst/>
              <a:ahLst/>
              <a:cxnLst/>
              <a:rect l="0" t="0" r="0" b="0"/>
              <a:pathLst>
                <a:path w="196140" h="584869">
                  <a:moveTo>
                    <a:pt x="132782" y="584869"/>
                  </a:moveTo>
                  <a:lnTo>
                    <a:pt x="63358" y="584869"/>
                  </a:lnTo>
                  <a:lnTo>
                    <a:pt x="63709" y="579995"/>
                  </a:lnTo>
                  <a:lnTo>
                    <a:pt x="64737" y="575121"/>
                  </a:lnTo>
                  <a:lnTo>
                    <a:pt x="66372" y="570247"/>
                  </a:lnTo>
                  <a:lnTo>
                    <a:pt x="68507" y="565373"/>
                  </a:lnTo>
                  <a:lnTo>
                    <a:pt x="71010" y="560500"/>
                  </a:lnTo>
                  <a:lnTo>
                    <a:pt x="73737" y="555626"/>
                  </a:lnTo>
                  <a:lnTo>
                    <a:pt x="76548" y="550752"/>
                  </a:lnTo>
                  <a:lnTo>
                    <a:pt x="79316" y="545878"/>
                  </a:lnTo>
                  <a:lnTo>
                    <a:pt x="81941" y="541004"/>
                  </a:lnTo>
                  <a:lnTo>
                    <a:pt x="84347" y="536130"/>
                  </a:lnTo>
                  <a:lnTo>
                    <a:pt x="86492" y="531256"/>
                  </a:lnTo>
                  <a:lnTo>
                    <a:pt x="88356" y="526382"/>
                  </a:lnTo>
                  <a:lnTo>
                    <a:pt x="89941" y="521508"/>
                  </a:lnTo>
                  <a:lnTo>
                    <a:pt x="91266" y="516634"/>
                  </a:lnTo>
                  <a:lnTo>
                    <a:pt x="92354" y="511760"/>
                  </a:lnTo>
                  <a:lnTo>
                    <a:pt x="93234" y="506887"/>
                  </a:lnTo>
                  <a:lnTo>
                    <a:pt x="93933" y="502013"/>
                  </a:lnTo>
                  <a:lnTo>
                    <a:pt x="94475" y="497139"/>
                  </a:lnTo>
                  <a:lnTo>
                    <a:pt x="94877" y="492265"/>
                  </a:lnTo>
                  <a:lnTo>
                    <a:pt x="95154" y="487391"/>
                  </a:lnTo>
                  <a:lnTo>
                    <a:pt x="95319" y="482517"/>
                  </a:lnTo>
                  <a:lnTo>
                    <a:pt x="95382" y="477643"/>
                  </a:lnTo>
                  <a:lnTo>
                    <a:pt x="95353" y="472769"/>
                  </a:lnTo>
                  <a:lnTo>
                    <a:pt x="95243" y="467895"/>
                  </a:lnTo>
                  <a:lnTo>
                    <a:pt x="95066" y="463021"/>
                  </a:lnTo>
                  <a:lnTo>
                    <a:pt x="94836" y="458147"/>
                  </a:lnTo>
                  <a:lnTo>
                    <a:pt x="94567" y="453274"/>
                  </a:lnTo>
                  <a:lnTo>
                    <a:pt x="94277" y="448400"/>
                  </a:lnTo>
                  <a:lnTo>
                    <a:pt x="93981" y="443526"/>
                  </a:lnTo>
                  <a:lnTo>
                    <a:pt x="93694" y="438652"/>
                  </a:lnTo>
                  <a:lnTo>
                    <a:pt x="93428" y="433778"/>
                  </a:lnTo>
                  <a:lnTo>
                    <a:pt x="93195" y="428904"/>
                  </a:lnTo>
                  <a:lnTo>
                    <a:pt x="93003" y="424030"/>
                  </a:lnTo>
                  <a:lnTo>
                    <a:pt x="92860" y="419156"/>
                  </a:lnTo>
                  <a:lnTo>
                    <a:pt x="92770" y="414282"/>
                  </a:lnTo>
                  <a:lnTo>
                    <a:pt x="92736" y="409408"/>
                  </a:lnTo>
                  <a:lnTo>
                    <a:pt x="92760" y="404534"/>
                  </a:lnTo>
                  <a:lnTo>
                    <a:pt x="92838" y="399661"/>
                  </a:lnTo>
                  <a:lnTo>
                    <a:pt x="92967" y="394787"/>
                  </a:lnTo>
                  <a:lnTo>
                    <a:pt x="93138" y="389913"/>
                  </a:lnTo>
                  <a:lnTo>
                    <a:pt x="93342" y="385039"/>
                  </a:lnTo>
                  <a:lnTo>
                    <a:pt x="93563" y="380165"/>
                  </a:lnTo>
                  <a:lnTo>
                    <a:pt x="93785" y="375291"/>
                  </a:lnTo>
                  <a:lnTo>
                    <a:pt x="93988" y="370417"/>
                  </a:lnTo>
                  <a:lnTo>
                    <a:pt x="94152" y="365543"/>
                  </a:lnTo>
                  <a:lnTo>
                    <a:pt x="94259" y="360669"/>
                  </a:lnTo>
                  <a:lnTo>
                    <a:pt x="94290" y="355795"/>
                  </a:lnTo>
                  <a:lnTo>
                    <a:pt x="94234" y="350921"/>
                  </a:lnTo>
                  <a:lnTo>
                    <a:pt x="94084" y="346048"/>
                  </a:lnTo>
                  <a:lnTo>
                    <a:pt x="93839" y="341174"/>
                  </a:lnTo>
                  <a:lnTo>
                    <a:pt x="93507" y="336300"/>
                  </a:lnTo>
                  <a:lnTo>
                    <a:pt x="93103" y="331426"/>
                  </a:lnTo>
                  <a:lnTo>
                    <a:pt x="92649" y="326552"/>
                  </a:lnTo>
                  <a:lnTo>
                    <a:pt x="92175" y="321678"/>
                  </a:lnTo>
                  <a:lnTo>
                    <a:pt x="91713" y="316804"/>
                  </a:lnTo>
                  <a:lnTo>
                    <a:pt x="91297" y="311930"/>
                  </a:lnTo>
                  <a:lnTo>
                    <a:pt x="90960" y="307056"/>
                  </a:lnTo>
                  <a:lnTo>
                    <a:pt x="90731" y="302182"/>
                  </a:lnTo>
                  <a:lnTo>
                    <a:pt x="90630" y="297308"/>
                  </a:lnTo>
                  <a:lnTo>
                    <a:pt x="90671" y="292435"/>
                  </a:lnTo>
                  <a:lnTo>
                    <a:pt x="90855" y="287561"/>
                  </a:lnTo>
                  <a:lnTo>
                    <a:pt x="91175" y="282687"/>
                  </a:lnTo>
                  <a:lnTo>
                    <a:pt x="91612" y="277813"/>
                  </a:lnTo>
                  <a:lnTo>
                    <a:pt x="92141" y="272939"/>
                  </a:lnTo>
                  <a:lnTo>
                    <a:pt x="92732" y="268065"/>
                  </a:lnTo>
                  <a:lnTo>
                    <a:pt x="93352" y="263191"/>
                  </a:lnTo>
                  <a:lnTo>
                    <a:pt x="93969" y="258317"/>
                  </a:lnTo>
                  <a:lnTo>
                    <a:pt x="94555" y="253443"/>
                  </a:lnTo>
                  <a:lnTo>
                    <a:pt x="95087" y="248569"/>
                  </a:lnTo>
                  <a:lnTo>
                    <a:pt x="95549" y="243695"/>
                  </a:lnTo>
                  <a:lnTo>
                    <a:pt x="95932" y="238822"/>
                  </a:lnTo>
                  <a:lnTo>
                    <a:pt x="96235" y="233948"/>
                  </a:lnTo>
                  <a:lnTo>
                    <a:pt x="96461" y="229074"/>
                  </a:lnTo>
                  <a:lnTo>
                    <a:pt x="96620" y="224200"/>
                  </a:lnTo>
                  <a:lnTo>
                    <a:pt x="96723" y="219326"/>
                  </a:lnTo>
                  <a:lnTo>
                    <a:pt x="96784" y="214452"/>
                  </a:lnTo>
                  <a:lnTo>
                    <a:pt x="96819" y="209578"/>
                  </a:lnTo>
                  <a:lnTo>
                    <a:pt x="96838" y="204704"/>
                  </a:lnTo>
                  <a:lnTo>
                    <a:pt x="96855" y="199830"/>
                  </a:lnTo>
                  <a:lnTo>
                    <a:pt x="96877" y="194956"/>
                  </a:lnTo>
                  <a:lnTo>
                    <a:pt x="96909" y="190082"/>
                  </a:lnTo>
                  <a:lnTo>
                    <a:pt x="96953" y="185209"/>
                  </a:lnTo>
                  <a:lnTo>
                    <a:pt x="97009" y="180335"/>
                  </a:lnTo>
                  <a:lnTo>
                    <a:pt x="97075" y="175461"/>
                  </a:lnTo>
                  <a:lnTo>
                    <a:pt x="97145" y="170587"/>
                  </a:lnTo>
                  <a:lnTo>
                    <a:pt x="97213" y="165713"/>
                  </a:lnTo>
                  <a:lnTo>
                    <a:pt x="97273" y="160839"/>
                  </a:lnTo>
                  <a:lnTo>
                    <a:pt x="97321" y="155965"/>
                  </a:lnTo>
                  <a:lnTo>
                    <a:pt x="97351" y="151091"/>
                  </a:lnTo>
                  <a:lnTo>
                    <a:pt x="97360" y="146217"/>
                  </a:lnTo>
                  <a:lnTo>
                    <a:pt x="97346" y="141343"/>
                  </a:lnTo>
                  <a:lnTo>
                    <a:pt x="97310" y="136469"/>
                  </a:lnTo>
                  <a:lnTo>
                    <a:pt x="97252" y="131596"/>
                  </a:lnTo>
                  <a:lnTo>
                    <a:pt x="97174" y="126722"/>
                  </a:lnTo>
                  <a:lnTo>
                    <a:pt x="97075" y="121848"/>
                  </a:lnTo>
                  <a:lnTo>
                    <a:pt x="96952" y="116974"/>
                  </a:lnTo>
                  <a:lnTo>
                    <a:pt x="96799" y="112100"/>
                  </a:lnTo>
                  <a:lnTo>
                    <a:pt x="96600" y="107226"/>
                  </a:lnTo>
                  <a:lnTo>
                    <a:pt x="96330" y="102352"/>
                  </a:lnTo>
                  <a:lnTo>
                    <a:pt x="95951" y="97478"/>
                  </a:lnTo>
                  <a:lnTo>
                    <a:pt x="95406" y="92604"/>
                  </a:lnTo>
                  <a:lnTo>
                    <a:pt x="94623" y="87730"/>
                  </a:lnTo>
                  <a:lnTo>
                    <a:pt x="93508" y="82856"/>
                  </a:lnTo>
                  <a:lnTo>
                    <a:pt x="91950" y="77983"/>
                  </a:lnTo>
                  <a:lnTo>
                    <a:pt x="89823" y="73109"/>
                  </a:lnTo>
                  <a:lnTo>
                    <a:pt x="86996" y="68235"/>
                  </a:lnTo>
                  <a:lnTo>
                    <a:pt x="83343" y="63361"/>
                  </a:lnTo>
                  <a:lnTo>
                    <a:pt x="78760" y="58487"/>
                  </a:lnTo>
                  <a:lnTo>
                    <a:pt x="73182" y="53613"/>
                  </a:lnTo>
                  <a:lnTo>
                    <a:pt x="66604" y="48739"/>
                  </a:lnTo>
                  <a:lnTo>
                    <a:pt x="59098" y="43865"/>
                  </a:lnTo>
                  <a:lnTo>
                    <a:pt x="50824" y="38991"/>
                  </a:lnTo>
                  <a:lnTo>
                    <a:pt x="42041" y="34117"/>
                  </a:lnTo>
                  <a:lnTo>
                    <a:pt x="33092" y="29243"/>
                  </a:lnTo>
                  <a:lnTo>
                    <a:pt x="24396" y="24370"/>
                  </a:lnTo>
                  <a:lnTo>
                    <a:pt x="16412" y="19496"/>
                  </a:lnTo>
                  <a:lnTo>
                    <a:pt x="9603" y="14622"/>
                  </a:lnTo>
                  <a:lnTo>
                    <a:pt x="4391" y="9748"/>
                  </a:lnTo>
                  <a:lnTo>
                    <a:pt x="1117" y="4874"/>
                  </a:lnTo>
                  <a:lnTo>
                    <a:pt x="0" y="0"/>
                  </a:lnTo>
                  <a:lnTo>
                    <a:pt x="196140" y="0"/>
                  </a:lnTo>
                  <a:lnTo>
                    <a:pt x="196140" y="0"/>
                  </a:lnTo>
                  <a:lnTo>
                    <a:pt x="195023" y="4874"/>
                  </a:lnTo>
                  <a:lnTo>
                    <a:pt x="191749" y="9748"/>
                  </a:lnTo>
                  <a:lnTo>
                    <a:pt x="186537" y="14622"/>
                  </a:lnTo>
                  <a:lnTo>
                    <a:pt x="179728" y="19496"/>
                  </a:lnTo>
                  <a:lnTo>
                    <a:pt x="171744" y="24370"/>
                  </a:lnTo>
                  <a:lnTo>
                    <a:pt x="163048" y="29243"/>
                  </a:lnTo>
                  <a:lnTo>
                    <a:pt x="154100" y="34117"/>
                  </a:lnTo>
                  <a:lnTo>
                    <a:pt x="145316" y="38991"/>
                  </a:lnTo>
                  <a:lnTo>
                    <a:pt x="137043" y="43865"/>
                  </a:lnTo>
                  <a:lnTo>
                    <a:pt x="129536" y="48739"/>
                  </a:lnTo>
                  <a:lnTo>
                    <a:pt x="122958" y="53613"/>
                  </a:lnTo>
                  <a:lnTo>
                    <a:pt x="117380" y="58487"/>
                  </a:lnTo>
                  <a:lnTo>
                    <a:pt x="112797" y="63361"/>
                  </a:lnTo>
                  <a:lnTo>
                    <a:pt x="109144" y="68235"/>
                  </a:lnTo>
                  <a:lnTo>
                    <a:pt x="106317" y="73109"/>
                  </a:lnTo>
                  <a:lnTo>
                    <a:pt x="104190" y="77983"/>
                  </a:lnTo>
                  <a:lnTo>
                    <a:pt x="102632" y="82856"/>
                  </a:lnTo>
                  <a:lnTo>
                    <a:pt x="101517" y="87730"/>
                  </a:lnTo>
                  <a:lnTo>
                    <a:pt x="100734" y="92604"/>
                  </a:lnTo>
                  <a:lnTo>
                    <a:pt x="100190" y="97478"/>
                  </a:lnTo>
                  <a:lnTo>
                    <a:pt x="99810" y="102352"/>
                  </a:lnTo>
                  <a:lnTo>
                    <a:pt x="99540" y="107226"/>
                  </a:lnTo>
                  <a:lnTo>
                    <a:pt x="99342" y="112100"/>
                  </a:lnTo>
                  <a:lnTo>
                    <a:pt x="99188" y="116974"/>
                  </a:lnTo>
                  <a:lnTo>
                    <a:pt x="99066" y="121848"/>
                  </a:lnTo>
                  <a:lnTo>
                    <a:pt x="98967" y="126722"/>
                  </a:lnTo>
                  <a:lnTo>
                    <a:pt x="98888" y="131596"/>
                  </a:lnTo>
                  <a:lnTo>
                    <a:pt x="98830" y="136469"/>
                  </a:lnTo>
                  <a:lnTo>
                    <a:pt x="98794" y="141343"/>
                  </a:lnTo>
                  <a:lnTo>
                    <a:pt x="98781" y="146217"/>
                  </a:lnTo>
                  <a:lnTo>
                    <a:pt x="98790" y="151091"/>
                  </a:lnTo>
                  <a:lnTo>
                    <a:pt x="98820" y="155965"/>
                  </a:lnTo>
                  <a:lnTo>
                    <a:pt x="98867" y="160839"/>
                  </a:lnTo>
                  <a:lnTo>
                    <a:pt x="98928" y="165713"/>
                  </a:lnTo>
                  <a:lnTo>
                    <a:pt x="98996" y="170587"/>
                  </a:lnTo>
                  <a:lnTo>
                    <a:pt x="99065" y="175461"/>
                  </a:lnTo>
                  <a:lnTo>
                    <a:pt x="99131" y="180335"/>
                  </a:lnTo>
                  <a:lnTo>
                    <a:pt x="99187" y="185209"/>
                  </a:lnTo>
                  <a:lnTo>
                    <a:pt x="99232" y="190082"/>
                  </a:lnTo>
                  <a:lnTo>
                    <a:pt x="99264" y="194956"/>
                  </a:lnTo>
                  <a:lnTo>
                    <a:pt x="99285" y="199830"/>
                  </a:lnTo>
                  <a:lnTo>
                    <a:pt x="99302" y="204704"/>
                  </a:lnTo>
                  <a:lnTo>
                    <a:pt x="99322" y="209578"/>
                  </a:lnTo>
                  <a:lnTo>
                    <a:pt x="99356" y="214452"/>
                  </a:lnTo>
                  <a:lnTo>
                    <a:pt x="99418" y="219326"/>
                  </a:lnTo>
                  <a:lnTo>
                    <a:pt x="99521" y="224200"/>
                  </a:lnTo>
                  <a:lnTo>
                    <a:pt x="99679" y="229074"/>
                  </a:lnTo>
                  <a:lnTo>
                    <a:pt x="99905" y="233948"/>
                  </a:lnTo>
                  <a:lnTo>
                    <a:pt x="100208" y="238822"/>
                  </a:lnTo>
                  <a:lnTo>
                    <a:pt x="100591" y="243695"/>
                  </a:lnTo>
                  <a:lnTo>
                    <a:pt x="101053" y="248569"/>
                  </a:lnTo>
                  <a:lnTo>
                    <a:pt x="101585" y="253443"/>
                  </a:lnTo>
                  <a:lnTo>
                    <a:pt x="102171" y="258317"/>
                  </a:lnTo>
                  <a:lnTo>
                    <a:pt x="102788" y="263191"/>
                  </a:lnTo>
                  <a:lnTo>
                    <a:pt x="103408" y="268065"/>
                  </a:lnTo>
                  <a:lnTo>
                    <a:pt x="103999" y="272939"/>
                  </a:lnTo>
                  <a:lnTo>
                    <a:pt x="104528" y="277813"/>
                  </a:lnTo>
                  <a:lnTo>
                    <a:pt x="104966" y="282687"/>
                  </a:lnTo>
                  <a:lnTo>
                    <a:pt x="105285" y="287561"/>
                  </a:lnTo>
                  <a:lnTo>
                    <a:pt x="105470" y="292435"/>
                  </a:lnTo>
                  <a:lnTo>
                    <a:pt x="105510" y="297308"/>
                  </a:lnTo>
                  <a:lnTo>
                    <a:pt x="105410" y="302182"/>
                  </a:lnTo>
                  <a:lnTo>
                    <a:pt x="105180" y="307056"/>
                  </a:lnTo>
                  <a:lnTo>
                    <a:pt x="104843" y="311930"/>
                  </a:lnTo>
                  <a:lnTo>
                    <a:pt x="104427" y="316804"/>
                  </a:lnTo>
                  <a:lnTo>
                    <a:pt x="103965" y="321678"/>
                  </a:lnTo>
                  <a:lnTo>
                    <a:pt x="103491" y="326552"/>
                  </a:lnTo>
                  <a:lnTo>
                    <a:pt x="103038" y="331426"/>
                  </a:lnTo>
                  <a:lnTo>
                    <a:pt x="102634" y="336300"/>
                  </a:lnTo>
                  <a:lnTo>
                    <a:pt x="102301" y="341174"/>
                  </a:lnTo>
                  <a:lnTo>
                    <a:pt x="102056" y="346048"/>
                  </a:lnTo>
                  <a:lnTo>
                    <a:pt x="101906" y="350921"/>
                  </a:lnTo>
                  <a:lnTo>
                    <a:pt x="101850" y="355795"/>
                  </a:lnTo>
                  <a:lnTo>
                    <a:pt x="101882" y="360669"/>
                  </a:lnTo>
                  <a:lnTo>
                    <a:pt x="101988" y="365543"/>
                  </a:lnTo>
                  <a:lnTo>
                    <a:pt x="102153" y="370417"/>
                  </a:lnTo>
                  <a:lnTo>
                    <a:pt x="102356" y="375291"/>
                  </a:lnTo>
                  <a:lnTo>
                    <a:pt x="102577" y="380165"/>
                  </a:lnTo>
                  <a:lnTo>
                    <a:pt x="102798" y="385039"/>
                  </a:lnTo>
                  <a:lnTo>
                    <a:pt x="103002" y="389913"/>
                  </a:lnTo>
                  <a:lnTo>
                    <a:pt x="103174" y="394787"/>
                  </a:lnTo>
                  <a:lnTo>
                    <a:pt x="103302" y="399661"/>
                  </a:lnTo>
                  <a:lnTo>
                    <a:pt x="103381" y="404534"/>
                  </a:lnTo>
                  <a:lnTo>
                    <a:pt x="103404" y="409408"/>
                  </a:lnTo>
                  <a:lnTo>
                    <a:pt x="103370" y="414282"/>
                  </a:lnTo>
                  <a:lnTo>
                    <a:pt x="103281" y="419156"/>
                  </a:lnTo>
                  <a:lnTo>
                    <a:pt x="103137" y="424030"/>
                  </a:lnTo>
                  <a:lnTo>
                    <a:pt x="102946" y="428904"/>
                  </a:lnTo>
                  <a:lnTo>
                    <a:pt x="102713" y="433778"/>
                  </a:lnTo>
                  <a:lnTo>
                    <a:pt x="102447" y="438652"/>
                  </a:lnTo>
                  <a:lnTo>
                    <a:pt x="102159" y="443526"/>
                  </a:lnTo>
                  <a:lnTo>
                    <a:pt x="101863" y="448400"/>
                  </a:lnTo>
                  <a:lnTo>
                    <a:pt x="101573" y="453274"/>
                  </a:lnTo>
                  <a:lnTo>
                    <a:pt x="101305" y="458147"/>
                  </a:lnTo>
                  <a:lnTo>
                    <a:pt x="101074" y="463021"/>
                  </a:lnTo>
                  <a:lnTo>
                    <a:pt x="100897" y="467895"/>
                  </a:lnTo>
                  <a:lnTo>
                    <a:pt x="100788" y="472769"/>
                  </a:lnTo>
                  <a:lnTo>
                    <a:pt x="100759" y="477643"/>
                  </a:lnTo>
                  <a:lnTo>
                    <a:pt x="100822" y="482517"/>
                  </a:lnTo>
                  <a:lnTo>
                    <a:pt x="100986" y="487391"/>
                  </a:lnTo>
                  <a:lnTo>
                    <a:pt x="101264" y="492265"/>
                  </a:lnTo>
                  <a:lnTo>
                    <a:pt x="101666" y="497139"/>
                  </a:lnTo>
                  <a:lnTo>
                    <a:pt x="102207" y="502013"/>
                  </a:lnTo>
                  <a:lnTo>
                    <a:pt x="102906" y="506887"/>
                  </a:lnTo>
                  <a:lnTo>
                    <a:pt x="103786" y="511760"/>
                  </a:lnTo>
                  <a:lnTo>
                    <a:pt x="104875" y="516634"/>
                  </a:lnTo>
                  <a:lnTo>
                    <a:pt x="106199" y="521508"/>
                  </a:lnTo>
                  <a:lnTo>
                    <a:pt x="107785" y="526382"/>
                  </a:lnTo>
                  <a:lnTo>
                    <a:pt x="109648" y="531256"/>
                  </a:lnTo>
                  <a:lnTo>
                    <a:pt x="111793" y="536130"/>
                  </a:lnTo>
                  <a:lnTo>
                    <a:pt x="114200" y="541004"/>
                  </a:lnTo>
                  <a:lnTo>
                    <a:pt x="116824" y="545878"/>
                  </a:lnTo>
                  <a:lnTo>
                    <a:pt x="119593" y="550752"/>
                  </a:lnTo>
                  <a:lnTo>
                    <a:pt x="122403" y="555626"/>
                  </a:lnTo>
                  <a:lnTo>
                    <a:pt x="125131" y="560500"/>
                  </a:lnTo>
                  <a:lnTo>
                    <a:pt x="127634" y="565373"/>
                  </a:lnTo>
                  <a:lnTo>
                    <a:pt x="129769" y="570247"/>
                  </a:lnTo>
                  <a:lnTo>
                    <a:pt x="131404" y="575121"/>
                  </a:lnTo>
                  <a:lnTo>
                    <a:pt x="132431" y="579995"/>
                  </a:lnTo>
                  <a:lnTo>
                    <a:pt x="132782" y="584869"/>
                  </a:lnTo>
                  <a:lnTo>
                    <a:pt x="132782" y="584869"/>
                  </a:lnTo>
                  <a:close/>
                </a:path>
              </a:pathLst>
            </a:custGeom>
            <a:solidFill>
              <a:srgbClr val="596BC0">
                <a:alpha val="12000"/>
              </a:srgbClr>
            </a:solidFill>
            <a:ln w="6985">
              <a:solidFill>
                <a:srgbClr val="596BC0">
                  <a:alpha val="12000"/>
                </a:srgbClr>
              </a:solidFill>
              <a:prstDash val="solid"/>
            </a:ln>
          </p:spPr>
        </p:sp>
        <p:sp>
          <p:nvSpPr>
            <p:cNvPr id="2398" name="03_assume_matched_2397">
              <a:extLst>
                <a:ext uri="{FF2B5EF4-FFF2-40B4-BE49-F238E27FC236}">
                  <a16:creationId xmlns:a16="http://schemas.microsoft.com/office/drawing/2014/main" id="{42A3367E-27FB-4BA0-A32A-ED696A4DB2E1}"/>
                </a:ext>
              </a:extLst>
            </p:cNvPr>
            <p:cNvSpPr>
              <a:spLocks/>
            </p:cNvSpPr>
            <p:nvPr/>
          </p:nvSpPr>
          <p:spPr>
            <a:xfrm>
              <a:off x="3864021"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399" name="03_assume_matched_2398">
              <a:extLst>
                <a:ext uri="{FF2B5EF4-FFF2-40B4-BE49-F238E27FC236}">
                  <a16:creationId xmlns:a16="http://schemas.microsoft.com/office/drawing/2014/main" id="{33A1521F-EA8A-4350-8BBB-671999E8EFDA}"/>
                </a:ext>
              </a:extLst>
            </p:cNvPr>
            <p:cNvSpPr>
              <a:spLocks/>
            </p:cNvSpPr>
            <p:nvPr/>
          </p:nvSpPr>
          <p:spPr>
            <a:xfrm>
              <a:off x="4241214"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0" name="03_assume_matched_2399">
              <a:extLst>
                <a:ext uri="{FF2B5EF4-FFF2-40B4-BE49-F238E27FC236}">
                  <a16:creationId xmlns:a16="http://schemas.microsoft.com/office/drawing/2014/main" id="{82A2FD5D-3EF3-4467-9AE5-E0AB2A3F5990}"/>
                </a:ext>
              </a:extLst>
            </p:cNvPr>
            <p:cNvSpPr>
              <a:spLocks/>
            </p:cNvSpPr>
            <p:nvPr/>
          </p:nvSpPr>
          <p:spPr>
            <a:xfrm>
              <a:off x="4618407"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1" name="03_assume_matched_2400">
              <a:extLst>
                <a:ext uri="{FF2B5EF4-FFF2-40B4-BE49-F238E27FC236}">
                  <a16:creationId xmlns:a16="http://schemas.microsoft.com/office/drawing/2014/main" id="{F81F156E-6E86-4BCA-B0CE-C15600CCE3CD}"/>
                </a:ext>
              </a:extLst>
            </p:cNvPr>
            <p:cNvSpPr>
              <a:spLocks/>
            </p:cNvSpPr>
            <p:nvPr/>
          </p:nvSpPr>
          <p:spPr>
            <a:xfrm>
              <a:off x="5372793"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2" name="03_assume_matched_2401">
              <a:extLst>
                <a:ext uri="{FF2B5EF4-FFF2-40B4-BE49-F238E27FC236}">
                  <a16:creationId xmlns:a16="http://schemas.microsoft.com/office/drawing/2014/main" id="{AE6C89A4-172A-43E5-B603-E23F97B169CA}"/>
                </a:ext>
              </a:extLst>
            </p:cNvPr>
            <p:cNvSpPr>
              <a:spLocks/>
            </p:cNvSpPr>
            <p:nvPr/>
          </p:nvSpPr>
          <p:spPr>
            <a:xfrm>
              <a:off x="6127179" y="5480438"/>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403" name="03_assume_matched_2402">
              <a:extLst>
                <a:ext uri="{FF2B5EF4-FFF2-40B4-BE49-F238E27FC236}">
                  <a16:creationId xmlns:a16="http://schemas.microsoft.com/office/drawing/2014/main" id="{B70F1096-9392-4284-99E3-28D3D88E506F}"/>
                </a:ext>
              </a:extLst>
            </p:cNvPr>
            <p:cNvSpPr>
              <a:spLocks/>
            </p:cNvSpPr>
            <p:nvPr/>
          </p:nvSpPr>
          <p:spPr>
            <a:xfrm>
              <a:off x="3841389" y="5451195"/>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404" name="03_assume_matched_2403">
              <a:extLst>
                <a:ext uri="{FF2B5EF4-FFF2-40B4-BE49-F238E27FC236}">
                  <a16:creationId xmlns:a16="http://schemas.microsoft.com/office/drawing/2014/main" id="{6E2904E6-D21B-4E23-9F7F-914DDFD587D0}"/>
                </a:ext>
              </a:extLst>
            </p:cNvPr>
            <p:cNvSpPr>
              <a:spLocks/>
            </p:cNvSpPr>
            <p:nvPr/>
          </p:nvSpPr>
          <p:spPr>
            <a:xfrm>
              <a:off x="3803289" y="5451195"/>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405" name="text_2404">
              <a:extLst>
                <a:ext uri="{FF2B5EF4-FFF2-40B4-BE49-F238E27FC236}">
                  <a16:creationId xmlns:a16="http://schemas.microsoft.com/office/drawing/2014/main" id="{73EB542D-33D5-4AAB-BB2A-4C5AA0864112}"/>
                </a:ext>
              </a:extLst>
            </p:cNvPr>
            <p:cNvSpPr>
              <a:spLocks/>
            </p:cNvSpPr>
            <p:nvPr/>
          </p:nvSpPr>
          <p:spPr>
            <a:xfrm>
              <a:off x="3713643" y="5411134"/>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2406" name="03_assume_matched_2405">
              <a:extLst>
                <a:ext uri="{FF2B5EF4-FFF2-40B4-BE49-F238E27FC236}">
                  <a16:creationId xmlns:a16="http://schemas.microsoft.com/office/drawing/2014/main" id="{3B8464D4-25B9-48C7-BA41-0732E18515E2}"/>
                </a:ext>
              </a:extLst>
            </p:cNvPr>
            <p:cNvSpPr>
              <a:spLocks/>
            </p:cNvSpPr>
            <p:nvPr/>
          </p:nvSpPr>
          <p:spPr>
            <a:xfrm>
              <a:off x="3841389" y="5158760"/>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407" name="03_assume_matched_2406">
              <a:extLst>
                <a:ext uri="{FF2B5EF4-FFF2-40B4-BE49-F238E27FC236}">
                  <a16:creationId xmlns:a16="http://schemas.microsoft.com/office/drawing/2014/main" id="{1F2E6DB4-8557-462F-92D1-D188FE7216DF}"/>
                </a:ext>
              </a:extLst>
            </p:cNvPr>
            <p:cNvSpPr>
              <a:spLocks/>
            </p:cNvSpPr>
            <p:nvPr/>
          </p:nvSpPr>
          <p:spPr>
            <a:xfrm>
              <a:off x="3803289" y="5158760"/>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408" name="text_2407">
              <a:extLst>
                <a:ext uri="{FF2B5EF4-FFF2-40B4-BE49-F238E27FC236}">
                  <a16:creationId xmlns:a16="http://schemas.microsoft.com/office/drawing/2014/main" id="{B9DFA55A-F309-4A0F-BCB5-54E2E0798866}"/>
                </a:ext>
              </a:extLst>
            </p:cNvPr>
            <p:cNvSpPr>
              <a:spLocks/>
            </p:cNvSpPr>
            <p:nvPr/>
          </p:nvSpPr>
          <p:spPr>
            <a:xfrm>
              <a:off x="3662096" y="511870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2409" name="03_assume_matched_2408">
              <a:extLst>
                <a:ext uri="{FF2B5EF4-FFF2-40B4-BE49-F238E27FC236}">
                  <a16:creationId xmlns:a16="http://schemas.microsoft.com/office/drawing/2014/main" id="{3FF09862-6364-4683-BAAD-4E49DC5D88E0}"/>
                </a:ext>
              </a:extLst>
            </p:cNvPr>
            <p:cNvSpPr>
              <a:spLocks/>
            </p:cNvSpPr>
            <p:nvPr/>
          </p:nvSpPr>
          <p:spPr>
            <a:xfrm>
              <a:off x="3841389" y="486632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410" name="03_assume_matched_2409">
              <a:extLst>
                <a:ext uri="{FF2B5EF4-FFF2-40B4-BE49-F238E27FC236}">
                  <a16:creationId xmlns:a16="http://schemas.microsoft.com/office/drawing/2014/main" id="{5207EF93-63C8-4BFC-9312-9E29BD848492}"/>
                </a:ext>
              </a:extLst>
            </p:cNvPr>
            <p:cNvSpPr>
              <a:spLocks/>
            </p:cNvSpPr>
            <p:nvPr/>
          </p:nvSpPr>
          <p:spPr>
            <a:xfrm>
              <a:off x="3803289" y="486632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411" name="text_2410">
              <a:extLst>
                <a:ext uri="{FF2B5EF4-FFF2-40B4-BE49-F238E27FC236}">
                  <a16:creationId xmlns:a16="http://schemas.microsoft.com/office/drawing/2014/main" id="{3C316563-BC36-4E06-86EC-43654448E862}"/>
                </a:ext>
              </a:extLst>
            </p:cNvPr>
            <p:cNvSpPr>
              <a:spLocks/>
            </p:cNvSpPr>
            <p:nvPr/>
          </p:nvSpPr>
          <p:spPr>
            <a:xfrm>
              <a:off x="3610549" y="4826265"/>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2412" name="03_assume_matched_2411">
              <a:extLst>
                <a:ext uri="{FF2B5EF4-FFF2-40B4-BE49-F238E27FC236}">
                  <a16:creationId xmlns:a16="http://schemas.microsoft.com/office/drawing/2014/main" id="{01098787-230B-4C7C-A5BC-34421F79F893}"/>
                </a:ext>
              </a:extLst>
            </p:cNvPr>
            <p:cNvSpPr>
              <a:spLocks/>
            </p:cNvSpPr>
            <p:nvPr/>
          </p:nvSpPr>
          <p:spPr>
            <a:xfrm>
              <a:off x="4278966" y="5144561"/>
              <a:ext cx="28398" cy="28398"/>
            </a:xfrm>
            <a:prstGeom prst="ellipse">
              <a:avLst/>
            </a:prstGeom>
            <a:solidFill>
              <a:srgbClr val="7F8C97">
                <a:alpha val="48000"/>
              </a:srgbClr>
            </a:solidFill>
            <a:ln w="0">
              <a:noFill/>
              <a:prstDash val="solid"/>
            </a:ln>
          </p:spPr>
        </p:sp>
        <p:sp>
          <p:nvSpPr>
            <p:cNvPr id="2413" name="03_assume_matched_2412">
              <a:extLst>
                <a:ext uri="{FF2B5EF4-FFF2-40B4-BE49-F238E27FC236}">
                  <a16:creationId xmlns:a16="http://schemas.microsoft.com/office/drawing/2014/main" id="{B240E835-6A54-440C-B0D6-0B20A86F0798}"/>
                </a:ext>
              </a:extLst>
            </p:cNvPr>
            <p:cNvSpPr>
              <a:spLocks/>
            </p:cNvSpPr>
            <p:nvPr/>
          </p:nvSpPr>
          <p:spPr>
            <a:xfrm>
              <a:off x="4267453" y="5436996"/>
              <a:ext cx="28398" cy="28398"/>
            </a:xfrm>
            <a:prstGeom prst="ellipse">
              <a:avLst/>
            </a:prstGeom>
            <a:solidFill>
              <a:srgbClr val="7F8C97">
                <a:alpha val="48000"/>
              </a:srgbClr>
            </a:solidFill>
            <a:ln w="0">
              <a:noFill/>
              <a:prstDash val="solid"/>
            </a:ln>
          </p:spPr>
        </p:sp>
        <p:sp>
          <p:nvSpPr>
            <p:cNvPr id="2414" name="03_assume_matched_2413">
              <a:extLst>
                <a:ext uri="{FF2B5EF4-FFF2-40B4-BE49-F238E27FC236}">
                  <a16:creationId xmlns:a16="http://schemas.microsoft.com/office/drawing/2014/main" id="{E8A0A8B9-33A8-4AC8-9CDF-34CFC6A8C55B}"/>
                </a:ext>
              </a:extLst>
            </p:cNvPr>
            <p:cNvSpPr>
              <a:spLocks/>
            </p:cNvSpPr>
            <p:nvPr/>
          </p:nvSpPr>
          <p:spPr>
            <a:xfrm>
              <a:off x="4210322" y="5436996"/>
              <a:ext cx="28398" cy="28398"/>
            </a:xfrm>
            <a:prstGeom prst="ellipse">
              <a:avLst/>
            </a:prstGeom>
            <a:solidFill>
              <a:srgbClr val="7F8C97">
                <a:alpha val="48000"/>
              </a:srgbClr>
            </a:solidFill>
            <a:ln w="0">
              <a:noFill/>
              <a:prstDash val="solid"/>
            </a:ln>
          </p:spPr>
        </p:sp>
        <p:sp>
          <p:nvSpPr>
            <p:cNvPr id="2415" name="03_assume_matched_2414">
              <a:extLst>
                <a:ext uri="{FF2B5EF4-FFF2-40B4-BE49-F238E27FC236}">
                  <a16:creationId xmlns:a16="http://schemas.microsoft.com/office/drawing/2014/main" id="{E86C1143-D67C-4687-8D52-649147699745}"/>
                </a:ext>
              </a:extLst>
            </p:cNvPr>
            <p:cNvSpPr>
              <a:spLocks/>
            </p:cNvSpPr>
            <p:nvPr/>
          </p:nvSpPr>
          <p:spPr>
            <a:xfrm>
              <a:off x="4289184" y="5144561"/>
              <a:ext cx="28398" cy="28398"/>
            </a:xfrm>
            <a:prstGeom prst="ellipse">
              <a:avLst/>
            </a:prstGeom>
            <a:solidFill>
              <a:srgbClr val="7F8C97">
                <a:alpha val="48000"/>
              </a:srgbClr>
            </a:solidFill>
            <a:ln w="0">
              <a:noFill/>
              <a:prstDash val="solid"/>
            </a:ln>
          </p:spPr>
        </p:sp>
        <p:sp>
          <p:nvSpPr>
            <p:cNvPr id="2416" name="03_assume_matched_2415">
              <a:extLst>
                <a:ext uri="{FF2B5EF4-FFF2-40B4-BE49-F238E27FC236}">
                  <a16:creationId xmlns:a16="http://schemas.microsoft.com/office/drawing/2014/main" id="{6FF6DF3D-7F7F-401F-A49C-F7E6C1B8A70B}"/>
                </a:ext>
              </a:extLst>
            </p:cNvPr>
            <p:cNvSpPr>
              <a:spLocks/>
            </p:cNvSpPr>
            <p:nvPr/>
          </p:nvSpPr>
          <p:spPr>
            <a:xfrm>
              <a:off x="4256948" y="5269890"/>
              <a:ext cx="28398" cy="28398"/>
            </a:xfrm>
            <a:prstGeom prst="ellipse">
              <a:avLst/>
            </a:prstGeom>
            <a:solidFill>
              <a:srgbClr val="7F8C97">
                <a:alpha val="48000"/>
              </a:srgbClr>
            </a:solidFill>
            <a:ln w="0">
              <a:noFill/>
              <a:prstDash val="solid"/>
            </a:ln>
          </p:spPr>
        </p:sp>
        <p:sp>
          <p:nvSpPr>
            <p:cNvPr id="2417" name="03_assume_matched_2416">
              <a:extLst>
                <a:ext uri="{FF2B5EF4-FFF2-40B4-BE49-F238E27FC236}">
                  <a16:creationId xmlns:a16="http://schemas.microsoft.com/office/drawing/2014/main" id="{5772BFA9-AA5E-4284-989F-490AC9067F4B}"/>
                </a:ext>
              </a:extLst>
            </p:cNvPr>
            <p:cNvSpPr>
              <a:spLocks/>
            </p:cNvSpPr>
            <p:nvPr/>
          </p:nvSpPr>
          <p:spPr>
            <a:xfrm>
              <a:off x="4161680" y="5171146"/>
              <a:ext cx="28398" cy="28398"/>
            </a:xfrm>
            <a:prstGeom prst="ellipse">
              <a:avLst/>
            </a:prstGeom>
            <a:solidFill>
              <a:srgbClr val="7F8C97">
                <a:alpha val="48000"/>
              </a:srgbClr>
            </a:solidFill>
            <a:ln w="0">
              <a:noFill/>
              <a:prstDash val="solid"/>
            </a:ln>
          </p:spPr>
        </p:sp>
        <p:sp>
          <p:nvSpPr>
            <p:cNvPr id="2418" name="03_assume_matched_2417">
              <a:extLst>
                <a:ext uri="{FF2B5EF4-FFF2-40B4-BE49-F238E27FC236}">
                  <a16:creationId xmlns:a16="http://schemas.microsoft.com/office/drawing/2014/main" id="{0170245D-44DD-4CB0-BBD3-B1B056614FEC}"/>
                </a:ext>
              </a:extLst>
            </p:cNvPr>
            <p:cNvSpPr>
              <a:spLocks/>
            </p:cNvSpPr>
            <p:nvPr/>
          </p:nvSpPr>
          <p:spPr>
            <a:xfrm>
              <a:off x="4192333" y="5436996"/>
              <a:ext cx="28398" cy="28398"/>
            </a:xfrm>
            <a:prstGeom prst="ellipse">
              <a:avLst/>
            </a:prstGeom>
            <a:solidFill>
              <a:srgbClr val="7F8C97">
                <a:alpha val="48000"/>
              </a:srgbClr>
            </a:solidFill>
            <a:ln w="0">
              <a:noFill/>
              <a:prstDash val="solid"/>
            </a:ln>
          </p:spPr>
        </p:sp>
        <p:sp>
          <p:nvSpPr>
            <p:cNvPr id="2419" name="03_assume_matched_2418">
              <a:extLst>
                <a:ext uri="{FF2B5EF4-FFF2-40B4-BE49-F238E27FC236}">
                  <a16:creationId xmlns:a16="http://schemas.microsoft.com/office/drawing/2014/main" id="{834CD4C9-7294-4CFA-9FF8-09C9AC8E499D}"/>
                </a:ext>
              </a:extLst>
            </p:cNvPr>
            <p:cNvSpPr>
              <a:spLocks/>
            </p:cNvSpPr>
            <p:nvPr/>
          </p:nvSpPr>
          <p:spPr>
            <a:xfrm>
              <a:off x="4161393" y="5290779"/>
              <a:ext cx="28398" cy="28398"/>
            </a:xfrm>
            <a:prstGeom prst="ellipse">
              <a:avLst/>
            </a:prstGeom>
            <a:solidFill>
              <a:srgbClr val="7F8C97">
                <a:alpha val="48000"/>
              </a:srgbClr>
            </a:solidFill>
            <a:ln w="0">
              <a:noFill/>
              <a:prstDash val="solid"/>
            </a:ln>
          </p:spPr>
        </p:sp>
        <p:sp>
          <p:nvSpPr>
            <p:cNvPr id="2420" name="03_assume_matched_2419">
              <a:extLst>
                <a:ext uri="{FF2B5EF4-FFF2-40B4-BE49-F238E27FC236}">
                  <a16:creationId xmlns:a16="http://schemas.microsoft.com/office/drawing/2014/main" id="{E2011649-E69E-4264-9560-6B26E5A21DDF}"/>
                </a:ext>
              </a:extLst>
            </p:cNvPr>
            <p:cNvSpPr>
              <a:spLocks/>
            </p:cNvSpPr>
            <p:nvPr/>
          </p:nvSpPr>
          <p:spPr>
            <a:xfrm>
              <a:off x="4242701" y="5144561"/>
              <a:ext cx="28398" cy="28398"/>
            </a:xfrm>
            <a:prstGeom prst="ellipse">
              <a:avLst/>
            </a:prstGeom>
            <a:solidFill>
              <a:srgbClr val="7F8C97">
                <a:alpha val="48000"/>
              </a:srgbClr>
            </a:solidFill>
            <a:ln w="0">
              <a:noFill/>
              <a:prstDash val="solid"/>
            </a:ln>
          </p:spPr>
        </p:sp>
        <p:sp>
          <p:nvSpPr>
            <p:cNvPr id="2421" name="03_assume_matched_2420">
              <a:extLst>
                <a:ext uri="{FF2B5EF4-FFF2-40B4-BE49-F238E27FC236}">
                  <a16:creationId xmlns:a16="http://schemas.microsoft.com/office/drawing/2014/main" id="{BB6529B8-56C9-4209-9148-451A4A37F670}"/>
                </a:ext>
              </a:extLst>
            </p:cNvPr>
            <p:cNvSpPr>
              <a:spLocks/>
            </p:cNvSpPr>
            <p:nvPr/>
          </p:nvSpPr>
          <p:spPr>
            <a:xfrm>
              <a:off x="4223993" y="5436996"/>
              <a:ext cx="28398" cy="28398"/>
            </a:xfrm>
            <a:prstGeom prst="ellipse">
              <a:avLst/>
            </a:prstGeom>
            <a:solidFill>
              <a:srgbClr val="7F8C97">
                <a:alpha val="48000"/>
              </a:srgbClr>
            </a:solidFill>
            <a:ln w="0">
              <a:noFill/>
              <a:prstDash val="solid"/>
            </a:ln>
          </p:spPr>
        </p:sp>
        <p:sp>
          <p:nvSpPr>
            <p:cNvPr id="2422" name="03_assume_matched_2421">
              <a:extLst>
                <a:ext uri="{FF2B5EF4-FFF2-40B4-BE49-F238E27FC236}">
                  <a16:creationId xmlns:a16="http://schemas.microsoft.com/office/drawing/2014/main" id="{ECAFC077-7C13-45BC-B349-4806DAE3030B}"/>
                </a:ext>
              </a:extLst>
            </p:cNvPr>
            <p:cNvSpPr>
              <a:spLocks/>
            </p:cNvSpPr>
            <p:nvPr/>
          </p:nvSpPr>
          <p:spPr>
            <a:xfrm>
              <a:off x="4208739" y="5436996"/>
              <a:ext cx="28398" cy="28398"/>
            </a:xfrm>
            <a:prstGeom prst="ellipse">
              <a:avLst/>
            </a:prstGeom>
            <a:solidFill>
              <a:srgbClr val="7F8C97">
                <a:alpha val="48000"/>
              </a:srgbClr>
            </a:solidFill>
            <a:ln w="0">
              <a:noFill/>
              <a:prstDash val="solid"/>
            </a:ln>
          </p:spPr>
        </p:sp>
        <p:sp>
          <p:nvSpPr>
            <p:cNvPr id="2423" name="03_assume_matched_2422">
              <a:extLst>
                <a:ext uri="{FF2B5EF4-FFF2-40B4-BE49-F238E27FC236}">
                  <a16:creationId xmlns:a16="http://schemas.microsoft.com/office/drawing/2014/main" id="{80B997E0-F241-4FDB-8F32-1F01975FA6DB}"/>
                </a:ext>
              </a:extLst>
            </p:cNvPr>
            <p:cNvSpPr>
              <a:spLocks/>
            </p:cNvSpPr>
            <p:nvPr/>
          </p:nvSpPr>
          <p:spPr>
            <a:xfrm>
              <a:off x="4194492" y="5436996"/>
              <a:ext cx="28398" cy="28398"/>
            </a:xfrm>
            <a:prstGeom prst="ellipse">
              <a:avLst/>
            </a:prstGeom>
            <a:solidFill>
              <a:srgbClr val="7F8C97">
                <a:alpha val="48000"/>
              </a:srgbClr>
            </a:solidFill>
            <a:ln w="0">
              <a:noFill/>
              <a:prstDash val="solid"/>
            </a:ln>
          </p:spPr>
        </p:sp>
        <p:sp>
          <p:nvSpPr>
            <p:cNvPr id="2424" name="03_assume_matched_2423">
              <a:extLst>
                <a:ext uri="{FF2B5EF4-FFF2-40B4-BE49-F238E27FC236}">
                  <a16:creationId xmlns:a16="http://schemas.microsoft.com/office/drawing/2014/main" id="{DB8CF622-CD40-46AB-993B-50F884F9B6DA}"/>
                </a:ext>
              </a:extLst>
            </p:cNvPr>
            <p:cNvSpPr>
              <a:spLocks/>
            </p:cNvSpPr>
            <p:nvPr/>
          </p:nvSpPr>
          <p:spPr>
            <a:xfrm>
              <a:off x="4210897" y="5436996"/>
              <a:ext cx="28398" cy="28398"/>
            </a:xfrm>
            <a:prstGeom prst="ellipse">
              <a:avLst/>
            </a:prstGeom>
            <a:solidFill>
              <a:srgbClr val="7F8C97">
                <a:alpha val="48000"/>
              </a:srgbClr>
            </a:solidFill>
            <a:ln w="0">
              <a:noFill/>
              <a:prstDash val="solid"/>
            </a:ln>
          </p:spPr>
        </p:sp>
        <p:sp>
          <p:nvSpPr>
            <p:cNvPr id="2425" name="03_assume_matched_2424">
              <a:extLst>
                <a:ext uri="{FF2B5EF4-FFF2-40B4-BE49-F238E27FC236}">
                  <a16:creationId xmlns:a16="http://schemas.microsoft.com/office/drawing/2014/main" id="{FC4E7BA6-1429-4CED-B52E-CAAA5846A8C7}"/>
                </a:ext>
              </a:extLst>
            </p:cNvPr>
            <p:cNvSpPr>
              <a:spLocks/>
            </p:cNvSpPr>
            <p:nvPr/>
          </p:nvSpPr>
          <p:spPr>
            <a:xfrm>
              <a:off x="4296091" y="5144561"/>
              <a:ext cx="28398" cy="28398"/>
            </a:xfrm>
            <a:prstGeom prst="ellipse">
              <a:avLst/>
            </a:prstGeom>
            <a:solidFill>
              <a:srgbClr val="7F8C97">
                <a:alpha val="48000"/>
              </a:srgbClr>
            </a:solidFill>
            <a:ln w="0">
              <a:noFill/>
              <a:prstDash val="solid"/>
            </a:ln>
          </p:spPr>
        </p:sp>
        <p:sp>
          <p:nvSpPr>
            <p:cNvPr id="2426" name="03_assume_matched_2425">
              <a:extLst>
                <a:ext uri="{FF2B5EF4-FFF2-40B4-BE49-F238E27FC236}">
                  <a16:creationId xmlns:a16="http://schemas.microsoft.com/office/drawing/2014/main" id="{CAC7103F-ABAD-4202-AA4A-E36B95F2E5F0}"/>
                </a:ext>
              </a:extLst>
            </p:cNvPr>
            <p:cNvSpPr>
              <a:spLocks/>
            </p:cNvSpPr>
            <p:nvPr/>
          </p:nvSpPr>
          <p:spPr>
            <a:xfrm>
              <a:off x="4251048" y="5242040"/>
              <a:ext cx="28398" cy="28398"/>
            </a:xfrm>
            <a:prstGeom prst="ellipse">
              <a:avLst/>
            </a:prstGeom>
            <a:solidFill>
              <a:srgbClr val="7F8C97">
                <a:alpha val="48000"/>
              </a:srgbClr>
            </a:solidFill>
            <a:ln w="0">
              <a:noFill/>
              <a:prstDash val="solid"/>
            </a:ln>
          </p:spPr>
        </p:sp>
        <p:sp>
          <p:nvSpPr>
            <p:cNvPr id="2427" name="03_assume_matched_2426">
              <a:extLst>
                <a:ext uri="{FF2B5EF4-FFF2-40B4-BE49-F238E27FC236}">
                  <a16:creationId xmlns:a16="http://schemas.microsoft.com/office/drawing/2014/main" id="{2A9794F6-08C4-49E8-8C11-24DD20A7CFFE}"/>
                </a:ext>
              </a:extLst>
            </p:cNvPr>
            <p:cNvSpPr>
              <a:spLocks/>
            </p:cNvSpPr>
            <p:nvPr/>
          </p:nvSpPr>
          <p:spPr>
            <a:xfrm>
              <a:off x="4260834" y="5372010"/>
              <a:ext cx="28398" cy="28398"/>
            </a:xfrm>
            <a:prstGeom prst="ellipse">
              <a:avLst/>
            </a:prstGeom>
            <a:solidFill>
              <a:srgbClr val="7F8C97">
                <a:alpha val="48000"/>
              </a:srgbClr>
            </a:solidFill>
            <a:ln w="0">
              <a:noFill/>
              <a:prstDash val="solid"/>
            </a:ln>
          </p:spPr>
        </p:sp>
        <p:sp>
          <p:nvSpPr>
            <p:cNvPr id="2428" name="03_assume_matched_2427">
              <a:extLst>
                <a:ext uri="{FF2B5EF4-FFF2-40B4-BE49-F238E27FC236}">
                  <a16:creationId xmlns:a16="http://schemas.microsoft.com/office/drawing/2014/main" id="{B919DDC6-0874-4662-AE45-ECA2DB46EB14}"/>
                </a:ext>
              </a:extLst>
            </p:cNvPr>
            <p:cNvSpPr>
              <a:spLocks/>
            </p:cNvSpPr>
            <p:nvPr/>
          </p:nvSpPr>
          <p:spPr>
            <a:xfrm>
              <a:off x="4197658" y="5274532"/>
              <a:ext cx="28398" cy="28398"/>
            </a:xfrm>
            <a:prstGeom prst="ellipse">
              <a:avLst/>
            </a:prstGeom>
            <a:solidFill>
              <a:srgbClr val="7F8C97">
                <a:alpha val="48000"/>
              </a:srgbClr>
            </a:solidFill>
            <a:ln w="0">
              <a:noFill/>
              <a:prstDash val="solid"/>
            </a:ln>
          </p:spPr>
        </p:sp>
        <p:sp>
          <p:nvSpPr>
            <p:cNvPr id="2429" name="03_assume_matched_2428">
              <a:extLst>
                <a:ext uri="{FF2B5EF4-FFF2-40B4-BE49-F238E27FC236}">
                  <a16:creationId xmlns:a16="http://schemas.microsoft.com/office/drawing/2014/main" id="{CF1B0BD1-896C-40C3-BDDC-7FA3E674683E}"/>
                </a:ext>
              </a:extLst>
            </p:cNvPr>
            <p:cNvSpPr>
              <a:spLocks/>
            </p:cNvSpPr>
            <p:nvPr/>
          </p:nvSpPr>
          <p:spPr>
            <a:xfrm>
              <a:off x="4288032" y="5436996"/>
              <a:ext cx="28398" cy="28398"/>
            </a:xfrm>
            <a:prstGeom prst="ellipse">
              <a:avLst/>
            </a:prstGeom>
            <a:solidFill>
              <a:srgbClr val="7F8C97">
                <a:alpha val="48000"/>
              </a:srgbClr>
            </a:solidFill>
            <a:ln w="0">
              <a:noFill/>
              <a:prstDash val="solid"/>
            </a:ln>
          </p:spPr>
        </p:sp>
        <p:sp>
          <p:nvSpPr>
            <p:cNvPr id="2430" name="03_assume_matched_2429">
              <a:extLst>
                <a:ext uri="{FF2B5EF4-FFF2-40B4-BE49-F238E27FC236}">
                  <a16:creationId xmlns:a16="http://schemas.microsoft.com/office/drawing/2014/main" id="{8D99143A-8A53-4436-9992-6EE8994B21D4}"/>
                </a:ext>
              </a:extLst>
            </p:cNvPr>
            <p:cNvSpPr>
              <a:spLocks/>
            </p:cNvSpPr>
            <p:nvPr/>
          </p:nvSpPr>
          <p:spPr>
            <a:xfrm>
              <a:off x="4261121" y="5224316"/>
              <a:ext cx="28398" cy="28398"/>
            </a:xfrm>
            <a:prstGeom prst="ellipse">
              <a:avLst/>
            </a:prstGeom>
            <a:solidFill>
              <a:srgbClr val="7F8C97">
                <a:alpha val="48000"/>
              </a:srgbClr>
            </a:solidFill>
            <a:ln w="0">
              <a:noFill/>
              <a:prstDash val="solid"/>
            </a:ln>
          </p:spPr>
        </p:sp>
        <p:sp>
          <p:nvSpPr>
            <p:cNvPr id="2431" name="03_assume_matched_2430">
              <a:extLst>
                <a:ext uri="{FF2B5EF4-FFF2-40B4-BE49-F238E27FC236}">
                  <a16:creationId xmlns:a16="http://schemas.microsoft.com/office/drawing/2014/main" id="{9AEC8B95-7BCC-43B6-9FF3-3E435C01C037}"/>
                </a:ext>
              </a:extLst>
            </p:cNvPr>
            <p:cNvSpPr>
              <a:spLocks/>
            </p:cNvSpPr>
            <p:nvPr/>
          </p:nvSpPr>
          <p:spPr>
            <a:xfrm>
              <a:off x="4178949" y="5436996"/>
              <a:ext cx="28398" cy="28398"/>
            </a:xfrm>
            <a:prstGeom prst="ellipse">
              <a:avLst/>
            </a:prstGeom>
            <a:solidFill>
              <a:srgbClr val="7F8C97">
                <a:alpha val="48000"/>
              </a:srgbClr>
            </a:solidFill>
            <a:ln w="0">
              <a:noFill/>
              <a:prstDash val="solid"/>
            </a:ln>
          </p:spPr>
        </p:sp>
        <p:sp>
          <p:nvSpPr>
            <p:cNvPr id="2432" name="03_assume_matched_2431">
              <a:extLst>
                <a:ext uri="{FF2B5EF4-FFF2-40B4-BE49-F238E27FC236}">
                  <a16:creationId xmlns:a16="http://schemas.microsoft.com/office/drawing/2014/main" id="{5811CBAB-9EAB-4C3A-BE86-C849EF8862D6}"/>
                </a:ext>
              </a:extLst>
            </p:cNvPr>
            <p:cNvSpPr>
              <a:spLocks/>
            </p:cNvSpPr>
            <p:nvPr/>
          </p:nvSpPr>
          <p:spPr>
            <a:xfrm>
              <a:off x="4186289" y="5203048"/>
              <a:ext cx="28398" cy="28398"/>
            </a:xfrm>
            <a:prstGeom prst="ellipse">
              <a:avLst/>
            </a:prstGeom>
            <a:solidFill>
              <a:srgbClr val="7F8C97">
                <a:alpha val="48000"/>
              </a:srgbClr>
            </a:solidFill>
            <a:ln w="0">
              <a:noFill/>
              <a:prstDash val="solid"/>
            </a:ln>
          </p:spPr>
        </p:sp>
        <p:sp>
          <p:nvSpPr>
            <p:cNvPr id="2433" name="03_assume_matched_2432">
              <a:extLst>
                <a:ext uri="{FF2B5EF4-FFF2-40B4-BE49-F238E27FC236}">
                  <a16:creationId xmlns:a16="http://schemas.microsoft.com/office/drawing/2014/main" id="{A8649098-85E4-49C0-8A12-1C3F796C4483}"/>
                </a:ext>
              </a:extLst>
            </p:cNvPr>
            <p:cNvSpPr>
              <a:spLocks/>
            </p:cNvSpPr>
            <p:nvPr/>
          </p:nvSpPr>
          <p:spPr>
            <a:xfrm>
              <a:off x="4197514" y="5290779"/>
              <a:ext cx="28398" cy="28398"/>
            </a:xfrm>
            <a:prstGeom prst="ellipse">
              <a:avLst/>
            </a:prstGeom>
            <a:solidFill>
              <a:srgbClr val="7F8C97">
                <a:alpha val="48000"/>
              </a:srgbClr>
            </a:solidFill>
            <a:ln w="0">
              <a:noFill/>
              <a:prstDash val="solid"/>
            </a:ln>
          </p:spPr>
        </p:sp>
        <p:sp>
          <p:nvSpPr>
            <p:cNvPr id="2434" name="03_assume_matched_2433">
              <a:extLst>
                <a:ext uri="{FF2B5EF4-FFF2-40B4-BE49-F238E27FC236}">
                  <a16:creationId xmlns:a16="http://schemas.microsoft.com/office/drawing/2014/main" id="{2B58995C-9220-4341-B324-87F5302E0FFF}"/>
                </a:ext>
              </a:extLst>
            </p:cNvPr>
            <p:cNvSpPr>
              <a:spLocks/>
            </p:cNvSpPr>
            <p:nvPr/>
          </p:nvSpPr>
          <p:spPr>
            <a:xfrm>
              <a:off x="4286881" y="5144561"/>
              <a:ext cx="28398" cy="28398"/>
            </a:xfrm>
            <a:prstGeom prst="ellipse">
              <a:avLst/>
            </a:prstGeom>
            <a:solidFill>
              <a:srgbClr val="7F8C97">
                <a:alpha val="48000"/>
              </a:srgbClr>
            </a:solidFill>
            <a:ln w="0">
              <a:noFill/>
              <a:prstDash val="solid"/>
            </a:ln>
          </p:spPr>
        </p:sp>
        <p:sp>
          <p:nvSpPr>
            <p:cNvPr id="2435" name="03_assume_matched_2434">
              <a:extLst>
                <a:ext uri="{FF2B5EF4-FFF2-40B4-BE49-F238E27FC236}">
                  <a16:creationId xmlns:a16="http://schemas.microsoft.com/office/drawing/2014/main" id="{5FA13186-AB35-424C-A9F2-D06A4D0F1889}"/>
                </a:ext>
              </a:extLst>
            </p:cNvPr>
            <p:cNvSpPr>
              <a:spLocks/>
            </p:cNvSpPr>
            <p:nvPr/>
          </p:nvSpPr>
          <p:spPr>
            <a:xfrm>
              <a:off x="4199816" y="5144561"/>
              <a:ext cx="28398" cy="28398"/>
            </a:xfrm>
            <a:prstGeom prst="ellipse">
              <a:avLst/>
            </a:prstGeom>
            <a:solidFill>
              <a:srgbClr val="7F8C97">
                <a:alpha val="48000"/>
              </a:srgbClr>
            </a:solidFill>
            <a:ln w="0">
              <a:noFill/>
              <a:prstDash val="solid"/>
            </a:ln>
          </p:spPr>
        </p:sp>
        <p:sp>
          <p:nvSpPr>
            <p:cNvPr id="2436" name="03_assume_matched_2435">
              <a:extLst>
                <a:ext uri="{FF2B5EF4-FFF2-40B4-BE49-F238E27FC236}">
                  <a16:creationId xmlns:a16="http://schemas.microsoft.com/office/drawing/2014/main" id="{8760AD01-5AC2-4AB8-85C0-CF217FD0111C}"/>
                </a:ext>
              </a:extLst>
            </p:cNvPr>
            <p:cNvSpPr>
              <a:spLocks/>
            </p:cNvSpPr>
            <p:nvPr/>
          </p:nvSpPr>
          <p:spPr>
            <a:xfrm>
              <a:off x="4278822" y="5242040"/>
              <a:ext cx="28398" cy="28398"/>
            </a:xfrm>
            <a:prstGeom prst="ellipse">
              <a:avLst/>
            </a:prstGeom>
            <a:solidFill>
              <a:srgbClr val="7F8C97">
                <a:alpha val="48000"/>
              </a:srgbClr>
            </a:solidFill>
            <a:ln w="0">
              <a:noFill/>
              <a:prstDash val="solid"/>
            </a:ln>
          </p:spPr>
        </p:sp>
        <p:sp>
          <p:nvSpPr>
            <p:cNvPr id="2437" name="03_assume_matched_2436">
              <a:extLst>
                <a:ext uri="{FF2B5EF4-FFF2-40B4-BE49-F238E27FC236}">
                  <a16:creationId xmlns:a16="http://schemas.microsoft.com/office/drawing/2014/main" id="{F075B3DA-C754-41DC-A35D-420CAC5AF0C3}"/>
                </a:ext>
              </a:extLst>
            </p:cNvPr>
            <p:cNvSpPr>
              <a:spLocks/>
            </p:cNvSpPr>
            <p:nvPr/>
          </p:nvSpPr>
          <p:spPr>
            <a:xfrm>
              <a:off x="4279974" y="5144561"/>
              <a:ext cx="28398" cy="28398"/>
            </a:xfrm>
            <a:prstGeom prst="ellipse">
              <a:avLst/>
            </a:prstGeom>
            <a:solidFill>
              <a:srgbClr val="7F8C97">
                <a:alpha val="48000"/>
              </a:srgbClr>
            </a:solidFill>
            <a:ln w="0">
              <a:noFill/>
              <a:prstDash val="solid"/>
            </a:ln>
          </p:spPr>
        </p:sp>
        <p:sp>
          <p:nvSpPr>
            <p:cNvPr id="2438" name="03_assume_matched_2437">
              <a:extLst>
                <a:ext uri="{FF2B5EF4-FFF2-40B4-BE49-F238E27FC236}">
                  <a16:creationId xmlns:a16="http://schemas.microsoft.com/office/drawing/2014/main" id="{8A222344-0EF8-4419-B932-1A82BABC8F0F}"/>
                </a:ext>
              </a:extLst>
            </p:cNvPr>
            <p:cNvSpPr>
              <a:spLocks/>
            </p:cNvSpPr>
            <p:nvPr/>
          </p:nvSpPr>
          <p:spPr>
            <a:xfrm>
              <a:off x="4283715" y="5436996"/>
              <a:ext cx="28398" cy="28398"/>
            </a:xfrm>
            <a:prstGeom prst="ellipse">
              <a:avLst/>
            </a:prstGeom>
            <a:solidFill>
              <a:srgbClr val="7F8C97">
                <a:alpha val="48000"/>
              </a:srgbClr>
            </a:solidFill>
            <a:ln w="0">
              <a:noFill/>
              <a:prstDash val="solid"/>
            </a:ln>
          </p:spPr>
        </p:sp>
        <p:sp>
          <p:nvSpPr>
            <p:cNvPr id="2439" name="03_assume_matched_2438">
              <a:extLst>
                <a:ext uri="{FF2B5EF4-FFF2-40B4-BE49-F238E27FC236}">
                  <a16:creationId xmlns:a16="http://schemas.microsoft.com/office/drawing/2014/main" id="{D90B6BD0-31A2-4F87-931F-E167DD5289A2}"/>
                </a:ext>
              </a:extLst>
            </p:cNvPr>
            <p:cNvSpPr>
              <a:spLocks/>
            </p:cNvSpPr>
            <p:nvPr/>
          </p:nvSpPr>
          <p:spPr>
            <a:xfrm>
              <a:off x="4200967" y="5242040"/>
              <a:ext cx="28398" cy="28398"/>
            </a:xfrm>
            <a:prstGeom prst="ellipse">
              <a:avLst/>
            </a:prstGeom>
            <a:solidFill>
              <a:srgbClr val="7F8C97">
                <a:alpha val="48000"/>
              </a:srgbClr>
            </a:solidFill>
            <a:ln w="0">
              <a:noFill/>
              <a:prstDash val="solid"/>
            </a:ln>
          </p:spPr>
        </p:sp>
        <p:sp>
          <p:nvSpPr>
            <p:cNvPr id="2440" name="03_assume_matched_2439">
              <a:extLst>
                <a:ext uri="{FF2B5EF4-FFF2-40B4-BE49-F238E27FC236}">
                  <a16:creationId xmlns:a16="http://schemas.microsoft.com/office/drawing/2014/main" id="{2664253E-B936-491A-BBC7-C1E6859E9AA4}"/>
                </a:ext>
              </a:extLst>
            </p:cNvPr>
            <p:cNvSpPr>
              <a:spLocks/>
            </p:cNvSpPr>
            <p:nvPr/>
          </p:nvSpPr>
          <p:spPr>
            <a:xfrm>
              <a:off x="4179237" y="5144561"/>
              <a:ext cx="28398" cy="28398"/>
            </a:xfrm>
            <a:prstGeom prst="ellipse">
              <a:avLst/>
            </a:prstGeom>
            <a:solidFill>
              <a:srgbClr val="7F8C97">
                <a:alpha val="48000"/>
              </a:srgbClr>
            </a:solidFill>
            <a:ln w="0">
              <a:noFill/>
              <a:prstDash val="solid"/>
            </a:ln>
          </p:spPr>
        </p:sp>
        <p:sp>
          <p:nvSpPr>
            <p:cNvPr id="2441" name="03_assume_matched_2440">
              <a:extLst>
                <a:ext uri="{FF2B5EF4-FFF2-40B4-BE49-F238E27FC236}">
                  <a16:creationId xmlns:a16="http://schemas.microsoft.com/office/drawing/2014/main" id="{A15563C5-92C2-4033-A619-44D743FF918A}"/>
                </a:ext>
              </a:extLst>
            </p:cNvPr>
            <p:cNvSpPr>
              <a:spLocks/>
            </p:cNvSpPr>
            <p:nvPr/>
          </p:nvSpPr>
          <p:spPr>
            <a:xfrm>
              <a:off x="4262992" y="5436996"/>
              <a:ext cx="28398" cy="28398"/>
            </a:xfrm>
            <a:prstGeom prst="ellipse">
              <a:avLst/>
            </a:prstGeom>
            <a:solidFill>
              <a:srgbClr val="7F8C97">
                <a:alpha val="48000"/>
              </a:srgbClr>
            </a:solidFill>
            <a:ln w="0">
              <a:noFill/>
              <a:prstDash val="solid"/>
            </a:ln>
          </p:spPr>
        </p:sp>
        <p:sp>
          <p:nvSpPr>
            <p:cNvPr id="2442" name="03_assume_matched_2441">
              <a:extLst>
                <a:ext uri="{FF2B5EF4-FFF2-40B4-BE49-F238E27FC236}">
                  <a16:creationId xmlns:a16="http://schemas.microsoft.com/office/drawing/2014/main" id="{1BD736CD-E310-43ED-BA9B-61A837A53397}"/>
                </a:ext>
              </a:extLst>
            </p:cNvPr>
            <p:cNvSpPr>
              <a:spLocks/>
            </p:cNvSpPr>
            <p:nvPr/>
          </p:nvSpPr>
          <p:spPr>
            <a:xfrm>
              <a:off x="4172474" y="5436996"/>
              <a:ext cx="28398" cy="28398"/>
            </a:xfrm>
            <a:prstGeom prst="ellipse">
              <a:avLst/>
            </a:prstGeom>
            <a:solidFill>
              <a:srgbClr val="7F8C97">
                <a:alpha val="48000"/>
              </a:srgbClr>
            </a:solidFill>
            <a:ln w="0">
              <a:noFill/>
              <a:prstDash val="solid"/>
            </a:ln>
          </p:spPr>
        </p:sp>
        <p:sp>
          <p:nvSpPr>
            <p:cNvPr id="2443" name="03_assume_matched_2442">
              <a:extLst>
                <a:ext uri="{FF2B5EF4-FFF2-40B4-BE49-F238E27FC236}">
                  <a16:creationId xmlns:a16="http://schemas.microsoft.com/office/drawing/2014/main" id="{23DE65D1-6B83-44B1-B452-3FA2B6F29F06}"/>
                </a:ext>
              </a:extLst>
            </p:cNvPr>
            <p:cNvSpPr>
              <a:spLocks/>
            </p:cNvSpPr>
            <p:nvPr/>
          </p:nvSpPr>
          <p:spPr>
            <a:xfrm>
              <a:off x="4266590" y="5203048"/>
              <a:ext cx="28398" cy="28398"/>
            </a:xfrm>
            <a:prstGeom prst="ellipse">
              <a:avLst/>
            </a:prstGeom>
            <a:solidFill>
              <a:srgbClr val="7F8C97">
                <a:alpha val="48000"/>
              </a:srgbClr>
            </a:solidFill>
            <a:ln w="0">
              <a:noFill/>
              <a:prstDash val="solid"/>
            </a:ln>
          </p:spPr>
        </p:sp>
        <p:sp>
          <p:nvSpPr>
            <p:cNvPr id="2444" name="03_assume_matched_2443">
              <a:extLst>
                <a:ext uri="{FF2B5EF4-FFF2-40B4-BE49-F238E27FC236}">
                  <a16:creationId xmlns:a16="http://schemas.microsoft.com/office/drawing/2014/main" id="{44C7F1FC-0943-4092-8E36-AB92C9D75BB7}"/>
                </a:ext>
              </a:extLst>
            </p:cNvPr>
            <p:cNvSpPr>
              <a:spLocks/>
            </p:cNvSpPr>
            <p:nvPr/>
          </p:nvSpPr>
          <p:spPr>
            <a:xfrm>
              <a:off x="4173769" y="5436996"/>
              <a:ext cx="28398" cy="28398"/>
            </a:xfrm>
            <a:prstGeom prst="ellipse">
              <a:avLst/>
            </a:prstGeom>
            <a:solidFill>
              <a:srgbClr val="7F8C97">
                <a:alpha val="48000"/>
              </a:srgbClr>
            </a:solidFill>
            <a:ln w="0">
              <a:noFill/>
              <a:prstDash val="solid"/>
            </a:ln>
          </p:spPr>
        </p:sp>
        <p:sp>
          <p:nvSpPr>
            <p:cNvPr id="2445" name="03_assume_matched_2444">
              <a:extLst>
                <a:ext uri="{FF2B5EF4-FFF2-40B4-BE49-F238E27FC236}">
                  <a16:creationId xmlns:a16="http://schemas.microsoft.com/office/drawing/2014/main" id="{916B4E22-B1B0-4F61-8D7E-F1C0324F1DE1}"/>
                </a:ext>
              </a:extLst>
            </p:cNvPr>
            <p:cNvSpPr>
              <a:spLocks/>
            </p:cNvSpPr>
            <p:nvPr/>
          </p:nvSpPr>
          <p:spPr>
            <a:xfrm>
              <a:off x="4294220" y="5436996"/>
              <a:ext cx="28398" cy="28398"/>
            </a:xfrm>
            <a:prstGeom prst="ellipse">
              <a:avLst/>
            </a:prstGeom>
            <a:solidFill>
              <a:srgbClr val="7F8C97">
                <a:alpha val="48000"/>
              </a:srgbClr>
            </a:solidFill>
            <a:ln w="0">
              <a:noFill/>
              <a:prstDash val="solid"/>
            </a:ln>
          </p:spPr>
        </p:sp>
        <p:sp>
          <p:nvSpPr>
            <p:cNvPr id="2446" name="03_assume_matched_2445">
              <a:extLst>
                <a:ext uri="{FF2B5EF4-FFF2-40B4-BE49-F238E27FC236}">
                  <a16:creationId xmlns:a16="http://schemas.microsoft.com/office/drawing/2014/main" id="{0799E86A-4A8F-4C5B-8E38-AFA563D35342}"/>
                </a:ext>
              </a:extLst>
            </p:cNvPr>
            <p:cNvSpPr>
              <a:spLocks/>
            </p:cNvSpPr>
            <p:nvPr/>
          </p:nvSpPr>
          <p:spPr>
            <a:xfrm>
              <a:off x="4272202" y="5436996"/>
              <a:ext cx="28398" cy="28398"/>
            </a:xfrm>
            <a:prstGeom prst="ellipse">
              <a:avLst/>
            </a:prstGeom>
            <a:solidFill>
              <a:srgbClr val="7F8C97">
                <a:alpha val="48000"/>
              </a:srgbClr>
            </a:solidFill>
            <a:ln w="0">
              <a:noFill/>
              <a:prstDash val="solid"/>
            </a:ln>
          </p:spPr>
        </p:sp>
        <p:sp>
          <p:nvSpPr>
            <p:cNvPr id="2447" name="03_assume_matched_2446">
              <a:extLst>
                <a:ext uri="{FF2B5EF4-FFF2-40B4-BE49-F238E27FC236}">
                  <a16:creationId xmlns:a16="http://schemas.microsoft.com/office/drawing/2014/main" id="{BA0147FC-863A-4409-A51C-17F0871A0BFC}"/>
                </a:ext>
              </a:extLst>
            </p:cNvPr>
            <p:cNvSpPr>
              <a:spLocks/>
            </p:cNvSpPr>
            <p:nvPr/>
          </p:nvSpPr>
          <p:spPr>
            <a:xfrm>
              <a:off x="4220107" y="5436996"/>
              <a:ext cx="28398" cy="28398"/>
            </a:xfrm>
            <a:prstGeom prst="ellipse">
              <a:avLst/>
            </a:prstGeom>
            <a:solidFill>
              <a:srgbClr val="7F8C97">
                <a:alpha val="48000"/>
              </a:srgbClr>
            </a:solidFill>
            <a:ln w="0">
              <a:noFill/>
              <a:prstDash val="solid"/>
            </a:ln>
          </p:spPr>
        </p:sp>
        <p:sp>
          <p:nvSpPr>
            <p:cNvPr id="2448" name="03_assume_matched_2447">
              <a:extLst>
                <a:ext uri="{FF2B5EF4-FFF2-40B4-BE49-F238E27FC236}">
                  <a16:creationId xmlns:a16="http://schemas.microsoft.com/office/drawing/2014/main" id="{B497851B-54A0-4A5A-B1C2-14C1EFC689AF}"/>
                </a:ext>
              </a:extLst>
            </p:cNvPr>
            <p:cNvSpPr>
              <a:spLocks/>
            </p:cNvSpPr>
            <p:nvPr/>
          </p:nvSpPr>
          <p:spPr>
            <a:xfrm>
              <a:off x="4195787" y="5436996"/>
              <a:ext cx="28398" cy="28398"/>
            </a:xfrm>
            <a:prstGeom prst="ellipse">
              <a:avLst/>
            </a:prstGeom>
            <a:solidFill>
              <a:srgbClr val="7F8C97">
                <a:alpha val="48000"/>
              </a:srgbClr>
            </a:solidFill>
            <a:ln w="0">
              <a:noFill/>
              <a:prstDash val="solid"/>
            </a:ln>
          </p:spPr>
        </p:sp>
        <p:sp>
          <p:nvSpPr>
            <p:cNvPr id="2449" name="03_assume_matched_2448">
              <a:extLst>
                <a:ext uri="{FF2B5EF4-FFF2-40B4-BE49-F238E27FC236}">
                  <a16:creationId xmlns:a16="http://schemas.microsoft.com/office/drawing/2014/main" id="{FFBD8F33-40EE-4267-950E-3F6FB1070C88}"/>
                </a:ext>
              </a:extLst>
            </p:cNvPr>
            <p:cNvSpPr>
              <a:spLocks/>
            </p:cNvSpPr>
            <p:nvPr/>
          </p:nvSpPr>
          <p:spPr>
            <a:xfrm>
              <a:off x="4298250" y="5436996"/>
              <a:ext cx="28398" cy="28398"/>
            </a:xfrm>
            <a:prstGeom prst="ellipse">
              <a:avLst/>
            </a:prstGeom>
            <a:solidFill>
              <a:srgbClr val="7F8C97">
                <a:alpha val="48000"/>
              </a:srgbClr>
            </a:solidFill>
            <a:ln w="0">
              <a:noFill/>
              <a:prstDash val="solid"/>
            </a:ln>
          </p:spPr>
        </p:sp>
        <p:sp>
          <p:nvSpPr>
            <p:cNvPr id="2450" name="03_assume_matched_2449">
              <a:extLst>
                <a:ext uri="{FF2B5EF4-FFF2-40B4-BE49-F238E27FC236}">
                  <a16:creationId xmlns:a16="http://schemas.microsoft.com/office/drawing/2014/main" id="{EBDB205F-5143-4BC4-B112-275DC5CE5BEA}"/>
                </a:ext>
              </a:extLst>
            </p:cNvPr>
            <p:cNvSpPr>
              <a:spLocks/>
            </p:cNvSpPr>
            <p:nvPr/>
          </p:nvSpPr>
          <p:spPr>
            <a:xfrm>
              <a:off x="4246011" y="5436996"/>
              <a:ext cx="28398" cy="28398"/>
            </a:xfrm>
            <a:prstGeom prst="ellipse">
              <a:avLst/>
            </a:prstGeom>
            <a:solidFill>
              <a:srgbClr val="7F8C97">
                <a:alpha val="48000"/>
              </a:srgbClr>
            </a:solidFill>
            <a:ln w="0">
              <a:noFill/>
              <a:prstDash val="solid"/>
            </a:ln>
          </p:spPr>
        </p:sp>
        <p:sp>
          <p:nvSpPr>
            <p:cNvPr id="2451" name="03_assume_matched_2450">
              <a:extLst>
                <a:ext uri="{FF2B5EF4-FFF2-40B4-BE49-F238E27FC236}">
                  <a16:creationId xmlns:a16="http://schemas.microsoft.com/office/drawing/2014/main" id="{C7E069CA-8497-41F5-A3C5-C94E507D5716}"/>
                </a:ext>
              </a:extLst>
            </p:cNvPr>
            <p:cNvSpPr>
              <a:spLocks/>
            </p:cNvSpPr>
            <p:nvPr/>
          </p:nvSpPr>
          <p:spPr>
            <a:xfrm>
              <a:off x="4278822" y="5436996"/>
              <a:ext cx="28398" cy="28398"/>
            </a:xfrm>
            <a:prstGeom prst="ellipse">
              <a:avLst/>
            </a:prstGeom>
            <a:solidFill>
              <a:srgbClr val="7F8C97">
                <a:alpha val="48000"/>
              </a:srgbClr>
            </a:solidFill>
            <a:ln w="0">
              <a:noFill/>
              <a:prstDash val="solid"/>
            </a:ln>
          </p:spPr>
        </p:sp>
        <p:sp>
          <p:nvSpPr>
            <p:cNvPr id="2452" name="03_assume_matched_2451">
              <a:extLst>
                <a:ext uri="{FF2B5EF4-FFF2-40B4-BE49-F238E27FC236}">
                  <a16:creationId xmlns:a16="http://schemas.microsoft.com/office/drawing/2014/main" id="{B55B0C83-7603-45F5-8E05-3D6B9526CEB8}"/>
                </a:ext>
              </a:extLst>
            </p:cNvPr>
            <p:cNvSpPr>
              <a:spLocks/>
            </p:cNvSpPr>
            <p:nvPr/>
          </p:nvSpPr>
          <p:spPr>
            <a:xfrm>
              <a:off x="4177942" y="5203048"/>
              <a:ext cx="28398" cy="28398"/>
            </a:xfrm>
            <a:prstGeom prst="ellipse">
              <a:avLst/>
            </a:prstGeom>
            <a:solidFill>
              <a:srgbClr val="7F8C97">
                <a:alpha val="48000"/>
              </a:srgbClr>
            </a:solidFill>
            <a:ln w="0">
              <a:noFill/>
              <a:prstDash val="solid"/>
            </a:ln>
          </p:spPr>
        </p:sp>
        <p:sp>
          <p:nvSpPr>
            <p:cNvPr id="2453" name="03_assume_matched_2452">
              <a:extLst>
                <a:ext uri="{FF2B5EF4-FFF2-40B4-BE49-F238E27FC236}">
                  <a16:creationId xmlns:a16="http://schemas.microsoft.com/office/drawing/2014/main" id="{51CD88B2-B452-47D2-A45B-EC8148A5D86A}"/>
                </a:ext>
              </a:extLst>
            </p:cNvPr>
            <p:cNvSpPr>
              <a:spLocks/>
            </p:cNvSpPr>
            <p:nvPr/>
          </p:nvSpPr>
          <p:spPr>
            <a:xfrm>
              <a:off x="4269900" y="5144561"/>
              <a:ext cx="28398" cy="28398"/>
            </a:xfrm>
            <a:prstGeom prst="ellipse">
              <a:avLst/>
            </a:prstGeom>
            <a:solidFill>
              <a:srgbClr val="7F8C97">
                <a:alpha val="48000"/>
              </a:srgbClr>
            </a:solidFill>
            <a:ln w="0">
              <a:noFill/>
              <a:prstDash val="solid"/>
            </a:ln>
          </p:spPr>
        </p:sp>
        <p:sp>
          <p:nvSpPr>
            <p:cNvPr id="2454" name="03_assume_matched_2453">
              <a:extLst>
                <a:ext uri="{FF2B5EF4-FFF2-40B4-BE49-F238E27FC236}">
                  <a16:creationId xmlns:a16="http://schemas.microsoft.com/office/drawing/2014/main" id="{0395E207-BBF2-41E5-BFFD-B96D8AECE515}"/>
                </a:ext>
              </a:extLst>
            </p:cNvPr>
            <p:cNvSpPr>
              <a:spLocks/>
            </p:cNvSpPr>
            <p:nvPr/>
          </p:nvSpPr>
          <p:spPr>
            <a:xfrm>
              <a:off x="4249033" y="5144561"/>
              <a:ext cx="28398" cy="28398"/>
            </a:xfrm>
            <a:prstGeom prst="ellipse">
              <a:avLst/>
            </a:prstGeom>
            <a:solidFill>
              <a:srgbClr val="7F8C97">
                <a:alpha val="48000"/>
              </a:srgbClr>
            </a:solidFill>
            <a:ln w="0">
              <a:noFill/>
              <a:prstDash val="solid"/>
            </a:ln>
          </p:spPr>
        </p:sp>
        <p:sp>
          <p:nvSpPr>
            <p:cNvPr id="2455" name="03_assume_matched_2454">
              <a:extLst>
                <a:ext uri="{FF2B5EF4-FFF2-40B4-BE49-F238E27FC236}">
                  <a16:creationId xmlns:a16="http://schemas.microsoft.com/office/drawing/2014/main" id="{07100821-FE74-483A-A332-46D08E139A4D}"/>
                </a:ext>
              </a:extLst>
            </p:cNvPr>
            <p:cNvSpPr>
              <a:spLocks/>
            </p:cNvSpPr>
            <p:nvPr/>
          </p:nvSpPr>
          <p:spPr>
            <a:xfrm>
              <a:off x="4157651" y="5144561"/>
              <a:ext cx="28398" cy="28398"/>
            </a:xfrm>
            <a:prstGeom prst="ellipse">
              <a:avLst/>
            </a:prstGeom>
            <a:solidFill>
              <a:srgbClr val="7F8C97">
                <a:alpha val="48000"/>
              </a:srgbClr>
            </a:solidFill>
            <a:ln w="0">
              <a:noFill/>
              <a:prstDash val="solid"/>
            </a:ln>
          </p:spPr>
        </p:sp>
        <p:sp>
          <p:nvSpPr>
            <p:cNvPr id="2456" name="03_assume_matched_2455">
              <a:extLst>
                <a:ext uri="{FF2B5EF4-FFF2-40B4-BE49-F238E27FC236}">
                  <a16:creationId xmlns:a16="http://schemas.microsoft.com/office/drawing/2014/main" id="{2C6CC77C-294D-4FE9-B0F1-B70C8D4C6CDE}"/>
                </a:ext>
              </a:extLst>
            </p:cNvPr>
            <p:cNvSpPr>
              <a:spLocks/>
            </p:cNvSpPr>
            <p:nvPr/>
          </p:nvSpPr>
          <p:spPr>
            <a:xfrm>
              <a:off x="4216941" y="5436996"/>
              <a:ext cx="28398" cy="28398"/>
            </a:xfrm>
            <a:prstGeom prst="ellipse">
              <a:avLst/>
            </a:prstGeom>
            <a:solidFill>
              <a:srgbClr val="7F8C97">
                <a:alpha val="48000"/>
              </a:srgbClr>
            </a:solidFill>
            <a:ln w="0">
              <a:noFill/>
              <a:prstDash val="solid"/>
            </a:ln>
          </p:spPr>
        </p:sp>
        <p:sp>
          <p:nvSpPr>
            <p:cNvPr id="2457" name="03_assume_matched_2456">
              <a:extLst>
                <a:ext uri="{FF2B5EF4-FFF2-40B4-BE49-F238E27FC236}">
                  <a16:creationId xmlns:a16="http://schemas.microsoft.com/office/drawing/2014/main" id="{FF701729-22A9-4891-A87F-991ED15F7045}"/>
                </a:ext>
              </a:extLst>
            </p:cNvPr>
            <p:cNvSpPr>
              <a:spLocks/>
            </p:cNvSpPr>
            <p:nvPr/>
          </p:nvSpPr>
          <p:spPr>
            <a:xfrm>
              <a:off x="4199097" y="5436996"/>
              <a:ext cx="28398" cy="28398"/>
            </a:xfrm>
            <a:prstGeom prst="ellipse">
              <a:avLst/>
            </a:prstGeom>
            <a:solidFill>
              <a:srgbClr val="7F8C97">
                <a:alpha val="48000"/>
              </a:srgbClr>
            </a:solidFill>
            <a:ln w="0">
              <a:noFill/>
              <a:prstDash val="solid"/>
            </a:ln>
          </p:spPr>
        </p:sp>
        <p:sp>
          <p:nvSpPr>
            <p:cNvPr id="2458" name="03_assume_matched_2457">
              <a:extLst>
                <a:ext uri="{FF2B5EF4-FFF2-40B4-BE49-F238E27FC236}">
                  <a16:creationId xmlns:a16="http://schemas.microsoft.com/office/drawing/2014/main" id="{2B541C01-16BA-44CE-9620-107C20826DB0}"/>
                </a:ext>
              </a:extLst>
            </p:cNvPr>
            <p:cNvSpPr>
              <a:spLocks/>
            </p:cNvSpPr>
            <p:nvPr/>
          </p:nvSpPr>
          <p:spPr>
            <a:xfrm>
              <a:off x="4231332" y="5144561"/>
              <a:ext cx="28398" cy="28398"/>
            </a:xfrm>
            <a:prstGeom prst="ellipse">
              <a:avLst/>
            </a:prstGeom>
            <a:solidFill>
              <a:srgbClr val="7F8C97">
                <a:alpha val="48000"/>
              </a:srgbClr>
            </a:solidFill>
            <a:ln w="0">
              <a:noFill/>
              <a:prstDash val="solid"/>
            </a:ln>
          </p:spPr>
        </p:sp>
        <p:sp>
          <p:nvSpPr>
            <p:cNvPr id="2459" name="03_assume_matched_2458">
              <a:extLst>
                <a:ext uri="{FF2B5EF4-FFF2-40B4-BE49-F238E27FC236}">
                  <a16:creationId xmlns:a16="http://schemas.microsoft.com/office/drawing/2014/main" id="{AF0D1AB7-22B6-4A2C-8EB7-EF5EB889F569}"/>
                </a:ext>
              </a:extLst>
            </p:cNvPr>
            <p:cNvSpPr>
              <a:spLocks/>
            </p:cNvSpPr>
            <p:nvPr/>
          </p:nvSpPr>
          <p:spPr>
            <a:xfrm>
              <a:off x="4213200" y="5388257"/>
              <a:ext cx="28398" cy="28398"/>
            </a:xfrm>
            <a:prstGeom prst="ellipse">
              <a:avLst/>
            </a:prstGeom>
            <a:solidFill>
              <a:srgbClr val="7F8C97">
                <a:alpha val="48000"/>
              </a:srgbClr>
            </a:solidFill>
            <a:ln w="0">
              <a:noFill/>
              <a:prstDash val="solid"/>
            </a:ln>
          </p:spPr>
        </p:sp>
        <p:sp>
          <p:nvSpPr>
            <p:cNvPr id="2460" name="03_assume_matched_2459">
              <a:extLst>
                <a:ext uri="{FF2B5EF4-FFF2-40B4-BE49-F238E27FC236}">
                  <a16:creationId xmlns:a16="http://schemas.microsoft.com/office/drawing/2014/main" id="{2A6A0DE1-4393-4C26-88B2-CB8CC44AB205}"/>
                </a:ext>
              </a:extLst>
            </p:cNvPr>
            <p:cNvSpPr>
              <a:spLocks/>
            </p:cNvSpPr>
            <p:nvPr/>
          </p:nvSpPr>
          <p:spPr>
            <a:xfrm>
              <a:off x="4275368" y="5290779"/>
              <a:ext cx="28398" cy="28398"/>
            </a:xfrm>
            <a:prstGeom prst="ellipse">
              <a:avLst/>
            </a:prstGeom>
            <a:solidFill>
              <a:srgbClr val="7F8C97">
                <a:alpha val="48000"/>
              </a:srgbClr>
            </a:solidFill>
            <a:ln w="0">
              <a:noFill/>
              <a:prstDash val="solid"/>
            </a:ln>
          </p:spPr>
        </p:sp>
        <p:sp>
          <p:nvSpPr>
            <p:cNvPr id="2461" name="03_assume_matched_2460">
              <a:extLst>
                <a:ext uri="{FF2B5EF4-FFF2-40B4-BE49-F238E27FC236}">
                  <a16:creationId xmlns:a16="http://schemas.microsoft.com/office/drawing/2014/main" id="{65D82C96-E29E-41F8-ADE7-C153AFB8D98A}"/>
                </a:ext>
              </a:extLst>
            </p:cNvPr>
            <p:cNvSpPr>
              <a:spLocks/>
            </p:cNvSpPr>
            <p:nvPr/>
          </p:nvSpPr>
          <p:spPr>
            <a:xfrm>
              <a:off x="4173481" y="5144561"/>
              <a:ext cx="28398" cy="28398"/>
            </a:xfrm>
            <a:prstGeom prst="ellipse">
              <a:avLst/>
            </a:prstGeom>
            <a:solidFill>
              <a:srgbClr val="7F8C97">
                <a:alpha val="48000"/>
              </a:srgbClr>
            </a:solidFill>
            <a:ln w="0">
              <a:noFill/>
              <a:prstDash val="solid"/>
            </a:ln>
          </p:spPr>
        </p:sp>
        <p:sp>
          <p:nvSpPr>
            <p:cNvPr id="2462" name="03_assume_matched_2461">
              <a:extLst>
                <a:ext uri="{FF2B5EF4-FFF2-40B4-BE49-F238E27FC236}">
                  <a16:creationId xmlns:a16="http://schemas.microsoft.com/office/drawing/2014/main" id="{38B2BB1D-3548-4D7F-A5F2-B1783FFA54D6}"/>
                </a:ext>
              </a:extLst>
            </p:cNvPr>
            <p:cNvSpPr>
              <a:spLocks/>
            </p:cNvSpPr>
            <p:nvPr/>
          </p:nvSpPr>
          <p:spPr>
            <a:xfrm>
              <a:off x="4180101" y="5436996"/>
              <a:ext cx="28398" cy="28398"/>
            </a:xfrm>
            <a:prstGeom prst="ellipse">
              <a:avLst/>
            </a:prstGeom>
            <a:solidFill>
              <a:srgbClr val="7F8C97">
                <a:alpha val="48000"/>
              </a:srgbClr>
            </a:solidFill>
            <a:ln w="0">
              <a:noFill/>
              <a:prstDash val="solid"/>
            </a:ln>
          </p:spPr>
        </p:sp>
        <p:sp>
          <p:nvSpPr>
            <p:cNvPr id="2463" name="03_assume_matched_2462">
              <a:extLst>
                <a:ext uri="{FF2B5EF4-FFF2-40B4-BE49-F238E27FC236}">
                  <a16:creationId xmlns:a16="http://schemas.microsoft.com/office/drawing/2014/main" id="{F83D1A42-123D-4CE2-84C8-8FD81782CE0D}"/>
                </a:ext>
              </a:extLst>
            </p:cNvPr>
            <p:cNvSpPr>
              <a:spLocks/>
            </p:cNvSpPr>
            <p:nvPr/>
          </p:nvSpPr>
          <p:spPr>
            <a:xfrm>
              <a:off x="4239967" y="5144561"/>
              <a:ext cx="28398" cy="28398"/>
            </a:xfrm>
            <a:prstGeom prst="ellipse">
              <a:avLst/>
            </a:prstGeom>
            <a:solidFill>
              <a:srgbClr val="7F8C97">
                <a:alpha val="48000"/>
              </a:srgbClr>
            </a:solidFill>
            <a:ln w="0">
              <a:noFill/>
              <a:prstDash val="solid"/>
            </a:ln>
          </p:spPr>
        </p:sp>
        <p:sp>
          <p:nvSpPr>
            <p:cNvPr id="2464" name="03_assume_matched_2463">
              <a:extLst>
                <a:ext uri="{FF2B5EF4-FFF2-40B4-BE49-F238E27FC236}">
                  <a16:creationId xmlns:a16="http://schemas.microsoft.com/office/drawing/2014/main" id="{28A51FB0-1435-41F5-A34C-C4AE982681CC}"/>
                </a:ext>
              </a:extLst>
            </p:cNvPr>
            <p:cNvSpPr>
              <a:spLocks/>
            </p:cNvSpPr>
            <p:nvPr/>
          </p:nvSpPr>
          <p:spPr>
            <a:xfrm>
              <a:off x="4238672" y="5144561"/>
              <a:ext cx="28398" cy="28398"/>
            </a:xfrm>
            <a:prstGeom prst="ellipse">
              <a:avLst/>
            </a:prstGeom>
            <a:solidFill>
              <a:srgbClr val="7F8C97">
                <a:alpha val="48000"/>
              </a:srgbClr>
            </a:solidFill>
            <a:ln w="0">
              <a:noFill/>
              <a:prstDash val="solid"/>
            </a:ln>
          </p:spPr>
        </p:sp>
        <p:sp>
          <p:nvSpPr>
            <p:cNvPr id="2465" name="03_assume_matched_2464">
              <a:extLst>
                <a:ext uri="{FF2B5EF4-FFF2-40B4-BE49-F238E27FC236}">
                  <a16:creationId xmlns:a16="http://schemas.microsoft.com/office/drawing/2014/main" id="{6CDD44E2-B174-4B85-B67E-30E2A9518C37}"/>
                </a:ext>
              </a:extLst>
            </p:cNvPr>
            <p:cNvSpPr>
              <a:spLocks/>
            </p:cNvSpPr>
            <p:nvPr/>
          </p:nvSpPr>
          <p:spPr>
            <a:xfrm>
              <a:off x="4285442" y="5436996"/>
              <a:ext cx="28398" cy="28398"/>
            </a:xfrm>
            <a:prstGeom prst="ellipse">
              <a:avLst/>
            </a:prstGeom>
            <a:solidFill>
              <a:srgbClr val="7F8C97">
                <a:alpha val="48000"/>
              </a:srgbClr>
            </a:solidFill>
            <a:ln w="0">
              <a:noFill/>
              <a:prstDash val="solid"/>
            </a:ln>
          </p:spPr>
        </p:sp>
        <p:sp>
          <p:nvSpPr>
            <p:cNvPr id="2466" name="03_assume_matched_2465">
              <a:extLst>
                <a:ext uri="{FF2B5EF4-FFF2-40B4-BE49-F238E27FC236}">
                  <a16:creationId xmlns:a16="http://schemas.microsoft.com/office/drawing/2014/main" id="{DFE0CF11-5349-4F4D-9F2E-88D30954EB6B}"/>
                </a:ext>
              </a:extLst>
            </p:cNvPr>
            <p:cNvSpPr>
              <a:spLocks/>
            </p:cNvSpPr>
            <p:nvPr/>
          </p:nvSpPr>
          <p:spPr>
            <a:xfrm>
              <a:off x="4263712" y="5436996"/>
              <a:ext cx="28398" cy="28398"/>
            </a:xfrm>
            <a:prstGeom prst="ellipse">
              <a:avLst/>
            </a:prstGeom>
            <a:solidFill>
              <a:srgbClr val="7F8C97">
                <a:alpha val="48000"/>
              </a:srgbClr>
            </a:solidFill>
            <a:ln w="0">
              <a:noFill/>
              <a:prstDash val="solid"/>
            </a:ln>
          </p:spPr>
        </p:sp>
        <p:sp>
          <p:nvSpPr>
            <p:cNvPr id="2467" name="03_assume_matched_2466">
              <a:extLst>
                <a:ext uri="{FF2B5EF4-FFF2-40B4-BE49-F238E27FC236}">
                  <a16:creationId xmlns:a16="http://schemas.microsoft.com/office/drawing/2014/main" id="{FE7E5877-A5C6-4513-8976-64916E469E14}"/>
                </a:ext>
              </a:extLst>
            </p:cNvPr>
            <p:cNvSpPr>
              <a:spLocks/>
            </p:cNvSpPr>
            <p:nvPr/>
          </p:nvSpPr>
          <p:spPr>
            <a:xfrm>
              <a:off x="4195787" y="5436996"/>
              <a:ext cx="28398" cy="28398"/>
            </a:xfrm>
            <a:prstGeom prst="ellipse">
              <a:avLst/>
            </a:prstGeom>
            <a:solidFill>
              <a:srgbClr val="7F8C97">
                <a:alpha val="48000"/>
              </a:srgbClr>
            </a:solidFill>
            <a:ln w="0">
              <a:noFill/>
              <a:prstDash val="solid"/>
            </a:ln>
          </p:spPr>
        </p:sp>
        <p:sp>
          <p:nvSpPr>
            <p:cNvPr id="2468" name="03_assume_matched_2467">
              <a:extLst>
                <a:ext uri="{FF2B5EF4-FFF2-40B4-BE49-F238E27FC236}">
                  <a16:creationId xmlns:a16="http://schemas.microsoft.com/office/drawing/2014/main" id="{7DA8F9DB-77E2-486C-909C-52F1448F0AD7}"/>
                </a:ext>
              </a:extLst>
            </p:cNvPr>
            <p:cNvSpPr>
              <a:spLocks/>
            </p:cNvSpPr>
            <p:nvPr/>
          </p:nvSpPr>
          <p:spPr>
            <a:xfrm>
              <a:off x="4266590" y="5436996"/>
              <a:ext cx="28398" cy="28398"/>
            </a:xfrm>
            <a:prstGeom prst="ellipse">
              <a:avLst/>
            </a:prstGeom>
            <a:solidFill>
              <a:srgbClr val="7F8C97">
                <a:alpha val="48000"/>
              </a:srgbClr>
            </a:solidFill>
            <a:ln w="0">
              <a:noFill/>
              <a:prstDash val="solid"/>
            </a:ln>
          </p:spPr>
        </p:sp>
        <p:sp>
          <p:nvSpPr>
            <p:cNvPr id="2469" name="03_assume_matched_2468">
              <a:extLst>
                <a:ext uri="{FF2B5EF4-FFF2-40B4-BE49-F238E27FC236}">
                  <a16:creationId xmlns:a16="http://schemas.microsoft.com/office/drawing/2014/main" id="{DC90DB2E-341B-4D49-A5C5-0DB246968DB6}"/>
                </a:ext>
              </a:extLst>
            </p:cNvPr>
            <p:cNvSpPr>
              <a:spLocks/>
            </p:cNvSpPr>
            <p:nvPr/>
          </p:nvSpPr>
          <p:spPr>
            <a:xfrm>
              <a:off x="4254933" y="5242040"/>
              <a:ext cx="28398" cy="28398"/>
            </a:xfrm>
            <a:prstGeom prst="ellipse">
              <a:avLst/>
            </a:prstGeom>
            <a:solidFill>
              <a:srgbClr val="7F8C97">
                <a:alpha val="48000"/>
              </a:srgbClr>
            </a:solidFill>
            <a:ln w="0">
              <a:noFill/>
              <a:prstDash val="solid"/>
            </a:ln>
          </p:spPr>
        </p:sp>
        <p:sp>
          <p:nvSpPr>
            <p:cNvPr id="2470" name="03_assume_matched_2469">
              <a:extLst>
                <a:ext uri="{FF2B5EF4-FFF2-40B4-BE49-F238E27FC236}">
                  <a16:creationId xmlns:a16="http://schemas.microsoft.com/office/drawing/2014/main" id="{4E35B2F7-EF86-44E7-8A4E-18C63B72E9DE}"/>
                </a:ext>
              </a:extLst>
            </p:cNvPr>
            <p:cNvSpPr>
              <a:spLocks/>
            </p:cNvSpPr>
            <p:nvPr/>
          </p:nvSpPr>
          <p:spPr>
            <a:xfrm>
              <a:off x="4261121" y="5436996"/>
              <a:ext cx="28398" cy="28398"/>
            </a:xfrm>
            <a:prstGeom prst="ellipse">
              <a:avLst/>
            </a:prstGeom>
            <a:solidFill>
              <a:srgbClr val="7F8C97">
                <a:alpha val="48000"/>
              </a:srgbClr>
            </a:solidFill>
            <a:ln w="0">
              <a:noFill/>
              <a:prstDash val="solid"/>
            </a:ln>
          </p:spPr>
        </p:sp>
        <p:sp>
          <p:nvSpPr>
            <p:cNvPr id="2471" name="03_assume_matched_2470">
              <a:extLst>
                <a:ext uri="{FF2B5EF4-FFF2-40B4-BE49-F238E27FC236}">
                  <a16:creationId xmlns:a16="http://schemas.microsoft.com/office/drawing/2014/main" id="{837521B3-5B13-4584-83EE-EC7E633B5723}"/>
                </a:ext>
              </a:extLst>
            </p:cNvPr>
            <p:cNvSpPr>
              <a:spLocks/>
            </p:cNvSpPr>
            <p:nvPr/>
          </p:nvSpPr>
          <p:spPr>
            <a:xfrm>
              <a:off x="4274505" y="5404503"/>
              <a:ext cx="28398" cy="28398"/>
            </a:xfrm>
            <a:prstGeom prst="ellipse">
              <a:avLst/>
            </a:prstGeom>
            <a:solidFill>
              <a:srgbClr val="7F8C97">
                <a:alpha val="48000"/>
              </a:srgbClr>
            </a:solidFill>
            <a:ln w="0">
              <a:noFill/>
              <a:prstDash val="solid"/>
            </a:ln>
          </p:spPr>
        </p:sp>
        <p:sp>
          <p:nvSpPr>
            <p:cNvPr id="2472" name="03_assume_matched_2471">
              <a:extLst>
                <a:ext uri="{FF2B5EF4-FFF2-40B4-BE49-F238E27FC236}">
                  <a16:creationId xmlns:a16="http://schemas.microsoft.com/office/drawing/2014/main" id="{5C0D1493-44E8-4DF6-A292-7C8B2FC07F53}"/>
                </a:ext>
              </a:extLst>
            </p:cNvPr>
            <p:cNvSpPr>
              <a:spLocks/>
            </p:cNvSpPr>
            <p:nvPr/>
          </p:nvSpPr>
          <p:spPr>
            <a:xfrm>
              <a:off x="4183123" y="5144561"/>
              <a:ext cx="28398" cy="28398"/>
            </a:xfrm>
            <a:prstGeom prst="ellipse">
              <a:avLst/>
            </a:prstGeom>
            <a:solidFill>
              <a:srgbClr val="7F8C97">
                <a:alpha val="48000"/>
              </a:srgbClr>
            </a:solidFill>
            <a:ln w="0">
              <a:noFill/>
              <a:prstDash val="solid"/>
            </a:ln>
          </p:spPr>
        </p:sp>
        <p:sp>
          <p:nvSpPr>
            <p:cNvPr id="2473" name="03_assume_matched_2472">
              <a:extLst>
                <a:ext uri="{FF2B5EF4-FFF2-40B4-BE49-F238E27FC236}">
                  <a16:creationId xmlns:a16="http://schemas.microsoft.com/office/drawing/2014/main" id="{AC88D542-A919-457D-BF1D-7EFE4249912D}"/>
                </a:ext>
              </a:extLst>
            </p:cNvPr>
            <p:cNvSpPr>
              <a:spLocks/>
            </p:cNvSpPr>
            <p:nvPr/>
          </p:nvSpPr>
          <p:spPr>
            <a:xfrm>
              <a:off x="4172330" y="5242040"/>
              <a:ext cx="28398" cy="28398"/>
            </a:xfrm>
            <a:prstGeom prst="ellipse">
              <a:avLst/>
            </a:prstGeom>
            <a:solidFill>
              <a:srgbClr val="7F8C97">
                <a:alpha val="48000"/>
              </a:srgbClr>
            </a:solidFill>
            <a:ln w="0">
              <a:noFill/>
              <a:prstDash val="solid"/>
            </a:ln>
          </p:spPr>
        </p:sp>
        <p:sp>
          <p:nvSpPr>
            <p:cNvPr id="2474" name="03_assume_matched_2473">
              <a:extLst>
                <a:ext uri="{FF2B5EF4-FFF2-40B4-BE49-F238E27FC236}">
                  <a16:creationId xmlns:a16="http://schemas.microsoft.com/office/drawing/2014/main" id="{9EACECB9-F213-4498-9F2A-6AE447BAFC8C}"/>
                </a:ext>
              </a:extLst>
            </p:cNvPr>
            <p:cNvSpPr>
              <a:spLocks/>
            </p:cNvSpPr>
            <p:nvPr/>
          </p:nvSpPr>
          <p:spPr>
            <a:xfrm>
              <a:off x="4255221" y="5290779"/>
              <a:ext cx="28398" cy="28398"/>
            </a:xfrm>
            <a:prstGeom prst="ellipse">
              <a:avLst/>
            </a:prstGeom>
            <a:solidFill>
              <a:srgbClr val="7F8C97">
                <a:alpha val="48000"/>
              </a:srgbClr>
            </a:solidFill>
            <a:ln w="0">
              <a:noFill/>
              <a:prstDash val="solid"/>
            </a:ln>
          </p:spPr>
        </p:sp>
        <p:sp>
          <p:nvSpPr>
            <p:cNvPr id="2475" name="03_assume_matched_2474">
              <a:extLst>
                <a:ext uri="{FF2B5EF4-FFF2-40B4-BE49-F238E27FC236}">
                  <a16:creationId xmlns:a16="http://schemas.microsoft.com/office/drawing/2014/main" id="{F03396E7-3A1E-45BD-BED6-CF9F840BC1D8}"/>
                </a:ext>
              </a:extLst>
            </p:cNvPr>
            <p:cNvSpPr>
              <a:spLocks/>
            </p:cNvSpPr>
            <p:nvPr/>
          </p:nvSpPr>
          <p:spPr>
            <a:xfrm>
              <a:off x="4292350" y="5144561"/>
              <a:ext cx="28398" cy="28398"/>
            </a:xfrm>
            <a:prstGeom prst="ellipse">
              <a:avLst/>
            </a:prstGeom>
            <a:solidFill>
              <a:srgbClr val="7F8C97">
                <a:alpha val="48000"/>
              </a:srgbClr>
            </a:solidFill>
            <a:ln w="0">
              <a:noFill/>
              <a:prstDash val="solid"/>
            </a:ln>
          </p:spPr>
        </p:sp>
        <p:sp>
          <p:nvSpPr>
            <p:cNvPr id="2476" name="03_assume_matched_2475">
              <a:extLst>
                <a:ext uri="{FF2B5EF4-FFF2-40B4-BE49-F238E27FC236}">
                  <a16:creationId xmlns:a16="http://schemas.microsoft.com/office/drawing/2014/main" id="{437469DA-85E3-4F03-B3A4-87D192A65505}"/>
                </a:ext>
              </a:extLst>
            </p:cNvPr>
            <p:cNvSpPr>
              <a:spLocks/>
            </p:cNvSpPr>
            <p:nvPr/>
          </p:nvSpPr>
          <p:spPr>
            <a:xfrm>
              <a:off x="4298538" y="5144561"/>
              <a:ext cx="28398" cy="28398"/>
            </a:xfrm>
            <a:prstGeom prst="ellipse">
              <a:avLst/>
            </a:prstGeom>
            <a:solidFill>
              <a:srgbClr val="7F8C97">
                <a:alpha val="48000"/>
              </a:srgbClr>
            </a:solidFill>
            <a:ln w="0">
              <a:noFill/>
              <a:prstDash val="solid"/>
            </a:ln>
          </p:spPr>
        </p:sp>
        <p:sp>
          <p:nvSpPr>
            <p:cNvPr id="2477" name="03_assume_matched_2476">
              <a:extLst>
                <a:ext uri="{FF2B5EF4-FFF2-40B4-BE49-F238E27FC236}">
                  <a16:creationId xmlns:a16="http://schemas.microsoft.com/office/drawing/2014/main" id="{FE478EB4-63FC-4F64-AC53-D7D6F6504CA0}"/>
                </a:ext>
              </a:extLst>
            </p:cNvPr>
            <p:cNvSpPr>
              <a:spLocks/>
            </p:cNvSpPr>
            <p:nvPr/>
          </p:nvSpPr>
          <p:spPr>
            <a:xfrm>
              <a:off x="4209602" y="5144561"/>
              <a:ext cx="28398" cy="28398"/>
            </a:xfrm>
            <a:prstGeom prst="ellipse">
              <a:avLst/>
            </a:prstGeom>
            <a:solidFill>
              <a:srgbClr val="7F8C97">
                <a:alpha val="48000"/>
              </a:srgbClr>
            </a:solidFill>
            <a:ln w="0">
              <a:noFill/>
              <a:prstDash val="solid"/>
            </a:ln>
          </p:spPr>
        </p:sp>
        <p:sp>
          <p:nvSpPr>
            <p:cNvPr id="2478" name="03_assume_matched_2477">
              <a:extLst>
                <a:ext uri="{FF2B5EF4-FFF2-40B4-BE49-F238E27FC236}">
                  <a16:creationId xmlns:a16="http://schemas.microsoft.com/office/drawing/2014/main" id="{3BB3FA22-4857-4CB2-B49C-78886C71822E}"/>
                </a:ext>
              </a:extLst>
            </p:cNvPr>
            <p:cNvSpPr>
              <a:spLocks/>
            </p:cNvSpPr>
            <p:nvPr/>
          </p:nvSpPr>
          <p:spPr>
            <a:xfrm>
              <a:off x="4262417" y="5436996"/>
              <a:ext cx="28398" cy="28398"/>
            </a:xfrm>
            <a:prstGeom prst="ellipse">
              <a:avLst/>
            </a:prstGeom>
            <a:solidFill>
              <a:srgbClr val="7F8C97">
                <a:alpha val="48000"/>
              </a:srgbClr>
            </a:solidFill>
            <a:ln w="0">
              <a:noFill/>
              <a:prstDash val="solid"/>
            </a:ln>
          </p:spPr>
        </p:sp>
        <p:sp>
          <p:nvSpPr>
            <p:cNvPr id="2479" name="03_assume_matched_2478">
              <a:extLst>
                <a:ext uri="{FF2B5EF4-FFF2-40B4-BE49-F238E27FC236}">
                  <a16:creationId xmlns:a16="http://schemas.microsoft.com/office/drawing/2014/main" id="{928A0727-791C-44F3-B38D-A3189ED058B6}"/>
                </a:ext>
              </a:extLst>
            </p:cNvPr>
            <p:cNvSpPr>
              <a:spLocks/>
            </p:cNvSpPr>
            <p:nvPr/>
          </p:nvSpPr>
          <p:spPr>
            <a:xfrm>
              <a:off x="4273354" y="5436996"/>
              <a:ext cx="28398" cy="28398"/>
            </a:xfrm>
            <a:prstGeom prst="ellipse">
              <a:avLst/>
            </a:prstGeom>
            <a:solidFill>
              <a:srgbClr val="7F8C97">
                <a:alpha val="48000"/>
              </a:srgbClr>
            </a:solidFill>
            <a:ln w="0">
              <a:noFill/>
              <a:prstDash val="solid"/>
            </a:ln>
          </p:spPr>
        </p:sp>
        <p:sp>
          <p:nvSpPr>
            <p:cNvPr id="2480" name="03_assume_matched_2479">
              <a:extLst>
                <a:ext uri="{FF2B5EF4-FFF2-40B4-BE49-F238E27FC236}">
                  <a16:creationId xmlns:a16="http://schemas.microsoft.com/office/drawing/2014/main" id="{59F8196A-B816-4BE9-B8CE-5BF9BC5071F7}"/>
                </a:ext>
              </a:extLst>
            </p:cNvPr>
            <p:cNvSpPr>
              <a:spLocks/>
            </p:cNvSpPr>
            <p:nvPr/>
          </p:nvSpPr>
          <p:spPr>
            <a:xfrm>
              <a:off x="4290767" y="5436996"/>
              <a:ext cx="28398" cy="28398"/>
            </a:xfrm>
            <a:prstGeom prst="ellipse">
              <a:avLst/>
            </a:prstGeom>
            <a:solidFill>
              <a:srgbClr val="7F8C97">
                <a:alpha val="48000"/>
              </a:srgbClr>
            </a:solidFill>
            <a:ln w="0">
              <a:noFill/>
              <a:prstDash val="solid"/>
            </a:ln>
          </p:spPr>
        </p:sp>
        <p:sp>
          <p:nvSpPr>
            <p:cNvPr id="2481" name="03_assume_matched_2480">
              <a:extLst>
                <a:ext uri="{FF2B5EF4-FFF2-40B4-BE49-F238E27FC236}">
                  <a16:creationId xmlns:a16="http://schemas.microsoft.com/office/drawing/2014/main" id="{077488FA-F018-4D46-9411-6F1382E6EF90}"/>
                </a:ext>
              </a:extLst>
            </p:cNvPr>
            <p:cNvSpPr>
              <a:spLocks/>
            </p:cNvSpPr>
            <p:nvPr/>
          </p:nvSpPr>
          <p:spPr>
            <a:xfrm>
              <a:off x="4275512" y="5436996"/>
              <a:ext cx="28398" cy="28398"/>
            </a:xfrm>
            <a:prstGeom prst="ellipse">
              <a:avLst/>
            </a:prstGeom>
            <a:solidFill>
              <a:srgbClr val="7F8C97">
                <a:alpha val="48000"/>
              </a:srgbClr>
            </a:solidFill>
            <a:ln w="0">
              <a:noFill/>
              <a:prstDash val="solid"/>
            </a:ln>
          </p:spPr>
        </p:sp>
        <p:sp>
          <p:nvSpPr>
            <p:cNvPr id="2482" name="03_assume_matched_2481">
              <a:extLst>
                <a:ext uri="{FF2B5EF4-FFF2-40B4-BE49-F238E27FC236}">
                  <a16:creationId xmlns:a16="http://schemas.microsoft.com/office/drawing/2014/main" id="{83A36703-9C85-403D-B631-EE2A59EB135E}"/>
                </a:ext>
              </a:extLst>
            </p:cNvPr>
            <p:cNvSpPr>
              <a:spLocks/>
            </p:cNvSpPr>
            <p:nvPr/>
          </p:nvSpPr>
          <p:spPr>
            <a:xfrm>
              <a:off x="4253782" y="5436996"/>
              <a:ext cx="28398" cy="28398"/>
            </a:xfrm>
            <a:prstGeom prst="ellipse">
              <a:avLst/>
            </a:prstGeom>
            <a:solidFill>
              <a:srgbClr val="7F8C97">
                <a:alpha val="48000"/>
              </a:srgbClr>
            </a:solidFill>
            <a:ln w="0">
              <a:noFill/>
              <a:prstDash val="solid"/>
            </a:ln>
          </p:spPr>
        </p:sp>
        <p:sp>
          <p:nvSpPr>
            <p:cNvPr id="2483" name="03_assume_matched_2482">
              <a:extLst>
                <a:ext uri="{FF2B5EF4-FFF2-40B4-BE49-F238E27FC236}">
                  <a16:creationId xmlns:a16="http://schemas.microsoft.com/office/drawing/2014/main" id="{8DCE27C6-5088-44F3-9E3D-8270A27635E1}"/>
                </a:ext>
              </a:extLst>
            </p:cNvPr>
            <p:cNvSpPr>
              <a:spLocks/>
            </p:cNvSpPr>
            <p:nvPr/>
          </p:nvSpPr>
          <p:spPr>
            <a:xfrm>
              <a:off x="4165566" y="5144561"/>
              <a:ext cx="28398" cy="28398"/>
            </a:xfrm>
            <a:prstGeom prst="ellipse">
              <a:avLst/>
            </a:prstGeom>
            <a:solidFill>
              <a:srgbClr val="7F8C97">
                <a:alpha val="48000"/>
              </a:srgbClr>
            </a:solidFill>
            <a:ln w="0">
              <a:noFill/>
              <a:prstDash val="solid"/>
            </a:ln>
          </p:spPr>
        </p:sp>
        <p:sp>
          <p:nvSpPr>
            <p:cNvPr id="2484" name="03_assume_matched_2483">
              <a:extLst>
                <a:ext uri="{FF2B5EF4-FFF2-40B4-BE49-F238E27FC236}">
                  <a16:creationId xmlns:a16="http://schemas.microsoft.com/office/drawing/2014/main" id="{0CA160D7-D983-451F-9E4D-4240FD9DB2B1}"/>
                </a:ext>
              </a:extLst>
            </p:cNvPr>
            <p:cNvSpPr>
              <a:spLocks/>
            </p:cNvSpPr>
            <p:nvPr/>
          </p:nvSpPr>
          <p:spPr>
            <a:xfrm>
              <a:off x="4179525" y="5436996"/>
              <a:ext cx="28398" cy="28398"/>
            </a:xfrm>
            <a:prstGeom prst="ellipse">
              <a:avLst/>
            </a:prstGeom>
            <a:solidFill>
              <a:srgbClr val="7F8C97">
                <a:alpha val="48000"/>
              </a:srgbClr>
            </a:solidFill>
            <a:ln w="0">
              <a:noFill/>
              <a:prstDash val="solid"/>
            </a:ln>
          </p:spPr>
        </p:sp>
        <p:sp>
          <p:nvSpPr>
            <p:cNvPr id="2485" name="03_assume_matched_2484">
              <a:extLst>
                <a:ext uri="{FF2B5EF4-FFF2-40B4-BE49-F238E27FC236}">
                  <a16:creationId xmlns:a16="http://schemas.microsoft.com/office/drawing/2014/main" id="{E91C9758-214E-4DAD-AF08-B7C2D2AFC37F}"/>
                </a:ext>
              </a:extLst>
            </p:cNvPr>
            <p:cNvSpPr>
              <a:spLocks/>
            </p:cNvSpPr>
            <p:nvPr/>
          </p:nvSpPr>
          <p:spPr>
            <a:xfrm>
              <a:off x="4240686" y="5144561"/>
              <a:ext cx="28398" cy="28398"/>
            </a:xfrm>
            <a:prstGeom prst="ellipse">
              <a:avLst/>
            </a:prstGeom>
            <a:solidFill>
              <a:srgbClr val="7F8C97">
                <a:alpha val="48000"/>
              </a:srgbClr>
            </a:solidFill>
            <a:ln w="0">
              <a:noFill/>
              <a:prstDash val="solid"/>
            </a:ln>
          </p:spPr>
        </p:sp>
        <p:sp>
          <p:nvSpPr>
            <p:cNvPr id="2486" name="03_assume_matched_2485">
              <a:extLst>
                <a:ext uri="{FF2B5EF4-FFF2-40B4-BE49-F238E27FC236}">
                  <a16:creationId xmlns:a16="http://schemas.microsoft.com/office/drawing/2014/main" id="{B9A180F9-7426-47EE-9E8D-1FA45BA3E0D5}"/>
                </a:ext>
              </a:extLst>
            </p:cNvPr>
            <p:cNvSpPr>
              <a:spLocks/>
            </p:cNvSpPr>
            <p:nvPr/>
          </p:nvSpPr>
          <p:spPr>
            <a:xfrm>
              <a:off x="4185569" y="5436996"/>
              <a:ext cx="28398" cy="28398"/>
            </a:xfrm>
            <a:prstGeom prst="ellipse">
              <a:avLst/>
            </a:prstGeom>
            <a:solidFill>
              <a:srgbClr val="7F8C97">
                <a:alpha val="48000"/>
              </a:srgbClr>
            </a:solidFill>
            <a:ln w="0">
              <a:noFill/>
              <a:prstDash val="solid"/>
            </a:ln>
          </p:spPr>
        </p:sp>
        <p:sp>
          <p:nvSpPr>
            <p:cNvPr id="2487" name="03_assume_matched_2486">
              <a:extLst>
                <a:ext uri="{FF2B5EF4-FFF2-40B4-BE49-F238E27FC236}">
                  <a16:creationId xmlns:a16="http://schemas.microsoft.com/office/drawing/2014/main" id="{34869E94-87C5-4016-9A29-CB2EDD002B1B}"/>
                </a:ext>
              </a:extLst>
            </p:cNvPr>
            <p:cNvSpPr>
              <a:spLocks/>
            </p:cNvSpPr>
            <p:nvPr/>
          </p:nvSpPr>
          <p:spPr>
            <a:xfrm>
              <a:off x="4211617" y="5436996"/>
              <a:ext cx="28398" cy="28398"/>
            </a:xfrm>
            <a:prstGeom prst="ellipse">
              <a:avLst/>
            </a:prstGeom>
            <a:solidFill>
              <a:srgbClr val="7F8C97">
                <a:alpha val="48000"/>
              </a:srgbClr>
            </a:solidFill>
            <a:ln w="0">
              <a:noFill/>
              <a:prstDash val="solid"/>
            </a:ln>
          </p:spPr>
        </p:sp>
        <p:sp>
          <p:nvSpPr>
            <p:cNvPr id="2488" name="03_assume_matched_2487">
              <a:extLst>
                <a:ext uri="{FF2B5EF4-FFF2-40B4-BE49-F238E27FC236}">
                  <a16:creationId xmlns:a16="http://schemas.microsoft.com/office/drawing/2014/main" id="{C80D8DA0-A77B-49B5-8BBA-420A860FC748}"/>
                </a:ext>
              </a:extLst>
            </p:cNvPr>
            <p:cNvSpPr>
              <a:spLocks/>
            </p:cNvSpPr>
            <p:nvPr/>
          </p:nvSpPr>
          <p:spPr>
            <a:xfrm>
              <a:off x="4160673" y="5436996"/>
              <a:ext cx="28398" cy="28398"/>
            </a:xfrm>
            <a:prstGeom prst="ellipse">
              <a:avLst/>
            </a:prstGeom>
            <a:solidFill>
              <a:srgbClr val="7F8C97">
                <a:alpha val="48000"/>
              </a:srgbClr>
            </a:solidFill>
            <a:ln w="0">
              <a:noFill/>
              <a:prstDash val="solid"/>
            </a:ln>
          </p:spPr>
        </p:sp>
        <p:sp>
          <p:nvSpPr>
            <p:cNvPr id="2489" name="03_assume_matched_2488">
              <a:extLst>
                <a:ext uri="{FF2B5EF4-FFF2-40B4-BE49-F238E27FC236}">
                  <a16:creationId xmlns:a16="http://schemas.microsoft.com/office/drawing/2014/main" id="{F9DBDAF9-811A-4EF3-82A9-251D511E7B21}"/>
                </a:ext>
              </a:extLst>
            </p:cNvPr>
            <p:cNvSpPr>
              <a:spLocks/>
            </p:cNvSpPr>
            <p:nvPr/>
          </p:nvSpPr>
          <p:spPr>
            <a:xfrm>
              <a:off x="4656159" y="4852127"/>
              <a:ext cx="28398" cy="28398"/>
            </a:xfrm>
            <a:prstGeom prst="ellipse">
              <a:avLst/>
            </a:prstGeom>
            <a:solidFill>
              <a:srgbClr val="7F8C97">
                <a:alpha val="48000"/>
              </a:srgbClr>
            </a:solidFill>
            <a:ln w="0">
              <a:noFill/>
              <a:prstDash val="solid"/>
            </a:ln>
          </p:spPr>
        </p:sp>
        <p:sp>
          <p:nvSpPr>
            <p:cNvPr id="2490" name="03_assume_matched_2489">
              <a:extLst>
                <a:ext uri="{FF2B5EF4-FFF2-40B4-BE49-F238E27FC236}">
                  <a16:creationId xmlns:a16="http://schemas.microsoft.com/office/drawing/2014/main" id="{9DFB0A7C-FE3A-4A9F-8338-7667C8A92083}"/>
                </a:ext>
              </a:extLst>
            </p:cNvPr>
            <p:cNvSpPr>
              <a:spLocks/>
            </p:cNvSpPr>
            <p:nvPr/>
          </p:nvSpPr>
          <p:spPr>
            <a:xfrm>
              <a:off x="4644646" y="5436996"/>
              <a:ext cx="28398" cy="28398"/>
            </a:xfrm>
            <a:prstGeom prst="ellipse">
              <a:avLst/>
            </a:prstGeom>
            <a:solidFill>
              <a:srgbClr val="7F8C97">
                <a:alpha val="48000"/>
              </a:srgbClr>
            </a:solidFill>
            <a:ln w="0">
              <a:noFill/>
              <a:prstDash val="solid"/>
            </a:ln>
          </p:spPr>
        </p:sp>
        <p:sp>
          <p:nvSpPr>
            <p:cNvPr id="2491" name="03_assume_matched_2490">
              <a:extLst>
                <a:ext uri="{FF2B5EF4-FFF2-40B4-BE49-F238E27FC236}">
                  <a16:creationId xmlns:a16="http://schemas.microsoft.com/office/drawing/2014/main" id="{88DB1C6C-1E25-46F5-A274-8BA68947C17F}"/>
                </a:ext>
              </a:extLst>
            </p:cNvPr>
            <p:cNvSpPr>
              <a:spLocks/>
            </p:cNvSpPr>
            <p:nvPr/>
          </p:nvSpPr>
          <p:spPr>
            <a:xfrm>
              <a:off x="4587515" y="4852127"/>
              <a:ext cx="28398" cy="28398"/>
            </a:xfrm>
            <a:prstGeom prst="ellipse">
              <a:avLst/>
            </a:prstGeom>
            <a:solidFill>
              <a:srgbClr val="7F8C97">
                <a:alpha val="48000"/>
              </a:srgbClr>
            </a:solidFill>
            <a:ln w="0">
              <a:noFill/>
              <a:prstDash val="solid"/>
            </a:ln>
          </p:spPr>
        </p:sp>
        <p:sp>
          <p:nvSpPr>
            <p:cNvPr id="2492" name="03_assume_matched_2491">
              <a:extLst>
                <a:ext uri="{FF2B5EF4-FFF2-40B4-BE49-F238E27FC236}">
                  <a16:creationId xmlns:a16="http://schemas.microsoft.com/office/drawing/2014/main" id="{8BF62E05-24A8-4C49-9333-314C6B7E142F}"/>
                </a:ext>
              </a:extLst>
            </p:cNvPr>
            <p:cNvSpPr>
              <a:spLocks/>
            </p:cNvSpPr>
            <p:nvPr/>
          </p:nvSpPr>
          <p:spPr>
            <a:xfrm>
              <a:off x="4666377" y="4852127"/>
              <a:ext cx="28398" cy="28398"/>
            </a:xfrm>
            <a:prstGeom prst="ellipse">
              <a:avLst/>
            </a:prstGeom>
            <a:solidFill>
              <a:srgbClr val="7F8C97">
                <a:alpha val="48000"/>
              </a:srgbClr>
            </a:solidFill>
            <a:ln w="0">
              <a:noFill/>
              <a:prstDash val="solid"/>
            </a:ln>
          </p:spPr>
        </p:sp>
        <p:sp>
          <p:nvSpPr>
            <p:cNvPr id="2493" name="03_assume_matched_2492">
              <a:extLst>
                <a:ext uri="{FF2B5EF4-FFF2-40B4-BE49-F238E27FC236}">
                  <a16:creationId xmlns:a16="http://schemas.microsoft.com/office/drawing/2014/main" id="{3097A1EA-5A3D-410E-8CE4-6FCE65271233}"/>
                </a:ext>
              </a:extLst>
            </p:cNvPr>
            <p:cNvSpPr>
              <a:spLocks/>
            </p:cNvSpPr>
            <p:nvPr/>
          </p:nvSpPr>
          <p:spPr>
            <a:xfrm>
              <a:off x="4634141" y="5019232"/>
              <a:ext cx="28398" cy="28398"/>
            </a:xfrm>
            <a:prstGeom prst="ellipse">
              <a:avLst/>
            </a:prstGeom>
            <a:solidFill>
              <a:srgbClr val="7F8C97">
                <a:alpha val="48000"/>
              </a:srgbClr>
            </a:solidFill>
            <a:ln w="0">
              <a:noFill/>
              <a:prstDash val="solid"/>
            </a:ln>
          </p:spPr>
        </p:sp>
        <p:sp>
          <p:nvSpPr>
            <p:cNvPr id="2494" name="03_assume_matched_2493">
              <a:extLst>
                <a:ext uri="{FF2B5EF4-FFF2-40B4-BE49-F238E27FC236}">
                  <a16:creationId xmlns:a16="http://schemas.microsoft.com/office/drawing/2014/main" id="{64BC0C5F-997B-443A-85A9-46F130F0FDC3}"/>
                </a:ext>
              </a:extLst>
            </p:cNvPr>
            <p:cNvSpPr>
              <a:spLocks/>
            </p:cNvSpPr>
            <p:nvPr/>
          </p:nvSpPr>
          <p:spPr>
            <a:xfrm>
              <a:off x="4538873" y="4905297"/>
              <a:ext cx="28398" cy="28398"/>
            </a:xfrm>
            <a:prstGeom prst="ellipse">
              <a:avLst/>
            </a:prstGeom>
            <a:solidFill>
              <a:srgbClr val="7F8C97">
                <a:alpha val="48000"/>
              </a:srgbClr>
            </a:solidFill>
            <a:ln w="0">
              <a:noFill/>
              <a:prstDash val="solid"/>
            </a:ln>
          </p:spPr>
        </p:sp>
        <p:sp>
          <p:nvSpPr>
            <p:cNvPr id="2495" name="03_assume_matched_2494">
              <a:extLst>
                <a:ext uri="{FF2B5EF4-FFF2-40B4-BE49-F238E27FC236}">
                  <a16:creationId xmlns:a16="http://schemas.microsoft.com/office/drawing/2014/main" id="{0144ADE9-478A-4BAF-B8A7-DF8DF3181296}"/>
                </a:ext>
              </a:extLst>
            </p:cNvPr>
            <p:cNvSpPr>
              <a:spLocks/>
            </p:cNvSpPr>
            <p:nvPr/>
          </p:nvSpPr>
          <p:spPr>
            <a:xfrm>
              <a:off x="4569526" y="5436996"/>
              <a:ext cx="28398" cy="28398"/>
            </a:xfrm>
            <a:prstGeom prst="ellipse">
              <a:avLst/>
            </a:prstGeom>
            <a:solidFill>
              <a:srgbClr val="7F8C97">
                <a:alpha val="48000"/>
              </a:srgbClr>
            </a:solidFill>
            <a:ln w="0">
              <a:noFill/>
              <a:prstDash val="solid"/>
            </a:ln>
          </p:spPr>
        </p:sp>
        <p:sp>
          <p:nvSpPr>
            <p:cNvPr id="2496" name="03_assume_matched_2495">
              <a:extLst>
                <a:ext uri="{FF2B5EF4-FFF2-40B4-BE49-F238E27FC236}">
                  <a16:creationId xmlns:a16="http://schemas.microsoft.com/office/drawing/2014/main" id="{886E7723-87C7-47E0-8A9D-7320D457C6A6}"/>
                </a:ext>
              </a:extLst>
            </p:cNvPr>
            <p:cNvSpPr>
              <a:spLocks/>
            </p:cNvSpPr>
            <p:nvPr/>
          </p:nvSpPr>
          <p:spPr>
            <a:xfrm>
              <a:off x="4538585" y="5290779"/>
              <a:ext cx="28398" cy="28398"/>
            </a:xfrm>
            <a:prstGeom prst="ellipse">
              <a:avLst/>
            </a:prstGeom>
            <a:solidFill>
              <a:srgbClr val="7F8C97">
                <a:alpha val="48000"/>
              </a:srgbClr>
            </a:solidFill>
            <a:ln w="0">
              <a:noFill/>
              <a:prstDash val="solid"/>
            </a:ln>
          </p:spPr>
        </p:sp>
        <p:sp>
          <p:nvSpPr>
            <p:cNvPr id="2497" name="03_assume_matched_2496">
              <a:extLst>
                <a:ext uri="{FF2B5EF4-FFF2-40B4-BE49-F238E27FC236}">
                  <a16:creationId xmlns:a16="http://schemas.microsoft.com/office/drawing/2014/main" id="{F5E0EAF6-6402-48EF-AC4D-C389AF2B072F}"/>
                </a:ext>
              </a:extLst>
            </p:cNvPr>
            <p:cNvSpPr>
              <a:spLocks/>
            </p:cNvSpPr>
            <p:nvPr/>
          </p:nvSpPr>
          <p:spPr>
            <a:xfrm>
              <a:off x="4619894" y="5144561"/>
              <a:ext cx="28398" cy="28398"/>
            </a:xfrm>
            <a:prstGeom prst="ellipse">
              <a:avLst/>
            </a:prstGeom>
            <a:solidFill>
              <a:srgbClr val="7F8C97">
                <a:alpha val="48000"/>
              </a:srgbClr>
            </a:solidFill>
            <a:ln w="0">
              <a:noFill/>
              <a:prstDash val="solid"/>
            </a:ln>
          </p:spPr>
        </p:sp>
        <p:sp>
          <p:nvSpPr>
            <p:cNvPr id="2498" name="03_assume_matched_2497">
              <a:extLst>
                <a:ext uri="{FF2B5EF4-FFF2-40B4-BE49-F238E27FC236}">
                  <a16:creationId xmlns:a16="http://schemas.microsoft.com/office/drawing/2014/main" id="{4DDE9AFF-C2F8-4F57-AFF3-167C0FBFAE01}"/>
                </a:ext>
              </a:extLst>
            </p:cNvPr>
            <p:cNvSpPr>
              <a:spLocks/>
            </p:cNvSpPr>
            <p:nvPr/>
          </p:nvSpPr>
          <p:spPr>
            <a:xfrm>
              <a:off x="4601186" y="5144561"/>
              <a:ext cx="28398" cy="28398"/>
            </a:xfrm>
            <a:prstGeom prst="ellipse">
              <a:avLst/>
            </a:prstGeom>
            <a:solidFill>
              <a:srgbClr val="7F8C97">
                <a:alpha val="48000"/>
              </a:srgbClr>
            </a:solidFill>
            <a:ln w="0">
              <a:noFill/>
              <a:prstDash val="solid"/>
            </a:ln>
          </p:spPr>
        </p:sp>
        <p:sp>
          <p:nvSpPr>
            <p:cNvPr id="2499" name="03_assume_matched_2498">
              <a:extLst>
                <a:ext uri="{FF2B5EF4-FFF2-40B4-BE49-F238E27FC236}">
                  <a16:creationId xmlns:a16="http://schemas.microsoft.com/office/drawing/2014/main" id="{35E64BA3-461F-41C7-94EE-659FE3275F08}"/>
                </a:ext>
              </a:extLst>
            </p:cNvPr>
            <p:cNvSpPr>
              <a:spLocks/>
            </p:cNvSpPr>
            <p:nvPr/>
          </p:nvSpPr>
          <p:spPr>
            <a:xfrm>
              <a:off x="4585932" y="4852127"/>
              <a:ext cx="28398" cy="28398"/>
            </a:xfrm>
            <a:prstGeom prst="ellipse">
              <a:avLst/>
            </a:prstGeom>
            <a:solidFill>
              <a:srgbClr val="7F8C97">
                <a:alpha val="48000"/>
              </a:srgbClr>
            </a:solidFill>
            <a:ln w="0">
              <a:noFill/>
              <a:prstDash val="solid"/>
            </a:ln>
          </p:spPr>
        </p:sp>
        <p:sp>
          <p:nvSpPr>
            <p:cNvPr id="2500" name="03_assume_matched_2499">
              <a:extLst>
                <a:ext uri="{FF2B5EF4-FFF2-40B4-BE49-F238E27FC236}">
                  <a16:creationId xmlns:a16="http://schemas.microsoft.com/office/drawing/2014/main" id="{39C644A5-A36A-4320-8045-970695AEF1C0}"/>
                </a:ext>
              </a:extLst>
            </p:cNvPr>
            <p:cNvSpPr>
              <a:spLocks/>
            </p:cNvSpPr>
            <p:nvPr/>
          </p:nvSpPr>
          <p:spPr>
            <a:xfrm>
              <a:off x="4571685" y="5436996"/>
              <a:ext cx="28398" cy="28398"/>
            </a:xfrm>
            <a:prstGeom prst="ellipse">
              <a:avLst/>
            </a:prstGeom>
            <a:solidFill>
              <a:srgbClr val="7F8C97">
                <a:alpha val="48000"/>
              </a:srgbClr>
            </a:solidFill>
            <a:ln w="0">
              <a:noFill/>
              <a:prstDash val="solid"/>
            </a:ln>
          </p:spPr>
        </p:sp>
        <p:sp>
          <p:nvSpPr>
            <p:cNvPr id="2501" name="03_assume_matched_2500">
              <a:extLst>
                <a:ext uri="{FF2B5EF4-FFF2-40B4-BE49-F238E27FC236}">
                  <a16:creationId xmlns:a16="http://schemas.microsoft.com/office/drawing/2014/main" id="{E2ECEC44-0546-4831-9819-815179DAF16F}"/>
                </a:ext>
              </a:extLst>
            </p:cNvPr>
            <p:cNvSpPr>
              <a:spLocks/>
            </p:cNvSpPr>
            <p:nvPr/>
          </p:nvSpPr>
          <p:spPr>
            <a:xfrm>
              <a:off x="4588090" y="4852127"/>
              <a:ext cx="28398" cy="28398"/>
            </a:xfrm>
            <a:prstGeom prst="ellipse">
              <a:avLst/>
            </a:prstGeom>
            <a:solidFill>
              <a:srgbClr val="7F8C97">
                <a:alpha val="48000"/>
              </a:srgbClr>
            </a:solidFill>
            <a:ln w="0">
              <a:noFill/>
              <a:prstDash val="solid"/>
            </a:ln>
          </p:spPr>
        </p:sp>
        <p:sp>
          <p:nvSpPr>
            <p:cNvPr id="2502" name="03_assume_matched_2501">
              <a:extLst>
                <a:ext uri="{FF2B5EF4-FFF2-40B4-BE49-F238E27FC236}">
                  <a16:creationId xmlns:a16="http://schemas.microsoft.com/office/drawing/2014/main" id="{A9BFFEFB-477C-4349-BF27-CA80BAD299CD}"/>
                </a:ext>
              </a:extLst>
            </p:cNvPr>
            <p:cNvSpPr>
              <a:spLocks/>
            </p:cNvSpPr>
            <p:nvPr/>
          </p:nvSpPr>
          <p:spPr>
            <a:xfrm>
              <a:off x="4673284" y="5144561"/>
              <a:ext cx="28398" cy="28398"/>
            </a:xfrm>
            <a:prstGeom prst="ellipse">
              <a:avLst/>
            </a:prstGeom>
            <a:solidFill>
              <a:srgbClr val="7F8C97">
                <a:alpha val="48000"/>
              </a:srgbClr>
            </a:solidFill>
            <a:ln w="0">
              <a:noFill/>
              <a:prstDash val="solid"/>
            </a:ln>
          </p:spPr>
        </p:sp>
        <p:sp>
          <p:nvSpPr>
            <p:cNvPr id="2503" name="03_assume_matched_2502">
              <a:extLst>
                <a:ext uri="{FF2B5EF4-FFF2-40B4-BE49-F238E27FC236}">
                  <a16:creationId xmlns:a16="http://schemas.microsoft.com/office/drawing/2014/main" id="{1F1392BD-A7D3-4511-97C7-7787F4D00B73}"/>
                </a:ext>
              </a:extLst>
            </p:cNvPr>
            <p:cNvSpPr>
              <a:spLocks/>
            </p:cNvSpPr>
            <p:nvPr/>
          </p:nvSpPr>
          <p:spPr>
            <a:xfrm>
              <a:off x="4628241" y="4852127"/>
              <a:ext cx="28398" cy="28398"/>
            </a:xfrm>
            <a:prstGeom prst="ellipse">
              <a:avLst/>
            </a:prstGeom>
            <a:solidFill>
              <a:srgbClr val="7F8C97">
                <a:alpha val="48000"/>
              </a:srgbClr>
            </a:solidFill>
            <a:ln w="0">
              <a:noFill/>
              <a:prstDash val="solid"/>
            </a:ln>
          </p:spPr>
        </p:sp>
        <p:sp>
          <p:nvSpPr>
            <p:cNvPr id="2504" name="03_assume_matched_2503">
              <a:extLst>
                <a:ext uri="{FF2B5EF4-FFF2-40B4-BE49-F238E27FC236}">
                  <a16:creationId xmlns:a16="http://schemas.microsoft.com/office/drawing/2014/main" id="{D9FAE77F-0041-43DF-B210-B7A58E385A9D}"/>
                </a:ext>
              </a:extLst>
            </p:cNvPr>
            <p:cNvSpPr>
              <a:spLocks/>
            </p:cNvSpPr>
            <p:nvPr/>
          </p:nvSpPr>
          <p:spPr>
            <a:xfrm>
              <a:off x="4638027" y="5372010"/>
              <a:ext cx="28398" cy="28398"/>
            </a:xfrm>
            <a:prstGeom prst="ellipse">
              <a:avLst/>
            </a:prstGeom>
            <a:solidFill>
              <a:srgbClr val="7F8C97">
                <a:alpha val="48000"/>
              </a:srgbClr>
            </a:solidFill>
            <a:ln w="0">
              <a:noFill/>
              <a:prstDash val="solid"/>
            </a:ln>
          </p:spPr>
        </p:sp>
        <p:sp>
          <p:nvSpPr>
            <p:cNvPr id="2505" name="03_assume_matched_2504">
              <a:extLst>
                <a:ext uri="{FF2B5EF4-FFF2-40B4-BE49-F238E27FC236}">
                  <a16:creationId xmlns:a16="http://schemas.microsoft.com/office/drawing/2014/main" id="{CC13AB61-037D-416E-8FDD-183FD1D45F80}"/>
                </a:ext>
              </a:extLst>
            </p:cNvPr>
            <p:cNvSpPr>
              <a:spLocks/>
            </p:cNvSpPr>
            <p:nvPr/>
          </p:nvSpPr>
          <p:spPr>
            <a:xfrm>
              <a:off x="4574851" y="5274532"/>
              <a:ext cx="28398" cy="28398"/>
            </a:xfrm>
            <a:prstGeom prst="ellipse">
              <a:avLst/>
            </a:prstGeom>
            <a:solidFill>
              <a:srgbClr val="7F8C97">
                <a:alpha val="48000"/>
              </a:srgbClr>
            </a:solidFill>
            <a:ln w="0">
              <a:noFill/>
              <a:prstDash val="solid"/>
            </a:ln>
          </p:spPr>
        </p:sp>
        <p:sp>
          <p:nvSpPr>
            <p:cNvPr id="2506" name="03_assume_matched_2505">
              <a:extLst>
                <a:ext uri="{FF2B5EF4-FFF2-40B4-BE49-F238E27FC236}">
                  <a16:creationId xmlns:a16="http://schemas.microsoft.com/office/drawing/2014/main" id="{44679184-53CB-4BD3-AD29-E815BB2CEFBB}"/>
                </a:ext>
              </a:extLst>
            </p:cNvPr>
            <p:cNvSpPr>
              <a:spLocks/>
            </p:cNvSpPr>
            <p:nvPr/>
          </p:nvSpPr>
          <p:spPr>
            <a:xfrm>
              <a:off x="4665225" y="5242040"/>
              <a:ext cx="28398" cy="28398"/>
            </a:xfrm>
            <a:prstGeom prst="ellipse">
              <a:avLst/>
            </a:prstGeom>
            <a:solidFill>
              <a:srgbClr val="7F8C97">
                <a:alpha val="48000"/>
              </a:srgbClr>
            </a:solidFill>
            <a:ln w="0">
              <a:noFill/>
              <a:prstDash val="solid"/>
            </a:ln>
          </p:spPr>
        </p:sp>
        <p:sp>
          <p:nvSpPr>
            <p:cNvPr id="2507" name="03_assume_matched_2506">
              <a:extLst>
                <a:ext uri="{FF2B5EF4-FFF2-40B4-BE49-F238E27FC236}">
                  <a16:creationId xmlns:a16="http://schemas.microsoft.com/office/drawing/2014/main" id="{4DFB1F29-E3A5-4392-BD31-2014A1F6F675}"/>
                </a:ext>
              </a:extLst>
            </p:cNvPr>
            <p:cNvSpPr>
              <a:spLocks/>
            </p:cNvSpPr>
            <p:nvPr/>
          </p:nvSpPr>
          <p:spPr>
            <a:xfrm>
              <a:off x="4638314" y="4905297"/>
              <a:ext cx="28398" cy="28398"/>
            </a:xfrm>
            <a:prstGeom prst="ellipse">
              <a:avLst/>
            </a:prstGeom>
            <a:solidFill>
              <a:srgbClr val="7F8C97">
                <a:alpha val="48000"/>
              </a:srgbClr>
            </a:solidFill>
            <a:ln w="0">
              <a:noFill/>
              <a:prstDash val="solid"/>
            </a:ln>
          </p:spPr>
        </p:sp>
        <p:sp>
          <p:nvSpPr>
            <p:cNvPr id="2508" name="03_assume_matched_2507">
              <a:extLst>
                <a:ext uri="{FF2B5EF4-FFF2-40B4-BE49-F238E27FC236}">
                  <a16:creationId xmlns:a16="http://schemas.microsoft.com/office/drawing/2014/main" id="{65D59702-07FD-4ACF-896B-EF8DE78B470A}"/>
                </a:ext>
              </a:extLst>
            </p:cNvPr>
            <p:cNvSpPr>
              <a:spLocks/>
            </p:cNvSpPr>
            <p:nvPr/>
          </p:nvSpPr>
          <p:spPr>
            <a:xfrm>
              <a:off x="4556142" y="5436996"/>
              <a:ext cx="28398" cy="28398"/>
            </a:xfrm>
            <a:prstGeom prst="ellipse">
              <a:avLst/>
            </a:prstGeom>
            <a:solidFill>
              <a:srgbClr val="7F8C97">
                <a:alpha val="48000"/>
              </a:srgbClr>
            </a:solidFill>
            <a:ln w="0">
              <a:noFill/>
              <a:prstDash val="solid"/>
            </a:ln>
          </p:spPr>
        </p:sp>
        <p:sp>
          <p:nvSpPr>
            <p:cNvPr id="2509" name="03_assume_matched_2508">
              <a:extLst>
                <a:ext uri="{FF2B5EF4-FFF2-40B4-BE49-F238E27FC236}">
                  <a16:creationId xmlns:a16="http://schemas.microsoft.com/office/drawing/2014/main" id="{92203570-437B-417A-8C2F-2D779A2657AD}"/>
                </a:ext>
              </a:extLst>
            </p:cNvPr>
            <p:cNvSpPr>
              <a:spLocks/>
            </p:cNvSpPr>
            <p:nvPr/>
          </p:nvSpPr>
          <p:spPr>
            <a:xfrm>
              <a:off x="4563482" y="4852127"/>
              <a:ext cx="28398" cy="28398"/>
            </a:xfrm>
            <a:prstGeom prst="ellipse">
              <a:avLst/>
            </a:prstGeom>
            <a:solidFill>
              <a:srgbClr val="7F8C97">
                <a:alpha val="48000"/>
              </a:srgbClr>
            </a:solidFill>
            <a:ln w="0">
              <a:noFill/>
              <a:prstDash val="solid"/>
            </a:ln>
          </p:spPr>
        </p:sp>
        <p:sp>
          <p:nvSpPr>
            <p:cNvPr id="2510" name="03_assume_matched_2509">
              <a:extLst>
                <a:ext uri="{FF2B5EF4-FFF2-40B4-BE49-F238E27FC236}">
                  <a16:creationId xmlns:a16="http://schemas.microsoft.com/office/drawing/2014/main" id="{C89B545C-ADE6-4EAD-A5CE-0D9CD0D40E66}"/>
                </a:ext>
              </a:extLst>
            </p:cNvPr>
            <p:cNvSpPr>
              <a:spLocks/>
            </p:cNvSpPr>
            <p:nvPr/>
          </p:nvSpPr>
          <p:spPr>
            <a:xfrm>
              <a:off x="4574707" y="5242040"/>
              <a:ext cx="28398" cy="28398"/>
            </a:xfrm>
            <a:prstGeom prst="ellipse">
              <a:avLst/>
            </a:prstGeom>
            <a:solidFill>
              <a:srgbClr val="7F8C97">
                <a:alpha val="48000"/>
              </a:srgbClr>
            </a:solidFill>
            <a:ln w="0">
              <a:noFill/>
              <a:prstDash val="solid"/>
            </a:ln>
          </p:spPr>
        </p:sp>
        <p:sp>
          <p:nvSpPr>
            <p:cNvPr id="2511" name="03_assume_matched_2510">
              <a:extLst>
                <a:ext uri="{FF2B5EF4-FFF2-40B4-BE49-F238E27FC236}">
                  <a16:creationId xmlns:a16="http://schemas.microsoft.com/office/drawing/2014/main" id="{0E4E7880-3699-4399-8E2C-13A8C0253704}"/>
                </a:ext>
              </a:extLst>
            </p:cNvPr>
            <p:cNvSpPr>
              <a:spLocks/>
            </p:cNvSpPr>
            <p:nvPr/>
          </p:nvSpPr>
          <p:spPr>
            <a:xfrm>
              <a:off x="4664074" y="5144561"/>
              <a:ext cx="28398" cy="28398"/>
            </a:xfrm>
            <a:prstGeom prst="ellipse">
              <a:avLst/>
            </a:prstGeom>
            <a:solidFill>
              <a:srgbClr val="7F8C97">
                <a:alpha val="48000"/>
              </a:srgbClr>
            </a:solidFill>
            <a:ln w="0">
              <a:noFill/>
              <a:prstDash val="solid"/>
            </a:ln>
          </p:spPr>
        </p:sp>
        <p:sp>
          <p:nvSpPr>
            <p:cNvPr id="2512" name="03_assume_matched_2511">
              <a:extLst>
                <a:ext uri="{FF2B5EF4-FFF2-40B4-BE49-F238E27FC236}">
                  <a16:creationId xmlns:a16="http://schemas.microsoft.com/office/drawing/2014/main" id="{6328F688-C214-4125-ACF6-D7D7F8529D1B}"/>
                </a:ext>
              </a:extLst>
            </p:cNvPr>
            <p:cNvSpPr>
              <a:spLocks/>
            </p:cNvSpPr>
            <p:nvPr/>
          </p:nvSpPr>
          <p:spPr>
            <a:xfrm>
              <a:off x="4577009" y="4852127"/>
              <a:ext cx="28398" cy="28398"/>
            </a:xfrm>
            <a:prstGeom prst="ellipse">
              <a:avLst/>
            </a:prstGeom>
            <a:solidFill>
              <a:srgbClr val="7F8C97">
                <a:alpha val="48000"/>
              </a:srgbClr>
            </a:solidFill>
            <a:ln w="0">
              <a:noFill/>
              <a:prstDash val="solid"/>
            </a:ln>
          </p:spPr>
        </p:sp>
        <p:sp>
          <p:nvSpPr>
            <p:cNvPr id="2513" name="03_assume_matched_2512">
              <a:extLst>
                <a:ext uri="{FF2B5EF4-FFF2-40B4-BE49-F238E27FC236}">
                  <a16:creationId xmlns:a16="http://schemas.microsoft.com/office/drawing/2014/main" id="{3BFE583B-39F2-4644-9329-92F18EC19BA3}"/>
                </a:ext>
              </a:extLst>
            </p:cNvPr>
            <p:cNvSpPr>
              <a:spLocks/>
            </p:cNvSpPr>
            <p:nvPr/>
          </p:nvSpPr>
          <p:spPr>
            <a:xfrm>
              <a:off x="4656015" y="5177054"/>
              <a:ext cx="28398" cy="28398"/>
            </a:xfrm>
            <a:prstGeom prst="ellipse">
              <a:avLst/>
            </a:prstGeom>
            <a:solidFill>
              <a:srgbClr val="7F8C97">
                <a:alpha val="48000"/>
              </a:srgbClr>
            </a:solidFill>
            <a:ln w="0">
              <a:noFill/>
              <a:prstDash val="solid"/>
            </a:ln>
          </p:spPr>
        </p:sp>
        <p:sp>
          <p:nvSpPr>
            <p:cNvPr id="2514" name="03_assume_matched_2513">
              <a:extLst>
                <a:ext uri="{FF2B5EF4-FFF2-40B4-BE49-F238E27FC236}">
                  <a16:creationId xmlns:a16="http://schemas.microsoft.com/office/drawing/2014/main" id="{DEC4698E-80CD-4A86-8DD1-B48D09DC58C8}"/>
                </a:ext>
              </a:extLst>
            </p:cNvPr>
            <p:cNvSpPr>
              <a:spLocks/>
            </p:cNvSpPr>
            <p:nvPr/>
          </p:nvSpPr>
          <p:spPr>
            <a:xfrm>
              <a:off x="4657166" y="4852127"/>
              <a:ext cx="28398" cy="28398"/>
            </a:xfrm>
            <a:prstGeom prst="ellipse">
              <a:avLst/>
            </a:prstGeom>
            <a:solidFill>
              <a:srgbClr val="7F8C97">
                <a:alpha val="48000"/>
              </a:srgbClr>
            </a:solidFill>
            <a:ln w="0">
              <a:noFill/>
              <a:prstDash val="solid"/>
            </a:ln>
          </p:spPr>
        </p:sp>
        <p:sp>
          <p:nvSpPr>
            <p:cNvPr id="2515" name="03_assume_matched_2514">
              <a:extLst>
                <a:ext uri="{FF2B5EF4-FFF2-40B4-BE49-F238E27FC236}">
                  <a16:creationId xmlns:a16="http://schemas.microsoft.com/office/drawing/2014/main" id="{D3CF5888-E898-4C78-8F92-53E6936C51F4}"/>
                </a:ext>
              </a:extLst>
            </p:cNvPr>
            <p:cNvSpPr>
              <a:spLocks/>
            </p:cNvSpPr>
            <p:nvPr/>
          </p:nvSpPr>
          <p:spPr>
            <a:xfrm>
              <a:off x="4660908" y="5436996"/>
              <a:ext cx="28398" cy="28398"/>
            </a:xfrm>
            <a:prstGeom prst="ellipse">
              <a:avLst/>
            </a:prstGeom>
            <a:solidFill>
              <a:srgbClr val="7F8C97">
                <a:alpha val="48000"/>
              </a:srgbClr>
            </a:solidFill>
            <a:ln w="0">
              <a:noFill/>
              <a:prstDash val="solid"/>
            </a:ln>
          </p:spPr>
        </p:sp>
        <p:sp>
          <p:nvSpPr>
            <p:cNvPr id="2516" name="03_assume_matched_2515">
              <a:extLst>
                <a:ext uri="{FF2B5EF4-FFF2-40B4-BE49-F238E27FC236}">
                  <a16:creationId xmlns:a16="http://schemas.microsoft.com/office/drawing/2014/main" id="{6E7F9CF2-7C75-4491-9596-3B98A3F81E35}"/>
                </a:ext>
              </a:extLst>
            </p:cNvPr>
            <p:cNvSpPr>
              <a:spLocks/>
            </p:cNvSpPr>
            <p:nvPr/>
          </p:nvSpPr>
          <p:spPr>
            <a:xfrm>
              <a:off x="4578160" y="5242040"/>
              <a:ext cx="28398" cy="28398"/>
            </a:xfrm>
            <a:prstGeom prst="ellipse">
              <a:avLst/>
            </a:prstGeom>
            <a:solidFill>
              <a:srgbClr val="7F8C97">
                <a:alpha val="48000"/>
              </a:srgbClr>
            </a:solidFill>
            <a:ln w="0">
              <a:noFill/>
              <a:prstDash val="solid"/>
            </a:ln>
          </p:spPr>
        </p:sp>
        <p:sp>
          <p:nvSpPr>
            <p:cNvPr id="2517" name="03_assume_matched_2516">
              <a:extLst>
                <a:ext uri="{FF2B5EF4-FFF2-40B4-BE49-F238E27FC236}">
                  <a16:creationId xmlns:a16="http://schemas.microsoft.com/office/drawing/2014/main" id="{DF723422-C69B-4BBE-ACBC-0777D5DCCEE2}"/>
                </a:ext>
              </a:extLst>
            </p:cNvPr>
            <p:cNvSpPr>
              <a:spLocks/>
            </p:cNvSpPr>
            <p:nvPr/>
          </p:nvSpPr>
          <p:spPr>
            <a:xfrm>
              <a:off x="4556430" y="4852127"/>
              <a:ext cx="28398" cy="28398"/>
            </a:xfrm>
            <a:prstGeom prst="ellipse">
              <a:avLst/>
            </a:prstGeom>
            <a:solidFill>
              <a:srgbClr val="7F8C97">
                <a:alpha val="48000"/>
              </a:srgbClr>
            </a:solidFill>
            <a:ln w="0">
              <a:noFill/>
              <a:prstDash val="solid"/>
            </a:ln>
          </p:spPr>
        </p:sp>
        <p:sp>
          <p:nvSpPr>
            <p:cNvPr id="2518" name="03_assume_matched_2517">
              <a:extLst>
                <a:ext uri="{FF2B5EF4-FFF2-40B4-BE49-F238E27FC236}">
                  <a16:creationId xmlns:a16="http://schemas.microsoft.com/office/drawing/2014/main" id="{B6C60582-960A-4761-8FC5-CC854F324324}"/>
                </a:ext>
              </a:extLst>
            </p:cNvPr>
            <p:cNvSpPr>
              <a:spLocks/>
            </p:cNvSpPr>
            <p:nvPr/>
          </p:nvSpPr>
          <p:spPr>
            <a:xfrm>
              <a:off x="4640185" y="5436996"/>
              <a:ext cx="28398" cy="28398"/>
            </a:xfrm>
            <a:prstGeom prst="ellipse">
              <a:avLst/>
            </a:prstGeom>
            <a:solidFill>
              <a:srgbClr val="7F8C97">
                <a:alpha val="48000"/>
              </a:srgbClr>
            </a:solidFill>
            <a:ln w="0">
              <a:noFill/>
              <a:prstDash val="solid"/>
            </a:ln>
          </p:spPr>
        </p:sp>
        <p:sp>
          <p:nvSpPr>
            <p:cNvPr id="2519" name="03_assume_matched_2518">
              <a:extLst>
                <a:ext uri="{FF2B5EF4-FFF2-40B4-BE49-F238E27FC236}">
                  <a16:creationId xmlns:a16="http://schemas.microsoft.com/office/drawing/2014/main" id="{496B6CF2-5869-4979-B91C-5E45DC2DA644}"/>
                </a:ext>
              </a:extLst>
            </p:cNvPr>
            <p:cNvSpPr>
              <a:spLocks/>
            </p:cNvSpPr>
            <p:nvPr/>
          </p:nvSpPr>
          <p:spPr>
            <a:xfrm>
              <a:off x="4549666" y="4852127"/>
              <a:ext cx="28398" cy="28398"/>
            </a:xfrm>
            <a:prstGeom prst="ellipse">
              <a:avLst/>
            </a:prstGeom>
            <a:solidFill>
              <a:srgbClr val="7F8C97">
                <a:alpha val="48000"/>
              </a:srgbClr>
            </a:solidFill>
            <a:ln w="0">
              <a:noFill/>
              <a:prstDash val="solid"/>
            </a:ln>
          </p:spPr>
        </p:sp>
        <p:sp>
          <p:nvSpPr>
            <p:cNvPr id="2520" name="03_assume_matched_2519">
              <a:extLst>
                <a:ext uri="{FF2B5EF4-FFF2-40B4-BE49-F238E27FC236}">
                  <a16:creationId xmlns:a16="http://schemas.microsoft.com/office/drawing/2014/main" id="{2DEB7C63-0759-4DB9-A9C9-8650A4707AAD}"/>
                </a:ext>
              </a:extLst>
            </p:cNvPr>
            <p:cNvSpPr>
              <a:spLocks/>
            </p:cNvSpPr>
            <p:nvPr/>
          </p:nvSpPr>
          <p:spPr>
            <a:xfrm>
              <a:off x="4643783" y="4852127"/>
              <a:ext cx="28398" cy="28398"/>
            </a:xfrm>
            <a:prstGeom prst="ellipse">
              <a:avLst/>
            </a:prstGeom>
            <a:solidFill>
              <a:srgbClr val="7F8C97">
                <a:alpha val="48000"/>
              </a:srgbClr>
            </a:solidFill>
            <a:ln w="0">
              <a:noFill/>
              <a:prstDash val="solid"/>
            </a:ln>
          </p:spPr>
        </p:sp>
        <p:sp>
          <p:nvSpPr>
            <p:cNvPr id="2521" name="03_assume_matched_2520">
              <a:extLst>
                <a:ext uri="{FF2B5EF4-FFF2-40B4-BE49-F238E27FC236}">
                  <a16:creationId xmlns:a16="http://schemas.microsoft.com/office/drawing/2014/main" id="{B8EB7013-998B-4A96-BD46-DF821581CDB4}"/>
                </a:ext>
              </a:extLst>
            </p:cNvPr>
            <p:cNvSpPr>
              <a:spLocks/>
            </p:cNvSpPr>
            <p:nvPr/>
          </p:nvSpPr>
          <p:spPr>
            <a:xfrm>
              <a:off x="4550962" y="5436996"/>
              <a:ext cx="28398" cy="28398"/>
            </a:xfrm>
            <a:prstGeom prst="ellipse">
              <a:avLst/>
            </a:prstGeom>
            <a:solidFill>
              <a:srgbClr val="7F8C97">
                <a:alpha val="48000"/>
              </a:srgbClr>
            </a:solidFill>
            <a:ln w="0">
              <a:noFill/>
              <a:prstDash val="solid"/>
            </a:ln>
          </p:spPr>
        </p:sp>
        <p:sp>
          <p:nvSpPr>
            <p:cNvPr id="2522" name="03_assume_matched_2521">
              <a:extLst>
                <a:ext uri="{FF2B5EF4-FFF2-40B4-BE49-F238E27FC236}">
                  <a16:creationId xmlns:a16="http://schemas.microsoft.com/office/drawing/2014/main" id="{5381B93D-F29B-4B30-B73F-7159695D2E76}"/>
                </a:ext>
              </a:extLst>
            </p:cNvPr>
            <p:cNvSpPr>
              <a:spLocks/>
            </p:cNvSpPr>
            <p:nvPr/>
          </p:nvSpPr>
          <p:spPr>
            <a:xfrm>
              <a:off x="4671413" y="4852127"/>
              <a:ext cx="28398" cy="28398"/>
            </a:xfrm>
            <a:prstGeom prst="ellipse">
              <a:avLst/>
            </a:prstGeom>
            <a:solidFill>
              <a:srgbClr val="7F8C97">
                <a:alpha val="48000"/>
              </a:srgbClr>
            </a:solidFill>
            <a:ln w="0">
              <a:noFill/>
              <a:prstDash val="solid"/>
            </a:ln>
          </p:spPr>
        </p:sp>
        <p:sp>
          <p:nvSpPr>
            <p:cNvPr id="2523" name="03_assume_matched_2522">
              <a:extLst>
                <a:ext uri="{FF2B5EF4-FFF2-40B4-BE49-F238E27FC236}">
                  <a16:creationId xmlns:a16="http://schemas.microsoft.com/office/drawing/2014/main" id="{BB2C3143-7A29-448A-A0D6-E811930B4274}"/>
                </a:ext>
              </a:extLst>
            </p:cNvPr>
            <p:cNvSpPr>
              <a:spLocks/>
            </p:cNvSpPr>
            <p:nvPr/>
          </p:nvSpPr>
          <p:spPr>
            <a:xfrm>
              <a:off x="4649395" y="4852127"/>
              <a:ext cx="28398" cy="28398"/>
            </a:xfrm>
            <a:prstGeom prst="ellipse">
              <a:avLst/>
            </a:prstGeom>
            <a:solidFill>
              <a:srgbClr val="7F8C97">
                <a:alpha val="48000"/>
              </a:srgbClr>
            </a:solidFill>
            <a:ln w="0">
              <a:noFill/>
              <a:prstDash val="solid"/>
            </a:ln>
          </p:spPr>
        </p:sp>
        <p:sp>
          <p:nvSpPr>
            <p:cNvPr id="2524" name="03_assume_matched_2523">
              <a:extLst>
                <a:ext uri="{FF2B5EF4-FFF2-40B4-BE49-F238E27FC236}">
                  <a16:creationId xmlns:a16="http://schemas.microsoft.com/office/drawing/2014/main" id="{7072F686-FDEA-41CD-B90A-A310A9CD8E7F}"/>
                </a:ext>
              </a:extLst>
            </p:cNvPr>
            <p:cNvSpPr>
              <a:spLocks/>
            </p:cNvSpPr>
            <p:nvPr/>
          </p:nvSpPr>
          <p:spPr>
            <a:xfrm>
              <a:off x="4597300" y="5436996"/>
              <a:ext cx="28398" cy="28398"/>
            </a:xfrm>
            <a:prstGeom prst="ellipse">
              <a:avLst/>
            </a:prstGeom>
            <a:solidFill>
              <a:srgbClr val="7F8C97">
                <a:alpha val="48000"/>
              </a:srgbClr>
            </a:solidFill>
            <a:ln w="0">
              <a:noFill/>
              <a:prstDash val="solid"/>
            </a:ln>
          </p:spPr>
        </p:sp>
        <p:sp>
          <p:nvSpPr>
            <p:cNvPr id="2525" name="03_assume_matched_2524">
              <a:extLst>
                <a:ext uri="{FF2B5EF4-FFF2-40B4-BE49-F238E27FC236}">
                  <a16:creationId xmlns:a16="http://schemas.microsoft.com/office/drawing/2014/main" id="{1FAC163B-053D-4575-B1D6-AF752D429324}"/>
                </a:ext>
              </a:extLst>
            </p:cNvPr>
            <p:cNvSpPr>
              <a:spLocks/>
            </p:cNvSpPr>
            <p:nvPr/>
          </p:nvSpPr>
          <p:spPr>
            <a:xfrm>
              <a:off x="4572980" y="4852127"/>
              <a:ext cx="28398" cy="28398"/>
            </a:xfrm>
            <a:prstGeom prst="ellipse">
              <a:avLst/>
            </a:prstGeom>
            <a:solidFill>
              <a:srgbClr val="7F8C97">
                <a:alpha val="48000"/>
              </a:srgbClr>
            </a:solidFill>
            <a:ln w="0">
              <a:noFill/>
              <a:prstDash val="solid"/>
            </a:ln>
          </p:spPr>
        </p:sp>
        <p:sp>
          <p:nvSpPr>
            <p:cNvPr id="2526" name="03_assume_matched_2525">
              <a:extLst>
                <a:ext uri="{FF2B5EF4-FFF2-40B4-BE49-F238E27FC236}">
                  <a16:creationId xmlns:a16="http://schemas.microsoft.com/office/drawing/2014/main" id="{64E4E983-E653-4202-A658-FF4F93ED16CC}"/>
                </a:ext>
              </a:extLst>
            </p:cNvPr>
            <p:cNvSpPr>
              <a:spLocks/>
            </p:cNvSpPr>
            <p:nvPr/>
          </p:nvSpPr>
          <p:spPr>
            <a:xfrm>
              <a:off x="4675443" y="5436996"/>
              <a:ext cx="28398" cy="28398"/>
            </a:xfrm>
            <a:prstGeom prst="ellipse">
              <a:avLst/>
            </a:prstGeom>
            <a:solidFill>
              <a:srgbClr val="7F8C97">
                <a:alpha val="48000"/>
              </a:srgbClr>
            </a:solidFill>
            <a:ln w="0">
              <a:noFill/>
              <a:prstDash val="solid"/>
            </a:ln>
          </p:spPr>
        </p:sp>
        <p:sp>
          <p:nvSpPr>
            <p:cNvPr id="2527" name="03_assume_matched_2526">
              <a:extLst>
                <a:ext uri="{FF2B5EF4-FFF2-40B4-BE49-F238E27FC236}">
                  <a16:creationId xmlns:a16="http://schemas.microsoft.com/office/drawing/2014/main" id="{A3ED2A01-1F18-485F-B1A5-B76A93B5F57A}"/>
                </a:ext>
              </a:extLst>
            </p:cNvPr>
            <p:cNvSpPr>
              <a:spLocks/>
            </p:cNvSpPr>
            <p:nvPr/>
          </p:nvSpPr>
          <p:spPr>
            <a:xfrm>
              <a:off x="4623204" y="5436996"/>
              <a:ext cx="28398" cy="28398"/>
            </a:xfrm>
            <a:prstGeom prst="ellipse">
              <a:avLst/>
            </a:prstGeom>
            <a:solidFill>
              <a:srgbClr val="7F8C97">
                <a:alpha val="48000"/>
              </a:srgbClr>
            </a:solidFill>
            <a:ln w="0">
              <a:noFill/>
              <a:prstDash val="solid"/>
            </a:ln>
          </p:spPr>
        </p:sp>
        <p:sp>
          <p:nvSpPr>
            <p:cNvPr id="2528" name="03_assume_matched_2527">
              <a:extLst>
                <a:ext uri="{FF2B5EF4-FFF2-40B4-BE49-F238E27FC236}">
                  <a16:creationId xmlns:a16="http://schemas.microsoft.com/office/drawing/2014/main" id="{F613B659-75CD-416C-9999-3273A72CD820}"/>
                </a:ext>
              </a:extLst>
            </p:cNvPr>
            <p:cNvSpPr>
              <a:spLocks/>
            </p:cNvSpPr>
            <p:nvPr/>
          </p:nvSpPr>
          <p:spPr>
            <a:xfrm>
              <a:off x="4656015" y="5436996"/>
              <a:ext cx="28398" cy="28398"/>
            </a:xfrm>
            <a:prstGeom prst="ellipse">
              <a:avLst/>
            </a:prstGeom>
            <a:solidFill>
              <a:srgbClr val="7F8C97">
                <a:alpha val="48000"/>
              </a:srgbClr>
            </a:solidFill>
            <a:ln w="0">
              <a:noFill/>
              <a:prstDash val="solid"/>
            </a:ln>
          </p:spPr>
        </p:sp>
        <p:sp>
          <p:nvSpPr>
            <p:cNvPr id="2529" name="03_assume_matched_2528">
              <a:extLst>
                <a:ext uri="{FF2B5EF4-FFF2-40B4-BE49-F238E27FC236}">
                  <a16:creationId xmlns:a16="http://schemas.microsoft.com/office/drawing/2014/main" id="{D7354026-F4AB-4E01-B031-14B08A24FE88}"/>
                </a:ext>
              </a:extLst>
            </p:cNvPr>
            <p:cNvSpPr>
              <a:spLocks/>
            </p:cNvSpPr>
            <p:nvPr/>
          </p:nvSpPr>
          <p:spPr>
            <a:xfrm>
              <a:off x="4555135" y="4969101"/>
              <a:ext cx="28398" cy="28398"/>
            </a:xfrm>
            <a:prstGeom prst="ellipse">
              <a:avLst/>
            </a:prstGeom>
            <a:solidFill>
              <a:srgbClr val="7F8C97">
                <a:alpha val="48000"/>
              </a:srgbClr>
            </a:solidFill>
            <a:ln w="0">
              <a:noFill/>
              <a:prstDash val="solid"/>
            </a:ln>
          </p:spPr>
        </p:sp>
        <p:sp>
          <p:nvSpPr>
            <p:cNvPr id="2530" name="03_assume_matched_2529">
              <a:extLst>
                <a:ext uri="{FF2B5EF4-FFF2-40B4-BE49-F238E27FC236}">
                  <a16:creationId xmlns:a16="http://schemas.microsoft.com/office/drawing/2014/main" id="{05575ABB-7DA1-4627-88B8-BBC4041F7510}"/>
                </a:ext>
              </a:extLst>
            </p:cNvPr>
            <p:cNvSpPr>
              <a:spLocks/>
            </p:cNvSpPr>
            <p:nvPr/>
          </p:nvSpPr>
          <p:spPr>
            <a:xfrm>
              <a:off x="4647093" y="5144561"/>
              <a:ext cx="28398" cy="28398"/>
            </a:xfrm>
            <a:prstGeom prst="ellipse">
              <a:avLst/>
            </a:prstGeom>
            <a:solidFill>
              <a:srgbClr val="7F8C97">
                <a:alpha val="48000"/>
              </a:srgbClr>
            </a:solidFill>
            <a:ln w="0">
              <a:noFill/>
              <a:prstDash val="solid"/>
            </a:ln>
          </p:spPr>
        </p:sp>
        <p:sp>
          <p:nvSpPr>
            <p:cNvPr id="2531" name="03_assume_matched_2530">
              <a:extLst>
                <a:ext uri="{FF2B5EF4-FFF2-40B4-BE49-F238E27FC236}">
                  <a16:creationId xmlns:a16="http://schemas.microsoft.com/office/drawing/2014/main" id="{7247503A-8A54-4D0D-8A1A-F07B1F179A8C}"/>
                </a:ext>
              </a:extLst>
            </p:cNvPr>
            <p:cNvSpPr>
              <a:spLocks/>
            </p:cNvSpPr>
            <p:nvPr/>
          </p:nvSpPr>
          <p:spPr>
            <a:xfrm>
              <a:off x="4626226" y="5047083"/>
              <a:ext cx="28398" cy="28398"/>
            </a:xfrm>
            <a:prstGeom prst="ellipse">
              <a:avLst/>
            </a:prstGeom>
            <a:solidFill>
              <a:srgbClr val="7F8C97">
                <a:alpha val="48000"/>
              </a:srgbClr>
            </a:solidFill>
            <a:ln w="0">
              <a:noFill/>
              <a:prstDash val="solid"/>
            </a:ln>
          </p:spPr>
        </p:sp>
        <p:sp>
          <p:nvSpPr>
            <p:cNvPr id="2532" name="03_assume_matched_2531">
              <a:extLst>
                <a:ext uri="{FF2B5EF4-FFF2-40B4-BE49-F238E27FC236}">
                  <a16:creationId xmlns:a16="http://schemas.microsoft.com/office/drawing/2014/main" id="{B05C5F42-2E63-49DC-8965-F790B8B4BDC8}"/>
                </a:ext>
              </a:extLst>
            </p:cNvPr>
            <p:cNvSpPr>
              <a:spLocks/>
            </p:cNvSpPr>
            <p:nvPr/>
          </p:nvSpPr>
          <p:spPr>
            <a:xfrm>
              <a:off x="4534844" y="4852127"/>
              <a:ext cx="28398" cy="28398"/>
            </a:xfrm>
            <a:prstGeom prst="ellipse">
              <a:avLst/>
            </a:prstGeom>
            <a:solidFill>
              <a:srgbClr val="7F8C97">
                <a:alpha val="48000"/>
              </a:srgbClr>
            </a:solidFill>
            <a:ln w="0">
              <a:noFill/>
              <a:prstDash val="solid"/>
            </a:ln>
          </p:spPr>
        </p:sp>
        <p:sp>
          <p:nvSpPr>
            <p:cNvPr id="2533" name="03_assume_matched_2532">
              <a:extLst>
                <a:ext uri="{FF2B5EF4-FFF2-40B4-BE49-F238E27FC236}">
                  <a16:creationId xmlns:a16="http://schemas.microsoft.com/office/drawing/2014/main" id="{02F44A03-7669-4DDA-A1EE-8C3F4CB8DC30}"/>
                </a:ext>
              </a:extLst>
            </p:cNvPr>
            <p:cNvSpPr>
              <a:spLocks/>
            </p:cNvSpPr>
            <p:nvPr/>
          </p:nvSpPr>
          <p:spPr>
            <a:xfrm>
              <a:off x="4594134" y="5436996"/>
              <a:ext cx="28398" cy="28398"/>
            </a:xfrm>
            <a:prstGeom prst="ellipse">
              <a:avLst/>
            </a:prstGeom>
            <a:solidFill>
              <a:srgbClr val="7F8C97">
                <a:alpha val="48000"/>
              </a:srgbClr>
            </a:solidFill>
            <a:ln w="0">
              <a:noFill/>
              <a:prstDash val="solid"/>
            </a:ln>
          </p:spPr>
        </p:sp>
        <p:sp>
          <p:nvSpPr>
            <p:cNvPr id="2534" name="03_assume_matched_2533">
              <a:extLst>
                <a:ext uri="{FF2B5EF4-FFF2-40B4-BE49-F238E27FC236}">
                  <a16:creationId xmlns:a16="http://schemas.microsoft.com/office/drawing/2014/main" id="{9B18F82A-45A0-4C82-902E-19742326C80C}"/>
                </a:ext>
              </a:extLst>
            </p:cNvPr>
            <p:cNvSpPr>
              <a:spLocks/>
            </p:cNvSpPr>
            <p:nvPr/>
          </p:nvSpPr>
          <p:spPr>
            <a:xfrm>
              <a:off x="4576290" y="5436996"/>
              <a:ext cx="28398" cy="28398"/>
            </a:xfrm>
            <a:prstGeom prst="ellipse">
              <a:avLst/>
            </a:prstGeom>
            <a:solidFill>
              <a:srgbClr val="7F8C97">
                <a:alpha val="48000"/>
              </a:srgbClr>
            </a:solidFill>
            <a:ln w="0">
              <a:noFill/>
              <a:prstDash val="solid"/>
            </a:ln>
          </p:spPr>
        </p:sp>
        <p:sp>
          <p:nvSpPr>
            <p:cNvPr id="2535" name="03_assume_matched_2534">
              <a:extLst>
                <a:ext uri="{FF2B5EF4-FFF2-40B4-BE49-F238E27FC236}">
                  <a16:creationId xmlns:a16="http://schemas.microsoft.com/office/drawing/2014/main" id="{FC8F4264-78E6-4045-A24B-03A1F98646DC}"/>
                </a:ext>
              </a:extLst>
            </p:cNvPr>
            <p:cNvSpPr>
              <a:spLocks/>
            </p:cNvSpPr>
            <p:nvPr/>
          </p:nvSpPr>
          <p:spPr>
            <a:xfrm>
              <a:off x="4608525" y="4852127"/>
              <a:ext cx="28398" cy="28398"/>
            </a:xfrm>
            <a:prstGeom prst="ellipse">
              <a:avLst/>
            </a:prstGeom>
            <a:solidFill>
              <a:srgbClr val="7F8C97">
                <a:alpha val="48000"/>
              </a:srgbClr>
            </a:solidFill>
            <a:ln w="0">
              <a:noFill/>
              <a:prstDash val="solid"/>
            </a:ln>
          </p:spPr>
        </p:sp>
        <p:sp>
          <p:nvSpPr>
            <p:cNvPr id="2536" name="03_assume_matched_2535">
              <a:extLst>
                <a:ext uri="{FF2B5EF4-FFF2-40B4-BE49-F238E27FC236}">
                  <a16:creationId xmlns:a16="http://schemas.microsoft.com/office/drawing/2014/main" id="{B6EBA16F-A9C5-4332-87FC-E0B9E8ACFD18}"/>
                </a:ext>
              </a:extLst>
            </p:cNvPr>
            <p:cNvSpPr>
              <a:spLocks/>
            </p:cNvSpPr>
            <p:nvPr/>
          </p:nvSpPr>
          <p:spPr>
            <a:xfrm>
              <a:off x="4590393" y="5388257"/>
              <a:ext cx="28398" cy="28398"/>
            </a:xfrm>
            <a:prstGeom prst="ellipse">
              <a:avLst/>
            </a:prstGeom>
            <a:solidFill>
              <a:srgbClr val="7F8C97">
                <a:alpha val="48000"/>
              </a:srgbClr>
            </a:solidFill>
            <a:ln w="0">
              <a:noFill/>
              <a:prstDash val="solid"/>
            </a:ln>
          </p:spPr>
        </p:sp>
        <p:sp>
          <p:nvSpPr>
            <p:cNvPr id="2537" name="03_assume_matched_2536">
              <a:extLst>
                <a:ext uri="{FF2B5EF4-FFF2-40B4-BE49-F238E27FC236}">
                  <a16:creationId xmlns:a16="http://schemas.microsoft.com/office/drawing/2014/main" id="{3870A287-4A96-4431-8C6A-72318EB75C8B}"/>
                </a:ext>
              </a:extLst>
            </p:cNvPr>
            <p:cNvSpPr>
              <a:spLocks/>
            </p:cNvSpPr>
            <p:nvPr/>
          </p:nvSpPr>
          <p:spPr>
            <a:xfrm>
              <a:off x="4652561" y="5290779"/>
              <a:ext cx="28398" cy="28398"/>
            </a:xfrm>
            <a:prstGeom prst="ellipse">
              <a:avLst/>
            </a:prstGeom>
            <a:solidFill>
              <a:srgbClr val="7F8C97">
                <a:alpha val="48000"/>
              </a:srgbClr>
            </a:solidFill>
            <a:ln w="0">
              <a:noFill/>
              <a:prstDash val="solid"/>
            </a:ln>
          </p:spPr>
        </p:sp>
        <p:sp>
          <p:nvSpPr>
            <p:cNvPr id="2538" name="03_assume_matched_2537">
              <a:extLst>
                <a:ext uri="{FF2B5EF4-FFF2-40B4-BE49-F238E27FC236}">
                  <a16:creationId xmlns:a16="http://schemas.microsoft.com/office/drawing/2014/main" id="{61DA0C9D-F450-4CDF-9246-E4917B02C4CE}"/>
                </a:ext>
              </a:extLst>
            </p:cNvPr>
            <p:cNvSpPr>
              <a:spLocks/>
            </p:cNvSpPr>
            <p:nvPr/>
          </p:nvSpPr>
          <p:spPr>
            <a:xfrm>
              <a:off x="4550674" y="4852127"/>
              <a:ext cx="28398" cy="28398"/>
            </a:xfrm>
            <a:prstGeom prst="ellipse">
              <a:avLst/>
            </a:prstGeom>
            <a:solidFill>
              <a:srgbClr val="7F8C97">
                <a:alpha val="48000"/>
              </a:srgbClr>
            </a:solidFill>
            <a:ln w="0">
              <a:noFill/>
              <a:prstDash val="solid"/>
            </a:ln>
          </p:spPr>
        </p:sp>
        <p:sp>
          <p:nvSpPr>
            <p:cNvPr id="2539" name="03_assume_matched_2538">
              <a:extLst>
                <a:ext uri="{FF2B5EF4-FFF2-40B4-BE49-F238E27FC236}">
                  <a16:creationId xmlns:a16="http://schemas.microsoft.com/office/drawing/2014/main" id="{1559C4E2-13BE-4125-8314-3AD5C8FD4F4B}"/>
                </a:ext>
              </a:extLst>
            </p:cNvPr>
            <p:cNvSpPr>
              <a:spLocks/>
            </p:cNvSpPr>
            <p:nvPr/>
          </p:nvSpPr>
          <p:spPr>
            <a:xfrm>
              <a:off x="4557294" y="5436996"/>
              <a:ext cx="28398" cy="28398"/>
            </a:xfrm>
            <a:prstGeom prst="ellipse">
              <a:avLst/>
            </a:prstGeom>
            <a:solidFill>
              <a:srgbClr val="7F8C97">
                <a:alpha val="48000"/>
              </a:srgbClr>
            </a:solidFill>
            <a:ln w="0">
              <a:noFill/>
              <a:prstDash val="solid"/>
            </a:ln>
          </p:spPr>
        </p:sp>
        <p:sp>
          <p:nvSpPr>
            <p:cNvPr id="2540" name="03_assume_matched_2539">
              <a:extLst>
                <a:ext uri="{FF2B5EF4-FFF2-40B4-BE49-F238E27FC236}">
                  <a16:creationId xmlns:a16="http://schemas.microsoft.com/office/drawing/2014/main" id="{14BB9226-A88A-409C-8A9E-32CE66A2AC87}"/>
                </a:ext>
              </a:extLst>
            </p:cNvPr>
            <p:cNvSpPr>
              <a:spLocks/>
            </p:cNvSpPr>
            <p:nvPr/>
          </p:nvSpPr>
          <p:spPr>
            <a:xfrm>
              <a:off x="4617160" y="4852127"/>
              <a:ext cx="28398" cy="28398"/>
            </a:xfrm>
            <a:prstGeom prst="ellipse">
              <a:avLst/>
            </a:prstGeom>
            <a:solidFill>
              <a:srgbClr val="7F8C97">
                <a:alpha val="48000"/>
              </a:srgbClr>
            </a:solidFill>
            <a:ln w="0">
              <a:noFill/>
              <a:prstDash val="solid"/>
            </a:ln>
          </p:spPr>
        </p:sp>
        <p:sp>
          <p:nvSpPr>
            <p:cNvPr id="2541" name="03_assume_matched_2540">
              <a:extLst>
                <a:ext uri="{FF2B5EF4-FFF2-40B4-BE49-F238E27FC236}">
                  <a16:creationId xmlns:a16="http://schemas.microsoft.com/office/drawing/2014/main" id="{6005A3ED-0A47-4EB2-981E-567DAB756E3C}"/>
                </a:ext>
              </a:extLst>
            </p:cNvPr>
            <p:cNvSpPr>
              <a:spLocks/>
            </p:cNvSpPr>
            <p:nvPr/>
          </p:nvSpPr>
          <p:spPr>
            <a:xfrm>
              <a:off x="4615865" y="4852127"/>
              <a:ext cx="28398" cy="28398"/>
            </a:xfrm>
            <a:prstGeom prst="ellipse">
              <a:avLst/>
            </a:prstGeom>
            <a:solidFill>
              <a:srgbClr val="7F8C97">
                <a:alpha val="48000"/>
              </a:srgbClr>
            </a:solidFill>
            <a:ln w="0">
              <a:noFill/>
              <a:prstDash val="solid"/>
            </a:ln>
          </p:spPr>
        </p:sp>
        <p:sp>
          <p:nvSpPr>
            <p:cNvPr id="2542" name="03_assume_matched_2541">
              <a:extLst>
                <a:ext uri="{FF2B5EF4-FFF2-40B4-BE49-F238E27FC236}">
                  <a16:creationId xmlns:a16="http://schemas.microsoft.com/office/drawing/2014/main" id="{E710F76B-C886-45C6-9865-51AD3F940ADD}"/>
                </a:ext>
              </a:extLst>
            </p:cNvPr>
            <p:cNvSpPr>
              <a:spLocks/>
            </p:cNvSpPr>
            <p:nvPr/>
          </p:nvSpPr>
          <p:spPr>
            <a:xfrm>
              <a:off x="4662635" y="4852127"/>
              <a:ext cx="28398" cy="28398"/>
            </a:xfrm>
            <a:prstGeom prst="ellipse">
              <a:avLst/>
            </a:prstGeom>
            <a:solidFill>
              <a:srgbClr val="7F8C97">
                <a:alpha val="48000"/>
              </a:srgbClr>
            </a:solidFill>
            <a:ln w="0">
              <a:noFill/>
              <a:prstDash val="solid"/>
            </a:ln>
          </p:spPr>
        </p:sp>
        <p:sp>
          <p:nvSpPr>
            <p:cNvPr id="2543" name="03_assume_matched_2542">
              <a:extLst>
                <a:ext uri="{FF2B5EF4-FFF2-40B4-BE49-F238E27FC236}">
                  <a16:creationId xmlns:a16="http://schemas.microsoft.com/office/drawing/2014/main" id="{CC13C19C-9167-42E0-AB81-54FE3598942E}"/>
                </a:ext>
              </a:extLst>
            </p:cNvPr>
            <p:cNvSpPr>
              <a:spLocks/>
            </p:cNvSpPr>
            <p:nvPr/>
          </p:nvSpPr>
          <p:spPr>
            <a:xfrm>
              <a:off x="4640905" y="5144561"/>
              <a:ext cx="28398" cy="28398"/>
            </a:xfrm>
            <a:prstGeom prst="ellipse">
              <a:avLst/>
            </a:prstGeom>
            <a:solidFill>
              <a:srgbClr val="7F8C97">
                <a:alpha val="48000"/>
              </a:srgbClr>
            </a:solidFill>
            <a:ln w="0">
              <a:noFill/>
              <a:prstDash val="solid"/>
            </a:ln>
          </p:spPr>
        </p:sp>
        <p:sp>
          <p:nvSpPr>
            <p:cNvPr id="2544" name="03_assume_matched_2543">
              <a:extLst>
                <a:ext uri="{FF2B5EF4-FFF2-40B4-BE49-F238E27FC236}">
                  <a16:creationId xmlns:a16="http://schemas.microsoft.com/office/drawing/2014/main" id="{3F049B90-7747-4FFA-89FD-9F078A91BB97}"/>
                </a:ext>
              </a:extLst>
            </p:cNvPr>
            <p:cNvSpPr>
              <a:spLocks/>
            </p:cNvSpPr>
            <p:nvPr/>
          </p:nvSpPr>
          <p:spPr>
            <a:xfrm>
              <a:off x="4572980" y="5436996"/>
              <a:ext cx="28398" cy="28398"/>
            </a:xfrm>
            <a:prstGeom prst="ellipse">
              <a:avLst/>
            </a:prstGeom>
            <a:solidFill>
              <a:srgbClr val="7F8C97">
                <a:alpha val="48000"/>
              </a:srgbClr>
            </a:solidFill>
            <a:ln w="0">
              <a:noFill/>
              <a:prstDash val="solid"/>
            </a:ln>
          </p:spPr>
        </p:sp>
        <p:sp>
          <p:nvSpPr>
            <p:cNvPr id="2545" name="03_assume_matched_2544">
              <a:extLst>
                <a:ext uri="{FF2B5EF4-FFF2-40B4-BE49-F238E27FC236}">
                  <a16:creationId xmlns:a16="http://schemas.microsoft.com/office/drawing/2014/main" id="{40DC217B-522B-4ABC-AEB6-521CCBA79FB0}"/>
                </a:ext>
              </a:extLst>
            </p:cNvPr>
            <p:cNvSpPr>
              <a:spLocks/>
            </p:cNvSpPr>
            <p:nvPr/>
          </p:nvSpPr>
          <p:spPr>
            <a:xfrm>
              <a:off x="4643783" y="5436996"/>
              <a:ext cx="28398" cy="28398"/>
            </a:xfrm>
            <a:prstGeom prst="ellipse">
              <a:avLst/>
            </a:prstGeom>
            <a:solidFill>
              <a:srgbClr val="7F8C97">
                <a:alpha val="48000"/>
              </a:srgbClr>
            </a:solidFill>
            <a:ln w="0">
              <a:noFill/>
              <a:prstDash val="solid"/>
            </a:ln>
          </p:spPr>
        </p:sp>
        <p:sp>
          <p:nvSpPr>
            <p:cNvPr id="2546" name="03_assume_matched_2545">
              <a:extLst>
                <a:ext uri="{FF2B5EF4-FFF2-40B4-BE49-F238E27FC236}">
                  <a16:creationId xmlns:a16="http://schemas.microsoft.com/office/drawing/2014/main" id="{623874BD-4F84-428C-9853-3A3B4C512F39}"/>
                </a:ext>
              </a:extLst>
            </p:cNvPr>
            <p:cNvSpPr>
              <a:spLocks/>
            </p:cNvSpPr>
            <p:nvPr/>
          </p:nvSpPr>
          <p:spPr>
            <a:xfrm>
              <a:off x="4632126" y="5047083"/>
              <a:ext cx="28398" cy="28398"/>
            </a:xfrm>
            <a:prstGeom prst="ellipse">
              <a:avLst/>
            </a:prstGeom>
            <a:solidFill>
              <a:srgbClr val="7F8C97">
                <a:alpha val="48000"/>
              </a:srgbClr>
            </a:solidFill>
            <a:ln w="0">
              <a:noFill/>
              <a:prstDash val="solid"/>
            </a:ln>
          </p:spPr>
        </p:sp>
        <p:sp>
          <p:nvSpPr>
            <p:cNvPr id="2547" name="03_assume_matched_2546">
              <a:extLst>
                <a:ext uri="{FF2B5EF4-FFF2-40B4-BE49-F238E27FC236}">
                  <a16:creationId xmlns:a16="http://schemas.microsoft.com/office/drawing/2014/main" id="{346BA97D-5E12-43A1-BC08-3863AAB17A4D}"/>
                </a:ext>
              </a:extLst>
            </p:cNvPr>
            <p:cNvSpPr>
              <a:spLocks/>
            </p:cNvSpPr>
            <p:nvPr/>
          </p:nvSpPr>
          <p:spPr>
            <a:xfrm>
              <a:off x="4638314" y="5436996"/>
              <a:ext cx="28398" cy="28398"/>
            </a:xfrm>
            <a:prstGeom prst="ellipse">
              <a:avLst/>
            </a:prstGeom>
            <a:solidFill>
              <a:srgbClr val="7F8C97">
                <a:alpha val="48000"/>
              </a:srgbClr>
            </a:solidFill>
            <a:ln w="0">
              <a:noFill/>
              <a:prstDash val="solid"/>
            </a:ln>
          </p:spPr>
        </p:sp>
        <p:sp>
          <p:nvSpPr>
            <p:cNvPr id="2548" name="03_assume_matched_2547">
              <a:extLst>
                <a:ext uri="{FF2B5EF4-FFF2-40B4-BE49-F238E27FC236}">
                  <a16:creationId xmlns:a16="http://schemas.microsoft.com/office/drawing/2014/main" id="{72BEC170-913E-4476-8F8D-82B967F3F795}"/>
                </a:ext>
              </a:extLst>
            </p:cNvPr>
            <p:cNvSpPr>
              <a:spLocks/>
            </p:cNvSpPr>
            <p:nvPr/>
          </p:nvSpPr>
          <p:spPr>
            <a:xfrm>
              <a:off x="4651698" y="5372010"/>
              <a:ext cx="28398" cy="28398"/>
            </a:xfrm>
            <a:prstGeom prst="ellipse">
              <a:avLst/>
            </a:prstGeom>
            <a:solidFill>
              <a:srgbClr val="7F8C97">
                <a:alpha val="48000"/>
              </a:srgbClr>
            </a:solidFill>
            <a:ln w="0">
              <a:noFill/>
              <a:prstDash val="solid"/>
            </a:ln>
          </p:spPr>
        </p:sp>
        <p:sp>
          <p:nvSpPr>
            <p:cNvPr id="2549" name="03_assume_matched_2548">
              <a:extLst>
                <a:ext uri="{FF2B5EF4-FFF2-40B4-BE49-F238E27FC236}">
                  <a16:creationId xmlns:a16="http://schemas.microsoft.com/office/drawing/2014/main" id="{833E0226-665D-48A9-B171-BD1B6EA5295B}"/>
                </a:ext>
              </a:extLst>
            </p:cNvPr>
            <p:cNvSpPr>
              <a:spLocks/>
            </p:cNvSpPr>
            <p:nvPr/>
          </p:nvSpPr>
          <p:spPr>
            <a:xfrm>
              <a:off x="4560316" y="4852127"/>
              <a:ext cx="28398" cy="28398"/>
            </a:xfrm>
            <a:prstGeom prst="ellipse">
              <a:avLst/>
            </a:prstGeom>
            <a:solidFill>
              <a:srgbClr val="7F8C97">
                <a:alpha val="48000"/>
              </a:srgbClr>
            </a:solidFill>
            <a:ln w="0">
              <a:noFill/>
              <a:prstDash val="solid"/>
            </a:ln>
          </p:spPr>
        </p:sp>
        <p:sp>
          <p:nvSpPr>
            <p:cNvPr id="2550" name="03_assume_matched_2549">
              <a:extLst>
                <a:ext uri="{FF2B5EF4-FFF2-40B4-BE49-F238E27FC236}">
                  <a16:creationId xmlns:a16="http://schemas.microsoft.com/office/drawing/2014/main" id="{32DC251C-D671-4C68-9BE9-019252E9D5B7}"/>
                </a:ext>
              </a:extLst>
            </p:cNvPr>
            <p:cNvSpPr>
              <a:spLocks/>
            </p:cNvSpPr>
            <p:nvPr/>
          </p:nvSpPr>
          <p:spPr>
            <a:xfrm>
              <a:off x="4549523" y="5047083"/>
              <a:ext cx="28398" cy="28398"/>
            </a:xfrm>
            <a:prstGeom prst="ellipse">
              <a:avLst/>
            </a:prstGeom>
            <a:solidFill>
              <a:srgbClr val="7F8C97">
                <a:alpha val="48000"/>
              </a:srgbClr>
            </a:solidFill>
            <a:ln w="0">
              <a:noFill/>
              <a:prstDash val="solid"/>
            </a:ln>
          </p:spPr>
        </p:sp>
        <p:sp>
          <p:nvSpPr>
            <p:cNvPr id="2551" name="03_assume_matched_2550">
              <a:extLst>
                <a:ext uri="{FF2B5EF4-FFF2-40B4-BE49-F238E27FC236}">
                  <a16:creationId xmlns:a16="http://schemas.microsoft.com/office/drawing/2014/main" id="{14D1475C-94CF-4302-9224-25B43E44A3B4}"/>
                </a:ext>
              </a:extLst>
            </p:cNvPr>
            <p:cNvSpPr>
              <a:spLocks/>
            </p:cNvSpPr>
            <p:nvPr/>
          </p:nvSpPr>
          <p:spPr>
            <a:xfrm>
              <a:off x="4632414" y="5144561"/>
              <a:ext cx="28398" cy="28398"/>
            </a:xfrm>
            <a:prstGeom prst="ellipse">
              <a:avLst/>
            </a:prstGeom>
            <a:solidFill>
              <a:srgbClr val="7F8C97">
                <a:alpha val="48000"/>
              </a:srgbClr>
            </a:solidFill>
            <a:ln w="0">
              <a:noFill/>
              <a:prstDash val="solid"/>
            </a:ln>
          </p:spPr>
        </p:sp>
        <p:sp>
          <p:nvSpPr>
            <p:cNvPr id="2552" name="03_assume_matched_2551">
              <a:extLst>
                <a:ext uri="{FF2B5EF4-FFF2-40B4-BE49-F238E27FC236}">
                  <a16:creationId xmlns:a16="http://schemas.microsoft.com/office/drawing/2014/main" id="{273BE2A2-687A-48D6-BAE0-6CB149C8CD9F}"/>
                </a:ext>
              </a:extLst>
            </p:cNvPr>
            <p:cNvSpPr>
              <a:spLocks/>
            </p:cNvSpPr>
            <p:nvPr/>
          </p:nvSpPr>
          <p:spPr>
            <a:xfrm>
              <a:off x="4669543" y="4852127"/>
              <a:ext cx="28398" cy="28398"/>
            </a:xfrm>
            <a:prstGeom prst="ellipse">
              <a:avLst/>
            </a:prstGeom>
            <a:solidFill>
              <a:srgbClr val="7F8C97">
                <a:alpha val="48000"/>
              </a:srgbClr>
            </a:solidFill>
            <a:ln w="0">
              <a:noFill/>
              <a:prstDash val="solid"/>
            </a:ln>
          </p:spPr>
        </p:sp>
        <p:sp>
          <p:nvSpPr>
            <p:cNvPr id="2553" name="03_assume_matched_2552">
              <a:extLst>
                <a:ext uri="{FF2B5EF4-FFF2-40B4-BE49-F238E27FC236}">
                  <a16:creationId xmlns:a16="http://schemas.microsoft.com/office/drawing/2014/main" id="{5DC561F1-FC1C-43C9-8CB7-9120996D001A}"/>
                </a:ext>
              </a:extLst>
            </p:cNvPr>
            <p:cNvSpPr>
              <a:spLocks/>
            </p:cNvSpPr>
            <p:nvPr/>
          </p:nvSpPr>
          <p:spPr>
            <a:xfrm>
              <a:off x="4675731" y="4852127"/>
              <a:ext cx="28398" cy="28398"/>
            </a:xfrm>
            <a:prstGeom prst="ellipse">
              <a:avLst/>
            </a:prstGeom>
            <a:solidFill>
              <a:srgbClr val="7F8C97">
                <a:alpha val="48000"/>
              </a:srgbClr>
            </a:solidFill>
            <a:ln w="0">
              <a:noFill/>
              <a:prstDash val="solid"/>
            </a:ln>
          </p:spPr>
        </p:sp>
        <p:sp>
          <p:nvSpPr>
            <p:cNvPr id="2554" name="03_assume_matched_2553">
              <a:extLst>
                <a:ext uri="{FF2B5EF4-FFF2-40B4-BE49-F238E27FC236}">
                  <a16:creationId xmlns:a16="http://schemas.microsoft.com/office/drawing/2014/main" id="{A438B2DC-FB3D-464F-BCDD-B25A4884F8A4}"/>
                </a:ext>
              </a:extLst>
            </p:cNvPr>
            <p:cNvSpPr>
              <a:spLocks/>
            </p:cNvSpPr>
            <p:nvPr/>
          </p:nvSpPr>
          <p:spPr>
            <a:xfrm>
              <a:off x="4586795" y="4852127"/>
              <a:ext cx="28398" cy="28398"/>
            </a:xfrm>
            <a:prstGeom prst="ellipse">
              <a:avLst/>
            </a:prstGeom>
            <a:solidFill>
              <a:srgbClr val="7F8C97">
                <a:alpha val="48000"/>
              </a:srgbClr>
            </a:solidFill>
            <a:ln w="0">
              <a:noFill/>
              <a:prstDash val="solid"/>
            </a:ln>
          </p:spPr>
        </p:sp>
        <p:sp>
          <p:nvSpPr>
            <p:cNvPr id="2555" name="03_assume_matched_2554">
              <a:extLst>
                <a:ext uri="{FF2B5EF4-FFF2-40B4-BE49-F238E27FC236}">
                  <a16:creationId xmlns:a16="http://schemas.microsoft.com/office/drawing/2014/main" id="{30DEE39E-C003-49A3-A2B1-60F4F8D9AA4C}"/>
                </a:ext>
              </a:extLst>
            </p:cNvPr>
            <p:cNvSpPr>
              <a:spLocks/>
            </p:cNvSpPr>
            <p:nvPr/>
          </p:nvSpPr>
          <p:spPr>
            <a:xfrm>
              <a:off x="4639610" y="5242040"/>
              <a:ext cx="28398" cy="28398"/>
            </a:xfrm>
            <a:prstGeom prst="ellipse">
              <a:avLst/>
            </a:prstGeom>
            <a:solidFill>
              <a:srgbClr val="7F8C97">
                <a:alpha val="48000"/>
              </a:srgbClr>
            </a:solidFill>
            <a:ln w="0">
              <a:noFill/>
              <a:prstDash val="solid"/>
            </a:ln>
          </p:spPr>
        </p:sp>
        <p:sp>
          <p:nvSpPr>
            <p:cNvPr id="2556" name="03_assume_matched_2555">
              <a:extLst>
                <a:ext uri="{FF2B5EF4-FFF2-40B4-BE49-F238E27FC236}">
                  <a16:creationId xmlns:a16="http://schemas.microsoft.com/office/drawing/2014/main" id="{248576FB-58F5-4BF0-85AB-F1D0BCB3AFFB}"/>
                </a:ext>
              </a:extLst>
            </p:cNvPr>
            <p:cNvSpPr>
              <a:spLocks/>
            </p:cNvSpPr>
            <p:nvPr/>
          </p:nvSpPr>
          <p:spPr>
            <a:xfrm>
              <a:off x="4650547" y="4852127"/>
              <a:ext cx="28398" cy="28398"/>
            </a:xfrm>
            <a:prstGeom prst="ellipse">
              <a:avLst/>
            </a:prstGeom>
            <a:solidFill>
              <a:srgbClr val="7F8C97">
                <a:alpha val="48000"/>
              </a:srgbClr>
            </a:solidFill>
            <a:ln w="0">
              <a:noFill/>
              <a:prstDash val="solid"/>
            </a:ln>
          </p:spPr>
        </p:sp>
        <p:sp>
          <p:nvSpPr>
            <p:cNvPr id="2557" name="03_assume_matched_2556">
              <a:extLst>
                <a:ext uri="{FF2B5EF4-FFF2-40B4-BE49-F238E27FC236}">
                  <a16:creationId xmlns:a16="http://schemas.microsoft.com/office/drawing/2014/main" id="{A0D3384B-4C4C-4F8B-89A3-DB2BA4844575}"/>
                </a:ext>
              </a:extLst>
            </p:cNvPr>
            <p:cNvSpPr>
              <a:spLocks/>
            </p:cNvSpPr>
            <p:nvPr/>
          </p:nvSpPr>
          <p:spPr>
            <a:xfrm>
              <a:off x="4667960" y="4852127"/>
              <a:ext cx="28398" cy="28398"/>
            </a:xfrm>
            <a:prstGeom prst="ellipse">
              <a:avLst/>
            </a:prstGeom>
            <a:solidFill>
              <a:srgbClr val="7F8C97">
                <a:alpha val="48000"/>
              </a:srgbClr>
            </a:solidFill>
            <a:ln w="0">
              <a:noFill/>
              <a:prstDash val="solid"/>
            </a:ln>
          </p:spPr>
        </p:sp>
        <p:sp>
          <p:nvSpPr>
            <p:cNvPr id="2558" name="03_assume_matched_2557">
              <a:extLst>
                <a:ext uri="{FF2B5EF4-FFF2-40B4-BE49-F238E27FC236}">
                  <a16:creationId xmlns:a16="http://schemas.microsoft.com/office/drawing/2014/main" id="{B1E31142-F29F-40B9-B52D-1398B6B5E5D2}"/>
                </a:ext>
              </a:extLst>
            </p:cNvPr>
            <p:cNvSpPr>
              <a:spLocks/>
            </p:cNvSpPr>
            <p:nvPr/>
          </p:nvSpPr>
          <p:spPr>
            <a:xfrm>
              <a:off x="4652705" y="4852127"/>
              <a:ext cx="28398" cy="28398"/>
            </a:xfrm>
            <a:prstGeom prst="ellipse">
              <a:avLst/>
            </a:prstGeom>
            <a:solidFill>
              <a:srgbClr val="7F8C97">
                <a:alpha val="48000"/>
              </a:srgbClr>
            </a:solidFill>
            <a:ln w="0">
              <a:noFill/>
              <a:prstDash val="solid"/>
            </a:ln>
          </p:spPr>
        </p:sp>
        <p:sp>
          <p:nvSpPr>
            <p:cNvPr id="2559" name="03_assume_matched_2558">
              <a:extLst>
                <a:ext uri="{FF2B5EF4-FFF2-40B4-BE49-F238E27FC236}">
                  <a16:creationId xmlns:a16="http://schemas.microsoft.com/office/drawing/2014/main" id="{BDCFA8DC-23A3-4937-A1BC-C797DA151119}"/>
                </a:ext>
              </a:extLst>
            </p:cNvPr>
            <p:cNvSpPr>
              <a:spLocks/>
            </p:cNvSpPr>
            <p:nvPr/>
          </p:nvSpPr>
          <p:spPr>
            <a:xfrm>
              <a:off x="4630975" y="4852127"/>
              <a:ext cx="28398" cy="28398"/>
            </a:xfrm>
            <a:prstGeom prst="ellipse">
              <a:avLst/>
            </a:prstGeom>
            <a:solidFill>
              <a:srgbClr val="7F8C97">
                <a:alpha val="48000"/>
              </a:srgbClr>
            </a:solidFill>
            <a:ln w="0">
              <a:noFill/>
              <a:prstDash val="solid"/>
            </a:ln>
          </p:spPr>
        </p:sp>
        <p:sp>
          <p:nvSpPr>
            <p:cNvPr id="2560" name="03_assume_matched_2559">
              <a:extLst>
                <a:ext uri="{FF2B5EF4-FFF2-40B4-BE49-F238E27FC236}">
                  <a16:creationId xmlns:a16="http://schemas.microsoft.com/office/drawing/2014/main" id="{C50D87CE-FE8A-479D-AB9E-505BA82EEF4E}"/>
                </a:ext>
              </a:extLst>
            </p:cNvPr>
            <p:cNvSpPr>
              <a:spLocks/>
            </p:cNvSpPr>
            <p:nvPr/>
          </p:nvSpPr>
          <p:spPr>
            <a:xfrm>
              <a:off x="4542759" y="4852127"/>
              <a:ext cx="28398" cy="28398"/>
            </a:xfrm>
            <a:prstGeom prst="ellipse">
              <a:avLst/>
            </a:prstGeom>
            <a:solidFill>
              <a:srgbClr val="7F8C97">
                <a:alpha val="48000"/>
              </a:srgbClr>
            </a:solidFill>
            <a:ln w="0">
              <a:noFill/>
              <a:prstDash val="solid"/>
            </a:ln>
          </p:spPr>
        </p:sp>
        <p:sp>
          <p:nvSpPr>
            <p:cNvPr id="2561" name="03_assume_matched_2560">
              <a:extLst>
                <a:ext uri="{FF2B5EF4-FFF2-40B4-BE49-F238E27FC236}">
                  <a16:creationId xmlns:a16="http://schemas.microsoft.com/office/drawing/2014/main" id="{C55145C5-2EF5-482B-93E8-0106DD4935FB}"/>
                </a:ext>
              </a:extLst>
            </p:cNvPr>
            <p:cNvSpPr>
              <a:spLocks/>
            </p:cNvSpPr>
            <p:nvPr/>
          </p:nvSpPr>
          <p:spPr>
            <a:xfrm>
              <a:off x="4556718" y="5436996"/>
              <a:ext cx="28398" cy="28398"/>
            </a:xfrm>
            <a:prstGeom prst="ellipse">
              <a:avLst/>
            </a:prstGeom>
            <a:solidFill>
              <a:srgbClr val="7F8C97">
                <a:alpha val="48000"/>
              </a:srgbClr>
            </a:solidFill>
            <a:ln w="0">
              <a:noFill/>
              <a:prstDash val="solid"/>
            </a:ln>
          </p:spPr>
        </p:sp>
        <p:sp>
          <p:nvSpPr>
            <p:cNvPr id="2562" name="03_assume_matched_2561">
              <a:extLst>
                <a:ext uri="{FF2B5EF4-FFF2-40B4-BE49-F238E27FC236}">
                  <a16:creationId xmlns:a16="http://schemas.microsoft.com/office/drawing/2014/main" id="{CE652A19-85D1-47B1-B483-E053BB70CD9B}"/>
                </a:ext>
              </a:extLst>
            </p:cNvPr>
            <p:cNvSpPr>
              <a:spLocks/>
            </p:cNvSpPr>
            <p:nvPr/>
          </p:nvSpPr>
          <p:spPr>
            <a:xfrm>
              <a:off x="4617879" y="4852127"/>
              <a:ext cx="28398" cy="28398"/>
            </a:xfrm>
            <a:prstGeom prst="ellipse">
              <a:avLst/>
            </a:prstGeom>
            <a:solidFill>
              <a:srgbClr val="7F8C97">
                <a:alpha val="48000"/>
              </a:srgbClr>
            </a:solidFill>
            <a:ln w="0">
              <a:noFill/>
              <a:prstDash val="solid"/>
            </a:ln>
          </p:spPr>
        </p:sp>
        <p:sp>
          <p:nvSpPr>
            <p:cNvPr id="2563" name="03_assume_matched_2562">
              <a:extLst>
                <a:ext uri="{FF2B5EF4-FFF2-40B4-BE49-F238E27FC236}">
                  <a16:creationId xmlns:a16="http://schemas.microsoft.com/office/drawing/2014/main" id="{625A5AC4-D30F-4978-B537-73586F195BC4}"/>
                </a:ext>
              </a:extLst>
            </p:cNvPr>
            <p:cNvSpPr>
              <a:spLocks/>
            </p:cNvSpPr>
            <p:nvPr/>
          </p:nvSpPr>
          <p:spPr>
            <a:xfrm>
              <a:off x="4562762" y="4852127"/>
              <a:ext cx="28398" cy="28398"/>
            </a:xfrm>
            <a:prstGeom prst="ellipse">
              <a:avLst/>
            </a:prstGeom>
            <a:solidFill>
              <a:srgbClr val="7F8C97">
                <a:alpha val="48000"/>
              </a:srgbClr>
            </a:solidFill>
            <a:ln w="0">
              <a:noFill/>
              <a:prstDash val="solid"/>
            </a:ln>
          </p:spPr>
        </p:sp>
        <p:sp>
          <p:nvSpPr>
            <p:cNvPr id="2564" name="03_assume_matched_2563">
              <a:extLst>
                <a:ext uri="{FF2B5EF4-FFF2-40B4-BE49-F238E27FC236}">
                  <a16:creationId xmlns:a16="http://schemas.microsoft.com/office/drawing/2014/main" id="{02FE9E9F-ED52-47B8-BF57-6913B3326521}"/>
                </a:ext>
              </a:extLst>
            </p:cNvPr>
            <p:cNvSpPr>
              <a:spLocks/>
            </p:cNvSpPr>
            <p:nvPr/>
          </p:nvSpPr>
          <p:spPr>
            <a:xfrm>
              <a:off x="4588810" y="4852127"/>
              <a:ext cx="28398" cy="28398"/>
            </a:xfrm>
            <a:prstGeom prst="ellipse">
              <a:avLst/>
            </a:prstGeom>
            <a:solidFill>
              <a:srgbClr val="7F8C97">
                <a:alpha val="48000"/>
              </a:srgbClr>
            </a:solidFill>
            <a:ln w="0">
              <a:noFill/>
              <a:prstDash val="solid"/>
            </a:ln>
          </p:spPr>
        </p:sp>
        <p:sp>
          <p:nvSpPr>
            <p:cNvPr id="2565" name="03_assume_matched_2564">
              <a:extLst>
                <a:ext uri="{FF2B5EF4-FFF2-40B4-BE49-F238E27FC236}">
                  <a16:creationId xmlns:a16="http://schemas.microsoft.com/office/drawing/2014/main" id="{734FE636-FFE9-49AD-8543-D692D7F3DD90}"/>
                </a:ext>
              </a:extLst>
            </p:cNvPr>
            <p:cNvSpPr>
              <a:spLocks/>
            </p:cNvSpPr>
            <p:nvPr/>
          </p:nvSpPr>
          <p:spPr>
            <a:xfrm>
              <a:off x="4537866" y="5436996"/>
              <a:ext cx="28398" cy="28398"/>
            </a:xfrm>
            <a:prstGeom prst="ellipse">
              <a:avLst/>
            </a:prstGeom>
            <a:solidFill>
              <a:srgbClr val="7F8C97">
                <a:alpha val="48000"/>
              </a:srgbClr>
            </a:solidFill>
            <a:ln w="0">
              <a:noFill/>
              <a:prstDash val="solid"/>
            </a:ln>
          </p:spPr>
        </p:sp>
        <p:sp>
          <p:nvSpPr>
            <p:cNvPr id="2566" name="03_assume_matched_2565">
              <a:extLst>
                <a:ext uri="{FF2B5EF4-FFF2-40B4-BE49-F238E27FC236}">
                  <a16:creationId xmlns:a16="http://schemas.microsoft.com/office/drawing/2014/main" id="{5254B7FB-7EFA-48E9-993B-06C23BDF9F47}"/>
                </a:ext>
              </a:extLst>
            </p:cNvPr>
            <p:cNvSpPr>
              <a:spLocks/>
            </p:cNvSpPr>
            <p:nvPr/>
          </p:nvSpPr>
          <p:spPr>
            <a:xfrm>
              <a:off x="5410545" y="4852127"/>
              <a:ext cx="28398" cy="28398"/>
            </a:xfrm>
            <a:prstGeom prst="ellipse">
              <a:avLst/>
            </a:prstGeom>
            <a:solidFill>
              <a:srgbClr val="7F8C97">
                <a:alpha val="48000"/>
              </a:srgbClr>
            </a:solidFill>
            <a:ln w="0">
              <a:noFill/>
              <a:prstDash val="solid"/>
            </a:ln>
          </p:spPr>
        </p:sp>
        <p:sp>
          <p:nvSpPr>
            <p:cNvPr id="2567" name="03_assume_matched_2566">
              <a:extLst>
                <a:ext uri="{FF2B5EF4-FFF2-40B4-BE49-F238E27FC236}">
                  <a16:creationId xmlns:a16="http://schemas.microsoft.com/office/drawing/2014/main" id="{27E98A36-016B-405A-A877-C439A48BB037}"/>
                </a:ext>
              </a:extLst>
            </p:cNvPr>
            <p:cNvSpPr>
              <a:spLocks/>
            </p:cNvSpPr>
            <p:nvPr/>
          </p:nvSpPr>
          <p:spPr>
            <a:xfrm>
              <a:off x="5399032" y="5436996"/>
              <a:ext cx="28398" cy="28398"/>
            </a:xfrm>
            <a:prstGeom prst="ellipse">
              <a:avLst/>
            </a:prstGeom>
            <a:solidFill>
              <a:srgbClr val="7F8C97">
                <a:alpha val="48000"/>
              </a:srgbClr>
            </a:solidFill>
            <a:ln w="0">
              <a:noFill/>
              <a:prstDash val="solid"/>
            </a:ln>
          </p:spPr>
        </p:sp>
        <p:sp>
          <p:nvSpPr>
            <p:cNvPr id="2568" name="03_assume_matched_2567">
              <a:extLst>
                <a:ext uri="{FF2B5EF4-FFF2-40B4-BE49-F238E27FC236}">
                  <a16:creationId xmlns:a16="http://schemas.microsoft.com/office/drawing/2014/main" id="{AEE5A825-7234-4652-92E7-7AFC2D96D223}"/>
                </a:ext>
              </a:extLst>
            </p:cNvPr>
            <p:cNvSpPr>
              <a:spLocks/>
            </p:cNvSpPr>
            <p:nvPr/>
          </p:nvSpPr>
          <p:spPr>
            <a:xfrm>
              <a:off x="5341901" y="4852127"/>
              <a:ext cx="28398" cy="28398"/>
            </a:xfrm>
            <a:prstGeom prst="ellipse">
              <a:avLst/>
            </a:prstGeom>
            <a:solidFill>
              <a:srgbClr val="7F8C97">
                <a:alpha val="48000"/>
              </a:srgbClr>
            </a:solidFill>
            <a:ln w="0">
              <a:noFill/>
              <a:prstDash val="solid"/>
            </a:ln>
          </p:spPr>
        </p:sp>
        <p:sp>
          <p:nvSpPr>
            <p:cNvPr id="2569" name="03_assume_matched_2568">
              <a:extLst>
                <a:ext uri="{FF2B5EF4-FFF2-40B4-BE49-F238E27FC236}">
                  <a16:creationId xmlns:a16="http://schemas.microsoft.com/office/drawing/2014/main" id="{1D6D190F-412D-43E4-B3BD-DA875E90A10D}"/>
                </a:ext>
              </a:extLst>
            </p:cNvPr>
            <p:cNvSpPr>
              <a:spLocks/>
            </p:cNvSpPr>
            <p:nvPr/>
          </p:nvSpPr>
          <p:spPr>
            <a:xfrm>
              <a:off x="5420763" y="4852127"/>
              <a:ext cx="28398" cy="28398"/>
            </a:xfrm>
            <a:prstGeom prst="ellipse">
              <a:avLst/>
            </a:prstGeom>
            <a:solidFill>
              <a:srgbClr val="7F8C97">
                <a:alpha val="48000"/>
              </a:srgbClr>
            </a:solidFill>
            <a:ln w="0">
              <a:noFill/>
              <a:prstDash val="solid"/>
            </a:ln>
          </p:spPr>
        </p:sp>
        <p:sp>
          <p:nvSpPr>
            <p:cNvPr id="2570" name="03_assume_matched_2569">
              <a:extLst>
                <a:ext uri="{FF2B5EF4-FFF2-40B4-BE49-F238E27FC236}">
                  <a16:creationId xmlns:a16="http://schemas.microsoft.com/office/drawing/2014/main" id="{DC465E5A-C94D-439B-81EA-E924AB50F1D0}"/>
                </a:ext>
              </a:extLst>
            </p:cNvPr>
            <p:cNvSpPr>
              <a:spLocks/>
            </p:cNvSpPr>
            <p:nvPr/>
          </p:nvSpPr>
          <p:spPr>
            <a:xfrm>
              <a:off x="5388527" y="4852127"/>
              <a:ext cx="28398" cy="28398"/>
            </a:xfrm>
            <a:prstGeom prst="ellipse">
              <a:avLst/>
            </a:prstGeom>
            <a:solidFill>
              <a:srgbClr val="7F8C97">
                <a:alpha val="48000"/>
              </a:srgbClr>
            </a:solidFill>
            <a:ln w="0">
              <a:noFill/>
              <a:prstDash val="solid"/>
            </a:ln>
          </p:spPr>
        </p:sp>
        <p:sp>
          <p:nvSpPr>
            <p:cNvPr id="2571" name="03_assume_matched_2570">
              <a:extLst>
                <a:ext uri="{FF2B5EF4-FFF2-40B4-BE49-F238E27FC236}">
                  <a16:creationId xmlns:a16="http://schemas.microsoft.com/office/drawing/2014/main" id="{BC2027F0-5BFB-4367-9BD3-9F09CA06CB50}"/>
                </a:ext>
              </a:extLst>
            </p:cNvPr>
            <p:cNvSpPr>
              <a:spLocks/>
            </p:cNvSpPr>
            <p:nvPr/>
          </p:nvSpPr>
          <p:spPr>
            <a:xfrm>
              <a:off x="5293259" y="4852127"/>
              <a:ext cx="28398" cy="28398"/>
            </a:xfrm>
            <a:prstGeom prst="ellipse">
              <a:avLst/>
            </a:prstGeom>
            <a:solidFill>
              <a:srgbClr val="7F8C97">
                <a:alpha val="48000"/>
              </a:srgbClr>
            </a:solidFill>
            <a:ln w="0">
              <a:noFill/>
              <a:prstDash val="solid"/>
            </a:ln>
          </p:spPr>
        </p:sp>
        <p:sp>
          <p:nvSpPr>
            <p:cNvPr id="2572" name="03_assume_matched_2571">
              <a:extLst>
                <a:ext uri="{FF2B5EF4-FFF2-40B4-BE49-F238E27FC236}">
                  <a16:creationId xmlns:a16="http://schemas.microsoft.com/office/drawing/2014/main" id="{349767ED-8DD1-4D6C-8471-FDC3B180D89A}"/>
                </a:ext>
              </a:extLst>
            </p:cNvPr>
            <p:cNvSpPr>
              <a:spLocks/>
            </p:cNvSpPr>
            <p:nvPr/>
          </p:nvSpPr>
          <p:spPr>
            <a:xfrm>
              <a:off x="5323912" y="5436996"/>
              <a:ext cx="28398" cy="28398"/>
            </a:xfrm>
            <a:prstGeom prst="ellipse">
              <a:avLst/>
            </a:prstGeom>
            <a:solidFill>
              <a:srgbClr val="7F8C97">
                <a:alpha val="48000"/>
              </a:srgbClr>
            </a:solidFill>
            <a:ln w="0">
              <a:noFill/>
              <a:prstDash val="solid"/>
            </a:ln>
          </p:spPr>
        </p:sp>
        <p:sp>
          <p:nvSpPr>
            <p:cNvPr id="2573" name="03_assume_matched_2572">
              <a:extLst>
                <a:ext uri="{FF2B5EF4-FFF2-40B4-BE49-F238E27FC236}">
                  <a16:creationId xmlns:a16="http://schemas.microsoft.com/office/drawing/2014/main" id="{02DD48BC-6DC9-41FE-AEAA-8EEF3D92FB87}"/>
                </a:ext>
              </a:extLst>
            </p:cNvPr>
            <p:cNvSpPr>
              <a:spLocks/>
            </p:cNvSpPr>
            <p:nvPr/>
          </p:nvSpPr>
          <p:spPr>
            <a:xfrm>
              <a:off x="5292971" y="5290779"/>
              <a:ext cx="28398" cy="28398"/>
            </a:xfrm>
            <a:prstGeom prst="ellipse">
              <a:avLst/>
            </a:prstGeom>
            <a:solidFill>
              <a:srgbClr val="7F8C97">
                <a:alpha val="48000"/>
              </a:srgbClr>
            </a:solidFill>
            <a:ln w="0">
              <a:noFill/>
              <a:prstDash val="solid"/>
            </a:ln>
          </p:spPr>
        </p:sp>
        <p:sp>
          <p:nvSpPr>
            <p:cNvPr id="2574" name="03_assume_matched_2573">
              <a:extLst>
                <a:ext uri="{FF2B5EF4-FFF2-40B4-BE49-F238E27FC236}">
                  <a16:creationId xmlns:a16="http://schemas.microsoft.com/office/drawing/2014/main" id="{74DE48E9-389C-49C8-9D1D-3F550A99E93F}"/>
                </a:ext>
              </a:extLst>
            </p:cNvPr>
            <p:cNvSpPr>
              <a:spLocks/>
            </p:cNvSpPr>
            <p:nvPr/>
          </p:nvSpPr>
          <p:spPr>
            <a:xfrm>
              <a:off x="5374280" y="5144561"/>
              <a:ext cx="28398" cy="28398"/>
            </a:xfrm>
            <a:prstGeom prst="ellipse">
              <a:avLst/>
            </a:prstGeom>
            <a:solidFill>
              <a:srgbClr val="7F8C97">
                <a:alpha val="48000"/>
              </a:srgbClr>
            </a:solidFill>
            <a:ln w="0">
              <a:noFill/>
              <a:prstDash val="solid"/>
            </a:ln>
          </p:spPr>
        </p:sp>
        <p:sp>
          <p:nvSpPr>
            <p:cNvPr id="2575" name="03_assume_matched_2574">
              <a:extLst>
                <a:ext uri="{FF2B5EF4-FFF2-40B4-BE49-F238E27FC236}">
                  <a16:creationId xmlns:a16="http://schemas.microsoft.com/office/drawing/2014/main" id="{72F8594F-CFBC-459D-A747-1520998200F6}"/>
                </a:ext>
              </a:extLst>
            </p:cNvPr>
            <p:cNvSpPr>
              <a:spLocks/>
            </p:cNvSpPr>
            <p:nvPr/>
          </p:nvSpPr>
          <p:spPr>
            <a:xfrm>
              <a:off x="5355572" y="5144561"/>
              <a:ext cx="28398" cy="28398"/>
            </a:xfrm>
            <a:prstGeom prst="ellipse">
              <a:avLst/>
            </a:prstGeom>
            <a:solidFill>
              <a:srgbClr val="7F8C97">
                <a:alpha val="48000"/>
              </a:srgbClr>
            </a:solidFill>
            <a:ln w="0">
              <a:noFill/>
              <a:prstDash val="solid"/>
            </a:ln>
          </p:spPr>
        </p:sp>
        <p:sp>
          <p:nvSpPr>
            <p:cNvPr id="2576" name="03_assume_matched_2575">
              <a:extLst>
                <a:ext uri="{FF2B5EF4-FFF2-40B4-BE49-F238E27FC236}">
                  <a16:creationId xmlns:a16="http://schemas.microsoft.com/office/drawing/2014/main" id="{D21CA800-A9F2-417C-89A4-E7FE80B1B309}"/>
                </a:ext>
              </a:extLst>
            </p:cNvPr>
            <p:cNvSpPr>
              <a:spLocks/>
            </p:cNvSpPr>
            <p:nvPr/>
          </p:nvSpPr>
          <p:spPr>
            <a:xfrm>
              <a:off x="5340318" y="4852127"/>
              <a:ext cx="28398" cy="28398"/>
            </a:xfrm>
            <a:prstGeom prst="ellipse">
              <a:avLst/>
            </a:prstGeom>
            <a:solidFill>
              <a:srgbClr val="7F8C97">
                <a:alpha val="48000"/>
              </a:srgbClr>
            </a:solidFill>
            <a:ln w="0">
              <a:noFill/>
              <a:prstDash val="solid"/>
            </a:ln>
          </p:spPr>
        </p:sp>
        <p:sp>
          <p:nvSpPr>
            <p:cNvPr id="2577" name="03_assume_matched_2576">
              <a:extLst>
                <a:ext uri="{FF2B5EF4-FFF2-40B4-BE49-F238E27FC236}">
                  <a16:creationId xmlns:a16="http://schemas.microsoft.com/office/drawing/2014/main" id="{167E0D0C-AC53-43C4-814B-59B4B57F5D61}"/>
                </a:ext>
              </a:extLst>
            </p:cNvPr>
            <p:cNvSpPr>
              <a:spLocks/>
            </p:cNvSpPr>
            <p:nvPr/>
          </p:nvSpPr>
          <p:spPr>
            <a:xfrm>
              <a:off x="5326071" y="5436996"/>
              <a:ext cx="28398" cy="28398"/>
            </a:xfrm>
            <a:prstGeom prst="ellipse">
              <a:avLst/>
            </a:prstGeom>
            <a:solidFill>
              <a:srgbClr val="7F8C97">
                <a:alpha val="48000"/>
              </a:srgbClr>
            </a:solidFill>
            <a:ln w="0">
              <a:noFill/>
              <a:prstDash val="solid"/>
            </a:ln>
          </p:spPr>
        </p:sp>
        <p:sp>
          <p:nvSpPr>
            <p:cNvPr id="2578" name="03_assume_matched_2577">
              <a:extLst>
                <a:ext uri="{FF2B5EF4-FFF2-40B4-BE49-F238E27FC236}">
                  <a16:creationId xmlns:a16="http://schemas.microsoft.com/office/drawing/2014/main" id="{498E9BF3-CE44-4DD1-8B72-B1F3834D85BF}"/>
                </a:ext>
              </a:extLst>
            </p:cNvPr>
            <p:cNvSpPr>
              <a:spLocks/>
            </p:cNvSpPr>
            <p:nvPr/>
          </p:nvSpPr>
          <p:spPr>
            <a:xfrm>
              <a:off x="5342476" y="4852127"/>
              <a:ext cx="28398" cy="28398"/>
            </a:xfrm>
            <a:prstGeom prst="ellipse">
              <a:avLst/>
            </a:prstGeom>
            <a:solidFill>
              <a:srgbClr val="7F8C97">
                <a:alpha val="48000"/>
              </a:srgbClr>
            </a:solidFill>
            <a:ln w="0">
              <a:noFill/>
              <a:prstDash val="solid"/>
            </a:ln>
          </p:spPr>
        </p:sp>
        <p:sp>
          <p:nvSpPr>
            <p:cNvPr id="2579" name="03_assume_matched_2578">
              <a:extLst>
                <a:ext uri="{FF2B5EF4-FFF2-40B4-BE49-F238E27FC236}">
                  <a16:creationId xmlns:a16="http://schemas.microsoft.com/office/drawing/2014/main" id="{090DC9A2-7D19-4D4B-A24C-5DDCC13212B8}"/>
                </a:ext>
              </a:extLst>
            </p:cNvPr>
            <p:cNvSpPr>
              <a:spLocks/>
            </p:cNvSpPr>
            <p:nvPr/>
          </p:nvSpPr>
          <p:spPr>
            <a:xfrm>
              <a:off x="5427670" y="5144561"/>
              <a:ext cx="28398" cy="28398"/>
            </a:xfrm>
            <a:prstGeom prst="ellipse">
              <a:avLst/>
            </a:prstGeom>
            <a:solidFill>
              <a:srgbClr val="7F8C97">
                <a:alpha val="48000"/>
              </a:srgbClr>
            </a:solidFill>
            <a:ln w="0">
              <a:noFill/>
              <a:prstDash val="solid"/>
            </a:ln>
          </p:spPr>
        </p:sp>
        <p:sp>
          <p:nvSpPr>
            <p:cNvPr id="2580" name="03_assume_matched_2579">
              <a:extLst>
                <a:ext uri="{FF2B5EF4-FFF2-40B4-BE49-F238E27FC236}">
                  <a16:creationId xmlns:a16="http://schemas.microsoft.com/office/drawing/2014/main" id="{6105689C-EDFA-433A-B7CB-B68C650A59C8}"/>
                </a:ext>
              </a:extLst>
            </p:cNvPr>
            <p:cNvSpPr>
              <a:spLocks/>
            </p:cNvSpPr>
            <p:nvPr/>
          </p:nvSpPr>
          <p:spPr>
            <a:xfrm>
              <a:off x="5382627" y="4852127"/>
              <a:ext cx="28398" cy="28398"/>
            </a:xfrm>
            <a:prstGeom prst="ellipse">
              <a:avLst/>
            </a:prstGeom>
            <a:solidFill>
              <a:srgbClr val="7F8C97">
                <a:alpha val="48000"/>
              </a:srgbClr>
            </a:solidFill>
            <a:ln w="0">
              <a:noFill/>
              <a:prstDash val="solid"/>
            </a:ln>
          </p:spPr>
        </p:sp>
        <p:sp>
          <p:nvSpPr>
            <p:cNvPr id="2581" name="03_assume_matched_2580">
              <a:extLst>
                <a:ext uri="{FF2B5EF4-FFF2-40B4-BE49-F238E27FC236}">
                  <a16:creationId xmlns:a16="http://schemas.microsoft.com/office/drawing/2014/main" id="{050E9E30-C00C-42DD-A209-520BB1E4AA5D}"/>
                </a:ext>
              </a:extLst>
            </p:cNvPr>
            <p:cNvSpPr>
              <a:spLocks/>
            </p:cNvSpPr>
            <p:nvPr/>
          </p:nvSpPr>
          <p:spPr>
            <a:xfrm>
              <a:off x="5392413" y="5372010"/>
              <a:ext cx="28398" cy="28398"/>
            </a:xfrm>
            <a:prstGeom prst="ellipse">
              <a:avLst/>
            </a:prstGeom>
            <a:solidFill>
              <a:srgbClr val="7F8C97">
                <a:alpha val="48000"/>
              </a:srgbClr>
            </a:solidFill>
            <a:ln w="0">
              <a:noFill/>
              <a:prstDash val="solid"/>
            </a:ln>
          </p:spPr>
        </p:sp>
        <p:sp>
          <p:nvSpPr>
            <p:cNvPr id="2582" name="03_assume_matched_2581">
              <a:extLst>
                <a:ext uri="{FF2B5EF4-FFF2-40B4-BE49-F238E27FC236}">
                  <a16:creationId xmlns:a16="http://schemas.microsoft.com/office/drawing/2014/main" id="{D7190824-0F73-4ED7-ADA1-762512B0B12D}"/>
                </a:ext>
              </a:extLst>
            </p:cNvPr>
            <p:cNvSpPr>
              <a:spLocks/>
            </p:cNvSpPr>
            <p:nvPr/>
          </p:nvSpPr>
          <p:spPr>
            <a:xfrm>
              <a:off x="5329237" y="5274532"/>
              <a:ext cx="28398" cy="28398"/>
            </a:xfrm>
            <a:prstGeom prst="ellipse">
              <a:avLst/>
            </a:prstGeom>
            <a:solidFill>
              <a:srgbClr val="7F8C97">
                <a:alpha val="48000"/>
              </a:srgbClr>
            </a:solidFill>
            <a:ln w="0">
              <a:noFill/>
              <a:prstDash val="solid"/>
            </a:ln>
          </p:spPr>
        </p:sp>
        <p:sp>
          <p:nvSpPr>
            <p:cNvPr id="2583" name="03_assume_matched_2582">
              <a:extLst>
                <a:ext uri="{FF2B5EF4-FFF2-40B4-BE49-F238E27FC236}">
                  <a16:creationId xmlns:a16="http://schemas.microsoft.com/office/drawing/2014/main" id="{A6BB9F1D-075A-4B9E-9C1C-2BA26BD23F57}"/>
                </a:ext>
              </a:extLst>
            </p:cNvPr>
            <p:cNvSpPr>
              <a:spLocks/>
            </p:cNvSpPr>
            <p:nvPr/>
          </p:nvSpPr>
          <p:spPr>
            <a:xfrm>
              <a:off x="5419611" y="5242040"/>
              <a:ext cx="28398" cy="28398"/>
            </a:xfrm>
            <a:prstGeom prst="ellipse">
              <a:avLst/>
            </a:prstGeom>
            <a:solidFill>
              <a:srgbClr val="7F8C97">
                <a:alpha val="48000"/>
              </a:srgbClr>
            </a:solidFill>
            <a:ln w="0">
              <a:noFill/>
              <a:prstDash val="solid"/>
            </a:ln>
          </p:spPr>
        </p:sp>
        <p:sp>
          <p:nvSpPr>
            <p:cNvPr id="2584" name="03_assume_matched_2583">
              <a:extLst>
                <a:ext uri="{FF2B5EF4-FFF2-40B4-BE49-F238E27FC236}">
                  <a16:creationId xmlns:a16="http://schemas.microsoft.com/office/drawing/2014/main" id="{5362FCF0-776D-48F3-9946-3BB7A6EDA352}"/>
                </a:ext>
              </a:extLst>
            </p:cNvPr>
            <p:cNvSpPr>
              <a:spLocks/>
            </p:cNvSpPr>
            <p:nvPr/>
          </p:nvSpPr>
          <p:spPr>
            <a:xfrm>
              <a:off x="5392700" y="4852127"/>
              <a:ext cx="28398" cy="28398"/>
            </a:xfrm>
            <a:prstGeom prst="ellipse">
              <a:avLst/>
            </a:prstGeom>
            <a:solidFill>
              <a:srgbClr val="7F8C97">
                <a:alpha val="48000"/>
              </a:srgbClr>
            </a:solidFill>
            <a:ln w="0">
              <a:noFill/>
              <a:prstDash val="solid"/>
            </a:ln>
          </p:spPr>
        </p:sp>
        <p:sp>
          <p:nvSpPr>
            <p:cNvPr id="2585" name="03_assume_matched_2584">
              <a:extLst>
                <a:ext uri="{FF2B5EF4-FFF2-40B4-BE49-F238E27FC236}">
                  <a16:creationId xmlns:a16="http://schemas.microsoft.com/office/drawing/2014/main" id="{6ED7F5DF-C018-47C8-BA0D-8F4C2EDB56C1}"/>
                </a:ext>
              </a:extLst>
            </p:cNvPr>
            <p:cNvSpPr>
              <a:spLocks/>
            </p:cNvSpPr>
            <p:nvPr/>
          </p:nvSpPr>
          <p:spPr>
            <a:xfrm>
              <a:off x="5310528" y="5436996"/>
              <a:ext cx="28398" cy="28398"/>
            </a:xfrm>
            <a:prstGeom prst="ellipse">
              <a:avLst/>
            </a:prstGeom>
            <a:solidFill>
              <a:srgbClr val="7F8C97">
                <a:alpha val="48000"/>
              </a:srgbClr>
            </a:solidFill>
            <a:ln w="0">
              <a:noFill/>
              <a:prstDash val="solid"/>
            </a:ln>
          </p:spPr>
        </p:sp>
        <p:sp>
          <p:nvSpPr>
            <p:cNvPr id="2586" name="03_assume_matched_2585">
              <a:extLst>
                <a:ext uri="{FF2B5EF4-FFF2-40B4-BE49-F238E27FC236}">
                  <a16:creationId xmlns:a16="http://schemas.microsoft.com/office/drawing/2014/main" id="{5A652E48-6EC6-4243-8C57-24E8D7992911}"/>
                </a:ext>
              </a:extLst>
            </p:cNvPr>
            <p:cNvSpPr>
              <a:spLocks/>
            </p:cNvSpPr>
            <p:nvPr/>
          </p:nvSpPr>
          <p:spPr>
            <a:xfrm>
              <a:off x="5317868" y="4852127"/>
              <a:ext cx="28398" cy="28398"/>
            </a:xfrm>
            <a:prstGeom prst="ellipse">
              <a:avLst/>
            </a:prstGeom>
            <a:solidFill>
              <a:srgbClr val="7F8C97">
                <a:alpha val="48000"/>
              </a:srgbClr>
            </a:solidFill>
            <a:ln w="0">
              <a:noFill/>
              <a:prstDash val="solid"/>
            </a:ln>
          </p:spPr>
        </p:sp>
        <p:sp>
          <p:nvSpPr>
            <p:cNvPr id="2587" name="03_assume_matched_2586">
              <a:extLst>
                <a:ext uri="{FF2B5EF4-FFF2-40B4-BE49-F238E27FC236}">
                  <a16:creationId xmlns:a16="http://schemas.microsoft.com/office/drawing/2014/main" id="{EA12844C-81B2-4E12-A39A-E49427006CA4}"/>
                </a:ext>
              </a:extLst>
            </p:cNvPr>
            <p:cNvSpPr>
              <a:spLocks/>
            </p:cNvSpPr>
            <p:nvPr/>
          </p:nvSpPr>
          <p:spPr>
            <a:xfrm>
              <a:off x="5329093" y="5242040"/>
              <a:ext cx="28398" cy="28398"/>
            </a:xfrm>
            <a:prstGeom prst="ellipse">
              <a:avLst/>
            </a:prstGeom>
            <a:solidFill>
              <a:srgbClr val="7F8C97">
                <a:alpha val="48000"/>
              </a:srgbClr>
            </a:solidFill>
            <a:ln w="0">
              <a:noFill/>
              <a:prstDash val="solid"/>
            </a:ln>
          </p:spPr>
        </p:sp>
        <p:sp>
          <p:nvSpPr>
            <p:cNvPr id="2588" name="03_assume_matched_2587">
              <a:extLst>
                <a:ext uri="{FF2B5EF4-FFF2-40B4-BE49-F238E27FC236}">
                  <a16:creationId xmlns:a16="http://schemas.microsoft.com/office/drawing/2014/main" id="{92AF69D1-2205-41E8-9E6D-95A33F9DA5C4}"/>
                </a:ext>
              </a:extLst>
            </p:cNvPr>
            <p:cNvSpPr>
              <a:spLocks/>
            </p:cNvSpPr>
            <p:nvPr/>
          </p:nvSpPr>
          <p:spPr>
            <a:xfrm>
              <a:off x="5418460" y="5144561"/>
              <a:ext cx="28398" cy="28398"/>
            </a:xfrm>
            <a:prstGeom prst="ellipse">
              <a:avLst/>
            </a:prstGeom>
            <a:solidFill>
              <a:srgbClr val="7F8C97">
                <a:alpha val="48000"/>
              </a:srgbClr>
            </a:solidFill>
            <a:ln w="0">
              <a:noFill/>
              <a:prstDash val="solid"/>
            </a:ln>
          </p:spPr>
        </p:sp>
        <p:sp>
          <p:nvSpPr>
            <p:cNvPr id="2589" name="03_assume_matched_2588">
              <a:extLst>
                <a:ext uri="{FF2B5EF4-FFF2-40B4-BE49-F238E27FC236}">
                  <a16:creationId xmlns:a16="http://schemas.microsoft.com/office/drawing/2014/main" id="{07DB9B87-417A-4D64-AC9B-CA2B40C90BE9}"/>
                </a:ext>
              </a:extLst>
            </p:cNvPr>
            <p:cNvSpPr>
              <a:spLocks/>
            </p:cNvSpPr>
            <p:nvPr/>
          </p:nvSpPr>
          <p:spPr>
            <a:xfrm>
              <a:off x="5331395" y="4852127"/>
              <a:ext cx="28398" cy="28398"/>
            </a:xfrm>
            <a:prstGeom prst="ellipse">
              <a:avLst/>
            </a:prstGeom>
            <a:solidFill>
              <a:srgbClr val="7F8C97">
                <a:alpha val="48000"/>
              </a:srgbClr>
            </a:solidFill>
            <a:ln w="0">
              <a:noFill/>
              <a:prstDash val="solid"/>
            </a:ln>
          </p:spPr>
        </p:sp>
        <p:sp>
          <p:nvSpPr>
            <p:cNvPr id="2590" name="03_assume_matched_2589">
              <a:extLst>
                <a:ext uri="{FF2B5EF4-FFF2-40B4-BE49-F238E27FC236}">
                  <a16:creationId xmlns:a16="http://schemas.microsoft.com/office/drawing/2014/main" id="{F8E783CF-AC0E-4A31-BDB9-89748F911E4B}"/>
                </a:ext>
              </a:extLst>
            </p:cNvPr>
            <p:cNvSpPr>
              <a:spLocks/>
            </p:cNvSpPr>
            <p:nvPr/>
          </p:nvSpPr>
          <p:spPr>
            <a:xfrm>
              <a:off x="5410401" y="5177054"/>
              <a:ext cx="28398" cy="28398"/>
            </a:xfrm>
            <a:prstGeom prst="ellipse">
              <a:avLst/>
            </a:prstGeom>
            <a:solidFill>
              <a:srgbClr val="7F8C97">
                <a:alpha val="48000"/>
              </a:srgbClr>
            </a:solidFill>
            <a:ln w="0">
              <a:noFill/>
              <a:prstDash val="solid"/>
            </a:ln>
          </p:spPr>
        </p:sp>
        <p:sp>
          <p:nvSpPr>
            <p:cNvPr id="2591" name="03_assume_matched_2590">
              <a:extLst>
                <a:ext uri="{FF2B5EF4-FFF2-40B4-BE49-F238E27FC236}">
                  <a16:creationId xmlns:a16="http://schemas.microsoft.com/office/drawing/2014/main" id="{2B7A1E16-EF41-4F4C-A615-68CEB7ABD89B}"/>
                </a:ext>
              </a:extLst>
            </p:cNvPr>
            <p:cNvSpPr>
              <a:spLocks/>
            </p:cNvSpPr>
            <p:nvPr/>
          </p:nvSpPr>
          <p:spPr>
            <a:xfrm>
              <a:off x="5411552" y="4852127"/>
              <a:ext cx="28398" cy="28398"/>
            </a:xfrm>
            <a:prstGeom prst="ellipse">
              <a:avLst/>
            </a:prstGeom>
            <a:solidFill>
              <a:srgbClr val="7F8C97">
                <a:alpha val="48000"/>
              </a:srgbClr>
            </a:solidFill>
            <a:ln w="0">
              <a:noFill/>
              <a:prstDash val="solid"/>
            </a:ln>
          </p:spPr>
        </p:sp>
        <p:sp>
          <p:nvSpPr>
            <p:cNvPr id="2592" name="03_assume_matched_2591">
              <a:extLst>
                <a:ext uri="{FF2B5EF4-FFF2-40B4-BE49-F238E27FC236}">
                  <a16:creationId xmlns:a16="http://schemas.microsoft.com/office/drawing/2014/main" id="{EC58342B-1659-4610-9843-5080872F7905}"/>
                </a:ext>
              </a:extLst>
            </p:cNvPr>
            <p:cNvSpPr>
              <a:spLocks/>
            </p:cNvSpPr>
            <p:nvPr/>
          </p:nvSpPr>
          <p:spPr>
            <a:xfrm>
              <a:off x="5415294" y="5436996"/>
              <a:ext cx="28398" cy="28398"/>
            </a:xfrm>
            <a:prstGeom prst="ellipse">
              <a:avLst/>
            </a:prstGeom>
            <a:solidFill>
              <a:srgbClr val="7F8C97">
                <a:alpha val="48000"/>
              </a:srgbClr>
            </a:solidFill>
            <a:ln w="0">
              <a:noFill/>
              <a:prstDash val="solid"/>
            </a:ln>
          </p:spPr>
        </p:sp>
        <p:sp>
          <p:nvSpPr>
            <p:cNvPr id="2593" name="03_assume_matched_2592">
              <a:extLst>
                <a:ext uri="{FF2B5EF4-FFF2-40B4-BE49-F238E27FC236}">
                  <a16:creationId xmlns:a16="http://schemas.microsoft.com/office/drawing/2014/main" id="{A164B7B8-348E-4ADE-A2C1-37DE8E6F8B88}"/>
                </a:ext>
              </a:extLst>
            </p:cNvPr>
            <p:cNvSpPr>
              <a:spLocks/>
            </p:cNvSpPr>
            <p:nvPr/>
          </p:nvSpPr>
          <p:spPr>
            <a:xfrm>
              <a:off x="5332546" y="5242040"/>
              <a:ext cx="28398" cy="28398"/>
            </a:xfrm>
            <a:prstGeom prst="ellipse">
              <a:avLst/>
            </a:prstGeom>
            <a:solidFill>
              <a:srgbClr val="7F8C97">
                <a:alpha val="48000"/>
              </a:srgbClr>
            </a:solidFill>
            <a:ln w="0">
              <a:noFill/>
              <a:prstDash val="solid"/>
            </a:ln>
          </p:spPr>
        </p:sp>
        <p:sp>
          <p:nvSpPr>
            <p:cNvPr id="2594" name="03_assume_matched_2593">
              <a:extLst>
                <a:ext uri="{FF2B5EF4-FFF2-40B4-BE49-F238E27FC236}">
                  <a16:creationId xmlns:a16="http://schemas.microsoft.com/office/drawing/2014/main" id="{3799CF62-827E-495E-B016-3217E1D417CC}"/>
                </a:ext>
              </a:extLst>
            </p:cNvPr>
            <p:cNvSpPr>
              <a:spLocks/>
            </p:cNvSpPr>
            <p:nvPr/>
          </p:nvSpPr>
          <p:spPr>
            <a:xfrm>
              <a:off x="5310816" y="4852127"/>
              <a:ext cx="28398" cy="28398"/>
            </a:xfrm>
            <a:prstGeom prst="ellipse">
              <a:avLst/>
            </a:prstGeom>
            <a:solidFill>
              <a:srgbClr val="7F8C97">
                <a:alpha val="48000"/>
              </a:srgbClr>
            </a:solidFill>
            <a:ln w="0">
              <a:noFill/>
              <a:prstDash val="solid"/>
            </a:ln>
          </p:spPr>
        </p:sp>
        <p:sp>
          <p:nvSpPr>
            <p:cNvPr id="2595" name="03_assume_matched_2594">
              <a:extLst>
                <a:ext uri="{FF2B5EF4-FFF2-40B4-BE49-F238E27FC236}">
                  <a16:creationId xmlns:a16="http://schemas.microsoft.com/office/drawing/2014/main" id="{927D3AED-63A6-41E1-BF1A-F03345951359}"/>
                </a:ext>
              </a:extLst>
            </p:cNvPr>
            <p:cNvSpPr>
              <a:spLocks/>
            </p:cNvSpPr>
            <p:nvPr/>
          </p:nvSpPr>
          <p:spPr>
            <a:xfrm>
              <a:off x="5394571" y="5436996"/>
              <a:ext cx="28398" cy="28398"/>
            </a:xfrm>
            <a:prstGeom prst="ellipse">
              <a:avLst/>
            </a:prstGeom>
            <a:solidFill>
              <a:srgbClr val="7F8C97">
                <a:alpha val="48000"/>
              </a:srgbClr>
            </a:solidFill>
            <a:ln w="0">
              <a:noFill/>
              <a:prstDash val="solid"/>
            </a:ln>
          </p:spPr>
        </p:sp>
        <p:sp>
          <p:nvSpPr>
            <p:cNvPr id="2596" name="03_assume_matched_2595">
              <a:extLst>
                <a:ext uri="{FF2B5EF4-FFF2-40B4-BE49-F238E27FC236}">
                  <a16:creationId xmlns:a16="http://schemas.microsoft.com/office/drawing/2014/main" id="{18E04C9A-72D4-4D7A-8C50-CDCAFCC58C90}"/>
                </a:ext>
              </a:extLst>
            </p:cNvPr>
            <p:cNvSpPr>
              <a:spLocks/>
            </p:cNvSpPr>
            <p:nvPr/>
          </p:nvSpPr>
          <p:spPr>
            <a:xfrm>
              <a:off x="5304052" y="4852127"/>
              <a:ext cx="28398" cy="28398"/>
            </a:xfrm>
            <a:prstGeom prst="ellipse">
              <a:avLst/>
            </a:prstGeom>
            <a:solidFill>
              <a:srgbClr val="7F8C97">
                <a:alpha val="48000"/>
              </a:srgbClr>
            </a:solidFill>
            <a:ln w="0">
              <a:noFill/>
              <a:prstDash val="solid"/>
            </a:ln>
          </p:spPr>
        </p:sp>
        <p:sp>
          <p:nvSpPr>
            <p:cNvPr id="2597" name="03_assume_matched_2596">
              <a:extLst>
                <a:ext uri="{FF2B5EF4-FFF2-40B4-BE49-F238E27FC236}">
                  <a16:creationId xmlns:a16="http://schemas.microsoft.com/office/drawing/2014/main" id="{49DE1309-616E-43AC-8BDD-19A1BD609693}"/>
                </a:ext>
              </a:extLst>
            </p:cNvPr>
            <p:cNvSpPr>
              <a:spLocks/>
            </p:cNvSpPr>
            <p:nvPr/>
          </p:nvSpPr>
          <p:spPr>
            <a:xfrm>
              <a:off x="5398169" y="4852127"/>
              <a:ext cx="28398" cy="28398"/>
            </a:xfrm>
            <a:prstGeom prst="ellipse">
              <a:avLst/>
            </a:prstGeom>
            <a:solidFill>
              <a:srgbClr val="7F8C97">
                <a:alpha val="48000"/>
              </a:srgbClr>
            </a:solidFill>
            <a:ln w="0">
              <a:noFill/>
              <a:prstDash val="solid"/>
            </a:ln>
          </p:spPr>
        </p:sp>
        <p:sp>
          <p:nvSpPr>
            <p:cNvPr id="2598" name="03_assume_matched_2597">
              <a:extLst>
                <a:ext uri="{FF2B5EF4-FFF2-40B4-BE49-F238E27FC236}">
                  <a16:creationId xmlns:a16="http://schemas.microsoft.com/office/drawing/2014/main" id="{72F5AC07-6188-46DB-B668-47F0A1C07A24}"/>
                </a:ext>
              </a:extLst>
            </p:cNvPr>
            <p:cNvSpPr>
              <a:spLocks/>
            </p:cNvSpPr>
            <p:nvPr/>
          </p:nvSpPr>
          <p:spPr>
            <a:xfrm>
              <a:off x="5305348" y="5436996"/>
              <a:ext cx="28398" cy="28398"/>
            </a:xfrm>
            <a:prstGeom prst="ellipse">
              <a:avLst/>
            </a:prstGeom>
            <a:solidFill>
              <a:srgbClr val="7F8C97">
                <a:alpha val="48000"/>
              </a:srgbClr>
            </a:solidFill>
            <a:ln w="0">
              <a:noFill/>
              <a:prstDash val="solid"/>
            </a:ln>
          </p:spPr>
        </p:sp>
        <p:sp>
          <p:nvSpPr>
            <p:cNvPr id="2599" name="03_assume_matched_2598">
              <a:extLst>
                <a:ext uri="{FF2B5EF4-FFF2-40B4-BE49-F238E27FC236}">
                  <a16:creationId xmlns:a16="http://schemas.microsoft.com/office/drawing/2014/main" id="{1C4891F6-84B1-40CB-BC94-C4892A1062D4}"/>
                </a:ext>
              </a:extLst>
            </p:cNvPr>
            <p:cNvSpPr>
              <a:spLocks/>
            </p:cNvSpPr>
            <p:nvPr/>
          </p:nvSpPr>
          <p:spPr>
            <a:xfrm>
              <a:off x="5425799" y="4852127"/>
              <a:ext cx="28398" cy="28398"/>
            </a:xfrm>
            <a:prstGeom prst="ellipse">
              <a:avLst/>
            </a:prstGeom>
            <a:solidFill>
              <a:srgbClr val="7F8C97">
                <a:alpha val="48000"/>
              </a:srgbClr>
            </a:solidFill>
            <a:ln w="0">
              <a:noFill/>
              <a:prstDash val="solid"/>
            </a:ln>
          </p:spPr>
        </p:sp>
        <p:sp>
          <p:nvSpPr>
            <p:cNvPr id="2600" name="03_assume_matched_2599">
              <a:extLst>
                <a:ext uri="{FF2B5EF4-FFF2-40B4-BE49-F238E27FC236}">
                  <a16:creationId xmlns:a16="http://schemas.microsoft.com/office/drawing/2014/main" id="{3F7575FF-A16F-4238-9C55-82D5DCDBBB60}"/>
                </a:ext>
              </a:extLst>
            </p:cNvPr>
            <p:cNvSpPr>
              <a:spLocks/>
            </p:cNvSpPr>
            <p:nvPr/>
          </p:nvSpPr>
          <p:spPr>
            <a:xfrm>
              <a:off x="5403781" y="4852127"/>
              <a:ext cx="28398" cy="28398"/>
            </a:xfrm>
            <a:prstGeom prst="ellipse">
              <a:avLst/>
            </a:prstGeom>
            <a:solidFill>
              <a:srgbClr val="7F8C97">
                <a:alpha val="48000"/>
              </a:srgbClr>
            </a:solidFill>
            <a:ln w="0">
              <a:noFill/>
              <a:prstDash val="solid"/>
            </a:ln>
          </p:spPr>
        </p:sp>
        <p:sp>
          <p:nvSpPr>
            <p:cNvPr id="2601" name="03_assume_matched_2600">
              <a:extLst>
                <a:ext uri="{FF2B5EF4-FFF2-40B4-BE49-F238E27FC236}">
                  <a16:creationId xmlns:a16="http://schemas.microsoft.com/office/drawing/2014/main" id="{D8B846DE-FA48-4AE0-9CDE-8BE1F4009156}"/>
                </a:ext>
              </a:extLst>
            </p:cNvPr>
            <p:cNvSpPr>
              <a:spLocks/>
            </p:cNvSpPr>
            <p:nvPr/>
          </p:nvSpPr>
          <p:spPr>
            <a:xfrm>
              <a:off x="5351686" y="4852127"/>
              <a:ext cx="28398" cy="28398"/>
            </a:xfrm>
            <a:prstGeom prst="ellipse">
              <a:avLst/>
            </a:prstGeom>
            <a:solidFill>
              <a:srgbClr val="7F8C97">
                <a:alpha val="48000"/>
              </a:srgbClr>
            </a:solidFill>
            <a:ln w="0">
              <a:noFill/>
              <a:prstDash val="solid"/>
            </a:ln>
          </p:spPr>
        </p:sp>
        <p:sp>
          <p:nvSpPr>
            <p:cNvPr id="2602" name="03_assume_matched_2601">
              <a:extLst>
                <a:ext uri="{FF2B5EF4-FFF2-40B4-BE49-F238E27FC236}">
                  <a16:creationId xmlns:a16="http://schemas.microsoft.com/office/drawing/2014/main" id="{50EDA9FA-A5A6-4B16-AFCE-702992C2A225}"/>
                </a:ext>
              </a:extLst>
            </p:cNvPr>
            <p:cNvSpPr>
              <a:spLocks/>
            </p:cNvSpPr>
            <p:nvPr/>
          </p:nvSpPr>
          <p:spPr>
            <a:xfrm>
              <a:off x="5327366" y="4852127"/>
              <a:ext cx="28398" cy="28398"/>
            </a:xfrm>
            <a:prstGeom prst="ellipse">
              <a:avLst/>
            </a:prstGeom>
            <a:solidFill>
              <a:srgbClr val="7F8C97">
                <a:alpha val="48000"/>
              </a:srgbClr>
            </a:solidFill>
            <a:ln w="0">
              <a:noFill/>
              <a:prstDash val="solid"/>
            </a:ln>
          </p:spPr>
        </p:sp>
        <p:sp>
          <p:nvSpPr>
            <p:cNvPr id="2603" name="03_assume_matched_2602">
              <a:extLst>
                <a:ext uri="{FF2B5EF4-FFF2-40B4-BE49-F238E27FC236}">
                  <a16:creationId xmlns:a16="http://schemas.microsoft.com/office/drawing/2014/main" id="{D3C3721D-DAF3-40BA-AA70-6D691535B9C7}"/>
                </a:ext>
              </a:extLst>
            </p:cNvPr>
            <p:cNvSpPr>
              <a:spLocks/>
            </p:cNvSpPr>
            <p:nvPr/>
          </p:nvSpPr>
          <p:spPr>
            <a:xfrm>
              <a:off x="5429829" y="5436996"/>
              <a:ext cx="28398" cy="28398"/>
            </a:xfrm>
            <a:prstGeom prst="ellipse">
              <a:avLst/>
            </a:prstGeom>
            <a:solidFill>
              <a:srgbClr val="7F8C97">
                <a:alpha val="48000"/>
              </a:srgbClr>
            </a:solidFill>
            <a:ln w="0">
              <a:noFill/>
              <a:prstDash val="solid"/>
            </a:ln>
          </p:spPr>
        </p:sp>
        <p:sp>
          <p:nvSpPr>
            <p:cNvPr id="2604" name="03_assume_matched_2603">
              <a:extLst>
                <a:ext uri="{FF2B5EF4-FFF2-40B4-BE49-F238E27FC236}">
                  <a16:creationId xmlns:a16="http://schemas.microsoft.com/office/drawing/2014/main" id="{41BF8370-AA53-4FA7-8579-320EED378F87}"/>
                </a:ext>
              </a:extLst>
            </p:cNvPr>
            <p:cNvSpPr>
              <a:spLocks/>
            </p:cNvSpPr>
            <p:nvPr/>
          </p:nvSpPr>
          <p:spPr>
            <a:xfrm>
              <a:off x="5377590" y="5436996"/>
              <a:ext cx="28398" cy="28398"/>
            </a:xfrm>
            <a:prstGeom prst="ellipse">
              <a:avLst/>
            </a:prstGeom>
            <a:solidFill>
              <a:srgbClr val="7F8C97">
                <a:alpha val="48000"/>
              </a:srgbClr>
            </a:solidFill>
            <a:ln w="0">
              <a:noFill/>
              <a:prstDash val="solid"/>
            </a:ln>
          </p:spPr>
        </p:sp>
        <p:sp>
          <p:nvSpPr>
            <p:cNvPr id="2605" name="03_assume_matched_2604">
              <a:extLst>
                <a:ext uri="{FF2B5EF4-FFF2-40B4-BE49-F238E27FC236}">
                  <a16:creationId xmlns:a16="http://schemas.microsoft.com/office/drawing/2014/main" id="{F72728B4-D1FD-4020-8792-1BFD31B286DD}"/>
                </a:ext>
              </a:extLst>
            </p:cNvPr>
            <p:cNvSpPr>
              <a:spLocks/>
            </p:cNvSpPr>
            <p:nvPr/>
          </p:nvSpPr>
          <p:spPr>
            <a:xfrm>
              <a:off x="5410401" y="5436996"/>
              <a:ext cx="28398" cy="28398"/>
            </a:xfrm>
            <a:prstGeom prst="ellipse">
              <a:avLst/>
            </a:prstGeom>
            <a:solidFill>
              <a:srgbClr val="7F8C97">
                <a:alpha val="48000"/>
              </a:srgbClr>
            </a:solidFill>
            <a:ln w="0">
              <a:noFill/>
              <a:prstDash val="solid"/>
            </a:ln>
          </p:spPr>
        </p:sp>
        <p:sp>
          <p:nvSpPr>
            <p:cNvPr id="2606" name="03_assume_matched_2605">
              <a:extLst>
                <a:ext uri="{FF2B5EF4-FFF2-40B4-BE49-F238E27FC236}">
                  <a16:creationId xmlns:a16="http://schemas.microsoft.com/office/drawing/2014/main" id="{B72D41E5-1427-4121-AEB0-65FD242B1BA0}"/>
                </a:ext>
              </a:extLst>
            </p:cNvPr>
            <p:cNvSpPr>
              <a:spLocks/>
            </p:cNvSpPr>
            <p:nvPr/>
          </p:nvSpPr>
          <p:spPr>
            <a:xfrm>
              <a:off x="5309521" y="4852127"/>
              <a:ext cx="28398" cy="28398"/>
            </a:xfrm>
            <a:prstGeom prst="ellipse">
              <a:avLst/>
            </a:prstGeom>
            <a:solidFill>
              <a:srgbClr val="7F8C97">
                <a:alpha val="48000"/>
              </a:srgbClr>
            </a:solidFill>
            <a:ln w="0">
              <a:noFill/>
              <a:prstDash val="solid"/>
            </a:ln>
          </p:spPr>
        </p:sp>
        <p:sp>
          <p:nvSpPr>
            <p:cNvPr id="2607" name="03_assume_matched_2606">
              <a:extLst>
                <a:ext uri="{FF2B5EF4-FFF2-40B4-BE49-F238E27FC236}">
                  <a16:creationId xmlns:a16="http://schemas.microsoft.com/office/drawing/2014/main" id="{28107116-9E36-494B-B25B-03A89AB85832}"/>
                </a:ext>
              </a:extLst>
            </p:cNvPr>
            <p:cNvSpPr>
              <a:spLocks/>
            </p:cNvSpPr>
            <p:nvPr/>
          </p:nvSpPr>
          <p:spPr>
            <a:xfrm>
              <a:off x="5401479" y="5144561"/>
              <a:ext cx="28398" cy="28398"/>
            </a:xfrm>
            <a:prstGeom prst="ellipse">
              <a:avLst/>
            </a:prstGeom>
            <a:solidFill>
              <a:srgbClr val="7F8C97">
                <a:alpha val="48000"/>
              </a:srgbClr>
            </a:solidFill>
            <a:ln w="0">
              <a:noFill/>
              <a:prstDash val="solid"/>
            </a:ln>
          </p:spPr>
        </p:sp>
        <p:sp>
          <p:nvSpPr>
            <p:cNvPr id="2608" name="03_assume_matched_2607">
              <a:extLst>
                <a:ext uri="{FF2B5EF4-FFF2-40B4-BE49-F238E27FC236}">
                  <a16:creationId xmlns:a16="http://schemas.microsoft.com/office/drawing/2014/main" id="{F619BAF0-6148-4FC8-8584-54D309515CE9}"/>
                </a:ext>
              </a:extLst>
            </p:cNvPr>
            <p:cNvSpPr>
              <a:spLocks/>
            </p:cNvSpPr>
            <p:nvPr/>
          </p:nvSpPr>
          <p:spPr>
            <a:xfrm>
              <a:off x="5380612" y="5047083"/>
              <a:ext cx="28398" cy="28398"/>
            </a:xfrm>
            <a:prstGeom prst="ellipse">
              <a:avLst/>
            </a:prstGeom>
            <a:solidFill>
              <a:srgbClr val="7F8C97">
                <a:alpha val="48000"/>
              </a:srgbClr>
            </a:solidFill>
            <a:ln w="0">
              <a:noFill/>
              <a:prstDash val="solid"/>
            </a:ln>
          </p:spPr>
        </p:sp>
        <p:sp>
          <p:nvSpPr>
            <p:cNvPr id="2609" name="03_assume_matched_2608">
              <a:extLst>
                <a:ext uri="{FF2B5EF4-FFF2-40B4-BE49-F238E27FC236}">
                  <a16:creationId xmlns:a16="http://schemas.microsoft.com/office/drawing/2014/main" id="{48E5DFA9-B067-488E-9F59-30576DD22A8D}"/>
                </a:ext>
              </a:extLst>
            </p:cNvPr>
            <p:cNvSpPr>
              <a:spLocks/>
            </p:cNvSpPr>
            <p:nvPr/>
          </p:nvSpPr>
          <p:spPr>
            <a:xfrm>
              <a:off x="5289230" y="4852127"/>
              <a:ext cx="28398" cy="28398"/>
            </a:xfrm>
            <a:prstGeom prst="ellipse">
              <a:avLst/>
            </a:prstGeom>
            <a:solidFill>
              <a:srgbClr val="7F8C97">
                <a:alpha val="48000"/>
              </a:srgbClr>
            </a:solidFill>
            <a:ln w="0">
              <a:noFill/>
              <a:prstDash val="solid"/>
            </a:ln>
          </p:spPr>
        </p:sp>
        <p:sp>
          <p:nvSpPr>
            <p:cNvPr id="2610" name="03_assume_matched_2609">
              <a:extLst>
                <a:ext uri="{FF2B5EF4-FFF2-40B4-BE49-F238E27FC236}">
                  <a16:creationId xmlns:a16="http://schemas.microsoft.com/office/drawing/2014/main" id="{A3588AA2-A0E4-4EC7-9148-7FC7E82793B2}"/>
                </a:ext>
              </a:extLst>
            </p:cNvPr>
            <p:cNvSpPr>
              <a:spLocks/>
            </p:cNvSpPr>
            <p:nvPr/>
          </p:nvSpPr>
          <p:spPr>
            <a:xfrm>
              <a:off x="5348520" y="5436996"/>
              <a:ext cx="28398" cy="28398"/>
            </a:xfrm>
            <a:prstGeom prst="ellipse">
              <a:avLst/>
            </a:prstGeom>
            <a:solidFill>
              <a:srgbClr val="7F8C97">
                <a:alpha val="48000"/>
              </a:srgbClr>
            </a:solidFill>
            <a:ln w="0">
              <a:noFill/>
              <a:prstDash val="solid"/>
            </a:ln>
          </p:spPr>
        </p:sp>
        <p:sp>
          <p:nvSpPr>
            <p:cNvPr id="2611" name="03_assume_matched_2610">
              <a:extLst>
                <a:ext uri="{FF2B5EF4-FFF2-40B4-BE49-F238E27FC236}">
                  <a16:creationId xmlns:a16="http://schemas.microsoft.com/office/drawing/2014/main" id="{2A56F31E-40DD-450C-891A-C4074C34449B}"/>
                </a:ext>
              </a:extLst>
            </p:cNvPr>
            <p:cNvSpPr>
              <a:spLocks/>
            </p:cNvSpPr>
            <p:nvPr/>
          </p:nvSpPr>
          <p:spPr>
            <a:xfrm>
              <a:off x="5330676" y="5436996"/>
              <a:ext cx="28398" cy="28398"/>
            </a:xfrm>
            <a:prstGeom prst="ellipse">
              <a:avLst/>
            </a:prstGeom>
            <a:solidFill>
              <a:srgbClr val="7F8C97">
                <a:alpha val="48000"/>
              </a:srgbClr>
            </a:solidFill>
            <a:ln w="0">
              <a:noFill/>
              <a:prstDash val="solid"/>
            </a:ln>
          </p:spPr>
        </p:sp>
        <p:sp>
          <p:nvSpPr>
            <p:cNvPr id="2612" name="03_assume_matched_2611">
              <a:extLst>
                <a:ext uri="{FF2B5EF4-FFF2-40B4-BE49-F238E27FC236}">
                  <a16:creationId xmlns:a16="http://schemas.microsoft.com/office/drawing/2014/main" id="{EC67731C-BAC7-4E70-B76A-9DCC85E47779}"/>
                </a:ext>
              </a:extLst>
            </p:cNvPr>
            <p:cNvSpPr>
              <a:spLocks/>
            </p:cNvSpPr>
            <p:nvPr/>
          </p:nvSpPr>
          <p:spPr>
            <a:xfrm>
              <a:off x="5362911" y="4852127"/>
              <a:ext cx="28398" cy="28398"/>
            </a:xfrm>
            <a:prstGeom prst="ellipse">
              <a:avLst/>
            </a:prstGeom>
            <a:solidFill>
              <a:srgbClr val="7F8C97">
                <a:alpha val="48000"/>
              </a:srgbClr>
            </a:solidFill>
            <a:ln w="0">
              <a:noFill/>
              <a:prstDash val="solid"/>
            </a:ln>
          </p:spPr>
        </p:sp>
        <p:sp>
          <p:nvSpPr>
            <p:cNvPr id="2613" name="03_assume_matched_2612">
              <a:extLst>
                <a:ext uri="{FF2B5EF4-FFF2-40B4-BE49-F238E27FC236}">
                  <a16:creationId xmlns:a16="http://schemas.microsoft.com/office/drawing/2014/main" id="{284087CD-8C6A-44AC-815D-7BAEE9169123}"/>
                </a:ext>
              </a:extLst>
            </p:cNvPr>
            <p:cNvSpPr>
              <a:spLocks/>
            </p:cNvSpPr>
            <p:nvPr/>
          </p:nvSpPr>
          <p:spPr>
            <a:xfrm>
              <a:off x="5344779" y="5388257"/>
              <a:ext cx="28398" cy="28398"/>
            </a:xfrm>
            <a:prstGeom prst="ellipse">
              <a:avLst/>
            </a:prstGeom>
            <a:solidFill>
              <a:srgbClr val="7F8C97">
                <a:alpha val="48000"/>
              </a:srgbClr>
            </a:solidFill>
            <a:ln w="0">
              <a:noFill/>
              <a:prstDash val="solid"/>
            </a:ln>
          </p:spPr>
        </p:sp>
        <p:sp>
          <p:nvSpPr>
            <p:cNvPr id="2614" name="03_assume_matched_2613">
              <a:extLst>
                <a:ext uri="{FF2B5EF4-FFF2-40B4-BE49-F238E27FC236}">
                  <a16:creationId xmlns:a16="http://schemas.microsoft.com/office/drawing/2014/main" id="{F095DB33-12C6-4B6F-9BAC-81AF46DCB372}"/>
                </a:ext>
              </a:extLst>
            </p:cNvPr>
            <p:cNvSpPr>
              <a:spLocks/>
            </p:cNvSpPr>
            <p:nvPr/>
          </p:nvSpPr>
          <p:spPr>
            <a:xfrm>
              <a:off x="5406947" y="5290779"/>
              <a:ext cx="28398" cy="28398"/>
            </a:xfrm>
            <a:prstGeom prst="ellipse">
              <a:avLst/>
            </a:prstGeom>
            <a:solidFill>
              <a:srgbClr val="7F8C97">
                <a:alpha val="48000"/>
              </a:srgbClr>
            </a:solidFill>
            <a:ln w="0">
              <a:noFill/>
              <a:prstDash val="solid"/>
            </a:ln>
          </p:spPr>
        </p:sp>
        <p:sp>
          <p:nvSpPr>
            <p:cNvPr id="2615" name="03_assume_matched_2614">
              <a:extLst>
                <a:ext uri="{FF2B5EF4-FFF2-40B4-BE49-F238E27FC236}">
                  <a16:creationId xmlns:a16="http://schemas.microsoft.com/office/drawing/2014/main" id="{6539BBE6-159A-419D-B516-AFDBF399FFC1}"/>
                </a:ext>
              </a:extLst>
            </p:cNvPr>
            <p:cNvSpPr>
              <a:spLocks/>
            </p:cNvSpPr>
            <p:nvPr/>
          </p:nvSpPr>
          <p:spPr>
            <a:xfrm>
              <a:off x="5305060" y="4852127"/>
              <a:ext cx="28398" cy="28398"/>
            </a:xfrm>
            <a:prstGeom prst="ellipse">
              <a:avLst/>
            </a:prstGeom>
            <a:solidFill>
              <a:srgbClr val="7F8C97">
                <a:alpha val="48000"/>
              </a:srgbClr>
            </a:solidFill>
            <a:ln w="0">
              <a:noFill/>
              <a:prstDash val="solid"/>
            </a:ln>
          </p:spPr>
        </p:sp>
        <p:sp>
          <p:nvSpPr>
            <p:cNvPr id="2616" name="03_assume_matched_2615">
              <a:extLst>
                <a:ext uri="{FF2B5EF4-FFF2-40B4-BE49-F238E27FC236}">
                  <a16:creationId xmlns:a16="http://schemas.microsoft.com/office/drawing/2014/main" id="{68860A9D-0FB8-4B42-B477-071656B323F4}"/>
                </a:ext>
              </a:extLst>
            </p:cNvPr>
            <p:cNvSpPr>
              <a:spLocks/>
            </p:cNvSpPr>
            <p:nvPr/>
          </p:nvSpPr>
          <p:spPr>
            <a:xfrm>
              <a:off x="5311680" y="4852127"/>
              <a:ext cx="28398" cy="28398"/>
            </a:xfrm>
            <a:prstGeom prst="ellipse">
              <a:avLst/>
            </a:prstGeom>
            <a:solidFill>
              <a:srgbClr val="7F8C97">
                <a:alpha val="48000"/>
              </a:srgbClr>
            </a:solidFill>
            <a:ln w="0">
              <a:noFill/>
              <a:prstDash val="solid"/>
            </a:ln>
          </p:spPr>
        </p:sp>
        <p:sp>
          <p:nvSpPr>
            <p:cNvPr id="2617" name="03_assume_matched_2616">
              <a:extLst>
                <a:ext uri="{FF2B5EF4-FFF2-40B4-BE49-F238E27FC236}">
                  <a16:creationId xmlns:a16="http://schemas.microsoft.com/office/drawing/2014/main" id="{FE8AA9B2-8EA1-420C-A6D3-B57D0833F466}"/>
                </a:ext>
              </a:extLst>
            </p:cNvPr>
            <p:cNvSpPr>
              <a:spLocks/>
            </p:cNvSpPr>
            <p:nvPr/>
          </p:nvSpPr>
          <p:spPr>
            <a:xfrm>
              <a:off x="5371546" y="4852127"/>
              <a:ext cx="28398" cy="28398"/>
            </a:xfrm>
            <a:prstGeom prst="ellipse">
              <a:avLst/>
            </a:prstGeom>
            <a:solidFill>
              <a:srgbClr val="7F8C97">
                <a:alpha val="48000"/>
              </a:srgbClr>
            </a:solidFill>
            <a:ln w="0">
              <a:noFill/>
              <a:prstDash val="solid"/>
            </a:ln>
          </p:spPr>
        </p:sp>
        <p:sp>
          <p:nvSpPr>
            <p:cNvPr id="2618" name="03_assume_matched_2617">
              <a:extLst>
                <a:ext uri="{FF2B5EF4-FFF2-40B4-BE49-F238E27FC236}">
                  <a16:creationId xmlns:a16="http://schemas.microsoft.com/office/drawing/2014/main" id="{CD7572AD-5A1C-4C71-BB00-91A451ED2B14}"/>
                </a:ext>
              </a:extLst>
            </p:cNvPr>
            <p:cNvSpPr>
              <a:spLocks/>
            </p:cNvSpPr>
            <p:nvPr/>
          </p:nvSpPr>
          <p:spPr>
            <a:xfrm>
              <a:off x="5370251" y="4852127"/>
              <a:ext cx="28398" cy="28398"/>
            </a:xfrm>
            <a:prstGeom prst="ellipse">
              <a:avLst/>
            </a:prstGeom>
            <a:solidFill>
              <a:srgbClr val="7F8C97">
                <a:alpha val="48000"/>
              </a:srgbClr>
            </a:solidFill>
            <a:ln w="0">
              <a:noFill/>
              <a:prstDash val="solid"/>
            </a:ln>
          </p:spPr>
        </p:sp>
        <p:sp>
          <p:nvSpPr>
            <p:cNvPr id="2619" name="03_assume_matched_2618">
              <a:extLst>
                <a:ext uri="{FF2B5EF4-FFF2-40B4-BE49-F238E27FC236}">
                  <a16:creationId xmlns:a16="http://schemas.microsoft.com/office/drawing/2014/main" id="{6F998557-7203-48CA-BB2D-3F0FFAF4B88F}"/>
                </a:ext>
              </a:extLst>
            </p:cNvPr>
            <p:cNvSpPr>
              <a:spLocks/>
            </p:cNvSpPr>
            <p:nvPr/>
          </p:nvSpPr>
          <p:spPr>
            <a:xfrm>
              <a:off x="5417021" y="4852127"/>
              <a:ext cx="28398" cy="28398"/>
            </a:xfrm>
            <a:prstGeom prst="ellipse">
              <a:avLst/>
            </a:prstGeom>
            <a:solidFill>
              <a:srgbClr val="7F8C97">
                <a:alpha val="48000"/>
              </a:srgbClr>
            </a:solidFill>
            <a:ln w="0">
              <a:noFill/>
              <a:prstDash val="solid"/>
            </a:ln>
          </p:spPr>
        </p:sp>
        <p:sp>
          <p:nvSpPr>
            <p:cNvPr id="2620" name="03_assume_matched_2619">
              <a:extLst>
                <a:ext uri="{FF2B5EF4-FFF2-40B4-BE49-F238E27FC236}">
                  <a16:creationId xmlns:a16="http://schemas.microsoft.com/office/drawing/2014/main" id="{DD390562-F443-46FE-BEFA-2C1753F128C1}"/>
                </a:ext>
              </a:extLst>
            </p:cNvPr>
            <p:cNvSpPr>
              <a:spLocks/>
            </p:cNvSpPr>
            <p:nvPr/>
          </p:nvSpPr>
          <p:spPr>
            <a:xfrm>
              <a:off x="5395291" y="5144561"/>
              <a:ext cx="28398" cy="28398"/>
            </a:xfrm>
            <a:prstGeom prst="ellipse">
              <a:avLst/>
            </a:prstGeom>
            <a:solidFill>
              <a:srgbClr val="7F8C97">
                <a:alpha val="48000"/>
              </a:srgbClr>
            </a:solidFill>
            <a:ln w="0">
              <a:noFill/>
              <a:prstDash val="solid"/>
            </a:ln>
          </p:spPr>
        </p:sp>
        <p:sp>
          <p:nvSpPr>
            <p:cNvPr id="2621" name="03_assume_matched_2620">
              <a:extLst>
                <a:ext uri="{FF2B5EF4-FFF2-40B4-BE49-F238E27FC236}">
                  <a16:creationId xmlns:a16="http://schemas.microsoft.com/office/drawing/2014/main" id="{44FBD7A1-09AE-4929-84B5-8ABE296B6D60}"/>
                </a:ext>
              </a:extLst>
            </p:cNvPr>
            <p:cNvSpPr>
              <a:spLocks/>
            </p:cNvSpPr>
            <p:nvPr/>
          </p:nvSpPr>
          <p:spPr>
            <a:xfrm>
              <a:off x="5327366" y="5436996"/>
              <a:ext cx="28398" cy="28398"/>
            </a:xfrm>
            <a:prstGeom prst="ellipse">
              <a:avLst/>
            </a:prstGeom>
            <a:solidFill>
              <a:srgbClr val="7F8C97">
                <a:alpha val="48000"/>
              </a:srgbClr>
            </a:solidFill>
            <a:ln w="0">
              <a:noFill/>
              <a:prstDash val="solid"/>
            </a:ln>
          </p:spPr>
        </p:sp>
        <p:sp>
          <p:nvSpPr>
            <p:cNvPr id="2622" name="03_assume_matched_2621">
              <a:extLst>
                <a:ext uri="{FF2B5EF4-FFF2-40B4-BE49-F238E27FC236}">
                  <a16:creationId xmlns:a16="http://schemas.microsoft.com/office/drawing/2014/main" id="{DFE8F92A-276C-4353-BB95-1816DBD908AF}"/>
                </a:ext>
              </a:extLst>
            </p:cNvPr>
            <p:cNvSpPr>
              <a:spLocks/>
            </p:cNvSpPr>
            <p:nvPr/>
          </p:nvSpPr>
          <p:spPr>
            <a:xfrm>
              <a:off x="5398169" y="5436996"/>
              <a:ext cx="28398" cy="28398"/>
            </a:xfrm>
            <a:prstGeom prst="ellipse">
              <a:avLst/>
            </a:prstGeom>
            <a:solidFill>
              <a:srgbClr val="7F8C97">
                <a:alpha val="48000"/>
              </a:srgbClr>
            </a:solidFill>
            <a:ln w="0">
              <a:noFill/>
              <a:prstDash val="solid"/>
            </a:ln>
          </p:spPr>
        </p:sp>
        <p:sp>
          <p:nvSpPr>
            <p:cNvPr id="2623" name="03_assume_matched_2622">
              <a:extLst>
                <a:ext uri="{FF2B5EF4-FFF2-40B4-BE49-F238E27FC236}">
                  <a16:creationId xmlns:a16="http://schemas.microsoft.com/office/drawing/2014/main" id="{DF827197-A6E6-416E-87FB-68026C556CCA}"/>
                </a:ext>
              </a:extLst>
            </p:cNvPr>
            <p:cNvSpPr>
              <a:spLocks/>
            </p:cNvSpPr>
            <p:nvPr/>
          </p:nvSpPr>
          <p:spPr>
            <a:xfrm>
              <a:off x="5386512" y="4852127"/>
              <a:ext cx="28398" cy="28398"/>
            </a:xfrm>
            <a:prstGeom prst="ellipse">
              <a:avLst/>
            </a:prstGeom>
            <a:solidFill>
              <a:srgbClr val="7F8C97">
                <a:alpha val="48000"/>
              </a:srgbClr>
            </a:solidFill>
            <a:ln w="0">
              <a:noFill/>
              <a:prstDash val="solid"/>
            </a:ln>
          </p:spPr>
        </p:sp>
        <p:sp>
          <p:nvSpPr>
            <p:cNvPr id="2624" name="03_assume_matched_2623">
              <a:extLst>
                <a:ext uri="{FF2B5EF4-FFF2-40B4-BE49-F238E27FC236}">
                  <a16:creationId xmlns:a16="http://schemas.microsoft.com/office/drawing/2014/main" id="{AC2CBAB3-FC63-4436-8932-F78C2309E6E3}"/>
                </a:ext>
              </a:extLst>
            </p:cNvPr>
            <p:cNvSpPr>
              <a:spLocks/>
            </p:cNvSpPr>
            <p:nvPr/>
          </p:nvSpPr>
          <p:spPr>
            <a:xfrm>
              <a:off x="5392700" y="5436996"/>
              <a:ext cx="28398" cy="28398"/>
            </a:xfrm>
            <a:prstGeom prst="ellipse">
              <a:avLst/>
            </a:prstGeom>
            <a:solidFill>
              <a:srgbClr val="7F8C97">
                <a:alpha val="48000"/>
              </a:srgbClr>
            </a:solidFill>
            <a:ln w="0">
              <a:noFill/>
              <a:prstDash val="solid"/>
            </a:ln>
          </p:spPr>
        </p:sp>
        <p:sp>
          <p:nvSpPr>
            <p:cNvPr id="2625" name="03_assume_matched_2624">
              <a:extLst>
                <a:ext uri="{FF2B5EF4-FFF2-40B4-BE49-F238E27FC236}">
                  <a16:creationId xmlns:a16="http://schemas.microsoft.com/office/drawing/2014/main" id="{DB73F2E4-97A5-4709-92F4-20E440AD349D}"/>
                </a:ext>
              </a:extLst>
            </p:cNvPr>
            <p:cNvSpPr>
              <a:spLocks/>
            </p:cNvSpPr>
            <p:nvPr/>
          </p:nvSpPr>
          <p:spPr>
            <a:xfrm>
              <a:off x="5406084" y="5372010"/>
              <a:ext cx="28398" cy="28398"/>
            </a:xfrm>
            <a:prstGeom prst="ellipse">
              <a:avLst/>
            </a:prstGeom>
            <a:solidFill>
              <a:srgbClr val="7F8C97">
                <a:alpha val="48000"/>
              </a:srgbClr>
            </a:solidFill>
            <a:ln w="0">
              <a:noFill/>
              <a:prstDash val="solid"/>
            </a:ln>
          </p:spPr>
        </p:sp>
        <p:sp>
          <p:nvSpPr>
            <p:cNvPr id="2626" name="03_assume_matched_2625">
              <a:extLst>
                <a:ext uri="{FF2B5EF4-FFF2-40B4-BE49-F238E27FC236}">
                  <a16:creationId xmlns:a16="http://schemas.microsoft.com/office/drawing/2014/main" id="{C289530C-78B0-4008-AC92-59690038EFBB}"/>
                </a:ext>
              </a:extLst>
            </p:cNvPr>
            <p:cNvSpPr>
              <a:spLocks/>
            </p:cNvSpPr>
            <p:nvPr/>
          </p:nvSpPr>
          <p:spPr>
            <a:xfrm>
              <a:off x="5314702" y="4852127"/>
              <a:ext cx="28398" cy="28398"/>
            </a:xfrm>
            <a:prstGeom prst="ellipse">
              <a:avLst/>
            </a:prstGeom>
            <a:solidFill>
              <a:srgbClr val="7F8C97">
                <a:alpha val="48000"/>
              </a:srgbClr>
            </a:solidFill>
            <a:ln w="0">
              <a:noFill/>
              <a:prstDash val="solid"/>
            </a:ln>
          </p:spPr>
        </p:sp>
        <p:sp>
          <p:nvSpPr>
            <p:cNvPr id="2627" name="03_assume_matched_2626">
              <a:extLst>
                <a:ext uri="{FF2B5EF4-FFF2-40B4-BE49-F238E27FC236}">
                  <a16:creationId xmlns:a16="http://schemas.microsoft.com/office/drawing/2014/main" id="{48B30435-93A7-44A4-8AE8-5470ED8D806E}"/>
                </a:ext>
              </a:extLst>
            </p:cNvPr>
            <p:cNvSpPr>
              <a:spLocks/>
            </p:cNvSpPr>
            <p:nvPr/>
          </p:nvSpPr>
          <p:spPr>
            <a:xfrm>
              <a:off x="5303909" y="4852127"/>
              <a:ext cx="28398" cy="28398"/>
            </a:xfrm>
            <a:prstGeom prst="ellipse">
              <a:avLst/>
            </a:prstGeom>
            <a:solidFill>
              <a:srgbClr val="7F8C97">
                <a:alpha val="48000"/>
              </a:srgbClr>
            </a:solidFill>
            <a:ln w="0">
              <a:noFill/>
              <a:prstDash val="solid"/>
            </a:ln>
          </p:spPr>
        </p:sp>
        <p:sp>
          <p:nvSpPr>
            <p:cNvPr id="2628" name="03_assume_matched_2627">
              <a:extLst>
                <a:ext uri="{FF2B5EF4-FFF2-40B4-BE49-F238E27FC236}">
                  <a16:creationId xmlns:a16="http://schemas.microsoft.com/office/drawing/2014/main" id="{DA902DA7-F728-4791-B818-12CC7806D3E4}"/>
                </a:ext>
              </a:extLst>
            </p:cNvPr>
            <p:cNvSpPr>
              <a:spLocks/>
            </p:cNvSpPr>
            <p:nvPr/>
          </p:nvSpPr>
          <p:spPr>
            <a:xfrm>
              <a:off x="5386800" y="5144561"/>
              <a:ext cx="28398" cy="28398"/>
            </a:xfrm>
            <a:prstGeom prst="ellipse">
              <a:avLst/>
            </a:prstGeom>
            <a:solidFill>
              <a:srgbClr val="7F8C97">
                <a:alpha val="48000"/>
              </a:srgbClr>
            </a:solidFill>
            <a:ln w="0">
              <a:noFill/>
              <a:prstDash val="solid"/>
            </a:ln>
          </p:spPr>
        </p:sp>
        <p:sp>
          <p:nvSpPr>
            <p:cNvPr id="2629" name="03_assume_matched_2628">
              <a:extLst>
                <a:ext uri="{FF2B5EF4-FFF2-40B4-BE49-F238E27FC236}">
                  <a16:creationId xmlns:a16="http://schemas.microsoft.com/office/drawing/2014/main" id="{5BC1A3E7-15BA-4B33-9AFD-7FF5516AAECE}"/>
                </a:ext>
              </a:extLst>
            </p:cNvPr>
            <p:cNvSpPr>
              <a:spLocks/>
            </p:cNvSpPr>
            <p:nvPr/>
          </p:nvSpPr>
          <p:spPr>
            <a:xfrm>
              <a:off x="5423929" y="4852127"/>
              <a:ext cx="28398" cy="28398"/>
            </a:xfrm>
            <a:prstGeom prst="ellipse">
              <a:avLst/>
            </a:prstGeom>
            <a:solidFill>
              <a:srgbClr val="7F8C97">
                <a:alpha val="48000"/>
              </a:srgbClr>
            </a:solidFill>
            <a:ln w="0">
              <a:noFill/>
              <a:prstDash val="solid"/>
            </a:ln>
          </p:spPr>
        </p:sp>
        <p:sp>
          <p:nvSpPr>
            <p:cNvPr id="2630" name="03_assume_matched_2629">
              <a:extLst>
                <a:ext uri="{FF2B5EF4-FFF2-40B4-BE49-F238E27FC236}">
                  <a16:creationId xmlns:a16="http://schemas.microsoft.com/office/drawing/2014/main" id="{6730DFEA-63DC-49FC-A607-4F38F2F818F7}"/>
                </a:ext>
              </a:extLst>
            </p:cNvPr>
            <p:cNvSpPr>
              <a:spLocks/>
            </p:cNvSpPr>
            <p:nvPr/>
          </p:nvSpPr>
          <p:spPr>
            <a:xfrm>
              <a:off x="5430117" y="4852127"/>
              <a:ext cx="28398" cy="28398"/>
            </a:xfrm>
            <a:prstGeom prst="ellipse">
              <a:avLst/>
            </a:prstGeom>
            <a:solidFill>
              <a:srgbClr val="7F8C97">
                <a:alpha val="48000"/>
              </a:srgbClr>
            </a:solidFill>
            <a:ln w="0">
              <a:noFill/>
              <a:prstDash val="solid"/>
            </a:ln>
          </p:spPr>
        </p:sp>
        <p:sp>
          <p:nvSpPr>
            <p:cNvPr id="2631" name="03_assume_matched_2630">
              <a:extLst>
                <a:ext uri="{FF2B5EF4-FFF2-40B4-BE49-F238E27FC236}">
                  <a16:creationId xmlns:a16="http://schemas.microsoft.com/office/drawing/2014/main" id="{7747E18B-FC41-4DC4-B01D-A04912279FF0}"/>
                </a:ext>
              </a:extLst>
            </p:cNvPr>
            <p:cNvSpPr>
              <a:spLocks/>
            </p:cNvSpPr>
            <p:nvPr/>
          </p:nvSpPr>
          <p:spPr>
            <a:xfrm>
              <a:off x="5341181" y="4852127"/>
              <a:ext cx="28398" cy="28398"/>
            </a:xfrm>
            <a:prstGeom prst="ellipse">
              <a:avLst/>
            </a:prstGeom>
            <a:solidFill>
              <a:srgbClr val="7F8C97">
                <a:alpha val="48000"/>
              </a:srgbClr>
            </a:solidFill>
            <a:ln w="0">
              <a:noFill/>
              <a:prstDash val="solid"/>
            </a:ln>
          </p:spPr>
        </p:sp>
        <p:sp>
          <p:nvSpPr>
            <p:cNvPr id="2632" name="03_assume_matched_2631">
              <a:extLst>
                <a:ext uri="{FF2B5EF4-FFF2-40B4-BE49-F238E27FC236}">
                  <a16:creationId xmlns:a16="http://schemas.microsoft.com/office/drawing/2014/main" id="{A094837E-280B-4207-945A-4E6949B3ACBC}"/>
                </a:ext>
              </a:extLst>
            </p:cNvPr>
            <p:cNvSpPr>
              <a:spLocks/>
            </p:cNvSpPr>
            <p:nvPr/>
          </p:nvSpPr>
          <p:spPr>
            <a:xfrm>
              <a:off x="5393996" y="5047083"/>
              <a:ext cx="28398" cy="28398"/>
            </a:xfrm>
            <a:prstGeom prst="ellipse">
              <a:avLst/>
            </a:prstGeom>
            <a:solidFill>
              <a:srgbClr val="7F8C97">
                <a:alpha val="48000"/>
              </a:srgbClr>
            </a:solidFill>
            <a:ln w="0">
              <a:noFill/>
              <a:prstDash val="solid"/>
            </a:ln>
          </p:spPr>
        </p:sp>
        <p:sp>
          <p:nvSpPr>
            <p:cNvPr id="2633" name="03_assume_matched_2632">
              <a:extLst>
                <a:ext uri="{FF2B5EF4-FFF2-40B4-BE49-F238E27FC236}">
                  <a16:creationId xmlns:a16="http://schemas.microsoft.com/office/drawing/2014/main" id="{58728E73-2721-4E59-A33F-59B3318C0993}"/>
                </a:ext>
              </a:extLst>
            </p:cNvPr>
            <p:cNvSpPr>
              <a:spLocks/>
            </p:cNvSpPr>
            <p:nvPr/>
          </p:nvSpPr>
          <p:spPr>
            <a:xfrm>
              <a:off x="5404933" y="4852127"/>
              <a:ext cx="28398" cy="28398"/>
            </a:xfrm>
            <a:prstGeom prst="ellipse">
              <a:avLst/>
            </a:prstGeom>
            <a:solidFill>
              <a:srgbClr val="7F8C97">
                <a:alpha val="48000"/>
              </a:srgbClr>
            </a:solidFill>
            <a:ln w="0">
              <a:noFill/>
              <a:prstDash val="solid"/>
            </a:ln>
          </p:spPr>
        </p:sp>
        <p:sp>
          <p:nvSpPr>
            <p:cNvPr id="2634" name="03_assume_matched_2633">
              <a:extLst>
                <a:ext uri="{FF2B5EF4-FFF2-40B4-BE49-F238E27FC236}">
                  <a16:creationId xmlns:a16="http://schemas.microsoft.com/office/drawing/2014/main" id="{1DCD8539-3020-478C-827C-9EBD7FA2A601}"/>
                </a:ext>
              </a:extLst>
            </p:cNvPr>
            <p:cNvSpPr>
              <a:spLocks/>
            </p:cNvSpPr>
            <p:nvPr/>
          </p:nvSpPr>
          <p:spPr>
            <a:xfrm>
              <a:off x="5422346" y="4852127"/>
              <a:ext cx="28398" cy="28398"/>
            </a:xfrm>
            <a:prstGeom prst="ellipse">
              <a:avLst/>
            </a:prstGeom>
            <a:solidFill>
              <a:srgbClr val="7F8C97">
                <a:alpha val="48000"/>
              </a:srgbClr>
            </a:solidFill>
            <a:ln w="0">
              <a:noFill/>
              <a:prstDash val="solid"/>
            </a:ln>
          </p:spPr>
        </p:sp>
        <p:sp>
          <p:nvSpPr>
            <p:cNvPr id="2635" name="03_assume_matched_2634">
              <a:extLst>
                <a:ext uri="{FF2B5EF4-FFF2-40B4-BE49-F238E27FC236}">
                  <a16:creationId xmlns:a16="http://schemas.microsoft.com/office/drawing/2014/main" id="{8331783C-6AEF-4FEE-9BD8-5FBDE69A33A6}"/>
                </a:ext>
              </a:extLst>
            </p:cNvPr>
            <p:cNvSpPr>
              <a:spLocks/>
            </p:cNvSpPr>
            <p:nvPr/>
          </p:nvSpPr>
          <p:spPr>
            <a:xfrm>
              <a:off x="5407091" y="4852127"/>
              <a:ext cx="28398" cy="28398"/>
            </a:xfrm>
            <a:prstGeom prst="ellipse">
              <a:avLst/>
            </a:prstGeom>
            <a:solidFill>
              <a:srgbClr val="7F8C97">
                <a:alpha val="48000"/>
              </a:srgbClr>
            </a:solidFill>
            <a:ln w="0">
              <a:noFill/>
              <a:prstDash val="solid"/>
            </a:ln>
          </p:spPr>
        </p:sp>
        <p:sp>
          <p:nvSpPr>
            <p:cNvPr id="2636" name="03_assume_matched_2635">
              <a:extLst>
                <a:ext uri="{FF2B5EF4-FFF2-40B4-BE49-F238E27FC236}">
                  <a16:creationId xmlns:a16="http://schemas.microsoft.com/office/drawing/2014/main" id="{99C16D9E-806E-4310-B146-C1BB6FA41642}"/>
                </a:ext>
              </a:extLst>
            </p:cNvPr>
            <p:cNvSpPr>
              <a:spLocks/>
            </p:cNvSpPr>
            <p:nvPr/>
          </p:nvSpPr>
          <p:spPr>
            <a:xfrm>
              <a:off x="5385361" y="4852127"/>
              <a:ext cx="28398" cy="28398"/>
            </a:xfrm>
            <a:prstGeom prst="ellipse">
              <a:avLst/>
            </a:prstGeom>
            <a:solidFill>
              <a:srgbClr val="7F8C97">
                <a:alpha val="48000"/>
              </a:srgbClr>
            </a:solidFill>
            <a:ln w="0">
              <a:noFill/>
              <a:prstDash val="solid"/>
            </a:ln>
          </p:spPr>
        </p:sp>
        <p:sp>
          <p:nvSpPr>
            <p:cNvPr id="2637" name="03_assume_matched_2636">
              <a:extLst>
                <a:ext uri="{FF2B5EF4-FFF2-40B4-BE49-F238E27FC236}">
                  <a16:creationId xmlns:a16="http://schemas.microsoft.com/office/drawing/2014/main" id="{5D6A5317-7910-4D00-AA88-25F36E7F62A0}"/>
                </a:ext>
              </a:extLst>
            </p:cNvPr>
            <p:cNvSpPr>
              <a:spLocks/>
            </p:cNvSpPr>
            <p:nvPr/>
          </p:nvSpPr>
          <p:spPr>
            <a:xfrm>
              <a:off x="5297145" y="4852127"/>
              <a:ext cx="28398" cy="28398"/>
            </a:xfrm>
            <a:prstGeom prst="ellipse">
              <a:avLst/>
            </a:prstGeom>
            <a:solidFill>
              <a:srgbClr val="7F8C97">
                <a:alpha val="48000"/>
              </a:srgbClr>
            </a:solidFill>
            <a:ln w="0">
              <a:noFill/>
              <a:prstDash val="solid"/>
            </a:ln>
          </p:spPr>
        </p:sp>
        <p:sp>
          <p:nvSpPr>
            <p:cNvPr id="2638" name="03_assume_matched_2637">
              <a:extLst>
                <a:ext uri="{FF2B5EF4-FFF2-40B4-BE49-F238E27FC236}">
                  <a16:creationId xmlns:a16="http://schemas.microsoft.com/office/drawing/2014/main" id="{80F412E3-01BB-4728-BC2B-4E5015AD0984}"/>
                </a:ext>
              </a:extLst>
            </p:cNvPr>
            <p:cNvSpPr>
              <a:spLocks/>
            </p:cNvSpPr>
            <p:nvPr/>
          </p:nvSpPr>
          <p:spPr>
            <a:xfrm>
              <a:off x="5311104" y="5436996"/>
              <a:ext cx="28398" cy="28398"/>
            </a:xfrm>
            <a:prstGeom prst="ellipse">
              <a:avLst/>
            </a:prstGeom>
            <a:solidFill>
              <a:srgbClr val="7F8C97">
                <a:alpha val="48000"/>
              </a:srgbClr>
            </a:solidFill>
            <a:ln w="0">
              <a:noFill/>
              <a:prstDash val="solid"/>
            </a:ln>
          </p:spPr>
        </p:sp>
        <p:sp>
          <p:nvSpPr>
            <p:cNvPr id="2639" name="03_assume_matched_2638">
              <a:extLst>
                <a:ext uri="{FF2B5EF4-FFF2-40B4-BE49-F238E27FC236}">
                  <a16:creationId xmlns:a16="http://schemas.microsoft.com/office/drawing/2014/main" id="{CD85C80F-3330-4AD9-B857-427D1CBEAEFD}"/>
                </a:ext>
              </a:extLst>
            </p:cNvPr>
            <p:cNvSpPr>
              <a:spLocks/>
            </p:cNvSpPr>
            <p:nvPr/>
          </p:nvSpPr>
          <p:spPr>
            <a:xfrm>
              <a:off x="5372265" y="4852127"/>
              <a:ext cx="28398" cy="28398"/>
            </a:xfrm>
            <a:prstGeom prst="ellipse">
              <a:avLst/>
            </a:prstGeom>
            <a:solidFill>
              <a:srgbClr val="7F8C97">
                <a:alpha val="48000"/>
              </a:srgbClr>
            </a:solidFill>
            <a:ln w="0">
              <a:noFill/>
              <a:prstDash val="solid"/>
            </a:ln>
          </p:spPr>
        </p:sp>
        <p:sp>
          <p:nvSpPr>
            <p:cNvPr id="2640" name="03_assume_matched_2639">
              <a:extLst>
                <a:ext uri="{FF2B5EF4-FFF2-40B4-BE49-F238E27FC236}">
                  <a16:creationId xmlns:a16="http://schemas.microsoft.com/office/drawing/2014/main" id="{B8B66AD6-E359-434A-A1D1-AF7976DE4762}"/>
                </a:ext>
              </a:extLst>
            </p:cNvPr>
            <p:cNvSpPr>
              <a:spLocks/>
            </p:cNvSpPr>
            <p:nvPr/>
          </p:nvSpPr>
          <p:spPr>
            <a:xfrm>
              <a:off x="5317148" y="4852127"/>
              <a:ext cx="28398" cy="28398"/>
            </a:xfrm>
            <a:prstGeom prst="ellipse">
              <a:avLst/>
            </a:prstGeom>
            <a:solidFill>
              <a:srgbClr val="7F8C97">
                <a:alpha val="48000"/>
              </a:srgbClr>
            </a:solidFill>
            <a:ln w="0">
              <a:noFill/>
              <a:prstDash val="solid"/>
            </a:ln>
          </p:spPr>
        </p:sp>
        <p:sp>
          <p:nvSpPr>
            <p:cNvPr id="2641" name="03_assume_matched_2640">
              <a:extLst>
                <a:ext uri="{FF2B5EF4-FFF2-40B4-BE49-F238E27FC236}">
                  <a16:creationId xmlns:a16="http://schemas.microsoft.com/office/drawing/2014/main" id="{8CE7F56E-6521-4495-BA35-85BF63858FC1}"/>
                </a:ext>
              </a:extLst>
            </p:cNvPr>
            <p:cNvSpPr>
              <a:spLocks/>
            </p:cNvSpPr>
            <p:nvPr/>
          </p:nvSpPr>
          <p:spPr>
            <a:xfrm>
              <a:off x="5343196" y="4852127"/>
              <a:ext cx="28398" cy="28398"/>
            </a:xfrm>
            <a:prstGeom prst="ellipse">
              <a:avLst/>
            </a:prstGeom>
            <a:solidFill>
              <a:srgbClr val="7F8C97">
                <a:alpha val="48000"/>
              </a:srgbClr>
            </a:solidFill>
            <a:ln w="0">
              <a:noFill/>
              <a:prstDash val="solid"/>
            </a:ln>
          </p:spPr>
        </p:sp>
        <p:sp>
          <p:nvSpPr>
            <p:cNvPr id="2642" name="03_assume_matched_2641">
              <a:extLst>
                <a:ext uri="{FF2B5EF4-FFF2-40B4-BE49-F238E27FC236}">
                  <a16:creationId xmlns:a16="http://schemas.microsoft.com/office/drawing/2014/main" id="{4C0A12A4-43D7-4C4E-95EB-F0F4853675C7}"/>
                </a:ext>
              </a:extLst>
            </p:cNvPr>
            <p:cNvSpPr>
              <a:spLocks/>
            </p:cNvSpPr>
            <p:nvPr/>
          </p:nvSpPr>
          <p:spPr>
            <a:xfrm>
              <a:off x="5292252" y="5436996"/>
              <a:ext cx="28398" cy="28398"/>
            </a:xfrm>
            <a:prstGeom prst="ellipse">
              <a:avLst/>
            </a:prstGeom>
            <a:solidFill>
              <a:srgbClr val="7F8C97">
                <a:alpha val="48000"/>
              </a:srgbClr>
            </a:solidFill>
            <a:ln w="0">
              <a:noFill/>
              <a:prstDash val="solid"/>
            </a:ln>
          </p:spPr>
        </p:sp>
        <p:sp>
          <p:nvSpPr>
            <p:cNvPr id="2643" name="03_assume_matched_2642">
              <a:extLst>
                <a:ext uri="{FF2B5EF4-FFF2-40B4-BE49-F238E27FC236}">
                  <a16:creationId xmlns:a16="http://schemas.microsoft.com/office/drawing/2014/main" id="{F1264050-4530-4C57-AC51-11BA284B74F2}"/>
                </a:ext>
              </a:extLst>
            </p:cNvPr>
            <p:cNvSpPr>
              <a:spLocks/>
            </p:cNvSpPr>
            <p:nvPr/>
          </p:nvSpPr>
          <p:spPr>
            <a:xfrm>
              <a:off x="6164931" y="4852127"/>
              <a:ext cx="28398" cy="28398"/>
            </a:xfrm>
            <a:prstGeom prst="ellipse">
              <a:avLst/>
            </a:prstGeom>
            <a:solidFill>
              <a:srgbClr val="7F8C97">
                <a:alpha val="48000"/>
              </a:srgbClr>
            </a:solidFill>
            <a:ln w="0">
              <a:noFill/>
              <a:prstDash val="solid"/>
            </a:ln>
          </p:spPr>
        </p:sp>
        <p:sp>
          <p:nvSpPr>
            <p:cNvPr id="2644" name="03_assume_matched_2643">
              <a:extLst>
                <a:ext uri="{FF2B5EF4-FFF2-40B4-BE49-F238E27FC236}">
                  <a16:creationId xmlns:a16="http://schemas.microsoft.com/office/drawing/2014/main" id="{5FB9F1FF-7425-434E-8297-F075855F07FB}"/>
                </a:ext>
              </a:extLst>
            </p:cNvPr>
            <p:cNvSpPr>
              <a:spLocks/>
            </p:cNvSpPr>
            <p:nvPr/>
          </p:nvSpPr>
          <p:spPr>
            <a:xfrm>
              <a:off x="6153418" y="4852127"/>
              <a:ext cx="28398" cy="28398"/>
            </a:xfrm>
            <a:prstGeom prst="ellipse">
              <a:avLst/>
            </a:prstGeom>
            <a:solidFill>
              <a:srgbClr val="7F8C97">
                <a:alpha val="48000"/>
              </a:srgbClr>
            </a:solidFill>
            <a:ln w="0">
              <a:noFill/>
              <a:prstDash val="solid"/>
            </a:ln>
          </p:spPr>
        </p:sp>
        <p:sp>
          <p:nvSpPr>
            <p:cNvPr id="2645" name="03_assume_matched_2644">
              <a:extLst>
                <a:ext uri="{FF2B5EF4-FFF2-40B4-BE49-F238E27FC236}">
                  <a16:creationId xmlns:a16="http://schemas.microsoft.com/office/drawing/2014/main" id="{FDC6C545-21DA-444F-9DA0-48A1D218091E}"/>
                </a:ext>
              </a:extLst>
            </p:cNvPr>
            <p:cNvSpPr>
              <a:spLocks/>
            </p:cNvSpPr>
            <p:nvPr/>
          </p:nvSpPr>
          <p:spPr>
            <a:xfrm>
              <a:off x="6096286" y="4852127"/>
              <a:ext cx="28398" cy="28398"/>
            </a:xfrm>
            <a:prstGeom prst="ellipse">
              <a:avLst/>
            </a:prstGeom>
            <a:solidFill>
              <a:srgbClr val="7F8C97">
                <a:alpha val="48000"/>
              </a:srgbClr>
            </a:solidFill>
            <a:ln w="0">
              <a:noFill/>
              <a:prstDash val="solid"/>
            </a:ln>
          </p:spPr>
        </p:sp>
        <p:sp>
          <p:nvSpPr>
            <p:cNvPr id="2646" name="03_assume_matched_2645">
              <a:extLst>
                <a:ext uri="{FF2B5EF4-FFF2-40B4-BE49-F238E27FC236}">
                  <a16:creationId xmlns:a16="http://schemas.microsoft.com/office/drawing/2014/main" id="{5C0B2BE6-3961-422B-9562-F63F637BDD0B}"/>
                </a:ext>
              </a:extLst>
            </p:cNvPr>
            <p:cNvSpPr>
              <a:spLocks/>
            </p:cNvSpPr>
            <p:nvPr/>
          </p:nvSpPr>
          <p:spPr>
            <a:xfrm>
              <a:off x="6175149" y="4852127"/>
              <a:ext cx="28398" cy="28398"/>
            </a:xfrm>
            <a:prstGeom prst="ellipse">
              <a:avLst/>
            </a:prstGeom>
            <a:solidFill>
              <a:srgbClr val="7F8C97">
                <a:alpha val="48000"/>
              </a:srgbClr>
            </a:solidFill>
            <a:ln w="0">
              <a:noFill/>
              <a:prstDash val="solid"/>
            </a:ln>
          </p:spPr>
        </p:sp>
        <p:sp>
          <p:nvSpPr>
            <p:cNvPr id="2647" name="03_assume_matched_2646">
              <a:extLst>
                <a:ext uri="{FF2B5EF4-FFF2-40B4-BE49-F238E27FC236}">
                  <a16:creationId xmlns:a16="http://schemas.microsoft.com/office/drawing/2014/main" id="{28C34114-9E8E-4029-8E1A-B4F1F11D5FB1}"/>
                </a:ext>
              </a:extLst>
            </p:cNvPr>
            <p:cNvSpPr>
              <a:spLocks/>
            </p:cNvSpPr>
            <p:nvPr/>
          </p:nvSpPr>
          <p:spPr>
            <a:xfrm>
              <a:off x="6142913" y="4852127"/>
              <a:ext cx="28398" cy="28398"/>
            </a:xfrm>
            <a:prstGeom prst="ellipse">
              <a:avLst/>
            </a:prstGeom>
            <a:solidFill>
              <a:srgbClr val="7F8C97">
                <a:alpha val="48000"/>
              </a:srgbClr>
            </a:solidFill>
            <a:ln w="0">
              <a:noFill/>
              <a:prstDash val="solid"/>
            </a:ln>
          </p:spPr>
        </p:sp>
        <p:sp>
          <p:nvSpPr>
            <p:cNvPr id="2648" name="03_assume_matched_2647">
              <a:extLst>
                <a:ext uri="{FF2B5EF4-FFF2-40B4-BE49-F238E27FC236}">
                  <a16:creationId xmlns:a16="http://schemas.microsoft.com/office/drawing/2014/main" id="{2AD8DD6C-C7A4-4F34-84BF-975DBDD19EEF}"/>
                </a:ext>
              </a:extLst>
            </p:cNvPr>
            <p:cNvSpPr>
              <a:spLocks/>
            </p:cNvSpPr>
            <p:nvPr/>
          </p:nvSpPr>
          <p:spPr>
            <a:xfrm>
              <a:off x="6047645" y="4852127"/>
              <a:ext cx="28398" cy="28398"/>
            </a:xfrm>
            <a:prstGeom prst="ellipse">
              <a:avLst/>
            </a:prstGeom>
            <a:solidFill>
              <a:srgbClr val="7F8C97">
                <a:alpha val="48000"/>
              </a:srgbClr>
            </a:solidFill>
            <a:ln w="0">
              <a:noFill/>
              <a:prstDash val="solid"/>
            </a:ln>
          </p:spPr>
        </p:sp>
        <p:sp>
          <p:nvSpPr>
            <p:cNvPr id="2649" name="03_assume_matched_2648">
              <a:extLst>
                <a:ext uri="{FF2B5EF4-FFF2-40B4-BE49-F238E27FC236}">
                  <a16:creationId xmlns:a16="http://schemas.microsoft.com/office/drawing/2014/main" id="{3D3BB3C8-6084-45FF-8096-FD91F57C223D}"/>
                </a:ext>
              </a:extLst>
            </p:cNvPr>
            <p:cNvSpPr>
              <a:spLocks/>
            </p:cNvSpPr>
            <p:nvPr/>
          </p:nvSpPr>
          <p:spPr>
            <a:xfrm>
              <a:off x="6078298" y="5436996"/>
              <a:ext cx="28398" cy="28398"/>
            </a:xfrm>
            <a:prstGeom prst="ellipse">
              <a:avLst/>
            </a:prstGeom>
            <a:solidFill>
              <a:srgbClr val="7F8C97">
                <a:alpha val="48000"/>
              </a:srgbClr>
            </a:solidFill>
            <a:ln w="0">
              <a:noFill/>
              <a:prstDash val="solid"/>
            </a:ln>
          </p:spPr>
        </p:sp>
        <p:sp>
          <p:nvSpPr>
            <p:cNvPr id="2650" name="03_assume_matched_2649">
              <a:extLst>
                <a:ext uri="{FF2B5EF4-FFF2-40B4-BE49-F238E27FC236}">
                  <a16:creationId xmlns:a16="http://schemas.microsoft.com/office/drawing/2014/main" id="{3629DE70-3511-42FB-9FC0-0CBA393916AE}"/>
                </a:ext>
              </a:extLst>
            </p:cNvPr>
            <p:cNvSpPr>
              <a:spLocks/>
            </p:cNvSpPr>
            <p:nvPr/>
          </p:nvSpPr>
          <p:spPr>
            <a:xfrm>
              <a:off x="6047357" y="5290779"/>
              <a:ext cx="28398" cy="28398"/>
            </a:xfrm>
            <a:prstGeom prst="ellipse">
              <a:avLst/>
            </a:prstGeom>
            <a:solidFill>
              <a:srgbClr val="7F8C97">
                <a:alpha val="48000"/>
              </a:srgbClr>
            </a:solidFill>
            <a:ln w="0">
              <a:noFill/>
              <a:prstDash val="solid"/>
            </a:ln>
          </p:spPr>
        </p:sp>
        <p:sp>
          <p:nvSpPr>
            <p:cNvPr id="2651" name="03_assume_matched_2650">
              <a:extLst>
                <a:ext uri="{FF2B5EF4-FFF2-40B4-BE49-F238E27FC236}">
                  <a16:creationId xmlns:a16="http://schemas.microsoft.com/office/drawing/2014/main" id="{056D360F-479D-48CC-9FC4-5E52309515E6}"/>
                </a:ext>
              </a:extLst>
            </p:cNvPr>
            <p:cNvSpPr>
              <a:spLocks/>
            </p:cNvSpPr>
            <p:nvPr/>
          </p:nvSpPr>
          <p:spPr>
            <a:xfrm>
              <a:off x="6128666" y="5144561"/>
              <a:ext cx="28398" cy="28398"/>
            </a:xfrm>
            <a:prstGeom prst="ellipse">
              <a:avLst/>
            </a:prstGeom>
            <a:solidFill>
              <a:srgbClr val="7F8C97">
                <a:alpha val="48000"/>
              </a:srgbClr>
            </a:solidFill>
            <a:ln w="0">
              <a:noFill/>
              <a:prstDash val="solid"/>
            </a:ln>
          </p:spPr>
        </p:sp>
        <p:sp>
          <p:nvSpPr>
            <p:cNvPr id="2652" name="03_assume_matched_2651">
              <a:extLst>
                <a:ext uri="{FF2B5EF4-FFF2-40B4-BE49-F238E27FC236}">
                  <a16:creationId xmlns:a16="http://schemas.microsoft.com/office/drawing/2014/main" id="{1270910C-789A-4F41-9817-277A7883B3BB}"/>
                </a:ext>
              </a:extLst>
            </p:cNvPr>
            <p:cNvSpPr>
              <a:spLocks/>
            </p:cNvSpPr>
            <p:nvPr/>
          </p:nvSpPr>
          <p:spPr>
            <a:xfrm>
              <a:off x="6109958" y="5144561"/>
              <a:ext cx="28398" cy="28398"/>
            </a:xfrm>
            <a:prstGeom prst="ellipse">
              <a:avLst/>
            </a:prstGeom>
            <a:solidFill>
              <a:srgbClr val="7F8C97">
                <a:alpha val="48000"/>
              </a:srgbClr>
            </a:solidFill>
            <a:ln w="0">
              <a:noFill/>
              <a:prstDash val="solid"/>
            </a:ln>
          </p:spPr>
        </p:sp>
        <p:sp>
          <p:nvSpPr>
            <p:cNvPr id="2653" name="03_assume_matched_2652">
              <a:extLst>
                <a:ext uri="{FF2B5EF4-FFF2-40B4-BE49-F238E27FC236}">
                  <a16:creationId xmlns:a16="http://schemas.microsoft.com/office/drawing/2014/main" id="{5140EF91-4D0B-43FB-A076-A38B85C7AFB5}"/>
                </a:ext>
              </a:extLst>
            </p:cNvPr>
            <p:cNvSpPr>
              <a:spLocks/>
            </p:cNvSpPr>
            <p:nvPr/>
          </p:nvSpPr>
          <p:spPr>
            <a:xfrm>
              <a:off x="6094703" y="4852127"/>
              <a:ext cx="28398" cy="28398"/>
            </a:xfrm>
            <a:prstGeom prst="ellipse">
              <a:avLst/>
            </a:prstGeom>
            <a:solidFill>
              <a:srgbClr val="7F8C97">
                <a:alpha val="48000"/>
              </a:srgbClr>
            </a:solidFill>
            <a:ln w="0">
              <a:noFill/>
              <a:prstDash val="solid"/>
            </a:ln>
          </p:spPr>
        </p:sp>
        <p:sp>
          <p:nvSpPr>
            <p:cNvPr id="2654" name="03_assume_matched_2653">
              <a:extLst>
                <a:ext uri="{FF2B5EF4-FFF2-40B4-BE49-F238E27FC236}">
                  <a16:creationId xmlns:a16="http://schemas.microsoft.com/office/drawing/2014/main" id="{0C291419-C3B7-472A-9A50-A295F6AF90F0}"/>
                </a:ext>
              </a:extLst>
            </p:cNvPr>
            <p:cNvSpPr>
              <a:spLocks/>
            </p:cNvSpPr>
            <p:nvPr/>
          </p:nvSpPr>
          <p:spPr>
            <a:xfrm>
              <a:off x="6080456" y="5436996"/>
              <a:ext cx="28398" cy="28398"/>
            </a:xfrm>
            <a:prstGeom prst="ellipse">
              <a:avLst/>
            </a:prstGeom>
            <a:solidFill>
              <a:srgbClr val="7F8C97">
                <a:alpha val="48000"/>
              </a:srgbClr>
            </a:solidFill>
            <a:ln w="0">
              <a:noFill/>
              <a:prstDash val="solid"/>
            </a:ln>
          </p:spPr>
        </p:sp>
        <p:sp>
          <p:nvSpPr>
            <p:cNvPr id="2655" name="03_assume_matched_2654">
              <a:extLst>
                <a:ext uri="{FF2B5EF4-FFF2-40B4-BE49-F238E27FC236}">
                  <a16:creationId xmlns:a16="http://schemas.microsoft.com/office/drawing/2014/main" id="{67973083-7AB8-4098-AF62-30931215A8D3}"/>
                </a:ext>
              </a:extLst>
            </p:cNvPr>
            <p:cNvSpPr>
              <a:spLocks/>
            </p:cNvSpPr>
            <p:nvPr/>
          </p:nvSpPr>
          <p:spPr>
            <a:xfrm>
              <a:off x="6096862" y="4852127"/>
              <a:ext cx="28398" cy="28398"/>
            </a:xfrm>
            <a:prstGeom prst="ellipse">
              <a:avLst/>
            </a:prstGeom>
            <a:solidFill>
              <a:srgbClr val="7F8C97">
                <a:alpha val="48000"/>
              </a:srgbClr>
            </a:solidFill>
            <a:ln w="0">
              <a:noFill/>
              <a:prstDash val="solid"/>
            </a:ln>
          </p:spPr>
        </p:sp>
        <p:sp>
          <p:nvSpPr>
            <p:cNvPr id="2656" name="03_assume_matched_2655">
              <a:extLst>
                <a:ext uri="{FF2B5EF4-FFF2-40B4-BE49-F238E27FC236}">
                  <a16:creationId xmlns:a16="http://schemas.microsoft.com/office/drawing/2014/main" id="{DD4A777A-F139-4A70-9566-ABB1A52C454F}"/>
                </a:ext>
              </a:extLst>
            </p:cNvPr>
            <p:cNvSpPr>
              <a:spLocks/>
            </p:cNvSpPr>
            <p:nvPr/>
          </p:nvSpPr>
          <p:spPr>
            <a:xfrm>
              <a:off x="6182056" y="5144561"/>
              <a:ext cx="28398" cy="28398"/>
            </a:xfrm>
            <a:prstGeom prst="ellipse">
              <a:avLst/>
            </a:prstGeom>
            <a:solidFill>
              <a:srgbClr val="7F8C97">
                <a:alpha val="48000"/>
              </a:srgbClr>
            </a:solidFill>
            <a:ln w="0">
              <a:noFill/>
              <a:prstDash val="solid"/>
            </a:ln>
          </p:spPr>
        </p:sp>
        <p:sp>
          <p:nvSpPr>
            <p:cNvPr id="2657" name="03_assume_matched_2656">
              <a:extLst>
                <a:ext uri="{FF2B5EF4-FFF2-40B4-BE49-F238E27FC236}">
                  <a16:creationId xmlns:a16="http://schemas.microsoft.com/office/drawing/2014/main" id="{C53E23EA-6DCA-4671-A38E-1995FE0EFF4C}"/>
                </a:ext>
              </a:extLst>
            </p:cNvPr>
            <p:cNvSpPr>
              <a:spLocks/>
            </p:cNvSpPr>
            <p:nvPr/>
          </p:nvSpPr>
          <p:spPr>
            <a:xfrm>
              <a:off x="6137013" y="4852127"/>
              <a:ext cx="28398" cy="28398"/>
            </a:xfrm>
            <a:prstGeom prst="ellipse">
              <a:avLst/>
            </a:prstGeom>
            <a:solidFill>
              <a:srgbClr val="7F8C97">
                <a:alpha val="48000"/>
              </a:srgbClr>
            </a:solidFill>
            <a:ln w="0">
              <a:noFill/>
              <a:prstDash val="solid"/>
            </a:ln>
          </p:spPr>
        </p:sp>
        <p:sp>
          <p:nvSpPr>
            <p:cNvPr id="2658" name="03_assume_matched_2657">
              <a:extLst>
                <a:ext uri="{FF2B5EF4-FFF2-40B4-BE49-F238E27FC236}">
                  <a16:creationId xmlns:a16="http://schemas.microsoft.com/office/drawing/2014/main" id="{6FBDD5DD-0F73-48AE-89CE-037A655DB6AA}"/>
                </a:ext>
              </a:extLst>
            </p:cNvPr>
            <p:cNvSpPr>
              <a:spLocks/>
            </p:cNvSpPr>
            <p:nvPr/>
          </p:nvSpPr>
          <p:spPr>
            <a:xfrm>
              <a:off x="6146799" y="5372010"/>
              <a:ext cx="28398" cy="28398"/>
            </a:xfrm>
            <a:prstGeom prst="ellipse">
              <a:avLst/>
            </a:prstGeom>
            <a:solidFill>
              <a:srgbClr val="7F8C97">
                <a:alpha val="48000"/>
              </a:srgbClr>
            </a:solidFill>
            <a:ln w="0">
              <a:noFill/>
              <a:prstDash val="solid"/>
            </a:ln>
          </p:spPr>
        </p:sp>
        <p:sp>
          <p:nvSpPr>
            <p:cNvPr id="2659" name="03_assume_matched_2658">
              <a:extLst>
                <a:ext uri="{FF2B5EF4-FFF2-40B4-BE49-F238E27FC236}">
                  <a16:creationId xmlns:a16="http://schemas.microsoft.com/office/drawing/2014/main" id="{05071A5F-1306-4499-9555-DB660157192D}"/>
                </a:ext>
              </a:extLst>
            </p:cNvPr>
            <p:cNvSpPr>
              <a:spLocks/>
            </p:cNvSpPr>
            <p:nvPr/>
          </p:nvSpPr>
          <p:spPr>
            <a:xfrm>
              <a:off x="6083622" y="5274532"/>
              <a:ext cx="28398" cy="28398"/>
            </a:xfrm>
            <a:prstGeom prst="ellipse">
              <a:avLst/>
            </a:prstGeom>
            <a:solidFill>
              <a:srgbClr val="7F8C97">
                <a:alpha val="48000"/>
              </a:srgbClr>
            </a:solidFill>
            <a:ln w="0">
              <a:noFill/>
              <a:prstDash val="solid"/>
            </a:ln>
          </p:spPr>
        </p:sp>
        <p:sp>
          <p:nvSpPr>
            <p:cNvPr id="2660" name="03_assume_matched_2659">
              <a:extLst>
                <a:ext uri="{FF2B5EF4-FFF2-40B4-BE49-F238E27FC236}">
                  <a16:creationId xmlns:a16="http://schemas.microsoft.com/office/drawing/2014/main" id="{6F9DA6B1-3B90-40D3-ADE4-DCBFADEBAB39}"/>
                </a:ext>
              </a:extLst>
            </p:cNvPr>
            <p:cNvSpPr>
              <a:spLocks/>
            </p:cNvSpPr>
            <p:nvPr/>
          </p:nvSpPr>
          <p:spPr>
            <a:xfrm>
              <a:off x="6173997" y="5242040"/>
              <a:ext cx="28398" cy="28398"/>
            </a:xfrm>
            <a:prstGeom prst="ellipse">
              <a:avLst/>
            </a:prstGeom>
            <a:solidFill>
              <a:srgbClr val="7F8C97">
                <a:alpha val="48000"/>
              </a:srgbClr>
            </a:solidFill>
            <a:ln w="0">
              <a:noFill/>
              <a:prstDash val="solid"/>
            </a:ln>
          </p:spPr>
        </p:sp>
        <p:sp>
          <p:nvSpPr>
            <p:cNvPr id="2661" name="03_assume_matched_2660">
              <a:extLst>
                <a:ext uri="{FF2B5EF4-FFF2-40B4-BE49-F238E27FC236}">
                  <a16:creationId xmlns:a16="http://schemas.microsoft.com/office/drawing/2014/main" id="{92CD6A13-7F5D-4CFE-8E78-31E57B186A12}"/>
                </a:ext>
              </a:extLst>
            </p:cNvPr>
            <p:cNvSpPr>
              <a:spLocks/>
            </p:cNvSpPr>
            <p:nvPr/>
          </p:nvSpPr>
          <p:spPr>
            <a:xfrm>
              <a:off x="6147086" y="4852127"/>
              <a:ext cx="28398" cy="28398"/>
            </a:xfrm>
            <a:prstGeom prst="ellipse">
              <a:avLst/>
            </a:prstGeom>
            <a:solidFill>
              <a:srgbClr val="7F8C97">
                <a:alpha val="48000"/>
              </a:srgbClr>
            </a:solidFill>
            <a:ln w="0">
              <a:noFill/>
              <a:prstDash val="solid"/>
            </a:ln>
          </p:spPr>
        </p:sp>
        <p:sp>
          <p:nvSpPr>
            <p:cNvPr id="2662" name="03_assume_matched_2661">
              <a:extLst>
                <a:ext uri="{FF2B5EF4-FFF2-40B4-BE49-F238E27FC236}">
                  <a16:creationId xmlns:a16="http://schemas.microsoft.com/office/drawing/2014/main" id="{940CB5C7-752F-4195-AB11-B61565C63FD2}"/>
                </a:ext>
              </a:extLst>
            </p:cNvPr>
            <p:cNvSpPr>
              <a:spLocks/>
            </p:cNvSpPr>
            <p:nvPr/>
          </p:nvSpPr>
          <p:spPr>
            <a:xfrm>
              <a:off x="6064914" y="5436996"/>
              <a:ext cx="28398" cy="28398"/>
            </a:xfrm>
            <a:prstGeom prst="ellipse">
              <a:avLst/>
            </a:prstGeom>
            <a:solidFill>
              <a:srgbClr val="7F8C97">
                <a:alpha val="48000"/>
              </a:srgbClr>
            </a:solidFill>
            <a:ln w="0">
              <a:noFill/>
              <a:prstDash val="solid"/>
            </a:ln>
          </p:spPr>
        </p:sp>
        <p:sp>
          <p:nvSpPr>
            <p:cNvPr id="2663" name="03_assume_matched_2662">
              <a:extLst>
                <a:ext uri="{FF2B5EF4-FFF2-40B4-BE49-F238E27FC236}">
                  <a16:creationId xmlns:a16="http://schemas.microsoft.com/office/drawing/2014/main" id="{BF5E1360-62C1-4131-BCDA-1CE8265A85AE}"/>
                </a:ext>
              </a:extLst>
            </p:cNvPr>
            <p:cNvSpPr>
              <a:spLocks/>
            </p:cNvSpPr>
            <p:nvPr/>
          </p:nvSpPr>
          <p:spPr>
            <a:xfrm>
              <a:off x="6072254" y="4852127"/>
              <a:ext cx="28398" cy="28398"/>
            </a:xfrm>
            <a:prstGeom prst="ellipse">
              <a:avLst/>
            </a:prstGeom>
            <a:solidFill>
              <a:srgbClr val="7F8C97">
                <a:alpha val="48000"/>
              </a:srgbClr>
            </a:solidFill>
            <a:ln w="0">
              <a:noFill/>
              <a:prstDash val="solid"/>
            </a:ln>
          </p:spPr>
        </p:sp>
        <p:sp>
          <p:nvSpPr>
            <p:cNvPr id="2664" name="03_assume_matched_2663">
              <a:extLst>
                <a:ext uri="{FF2B5EF4-FFF2-40B4-BE49-F238E27FC236}">
                  <a16:creationId xmlns:a16="http://schemas.microsoft.com/office/drawing/2014/main" id="{0690B76B-3D9D-46B4-942A-188584E4C4A2}"/>
                </a:ext>
              </a:extLst>
            </p:cNvPr>
            <p:cNvSpPr>
              <a:spLocks/>
            </p:cNvSpPr>
            <p:nvPr/>
          </p:nvSpPr>
          <p:spPr>
            <a:xfrm>
              <a:off x="6083479" y="5242040"/>
              <a:ext cx="28398" cy="28398"/>
            </a:xfrm>
            <a:prstGeom prst="ellipse">
              <a:avLst/>
            </a:prstGeom>
            <a:solidFill>
              <a:srgbClr val="7F8C97">
                <a:alpha val="48000"/>
              </a:srgbClr>
            </a:solidFill>
            <a:ln w="0">
              <a:noFill/>
              <a:prstDash val="solid"/>
            </a:ln>
          </p:spPr>
        </p:sp>
        <p:sp>
          <p:nvSpPr>
            <p:cNvPr id="2665" name="03_assume_matched_2664">
              <a:extLst>
                <a:ext uri="{FF2B5EF4-FFF2-40B4-BE49-F238E27FC236}">
                  <a16:creationId xmlns:a16="http://schemas.microsoft.com/office/drawing/2014/main" id="{D7E17F0A-6AC3-4B4A-8E14-30530CCEC2C0}"/>
                </a:ext>
              </a:extLst>
            </p:cNvPr>
            <p:cNvSpPr>
              <a:spLocks/>
            </p:cNvSpPr>
            <p:nvPr/>
          </p:nvSpPr>
          <p:spPr>
            <a:xfrm>
              <a:off x="6172846" y="5144561"/>
              <a:ext cx="28398" cy="28398"/>
            </a:xfrm>
            <a:prstGeom prst="ellipse">
              <a:avLst/>
            </a:prstGeom>
            <a:solidFill>
              <a:srgbClr val="7F8C97">
                <a:alpha val="48000"/>
              </a:srgbClr>
            </a:solidFill>
            <a:ln w="0">
              <a:noFill/>
              <a:prstDash val="solid"/>
            </a:ln>
          </p:spPr>
        </p:sp>
        <p:sp>
          <p:nvSpPr>
            <p:cNvPr id="2666" name="03_assume_matched_2665">
              <a:extLst>
                <a:ext uri="{FF2B5EF4-FFF2-40B4-BE49-F238E27FC236}">
                  <a16:creationId xmlns:a16="http://schemas.microsoft.com/office/drawing/2014/main" id="{045C9990-DC72-42B3-AA33-00A2DC5AF3ED}"/>
                </a:ext>
              </a:extLst>
            </p:cNvPr>
            <p:cNvSpPr>
              <a:spLocks/>
            </p:cNvSpPr>
            <p:nvPr/>
          </p:nvSpPr>
          <p:spPr>
            <a:xfrm>
              <a:off x="6085781" y="4852127"/>
              <a:ext cx="28398" cy="28398"/>
            </a:xfrm>
            <a:prstGeom prst="ellipse">
              <a:avLst/>
            </a:prstGeom>
            <a:solidFill>
              <a:srgbClr val="7F8C97">
                <a:alpha val="48000"/>
              </a:srgbClr>
            </a:solidFill>
            <a:ln w="0">
              <a:noFill/>
              <a:prstDash val="solid"/>
            </a:ln>
          </p:spPr>
        </p:sp>
        <p:sp>
          <p:nvSpPr>
            <p:cNvPr id="2667" name="03_assume_matched_2666">
              <a:extLst>
                <a:ext uri="{FF2B5EF4-FFF2-40B4-BE49-F238E27FC236}">
                  <a16:creationId xmlns:a16="http://schemas.microsoft.com/office/drawing/2014/main" id="{6D9A84A7-AE99-429F-9FB5-6D6DE0C08506}"/>
                </a:ext>
              </a:extLst>
            </p:cNvPr>
            <p:cNvSpPr>
              <a:spLocks/>
            </p:cNvSpPr>
            <p:nvPr/>
          </p:nvSpPr>
          <p:spPr>
            <a:xfrm>
              <a:off x="6164787" y="5177054"/>
              <a:ext cx="28398" cy="28398"/>
            </a:xfrm>
            <a:prstGeom prst="ellipse">
              <a:avLst/>
            </a:prstGeom>
            <a:solidFill>
              <a:srgbClr val="7F8C97">
                <a:alpha val="48000"/>
              </a:srgbClr>
            </a:solidFill>
            <a:ln w="0">
              <a:noFill/>
              <a:prstDash val="solid"/>
            </a:ln>
          </p:spPr>
        </p:sp>
        <p:sp>
          <p:nvSpPr>
            <p:cNvPr id="2668" name="03_assume_matched_2667">
              <a:extLst>
                <a:ext uri="{FF2B5EF4-FFF2-40B4-BE49-F238E27FC236}">
                  <a16:creationId xmlns:a16="http://schemas.microsoft.com/office/drawing/2014/main" id="{E3FDC304-8CF4-4742-8504-4D4C12FB9320}"/>
                </a:ext>
              </a:extLst>
            </p:cNvPr>
            <p:cNvSpPr>
              <a:spLocks/>
            </p:cNvSpPr>
            <p:nvPr/>
          </p:nvSpPr>
          <p:spPr>
            <a:xfrm>
              <a:off x="6165938" y="4852127"/>
              <a:ext cx="28398" cy="28398"/>
            </a:xfrm>
            <a:prstGeom prst="ellipse">
              <a:avLst/>
            </a:prstGeom>
            <a:solidFill>
              <a:srgbClr val="7F8C97">
                <a:alpha val="48000"/>
              </a:srgbClr>
            </a:solidFill>
            <a:ln w="0">
              <a:noFill/>
              <a:prstDash val="solid"/>
            </a:ln>
          </p:spPr>
        </p:sp>
        <p:sp>
          <p:nvSpPr>
            <p:cNvPr id="2669" name="03_assume_matched_2668">
              <a:extLst>
                <a:ext uri="{FF2B5EF4-FFF2-40B4-BE49-F238E27FC236}">
                  <a16:creationId xmlns:a16="http://schemas.microsoft.com/office/drawing/2014/main" id="{25893998-D45D-48F4-A53B-02C3316E3B6B}"/>
                </a:ext>
              </a:extLst>
            </p:cNvPr>
            <p:cNvSpPr>
              <a:spLocks/>
            </p:cNvSpPr>
            <p:nvPr/>
          </p:nvSpPr>
          <p:spPr>
            <a:xfrm>
              <a:off x="6169680" y="5436996"/>
              <a:ext cx="28398" cy="28398"/>
            </a:xfrm>
            <a:prstGeom prst="ellipse">
              <a:avLst/>
            </a:prstGeom>
            <a:solidFill>
              <a:srgbClr val="7F8C97">
                <a:alpha val="48000"/>
              </a:srgbClr>
            </a:solidFill>
            <a:ln w="0">
              <a:noFill/>
              <a:prstDash val="solid"/>
            </a:ln>
          </p:spPr>
        </p:sp>
        <p:sp>
          <p:nvSpPr>
            <p:cNvPr id="2670" name="03_assume_matched_2669">
              <a:extLst>
                <a:ext uri="{FF2B5EF4-FFF2-40B4-BE49-F238E27FC236}">
                  <a16:creationId xmlns:a16="http://schemas.microsoft.com/office/drawing/2014/main" id="{223D532B-67D6-46BA-8621-5BB07F94553F}"/>
                </a:ext>
              </a:extLst>
            </p:cNvPr>
            <p:cNvSpPr>
              <a:spLocks/>
            </p:cNvSpPr>
            <p:nvPr/>
          </p:nvSpPr>
          <p:spPr>
            <a:xfrm>
              <a:off x="6086932" y="5242040"/>
              <a:ext cx="28398" cy="28398"/>
            </a:xfrm>
            <a:prstGeom prst="ellipse">
              <a:avLst/>
            </a:prstGeom>
            <a:solidFill>
              <a:srgbClr val="7F8C97">
                <a:alpha val="48000"/>
              </a:srgbClr>
            </a:solidFill>
            <a:ln w="0">
              <a:noFill/>
              <a:prstDash val="solid"/>
            </a:ln>
          </p:spPr>
        </p:sp>
        <p:sp>
          <p:nvSpPr>
            <p:cNvPr id="2671" name="03_assume_matched_2670">
              <a:extLst>
                <a:ext uri="{FF2B5EF4-FFF2-40B4-BE49-F238E27FC236}">
                  <a16:creationId xmlns:a16="http://schemas.microsoft.com/office/drawing/2014/main" id="{157074AB-0C3D-4C3E-A620-41150B4371B4}"/>
                </a:ext>
              </a:extLst>
            </p:cNvPr>
            <p:cNvSpPr>
              <a:spLocks/>
            </p:cNvSpPr>
            <p:nvPr/>
          </p:nvSpPr>
          <p:spPr>
            <a:xfrm>
              <a:off x="6065202" y="4852127"/>
              <a:ext cx="28398" cy="28398"/>
            </a:xfrm>
            <a:prstGeom prst="ellipse">
              <a:avLst/>
            </a:prstGeom>
            <a:solidFill>
              <a:srgbClr val="7F8C97">
                <a:alpha val="48000"/>
              </a:srgbClr>
            </a:solidFill>
            <a:ln w="0">
              <a:noFill/>
              <a:prstDash val="solid"/>
            </a:ln>
          </p:spPr>
        </p:sp>
        <p:sp>
          <p:nvSpPr>
            <p:cNvPr id="2672" name="03_assume_matched_2671">
              <a:extLst>
                <a:ext uri="{FF2B5EF4-FFF2-40B4-BE49-F238E27FC236}">
                  <a16:creationId xmlns:a16="http://schemas.microsoft.com/office/drawing/2014/main" id="{BEAEC10B-8454-45FE-84D7-A869FB64CA81}"/>
                </a:ext>
              </a:extLst>
            </p:cNvPr>
            <p:cNvSpPr>
              <a:spLocks/>
            </p:cNvSpPr>
            <p:nvPr/>
          </p:nvSpPr>
          <p:spPr>
            <a:xfrm>
              <a:off x="6148957" y="5436996"/>
              <a:ext cx="28398" cy="28398"/>
            </a:xfrm>
            <a:prstGeom prst="ellipse">
              <a:avLst/>
            </a:prstGeom>
            <a:solidFill>
              <a:srgbClr val="7F8C97">
                <a:alpha val="48000"/>
              </a:srgbClr>
            </a:solidFill>
            <a:ln w="0">
              <a:noFill/>
              <a:prstDash val="solid"/>
            </a:ln>
          </p:spPr>
        </p:sp>
        <p:sp>
          <p:nvSpPr>
            <p:cNvPr id="2673" name="03_assume_matched_2672">
              <a:extLst>
                <a:ext uri="{FF2B5EF4-FFF2-40B4-BE49-F238E27FC236}">
                  <a16:creationId xmlns:a16="http://schemas.microsoft.com/office/drawing/2014/main" id="{1A082585-0D60-4BFF-9522-3ADD4D3EC286}"/>
                </a:ext>
              </a:extLst>
            </p:cNvPr>
            <p:cNvSpPr>
              <a:spLocks/>
            </p:cNvSpPr>
            <p:nvPr/>
          </p:nvSpPr>
          <p:spPr>
            <a:xfrm>
              <a:off x="6058438" y="4852127"/>
              <a:ext cx="28398" cy="28398"/>
            </a:xfrm>
            <a:prstGeom prst="ellipse">
              <a:avLst/>
            </a:prstGeom>
            <a:solidFill>
              <a:srgbClr val="7F8C97">
                <a:alpha val="48000"/>
              </a:srgbClr>
            </a:solidFill>
            <a:ln w="0">
              <a:noFill/>
              <a:prstDash val="solid"/>
            </a:ln>
          </p:spPr>
        </p:sp>
        <p:sp>
          <p:nvSpPr>
            <p:cNvPr id="2674" name="03_assume_matched_2673">
              <a:extLst>
                <a:ext uri="{FF2B5EF4-FFF2-40B4-BE49-F238E27FC236}">
                  <a16:creationId xmlns:a16="http://schemas.microsoft.com/office/drawing/2014/main" id="{3D7409E8-652B-48F4-9201-D9A6183F49F1}"/>
                </a:ext>
              </a:extLst>
            </p:cNvPr>
            <p:cNvSpPr>
              <a:spLocks/>
            </p:cNvSpPr>
            <p:nvPr/>
          </p:nvSpPr>
          <p:spPr>
            <a:xfrm>
              <a:off x="6152555" y="4852127"/>
              <a:ext cx="28398" cy="28398"/>
            </a:xfrm>
            <a:prstGeom prst="ellipse">
              <a:avLst/>
            </a:prstGeom>
            <a:solidFill>
              <a:srgbClr val="7F8C97">
                <a:alpha val="48000"/>
              </a:srgbClr>
            </a:solidFill>
            <a:ln w="0">
              <a:noFill/>
              <a:prstDash val="solid"/>
            </a:ln>
          </p:spPr>
        </p:sp>
        <p:sp>
          <p:nvSpPr>
            <p:cNvPr id="2675" name="03_assume_matched_2674">
              <a:extLst>
                <a:ext uri="{FF2B5EF4-FFF2-40B4-BE49-F238E27FC236}">
                  <a16:creationId xmlns:a16="http://schemas.microsoft.com/office/drawing/2014/main" id="{1951F200-778C-4022-AEE1-214C595BD685}"/>
                </a:ext>
              </a:extLst>
            </p:cNvPr>
            <p:cNvSpPr>
              <a:spLocks/>
            </p:cNvSpPr>
            <p:nvPr/>
          </p:nvSpPr>
          <p:spPr>
            <a:xfrm>
              <a:off x="6059734" y="5436996"/>
              <a:ext cx="28398" cy="28398"/>
            </a:xfrm>
            <a:prstGeom prst="ellipse">
              <a:avLst/>
            </a:prstGeom>
            <a:solidFill>
              <a:srgbClr val="7F8C97">
                <a:alpha val="48000"/>
              </a:srgbClr>
            </a:solidFill>
            <a:ln w="0">
              <a:noFill/>
              <a:prstDash val="solid"/>
            </a:ln>
          </p:spPr>
        </p:sp>
        <p:sp>
          <p:nvSpPr>
            <p:cNvPr id="2676" name="03_assume_matched_2675">
              <a:extLst>
                <a:ext uri="{FF2B5EF4-FFF2-40B4-BE49-F238E27FC236}">
                  <a16:creationId xmlns:a16="http://schemas.microsoft.com/office/drawing/2014/main" id="{6A8308C2-2D77-4E68-9F37-22DE8CA6E370}"/>
                </a:ext>
              </a:extLst>
            </p:cNvPr>
            <p:cNvSpPr>
              <a:spLocks/>
            </p:cNvSpPr>
            <p:nvPr/>
          </p:nvSpPr>
          <p:spPr>
            <a:xfrm>
              <a:off x="6180185" y="4852127"/>
              <a:ext cx="28398" cy="28398"/>
            </a:xfrm>
            <a:prstGeom prst="ellipse">
              <a:avLst/>
            </a:prstGeom>
            <a:solidFill>
              <a:srgbClr val="7F8C97">
                <a:alpha val="48000"/>
              </a:srgbClr>
            </a:solidFill>
            <a:ln w="0">
              <a:noFill/>
              <a:prstDash val="solid"/>
            </a:ln>
          </p:spPr>
        </p:sp>
        <p:sp>
          <p:nvSpPr>
            <p:cNvPr id="2677" name="03_assume_matched_2676">
              <a:extLst>
                <a:ext uri="{FF2B5EF4-FFF2-40B4-BE49-F238E27FC236}">
                  <a16:creationId xmlns:a16="http://schemas.microsoft.com/office/drawing/2014/main" id="{19A552C0-E7BA-4875-801D-08835C62234C}"/>
                </a:ext>
              </a:extLst>
            </p:cNvPr>
            <p:cNvSpPr>
              <a:spLocks/>
            </p:cNvSpPr>
            <p:nvPr/>
          </p:nvSpPr>
          <p:spPr>
            <a:xfrm>
              <a:off x="6158167" y="4852127"/>
              <a:ext cx="28398" cy="28398"/>
            </a:xfrm>
            <a:prstGeom prst="ellipse">
              <a:avLst/>
            </a:prstGeom>
            <a:solidFill>
              <a:srgbClr val="7F8C97">
                <a:alpha val="48000"/>
              </a:srgbClr>
            </a:solidFill>
            <a:ln w="0">
              <a:noFill/>
              <a:prstDash val="solid"/>
            </a:ln>
          </p:spPr>
        </p:sp>
        <p:sp>
          <p:nvSpPr>
            <p:cNvPr id="2678" name="03_assume_matched_2677">
              <a:extLst>
                <a:ext uri="{FF2B5EF4-FFF2-40B4-BE49-F238E27FC236}">
                  <a16:creationId xmlns:a16="http://schemas.microsoft.com/office/drawing/2014/main" id="{67F6BAA7-8F3F-4808-8F9B-CA29DCF2C951}"/>
                </a:ext>
              </a:extLst>
            </p:cNvPr>
            <p:cNvSpPr>
              <a:spLocks/>
            </p:cNvSpPr>
            <p:nvPr/>
          </p:nvSpPr>
          <p:spPr>
            <a:xfrm>
              <a:off x="6106072" y="4852127"/>
              <a:ext cx="28398" cy="28398"/>
            </a:xfrm>
            <a:prstGeom prst="ellipse">
              <a:avLst/>
            </a:prstGeom>
            <a:solidFill>
              <a:srgbClr val="7F8C97">
                <a:alpha val="48000"/>
              </a:srgbClr>
            </a:solidFill>
            <a:ln w="0">
              <a:noFill/>
              <a:prstDash val="solid"/>
            </a:ln>
          </p:spPr>
        </p:sp>
        <p:sp>
          <p:nvSpPr>
            <p:cNvPr id="2679" name="03_assume_matched_2678">
              <a:extLst>
                <a:ext uri="{FF2B5EF4-FFF2-40B4-BE49-F238E27FC236}">
                  <a16:creationId xmlns:a16="http://schemas.microsoft.com/office/drawing/2014/main" id="{62DF762F-E4FF-4C64-BE31-92017BAFDB86}"/>
                </a:ext>
              </a:extLst>
            </p:cNvPr>
            <p:cNvSpPr>
              <a:spLocks/>
            </p:cNvSpPr>
            <p:nvPr/>
          </p:nvSpPr>
          <p:spPr>
            <a:xfrm>
              <a:off x="6081752" y="4852127"/>
              <a:ext cx="28398" cy="28398"/>
            </a:xfrm>
            <a:prstGeom prst="ellipse">
              <a:avLst/>
            </a:prstGeom>
            <a:solidFill>
              <a:srgbClr val="7F8C97">
                <a:alpha val="48000"/>
              </a:srgbClr>
            </a:solidFill>
            <a:ln w="0">
              <a:noFill/>
              <a:prstDash val="solid"/>
            </a:ln>
          </p:spPr>
        </p:sp>
        <p:sp>
          <p:nvSpPr>
            <p:cNvPr id="2680" name="03_assume_matched_2679">
              <a:extLst>
                <a:ext uri="{FF2B5EF4-FFF2-40B4-BE49-F238E27FC236}">
                  <a16:creationId xmlns:a16="http://schemas.microsoft.com/office/drawing/2014/main" id="{67EB5189-BF7E-4587-B463-CA16247DF889}"/>
                </a:ext>
              </a:extLst>
            </p:cNvPr>
            <p:cNvSpPr>
              <a:spLocks/>
            </p:cNvSpPr>
            <p:nvPr/>
          </p:nvSpPr>
          <p:spPr>
            <a:xfrm>
              <a:off x="6184215" y="5436996"/>
              <a:ext cx="28398" cy="28398"/>
            </a:xfrm>
            <a:prstGeom prst="ellipse">
              <a:avLst/>
            </a:prstGeom>
            <a:solidFill>
              <a:srgbClr val="7F8C97">
                <a:alpha val="48000"/>
              </a:srgbClr>
            </a:solidFill>
            <a:ln w="0">
              <a:noFill/>
              <a:prstDash val="solid"/>
            </a:ln>
          </p:spPr>
        </p:sp>
        <p:sp>
          <p:nvSpPr>
            <p:cNvPr id="2681" name="03_assume_matched_2680">
              <a:extLst>
                <a:ext uri="{FF2B5EF4-FFF2-40B4-BE49-F238E27FC236}">
                  <a16:creationId xmlns:a16="http://schemas.microsoft.com/office/drawing/2014/main" id="{BF1EFD6C-7993-41A4-AEB0-58C7C11001EE}"/>
                </a:ext>
              </a:extLst>
            </p:cNvPr>
            <p:cNvSpPr>
              <a:spLocks/>
            </p:cNvSpPr>
            <p:nvPr/>
          </p:nvSpPr>
          <p:spPr>
            <a:xfrm>
              <a:off x="6131976" y="4852127"/>
              <a:ext cx="28398" cy="28398"/>
            </a:xfrm>
            <a:prstGeom prst="ellipse">
              <a:avLst/>
            </a:prstGeom>
            <a:solidFill>
              <a:srgbClr val="7F8C97">
                <a:alpha val="48000"/>
              </a:srgbClr>
            </a:solidFill>
            <a:ln w="0">
              <a:noFill/>
              <a:prstDash val="solid"/>
            </a:ln>
          </p:spPr>
        </p:sp>
        <p:sp>
          <p:nvSpPr>
            <p:cNvPr id="2682" name="03_assume_matched_2681">
              <a:extLst>
                <a:ext uri="{FF2B5EF4-FFF2-40B4-BE49-F238E27FC236}">
                  <a16:creationId xmlns:a16="http://schemas.microsoft.com/office/drawing/2014/main" id="{1B8EAB67-2723-43E4-93B4-6EE5F751AA47}"/>
                </a:ext>
              </a:extLst>
            </p:cNvPr>
            <p:cNvSpPr>
              <a:spLocks/>
            </p:cNvSpPr>
            <p:nvPr/>
          </p:nvSpPr>
          <p:spPr>
            <a:xfrm>
              <a:off x="6164787" y="5436996"/>
              <a:ext cx="28398" cy="28398"/>
            </a:xfrm>
            <a:prstGeom prst="ellipse">
              <a:avLst/>
            </a:prstGeom>
            <a:solidFill>
              <a:srgbClr val="7F8C97">
                <a:alpha val="48000"/>
              </a:srgbClr>
            </a:solidFill>
            <a:ln w="0">
              <a:noFill/>
              <a:prstDash val="solid"/>
            </a:ln>
          </p:spPr>
        </p:sp>
        <p:sp>
          <p:nvSpPr>
            <p:cNvPr id="2683" name="03_assume_matched_2682">
              <a:extLst>
                <a:ext uri="{FF2B5EF4-FFF2-40B4-BE49-F238E27FC236}">
                  <a16:creationId xmlns:a16="http://schemas.microsoft.com/office/drawing/2014/main" id="{9043AB70-BD52-404E-A0F5-AE93658C17AE}"/>
                </a:ext>
              </a:extLst>
            </p:cNvPr>
            <p:cNvSpPr>
              <a:spLocks/>
            </p:cNvSpPr>
            <p:nvPr/>
          </p:nvSpPr>
          <p:spPr>
            <a:xfrm>
              <a:off x="6063907" y="4852127"/>
              <a:ext cx="28398" cy="28398"/>
            </a:xfrm>
            <a:prstGeom prst="ellipse">
              <a:avLst/>
            </a:prstGeom>
            <a:solidFill>
              <a:srgbClr val="7F8C97">
                <a:alpha val="48000"/>
              </a:srgbClr>
            </a:solidFill>
            <a:ln w="0">
              <a:noFill/>
              <a:prstDash val="solid"/>
            </a:ln>
          </p:spPr>
        </p:sp>
        <p:sp>
          <p:nvSpPr>
            <p:cNvPr id="2684" name="03_assume_matched_2683">
              <a:extLst>
                <a:ext uri="{FF2B5EF4-FFF2-40B4-BE49-F238E27FC236}">
                  <a16:creationId xmlns:a16="http://schemas.microsoft.com/office/drawing/2014/main" id="{3EF39CEB-7489-420B-928A-78312FE9A8D6}"/>
                </a:ext>
              </a:extLst>
            </p:cNvPr>
            <p:cNvSpPr>
              <a:spLocks/>
            </p:cNvSpPr>
            <p:nvPr/>
          </p:nvSpPr>
          <p:spPr>
            <a:xfrm>
              <a:off x="6155865" y="5144561"/>
              <a:ext cx="28398" cy="28398"/>
            </a:xfrm>
            <a:prstGeom prst="ellipse">
              <a:avLst/>
            </a:prstGeom>
            <a:solidFill>
              <a:srgbClr val="7F8C97">
                <a:alpha val="48000"/>
              </a:srgbClr>
            </a:solidFill>
            <a:ln w="0">
              <a:noFill/>
              <a:prstDash val="solid"/>
            </a:ln>
          </p:spPr>
        </p:sp>
        <p:sp>
          <p:nvSpPr>
            <p:cNvPr id="2685" name="03_assume_matched_2684">
              <a:extLst>
                <a:ext uri="{FF2B5EF4-FFF2-40B4-BE49-F238E27FC236}">
                  <a16:creationId xmlns:a16="http://schemas.microsoft.com/office/drawing/2014/main" id="{463B5609-912D-4F61-AD35-C2EF5746AAAA}"/>
                </a:ext>
              </a:extLst>
            </p:cNvPr>
            <p:cNvSpPr>
              <a:spLocks/>
            </p:cNvSpPr>
            <p:nvPr/>
          </p:nvSpPr>
          <p:spPr>
            <a:xfrm>
              <a:off x="6134998" y="4949605"/>
              <a:ext cx="28398" cy="28398"/>
            </a:xfrm>
            <a:prstGeom prst="ellipse">
              <a:avLst/>
            </a:prstGeom>
            <a:solidFill>
              <a:srgbClr val="7F8C97">
                <a:alpha val="48000"/>
              </a:srgbClr>
            </a:solidFill>
            <a:ln w="0">
              <a:noFill/>
              <a:prstDash val="solid"/>
            </a:ln>
          </p:spPr>
        </p:sp>
        <p:sp>
          <p:nvSpPr>
            <p:cNvPr id="2686" name="03_assume_matched_2685">
              <a:extLst>
                <a:ext uri="{FF2B5EF4-FFF2-40B4-BE49-F238E27FC236}">
                  <a16:creationId xmlns:a16="http://schemas.microsoft.com/office/drawing/2014/main" id="{F4F86D07-345D-45E1-AE2B-B75E30011326}"/>
                </a:ext>
              </a:extLst>
            </p:cNvPr>
            <p:cNvSpPr>
              <a:spLocks/>
            </p:cNvSpPr>
            <p:nvPr/>
          </p:nvSpPr>
          <p:spPr>
            <a:xfrm>
              <a:off x="6043616" y="4852127"/>
              <a:ext cx="28398" cy="28398"/>
            </a:xfrm>
            <a:prstGeom prst="ellipse">
              <a:avLst/>
            </a:prstGeom>
            <a:solidFill>
              <a:srgbClr val="7F8C97">
                <a:alpha val="48000"/>
              </a:srgbClr>
            </a:solidFill>
            <a:ln w="0">
              <a:noFill/>
              <a:prstDash val="solid"/>
            </a:ln>
          </p:spPr>
        </p:sp>
        <p:sp>
          <p:nvSpPr>
            <p:cNvPr id="2687" name="03_assume_matched_2686">
              <a:extLst>
                <a:ext uri="{FF2B5EF4-FFF2-40B4-BE49-F238E27FC236}">
                  <a16:creationId xmlns:a16="http://schemas.microsoft.com/office/drawing/2014/main" id="{7C9F8BAF-8596-4C1E-9B6B-EB3D26C227BD}"/>
                </a:ext>
              </a:extLst>
            </p:cNvPr>
            <p:cNvSpPr>
              <a:spLocks/>
            </p:cNvSpPr>
            <p:nvPr/>
          </p:nvSpPr>
          <p:spPr>
            <a:xfrm>
              <a:off x="6102906" y="5436996"/>
              <a:ext cx="28398" cy="28398"/>
            </a:xfrm>
            <a:prstGeom prst="ellipse">
              <a:avLst/>
            </a:prstGeom>
            <a:solidFill>
              <a:srgbClr val="7F8C97">
                <a:alpha val="48000"/>
              </a:srgbClr>
            </a:solidFill>
            <a:ln w="0">
              <a:noFill/>
              <a:prstDash val="solid"/>
            </a:ln>
          </p:spPr>
        </p:sp>
        <p:sp>
          <p:nvSpPr>
            <p:cNvPr id="2688" name="03_assume_matched_2687">
              <a:extLst>
                <a:ext uri="{FF2B5EF4-FFF2-40B4-BE49-F238E27FC236}">
                  <a16:creationId xmlns:a16="http://schemas.microsoft.com/office/drawing/2014/main" id="{68A19AC1-2E6F-4AEC-ADEB-25AF72556006}"/>
                </a:ext>
              </a:extLst>
            </p:cNvPr>
            <p:cNvSpPr>
              <a:spLocks/>
            </p:cNvSpPr>
            <p:nvPr/>
          </p:nvSpPr>
          <p:spPr>
            <a:xfrm>
              <a:off x="6085062" y="5436996"/>
              <a:ext cx="28398" cy="28398"/>
            </a:xfrm>
            <a:prstGeom prst="ellipse">
              <a:avLst/>
            </a:prstGeom>
            <a:solidFill>
              <a:srgbClr val="7F8C97">
                <a:alpha val="48000"/>
              </a:srgbClr>
            </a:solidFill>
            <a:ln w="0">
              <a:noFill/>
              <a:prstDash val="solid"/>
            </a:ln>
          </p:spPr>
        </p:sp>
        <p:sp>
          <p:nvSpPr>
            <p:cNvPr id="2689" name="03_assume_matched_2688">
              <a:extLst>
                <a:ext uri="{FF2B5EF4-FFF2-40B4-BE49-F238E27FC236}">
                  <a16:creationId xmlns:a16="http://schemas.microsoft.com/office/drawing/2014/main" id="{A143DBC8-1C16-42C2-8F29-DA7D5BA85829}"/>
                </a:ext>
              </a:extLst>
            </p:cNvPr>
            <p:cNvSpPr>
              <a:spLocks/>
            </p:cNvSpPr>
            <p:nvPr/>
          </p:nvSpPr>
          <p:spPr>
            <a:xfrm>
              <a:off x="6117297" y="4852127"/>
              <a:ext cx="28398" cy="28398"/>
            </a:xfrm>
            <a:prstGeom prst="ellipse">
              <a:avLst/>
            </a:prstGeom>
            <a:solidFill>
              <a:srgbClr val="7F8C97">
                <a:alpha val="48000"/>
              </a:srgbClr>
            </a:solidFill>
            <a:ln w="0">
              <a:noFill/>
              <a:prstDash val="solid"/>
            </a:ln>
          </p:spPr>
        </p:sp>
        <p:sp>
          <p:nvSpPr>
            <p:cNvPr id="2690" name="03_assume_matched_2689">
              <a:extLst>
                <a:ext uri="{FF2B5EF4-FFF2-40B4-BE49-F238E27FC236}">
                  <a16:creationId xmlns:a16="http://schemas.microsoft.com/office/drawing/2014/main" id="{81FD0A66-E806-4475-A741-C0EF1962B340}"/>
                </a:ext>
              </a:extLst>
            </p:cNvPr>
            <p:cNvSpPr>
              <a:spLocks/>
            </p:cNvSpPr>
            <p:nvPr/>
          </p:nvSpPr>
          <p:spPr>
            <a:xfrm>
              <a:off x="6099165" y="5388257"/>
              <a:ext cx="28398" cy="28398"/>
            </a:xfrm>
            <a:prstGeom prst="ellipse">
              <a:avLst/>
            </a:prstGeom>
            <a:solidFill>
              <a:srgbClr val="7F8C97">
                <a:alpha val="48000"/>
              </a:srgbClr>
            </a:solidFill>
            <a:ln w="0">
              <a:noFill/>
              <a:prstDash val="solid"/>
            </a:ln>
          </p:spPr>
        </p:sp>
        <p:sp>
          <p:nvSpPr>
            <p:cNvPr id="2691" name="03_assume_matched_2690">
              <a:extLst>
                <a:ext uri="{FF2B5EF4-FFF2-40B4-BE49-F238E27FC236}">
                  <a16:creationId xmlns:a16="http://schemas.microsoft.com/office/drawing/2014/main" id="{153D66E4-0788-4618-9C1E-0F47F09920D2}"/>
                </a:ext>
              </a:extLst>
            </p:cNvPr>
            <p:cNvSpPr>
              <a:spLocks/>
            </p:cNvSpPr>
            <p:nvPr/>
          </p:nvSpPr>
          <p:spPr>
            <a:xfrm>
              <a:off x="6161333" y="5290779"/>
              <a:ext cx="28398" cy="28398"/>
            </a:xfrm>
            <a:prstGeom prst="ellipse">
              <a:avLst/>
            </a:prstGeom>
            <a:solidFill>
              <a:srgbClr val="7F8C97">
                <a:alpha val="48000"/>
              </a:srgbClr>
            </a:solidFill>
            <a:ln w="0">
              <a:noFill/>
              <a:prstDash val="solid"/>
            </a:ln>
          </p:spPr>
        </p:sp>
        <p:sp>
          <p:nvSpPr>
            <p:cNvPr id="2692" name="03_assume_matched_2691">
              <a:extLst>
                <a:ext uri="{FF2B5EF4-FFF2-40B4-BE49-F238E27FC236}">
                  <a16:creationId xmlns:a16="http://schemas.microsoft.com/office/drawing/2014/main" id="{F4A2CC30-CD6A-41E2-A6B9-F41C75BD63E6}"/>
                </a:ext>
              </a:extLst>
            </p:cNvPr>
            <p:cNvSpPr>
              <a:spLocks/>
            </p:cNvSpPr>
            <p:nvPr/>
          </p:nvSpPr>
          <p:spPr>
            <a:xfrm>
              <a:off x="6059446" y="4852127"/>
              <a:ext cx="28398" cy="28398"/>
            </a:xfrm>
            <a:prstGeom prst="ellipse">
              <a:avLst/>
            </a:prstGeom>
            <a:solidFill>
              <a:srgbClr val="7F8C97">
                <a:alpha val="48000"/>
              </a:srgbClr>
            </a:solidFill>
            <a:ln w="0">
              <a:noFill/>
              <a:prstDash val="solid"/>
            </a:ln>
          </p:spPr>
        </p:sp>
        <p:sp>
          <p:nvSpPr>
            <p:cNvPr id="2693" name="03_assume_matched_2692">
              <a:extLst>
                <a:ext uri="{FF2B5EF4-FFF2-40B4-BE49-F238E27FC236}">
                  <a16:creationId xmlns:a16="http://schemas.microsoft.com/office/drawing/2014/main" id="{89EAE5AE-E469-4B4C-A51E-C8636D96C10B}"/>
                </a:ext>
              </a:extLst>
            </p:cNvPr>
            <p:cNvSpPr>
              <a:spLocks/>
            </p:cNvSpPr>
            <p:nvPr/>
          </p:nvSpPr>
          <p:spPr>
            <a:xfrm>
              <a:off x="6066066" y="4852127"/>
              <a:ext cx="28398" cy="28398"/>
            </a:xfrm>
            <a:prstGeom prst="ellipse">
              <a:avLst/>
            </a:prstGeom>
            <a:solidFill>
              <a:srgbClr val="7F8C97">
                <a:alpha val="48000"/>
              </a:srgbClr>
            </a:solidFill>
            <a:ln w="0">
              <a:noFill/>
              <a:prstDash val="solid"/>
            </a:ln>
          </p:spPr>
        </p:sp>
        <p:sp>
          <p:nvSpPr>
            <p:cNvPr id="2694" name="03_assume_matched_2693">
              <a:extLst>
                <a:ext uri="{FF2B5EF4-FFF2-40B4-BE49-F238E27FC236}">
                  <a16:creationId xmlns:a16="http://schemas.microsoft.com/office/drawing/2014/main" id="{D696C8EA-95AD-4103-BE3E-63EE309BBDD0}"/>
                </a:ext>
              </a:extLst>
            </p:cNvPr>
            <p:cNvSpPr>
              <a:spLocks/>
            </p:cNvSpPr>
            <p:nvPr/>
          </p:nvSpPr>
          <p:spPr>
            <a:xfrm>
              <a:off x="6125932" y="4852127"/>
              <a:ext cx="28398" cy="28398"/>
            </a:xfrm>
            <a:prstGeom prst="ellipse">
              <a:avLst/>
            </a:prstGeom>
            <a:solidFill>
              <a:srgbClr val="7F8C97">
                <a:alpha val="48000"/>
              </a:srgbClr>
            </a:solidFill>
            <a:ln w="0">
              <a:noFill/>
              <a:prstDash val="solid"/>
            </a:ln>
          </p:spPr>
        </p:sp>
        <p:sp>
          <p:nvSpPr>
            <p:cNvPr id="2695" name="03_assume_matched_2694">
              <a:extLst>
                <a:ext uri="{FF2B5EF4-FFF2-40B4-BE49-F238E27FC236}">
                  <a16:creationId xmlns:a16="http://schemas.microsoft.com/office/drawing/2014/main" id="{4C4D38D1-E9BA-45BA-9CBA-298DA0BC0E3B}"/>
                </a:ext>
              </a:extLst>
            </p:cNvPr>
            <p:cNvSpPr>
              <a:spLocks/>
            </p:cNvSpPr>
            <p:nvPr/>
          </p:nvSpPr>
          <p:spPr>
            <a:xfrm>
              <a:off x="6124637" y="4852127"/>
              <a:ext cx="28398" cy="28398"/>
            </a:xfrm>
            <a:prstGeom prst="ellipse">
              <a:avLst/>
            </a:prstGeom>
            <a:solidFill>
              <a:srgbClr val="7F8C97">
                <a:alpha val="48000"/>
              </a:srgbClr>
            </a:solidFill>
            <a:ln w="0">
              <a:noFill/>
              <a:prstDash val="solid"/>
            </a:ln>
          </p:spPr>
        </p:sp>
        <p:sp>
          <p:nvSpPr>
            <p:cNvPr id="2696" name="03_assume_matched_2695">
              <a:extLst>
                <a:ext uri="{FF2B5EF4-FFF2-40B4-BE49-F238E27FC236}">
                  <a16:creationId xmlns:a16="http://schemas.microsoft.com/office/drawing/2014/main" id="{ED6F2435-CFE3-4133-862E-767777998311}"/>
                </a:ext>
              </a:extLst>
            </p:cNvPr>
            <p:cNvSpPr>
              <a:spLocks/>
            </p:cNvSpPr>
            <p:nvPr/>
          </p:nvSpPr>
          <p:spPr>
            <a:xfrm>
              <a:off x="6171407" y="4852127"/>
              <a:ext cx="28398" cy="28398"/>
            </a:xfrm>
            <a:prstGeom prst="ellipse">
              <a:avLst/>
            </a:prstGeom>
            <a:solidFill>
              <a:srgbClr val="7F8C97">
                <a:alpha val="48000"/>
              </a:srgbClr>
            </a:solidFill>
            <a:ln w="0">
              <a:noFill/>
              <a:prstDash val="solid"/>
            </a:ln>
          </p:spPr>
        </p:sp>
        <p:sp>
          <p:nvSpPr>
            <p:cNvPr id="2697" name="03_assume_matched_2696">
              <a:extLst>
                <a:ext uri="{FF2B5EF4-FFF2-40B4-BE49-F238E27FC236}">
                  <a16:creationId xmlns:a16="http://schemas.microsoft.com/office/drawing/2014/main" id="{B44A7D49-1BA5-4AF2-902A-EFEE77F444DD}"/>
                </a:ext>
              </a:extLst>
            </p:cNvPr>
            <p:cNvSpPr>
              <a:spLocks/>
            </p:cNvSpPr>
            <p:nvPr/>
          </p:nvSpPr>
          <p:spPr>
            <a:xfrm>
              <a:off x="6149677" y="4852127"/>
              <a:ext cx="28398" cy="28398"/>
            </a:xfrm>
            <a:prstGeom prst="ellipse">
              <a:avLst/>
            </a:prstGeom>
            <a:solidFill>
              <a:srgbClr val="7F8C97">
                <a:alpha val="48000"/>
              </a:srgbClr>
            </a:solidFill>
            <a:ln w="0">
              <a:noFill/>
              <a:prstDash val="solid"/>
            </a:ln>
          </p:spPr>
        </p:sp>
        <p:sp>
          <p:nvSpPr>
            <p:cNvPr id="2698" name="03_assume_matched_2697">
              <a:extLst>
                <a:ext uri="{FF2B5EF4-FFF2-40B4-BE49-F238E27FC236}">
                  <a16:creationId xmlns:a16="http://schemas.microsoft.com/office/drawing/2014/main" id="{03407DEB-21DB-4865-9F19-194AB0A1999A}"/>
                </a:ext>
              </a:extLst>
            </p:cNvPr>
            <p:cNvSpPr>
              <a:spLocks/>
            </p:cNvSpPr>
            <p:nvPr/>
          </p:nvSpPr>
          <p:spPr>
            <a:xfrm>
              <a:off x="6081752" y="5436996"/>
              <a:ext cx="28398" cy="28398"/>
            </a:xfrm>
            <a:prstGeom prst="ellipse">
              <a:avLst/>
            </a:prstGeom>
            <a:solidFill>
              <a:srgbClr val="7F8C97">
                <a:alpha val="48000"/>
              </a:srgbClr>
            </a:solidFill>
            <a:ln w="0">
              <a:noFill/>
              <a:prstDash val="solid"/>
            </a:ln>
          </p:spPr>
        </p:sp>
        <p:sp>
          <p:nvSpPr>
            <p:cNvPr id="2699" name="03_assume_matched_2698">
              <a:extLst>
                <a:ext uri="{FF2B5EF4-FFF2-40B4-BE49-F238E27FC236}">
                  <a16:creationId xmlns:a16="http://schemas.microsoft.com/office/drawing/2014/main" id="{52EBA030-52FF-4C44-91EB-3D93882EF1B6}"/>
                </a:ext>
              </a:extLst>
            </p:cNvPr>
            <p:cNvSpPr>
              <a:spLocks/>
            </p:cNvSpPr>
            <p:nvPr/>
          </p:nvSpPr>
          <p:spPr>
            <a:xfrm>
              <a:off x="6152555" y="5436996"/>
              <a:ext cx="28398" cy="28398"/>
            </a:xfrm>
            <a:prstGeom prst="ellipse">
              <a:avLst/>
            </a:prstGeom>
            <a:solidFill>
              <a:srgbClr val="7F8C97">
                <a:alpha val="48000"/>
              </a:srgbClr>
            </a:solidFill>
            <a:ln w="0">
              <a:noFill/>
              <a:prstDash val="solid"/>
            </a:ln>
          </p:spPr>
        </p:sp>
        <p:sp>
          <p:nvSpPr>
            <p:cNvPr id="2700" name="03_assume_matched_2699">
              <a:extLst>
                <a:ext uri="{FF2B5EF4-FFF2-40B4-BE49-F238E27FC236}">
                  <a16:creationId xmlns:a16="http://schemas.microsoft.com/office/drawing/2014/main" id="{8F906C3C-5A98-4BF6-B1DE-E15FA16B0612}"/>
                </a:ext>
              </a:extLst>
            </p:cNvPr>
            <p:cNvSpPr>
              <a:spLocks/>
            </p:cNvSpPr>
            <p:nvPr/>
          </p:nvSpPr>
          <p:spPr>
            <a:xfrm>
              <a:off x="6140898" y="4852127"/>
              <a:ext cx="28398" cy="28398"/>
            </a:xfrm>
            <a:prstGeom prst="ellipse">
              <a:avLst/>
            </a:prstGeom>
            <a:solidFill>
              <a:srgbClr val="7F8C97">
                <a:alpha val="48000"/>
              </a:srgbClr>
            </a:solidFill>
            <a:ln w="0">
              <a:noFill/>
              <a:prstDash val="solid"/>
            </a:ln>
          </p:spPr>
        </p:sp>
        <p:sp>
          <p:nvSpPr>
            <p:cNvPr id="2701" name="03_assume_matched_2700">
              <a:extLst>
                <a:ext uri="{FF2B5EF4-FFF2-40B4-BE49-F238E27FC236}">
                  <a16:creationId xmlns:a16="http://schemas.microsoft.com/office/drawing/2014/main" id="{DF5C1A99-DCBA-4491-8DBE-CA0F374CCCB4}"/>
                </a:ext>
              </a:extLst>
            </p:cNvPr>
            <p:cNvSpPr>
              <a:spLocks/>
            </p:cNvSpPr>
            <p:nvPr/>
          </p:nvSpPr>
          <p:spPr>
            <a:xfrm>
              <a:off x="6147086" y="5436996"/>
              <a:ext cx="28398" cy="28398"/>
            </a:xfrm>
            <a:prstGeom prst="ellipse">
              <a:avLst/>
            </a:prstGeom>
            <a:solidFill>
              <a:srgbClr val="7F8C97">
                <a:alpha val="48000"/>
              </a:srgbClr>
            </a:solidFill>
            <a:ln w="0">
              <a:noFill/>
              <a:prstDash val="solid"/>
            </a:ln>
          </p:spPr>
        </p:sp>
        <p:sp>
          <p:nvSpPr>
            <p:cNvPr id="2702" name="03_assume_matched_2701">
              <a:extLst>
                <a:ext uri="{FF2B5EF4-FFF2-40B4-BE49-F238E27FC236}">
                  <a16:creationId xmlns:a16="http://schemas.microsoft.com/office/drawing/2014/main" id="{E708D49C-EED4-4461-BD26-574B8354CC44}"/>
                </a:ext>
              </a:extLst>
            </p:cNvPr>
            <p:cNvSpPr>
              <a:spLocks/>
            </p:cNvSpPr>
            <p:nvPr/>
          </p:nvSpPr>
          <p:spPr>
            <a:xfrm>
              <a:off x="6160470" y="5372010"/>
              <a:ext cx="28398" cy="28398"/>
            </a:xfrm>
            <a:prstGeom prst="ellipse">
              <a:avLst/>
            </a:prstGeom>
            <a:solidFill>
              <a:srgbClr val="7F8C97">
                <a:alpha val="48000"/>
              </a:srgbClr>
            </a:solidFill>
            <a:ln w="0">
              <a:noFill/>
              <a:prstDash val="solid"/>
            </a:ln>
          </p:spPr>
        </p:sp>
        <p:sp>
          <p:nvSpPr>
            <p:cNvPr id="2703" name="03_assume_matched_2702">
              <a:extLst>
                <a:ext uri="{FF2B5EF4-FFF2-40B4-BE49-F238E27FC236}">
                  <a16:creationId xmlns:a16="http://schemas.microsoft.com/office/drawing/2014/main" id="{66D8A123-8725-4676-8723-B3EE4A60A2B3}"/>
                </a:ext>
              </a:extLst>
            </p:cNvPr>
            <p:cNvSpPr>
              <a:spLocks/>
            </p:cNvSpPr>
            <p:nvPr/>
          </p:nvSpPr>
          <p:spPr>
            <a:xfrm>
              <a:off x="6069088" y="4852127"/>
              <a:ext cx="28398" cy="28398"/>
            </a:xfrm>
            <a:prstGeom prst="ellipse">
              <a:avLst/>
            </a:prstGeom>
            <a:solidFill>
              <a:srgbClr val="7F8C97">
                <a:alpha val="48000"/>
              </a:srgbClr>
            </a:solidFill>
            <a:ln w="0">
              <a:noFill/>
              <a:prstDash val="solid"/>
            </a:ln>
          </p:spPr>
        </p:sp>
        <p:sp>
          <p:nvSpPr>
            <p:cNvPr id="2704" name="03_assume_matched_2703">
              <a:extLst>
                <a:ext uri="{FF2B5EF4-FFF2-40B4-BE49-F238E27FC236}">
                  <a16:creationId xmlns:a16="http://schemas.microsoft.com/office/drawing/2014/main" id="{C447A80B-EB9D-48CF-ABEE-1F60F87A6F73}"/>
                </a:ext>
              </a:extLst>
            </p:cNvPr>
            <p:cNvSpPr>
              <a:spLocks/>
            </p:cNvSpPr>
            <p:nvPr/>
          </p:nvSpPr>
          <p:spPr>
            <a:xfrm>
              <a:off x="6058295" y="4852127"/>
              <a:ext cx="28398" cy="28398"/>
            </a:xfrm>
            <a:prstGeom prst="ellipse">
              <a:avLst/>
            </a:prstGeom>
            <a:solidFill>
              <a:srgbClr val="7F8C97">
                <a:alpha val="48000"/>
              </a:srgbClr>
            </a:solidFill>
            <a:ln w="0">
              <a:noFill/>
              <a:prstDash val="solid"/>
            </a:ln>
          </p:spPr>
        </p:sp>
        <p:sp>
          <p:nvSpPr>
            <p:cNvPr id="2705" name="03_assume_matched_2704">
              <a:extLst>
                <a:ext uri="{FF2B5EF4-FFF2-40B4-BE49-F238E27FC236}">
                  <a16:creationId xmlns:a16="http://schemas.microsoft.com/office/drawing/2014/main" id="{9707AEFB-FDBE-45F7-904C-C734AE5C69D0}"/>
                </a:ext>
              </a:extLst>
            </p:cNvPr>
            <p:cNvSpPr>
              <a:spLocks/>
            </p:cNvSpPr>
            <p:nvPr/>
          </p:nvSpPr>
          <p:spPr>
            <a:xfrm>
              <a:off x="6141186" y="5144561"/>
              <a:ext cx="28398" cy="28398"/>
            </a:xfrm>
            <a:prstGeom prst="ellipse">
              <a:avLst/>
            </a:prstGeom>
            <a:solidFill>
              <a:srgbClr val="7F8C97">
                <a:alpha val="48000"/>
              </a:srgbClr>
            </a:solidFill>
            <a:ln w="0">
              <a:noFill/>
              <a:prstDash val="solid"/>
            </a:ln>
          </p:spPr>
        </p:sp>
        <p:sp>
          <p:nvSpPr>
            <p:cNvPr id="2706" name="03_assume_matched_2705">
              <a:extLst>
                <a:ext uri="{FF2B5EF4-FFF2-40B4-BE49-F238E27FC236}">
                  <a16:creationId xmlns:a16="http://schemas.microsoft.com/office/drawing/2014/main" id="{A3BA9901-19EC-42CA-AE51-805ED0EF5652}"/>
                </a:ext>
              </a:extLst>
            </p:cNvPr>
            <p:cNvSpPr>
              <a:spLocks/>
            </p:cNvSpPr>
            <p:nvPr/>
          </p:nvSpPr>
          <p:spPr>
            <a:xfrm>
              <a:off x="6178315" y="4852127"/>
              <a:ext cx="28398" cy="28398"/>
            </a:xfrm>
            <a:prstGeom prst="ellipse">
              <a:avLst/>
            </a:prstGeom>
            <a:solidFill>
              <a:srgbClr val="7F8C97">
                <a:alpha val="48000"/>
              </a:srgbClr>
            </a:solidFill>
            <a:ln w="0">
              <a:noFill/>
              <a:prstDash val="solid"/>
            </a:ln>
          </p:spPr>
        </p:sp>
        <p:sp>
          <p:nvSpPr>
            <p:cNvPr id="2707" name="03_assume_matched_2706">
              <a:extLst>
                <a:ext uri="{FF2B5EF4-FFF2-40B4-BE49-F238E27FC236}">
                  <a16:creationId xmlns:a16="http://schemas.microsoft.com/office/drawing/2014/main" id="{7304B10D-BAEF-4BC8-97E5-5B8EF3469927}"/>
                </a:ext>
              </a:extLst>
            </p:cNvPr>
            <p:cNvSpPr>
              <a:spLocks/>
            </p:cNvSpPr>
            <p:nvPr/>
          </p:nvSpPr>
          <p:spPr>
            <a:xfrm>
              <a:off x="6184503" y="4852127"/>
              <a:ext cx="28398" cy="28398"/>
            </a:xfrm>
            <a:prstGeom prst="ellipse">
              <a:avLst/>
            </a:prstGeom>
            <a:solidFill>
              <a:srgbClr val="7F8C97">
                <a:alpha val="48000"/>
              </a:srgbClr>
            </a:solidFill>
            <a:ln w="0">
              <a:noFill/>
              <a:prstDash val="solid"/>
            </a:ln>
          </p:spPr>
        </p:sp>
        <p:sp>
          <p:nvSpPr>
            <p:cNvPr id="2708" name="03_assume_matched_2707">
              <a:extLst>
                <a:ext uri="{FF2B5EF4-FFF2-40B4-BE49-F238E27FC236}">
                  <a16:creationId xmlns:a16="http://schemas.microsoft.com/office/drawing/2014/main" id="{C4B138D4-8EDF-45A3-94E4-805BC018CB2A}"/>
                </a:ext>
              </a:extLst>
            </p:cNvPr>
            <p:cNvSpPr>
              <a:spLocks/>
            </p:cNvSpPr>
            <p:nvPr/>
          </p:nvSpPr>
          <p:spPr>
            <a:xfrm>
              <a:off x="6095567" y="4852127"/>
              <a:ext cx="28398" cy="28398"/>
            </a:xfrm>
            <a:prstGeom prst="ellipse">
              <a:avLst/>
            </a:prstGeom>
            <a:solidFill>
              <a:srgbClr val="7F8C97">
                <a:alpha val="48000"/>
              </a:srgbClr>
            </a:solidFill>
            <a:ln w="0">
              <a:noFill/>
              <a:prstDash val="solid"/>
            </a:ln>
          </p:spPr>
        </p:sp>
        <p:sp>
          <p:nvSpPr>
            <p:cNvPr id="2709" name="03_assume_matched_2708">
              <a:extLst>
                <a:ext uri="{FF2B5EF4-FFF2-40B4-BE49-F238E27FC236}">
                  <a16:creationId xmlns:a16="http://schemas.microsoft.com/office/drawing/2014/main" id="{A36768BA-7C37-43F6-81FD-EC10DD75D662}"/>
                </a:ext>
              </a:extLst>
            </p:cNvPr>
            <p:cNvSpPr>
              <a:spLocks/>
            </p:cNvSpPr>
            <p:nvPr/>
          </p:nvSpPr>
          <p:spPr>
            <a:xfrm>
              <a:off x="6148382" y="5047083"/>
              <a:ext cx="28398" cy="28398"/>
            </a:xfrm>
            <a:prstGeom prst="ellipse">
              <a:avLst/>
            </a:prstGeom>
            <a:solidFill>
              <a:srgbClr val="7F8C97">
                <a:alpha val="48000"/>
              </a:srgbClr>
            </a:solidFill>
            <a:ln w="0">
              <a:noFill/>
              <a:prstDash val="solid"/>
            </a:ln>
          </p:spPr>
        </p:sp>
        <p:sp>
          <p:nvSpPr>
            <p:cNvPr id="2710" name="03_assume_matched_2709">
              <a:extLst>
                <a:ext uri="{FF2B5EF4-FFF2-40B4-BE49-F238E27FC236}">
                  <a16:creationId xmlns:a16="http://schemas.microsoft.com/office/drawing/2014/main" id="{4813978C-EAE8-48C3-A615-86E7A34C1A9D}"/>
                </a:ext>
              </a:extLst>
            </p:cNvPr>
            <p:cNvSpPr>
              <a:spLocks/>
            </p:cNvSpPr>
            <p:nvPr/>
          </p:nvSpPr>
          <p:spPr>
            <a:xfrm>
              <a:off x="6159319" y="4852127"/>
              <a:ext cx="28398" cy="28398"/>
            </a:xfrm>
            <a:prstGeom prst="ellipse">
              <a:avLst/>
            </a:prstGeom>
            <a:solidFill>
              <a:srgbClr val="7F8C97">
                <a:alpha val="48000"/>
              </a:srgbClr>
            </a:solidFill>
            <a:ln w="0">
              <a:noFill/>
              <a:prstDash val="solid"/>
            </a:ln>
          </p:spPr>
        </p:sp>
        <p:sp>
          <p:nvSpPr>
            <p:cNvPr id="2711" name="03_assume_matched_2710">
              <a:extLst>
                <a:ext uri="{FF2B5EF4-FFF2-40B4-BE49-F238E27FC236}">
                  <a16:creationId xmlns:a16="http://schemas.microsoft.com/office/drawing/2014/main" id="{4DB9CAC7-FB6B-4909-98EB-B695AFD47C24}"/>
                </a:ext>
              </a:extLst>
            </p:cNvPr>
            <p:cNvSpPr>
              <a:spLocks/>
            </p:cNvSpPr>
            <p:nvPr/>
          </p:nvSpPr>
          <p:spPr>
            <a:xfrm>
              <a:off x="6176732" y="4852127"/>
              <a:ext cx="28398" cy="28398"/>
            </a:xfrm>
            <a:prstGeom prst="ellipse">
              <a:avLst/>
            </a:prstGeom>
            <a:solidFill>
              <a:srgbClr val="7F8C97">
                <a:alpha val="48000"/>
              </a:srgbClr>
            </a:solidFill>
            <a:ln w="0">
              <a:noFill/>
              <a:prstDash val="solid"/>
            </a:ln>
          </p:spPr>
        </p:sp>
        <p:sp>
          <p:nvSpPr>
            <p:cNvPr id="2712" name="03_assume_matched_2711">
              <a:extLst>
                <a:ext uri="{FF2B5EF4-FFF2-40B4-BE49-F238E27FC236}">
                  <a16:creationId xmlns:a16="http://schemas.microsoft.com/office/drawing/2014/main" id="{A989F9F7-D7B8-4A9F-98BF-B051D0B0C75C}"/>
                </a:ext>
              </a:extLst>
            </p:cNvPr>
            <p:cNvSpPr>
              <a:spLocks/>
            </p:cNvSpPr>
            <p:nvPr/>
          </p:nvSpPr>
          <p:spPr>
            <a:xfrm>
              <a:off x="6161477" y="4852127"/>
              <a:ext cx="28398" cy="28398"/>
            </a:xfrm>
            <a:prstGeom prst="ellipse">
              <a:avLst/>
            </a:prstGeom>
            <a:solidFill>
              <a:srgbClr val="7F8C97">
                <a:alpha val="48000"/>
              </a:srgbClr>
            </a:solidFill>
            <a:ln w="0">
              <a:noFill/>
              <a:prstDash val="solid"/>
            </a:ln>
          </p:spPr>
        </p:sp>
        <p:sp>
          <p:nvSpPr>
            <p:cNvPr id="2713" name="03_assume_matched_2712">
              <a:extLst>
                <a:ext uri="{FF2B5EF4-FFF2-40B4-BE49-F238E27FC236}">
                  <a16:creationId xmlns:a16="http://schemas.microsoft.com/office/drawing/2014/main" id="{61D2AC11-A0F3-4793-8217-A9C26421B53F}"/>
                </a:ext>
              </a:extLst>
            </p:cNvPr>
            <p:cNvSpPr>
              <a:spLocks/>
            </p:cNvSpPr>
            <p:nvPr/>
          </p:nvSpPr>
          <p:spPr>
            <a:xfrm>
              <a:off x="6139747" y="4852127"/>
              <a:ext cx="28398" cy="28398"/>
            </a:xfrm>
            <a:prstGeom prst="ellipse">
              <a:avLst/>
            </a:prstGeom>
            <a:solidFill>
              <a:srgbClr val="7F8C97">
                <a:alpha val="48000"/>
              </a:srgbClr>
            </a:solidFill>
            <a:ln w="0">
              <a:noFill/>
              <a:prstDash val="solid"/>
            </a:ln>
          </p:spPr>
        </p:sp>
        <p:sp>
          <p:nvSpPr>
            <p:cNvPr id="2714" name="03_assume_matched_2713">
              <a:extLst>
                <a:ext uri="{FF2B5EF4-FFF2-40B4-BE49-F238E27FC236}">
                  <a16:creationId xmlns:a16="http://schemas.microsoft.com/office/drawing/2014/main" id="{19BC6755-1519-4D4A-8ED6-F4A6A502BDA4}"/>
                </a:ext>
              </a:extLst>
            </p:cNvPr>
            <p:cNvSpPr>
              <a:spLocks/>
            </p:cNvSpPr>
            <p:nvPr/>
          </p:nvSpPr>
          <p:spPr>
            <a:xfrm>
              <a:off x="6051531" y="4852127"/>
              <a:ext cx="28398" cy="28398"/>
            </a:xfrm>
            <a:prstGeom prst="ellipse">
              <a:avLst/>
            </a:prstGeom>
            <a:solidFill>
              <a:srgbClr val="7F8C97">
                <a:alpha val="48000"/>
              </a:srgbClr>
            </a:solidFill>
            <a:ln w="0">
              <a:noFill/>
              <a:prstDash val="solid"/>
            </a:ln>
          </p:spPr>
        </p:sp>
        <p:sp>
          <p:nvSpPr>
            <p:cNvPr id="2715" name="03_assume_matched_2714">
              <a:extLst>
                <a:ext uri="{FF2B5EF4-FFF2-40B4-BE49-F238E27FC236}">
                  <a16:creationId xmlns:a16="http://schemas.microsoft.com/office/drawing/2014/main" id="{3D9A9432-1BEE-4B76-8102-2192BD52C6DF}"/>
                </a:ext>
              </a:extLst>
            </p:cNvPr>
            <p:cNvSpPr>
              <a:spLocks/>
            </p:cNvSpPr>
            <p:nvPr/>
          </p:nvSpPr>
          <p:spPr>
            <a:xfrm>
              <a:off x="6065490" y="5436996"/>
              <a:ext cx="28398" cy="28398"/>
            </a:xfrm>
            <a:prstGeom prst="ellipse">
              <a:avLst/>
            </a:prstGeom>
            <a:solidFill>
              <a:srgbClr val="7F8C97">
                <a:alpha val="48000"/>
              </a:srgbClr>
            </a:solidFill>
            <a:ln w="0">
              <a:noFill/>
              <a:prstDash val="solid"/>
            </a:ln>
          </p:spPr>
        </p:sp>
        <p:sp>
          <p:nvSpPr>
            <p:cNvPr id="2716" name="03_assume_matched_2715">
              <a:extLst>
                <a:ext uri="{FF2B5EF4-FFF2-40B4-BE49-F238E27FC236}">
                  <a16:creationId xmlns:a16="http://schemas.microsoft.com/office/drawing/2014/main" id="{E9B85626-8349-4969-9E0E-6261AE40C31A}"/>
                </a:ext>
              </a:extLst>
            </p:cNvPr>
            <p:cNvSpPr>
              <a:spLocks/>
            </p:cNvSpPr>
            <p:nvPr/>
          </p:nvSpPr>
          <p:spPr>
            <a:xfrm>
              <a:off x="6126651" y="4852127"/>
              <a:ext cx="28398" cy="28398"/>
            </a:xfrm>
            <a:prstGeom prst="ellipse">
              <a:avLst/>
            </a:prstGeom>
            <a:solidFill>
              <a:srgbClr val="7F8C97">
                <a:alpha val="48000"/>
              </a:srgbClr>
            </a:solidFill>
            <a:ln w="0">
              <a:noFill/>
              <a:prstDash val="solid"/>
            </a:ln>
          </p:spPr>
        </p:sp>
        <p:sp>
          <p:nvSpPr>
            <p:cNvPr id="2717" name="03_assume_matched_2716">
              <a:extLst>
                <a:ext uri="{FF2B5EF4-FFF2-40B4-BE49-F238E27FC236}">
                  <a16:creationId xmlns:a16="http://schemas.microsoft.com/office/drawing/2014/main" id="{C7027548-37DA-4D58-B4F7-5B11D0E04EC9}"/>
                </a:ext>
              </a:extLst>
            </p:cNvPr>
            <p:cNvSpPr>
              <a:spLocks/>
            </p:cNvSpPr>
            <p:nvPr/>
          </p:nvSpPr>
          <p:spPr>
            <a:xfrm>
              <a:off x="6071534" y="4852127"/>
              <a:ext cx="28398" cy="28398"/>
            </a:xfrm>
            <a:prstGeom prst="ellipse">
              <a:avLst/>
            </a:prstGeom>
            <a:solidFill>
              <a:srgbClr val="7F8C97">
                <a:alpha val="48000"/>
              </a:srgbClr>
            </a:solidFill>
            <a:ln w="0">
              <a:noFill/>
              <a:prstDash val="solid"/>
            </a:ln>
          </p:spPr>
        </p:sp>
        <p:sp>
          <p:nvSpPr>
            <p:cNvPr id="2718" name="03_assume_matched_2717">
              <a:extLst>
                <a:ext uri="{FF2B5EF4-FFF2-40B4-BE49-F238E27FC236}">
                  <a16:creationId xmlns:a16="http://schemas.microsoft.com/office/drawing/2014/main" id="{A6374D7B-9BB0-4A5D-A2D6-C854C7E3E410}"/>
                </a:ext>
              </a:extLst>
            </p:cNvPr>
            <p:cNvSpPr>
              <a:spLocks/>
            </p:cNvSpPr>
            <p:nvPr/>
          </p:nvSpPr>
          <p:spPr>
            <a:xfrm>
              <a:off x="6097582" y="4852127"/>
              <a:ext cx="28398" cy="28398"/>
            </a:xfrm>
            <a:prstGeom prst="ellipse">
              <a:avLst/>
            </a:prstGeom>
            <a:solidFill>
              <a:srgbClr val="7F8C97">
                <a:alpha val="48000"/>
              </a:srgbClr>
            </a:solidFill>
            <a:ln w="0">
              <a:noFill/>
              <a:prstDash val="solid"/>
            </a:ln>
          </p:spPr>
        </p:sp>
        <p:sp>
          <p:nvSpPr>
            <p:cNvPr id="2719" name="03_assume_matched_2718">
              <a:extLst>
                <a:ext uri="{FF2B5EF4-FFF2-40B4-BE49-F238E27FC236}">
                  <a16:creationId xmlns:a16="http://schemas.microsoft.com/office/drawing/2014/main" id="{D9A680E6-A247-48CF-9F1D-B96C6906A1E4}"/>
                </a:ext>
              </a:extLst>
            </p:cNvPr>
            <p:cNvSpPr>
              <a:spLocks/>
            </p:cNvSpPr>
            <p:nvPr/>
          </p:nvSpPr>
          <p:spPr>
            <a:xfrm>
              <a:off x="6046638" y="5436996"/>
              <a:ext cx="28398" cy="28398"/>
            </a:xfrm>
            <a:prstGeom prst="ellipse">
              <a:avLst/>
            </a:prstGeom>
            <a:solidFill>
              <a:srgbClr val="7F8C97">
                <a:alpha val="48000"/>
              </a:srgbClr>
            </a:solidFill>
            <a:ln w="0">
              <a:noFill/>
              <a:prstDash val="solid"/>
            </a:ln>
          </p:spPr>
        </p:sp>
        <p:sp>
          <p:nvSpPr>
            <p:cNvPr id="2720" name="03_assume_matched_2719">
              <a:extLst>
                <a:ext uri="{FF2B5EF4-FFF2-40B4-BE49-F238E27FC236}">
                  <a16:creationId xmlns:a16="http://schemas.microsoft.com/office/drawing/2014/main" id="{298F0C45-BC05-418F-A3B2-597C75EC0854}"/>
                </a:ext>
              </a:extLst>
            </p:cNvPr>
            <p:cNvSpPr>
              <a:spLocks/>
            </p:cNvSpPr>
            <p:nvPr/>
          </p:nvSpPr>
          <p:spPr>
            <a:xfrm>
              <a:off x="3841389" y="4837082"/>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2721" name="03_assume_matched_2720">
              <a:extLst>
                <a:ext uri="{FF2B5EF4-FFF2-40B4-BE49-F238E27FC236}">
                  <a16:creationId xmlns:a16="http://schemas.microsoft.com/office/drawing/2014/main" id="{EB0F294C-1DC5-4538-A612-0330BFD28A51}"/>
                </a:ext>
              </a:extLst>
            </p:cNvPr>
            <p:cNvSpPr>
              <a:spLocks/>
            </p:cNvSpPr>
            <p:nvPr/>
          </p:nvSpPr>
          <p:spPr>
            <a:xfrm>
              <a:off x="3841389" y="5480438"/>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2722" name="text_2721">
              <a:extLst>
                <a:ext uri="{FF2B5EF4-FFF2-40B4-BE49-F238E27FC236}">
                  <a16:creationId xmlns:a16="http://schemas.microsoft.com/office/drawing/2014/main" id="{0633522E-10AF-4CED-B561-A335D706A974}"/>
                </a:ext>
              </a:extLst>
            </p:cNvPr>
            <p:cNvSpPr>
              <a:spLocks/>
            </p:cNvSpPr>
            <p:nvPr/>
          </p:nvSpPr>
          <p:spPr>
            <a:xfrm>
              <a:off x="3499200" y="4538146"/>
              <a:ext cx="90297"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h</a:t>
              </a:r>
            </a:p>
          </p:txBody>
        </p:sp>
        <p:sp>
          <p:nvSpPr>
            <p:cNvPr id="2723" name="text_2722">
              <a:extLst>
                <a:ext uri="{FF2B5EF4-FFF2-40B4-BE49-F238E27FC236}">
                  <a16:creationId xmlns:a16="http://schemas.microsoft.com/office/drawing/2014/main" id="{0DB55C94-1DE3-4320-8FD1-71A7DC67E638}"/>
                </a:ext>
              </a:extLst>
            </p:cNvPr>
            <p:cNvSpPr>
              <a:spLocks/>
            </p:cNvSpPr>
            <p:nvPr/>
          </p:nvSpPr>
          <p:spPr>
            <a:xfrm>
              <a:off x="3841389" y="4637502"/>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Best of 50, RMSD &lt;3 Å</a:t>
              </a:r>
            </a:p>
          </p:txBody>
        </p:sp>
        <p:sp>
          <p:nvSpPr>
            <p:cNvPr id="2724" name="03_assume_matched_2723">
              <a:extLst>
                <a:ext uri="{FF2B5EF4-FFF2-40B4-BE49-F238E27FC236}">
                  <a16:creationId xmlns:a16="http://schemas.microsoft.com/office/drawing/2014/main" id="{485CFDD4-B97A-4915-B00C-F44E4B4234A2}"/>
                </a:ext>
              </a:extLst>
            </p:cNvPr>
            <p:cNvSpPr>
              <a:spLocks/>
            </p:cNvSpPr>
            <p:nvPr/>
          </p:nvSpPr>
          <p:spPr>
            <a:xfrm>
              <a:off x="3864021" y="5063603"/>
              <a:ext cx="2263158" cy="387592"/>
            </a:xfrm>
            <a:custGeom>
              <a:avLst/>
              <a:gdLst/>
              <a:ahLst/>
              <a:cxnLst/>
              <a:rect l="0" t="0" r="0" b="0"/>
              <a:pathLst>
                <a:path w="2263158" h="387592">
                  <a:moveTo>
                    <a:pt x="0" y="387592"/>
                  </a:moveTo>
                  <a:lnTo>
                    <a:pt x="53885" y="386366"/>
                  </a:lnTo>
                  <a:lnTo>
                    <a:pt x="53885" y="385824"/>
                  </a:lnTo>
                  <a:lnTo>
                    <a:pt x="68581" y="384680"/>
                  </a:lnTo>
                  <a:lnTo>
                    <a:pt x="68581" y="383299"/>
                  </a:lnTo>
                  <a:lnTo>
                    <a:pt x="83821" y="382442"/>
                  </a:lnTo>
                  <a:lnTo>
                    <a:pt x="83821" y="381176"/>
                  </a:lnTo>
                  <a:lnTo>
                    <a:pt x="125731" y="379927"/>
                  </a:lnTo>
                  <a:lnTo>
                    <a:pt x="125731" y="371285"/>
                  </a:lnTo>
                  <a:lnTo>
                    <a:pt x="137161" y="371187"/>
                  </a:lnTo>
                  <a:lnTo>
                    <a:pt x="137161" y="369806"/>
                  </a:lnTo>
                  <a:lnTo>
                    <a:pt x="150877" y="369709"/>
                  </a:lnTo>
                  <a:lnTo>
                    <a:pt x="150877" y="364392"/>
                  </a:lnTo>
                  <a:lnTo>
                    <a:pt x="188596" y="363143"/>
                  </a:lnTo>
                  <a:lnTo>
                    <a:pt x="188596" y="349534"/>
                  </a:lnTo>
                  <a:lnTo>
                    <a:pt x="205742" y="349340"/>
                  </a:lnTo>
                  <a:lnTo>
                    <a:pt x="205742" y="347958"/>
                  </a:lnTo>
                  <a:lnTo>
                    <a:pt x="215539" y="347439"/>
                  </a:lnTo>
                  <a:lnTo>
                    <a:pt x="215539" y="345811"/>
                  </a:lnTo>
                  <a:lnTo>
                    <a:pt x="251462" y="344760"/>
                  </a:lnTo>
                  <a:lnTo>
                    <a:pt x="251462" y="330737"/>
                  </a:lnTo>
                  <a:lnTo>
                    <a:pt x="274322" y="330000"/>
                  </a:lnTo>
                  <a:lnTo>
                    <a:pt x="274322" y="329309"/>
                  </a:lnTo>
                  <a:lnTo>
                    <a:pt x="301754" y="329017"/>
                  </a:lnTo>
                  <a:lnTo>
                    <a:pt x="301754" y="323700"/>
                  </a:lnTo>
                  <a:lnTo>
                    <a:pt x="323308" y="322872"/>
                  </a:lnTo>
                  <a:lnTo>
                    <a:pt x="323308" y="321245"/>
                  </a:lnTo>
                  <a:lnTo>
                    <a:pt x="338507" y="319881"/>
                  </a:lnTo>
                  <a:lnTo>
                    <a:pt x="338507" y="319784"/>
                  </a:lnTo>
                  <a:lnTo>
                    <a:pt x="348178" y="318403"/>
                  </a:lnTo>
                  <a:lnTo>
                    <a:pt x="348178" y="318305"/>
                  </a:lnTo>
                  <a:lnTo>
                    <a:pt x="377193" y="318111"/>
                  </a:lnTo>
                  <a:lnTo>
                    <a:pt x="377193" y="266073"/>
                  </a:lnTo>
                  <a:lnTo>
                    <a:pt x="411483" y="265781"/>
                  </a:lnTo>
                  <a:lnTo>
                    <a:pt x="411483" y="264400"/>
                  </a:lnTo>
                  <a:lnTo>
                    <a:pt x="431078" y="264205"/>
                  </a:lnTo>
                  <a:lnTo>
                    <a:pt x="431078" y="262578"/>
                  </a:lnTo>
                  <a:lnTo>
                    <a:pt x="452632" y="261750"/>
                  </a:lnTo>
                  <a:lnTo>
                    <a:pt x="452632" y="256433"/>
                  </a:lnTo>
                  <a:lnTo>
                    <a:pt x="480064" y="256141"/>
                  </a:lnTo>
                  <a:lnTo>
                    <a:pt x="480064" y="254760"/>
                  </a:lnTo>
                  <a:lnTo>
                    <a:pt x="502924" y="254022"/>
                  </a:lnTo>
                  <a:lnTo>
                    <a:pt x="502924" y="240843"/>
                  </a:lnTo>
                  <a:lnTo>
                    <a:pt x="538847" y="239792"/>
                  </a:lnTo>
                  <a:lnTo>
                    <a:pt x="538847" y="238164"/>
                  </a:lnTo>
                  <a:lnTo>
                    <a:pt x="548644" y="238067"/>
                  </a:lnTo>
                  <a:lnTo>
                    <a:pt x="548644" y="236686"/>
                  </a:lnTo>
                  <a:lnTo>
                    <a:pt x="565789" y="236491"/>
                  </a:lnTo>
                  <a:lnTo>
                    <a:pt x="565789" y="225097"/>
                  </a:lnTo>
                  <a:lnTo>
                    <a:pt x="603509" y="224165"/>
                  </a:lnTo>
                  <a:lnTo>
                    <a:pt x="603509" y="220367"/>
                  </a:lnTo>
                  <a:lnTo>
                    <a:pt x="617225" y="220270"/>
                  </a:lnTo>
                  <a:lnTo>
                    <a:pt x="617225" y="218889"/>
                  </a:lnTo>
                  <a:lnTo>
                    <a:pt x="628655" y="218792"/>
                  </a:lnTo>
                  <a:lnTo>
                    <a:pt x="628655" y="213630"/>
                  </a:lnTo>
                  <a:lnTo>
                    <a:pt x="670565" y="212698"/>
                  </a:lnTo>
                  <a:lnTo>
                    <a:pt x="670565" y="211854"/>
                  </a:lnTo>
                  <a:lnTo>
                    <a:pt x="685805" y="210998"/>
                  </a:lnTo>
                  <a:lnTo>
                    <a:pt x="686685" y="209519"/>
                  </a:lnTo>
                  <a:lnTo>
                    <a:pt x="754386" y="208392"/>
                  </a:lnTo>
                  <a:lnTo>
                    <a:pt x="754386" y="48113"/>
                  </a:lnTo>
                  <a:lnTo>
                    <a:pt x="862155" y="47422"/>
                  </a:lnTo>
                  <a:lnTo>
                    <a:pt x="862155" y="46337"/>
                  </a:lnTo>
                  <a:lnTo>
                    <a:pt x="891547" y="45071"/>
                  </a:lnTo>
                  <a:lnTo>
                    <a:pt x="891547" y="44381"/>
                  </a:lnTo>
                  <a:lnTo>
                    <a:pt x="905263" y="44381"/>
                  </a:lnTo>
                  <a:lnTo>
                    <a:pt x="905263" y="42861"/>
                  </a:lnTo>
                  <a:lnTo>
                    <a:pt x="1005848" y="42861"/>
                  </a:lnTo>
                  <a:lnTo>
                    <a:pt x="1005848" y="37798"/>
                  </a:lnTo>
                  <a:lnTo>
                    <a:pt x="1508772" y="36713"/>
                  </a:lnTo>
                  <a:lnTo>
                    <a:pt x="1508772" y="20255"/>
                  </a:lnTo>
                  <a:lnTo>
                    <a:pt x="1697368" y="18989"/>
                  </a:lnTo>
                  <a:lnTo>
                    <a:pt x="1697368" y="17090"/>
                  </a:lnTo>
                  <a:lnTo>
                    <a:pt x="2263158" y="17090"/>
                  </a:lnTo>
                  <a:lnTo>
                    <a:pt x="2263158" y="0"/>
                  </a:lnTo>
                  <a:lnTo>
                    <a:pt x="2263158" y="0"/>
                  </a:lnTo>
                </a:path>
              </a:pathLst>
            </a:custGeom>
            <a:noFill/>
            <a:ln w="22860">
              <a:solidFill>
                <a:srgbClr val="00878B"/>
              </a:solidFill>
              <a:prstDash val="solid"/>
            </a:ln>
          </p:spPr>
        </p:sp>
        <p:sp>
          <p:nvSpPr>
            <p:cNvPr id="2725" name="03_assume_matched_2724">
              <a:extLst>
                <a:ext uri="{FF2B5EF4-FFF2-40B4-BE49-F238E27FC236}">
                  <a16:creationId xmlns:a16="http://schemas.microsoft.com/office/drawing/2014/main" id="{3DE6C987-62EF-47F3-9B84-09AF8FCDDCD4}"/>
                </a:ext>
              </a:extLst>
            </p:cNvPr>
            <p:cNvSpPr>
              <a:spLocks/>
            </p:cNvSpPr>
            <p:nvPr/>
          </p:nvSpPr>
          <p:spPr>
            <a:xfrm>
              <a:off x="3864021" y="4866326"/>
              <a:ext cx="2263158" cy="584869"/>
            </a:xfrm>
            <a:custGeom>
              <a:avLst/>
              <a:gdLst/>
              <a:ahLst/>
              <a:cxnLst/>
              <a:rect l="0" t="0" r="0" b="0"/>
              <a:pathLst>
                <a:path w="2263158" h="584869">
                  <a:moveTo>
                    <a:pt x="0" y="584869"/>
                  </a:moveTo>
                  <a:lnTo>
                    <a:pt x="377193" y="584869"/>
                  </a:lnTo>
                  <a:lnTo>
                    <a:pt x="377193" y="536130"/>
                  </a:lnTo>
                  <a:lnTo>
                    <a:pt x="502924" y="536130"/>
                  </a:lnTo>
                  <a:lnTo>
                    <a:pt x="502924" y="519884"/>
                  </a:lnTo>
                  <a:lnTo>
                    <a:pt x="565789" y="519884"/>
                  </a:lnTo>
                  <a:lnTo>
                    <a:pt x="565789" y="438652"/>
                  </a:lnTo>
                  <a:lnTo>
                    <a:pt x="754386" y="438652"/>
                  </a:lnTo>
                  <a:lnTo>
                    <a:pt x="754386" y="194956"/>
                  </a:lnTo>
                  <a:lnTo>
                    <a:pt x="1005848" y="194956"/>
                  </a:lnTo>
                  <a:lnTo>
                    <a:pt x="1005848" y="97478"/>
                  </a:lnTo>
                  <a:lnTo>
                    <a:pt x="1508772" y="97478"/>
                  </a:lnTo>
                  <a:lnTo>
                    <a:pt x="1508772" y="0"/>
                  </a:lnTo>
                  <a:lnTo>
                    <a:pt x="2263158" y="0"/>
                  </a:lnTo>
                  <a:lnTo>
                    <a:pt x="2263158" y="0"/>
                  </a:lnTo>
                </a:path>
              </a:pathLst>
            </a:custGeom>
            <a:noFill/>
            <a:ln w="13335">
              <a:solidFill>
                <a:srgbClr val="3A64C8"/>
              </a:solidFill>
              <a:prstDash val="solid"/>
            </a:ln>
          </p:spPr>
        </p:sp>
        <p:sp>
          <p:nvSpPr>
            <p:cNvPr id="2726" name="03_assume_matched_2725">
              <a:extLst>
                <a:ext uri="{FF2B5EF4-FFF2-40B4-BE49-F238E27FC236}">
                  <a16:creationId xmlns:a16="http://schemas.microsoft.com/office/drawing/2014/main" id="{E8998895-2077-4CD1-98AD-2951C8FA45B0}"/>
                </a:ext>
              </a:extLst>
            </p:cNvPr>
            <p:cNvSpPr>
              <a:spLocks/>
            </p:cNvSpPr>
            <p:nvPr/>
          </p:nvSpPr>
          <p:spPr>
            <a:xfrm>
              <a:off x="4219624" y="5308086"/>
              <a:ext cx="43180" cy="43180"/>
            </a:xfrm>
            <a:prstGeom prst="ellipse">
              <a:avLst/>
            </a:prstGeom>
            <a:solidFill>
              <a:srgbClr val="00878B"/>
            </a:solidFill>
            <a:ln w="4445">
              <a:solidFill>
                <a:srgbClr val="FFFFFF"/>
              </a:solidFill>
              <a:prstDash val="solid"/>
            </a:ln>
          </p:spPr>
        </p:sp>
        <p:sp>
          <p:nvSpPr>
            <p:cNvPr id="2727" name="03_assume_matched_2726">
              <a:extLst>
                <a:ext uri="{FF2B5EF4-FFF2-40B4-BE49-F238E27FC236}">
                  <a16:creationId xmlns:a16="http://schemas.microsoft.com/office/drawing/2014/main" id="{29B3F922-118B-4B19-8388-924FB4F41BA5}"/>
                </a:ext>
              </a:extLst>
            </p:cNvPr>
            <p:cNvSpPr>
              <a:spLocks/>
            </p:cNvSpPr>
            <p:nvPr/>
          </p:nvSpPr>
          <p:spPr>
            <a:xfrm>
              <a:off x="4596817" y="5090126"/>
              <a:ext cx="43180" cy="43180"/>
            </a:xfrm>
            <a:prstGeom prst="ellipse">
              <a:avLst/>
            </a:prstGeom>
            <a:solidFill>
              <a:srgbClr val="00878B"/>
            </a:solidFill>
            <a:ln w="4445">
              <a:solidFill>
                <a:srgbClr val="FFFFFF"/>
              </a:solidFill>
              <a:prstDash val="solid"/>
            </a:ln>
          </p:spPr>
        </p:sp>
        <p:sp>
          <p:nvSpPr>
            <p:cNvPr id="2728" name="03_assume_matched_2727">
              <a:extLst>
                <a:ext uri="{FF2B5EF4-FFF2-40B4-BE49-F238E27FC236}">
                  <a16:creationId xmlns:a16="http://schemas.microsoft.com/office/drawing/2014/main" id="{1712177B-1D48-47E0-911D-174754D0CB52}"/>
                </a:ext>
              </a:extLst>
            </p:cNvPr>
            <p:cNvSpPr>
              <a:spLocks/>
            </p:cNvSpPr>
            <p:nvPr/>
          </p:nvSpPr>
          <p:spPr>
            <a:xfrm>
              <a:off x="5351203" y="5062268"/>
              <a:ext cx="43180" cy="43180"/>
            </a:xfrm>
            <a:prstGeom prst="ellipse">
              <a:avLst/>
            </a:prstGeom>
            <a:solidFill>
              <a:srgbClr val="00878B"/>
            </a:solidFill>
            <a:ln w="4445">
              <a:solidFill>
                <a:srgbClr val="FFFFFF"/>
              </a:solidFill>
              <a:prstDash val="solid"/>
            </a:ln>
          </p:spPr>
        </p:sp>
        <p:sp>
          <p:nvSpPr>
            <p:cNvPr id="2729" name="03_assume_matched_2728">
              <a:extLst>
                <a:ext uri="{FF2B5EF4-FFF2-40B4-BE49-F238E27FC236}">
                  <a16:creationId xmlns:a16="http://schemas.microsoft.com/office/drawing/2014/main" id="{3CA48F50-C2D5-4F0A-8EA2-6F6DB9D705AF}"/>
                </a:ext>
              </a:extLst>
            </p:cNvPr>
            <p:cNvSpPr>
              <a:spLocks/>
            </p:cNvSpPr>
            <p:nvPr/>
          </p:nvSpPr>
          <p:spPr>
            <a:xfrm>
              <a:off x="6105589" y="5042013"/>
              <a:ext cx="43180" cy="43180"/>
            </a:xfrm>
            <a:prstGeom prst="ellipse">
              <a:avLst/>
            </a:prstGeom>
            <a:solidFill>
              <a:srgbClr val="00878B"/>
            </a:solidFill>
            <a:ln w="4445">
              <a:solidFill>
                <a:srgbClr val="FFFFFF"/>
              </a:solidFill>
              <a:prstDash val="solid"/>
            </a:ln>
          </p:spPr>
        </p:sp>
        <p:sp>
          <p:nvSpPr>
            <p:cNvPr id="2730" name="03_assume_matched_2729">
              <a:extLst>
                <a:ext uri="{FF2B5EF4-FFF2-40B4-BE49-F238E27FC236}">
                  <a16:creationId xmlns:a16="http://schemas.microsoft.com/office/drawing/2014/main" id="{5A25C32B-880C-4F54-BFDD-9332379FDE5E}"/>
                </a:ext>
              </a:extLst>
            </p:cNvPr>
            <p:cNvSpPr>
              <a:spLocks/>
            </p:cNvSpPr>
            <p:nvPr/>
          </p:nvSpPr>
          <p:spPr>
            <a:xfrm>
              <a:off x="4205293" y="536653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1" name="03_assume_matched_2730">
              <a:extLst>
                <a:ext uri="{FF2B5EF4-FFF2-40B4-BE49-F238E27FC236}">
                  <a16:creationId xmlns:a16="http://schemas.microsoft.com/office/drawing/2014/main" id="{AE06A53F-661A-41AB-96D2-0B0865DDC907}"/>
                </a:ext>
              </a:extLst>
            </p:cNvPr>
            <p:cNvSpPr>
              <a:spLocks/>
            </p:cNvSpPr>
            <p:nvPr/>
          </p:nvSpPr>
          <p:spPr>
            <a:xfrm>
              <a:off x="4582486" y="5025361"/>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2" name="03_assume_matched_2731">
              <a:extLst>
                <a:ext uri="{FF2B5EF4-FFF2-40B4-BE49-F238E27FC236}">
                  <a16:creationId xmlns:a16="http://schemas.microsoft.com/office/drawing/2014/main" id="{CD510C73-E2BB-4A5C-AAA1-316633B4A212}"/>
                </a:ext>
              </a:extLst>
            </p:cNvPr>
            <p:cNvSpPr>
              <a:spLocks/>
            </p:cNvSpPr>
            <p:nvPr/>
          </p:nvSpPr>
          <p:spPr>
            <a:xfrm>
              <a:off x="5336872" y="483040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3" name="03_assume_matched_2732">
              <a:extLst>
                <a:ext uri="{FF2B5EF4-FFF2-40B4-BE49-F238E27FC236}">
                  <a16:creationId xmlns:a16="http://schemas.microsoft.com/office/drawing/2014/main" id="{70EEA9A7-F4EA-4484-88EE-0B5E0017C36F}"/>
                </a:ext>
              </a:extLst>
            </p:cNvPr>
            <p:cNvSpPr>
              <a:spLocks/>
            </p:cNvSpPr>
            <p:nvPr/>
          </p:nvSpPr>
          <p:spPr>
            <a:xfrm>
              <a:off x="6091258" y="483040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2734" name="03_assume_matched_2733">
              <a:extLst>
                <a:ext uri="{FF2B5EF4-FFF2-40B4-BE49-F238E27FC236}">
                  <a16:creationId xmlns:a16="http://schemas.microsoft.com/office/drawing/2014/main" id="{31FA7256-F5FE-4295-A0DE-FE113078D34F}"/>
                </a:ext>
              </a:extLst>
            </p:cNvPr>
            <p:cNvSpPr>
              <a:spLocks/>
            </p:cNvSpPr>
            <p:nvPr/>
          </p:nvSpPr>
          <p:spPr>
            <a:xfrm>
              <a:off x="712800" y="5995123"/>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2735" name="03_assume_matched_2734">
              <a:extLst>
                <a:ext uri="{FF2B5EF4-FFF2-40B4-BE49-F238E27FC236}">
                  <a16:creationId xmlns:a16="http://schemas.microsoft.com/office/drawing/2014/main" id="{F9F28AF3-87F1-4CD8-AC02-F442B0381BBC}"/>
                </a:ext>
              </a:extLst>
            </p:cNvPr>
            <p:cNvSpPr>
              <a:spLocks/>
            </p:cNvSpPr>
            <p:nvPr/>
          </p:nvSpPr>
          <p:spPr>
            <a:xfrm>
              <a:off x="1014554" y="6024367"/>
              <a:ext cx="196140" cy="584869"/>
            </a:xfrm>
            <a:custGeom>
              <a:avLst/>
              <a:gdLst/>
              <a:ahLst/>
              <a:cxnLst/>
              <a:rect l="0" t="0" r="0" b="0"/>
              <a:pathLst>
                <a:path w="196140" h="584869">
                  <a:moveTo>
                    <a:pt x="196140" y="584869"/>
                  </a:moveTo>
                  <a:lnTo>
                    <a:pt x="0" y="584869"/>
                  </a:lnTo>
                  <a:lnTo>
                    <a:pt x="1080" y="579995"/>
                  </a:lnTo>
                  <a:lnTo>
                    <a:pt x="4244" y="575121"/>
                  </a:lnTo>
                  <a:lnTo>
                    <a:pt x="9280" y="570247"/>
                  </a:lnTo>
                  <a:lnTo>
                    <a:pt x="15855" y="565373"/>
                  </a:lnTo>
                  <a:lnTo>
                    <a:pt x="23559" y="560500"/>
                  </a:lnTo>
                  <a:lnTo>
                    <a:pt x="31943" y="555626"/>
                  </a:lnTo>
                  <a:lnTo>
                    <a:pt x="40560" y="550752"/>
                  </a:lnTo>
                  <a:lnTo>
                    <a:pt x="49008" y="545878"/>
                  </a:lnTo>
                  <a:lnTo>
                    <a:pt x="56950" y="541004"/>
                  </a:lnTo>
                  <a:lnTo>
                    <a:pt x="64142" y="536130"/>
                  </a:lnTo>
                  <a:lnTo>
                    <a:pt x="70426" y="531256"/>
                  </a:lnTo>
                  <a:lnTo>
                    <a:pt x="75733" y="526382"/>
                  </a:lnTo>
                  <a:lnTo>
                    <a:pt x="80070" y="521508"/>
                  </a:lnTo>
                  <a:lnTo>
                    <a:pt x="83495" y="516634"/>
                  </a:lnTo>
                  <a:lnTo>
                    <a:pt x="86108" y="511760"/>
                  </a:lnTo>
                  <a:lnTo>
                    <a:pt x="88027" y="506887"/>
                  </a:lnTo>
                  <a:lnTo>
                    <a:pt x="89376" y="502013"/>
                  </a:lnTo>
                  <a:lnTo>
                    <a:pt x="90273" y="497139"/>
                  </a:lnTo>
                  <a:lnTo>
                    <a:pt x="90826" y="492265"/>
                  </a:lnTo>
                  <a:lnTo>
                    <a:pt x="91126" y="487391"/>
                  </a:lnTo>
                  <a:lnTo>
                    <a:pt x="91247" y="482517"/>
                  </a:lnTo>
                  <a:lnTo>
                    <a:pt x="91249" y="477643"/>
                  </a:lnTo>
                  <a:lnTo>
                    <a:pt x="91179" y="472769"/>
                  </a:lnTo>
                  <a:lnTo>
                    <a:pt x="91072" y="467895"/>
                  </a:lnTo>
                  <a:lnTo>
                    <a:pt x="90958" y="463021"/>
                  </a:lnTo>
                  <a:lnTo>
                    <a:pt x="90855" y="458147"/>
                  </a:lnTo>
                  <a:lnTo>
                    <a:pt x="90780" y="453274"/>
                  </a:lnTo>
                  <a:lnTo>
                    <a:pt x="90740" y="448400"/>
                  </a:lnTo>
                  <a:lnTo>
                    <a:pt x="90741" y="443526"/>
                  </a:lnTo>
                  <a:lnTo>
                    <a:pt x="90782" y="438652"/>
                  </a:lnTo>
                  <a:lnTo>
                    <a:pt x="90858" y="433778"/>
                  </a:lnTo>
                  <a:lnTo>
                    <a:pt x="90959" y="428904"/>
                  </a:lnTo>
                  <a:lnTo>
                    <a:pt x="91073" y="424030"/>
                  </a:lnTo>
                  <a:lnTo>
                    <a:pt x="91187" y="419156"/>
                  </a:lnTo>
                  <a:lnTo>
                    <a:pt x="91284" y="414282"/>
                  </a:lnTo>
                  <a:lnTo>
                    <a:pt x="91353" y="409408"/>
                  </a:lnTo>
                  <a:lnTo>
                    <a:pt x="91378" y="404534"/>
                  </a:lnTo>
                  <a:lnTo>
                    <a:pt x="91351" y="399661"/>
                  </a:lnTo>
                  <a:lnTo>
                    <a:pt x="91263" y="394787"/>
                  </a:lnTo>
                  <a:lnTo>
                    <a:pt x="91107" y="389913"/>
                  </a:lnTo>
                  <a:lnTo>
                    <a:pt x="90876" y="385039"/>
                  </a:lnTo>
                  <a:lnTo>
                    <a:pt x="90565" y="380165"/>
                  </a:lnTo>
                  <a:lnTo>
                    <a:pt x="90165" y="375291"/>
                  </a:lnTo>
                  <a:lnTo>
                    <a:pt x="89665" y="370417"/>
                  </a:lnTo>
                  <a:lnTo>
                    <a:pt x="89053" y="365543"/>
                  </a:lnTo>
                  <a:lnTo>
                    <a:pt x="88316" y="360669"/>
                  </a:lnTo>
                  <a:lnTo>
                    <a:pt x="87439" y="355795"/>
                  </a:lnTo>
                  <a:lnTo>
                    <a:pt x="86412" y="350921"/>
                  </a:lnTo>
                  <a:lnTo>
                    <a:pt x="85230" y="346048"/>
                  </a:lnTo>
                  <a:lnTo>
                    <a:pt x="83898" y="341174"/>
                  </a:lnTo>
                  <a:lnTo>
                    <a:pt x="82433" y="336300"/>
                  </a:lnTo>
                  <a:lnTo>
                    <a:pt x="80870" y="331426"/>
                  </a:lnTo>
                  <a:lnTo>
                    <a:pt x="79261" y="326552"/>
                  </a:lnTo>
                  <a:lnTo>
                    <a:pt x="77673" y="321678"/>
                  </a:lnTo>
                  <a:lnTo>
                    <a:pt x="76187" y="316804"/>
                  </a:lnTo>
                  <a:lnTo>
                    <a:pt x="74892" y="311930"/>
                  </a:lnTo>
                  <a:lnTo>
                    <a:pt x="73877" y="307056"/>
                  </a:lnTo>
                  <a:lnTo>
                    <a:pt x="73221" y="302182"/>
                  </a:lnTo>
                  <a:lnTo>
                    <a:pt x="72987" y="297308"/>
                  </a:lnTo>
                  <a:lnTo>
                    <a:pt x="73214" y="292435"/>
                  </a:lnTo>
                  <a:lnTo>
                    <a:pt x="73909" y="287561"/>
                  </a:lnTo>
                  <a:lnTo>
                    <a:pt x="75048" y="282687"/>
                  </a:lnTo>
                  <a:lnTo>
                    <a:pt x="76579" y="277813"/>
                  </a:lnTo>
                  <a:lnTo>
                    <a:pt x="78425" y="272939"/>
                  </a:lnTo>
                  <a:lnTo>
                    <a:pt x="80491" y="268065"/>
                  </a:lnTo>
                  <a:lnTo>
                    <a:pt x="82677" y="263191"/>
                  </a:lnTo>
                  <a:lnTo>
                    <a:pt x="84883" y="258317"/>
                  </a:lnTo>
                  <a:lnTo>
                    <a:pt x="87018" y="253443"/>
                  </a:lnTo>
                  <a:lnTo>
                    <a:pt x="89012" y="248569"/>
                  </a:lnTo>
                  <a:lnTo>
                    <a:pt x="90810" y="243695"/>
                  </a:lnTo>
                  <a:lnTo>
                    <a:pt x="92380" y="238822"/>
                  </a:lnTo>
                  <a:lnTo>
                    <a:pt x="93710" y="233948"/>
                  </a:lnTo>
                  <a:lnTo>
                    <a:pt x="94804" y="229074"/>
                  </a:lnTo>
                  <a:lnTo>
                    <a:pt x="95678" y="224200"/>
                  </a:lnTo>
                  <a:lnTo>
                    <a:pt x="96358" y="219326"/>
                  </a:lnTo>
                  <a:lnTo>
                    <a:pt x="96872" y="214452"/>
                  </a:lnTo>
                  <a:lnTo>
                    <a:pt x="97251" y="209578"/>
                  </a:lnTo>
                  <a:lnTo>
                    <a:pt x="97522" y="204704"/>
                  </a:lnTo>
                  <a:lnTo>
                    <a:pt x="97712" y="199830"/>
                  </a:lnTo>
                  <a:lnTo>
                    <a:pt x="97841" y="194956"/>
                  </a:lnTo>
                  <a:lnTo>
                    <a:pt x="97927" y="190082"/>
                  </a:lnTo>
                  <a:lnTo>
                    <a:pt x="97983" y="185209"/>
                  </a:lnTo>
                  <a:lnTo>
                    <a:pt x="98018" y="180335"/>
                  </a:lnTo>
                  <a:lnTo>
                    <a:pt x="98040" y="175461"/>
                  </a:lnTo>
                  <a:lnTo>
                    <a:pt x="98053" y="170587"/>
                  </a:lnTo>
                  <a:lnTo>
                    <a:pt x="98061" y="165713"/>
                  </a:lnTo>
                  <a:lnTo>
                    <a:pt x="98065" y="160839"/>
                  </a:lnTo>
                  <a:lnTo>
                    <a:pt x="98067" y="155965"/>
                  </a:lnTo>
                  <a:lnTo>
                    <a:pt x="98069"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3" y="155965"/>
                  </a:lnTo>
                  <a:lnTo>
                    <a:pt x="98075" y="160839"/>
                  </a:lnTo>
                  <a:lnTo>
                    <a:pt x="98080" y="165713"/>
                  </a:lnTo>
                  <a:lnTo>
                    <a:pt x="98087" y="170587"/>
                  </a:lnTo>
                  <a:lnTo>
                    <a:pt x="98100" y="175461"/>
                  </a:lnTo>
                  <a:lnTo>
                    <a:pt x="98122" y="180335"/>
                  </a:lnTo>
                  <a:lnTo>
                    <a:pt x="98157" y="185209"/>
                  </a:lnTo>
                  <a:lnTo>
                    <a:pt x="98213" y="190082"/>
                  </a:lnTo>
                  <a:lnTo>
                    <a:pt x="98299" y="194956"/>
                  </a:lnTo>
                  <a:lnTo>
                    <a:pt x="98428" y="199830"/>
                  </a:lnTo>
                  <a:lnTo>
                    <a:pt x="98618" y="204704"/>
                  </a:lnTo>
                  <a:lnTo>
                    <a:pt x="98890" y="209578"/>
                  </a:lnTo>
                  <a:lnTo>
                    <a:pt x="99268" y="214452"/>
                  </a:lnTo>
                  <a:lnTo>
                    <a:pt x="99782" y="219326"/>
                  </a:lnTo>
                  <a:lnTo>
                    <a:pt x="100462" y="224200"/>
                  </a:lnTo>
                  <a:lnTo>
                    <a:pt x="101336" y="229074"/>
                  </a:lnTo>
                  <a:lnTo>
                    <a:pt x="102430" y="233948"/>
                  </a:lnTo>
                  <a:lnTo>
                    <a:pt x="103760" y="238822"/>
                  </a:lnTo>
                  <a:lnTo>
                    <a:pt x="105330" y="243695"/>
                  </a:lnTo>
                  <a:lnTo>
                    <a:pt x="107128" y="248569"/>
                  </a:lnTo>
                  <a:lnTo>
                    <a:pt x="109122" y="253443"/>
                  </a:lnTo>
                  <a:lnTo>
                    <a:pt x="111258" y="258317"/>
                  </a:lnTo>
                  <a:lnTo>
                    <a:pt x="113463" y="263191"/>
                  </a:lnTo>
                  <a:lnTo>
                    <a:pt x="115649" y="268065"/>
                  </a:lnTo>
                  <a:lnTo>
                    <a:pt x="117715" y="272939"/>
                  </a:lnTo>
                  <a:lnTo>
                    <a:pt x="119561" y="277813"/>
                  </a:lnTo>
                  <a:lnTo>
                    <a:pt x="121092" y="282687"/>
                  </a:lnTo>
                  <a:lnTo>
                    <a:pt x="122232" y="287561"/>
                  </a:lnTo>
                  <a:lnTo>
                    <a:pt x="122926" y="292435"/>
                  </a:lnTo>
                  <a:lnTo>
                    <a:pt x="123153" y="297308"/>
                  </a:lnTo>
                  <a:lnTo>
                    <a:pt x="122919" y="302182"/>
                  </a:lnTo>
                  <a:lnTo>
                    <a:pt x="122264" y="307056"/>
                  </a:lnTo>
                  <a:lnTo>
                    <a:pt x="121248" y="311930"/>
                  </a:lnTo>
                  <a:lnTo>
                    <a:pt x="119953" y="316804"/>
                  </a:lnTo>
                  <a:lnTo>
                    <a:pt x="118467" y="321678"/>
                  </a:lnTo>
                  <a:lnTo>
                    <a:pt x="116879" y="326552"/>
                  </a:lnTo>
                  <a:lnTo>
                    <a:pt x="115270" y="331426"/>
                  </a:lnTo>
                  <a:lnTo>
                    <a:pt x="113707" y="336300"/>
                  </a:lnTo>
                  <a:lnTo>
                    <a:pt x="112243" y="341174"/>
                  </a:lnTo>
                  <a:lnTo>
                    <a:pt x="110910" y="346048"/>
                  </a:lnTo>
                  <a:lnTo>
                    <a:pt x="109728" y="350921"/>
                  </a:lnTo>
                  <a:lnTo>
                    <a:pt x="108701" y="355795"/>
                  </a:lnTo>
                  <a:lnTo>
                    <a:pt x="107824" y="360669"/>
                  </a:lnTo>
                  <a:lnTo>
                    <a:pt x="107087" y="365543"/>
                  </a:lnTo>
                  <a:lnTo>
                    <a:pt x="106476" y="370417"/>
                  </a:lnTo>
                  <a:lnTo>
                    <a:pt x="105976" y="375291"/>
                  </a:lnTo>
                  <a:lnTo>
                    <a:pt x="105575" y="380165"/>
                  </a:lnTo>
                  <a:lnTo>
                    <a:pt x="105264" y="385039"/>
                  </a:lnTo>
                  <a:lnTo>
                    <a:pt x="105033" y="389913"/>
                  </a:lnTo>
                  <a:lnTo>
                    <a:pt x="104877" y="394787"/>
                  </a:lnTo>
                  <a:lnTo>
                    <a:pt x="104789" y="399661"/>
                  </a:lnTo>
                  <a:lnTo>
                    <a:pt x="104762" y="404534"/>
                  </a:lnTo>
                  <a:lnTo>
                    <a:pt x="104788" y="409408"/>
                  </a:lnTo>
                  <a:lnTo>
                    <a:pt x="104856" y="414282"/>
                  </a:lnTo>
                  <a:lnTo>
                    <a:pt x="104954" y="419156"/>
                  </a:lnTo>
                  <a:lnTo>
                    <a:pt x="105067" y="424030"/>
                  </a:lnTo>
                  <a:lnTo>
                    <a:pt x="105182" y="428904"/>
                  </a:lnTo>
                  <a:lnTo>
                    <a:pt x="105283" y="433778"/>
                  </a:lnTo>
                  <a:lnTo>
                    <a:pt x="105358" y="438652"/>
                  </a:lnTo>
                  <a:lnTo>
                    <a:pt x="105399" y="443526"/>
                  </a:lnTo>
                  <a:lnTo>
                    <a:pt x="105400" y="448400"/>
                  </a:lnTo>
                  <a:lnTo>
                    <a:pt x="105361" y="453274"/>
                  </a:lnTo>
                  <a:lnTo>
                    <a:pt x="105285" y="458147"/>
                  </a:lnTo>
                  <a:lnTo>
                    <a:pt x="105183" y="463021"/>
                  </a:lnTo>
                  <a:lnTo>
                    <a:pt x="105068" y="467895"/>
                  </a:lnTo>
                  <a:lnTo>
                    <a:pt x="104962" y="472769"/>
                  </a:lnTo>
                  <a:lnTo>
                    <a:pt x="104892" y="477643"/>
                  </a:lnTo>
                  <a:lnTo>
                    <a:pt x="104894" y="482517"/>
                  </a:lnTo>
                  <a:lnTo>
                    <a:pt x="105015" y="487391"/>
                  </a:lnTo>
                  <a:lnTo>
                    <a:pt x="105314" y="492265"/>
                  </a:lnTo>
                  <a:lnTo>
                    <a:pt x="105867" y="497139"/>
                  </a:lnTo>
                  <a:lnTo>
                    <a:pt x="106765" y="502013"/>
                  </a:lnTo>
                  <a:lnTo>
                    <a:pt x="108114" y="506887"/>
                  </a:lnTo>
                  <a:lnTo>
                    <a:pt x="110033" y="511760"/>
                  </a:lnTo>
                  <a:lnTo>
                    <a:pt x="112646" y="516634"/>
                  </a:lnTo>
                  <a:lnTo>
                    <a:pt x="116071" y="521508"/>
                  </a:lnTo>
                  <a:lnTo>
                    <a:pt x="120407" y="526382"/>
                  </a:lnTo>
                  <a:lnTo>
                    <a:pt x="125715" y="531256"/>
                  </a:lnTo>
                  <a:lnTo>
                    <a:pt x="131999" y="536130"/>
                  </a:lnTo>
                  <a:lnTo>
                    <a:pt x="139190" y="541004"/>
                  </a:lnTo>
                  <a:lnTo>
                    <a:pt x="147133" y="545878"/>
                  </a:lnTo>
                  <a:lnTo>
                    <a:pt x="155580" y="550752"/>
                  </a:lnTo>
                  <a:lnTo>
                    <a:pt x="164197" y="555626"/>
                  </a:lnTo>
                  <a:lnTo>
                    <a:pt x="172581" y="560500"/>
                  </a:lnTo>
                  <a:lnTo>
                    <a:pt x="180285" y="565373"/>
                  </a:lnTo>
                  <a:lnTo>
                    <a:pt x="186861" y="570247"/>
                  </a:lnTo>
                  <a:lnTo>
                    <a:pt x="191896" y="575121"/>
                  </a:lnTo>
                  <a:lnTo>
                    <a:pt x="195061"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2736" name="03_assume_matched_2735">
              <a:extLst>
                <a:ext uri="{FF2B5EF4-FFF2-40B4-BE49-F238E27FC236}">
                  <a16:creationId xmlns:a16="http://schemas.microsoft.com/office/drawing/2014/main" id="{1FADEA97-C1FD-49F0-82E2-73E8EAD11C3F}"/>
                </a:ext>
              </a:extLst>
            </p:cNvPr>
            <p:cNvSpPr>
              <a:spLocks/>
            </p:cNvSpPr>
            <p:nvPr/>
          </p:nvSpPr>
          <p:spPr>
            <a:xfrm>
              <a:off x="1391747" y="6024367"/>
              <a:ext cx="196140" cy="584869"/>
            </a:xfrm>
            <a:custGeom>
              <a:avLst/>
              <a:gdLst/>
              <a:ahLst/>
              <a:cxnLst/>
              <a:rect l="0" t="0" r="0" b="0"/>
              <a:pathLst>
                <a:path w="196140" h="584869">
                  <a:moveTo>
                    <a:pt x="160221" y="584869"/>
                  </a:moveTo>
                  <a:lnTo>
                    <a:pt x="35919" y="584869"/>
                  </a:lnTo>
                  <a:lnTo>
                    <a:pt x="36590" y="579995"/>
                  </a:lnTo>
                  <a:lnTo>
                    <a:pt x="38556" y="575121"/>
                  </a:lnTo>
                  <a:lnTo>
                    <a:pt x="41686" y="570247"/>
                  </a:lnTo>
                  <a:lnTo>
                    <a:pt x="45776" y="565373"/>
                  </a:lnTo>
                  <a:lnTo>
                    <a:pt x="50573" y="560500"/>
                  </a:lnTo>
                  <a:lnTo>
                    <a:pt x="55801" y="555626"/>
                  </a:lnTo>
                  <a:lnTo>
                    <a:pt x="61188" y="550752"/>
                  </a:lnTo>
                  <a:lnTo>
                    <a:pt x="66486" y="545878"/>
                  </a:lnTo>
                  <a:lnTo>
                    <a:pt x="71491" y="541004"/>
                  </a:lnTo>
                  <a:lnTo>
                    <a:pt x="76051" y="536130"/>
                  </a:lnTo>
                  <a:lnTo>
                    <a:pt x="80072" y="531256"/>
                  </a:lnTo>
                  <a:lnTo>
                    <a:pt x="83508" y="526382"/>
                  </a:lnTo>
                  <a:lnTo>
                    <a:pt x="86359" y="521508"/>
                  </a:lnTo>
                  <a:lnTo>
                    <a:pt x="88657" y="516634"/>
                  </a:lnTo>
                  <a:lnTo>
                    <a:pt x="90457" y="511760"/>
                  </a:lnTo>
                  <a:lnTo>
                    <a:pt x="91823" y="506887"/>
                  </a:lnTo>
                  <a:lnTo>
                    <a:pt x="92824" y="502013"/>
                  </a:lnTo>
                  <a:lnTo>
                    <a:pt x="93524" y="497139"/>
                  </a:lnTo>
                  <a:lnTo>
                    <a:pt x="93983" y="492265"/>
                  </a:lnTo>
                  <a:lnTo>
                    <a:pt x="94252" y="487391"/>
                  </a:lnTo>
                  <a:lnTo>
                    <a:pt x="94374" y="482517"/>
                  </a:lnTo>
                  <a:lnTo>
                    <a:pt x="94387" y="477643"/>
                  </a:lnTo>
                  <a:lnTo>
                    <a:pt x="94321" y="472769"/>
                  </a:lnTo>
                  <a:lnTo>
                    <a:pt x="94200" y="467895"/>
                  </a:lnTo>
                  <a:lnTo>
                    <a:pt x="94046" y="463021"/>
                  </a:lnTo>
                  <a:lnTo>
                    <a:pt x="93873" y="458147"/>
                  </a:lnTo>
                  <a:lnTo>
                    <a:pt x="93696" y="453274"/>
                  </a:lnTo>
                  <a:lnTo>
                    <a:pt x="93522" y="448400"/>
                  </a:lnTo>
                  <a:lnTo>
                    <a:pt x="93360" y="443526"/>
                  </a:lnTo>
                  <a:lnTo>
                    <a:pt x="93211" y="438652"/>
                  </a:lnTo>
                  <a:lnTo>
                    <a:pt x="93079" y="433778"/>
                  </a:lnTo>
                  <a:lnTo>
                    <a:pt x="92965" y="428904"/>
                  </a:lnTo>
                  <a:lnTo>
                    <a:pt x="92872" y="424030"/>
                  </a:lnTo>
                  <a:lnTo>
                    <a:pt x="92800" y="419156"/>
                  </a:lnTo>
                  <a:lnTo>
                    <a:pt x="92756" y="414282"/>
                  </a:lnTo>
                  <a:lnTo>
                    <a:pt x="92745" y="409408"/>
                  </a:lnTo>
                  <a:lnTo>
                    <a:pt x="92772" y="404534"/>
                  </a:lnTo>
                  <a:lnTo>
                    <a:pt x="92845" y="399661"/>
                  </a:lnTo>
                  <a:lnTo>
                    <a:pt x="92968" y="394787"/>
                  </a:lnTo>
                  <a:lnTo>
                    <a:pt x="93142" y="389913"/>
                  </a:lnTo>
                  <a:lnTo>
                    <a:pt x="93368" y="385039"/>
                  </a:lnTo>
                  <a:lnTo>
                    <a:pt x="93637" y="380165"/>
                  </a:lnTo>
                  <a:lnTo>
                    <a:pt x="93938" y="375291"/>
                  </a:lnTo>
                  <a:lnTo>
                    <a:pt x="94258" y="370417"/>
                  </a:lnTo>
                  <a:lnTo>
                    <a:pt x="94577" y="365543"/>
                  </a:lnTo>
                  <a:lnTo>
                    <a:pt x="94876" y="360669"/>
                  </a:lnTo>
                  <a:lnTo>
                    <a:pt x="95134" y="355795"/>
                  </a:lnTo>
                  <a:lnTo>
                    <a:pt x="95336" y="350921"/>
                  </a:lnTo>
                  <a:lnTo>
                    <a:pt x="95467" y="346048"/>
                  </a:lnTo>
                  <a:lnTo>
                    <a:pt x="95520" y="341174"/>
                  </a:lnTo>
                  <a:lnTo>
                    <a:pt x="95493" y="336300"/>
                  </a:lnTo>
                  <a:lnTo>
                    <a:pt x="95391" y="331426"/>
                  </a:lnTo>
                  <a:lnTo>
                    <a:pt x="95227" y="326552"/>
                  </a:lnTo>
                  <a:lnTo>
                    <a:pt x="95017" y="321678"/>
                  </a:lnTo>
                  <a:lnTo>
                    <a:pt x="94783" y="316804"/>
                  </a:lnTo>
                  <a:lnTo>
                    <a:pt x="94548" y="311930"/>
                  </a:lnTo>
                  <a:lnTo>
                    <a:pt x="94337" y="307056"/>
                  </a:lnTo>
                  <a:lnTo>
                    <a:pt x="94171" y="302182"/>
                  </a:lnTo>
                  <a:lnTo>
                    <a:pt x="94068" y="297308"/>
                  </a:lnTo>
                  <a:lnTo>
                    <a:pt x="94040" y="292435"/>
                  </a:lnTo>
                  <a:lnTo>
                    <a:pt x="94093" y="287561"/>
                  </a:lnTo>
                  <a:lnTo>
                    <a:pt x="94224" y="282687"/>
                  </a:lnTo>
                  <a:lnTo>
                    <a:pt x="94425" y="277813"/>
                  </a:lnTo>
                  <a:lnTo>
                    <a:pt x="94682" y="272939"/>
                  </a:lnTo>
                  <a:lnTo>
                    <a:pt x="94975" y="268065"/>
                  </a:lnTo>
                  <a:lnTo>
                    <a:pt x="95286" y="263191"/>
                  </a:lnTo>
                  <a:lnTo>
                    <a:pt x="95592" y="258317"/>
                  </a:lnTo>
                  <a:lnTo>
                    <a:pt x="95874" y="253443"/>
                  </a:lnTo>
                  <a:lnTo>
                    <a:pt x="96116" y="248569"/>
                  </a:lnTo>
                  <a:lnTo>
                    <a:pt x="96303" y="243695"/>
                  </a:lnTo>
                  <a:lnTo>
                    <a:pt x="96427" y="238822"/>
                  </a:lnTo>
                  <a:lnTo>
                    <a:pt x="96481" y="233948"/>
                  </a:lnTo>
                  <a:lnTo>
                    <a:pt x="96464" y="229074"/>
                  </a:lnTo>
                  <a:lnTo>
                    <a:pt x="96377" y="224200"/>
                  </a:lnTo>
                  <a:lnTo>
                    <a:pt x="96221" y="219326"/>
                  </a:lnTo>
                  <a:lnTo>
                    <a:pt x="96001" y="214452"/>
                  </a:lnTo>
                  <a:lnTo>
                    <a:pt x="95722" y="209578"/>
                  </a:lnTo>
                  <a:lnTo>
                    <a:pt x="95390" y="204704"/>
                  </a:lnTo>
                  <a:lnTo>
                    <a:pt x="95011" y="199830"/>
                  </a:lnTo>
                  <a:lnTo>
                    <a:pt x="94594" y="194956"/>
                  </a:lnTo>
                  <a:lnTo>
                    <a:pt x="94147" y="190082"/>
                  </a:lnTo>
                  <a:lnTo>
                    <a:pt x="93684" y="185209"/>
                  </a:lnTo>
                  <a:lnTo>
                    <a:pt x="93218" y="180335"/>
                  </a:lnTo>
                  <a:lnTo>
                    <a:pt x="92766" y="175461"/>
                  </a:lnTo>
                  <a:lnTo>
                    <a:pt x="92347" y="170587"/>
                  </a:lnTo>
                  <a:lnTo>
                    <a:pt x="91979" y="165713"/>
                  </a:lnTo>
                  <a:lnTo>
                    <a:pt x="91683" y="160839"/>
                  </a:lnTo>
                  <a:lnTo>
                    <a:pt x="91477" y="155965"/>
                  </a:lnTo>
                  <a:lnTo>
                    <a:pt x="91373" y="151091"/>
                  </a:lnTo>
                  <a:lnTo>
                    <a:pt x="91380" y="146217"/>
                  </a:lnTo>
                  <a:lnTo>
                    <a:pt x="91502" y="141343"/>
                  </a:lnTo>
                  <a:lnTo>
                    <a:pt x="91733" y="136469"/>
                  </a:lnTo>
                  <a:lnTo>
                    <a:pt x="92062" y="131596"/>
                  </a:lnTo>
                  <a:lnTo>
                    <a:pt x="92468" y="126722"/>
                  </a:lnTo>
                  <a:lnTo>
                    <a:pt x="92926" y="121848"/>
                  </a:lnTo>
                  <a:lnTo>
                    <a:pt x="93404" y="116974"/>
                  </a:lnTo>
                  <a:lnTo>
                    <a:pt x="93865" y="112100"/>
                  </a:lnTo>
                  <a:lnTo>
                    <a:pt x="94267" y="107226"/>
                  </a:lnTo>
                  <a:lnTo>
                    <a:pt x="94559" y="102352"/>
                  </a:lnTo>
                  <a:lnTo>
                    <a:pt x="94683" y="97478"/>
                  </a:lnTo>
                  <a:lnTo>
                    <a:pt x="94572" y="92604"/>
                  </a:lnTo>
                  <a:lnTo>
                    <a:pt x="94146" y="87730"/>
                  </a:lnTo>
                  <a:lnTo>
                    <a:pt x="93309" y="82856"/>
                  </a:lnTo>
                  <a:lnTo>
                    <a:pt x="91955" y="77983"/>
                  </a:lnTo>
                  <a:lnTo>
                    <a:pt x="89966" y="73109"/>
                  </a:lnTo>
                  <a:lnTo>
                    <a:pt x="87222" y="68235"/>
                  </a:lnTo>
                  <a:lnTo>
                    <a:pt x="83608" y="63361"/>
                  </a:lnTo>
                  <a:lnTo>
                    <a:pt x="79031" y="58487"/>
                  </a:lnTo>
                  <a:lnTo>
                    <a:pt x="73437" y="53613"/>
                  </a:lnTo>
                  <a:lnTo>
                    <a:pt x="66829" y="48739"/>
                  </a:lnTo>
                  <a:lnTo>
                    <a:pt x="59286" y="43865"/>
                  </a:lnTo>
                  <a:lnTo>
                    <a:pt x="50975" y="38991"/>
                  </a:lnTo>
                  <a:lnTo>
                    <a:pt x="42156" y="34117"/>
                  </a:lnTo>
                  <a:lnTo>
                    <a:pt x="33175" y="29243"/>
                  </a:lnTo>
                  <a:lnTo>
                    <a:pt x="24453" y="24370"/>
                  </a:lnTo>
                  <a:lnTo>
                    <a:pt x="16447" y="19496"/>
                  </a:lnTo>
                  <a:lnTo>
                    <a:pt x="9622" y="14622"/>
                  </a:lnTo>
                  <a:lnTo>
                    <a:pt x="4400" y="9748"/>
                  </a:lnTo>
                  <a:lnTo>
                    <a:pt x="1119" y="4874"/>
                  </a:lnTo>
                  <a:lnTo>
                    <a:pt x="0" y="0"/>
                  </a:lnTo>
                  <a:lnTo>
                    <a:pt x="196140" y="0"/>
                  </a:lnTo>
                  <a:lnTo>
                    <a:pt x="196140" y="0"/>
                  </a:lnTo>
                  <a:lnTo>
                    <a:pt x="195021" y="4874"/>
                  </a:lnTo>
                  <a:lnTo>
                    <a:pt x="191741" y="9748"/>
                  </a:lnTo>
                  <a:lnTo>
                    <a:pt x="186518" y="14622"/>
                  </a:lnTo>
                  <a:lnTo>
                    <a:pt x="179693" y="19496"/>
                  </a:lnTo>
                  <a:lnTo>
                    <a:pt x="171688" y="24370"/>
                  </a:lnTo>
                  <a:lnTo>
                    <a:pt x="162965" y="29243"/>
                  </a:lnTo>
                  <a:lnTo>
                    <a:pt x="153985" y="34117"/>
                  </a:lnTo>
                  <a:lnTo>
                    <a:pt x="145165" y="38991"/>
                  </a:lnTo>
                  <a:lnTo>
                    <a:pt x="136854" y="43865"/>
                  </a:lnTo>
                  <a:lnTo>
                    <a:pt x="129311" y="48739"/>
                  </a:lnTo>
                  <a:lnTo>
                    <a:pt x="122703" y="53613"/>
                  </a:lnTo>
                  <a:lnTo>
                    <a:pt x="117109" y="58487"/>
                  </a:lnTo>
                  <a:lnTo>
                    <a:pt x="112532" y="63361"/>
                  </a:lnTo>
                  <a:lnTo>
                    <a:pt x="108918" y="68235"/>
                  </a:lnTo>
                  <a:lnTo>
                    <a:pt x="106174" y="73109"/>
                  </a:lnTo>
                  <a:lnTo>
                    <a:pt x="104185" y="77983"/>
                  </a:lnTo>
                  <a:lnTo>
                    <a:pt x="102832" y="82856"/>
                  </a:lnTo>
                  <a:lnTo>
                    <a:pt x="101995" y="87730"/>
                  </a:lnTo>
                  <a:lnTo>
                    <a:pt x="101568" y="92604"/>
                  </a:lnTo>
                  <a:lnTo>
                    <a:pt x="101457" y="97478"/>
                  </a:lnTo>
                  <a:lnTo>
                    <a:pt x="101582" y="102352"/>
                  </a:lnTo>
                  <a:lnTo>
                    <a:pt x="101873" y="107226"/>
                  </a:lnTo>
                  <a:lnTo>
                    <a:pt x="102275" y="112100"/>
                  </a:lnTo>
                  <a:lnTo>
                    <a:pt x="102736" y="116974"/>
                  </a:lnTo>
                  <a:lnTo>
                    <a:pt x="103215" y="121848"/>
                  </a:lnTo>
                  <a:lnTo>
                    <a:pt x="103673" y="126722"/>
                  </a:lnTo>
                  <a:lnTo>
                    <a:pt x="104079" y="131596"/>
                  </a:lnTo>
                  <a:lnTo>
                    <a:pt x="104407" y="136469"/>
                  </a:lnTo>
                  <a:lnTo>
                    <a:pt x="104638" y="141343"/>
                  </a:lnTo>
                  <a:lnTo>
                    <a:pt x="104760" y="146217"/>
                  </a:lnTo>
                  <a:lnTo>
                    <a:pt x="104768" y="151091"/>
                  </a:lnTo>
                  <a:lnTo>
                    <a:pt x="104664" y="155965"/>
                  </a:lnTo>
                  <a:lnTo>
                    <a:pt x="104457" y="160839"/>
                  </a:lnTo>
                  <a:lnTo>
                    <a:pt x="104161" y="165713"/>
                  </a:lnTo>
                  <a:lnTo>
                    <a:pt x="103793" y="170587"/>
                  </a:lnTo>
                  <a:lnTo>
                    <a:pt x="103374" y="175461"/>
                  </a:lnTo>
                  <a:lnTo>
                    <a:pt x="102922" y="180335"/>
                  </a:lnTo>
                  <a:lnTo>
                    <a:pt x="102456" y="185209"/>
                  </a:lnTo>
                  <a:lnTo>
                    <a:pt x="101993" y="190082"/>
                  </a:lnTo>
                  <a:lnTo>
                    <a:pt x="101547" y="194956"/>
                  </a:lnTo>
                  <a:lnTo>
                    <a:pt x="101130" y="199830"/>
                  </a:lnTo>
                  <a:lnTo>
                    <a:pt x="100751" y="204704"/>
                  </a:lnTo>
                  <a:lnTo>
                    <a:pt x="100419" y="209578"/>
                  </a:lnTo>
                  <a:lnTo>
                    <a:pt x="100139" y="214452"/>
                  </a:lnTo>
                  <a:lnTo>
                    <a:pt x="99920" y="219326"/>
                  </a:lnTo>
                  <a:lnTo>
                    <a:pt x="99764" y="224200"/>
                  </a:lnTo>
                  <a:lnTo>
                    <a:pt x="99676" y="229074"/>
                  </a:lnTo>
                  <a:lnTo>
                    <a:pt x="99659" y="233948"/>
                  </a:lnTo>
                  <a:lnTo>
                    <a:pt x="99714" y="238822"/>
                  </a:lnTo>
                  <a:lnTo>
                    <a:pt x="99837" y="243695"/>
                  </a:lnTo>
                  <a:lnTo>
                    <a:pt x="100025" y="248569"/>
                  </a:lnTo>
                  <a:lnTo>
                    <a:pt x="100266" y="253443"/>
                  </a:lnTo>
                  <a:lnTo>
                    <a:pt x="100548" y="258317"/>
                  </a:lnTo>
                  <a:lnTo>
                    <a:pt x="100854" y="263191"/>
                  </a:lnTo>
                  <a:lnTo>
                    <a:pt x="101165" y="268065"/>
                  </a:lnTo>
                  <a:lnTo>
                    <a:pt x="101459" y="272939"/>
                  </a:lnTo>
                  <a:lnTo>
                    <a:pt x="101715" y="277813"/>
                  </a:lnTo>
                  <a:lnTo>
                    <a:pt x="101916" y="282687"/>
                  </a:lnTo>
                  <a:lnTo>
                    <a:pt x="102048" y="287561"/>
                  </a:lnTo>
                  <a:lnTo>
                    <a:pt x="102100" y="292435"/>
                  </a:lnTo>
                  <a:lnTo>
                    <a:pt x="102072" y="297308"/>
                  </a:lnTo>
                  <a:lnTo>
                    <a:pt x="101970" y="302182"/>
                  </a:lnTo>
                  <a:lnTo>
                    <a:pt x="101804" y="307056"/>
                  </a:lnTo>
                  <a:lnTo>
                    <a:pt x="101592" y="311930"/>
                  </a:lnTo>
                  <a:lnTo>
                    <a:pt x="101358" y="316804"/>
                  </a:lnTo>
                  <a:lnTo>
                    <a:pt x="101124" y="321678"/>
                  </a:lnTo>
                  <a:lnTo>
                    <a:pt x="100914" y="326552"/>
                  </a:lnTo>
                  <a:lnTo>
                    <a:pt x="100749" y="331426"/>
                  </a:lnTo>
                  <a:lnTo>
                    <a:pt x="100648" y="336300"/>
                  </a:lnTo>
                  <a:lnTo>
                    <a:pt x="100621" y="341174"/>
                  </a:lnTo>
                  <a:lnTo>
                    <a:pt x="100674" y="346048"/>
                  </a:lnTo>
                  <a:lnTo>
                    <a:pt x="100805" y="350921"/>
                  </a:lnTo>
                  <a:lnTo>
                    <a:pt x="101006" y="355795"/>
                  </a:lnTo>
                  <a:lnTo>
                    <a:pt x="101265" y="360669"/>
                  </a:lnTo>
                  <a:lnTo>
                    <a:pt x="101563" y="365543"/>
                  </a:lnTo>
                  <a:lnTo>
                    <a:pt x="101882" y="370417"/>
                  </a:lnTo>
                  <a:lnTo>
                    <a:pt x="102202" y="375291"/>
                  </a:lnTo>
                  <a:lnTo>
                    <a:pt x="102504" y="380165"/>
                  </a:lnTo>
                  <a:lnTo>
                    <a:pt x="102773" y="385039"/>
                  </a:lnTo>
                  <a:lnTo>
                    <a:pt x="102998" y="389913"/>
                  </a:lnTo>
                  <a:lnTo>
                    <a:pt x="103173" y="394787"/>
                  </a:lnTo>
                  <a:lnTo>
                    <a:pt x="103295" y="399661"/>
                  </a:lnTo>
                  <a:lnTo>
                    <a:pt x="103368" y="404534"/>
                  </a:lnTo>
                  <a:lnTo>
                    <a:pt x="103396" y="409408"/>
                  </a:lnTo>
                  <a:lnTo>
                    <a:pt x="103384" y="414282"/>
                  </a:lnTo>
                  <a:lnTo>
                    <a:pt x="103340" y="419156"/>
                  </a:lnTo>
                  <a:lnTo>
                    <a:pt x="103269" y="424030"/>
                  </a:lnTo>
                  <a:lnTo>
                    <a:pt x="103175" y="428904"/>
                  </a:lnTo>
                  <a:lnTo>
                    <a:pt x="103061" y="433778"/>
                  </a:lnTo>
                  <a:lnTo>
                    <a:pt x="102929" y="438652"/>
                  </a:lnTo>
                  <a:lnTo>
                    <a:pt x="102781" y="443526"/>
                  </a:lnTo>
                  <a:lnTo>
                    <a:pt x="102618" y="448400"/>
                  </a:lnTo>
                  <a:lnTo>
                    <a:pt x="102445" y="453274"/>
                  </a:lnTo>
                  <a:lnTo>
                    <a:pt x="102267" y="458147"/>
                  </a:lnTo>
                  <a:lnTo>
                    <a:pt x="102095" y="463021"/>
                  </a:lnTo>
                  <a:lnTo>
                    <a:pt x="101940" y="467895"/>
                  </a:lnTo>
                  <a:lnTo>
                    <a:pt x="101819" y="472769"/>
                  </a:lnTo>
                  <a:lnTo>
                    <a:pt x="101753" y="477643"/>
                  </a:lnTo>
                  <a:lnTo>
                    <a:pt x="101766" y="482517"/>
                  </a:lnTo>
                  <a:lnTo>
                    <a:pt x="101889" y="487391"/>
                  </a:lnTo>
                  <a:lnTo>
                    <a:pt x="102158" y="492265"/>
                  </a:lnTo>
                  <a:lnTo>
                    <a:pt x="102617" y="497139"/>
                  </a:lnTo>
                  <a:lnTo>
                    <a:pt x="103317" y="502013"/>
                  </a:lnTo>
                  <a:lnTo>
                    <a:pt x="104317" y="506887"/>
                  </a:lnTo>
                  <a:lnTo>
                    <a:pt x="105683" y="511760"/>
                  </a:lnTo>
                  <a:lnTo>
                    <a:pt x="107483" y="516634"/>
                  </a:lnTo>
                  <a:lnTo>
                    <a:pt x="109782" y="521508"/>
                  </a:lnTo>
                  <a:lnTo>
                    <a:pt x="112633" y="526382"/>
                  </a:lnTo>
                  <a:lnTo>
                    <a:pt x="116069" y="531256"/>
                  </a:lnTo>
                  <a:lnTo>
                    <a:pt x="120089" y="536130"/>
                  </a:lnTo>
                  <a:lnTo>
                    <a:pt x="124650" y="541004"/>
                  </a:lnTo>
                  <a:lnTo>
                    <a:pt x="129654" y="545878"/>
                  </a:lnTo>
                  <a:lnTo>
                    <a:pt x="134952" y="550752"/>
                  </a:lnTo>
                  <a:lnTo>
                    <a:pt x="140339" y="555626"/>
                  </a:lnTo>
                  <a:lnTo>
                    <a:pt x="145567" y="560500"/>
                  </a:lnTo>
                  <a:lnTo>
                    <a:pt x="150365" y="565373"/>
                  </a:lnTo>
                  <a:lnTo>
                    <a:pt x="154454" y="570247"/>
                  </a:lnTo>
                  <a:lnTo>
                    <a:pt x="157584" y="575121"/>
                  </a:lnTo>
                  <a:lnTo>
                    <a:pt x="159550" y="579995"/>
                  </a:lnTo>
                  <a:lnTo>
                    <a:pt x="160221" y="584869"/>
                  </a:lnTo>
                  <a:lnTo>
                    <a:pt x="160221" y="584869"/>
                  </a:lnTo>
                  <a:close/>
                </a:path>
              </a:pathLst>
            </a:custGeom>
            <a:solidFill>
              <a:srgbClr val="00878B">
                <a:alpha val="12000"/>
              </a:srgbClr>
            </a:solidFill>
            <a:ln w="6985">
              <a:solidFill>
                <a:srgbClr val="00878B">
                  <a:alpha val="12000"/>
                </a:srgbClr>
              </a:solidFill>
              <a:prstDash val="solid"/>
            </a:ln>
          </p:spPr>
        </p:sp>
        <p:sp>
          <p:nvSpPr>
            <p:cNvPr id="2737" name="03_assume_matched_2736">
              <a:extLst>
                <a:ext uri="{FF2B5EF4-FFF2-40B4-BE49-F238E27FC236}">
                  <a16:creationId xmlns:a16="http://schemas.microsoft.com/office/drawing/2014/main" id="{1EAE3E9D-C525-4DFC-8A39-8EE0211BDFC1}"/>
                </a:ext>
              </a:extLst>
            </p:cNvPr>
            <p:cNvSpPr>
              <a:spLocks/>
            </p:cNvSpPr>
            <p:nvPr/>
          </p:nvSpPr>
          <p:spPr>
            <a:xfrm>
              <a:off x="2146133" y="6024367"/>
              <a:ext cx="196140" cy="584869"/>
            </a:xfrm>
            <a:custGeom>
              <a:avLst/>
              <a:gdLst/>
              <a:ahLst/>
              <a:cxnLst/>
              <a:rect l="0" t="0" r="0" b="0"/>
              <a:pathLst>
                <a:path w="196140" h="584869">
                  <a:moveTo>
                    <a:pt x="160221" y="584869"/>
                  </a:moveTo>
                  <a:lnTo>
                    <a:pt x="35919" y="584869"/>
                  </a:lnTo>
                  <a:lnTo>
                    <a:pt x="36590" y="579995"/>
                  </a:lnTo>
                  <a:lnTo>
                    <a:pt x="38556" y="575121"/>
                  </a:lnTo>
                  <a:lnTo>
                    <a:pt x="41686" y="570247"/>
                  </a:lnTo>
                  <a:lnTo>
                    <a:pt x="45776" y="565373"/>
                  </a:lnTo>
                  <a:lnTo>
                    <a:pt x="50573" y="560500"/>
                  </a:lnTo>
                  <a:lnTo>
                    <a:pt x="55801" y="555626"/>
                  </a:lnTo>
                  <a:lnTo>
                    <a:pt x="61188" y="550752"/>
                  </a:lnTo>
                  <a:lnTo>
                    <a:pt x="66486" y="545878"/>
                  </a:lnTo>
                  <a:lnTo>
                    <a:pt x="71491" y="541004"/>
                  </a:lnTo>
                  <a:lnTo>
                    <a:pt x="76051" y="536130"/>
                  </a:lnTo>
                  <a:lnTo>
                    <a:pt x="80072" y="531256"/>
                  </a:lnTo>
                  <a:lnTo>
                    <a:pt x="83508" y="526382"/>
                  </a:lnTo>
                  <a:lnTo>
                    <a:pt x="86359" y="521508"/>
                  </a:lnTo>
                  <a:lnTo>
                    <a:pt x="88657" y="516634"/>
                  </a:lnTo>
                  <a:lnTo>
                    <a:pt x="90457" y="511760"/>
                  </a:lnTo>
                  <a:lnTo>
                    <a:pt x="91823" y="506887"/>
                  </a:lnTo>
                  <a:lnTo>
                    <a:pt x="92824" y="502013"/>
                  </a:lnTo>
                  <a:lnTo>
                    <a:pt x="93524" y="497139"/>
                  </a:lnTo>
                  <a:lnTo>
                    <a:pt x="93983" y="492265"/>
                  </a:lnTo>
                  <a:lnTo>
                    <a:pt x="94252" y="487391"/>
                  </a:lnTo>
                  <a:lnTo>
                    <a:pt x="94374" y="482517"/>
                  </a:lnTo>
                  <a:lnTo>
                    <a:pt x="94387" y="477643"/>
                  </a:lnTo>
                  <a:lnTo>
                    <a:pt x="94321" y="472769"/>
                  </a:lnTo>
                  <a:lnTo>
                    <a:pt x="94200" y="467895"/>
                  </a:lnTo>
                  <a:lnTo>
                    <a:pt x="94046" y="463021"/>
                  </a:lnTo>
                  <a:lnTo>
                    <a:pt x="93873" y="458147"/>
                  </a:lnTo>
                  <a:lnTo>
                    <a:pt x="93696" y="453274"/>
                  </a:lnTo>
                  <a:lnTo>
                    <a:pt x="93522" y="448400"/>
                  </a:lnTo>
                  <a:lnTo>
                    <a:pt x="93360" y="443526"/>
                  </a:lnTo>
                  <a:lnTo>
                    <a:pt x="93211" y="438652"/>
                  </a:lnTo>
                  <a:lnTo>
                    <a:pt x="93079" y="433778"/>
                  </a:lnTo>
                  <a:lnTo>
                    <a:pt x="92965" y="428904"/>
                  </a:lnTo>
                  <a:lnTo>
                    <a:pt x="92872" y="424030"/>
                  </a:lnTo>
                  <a:lnTo>
                    <a:pt x="92800" y="419156"/>
                  </a:lnTo>
                  <a:lnTo>
                    <a:pt x="92756" y="414282"/>
                  </a:lnTo>
                  <a:lnTo>
                    <a:pt x="92745" y="409408"/>
                  </a:lnTo>
                  <a:lnTo>
                    <a:pt x="92772" y="404534"/>
                  </a:lnTo>
                  <a:lnTo>
                    <a:pt x="92845" y="399661"/>
                  </a:lnTo>
                  <a:lnTo>
                    <a:pt x="92968" y="394787"/>
                  </a:lnTo>
                  <a:lnTo>
                    <a:pt x="93142" y="389913"/>
                  </a:lnTo>
                  <a:lnTo>
                    <a:pt x="93368" y="385039"/>
                  </a:lnTo>
                  <a:lnTo>
                    <a:pt x="93637" y="380165"/>
                  </a:lnTo>
                  <a:lnTo>
                    <a:pt x="93938" y="375291"/>
                  </a:lnTo>
                  <a:lnTo>
                    <a:pt x="94258" y="370417"/>
                  </a:lnTo>
                  <a:lnTo>
                    <a:pt x="94577" y="365543"/>
                  </a:lnTo>
                  <a:lnTo>
                    <a:pt x="94876" y="360669"/>
                  </a:lnTo>
                  <a:lnTo>
                    <a:pt x="95134" y="355795"/>
                  </a:lnTo>
                  <a:lnTo>
                    <a:pt x="95336" y="350921"/>
                  </a:lnTo>
                  <a:lnTo>
                    <a:pt x="95467" y="346048"/>
                  </a:lnTo>
                  <a:lnTo>
                    <a:pt x="95520" y="341174"/>
                  </a:lnTo>
                  <a:lnTo>
                    <a:pt x="95493" y="336300"/>
                  </a:lnTo>
                  <a:lnTo>
                    <a:pt x="95391" y="331426"/>
                  </a:lnTo>
                  <a:lnTo>
                    <a:pt x="95227" y="326552"/>
                  </a:lnTo>
                  <a:lnTo>
                    <a:pt x="95017" y="321678"/>
                  </a:lnTo>
                  <a:lnTo>
                    <a:pt x="94783" y="316804"/>
                  </a:lnTo>
                  <a:lnTo>
                    <a:pt x="94548" y="311930"/>
                  </a:lnTo>
                  <a:lnTo>
                    <a:pt x="94337" y="307056"/>
                  </a:lnTo>
                  <a:lnTo>
                    <a:pt x="94171" y="302182"/>
                  </a:lnTo>
                  <a:lnTo>
                    <a:pt x="94068" y="297308"/>
                  </a:lnTo>
                  <a:lnTo>
                    <a:pt x="94040" y="292435"/>
                  </a:lnTo>
                  <a:lnTo>
                    <a:pt x="94093" y="287561"/>
                  </a:lnTo>
                  <a:lnTo>
                    <a:pt x="94224" y="282687"/>
                  </a:lnTo>
                  <a:lnTo>
                    <a:pt x="94425" y="277813"/>
                  </a:lnTo>
                  <a:lnTo>
                    <a:pt x="94682" y="272939"/>
                  </a:lnTo>
                  <a:lnTo>
                    <a:pt x="94975" y="268065"/>
                  </a:lnTo>
                  <a:lnTo>
                    <a:pt x="95286" y="263191"/>
                  </a:lnTo>
                  <a:lnTo>
                    <a:pt x="95592" y="258317"/>
                  </a:lnTo>
                  <a:lnTo>
                    <a:pt x="95874" y="253443"/>
                  </a:lnTo>
                  <a:lnTo>
                    <a:pt x="96116" y="248569"/>
                  </a:lnTo>
                  <a:lnTo>
                    <a:pt x="96303" y="243695"/>
                  </a:lnTo>
                  <a:lnTo>
                    <a:pt x="96427" y="238822"/>
                  </a:lnTo>
                  <a:lnTo>
                    <a:pt x="96481" y="233948"/>
                  </a:lnTo>
                  <a:lnTo>
                    <a:pt x="96464" y="229074"/>
                  </a:lnTo>
                  <a:lnTo>
                    <a:pt x="96377" y="224200"/>
                  </a:lnTo>
                  <a:lnTo>
                    <a:pt x="96221" y="219326"/>
                  </a:lnTo>
                  <a:lnTo>
                    <a:pt x="96001" y="214452"/>
                  </a:lnTo>
                  <a:lnTo>
                    <a:pt x="95722" y="209578"/>
                  </a:lnTo>
                  <a:lnTo>
                    <a:pt x="95390" y="204704"/>
                  </a:lnTo>
                  <a:lnTo>
                    <a:pt x="95011" y="199830"/>
                  </a:lnTo>
                  <a:lnTo>
                    <a:pt x="94594" y="194956"/>
                  </a:lnTo>
                  <a:lnTo>
                    <a:pt x="94147" y="190082"/>
                  </a:lnTo>
                  <a:lnTo>
                    <a:pt x="93684" y="185209"/>
                  </a:lnTo>
                  <a:lnTo>
                    <a:pt x="93218" y="180335"/>
                  </a:lnTo>
                  <a:lnTo>
                    <a:pt x="92766" y="175461"/>
                  </a:lnTo>
                  <a:lnTo>
                    <a:pt x="92347" y="170587"/>
                  </a:lnTo>
                  <a:lnTo>
                    <a:pt x="91979" y="165713"/>
                  </a:lnTo>
                  <a:lnTo>
                    <a:pt x="91683" y="160839"/>
                  </a:lnTo>
                  <a:lnTo>
                    <a:pt x="91477" y="155965"/>
                  </a:lnTo>
                  <a:lnTo>
                    <a:pt x="91373" y="151091"/>
                  </a:lnTo>
                  <a:lnTo>
                    <a:pt x="91380" y="146217"/>
                  </a:lnTo>
                  <a:lnTo>
                    <a:pt x="91502" y="141343"/>
                  </a:lnTo>
                  <a:lnTo>
                    <a:pt x="91733" y="136469"/>
                  </a:lnTo>
                  <a:lnTo>
                    <a:pt x="92062" y="131596"/>
                  </a:lnTo>
                  <a:lnTo>
                    <a:pt x="92468" y="126722"/>
                  </a:lnTo>
                  <a:lnTo>
                    <a:pt x="92926" y="121848"/>
                  </a:lnTo>
                  <a:lnTo>
                    <a:pt x="93404" y="116974"/>
                  </a:lnTo>
                  <a:lnTo>
                    <a:pt x="93865" y="112100"/>
                  </a:lnTo>
                  <a:lnTo>
                    <a:pt x="94267" y="107226"/>
                  </a:lnTo>
                  <a:lnTo>
                    <a:pt x="94559" y="102352"/>
                  </a:lnTo>
                  <a:lnTo>
                    <a:pt x="94683" y="97478"/>
                  </a:lnTo>
                  <a:lnTo>
                    <a:pt x="94572" y="92604"/>
                  </a:lnTo>
                  <a:lnTo>
                    <a:pt x="94146" y="87730"/>
                  </a:lnTo>
                  <a:lnTo>
                    <a:pt x="93309" y="82856"/>
                  </a:lnTo>
                  <a:lnTo>
                    <a:pt x="91955" y="77983"/>
                  </a:lnTo>
                  <a:lnTo>
                    <a:pt x="89966" y="73109"/>
                  </a:lnTo>
                  <a:lnTo>
                    <a:pt x="87222" y="68235"/>
                  </a:lnTo>
                  <a:lnTo>
                    <a:pt x="83608" y="63361"/>
                  </a:lnTo>
                  <a:lnTo>
                    <a:pt x="79031" y="58487"/>
                  </a:lnTo>
                  <a:lnTo>
                    <a:pt x="73437" y="53613"/>
                  </a:lnTo>
                  <a:lnTo>
                    <a:pt x="66829" y="48739"/>
                  </a:lnTo>
                  <a:lnTo>
                    <a:pt x="59286" y="43865"/>
                  </a:lnTo>
                  <a:lnTo>
                    <a:pt x="50975" y="38991"/>
                  </a:lnTo>
                  <a:lnTo>
                    <a:pt x="42156" y="34117"/>
                  </a:lnTo>
                  <a:lnTo>
                    <a:pt x="33175" y="29243"/>
                  </a:lnTo>
                  <a:lnTo>
                    <a:pt x="24453" y="24370"/>
                  </a:lnTo>
                  <a:lnTo>
                    <a:pt x="16447" y="19496"/>
                  </a:lnTo>
                  <a:lnTo>
                    <a:pt x="9622" y="14622"/>
                  </a:lnTo>
                  <a:lnTo>
                    <a:pt x="4400" y="9748"/>
                  </a:lnTo>
                  <a:lnTo>
                    <a:pt x="1119" y="4874"/>
                  </a:lnTo>
                  <a:lnTo>
                    <a:pt x="0" y="0"/>
                  </a:lnTo>
                  <a:lnTo>
                    <a:pt x="196140" y="0"/>
                  </a:lnTo>
                  <a:lnTo>
                    <a:pt x="196140" y="0"/>
                  </a:lnTo>
                  <a:lnTo>
                    <a:pt x="195021" y="4874"/>
                  </a:lnTo>
                  <a:lnTo>
                    <a:pt x="191741" y="9748"/>
                  </a:lnTo>
                  <a:lnTo>
                    <a:pt x="186518" y="14622"/>
                  </a:lnTo>
                  <a:lnTo>
                    <a:pt x="179693" y="19496"/>
                  </a:lnTo>
                  <a:lnTo>
                    <a:pt x="171688" y="24370"/>
                  </a:lnTo>
                  <a:lnTo>
                    <a:pt x="162965" y="29243"/>
                  </a:lnTo>
                  <a:lnTo>
                    <a:pt x="153985" y="34117"/>
                  </a:lnTo>
                  <a:lnTo>
                    <a:pt x="145165" y="38991"/>
                  </a:lnTo>
                  <a:lnTo>
                    <a:pt x="136854" y="43865"/>
                  </a:lnTo>
                  <a:lnTo>
                    <a:pt x="129311" y="48739"/>
                  </a:lnTo>
                  <a:lnTo>
                    <a:pt x="122703" y="53613"/>
                  </a:lnTo>
                  <a:lnTo>
                    <a:pt x="117109" y="58487"/>
                  </a:lnTo>
                  <a:lnTo>
                    <a:pt x="112532" y="63361"/>
                  </a:lnTo>
                  <a:lnTo>
                    <a:pt x="108918" y="68235"/>
                  </a:lnTo>
                  <a:lnTo>
                    <a:pt x="106174" y="73109"/>
                  </a:lnTo>
                  <a:lnTo>
                    <a:pt x="104185" y="77983"/>
                  </a:lnTo>
                  <a:lnTo>
                    <a:pt x="102832" y="82856"/>
                  </a:lnTo>
                  <a:lnTo>
                    <a:pt x="101995" y="87730"/>
                  </a:lnTo>
                  <a:lnTo>
                    <a:pt x="101568" y="92604"/>
                  </a:lnTo>
                  <a:lnTo>
                    <a:pt x="101457" y="97478"/>
                  </a:lnTo>
                  <a:lnTo>
                    <a:pt x="101581" y="102352"/>
                  </a:lnTo>
                  <a:lnTo>
                    <a:pt x="101873" y="107226"/>
                  </a:lnTo>
                  <a:lnTo>
                    <a:pt x="102275" y="112100"/>
                  </a:lnTo>
                  <a:lnTo>
                    <a:pt x="102736" y="116974"/>
                  </a:lnTo>
                  <a:lnTo>
                    <a:pt x="103215" y="121848"/>
                  </a:lnTo>
                  <a:lnTo>
                    <a:pt x="103673" y="126722"/>
                  </a:lnTo>
                  <a:lnTo>
                    <a:pt x="104079" y="131596"/>
                  </a:lnTo>
                  <a:lnTo>
                    <a:pt x="104407" y="136469"/>
                  </a:lnTo>
                  <a:lnTo>
                    <a:pt x="104638" y="141343"/>
                  </a:lnTo>
                  <a:lnTo>
                    <a:pt x="104760" y="146217"/>
                  </a:lnTo>
                  <a:lnTo>
                    <a:pt x="104768" y="151091"/>
                  </a:lnTo>
                  <a:lnTo>
                    <a:pt x="104664" y="155965"/>
                  </a:lnTo>
                  <a:lnTo>
                    <a:pt x="104457" y="160839"/>
                  </a:lnTo>
                  <a:lnTo>
                    <a:pt x="104161" y="165713"/>
                  </a:lnTo>
                  <a:lnTo>
                    <a:pt x="103793" y="170587"/>
                  </a:lnTo>
                  <a:lnTo>
                    <a:pt x="103374" y="175461"/>
                  </a:lnTo>
                  <a:lnTo>
                    <a:pt x="102922" y="180335"/>
                  </a:lnTo>
                  <a:lnTo>
                    <a:pt x="102456" y="185209"/>
                  </a:lnTo>
                  <a:lnTo>
                    <a:pt x="101993" y="190082"/>
                  </a:lnTo>
                  <a:lnTo>
                    <a:pt x="101547" y="194956"/>
                  </a:lnTo>
                  <a:lnTo>
                    <a:pt x="101130" y="199830"/>
                  </a:lnTo>
                  <a:lnTo>
                    <a:pt x="100751" y="204704"/>
                  </a:lnTo>
                  <a:lnTo>
                    <a:pt x="100418" y="209578"/>
                  </a:lnTo>
                  <a:lnTo>
                    <a:pt x="100139" y="214452"/>
                  </a:lnTo>
                  <a:lnTo>
                    <a:pt x="99920" y="219326"/>
                  </a:lnTo>
                  <a:lnTo>
                    <a:pt x="99764" y="224200"/>
                  </a:lnTo>
                  <a:lnTo>
                    <a:pt x="99676" y="229074"/>
                  </a:lnTo>
                  <a:lnTo>
                    <a:pt x="99659" y="233948"/>
                  </a:lnTo>
                  <a:lnTo>
                    <a:pt x="99714" y="238822"/>
                  </a:lnTo>
                  <a:lnTo>
                    <a:pt x="99837" y="243695"/>
                  </a:lnTo>
                  <a:lnTo>
                    <a:pt x="100025" y="248569"/>
                  </a:lnTo>
                  <a:lnTo>
                    <a:pt x="100266" y="253443"/>
                  </a:lnTo>
                  <a:lnTo>
                    <a:pt x="100548" y="258317"/>
                  </a:lnTo>
                  <a:lnTo>
                    <a:pt x="100854" y="263191"/>
                  </a:lnTo>
                  <a:lnTo>
                    <a:pt x="101165" y="268065"/>
                  </a:lnTo>
                  <a:lnTo>
                    <a:pt x="101459" y="272939"/>
                  </a:lnTo>
                  <a:lnTo>
                    <a:pt x="101715" y="277813"/>
                  </a:lnTo>
                  <a:lnTo>
                    <a:pt x="101916" y="282687"/>
                  </a:lnTo>
                  <a:lnTo>
                    <a:pt x="102048" y="287561"/>
                  </a:lnTo>
                  <a:lnTo>
                    <a:pt x="102100" y="292435"/>
                  </a:lnTo>
                  <a:lnTo>
                    <a:pt x="102072" y="297308"/>
                  </a:lnTo>
                  <a:lnTo>
                    <a:pt x="101970" y="302182"/>
                  </a:lnTo>
                  <a:lnTo>
                    <a:pt x="101804" y="307056"/>
                  </a:lnTo>
                  <a:lnTo>
                    <a:pt x="101592" y="311930"/>
                  </a:lnTo>
                  <a:lnTo>
                    <a:pt x="101358" y="316804"/>
                  </a:lnTo>
                  <a:lnTo>
                    <a:pt x="101124" y="321678"/>
                  </a:lnTo>
                  <a:lnTo>
                    <a:pt x="100914" y="326552"/>
                  </a:lnTo>
                  <a:lnTo>
                    <a:pt x="100749" y="331426"/>
                  </a:lnTo>
                  <a:lnTo>
                    <a:pt x="100648" y="336300"/>
                  </a:lnTo>
                  <a:lnTo>
                    <a:pt x="100621" y="341174"/>
                  </a:lnTo>
                  <a:lnTo>
                    <a:pt x="100674" y="346048"/>
                  </a:lnTo>
                  <a:lnTo>
                    <a:pt x="100805" y="350921"/>
                  </a:lnTo>
                  <a:lnTo>
                    <a:pt x="101006" y="355795"/>
                  </a:lnTo>
                  <a:lnTo>
                    <a:pt x="101265" y="360669"/>
                  </a:lnTo>
                  <a:lnTo>
                    <a:pt x="101563" y="365543"/>
                  </a:lnTo>
                  <a:lnTo>
                    <a:pt x="101882" y="370417"/>
                  </a:lnTo>
                  <a:lnTo>
                    <a:pt x="102202" y="375291"/>
                  </a:lnTo>
                  <a:lnTo>
                    <a:pt x="102504" y="380165"/>
                  </a:lnTo>
                  <a:lnTo>
                    <a:pt x="102773" y="385039"/>
                  </a:lnTo>
                  <a:lnTo>
                    <a:pt x="102998" y="389913"/>
                  </a:lnTo>
                  <a:lnTo>
                    <a:pt x="103173" y="394787"/>
                  </a:lnTo>
                  <a:lnTo>
                    <a:pt x="103295" y="399661"/>
                  </a:lnTo>
                  <a:lnTo>
                    <a:pt x="103368" y="404534"/>
                  </a:lnTo>
                  <a:lnTo>
                    <a:pt x="103396" y="409408"/>
                  </a:lnTo>
                  <a:lnTo>
                    <a:pt x="103384" y="414282"/>
                  </a:lnTo>
                  <a:lnTo>
                    <a:pt x="103340" y="419156"/>
                  </a:lnTo>
                  <a:lnTo>
                    <a:pt x="103269" y="424030"/>
                  </a:lnTo>
                  <a:lnTo>
                    <a:pt x="103175" y="428904"/>
                  </a:lnTo>
                  <a:lnTo>
                    <a:pt x="103061" y="433778"/>
                  </a:lnTo>
                  <a:lnTo>
                    <a:pt x="102929" y="438652"/>
                  </a:lnTo>
                  <a:lnTo>
                    <a:pt x="102781" y="443526"/>
                  </a:lnTo>
                  <a:lnTo>
                    <a:pt x="102618" y="448400"/>
                  </a:lnTo>
                  <a:lnTo>
                    <a:pt x="102445" y="453274"/>
                  </a:lnTo>
                  <a:lnTo>
                    <a:pt x="102267" y="458147"/>
                  </a:lnTo>
                  <a:lnTo>
                    <a:pt x="102095" y="463021"/>
                  </a:lnTo>
                  <a:lnTo>
                    <a:pt x="101940" y="467895"/>
                  </a:lnTo>
                  <a:lnTo>
                    <a:pt x="101819" y="472769"/>
                  </a:lnTo>
                  <a:lnTo>
                    <a:pt x="101753" y="477643"/>
                  </a:lnTo>
                  <a:lnTo>
                    <a:pt x="101766" y="482517"/>
                  </a:lnTo>
                  <a:lnTo>
                    <a:pt x="101889" y="487391"/>
                  </a:lnTo>
                  <a:lnTo>
                    <a:pt x="102158" y="492265"/>
                  </a:lnTo>
                  <a:lnTo>
                    <a:pt x="102617" y="497139"/>
                  </a:lnTo>
                  <a:lnTo>
                    <a:pt x="103317" y="502013"/>
                  </a:lnTo>
                  <a:lnTo>
                    <a:pt x="104317" y="506887"/>
                  </a:lnTo>
                  <a:lnTo>
                    <a:pt x="105683" y="511760"/>
                  </a:lnTo>
                  <a:lnTo>
                    <a:pt x="107483" y="516634"/>
                  </a:lnTo>
                  <a:lnTo>
                    <a:pt x="109782" y="521508"/>
                  </a:lnTo>
                  <a:lnTo>
                    <a:pt x="112633" y="526382"/>
                  </a:lnTo>
                  <a:lnTo>
                    <a:pt x="116069" y="531256"/>
                  </a:lnTo>
                  <a:lnTo>
                    <a:pt x="120089" y="536130"/>
                  </a:lnTo>
                  <a:lnTo>
                    <a:pt x="124650" y="541004"/>
                  </a:lnTo>
                  <a:lnTo>
                    <a:pt x="129654" y="545878"/>
                  </a:lnTo>
                  <a:lnTo>
                    <a:pt x="134952" y="550752"/>
                  </a:lnTo>
                  <a:lnTo>
                    <a:pt x="140339" y="555626"/>
                  </a:lnTo>
                  <a:lnTo>
                    <a:pt x="145567" y="560500"/>
                  </a:lnTo>
                  <a:lnTo>
                    <a:pt x="150365" y="565373"/>
                  </a:lnTo>
                  <a:lnTo>
                    <a:pt x="154454" y="570247"/>
                  </a:lnTo>
                  <a:lnTo>
                    <a:pt x="157584" y="575121"/>
                  </a:lnTo>
                  <a:lnTo>
                    <a:pt x="159550" y="579995"/>
                  </a:lnTo>
                  <a:lnTo>
                    <a:pt x="160221" y="584869"/>
                  </a:lnTo>
                  <a:lnTo>
                    <a:pt x="160221" y="584869"/>
                  </a:lnTo>
                  <a:close/>
                </a:path>
              </a:pathLst>
            </a:custGeom>
            <a:solidFill>
              <a:srgbClr val="00878B">
                <a:alpha val="12000"/>
              </a:srgbClr>
            </a:solidFill>
            <a:ln w="6985">
              <a:solidFill>
                <a:srgbClr val="00878B">
                  <a:alpha val="12000"/>
                </a:srgbClr>
              </a:solidFill>
              <a:prstDash val="solid"/>
            </a:ln>
          </p:spPr>
        </p:sp>
        <p:sp>
          <p:nvSpPr>
            <p:cNvPr id="2738" name="03_assume_matched_2737">
              <a:extLst>
                <a:ext uri="{FF2B5EF4-FFF2-40B4-BE49-F238E27FC236}">
                  <a16:creationId xmlns:a16="http://schemas.microsoft.com/office/drawing/2014/main" id="{7940E95F-35C7-4A2B-8434-405C03FBD5A1}"/>
                </a:ext>
              </a:extLst>
            </p:cNvPr>
            <p:cNvSpPr>
              <a:spLocks/>
            </p:cNvSpPr>
            <p:nvPr/>
          </p:nvSpPr>
          <p:spPr>
            <a:xfrm>
              <a:off x="2900519" y="6024367"/>
              <a:ext cx="196140" cy="584869"/>
            </a:xfrm>
            <a:custGeom>
              <a:avLst/>
              <a:gdLst/>
              <a:ahLst/>
              <a:cxnLst/>
              <a:rect l="0" t="0" r="0" b="0"/>
              <a:pathLst>
                <a:path w="196140" h="584869">
                  <a:moveTo>
                    <a:pt x="160221" y="584869"/>
                  </a:moveTo>
                  <a:lnTo>
                    <a:pt x="35919" y="584869"/>
                  </a:lnTo>
                  <a:lnTo>
                    <a:pt x="36590" y="579995"/>
                  </a:lnTo>
                  <a:lnTo>
                    <a:pt x="38556" y="575121"/>
                  </a:lnTo>
                  <a:lnTo>
                    <a:pt x="41686" y="570247"/>
                  </a:lnTo>
                  <a:lnTo>
                    <a:pt x="45776" y="565373"/>
                  </a:lnTo>
                  <a:lnTo>
                    <a:pt x="50573" y="560500"/>
                  </a:lnTo>
                  <a:lnTo>
                    <a:pt x="55801" y="555626"/>
                  </a:lnTo>
                  <a:lnTo>
                    <a:pt x="61188" y="550752"/>
                  </a:lnTo>
                  <a:lnTo>
                    <a:pt x="66486" y="545878"/>
                  </a:lnTo>
                  <a:lnTo>
                    <a:pt x="71491" y="541004"/>
                  </a:lnTo>
                  <a:lnTo>
                    <a:pt x="76051" y="536130"/>
                  </a:lnTo>
                  <a:lnTo>
                    <a:pt x="80072" y="531256"/>
                  </a:lnTo>
                  <a:lnTo>
                    <a:pt x="83508" y="526382"/>
                  </a:lnTo>
                  <a:lnTo>
                    <a:pt x="86359" y="521508"/>
                  </a:lnTo>
                  <a:lnTo>
                    <a:pt x="88657" y="516634"/>
                  </a:lnTo>
                  <a:lnTo>
                    <a:pt x="90457" y="511760"/>
                  </a:lnTo>
                  <a:lnTo>
                    <a:pt x="91823" y="506887"/>
                  </a:lnTo>
                  <a:lnTo>
                    <a:pt x="92824" y="502013"/>
                  </a:lnTo>
                  <a:lnTo>
                    <a:pt x="93524" y="497139"/>
                  </a:lnTo>
                  <a:lnTo>
                    <a:pt x="93983" y="492265"/>
                  </a:lnTo>
                  <a:lnTo>
                    <a:pt x="94252" y="487391"/>
                  </a:lnTo>
                  <a:lnTo>
                    <a:pt x="94374" y="482517"/>
                  </a:lnTo>
                  <a:lnTo>
                    <a:pt x="94387" y="477643"/>
                  </a:lnTo>
                  <a:lnTo>
                    <a:pt x="94321" y="472769"/>
                  </a:lnTo>
                  <a:lnTo>
                    <a:pt x="94200" y="467895"/>
                  </a:lnTo>
                  <a:lnTo>
                    <a:pt x="94046" y="463021"/>
                  </a:lnTo>
                  <a:lnTo>
                    <a:pt x="93873" y="458147"/>
                  </a:lnTo>
                  <a:lnTo>
                    <a:pt x="93696" y="453274"/>
                  </a:lnTo>
                  <a:lnTo>
                    <a:pt x="93522" y="448400"/>
                  </a:lnTo>
                  <a:lnTo>
                    <a:pt x="93360" y="443526"/>
                  </a:lnTo>
                  <a:lnTo>
                    <a:pt x="93211" y="438652"/>
                  </a:lnTo>
                  <a:lnTo>
                    <a:pt x="93079" y="433778"/>
                  </a:lnTo>
                  <a:lnTo>
                    <a:pt x="92965" y="428904"/>
                  </a:lnTo>
                  <a:lnTo>
                    <a:pt x="92872" y="424030"/>
                  </a:lnTo>
                  <a:lnTo>
                    <a:pt x="92800" y="419156"/>
                  </a:lnTo>
                  <a:lnTo>
                    <a:pt x="92756" y="414282"/>
                  </a:lnTo>
                  <a:lnTo>
                    <a:pt x="92745" y="409408"/>
                  </a:lnTo>
                  <a:lnTo>
                    <a:pt x="92772" y="404534"/>
                  </a:lnTo>
                  <a:lnTo>
                    <a:pt x="92845" y="399661"/>
                  </a:lnTo>
                  <a:lnTo>
                    <a:pt x="92968" y="394787"/>
                  </a:lnTo>
                  <a:lnTo>
                    <a:pt x="93142" y="389913"/>
                  </a:lnTo>
                  <a:lnTo>
                    <a:pt x="93368" y="385039"/>
                  </a:lnTo>
                  <a:lnTo>
                    <a:pt x="93637" y="380165"/>
                  </a:lnTo>
                  <a:lnTo>
                    <a:pt x="93938" y="375291"/>
                  </a:lnTo>
                  <a:lnTo>
                    <a:pt x="94258" y="370417"/>
                  </a:lnTo>
                  <a:lnTo>
                    <a:pt x="94577" y="365543"/>
                  </a:lnTo>
                  <a:lnTo>
                    <a:pt x="94876" y="360669"/>
                  </a:lnTo>
                  <a:lnTo>
                    <a:pt x="95134" y="355795"/>
                  </a:lnTo>
                  <a:lnTo>
                    <a:pt x="95336" y="350921"/>
                  </a:lnTo>
                  <a:lnTo>
                    <a:pt x="95467" y="346048"/>
                  </a:lnTo>
                  <a:lnTo>
                    <a:pt x="95520" y="341174"/>
                  </a:lnTo>
                  <a:lnTo>
                    <a:pt x="95493" y="336300"/>
                  </a:lnTo>
                  <a:lnTo>
                    <a:pt x="95391" y="331426"/>
                  </a:lnTo>
                  <a:lnTo>
                    <a:pt x="95227" y="326552"/>
                  </a:lnTo>
                  <a:lnTo>
                    <a:pt x="95017" y="321678"/>
                  </a:lnTo>
                  <a:lnTo>
                    <a:pt x="94783" y="316804"/>
                  </a:lnTo>
                  <a:lnTo>
                    <a:pt x="94548" y="311930"/>
                  </a:lnTo>
                  <a:lnTo>
                    <a:pt x="94337" y="307056"/>
                  </a:lnTo>
                  <a:lnTo>
                    <a:pt x="94171" y="302182"/>
                  </a:lnTo>
                  <a:lnTo>
                    <a:pt x="94068" y="297308"/>
                  </a:lnTo>
                  <a:lnTo>
                    <a:pt x="94040" y="292435"/>
                  </a:lnTo>
                  <a:lnTo>
                    <a:pt x="94093" y="287561"/>
                  </a:lnTo>
                  <a:lnTo>
                    <a:pt x="94224" y="282687"/>
                  </a:lnTo>
                  <a:lnTo>
                    <a:pt x="94425" y="277813"/>
                  </a:lnTo>
                  <a:lnTo>
                    <a:pt x="94682" y="272939"/>
                  </a:lnTo>
                  <a:lnTo>
                    <a:pt x="94975" y="268065"/>
                  </a:lnTo>
                  <a:lnTo>
                    <a:pt x="95286" y="263191"/>
                  </a:lnTo>
                  <a:lnTo>
                    <a:pt x="95592" y="258317"/>
                  </a:lnTo>
                  <a:lnTo>
                    <a:pt x="95874" y="253443"/>
                  </a:lnTo>
                  <a:lnTo>
                    <a:pt x="96116" y="248569"/>
                  </a:lnTo>
                  <a:lnTo>
                    <a:pt x="96303" y="243695"/>
                  </a:lnTo>
                  <a:lnTo>
                    <a:pt x="96427" y="238822"/>
                  </a:lnTo>
                  <a:lnTo>
                    <a:pt x="96481" y="233948"/>
                  </a:lnTo>
                  <a:lnTo>
                    <a:pt x="96464" y="229074"/>
                  </a:lnTo>
                  <a:lnTo>
                    <a:pt x="96377" y="224200"/>
                  </a:lnTo>
                  <a:lnTo>
                    <a:pt x="96221" y="219326"/>
                  </a:lnTo>
                  <a:lnTo>
                    <a:pt x="96001" y="214452"/>
                  </a:lnTo>
                  <a:lnTo>
                    <a:pt x="95722" y="209578"/>
                  </a:lnTo>
                  <a:lnTo>
                    <a:pt x="95390" y="204704"/>
                  </a:lnTo>
                  <a:lnTo>
                    <a:pt x="95011" y="199830"/>
                  </a:lnTo>
                  <a:lnTo>
                    <a:pt x="94594" y="194956"/>
                  </a:lnTo>
                  <a:lnTo>
                    <a:pt x="94147" y="190082"/>
                  </a:lnTo>
                  <a:lnTo>
                    <a:pt x="93684" y="185209"/>
                  </a:lnTo>
                  <a:lnTo>
                    <a:pt x="93218" y="180335"/>
                  </a:lnTo>
                  <a:lnTo>
                    <a:pt x="92766" y="175461"/>
                  </a:lnTo>
                  <a:lnTo>
                    <a:pt x="92347" y="170587"/>
                  </a:lnTo>
                  <a:lnTo>
                    <a:pt x="91979" y="165713"/>
                  </a:lnTo>
                  <a:lnTo>
                    <a:pt x="91683" y="160839"/>
                  </a:lnTo>
                  <a:lnTo>
                    <a:pt x="91477" y="155965"/>
                  </a:lnTo>
                  <a:lnTo>
                    <a:pt x="91373" y="151091"/>
                  </a:lnTo>
                  <a:lnTo>
                    <a:pt x="91380" y="146217"/>
                  </a:lnTo>
                  <a:lnTo>
                    <a:pt x="91502" y="141343"/>
                  </a:lnTo>
                  <a:lnTo>
                    <a:pt x="91733" y="136469"/>
                  </a:lnTo>
                  <a:lnTo>
                    <a:pt x="92062" y="131596"/>
                  </a:lnTo>
                  <a:lnTo>
                    <a:pt x="92468" y="126722"/>
                  </a:lnTo>
                  <a:lnTo>
                    <a:pt x="92926" y="121848"/>
                  </a:lnTo>
                  <a:lnTo>
                    <a:pt x="93404" y="116974"/>
                  </a:lnTo>
                  <a:lnTo>
                    <a:pt x="93865" y="112100"/>
                  </a:lnTo>
                  <a:lnTo>
                    <a:pt x="94267" y="107226"/>
                  </a:lnTo>
                  <a:lnTo>
                    <a:pt x="94559" y="102352"/>
                  </a:lnTo>
                  <a:lnTo>
                    <a:pt x="94683" y="97478"/>
                  </a:lnTo>
                  <a:lnTo>
                    <a:pt x="94572" y="92604"/>
                  </a:lnTo>
                  <a:lnTo>
                    <a:pt x="94146" y="87730"/>
                  </a:lnTo>
                  <a:lnTo>
                    <a:pt x="93309" y="82856"/>
                  </a:lnTo>
                  <a:lnTo>
                    <a:pt x="91955" y="77983"/>
                  </a:lnTo>
                  <a:lnTo>
                    <a:pt x="89966" y="73109"/>
                  </a:lnTo>
                  <a:lnTo>
                    <a:pt x="87222" y="68235"/>
                  </a:lnTo>
                  <a:lnTo>
                    <a:pt x="83608" y="63361"/>
                  </a:lnTo>
                  <a:lnTo>
                    <a:pt x="79031" y="58487"/>
                  </a:lnTo>
                  <a:lnTo>
                    <a:pt x="73437" y="53613"/>
                  </a:lnTo>
                  <a:lnTo>
                    <a:pt x="66829" y="48739"/>
                  </a:lnTo>
                  <a:lnTo>
                    <a:pt x="59286" y="43865"/>
                  </a:lnTo>
                  <a:lnTo>
                    <a:pt x="50975" y="38991"/>
                  </a:lnTo>
                  <a:lnTo>
                    <a:pt x="42156" y="34117"/>
                  </a:lnTo>
                  <a:lnTo>
                    <a:pt x="33175" y="29243"/>
                  </a:lnTo>
                  <a:lnTo>
                    <a:pt x="24453" y="24370"/>
                  </a:lnTo>
                  <a:lnTo>
                    <a:pt x="16447" y="19496"/>
                  </a:lnTo>
                  <a:lnTo>
                    <a:pt x="9622" y="14622"/>
                  </a:lnTo>
                  <a:lnTo>
                    <a:pt x="4400" y="9748"/>
                  </a:lnTo>
                  <a:lnTo>
                    <a:pt x="1119" y="4874"/>
                  </a:lnTo>
                  <a:lnTo>
                    <a:pt x="0" y="0"/>
                  </a:lnTo>
                  <a:lnTo>
                    <a:pt x="196140" y="0"/>
                  </a:lnTo>
                  <a:lnTo>
                    <a:pt x="196140" y="0"/>
                  </a:lnTo>
                  <a:lnTo>
                    <a:pt x="195021" y="4874"/>
                  </a:lnTo>
                  <a:lnTo>
                    <a:pt x="191741" y="9748"/>
                  </a:lnTo>
                  <a:lnTo>
                    <a:pt x="186518" y="14622"/>
                  </a:lnTo>
                  <a:lnTo>
                    <a:pt x="179693" y="19496"/>
                  </a:lnTo>
                  <a:lnTo>
                    <a:pt x="171688" y="24370"/>
                  </a:lnTo>
                  <a:lnTo>
                    <a:pt x="162965" y="29243"/>
                  </a:lnTo>
                  <a:lnTo>
                    <a:pt x="153985" y="34117"/>
                  </a:lnTo>
                  <a:lnTo>
                    <a:pt x="145165" y="38991"/>
                  </a:lnTo>
                  <a:lnTo>
                    <a:pt x="136854" y="43865"/>
                  </a:lnTo>
                  <a:lnTo>
                    <a:pt x="129311" y="48739"/>
                  </a:lnTo>
                  <a:lnTo>
                    <a:pt x="122703" y="53613"/>
                  </a:lnTo>
                  <a:lnTo>
                    <a:pt x="117109" y="58487"/>
                  </a:lnTo>
                  <a:lnTo>
                    <a:pt x="112532" y="63361"/>
                  </a:lnTo>
                  <a:lnTo>
                    <a:pt x="108918" y="68235"/>
                  </a:lnTo>
                  <a:lnTo>
                    <a:pt x="106174" y="73109"/>
                  </a:lnTo>
                  <a:lnTo>
                    <a:pt x="104185" y="77983"/>
                  </a:lnTo>
                  <a:lnTo>
                    <a:pt x="102832" y="82856"/>
                  </a:lnTo>
                  <a:lnTo>
                    <a:pt x="101995" y="87730"/>
                  </a:lnTo>
                  <a:lnTo>
                    <a:pt x="101568" y="92604"/>
                  </a:lnTo>
                  <a:lnTo>
                    <a:pt x="101457" y="97478"/>
                  </a:lnTo>
                  <a:lnTo>
                    <a:pt x="101582" y="102352"/>
                  </a:lnTo>
                  <a:lnTo>
                    <a:pt x="101873" y="107226"/>
                  </a:lnTo>
                  <a:lnTo>
                    <a:pt x="102275" y="112100"/>
                  </a:lnTo>
                  <a:lnTo>
                    <a:pt x="102736" y="116974"/>
                  </a:lnTo>
                  <a:lnTo>
                    <a:pt x="103215" y="121848"/>
                  </a:lnTo>
                  <a:lnTo>
                    <a:pt x="103673" y="126722"/>
                  </a:lnTo>
                  <a:lnTo>
                    <a:pt x="104079" y="131596"/>
                  </a:lnTo>
                  <a:lnTo>
                    <a:pt x="104407" y="136469"/>
                  </a:lnTo>
                  <a:lnTo>
                    <a:pt x="104638" y="141343"/>
                  </a:lnTo>
                  <a:lnTo>
                    <a:pt x="104760" y="146217"/>
                  </a:lnTo>
                  <a:lnTo>
                    <a:pt x="104768" y="151091"/>
                  </a:lnTo>
                  <a:lnTo>
                    <a:pt x="104664" y="155965"/>
                  </a:lnTo>
                  <a:lnTo>
                    <a:pt x="104457" y="160839"/>
                  </a:lnTo>
                  <a:lnTo>
                    <a:pt x="104161" y="165713"/>
                  </a:lnTo>
                  <a:lnTo>
                    <a:pt x="103793" y="170587"/>
                  </a:lnTo>
                  <a:lnTo>
                    <a:pt x="103374" y="175461"/>
                  </a:lnTo>
                  <a:lnTo>
                    <a:pt x="102922" y="180335"/>
                  </a:lnTo>
                  <a:lnTo>
                    <a:pt x="102456" y="185209"/>
                  </a:lnTo>
                  <a:lnTo>
                    <a:pt x="101993" y="190082"/>
                  </a:lnTo>
                  <a:lnTo>
                    <a:pt x="101547" y="194956"/>
                  </a:lnTo>
                  <a:lnTo>
                    <a:pt x="101130" y="199830"/>
                  </a:lnTo>
                  <a:lnTo>
                    <a:pt x="100751" y="204704"/>
                  </a:lnTo>
                  <a:lnTo>
                    <a:pt x="100419" y="209578"/>
                  </a:lnTo>
                  <a:lnTo>
                    <a:pt x="100139" y="214452"/>
                  </a:lnTo>
                  <a:lnTo>
                    <a:pt x="99920" y="219326"/>
                  </a:lnTo>
                  <a:lnTo>
                    <a:pt x="99764" y="224200"/>
                  </a:lnTo>
                  <a:lnTo>
                    <a:pt x="99676" y="229074"/>
                  </a:lnTo>
                  <a:lnTo>
                    <a:pt x="99659" y="233948"/>
                  </a:lnTo>
                  <a:lnTo>
                    <a:pt x="99714" y="238822"/>
                  </a:lnTo>
                  <a:lnTo>
                    <a:pt x="99837" y="243695"/>
                  </a:lnTo>
                  <a:lnTo>
                    <a:pt x="100025" y="248569"/>
                  </a:lnTo>
                  <a:lnTo>
                    <a:pt x="100266" y="253443"/>
                  </a:lnTo>
                  <a:lnTo>
                    <a:pt x="100548" y="258317"/>
                  </a:lnTo>
                  <a:lnTo>
                    <a:pt x="100854" y="263191"/>
                  </a:lnTo>
                  <a:lnTo>
                    <a:pt x="101165" y="268065"/>
                  </a:lnTo>
                  <a:lnTo>
                    <a:pt x="101459" y="272939"/>
                  </a:lnTo>
                  <a:lnTo>
                    <a:pt x="101715" y="277813"/>
                  </a:lnTo>
                  <a:lnTo>
                    <a:pt x="101916" y="282687"/>
                  </a:lnTo>
                  <a:lnTo>
                    <a:pt x="102048" y="287561"/>
                  </a:lnTo>
                  <a:lnTo>
                    <a:pt x="102100" y="292435"/>
                  </a:lnTo>
                  <a:lnTo>
                    <a:pt x="102072" y="297308"/>
                  </a:lnTo>
                  <a:lnTo>
                    <a:pt x="101970" y="302182"/>
                  </a:lnTo>
                  <a:lnTo>
                    <a:pt x="101804" y="307056"/>
                  </a:lnTo>
                  <a:lnTo>
                    <a:pt x="101592" y="311930"/>
                  </a:lnTo>
                  <a:lnTo>
                    <a:pt x="101358" y="316804"/>
                  </a:lnTo>
                  <a:lnTo>
                    <a:pt x="101124" y="321678"/>
                  </a:lnTo>
                  <a:lnTo>
                    <a:pt x="100914" y="326552"/>
                  </a:lnTo>
                  <a:lnTo>
                    <a:pt x="100749" y="331426"/>
                  </a:lnTo>
                  <a:lnTo>
                    <a:pt x="100648" y="336300"/>
                  </a:lnTo>
                  <a:lnTo>
                    <a:pt x="100621" y="341174"/>
                  </a:lnTo>
                  <a:lnTo>
                    <a:pt x="100674" y="346048"/>
                  </a:lnTo>
                  <a:lnTo>
                    <a:pt x="100805" y="350921"/>
                  </a:lnTo>
                  <a:lnTo>
                    <a:pt x="101006" y="355795"/>
                  </a:lnTo>
                  <a:lnTo>
                    <a:pt x="101265" y="360669"/>
                  </a:lnTo>
                  <a:lnTo>
                    <a:pt x="101563" y="365543"/>
                  </a:lnTo>
                  <a:lnTo>
                    <a:pt x="101882" y="370417"/>
                  </a:lnTo>
                  <a:lnTo>
                    <a:pt x="102202" y="375291"/>
                  </a:lnTo>
                  <a:lnTo>
                    <a:pt x="102504" y="380165"/>
                  </a:lnTo>
                  <a:lnTo>
                    <a:pt x="102773" y="385039"/>
                  </a:lnTo>
                  <a:lnTo>
                    <a:pt x="102998" y="389913"/>
                  </a:lnTo>
                  <a:lnTo>
                    <a:pt x="103173" y="394787"/>
                  </a:lnTo>
                  <a:lnTo>
                    <a:pt x="103295" y="399661"/>
                  </a:lnTo>
                  <a:lnTo>
                    <a:pt x="103368" y="404534"/>
                  </a:lnTo>
                  <a:lnTo>
                    <a:pt x="103396" y="409408"/>
                  </a:lnTo>
                  <a:lnTo>
                    <a:pt x="103384" y="414282"/>
                  </a:lnTo>
                  <a:lnTo>
                    <a:pt x="103340" y="419156"/>
                  </a:lnTo>
                  <a:lnTo>
                    <a:pt x="103269" y="424030"/>
                  </a:lnTo>
                  <a:lnTo>
                    <a:pt x="103175" y="428904"/>
                  </a:lnTo>
                  <a:lnTo>
                    <a:pt x="103061" y="433778"/>
                  </a:lnTo>
                  <a:lnTo>
                    <a:pt x="102929" y="438652"/>
                  </a:lnTo>
                  <a:lnTo>
                    <a:pt x="102781" y="443526"/>
                  </a:lnTo>
                  <a:lnTo>
                    <a:pt x="102618" y="448400"/>
                  </a:lnTo>
                  <a:lnTo>
                    <a:pt x="102445" y="453274"/>
                  </a:lnTo>
                  <a:lnTo>
                    <a:pt x="102267" y="458147"/>
                  </a:lnTo>
                  <a:lnTo>
                    <a:pt x="102095" y="463021"/>
                  </a:lnTo>
                  <a:lnTo>
                    <a:pt x="101940" y="467895"/>
                  </a:lnTo>
                  <a:lnTo>
                    <a:pt x="101819" y="472769"/>
                  </a:lnTo>
                  <a:lnTo>
                    <a:pt x="101753" y="477643"/>
                  </a:lnTo>
                  <a:lnTo>
                    <a:pt x="101766" y="482517"/>
                  </a:lnTo>
                  <a:lnTo>
                    <a:pt x="101889" y="487391"/>
                  </a:lnTo>
                  <a:lnTo>
                    <a:pt x="102158" y="492265"/>
                  </a:lnTo>
                  <a:lnTo>
                    <a:pt x="102617" y="497139"/>
                  </a:lnTo>
                  <a:lnTo>
                    <a:pt x="103317" y="502013"/>
                  </a:lnTo>
                  <a:lnTo>
                    <a:pt x="104317" y="506887"/>
                  </a:lnTo>
                  <a:lnTo>
                    <a:pt x="105683" y="511760"/>
                  </a:lnTo>
                  <a:lnTo>
                    <a:pt x="107483" y="516634"/>
                  </a:lnTo>
                  <a:lnTo>
                    <a:pt x="109782" y="521508"/>
                  </a:lnTo>
                  <a:lnTo>
                    <a:pt x="112633" y="526382"/>
                  </a:lnTo>
                  <a:lnTo>
                    <a:pt x="116069" y="531256"/>
                  </a:lnTo>
                  <a:lnTo>
                    <a:pt x="120089" y="536130"/>
                  </a:lnTo>
                  <a:lnTo>
                    <a:pt x="124650" y="541004"/>
                  </a:lnTo>
                  <a:lnTo>
                    <a:pt x="129654" y="545878"/>
                  </a:lnTo>
                  <a:lnTo>
                    <a:pt x="134952" y="550752"/>
                  </a:lnTo>
                  <a:lnTo>
                    <a:pt x="140339" y="555626"/>
                  </a:lnTo>
                  <a:lnTo>
                    <a:pt x="145567" y="560500"/>
                  </a:lnTo>
                  <a:lnTo>
                    <a:pt x="150365" y="565373"/>
                  </a:lnTo>
                  <a:lnTo>
                    <a:pt x="154454" y="570247"/>
                  </a:lnTo>
                  <a:lnTo>
                    <a:pt x="157584" y="575121"/>
                  </a:lnTo>
                  <a:lnTo>
                    <a:pt x="159550" y="579995"/>
                  </a:lnTo>
                  <a:lnTo>
                    <a:pt x="160221" y="584869"/>
                  </a:lnTo>
                  <a:lnTo>
                    <a:pt x="160221" y="584869"/>
                  </a:lnTo>
                  <a:close/>
                </a:path>
              </a:pathLst>
            </a:custGeom>
            <a:solidFill>
              <a:srgbClr val="00878B">
                <a:alpha val="12000"/>
              </a:srgbClr>
            </a:solidFill>
            <a:ln w="6985">
              <a:solidFill>
                <a:srgbClr val="00878B">
                  <a:alpha val="12000"/>
                </a:srgbClr>
              </a:solidFill>
              <a:prstDash val="solid"/>
            </a:ln>
          </p:spPr>
        </p:sp>
        <p:sp>
          <p:nvSpPr>
            <p:cNvPr id="2739" name="03_assume_matched_2738">
              <a:extLst>
                <a:ext uri="{FF2B5EF4-FFF2-40B4-BE49-F238E27FC236}">
                  <a16:creationId xmlns:a16="http://schemas.microsoft.com/office/drawing/2014/main" id="{C382762C-ABC9-4D4F-B141-6ECED0A5009D}"/>
                </a:ext>
              </a:extLst>
            </p:cNvPr>
            <p:cNvSpPr>
              <a:spLocks/>
            </p:cNvSpPr>
            <p:nvPr/>
          </p:nvSpPr>
          <p:spPr>
            <a:xfrm>
              <a:off x="735432"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0" name="03_assume_matched_2739">
              <a:extLst>
                <a:ext uri="{FF2B5EF4-FFF2-40B4-BE49-F238E27FC236}">
                  <a16:creationId xmlns:a16="http://schemas.microsoft.com/office/drawing/2014/main" id="{98D1FE08-9921-43FA-B42E-F4506D5F286E}"/>
                </a:ext>
              </a:extLst>
            </p:cNvPr>
            <p:cNvSpPr>
              <a:spLocks/>
            </p:cNvSpPr>
            <p:nvPr/>
          </p:nvSpPr>
          <p:spPr>
            <a:xfrm>
              <a:off x="1112625"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1" name="03_assume_matched_2740">
              <a:extLst>
                <a:ext uri="{FF2B5EF4-FFF2-40B4-BE49-F238E27FC236}">
                  <a16:creationId xmlns:a16="http://schemas.microsoft.com/office/drawing/2014/main" id="{3018A228-2AE9-4599-ABEA-D36E20D1FEF4}"/>
                </a:ext>
              </a:extLst>
            </p:cNvPr>
            <p:cNvSpPr>
              <a:spLocks/>
            </p:cNvSpPr>
            <p:nvPr/>
          </p:nvSpPr>
          <p:spPr>
            <a:xfrm>
              <a:off x="1489818"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2" name="03_assume_matched_2741">
              <a:extLst>
                <a:ext uri="{FF2B5EF4-FFF2-40B4-BE49-F238E27FC236}">
                  <a16:creationId xmlns:a16="http://schemas.microsoft.com/office/drawing/2014/main" id="{31B891B4-9418-4CC8-ACA6-4B088900153C}"/>
                </a:ext>
              </a:extLst>
            </p:cNvPr>
            <p:cNvSpPr>
              <a:spLocks/>
            </p:cNvSpPr>
            <p:nvPr/>
          </p:nvSpPr>
          <p:spPr>
            <a:xfrm>
              <a:off x="2244204"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3" name="03_assume_matched_2742">
              <a:extLst>
                <a:ext uri="{FF2B5EF4-FFF2-40B4-BE49-F238E27FC236}">
                  <a16:creationId xmlns:a16="http://schemas.microsoft.com/office/drawing/2014/main" id="{496C79CA-D614-4429-9F53-BFC80AD57735}"/>
                </a:ext>
              </a:extLst>
            </p:cNvPr>
            <p:cNvSpPr>
              <a:spLocks/>
            </p:cNvSpPr>
            <p:nvPr/>
          </p:nvSpPr>
          <p:spPr>
            <a:xfrm>
              <a:off x="2998589"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2744" name="03_assume_matched_2743">
              <a:extLst>
                <a:ext uri="{FF2B5EF4-FFF2-40B4-BE49-F238E27FC236}">
                  <a16:creationId xmlns:a16="http://schemas.microsoft.com/office/drawing/2014/main" id="{28EB107F-7C4B-4020-93F4-46992142B3E1}"/>
                </a:ext>
              </a:extLst>
            </p:cNvPr>
            <p:cNvSpPr>
              <a:spLocks/>
            </p:cNvSpPr>
            <p:nvPr/>
          </p:nvSpPr>
          <p:spPr>
            <a:xfrm>
              <a:off x="712800" y="660923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745" name="03_assume_matched_2744">
              <a:extLst>
                <a:ext uri="{FF2B5EF4-FFF2-40B4-BE49-F238E27FC236}">
                  <a16:creationId xmlns:a16="http://schemas.microsoft.com/office/drawing/2014/main" id="{A7782B7E-C1DF-4030-8D9C-1D605868B4E2}"/>
                </a:ext>
              </a:extLst>
            </p:cNvPr>
            <p:cNvSpPr>
              <a:spLocks/>
            </p:cNvSpPr>
            <p:nvPr/>
          </p:nvSpPr>
          <p:spPr>
            <a:xfrm>
              <a:off x="674700" y="660923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746" name="text_2745">
              <a:extLst>
                <a:ext uri="{FF2B5EF4-FFF2-40B4-BE49-F238E27FC236}">
                  <a16:creationId xmlns:a16="http://schemas.microsoft.com/office/drawing/2014/main" id="{035CFFD8-4156-4BA4-B681-E26DC323364F}"/>
                </a:ext>
              </a:extLst>
            </p:cNvPr>
            <p:cNvSpPr>
              <a:spLocks/>
            </p:cNvSpPr>
            <p:nvPr/>
          </p:nvSpPr>
          <p:spPr>
            <a:xfrm>
              <a:off x="585053" y="6569175"/>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2747" name="03_assume_matched_2746">
              <a:extLst>
                <a:ext uri="{FF2B5EF4-FFF2-40B4-BE49-F238E27FC236}">
                  <a16:creationId xmlns:a16="http://schemas.microsoft.com/office/drawing/2014/main" id="{F2410ED8-F893-4A50-BA00-55697D9F36BA}"/>
                </a:ext>
              </a:extLst>
            </p:cNvPr>
            <p:cNvSpPr>
              <a:spLocks/>
            </p:cNvSpPr>
            <p:nvPr/>
          </p:nvSpPr>
          <p:spPr>
            <a:xfrm>
              <a:off x="712800" y="6316801"/>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748" name="03_assume_matched_2747">
              <a:extLst>
                <a:ext uri="{FF2B5EF4-FFF2-40B4-BE49-F238E27FC236}">
                  <a16:creationId xmlns:a16="http://schemas.microsoft.com/office/drawing/2014/main" id="{548CD6A2-A67A-4D06-9CCB-9917064401BA}"/>
                </a:ext>
              </a:extLst>
            </p:cNvPr>
            <p:cNvSpPr>
              <a:spLocks/>
            </p:cNvSpPr>
            <p:nvPr/>
          </p:nvSpPr>
          <p:spPr>
            <a:xfrm>
              <a:off x="674700" y="631680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749" name="text_2748">
              <a:extLst>
                <a:ext uri="{FF2B5EF4-FFF2-40B4-BE49-F238E27FC236}">
                  <a16:creationId xmlns:a16="http://schemas.microsoft.com/office/drawing/2014/main" id="{E7278FA6-BC51-4ED2-8FA1-C5054B96F686}"/>
                </a:ext>
              </a:extLst>
            </p:cNvPr>
            <p:cNvSpPr>
              <a:spLocks/>
            </p:cNvSpPr>
            <p:nvPr/>
          </p:nvSpPr>
          <p:spPr>
            <a:xfrm>
              <a:off x="533506" y="627674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2750" name="03_assume_matched_2749">
              <a:extLst>
                <a:ext uri="{FF2B5EF4-FFF2-40B4-BE49-F238E27FC236}">
                  <a16:creationId xmlns:a16="http://schemas.microsoft.com/office/drawing/2014/main" id="{A7D02129-5C9C-42B3-AF9B-E055AF7CFEA4}"/>
                </a:ext>
              </a:extLst>
            </p:cNvPr>
            <p:cNvSpPr>
              <a:spLocks/>
            </p:cNvSpPr>
            <p:nvPr/>
          </p:nvSpPr>
          <p:spPr>
            <a:xfrm>
              <a:off x="712800" y="602436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2751" name="03_assume_matched_2750">
              <a:extLst>
                <a:ext uri="{FF2B5EF4-FFF2-40B4-BE49-F238E27FC236}">
                  <a16:creationId xmlns:a16="http://schemas.microsoft.com/office/drawing/2014/main" id="{59EA5095-7489-4D9E-8853-F685C1249744}"/>
                </a:ext>
              </a:extLst>
            </p:cNvPr>
            <p:cNvSpPr>
              <a:spLocks/>
            </p:cNvSpPr>
            <p:nvPr/>
          </p:nvSpPr>
          <p:spPr>
            <a:xfrm>
              <a:off x="674700" y="602436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2752" name="text_2751">
              <a:extLst>
                <a:ext uri="{FF2B5EF4-FFF2-40B4-BE49-F238E27FC236}">
                  <a16:creationId xmlns:a16="http://schemas.microsoft.com/office/drawing/2014/main" id="{0780F84F-2D90-42EB-BF92-A849C516594B}"/>
                </a:ext>
              </a:extLst>
            </p:cNvPr>
            <p:cNvSpPr>
              <a:spLocks/>
            </p:cNvSpPr>
            <p:nvPr/>
          </p:nvSpPr>
          <p:spPr>
            <a:xfrm>
              <a:off x="481960" y="5984306"/>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2753" name="text_2752">
              <a:extLst>
                <a:ext uri="{FF2B5EF4-FFF2-40B4-BE49-F238E27FC236}">
                  <a16:creationId xmlns:a16="http://schemas.microsoft.com/office/drawing/2014/main" id="{AA2FAAD9-C89E-4312-8B0C-860363B619D7}"/>
                </a:ext>
              </a:extLst>
            </p:cNvPr>
            <p:cNvSpPr>
              <a:spLocks/>
            </p:cNvSpPr>
            <p:nvPr/>
          </p:nvSpPr>
          <p:spPr>
            <a:xfrm rot="-5400000">
              <a:off x="67234" y="6257270"/>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t>Completion (%)</a:t>
              </a:r>
            </a:p>
          </p:txBody>
        </p:sp>
        <p:sp>
          <p:nvSpPr>
            <p:cNvPr id="2754" name="03_assume_matched_2753">
              <a:extLst>
                <a:ext uri="{FF2B5EF4-FFF2-40B4-BE49-F238E27FC236}">
                  <a16:creationId xmlns:a16="http://schemas.microsoft.com/office/drawing/2014/main" id="{76079005-F103-4B37-A8E1-9540F671346F}"/>
                </a:ext>
              </a:extLst>
            </p:cNvPr>
            <p:cNvSpPr>
              <a:spLocks/>
            </p:cNvSpPr>
            <p:nvPr/>
          </p:nvSpPr>
          <p:spPr>
            <a:xfrm>
              <a:off x="1150377" y="6302602"/>
              <a:ext cx="28398" cy="28398"/>
            </a:xfrm>
            <a:prstGeom prst="ellipse">
              <a:avLst/>
            </a:prstGeom>
            <a:solidFill>
              <a:srgbClr val="7F8C97">
                <a:alpha val="48000"/>
              </a:srgbClr>
            </a:solidFill>
            <a:ln w="0">
              <a:noFill/>
              <a:prstDash val="solid"/>
            </a:ln>
          </p:spPr>
        </p:sp>
        <p:sp>
          <p:nvSpPr>
            <p:cNvPr id="2755" name="03_assume_matched_2754">
              <a:extLst>
                <a:ext uri="{FF2B5EF4-FFF2-40B4-BE49-F238E27FC236}">
                  <a16:creationId xmlns:a16="http://schemas.microsoft.com/office/drawing/2014/main" id="{7FD72369-C719-4109-B819-532DA0B3405A}"/>
                </a:ext>
              </a:extLst>
            </p:cNvPr>
            <p:cNvSpPr>
              <a:spLocks/>
            </p:cNvSpPr>
            <p:nvPr/>
          </p:nvSpPr>
          <p:spPr>
            <a:xfrm>
              <a:off x="1138864" y="6595037"/>
              <a:ext cx="28398" cy="28398"/>
            </a:xfrm>
            <a:prstGeom prst="ellipse">
              <a:avLst/>
            </a:prstGeom>
            <a:solidFill>
              <a:srgbClr val="7F8C97">
                <a:alpha val="48000"/>
              </a:srgbClr>
            </a:solidFill>
            <a:ln w="0">
              <a:noFill/>
              <a:prstDash val="solid"/>
            </a:ln>
          </p:spPr>
        </p:sp>
        <p:sp>
          <p:nvSpPr>
            <p:cNvPr id="2756" name="03_assume_matched_2755">
              <a:extLst>
                <a:ext uri="{FF2B5EF4-FFF2-40B4-BE49-F238E27FC236}">
                  <a16:creationId xmlns:a16="http://schemas.microsoft.com/office/drawing/2014/main" id="{60AB5E0A-9674-466B-B0EF-16D4FBB6F81F}"/>
                </a:ext>
              </a:extLst>
            </p:cNvPr>
            <p:cNvSpPr>
              <a:spLocks/>
            </p:cNvSpPr>
            <p:nvPr/>
          </p:nvSpPr>
          <p:spPr>
            <a:xfrm>
              <a:off x="1081732" y="6595037"/>
              <a:ext cx="28398" cy="28398"/>
            </a:xfrm>
            <a:prstGeom prst="ellipse">
              <a:avLst/>
            </a:prstGeom>
            <a:solidFill>
              <a:srgbClr val="7F8C97">
                <a:alpha val="48000"/>
              </a:srgbClr>
            </a:solidFill>
            <a:ln w="0">
              <a:noFill/>
              <a:prstDash val="solid"/>
            </a:ln>
          </p:spPr>
        </p:sp>
        <p:sp>
          <p:nvSpPr>
            <p:cNvPr id="2757" name="03_assume_matched_2756">
              <a:extLst>
                <a:ext uri="{FF2B5EF4-FFF2-40B4-BE49-F238E27FC236}">
                  <a16:creationId xmlns:a16="http://schemas.microsoft.com/office/drawing/2014/main" id="{EBA5B6EB-F0D7-41B9-B754-E1958D409D6E}"/>
                </a:ext>
              </a:extLst>
            </p:cNvPr>
            <p:cNvSpPr>
              <a:spLocks/>
            </p:cNvSpPr>
            <p:nvPr/>
          </p:nvSpPr>
          <p:spPr>
            <a:xfrm>
              <a:off x="1160594" y="6302602"/>
              <a:ext cx="28398" cy="28398"/>
            </a:xfrm>
            <a:prstGeom prst="ellipse">
              <a:avLst/>
            </a:prstGeom>
            <a:solidFill>
              <a:srgbClr val="7F8C97">
                <a:alpha val="48000"/>
              </a:srgbClr>
            </a:solidFill>
            <a:ln w="0">
              <a:noFill/>
              <a:prstDash val="solid"/>
            </a:ln>
          </p:spPr>
        </p:sp>
        <p:sp>
          <p:nvSpPr>
            <p:cNvPr id="2758" name="03_assume_matched_2757">
              <a:extLst>
                <a:ext uri="{FF2B5EF4-FFF2-40B4-BE49-F238E27FC236}">
                  <a16:creationId xmlns:a16="http://schemas.microsoft.com/office/drawing/2014/main" id="{CCCBC630-C917-46AF-AB61-184F5EA7FC4E}"/>
                </a:ext>
              </a:extLst>
            </p:cNvPr>
            <p:cNvSpPr>
              <a:spLocks/>
            </p:cNvSpPr>
            <p:nvPr/>
          </p:nvSpPr>
          <p:spPr>
            <a:xfrm>
              <a:off x="1128359" y="6344379"/>
              <a:ext cx="28398" cy="28398"/>
            </a:xfrm>
            <a:prstGeom prst="ellipse">
              <a:avLst/>
            </a:prstGeom>
            <a:solidFill>
              <a:srgbClr val="7F8C97">
                <a:alpha val="48000"/>
              </a:srgbClr>
            </a:solidFill>
            <a:ln w="0">
              <a:noFill/>
              <a:prstDash val="solid"/>
            </a:ln>
          </p:spPr>
        </p:sp>
        <p:sp>
          <p:nvSpPr>
            <p:cNvPr id="2759" name="03_assume_matched_2758">
              <a:extLst>
                <a:ext uri="{FF2B5EF4-FFF2-40B4-BE49-F238E27FC236}">
                  <a16:creationId xmlns:a16="http://schemas.microsoft.com/office/drawing/2014/main" id="{AE03C043-3E63-4EC9-98AB-3F3BF3FDA79F}"/>
                </a:ext>
              </a:extLst>
            </p:cNvPr>
            <p:cNvSpPr>
              <a:spLocks/>
            </p:cNvSpPr>
            <p:nvPr/>
          </p:nvSpPr>
          <p:spPr>
            <a:xfrm>
              <a:off x="1033091" y="6329187"/>
              <a:ext cx="28398" cy="28398"/>
            </a:xfrm>
            <a:prstGeom prst="ellipse">
              <a:avLst/>
            </a:prstGeom>
            <a:solidFill>
              <a:srgbClr val="7F8C97">
                <a:alpha val="48000"/>
              </a:srgbClr>
            </a:solidFill>
            <a:ln w="0">
              <a:noFill/>
              <a:prstDash val="solid"/>
            </a:ln>
          </p:spPr>
        </p:sp>
        <p:sp>
          <p:nvSpPr>
            <p:cNvPr id="2760" name="03_assume_matched_2759">
              <a:extLst>
                <a:ext uri="{FF2B5EF4-FFF2-40B4-BE49-F238E27FC236}">
                  <a16:creationId xmlns:a16="http://schemas.microsoft.com/office/drawing/2014/main" id="{19A15CFF-FE57-4099-B26E-076F58E4BCB1}"/>
                </a:ext>
              </a:extLst>
            </p:cNvPr>
            <p:cNvSpPr>
              <a:spLocks/>
            </p:cNvSpPr>
            <p:nvPr/>
          </p:nvSpPr>
          <p:spPr>
            <a:xfrm>
              <a:off x="1063743" y="6595037"/>
              <a:ext cx="28398" cy="28398"/>
            </a:xfrm>
            <a:prstGeom prst="ellipse">
              <a:avLst/>
            </a:prstGeom>
            <a:solidFill>
              <a:srgbClr val="7F8C97">
                <a:alpha val="48000"/>
              </a:srgbClr>
            </a:solidFill>
            <a:ln w="0">
              <a:noFill/>
              <a:prstDash val="solid"/>
            </a:ln>
          </p:spPr>
        </p:sp>
        <p:sp>
          <p:nvSpPr>
            <p:cNvPr id="2761" name="03_assume_matched_2760">
              <a:extLst>
                <a:ext uri="{FF2B5EF4-FFF2-40B4-BE49-F238E27FC236}">
                  <a16:creationId xmlns:a16="http://schemas.microsoft.com/office/drawing/2014/main" id="{281FE31D-3029-4BF8-B353-CCEE8C5FD72A}"/>
                </a:ext>
              </a:extLst>
            </p:cNvPr>
            <p:cNvSpPr>
              <a:spLocks/>
            </p:cNvSpPr>
            <p:nvPr/>
          </p:nvSpPr>
          <p:spPr>
            <a:xfrm>
              <a:off x="1032803" y="6448819"/>
              <a:ext cx="28398" cy="28398"/>
            </a:xfrm>
            <a:prstGeom prst="ellipse">
              <a:avLst/>
            </a:prstGeom>
            <a:solidFill>
              <a:srgbClr val="7F8C97">
                <a:alpha val="48000"/>
              </a:srgbClr>
            </a:solidFill>
            <a:ln w="0">
              <a:noFill/>
              <a:prstDash val="solid"/>
            </a:ln>
          </p:spPr>
        </p:sp>
        <p:sp>
          <p:nvSpPr>
            <p:cNvPr id="2762" name="03_assume_matched_2761">
              <a:extLst>
                <a:ext uri="{FF2B5EF4-FFF2-40B4-BE49-F238E27FC236}">
                  <a16:creationId xmlns:a16="http://schemas.microsoft.com/office/drawing/2014/main" id="{B3F7807E-B6E9-4707-8C08-EE47AD4F6D76}"/>
                </a:ext>
              </a:extLst>
            </p:cNvPr>
            <p:cNvSpPr>
              <a:spLocks/>
            </p:cNvSpPr>
            <p:nvPr/>
          </p:nvSpPr>
          <p:spPr>
            <a:xfrm>
              <a:off x="1114112" y="6302602"/>
              <a:ext cx="28398" cy="28398"/>
            </a:xfrm>
            <a:prstGeom prst="ellipse">
              <a:avLst/>
            </a:prstGeom>
            <a:solidFill>
              <a:srgbClr val="7F8C97">
                <a:alpha val="48000"/>
              </a:srgbClr>
            </a:solidFill>
            <a:ln w="0">
              <a:noFill/>
              <a:prstDash val="solid"/>
            </a:ln>
          </p:spPr>
        </p:sp>
        <p:sp>
          <p:nvSpPr>
            <p:cNvPr id="2763" name="03_assume_matched_2762">
              <a:extLst>
                <a:ext uri="{FF2B5EF4-FFF2-40B4-BE49-F238E27FC236}">
                  <a16:creationId xmlns:a16="http://schemas.microsoft.com/office/drawing/2014/main" id="{3A7495A6-3FF8-49FF-AA14-D739D7424FCE}"/>
                </a:ext>
              </a:extLst>
            </p:cNvPr>
            <p:cNvSpPr>
              <a:spLocks/>
            </p:cNvSpPr>
            <p:nvPr/>
          </p:nvSpPr>
          <p:spPr>
            <a:xfrm>
              <a:off x="1095403" y="6302602"/>
              <a:ext cx="28398" cy="28398"/>
            </a:xfrm>
            <a:prstGeom prst="ellipse">
              <a:avLst/>
            </a:prstGeom>
            <a:solidFill>
              <a:srgbClr val="7F8C97">
                <a:alpha val="48000"/>
              </a:srgbClr>
            </a:solidFill>
            <a:ln w="0">
              <a:noFill/>
              <a:prstDash val="solid"/>
            </a:ln>
          </p:spPr>
        </p:sp>
        <p:sp>
          <p:nvSpPr>
            <p:cNvPr id="2764" name="03_assume_matched_2763">
              <a:extLst>
                <a:ext uri="{FF2B5EF4-FFF2-40B4-BE49-F238E27FC236}">
                  <a16:creationId xmlns:a16="http://schemas.microsoft.com/office/drawing/2014/main" id="{034D71BF-547A-44F0-8C24-26018D1CF985}"/>
                </a:ext>
              </a:extLst>
            </p:cNvPr>
            <p:cNvSpPr>
              <a:spLocks/>
            </p:cNvSpPr>
            <p:nvPr/>
          </p:nvSpPr>
          <p:spPr>
            <a:xfrm>
              <a:off x="1080149" y="6595037"/>
              <a:ext cx="28398" cy="28398"/>
            </a:xfrm>
            <a:prstGeom prst="ellipse">
              <a:avLst/>
            </a:prstGeom>
            <a:solidFill>
              <a:srgbClr val="7F8C97">
                <a:alpha val="48000"/>
              </a:srgbClr>
            </a:solidFill>
            <a:ln w="0">
              <a:noFill/>
              <a:prstDash val="solid"/>
            </a:ln>
          </p:spPr>
        </p:sp>
        <p:sp>
          <p:nvSpPr>
            <p:cNvPr id="2765" name="03_assume_matched_2764">
              <a:extLst>
                <a:ext uri="{FF2B5EF4-FFF2-40B4-BE49-F238E27FC236}">
                  <a16:creationId xmlns:a16="http://schemas.microsoft.com/office/drawing/2014/main" id="{992C61C4-16B5-4F1F-ACF2-19AFC36D2902}"/>
                </a:ext>
              </a:extLst>
            </p:cNvPr>
            <p:cNvSpPr>
              <a:spLocks/>
            </p:cNvSpPr>
            <p:nvPr/>
          </p:nvSpPr>
          <p:spPr>
            <a:xfrm>
              <a:off x="1065902" y="6595037"/>
              <a:ext cx="28398" cy="28398"/>
            </a:xfrm>
            <a:prstGeom prst="ellipse">
              <a:avLst/>
            </a:prstGeom>
            <a:solidFill>
              <a:srgbClr val="7F8C97">
                <a:alpha val="48000"/>
              </a:srgbClr>
            </a:solidFill>
            <a:ln w="0">
              <a:noFill/>
              <a:prstDash val="solid"/>
            </a:ln>
          </p:spPr>
        </p:sp>
        <p:sp>
          <p:nvSpPr>
            <p:cNvPr id="2766" name="03_assume_matched_2765">
              <a:extLst>
                <a:ext uri="{FF2B5EF4-FFF2-40B4-BE49-F238E27FC236}">
                  <a16:creationId xmlns:a16="http://schemas.microsoft.com/office/drawing/2014/main" id="{ED9C3632-88B0-405D-B2A6-0FCCFDAE6F5B}"/>
                </a:ext>
              </a:extLst>
            </p:cNvPr>
            <p:cNvSpPr>
              <a:spLocks/>
            </p:cNvSpPr>
            <p:nvPr/>
          </p:nvSpPr>
          <p:spPr>
            <a:xfrm>
              <a:off x="1082308" y="6595037"/>
              <a:ext cx="28398" cy="28398"/>
            </a:xfrm>
            <a:prstGeom prst="ellipse">
              <a:avLst/>
            </a:prstGeom>
            <a:solidFill>
              <a:srgbClr val="7F8C97">
                <a:alpha val="48000"/>
              </a:srgbClr>
            </a:solidFill>
            <a:ln w="0">
              <a:noFill/>
              <a:prstDash val="solid"/>
            </a:ln>
          </p:spPr>
        </p:sp>
        <p:sp>
          <p:nvSpPr>
            <p:cNvPr id="2767" name="03_assume_matched_2766">
              <a:extLst>
                <a:ext uri="{FF2B5EF4-FFF2-40B4-BE49-F238E27FC236}">
                  <a16:creationId xmlns:a16="http://schemas.microsoft.com/office/drawing/2014/main" id="{093A2C90-ECD7-49D8-9D21-36FF45E4996B}"/>
                </a:ext>
              </a:extLst>
            </p:cNvPr>
            <p:cNvSpPr>
              <a:spLocks/>
            </p:cNvSpPr>
            <p:nvPr/>
          </p:nvSpPr>
          <p:spPr>
            <a:xfrm>
              <a:off x="1167502" y="6302602"/>
              <a:ext cx="28398" cy="28398"/>
            </a:xfrm>
            <a:prstGeom prst="ellipse">
              <a:avLst/>
            </a:prstGeom>
            <a:solidFill>
              <a:srgbClr val="7F8C97">
                <a:alpha val="48000"/>
              </a:srgbClr>
            </a:solidFill>
            <a:ln w="0">
              <a:noFill/>
              <a:prstDash val="solid"/>
            </a:ln>
          </p:spPr>
        </p:sp>
        <p:sp>
          <p:nvSpPr>
            <p:cNvPr id="2768" name="03_assume_matched_2767">
              <a:extLst>
                <a:ext uri="{FF2B5EF4-FFF2-40B4-BE49-F238E27FC236}">
                  <a16:creationId xmlns:a16="http://schemas.microsoft.com/office/drawing/2014/main" id="{D68C5B82-D1ED-4E48-8009-BFC9E3401954}"/>
                </a:ext>
              </a:extLst>
            </p:cNvPr>
            <p:cNvSpPr>
              <a:spLocks/>
            </p:cNvSpPr>
            <p:nvPr/>
          </p:nvSpPr>
          <p:spPr>
            <a:xfrm>
              <a:off x="1122458" y="6400080"/>
              <a:ext cx="28398" cy="28398"/>
            </a:xfrm>
            <a:prstGeom prst="ellipse">
              <a:avLst/>
            </a:prstGeom>
            <a:solidFill>
              <a:srgbClr val="7F8C97">
                <a:alpha val="48000"/>
              </a:srgbClr>
            </a:solidFill>
            <a:ln w="0">
              <a:noFill/>
              <a:prstDash val="solid"/>
            </a:ln>
          </p:spPr>
        </p:sp>
        <p:sp>
          <p:nvSpPr>
            <p:cNvPr id="2769" name="03_assume_matched_2768">
              <a:extLst>
                <a:ext uri="{FF2B5EF4-FFF2-40B4-BE49-F238E27FC236}">
                  <a16:creationId xmlns:a16="http://schemas.microsoft.com/office/drawing/2014/main" id="{84D8AEE8-77C0-4BD4-94EB-0E6C74AB5992}"/>
                </a:ext>
              </a:extLst>
            </p:cNvPr>
            <p:cNvSpPr>
              <a:spLocks/>
            </p:cNvSpPr>
            <p:nvPr/>
          </p:nvSpPr>
          <p:spPr>
            <a:xfrm>
              <a:off x="1132244" y="6595037"/>
              <a:ext cx="28398" cy="28398"/>
            </a:xfrm>
            <a:prstGeom prst="ellipse">
              <a:avLst/>
            </a:prstGeom>
            <a:solidFill>
              <a:srgbClr val="7F8C97">
                <a:alpha val="48000"/>
              </a:srgbClr>
            </a:solidFill>
            <a:ln w="0">
              <a:noFill/>
              <a:prstDash val="solid"/>
            </a:ln>
          </p:spPr>
        </p:sp>
        <p:sp>
          <p:nvSpPr>
            <p:cNvPr id="2770" name="03_assume_matched_2769">
              <a:extLst>
                <a:ext uri="{FF2B5EF4-FFF2-40B4-BE49-F238E27FC236}">
                  <a16:creationId xmlns:a16="http://schemas.microsoft.com/office/drawing/2014/main" id="{15803617-3EE4-40F9-8F66-2CAAA43F732A}"/>
                </a:ext>
              </a:extLst>
            </p:cNvPr>
            <p:cNvSpPr>
              <a:spLocks/>
            </p:cNvSpPr>
            <p:nvPr/>
          </p:nvSpPr>
          <p:spPr>
            <a:xfrm>
              <a:off x="1069068" y="6530051"/>
              <a:ext cx="28398" cy="28398"/>
            </a:xfrm>
            <a:prstGeom prst="ellipse">
              <a:avLst/>
            </a:prstGeom>
            <a:solidFill>
              <a:srgbClr val="7F8C97">
                <a:alpha val="48000"/>
              </a:srgbClr>
            </a:solidFill>
            <a:ln w="0">
              <a:noFill/>
              <a:prstDash val="solid"/>
            </a:ln>
          </p:spPr>
        </p:sp>
        <p:sp>
          <p:nvSpPr>
            <p:cNvPr id="2771" name="03_assume_matched_2770">
              <a:extLst>
                <a:ext uri="{FF2B5EF4-FFF2-40B4-BE49-F238E27FC236}">
                  <a16:creationId xmlns:a16="http://schemas.microsoft.com/office/drawing/2014/main" id="{EEF01AE2-26EF-4F55-92AD-5FC92340417F}"/>
                </a:ext>
              </a:extLst>
            </p:cNvPr>
            <p:cNvSpPr>
              <a:spLocks/>
            </p:cNvSpPr>
            <p:nvPr/>
          </p:nvSpPr>
          <p:spPr>
            <a:xfrm>
              <a:off x="1159443" y="6595037"/>
              <a:ext cx="28398" cy="28398"/>
            </a:xfrm>
            <a:prstGeom prst="ellipse">
              <a:avLst/>
            </a:prstGeom>
            <a:solidFill>
              <a:srgbClr val="7F8C97">
                <a:alpha val="48000"/>
              </a:srgbClr>
            </a:solidFill>
            <a:ln w="0">
              <a:noFill/>
              <a:prstDash val="solid"/>
            </a:ln>
          </p:spPr>
        </p:sp>
        <p:sp>
          <p:nvSpPr>
            <p:cNvPr id="2772" name="03_assume_matched_2771">
              <a:extLst>
                <a:ext uri="{FF2B5EF4-FFF2-40B4-BE49-F238E27FC236}">
                  <a16:creationId xmlns:a16="http://schemas.microsoft.com/office/drawing/2014/main" id="{2B9ECA62-6B62-42DA-A8BF-3D6C6F0A936B}"/>
                </a:ext>
              </a:extLst>
            </p:cNvPr>
            <p:cNvSpPr>
              <a:spLocks/>
            </p:cNvSpPr>
            <p:nvPr/>
          </p:nvSpPr>
          <p:spPr>
            <a:xfrm>
              <a:off x="1132532" y="6382357"/>
              <a:ext cx="28398" cy="28398"/>
            </a:xfrm>
            <a:prstGeom prst="ellipse">
              <a:avLst/>
            </a:prstGeom>
            <a:solidFill>
              <a:srgbClr val="7F8C97">
                <a:alpha val="48000"/>
              </a:srgbClr>
            </a:solidFill>
            <a:ln w="0">
              <a:noFill/>
              <a:prstDash val="solid"/>
            </a:ln>
          </p:spPr>
        </p:sp>
        <p:sp>
          <p:nvSpPr>
            <p:cNvPr id="2773" name="03_assume_matched_2772">
              <a:extLst>
                <a:ext uri="{FF2B5EF4-FFF2-40B4-BE49-F238E27FC236}">
                  <a16:creationId xmlns:a16="http://schemas.microsoft.com/office/drawing/2014/main" id="{6F238F65-F94C-42D1-BC0E-7EB1BDCDD77F}"/>
                </a:ext>
              </a:extLst>
            </p:cNvPr>
            <p:cNvSpPr>
              <a:spLocks/>
            </p:cNvSpPr>
            <p:nvPr/>
          </p:nvSpPr>
          <p:spPr>
            <a:xfrm>
              <a:off x="1050360" y="6595037"/>
              <a:ext cx="28398" cy="28398"/>
            </a:xfrm>
            <a:prstGeom prst="ellipse">
              <a:avLst/>
            </a:prstGeom>
            <a:solidFill>
              <a:srgbClr val="7F8C97">
                <a:alpha val="48000"/>
              </a:srgbClr>
            </a:solidFill>
            <a:ln w="0">
              <a:noFill/>
              <a:prstDash val="solid"/>
            </a:ln>
          </p:spPr>
        </p:sp>
        <p:sp>
          <p:nvSpPr>
            <p:cNvPr id="2774" name="03_assume_matched_2773">
              <a:extLst>
                <a:ext uri="{FF2B5EF4-FFF2-40B4-BE49-F238E27FC236}">
                  <a16:creationId xmlns:a16="http://schemas.microsoft.com/office/drawing/2014/main" id="{B1B6989F-7C03-4A50-9D09-1E30AD10840C}"/>
                </a:ext>
              </a:extLst>
            </p:cNvPr>
            <p:cNvSpPr>
              <a:spLocks/>
            </p:cNvSpPr>
            <p:nvPr/>
          </p:nvSpPr>
          <p:spPr>
            <a:xfrm>
              <a:off x="1057699" y="6361089"/>
              <a:ext cx="28398" cy="28398"/>
            </a:xfrm>
            <a:prstGeom prst="ellipse">
              <a:avLst/>
            </a:prstGeom>
            <a:solidFill>
              <a:srgbClr val="7F8C97">
                <a:alpha val="48000"/>
              </a:srgbClr>
            </a:solidFill>
            <a:ln w="0">
              <a:noFill/>
              <a:prstDash val="solid"/>
            </a:ln>
          </p:spPr>
        </p:sp>
        <p:sp>
          <p:nvSpPr>
            <p:cNvPr id="2775" name="03_assume_matched_2774">
              <a:extLst>
                <a:ext uri="{FF2B5EF4-FFF2-40B4-BE49-F238E27FC236}">
                  <a16:creationId xmlns:a16="http://schemas.microsoft.com/office/drawing/2014/main" id="{5B4F1D56-C36B-47D0-928C-04899136C26E}"/>
                </a:ext>
              </a:extLst>
            </p:cNvPr>
            <p:cNvSpPr>
              <a:spLocks/>
            </p:cNvSpPr>
            <p:nvPr/>
          </p:nvSpPr>
          <p:spPr>
            <a:xfrm>
              <a:off x="1068924" y="6497559"/>
              <a:ext cx="28398" cy="28398"/>
            </a:xfrm>
            <a:prstGeom prst="ellipse">
              <a:avLst/>
            </a:prstGeom>
            <a:solidFill>
              <a:srgbClr val="7F8C97">
                <a:alpha val="48000"/>
              </a:srgbClr>
            </a:solidFill>
            <a:ln w="0">
              <a:noFill/>
              <a:prstDash val="solid"/>
            </a:ln>
          </p:spPr>
        </p:sp>
        <p:sp>
          <p:nvSpPr>
            <p:cNvPr id="2776" name="03_assume_matched_2775">
              <a:extLst>
                <a:ext uri="{FF2B5EF4-FFF2-40B4-BE49-F238E27FC236}">
                  <a16:creationId xmlns:a16="http://schemas.microsoft.com/office/drawing/2014/main" id="{C8B67414-9E03-4251-8177-0E04F3BB571D}"/>
                </a:ext>
              </a:extLst>
            </p:cNvPr>
            <p:cNvSpPr>
              <a:spLocks/>
            </p:cNvSpPr>
            <p:nvPr/>
          </p:nvSpPr>
          <p:spPr>
            <a:xfrm>
              <a:off x="1158292" y="6302602"/>
              <a:ext cx="28398" cy="28398"/>
            </a:xfrm>
            <a:prstGeom prst="ellipse">
              <a:avLst/>
            </a:prstGeom>
            <a:solidFill>
              <a:srgbClr val="7F8C97">
                <a:alpha val="48000"/>
              </a:srgbClr>
            </a:solidFill>
            <a:ln w="0">
              <a:noFill/>
              <a:prstDash val="solid"/>
            </a:ln>
          </p:spPr>
        </p:sp>
        <p:sp>
          <p:nvSpPr>
            <p:cNvPr id="2777" name="03_assume_matched_2776">
              <a:extLst>
                <a:ext uri="{FF2B5EF4-FFF2-40B4-BE49-F238E27FC236}">
                  <a16:creationId xmlns:a16="http://schemas.microsoft.com/office/drawing/2014/main" id="{7F713986-EA13-4174-9D42-9B7A5D55CBCF}"/>
                </a:ext>
              </a:extLst>
            </p:cNvPr>
            <p:cNvSpPr>
              <a:spLocks/>
            </p:cNvSpPr>
            <p:nvPr/>
          </p:nvSpPr>
          <p:spPr>
            <a:xfrm>
              <a:off x="1071227" y="6302602"/>
              <a:ext cx="28398" cy="28398"/>
            </a:xfrm>
            <a:prstGeom prst="ellipse">
              <a:avLst/>
            </a:prstGeom>
            <a:solidFill>
              <a:srgbClr val="7F8C97">
                <a:alpha val="48000"/>
              </a:srgbClr>
            </a:solidFill>
            <a:ln w="0">
              <a:noFill/>
              <a:prstDash val="solid"/>
            </a:ln>
          </p:spPr>
        </p:sp>
        <p:sp>
          <p:nvSpPr>
            <p:cNvPr id="2778" name="03_assume_matched_2777">
              <a:extLst>
                <a:ext uri="{FF2B5EF4-FFF2-40B4-BE49-F238E27FC236}">
                  <a16:creationId xmlns:a16="http://schemas.microsoft.com/office/drawing/2014/main" id="{160A183F-4DE6-478C-814A-B9E40094815C}"/>
                </a:ext>
              </a:extLst>
            </p:cNvPr>
            <p:cNvSpPr>
              <a:spLocks/>
            </p:cNvSpPr>
            <p:nvPr/>
          </p:nvSpPr>
          <p:spPr>
            <a:xfrm>
              <a:off x="1150233" y="6400080"/>
              <a:ext cx="28398" cy="28398"/>
            </a:xfrm>
            <a:prstGeom prst="ellipse">
              <a:avLst/>
            </a:prstGeom>
            <a:solidFill>
              <a:srgbClr val="7F8C97">
                <a:alpha val="48000"/>
              </a:srgbClr>
            </a:solidFill>
            <a:ln w="0">
              <a:noFill/>
              <a:prstDash val="solid"/>
            </a:ln>
          </p:spPr>
        </p:sp>
        <p:sp>
          <p:nvSpPr>
            <p:cNvPr id="2779" name="03_assume_matched_2778">
              <a:extLst>
                <a:ext uri="{FF2B5EF4-FFF2-40B4-BE49-F238E27FC236}">
                  <a16:creationId xmlns:a16="http://schemas.microsoft.com/office/drawing/2014/main" id="{BE4E308D-A69A-468D-9CAF-C62168C3B633}"/>
                </a:ext>
              </a:extLst>
            </p:cNvPr>
            <p:cNvSpPr>
              <a:spLocks/>
            </p:cNvSpPr>
            <p:nvPr/>
          </p:nvSpPr>
          <p:spPr>
            <a:xfrm>
              <a:off x="1151384" y="6302602"/>
              <a:ext cx="28398" cy="28398"/>
            </a:xfrm>
            <a:prstGeom prst="ellipse">
              <a:avLst/>
            </a:prstGeom>
            <a:solidFill>
              <a:srgbClr val="7F8C97">
                <a:alpha val="48000"/>
              </a:srgbClr>
            </a:solidFill>
            <a:ln w="0">
              <a:noFill/>
              <a:prstDash val="solid"/>
            </a:ln>
          </p:spPr>
        </p:sp>
        <p:sp>
          <p:nvSpPr>
            <p:cNvPr id="2780" name="03_assume_matched_2779">
              <a:extLst>
                <a:ext uri="{FF2B5EF4-FFF2-40B4-BE49-F238E27FC236}">
                  <a16:creationId xmlns:a16="http://schemas.microsoft.com/office/drawing/2014/main" id="{AC7CB296-A6A8-48ED-B6E8-A793B60420D1}"/>
                </a:ext>
              </a:extLst>
            </p:cNvPr>
            <p:cNvSpPr>
              <a:spLocks/>
            </p:cNvSpPr>
            <p:nvPr/>
          </p:nvSpPr>
          <p:spPr>
            <a:xfrm>
              <a:off x="1155126" y="6595037"/>
              <a:ext cx="28398" cy="28398"/>
            </a:xfrm>
            <a:prstGeom prst="ellipse">
              <a:avLst/>
            </a:prstGeom>
            <a:solidFill>
              <a:srgbClr val="7F8C97">
                <a:alpha val="48000"/>
              </a:srgbClr>
            </a:solidFill>
            <a:ln w="0">
              <a:noFill/>
              <a:prstDash val="solid"/>
            </a:ln>
          </p:spPr>
        </p:sp>
        <p:sp>
          <p:nvSpPr>
            <p:cNvPr id="2781" name="03_assume_matched_2780">
              <a:extLst>
                <a:ext uri="{FF2B5EF4-FFF2-40B4-BE49-F238E27FC236}">
                  <a16:creationId xmlns:a16="http://schemas.microsoft.com/office/drawing/2014/main" id="{547CAA53-2245-4D9A-B178-066BDCF907A0}"/>
                </a:ext>
              </a:extLst>
            </p:cNvPr>
            <p:cNvSpPr>
              <a:spLocks/>
            </p:cNvSpPr>
            <p:nvPr/>
          </p:nvSpPr>
          <p:spPr>
            <a:xfrm>
              <a:off x="1072378" y="6595037"/>
              <a:ext cx="28398" cy="28398"/>
            </a:xfrm>
            <a:prstGeom prst="ellipse">
              <a:avLst/>
            </a:prstGeom>
            <a:solidFill>
              <a:srgbClr val="7F8C97">
                <a:alpha val="48000"/>
              </a:srgbClr>
            </a:solidFill>
            <a:ln w="0">
              <a:noFill/>
              <a:prstDash val="solid"/>
            </a:ln>
          </p:spPr>
        </p:sp>
        <p:sp>
          <p:nvSpPr>
            <p:cNvPr id="2782" name="03_assume_matched_2781">
              <a:extLst>
                <a:ext uri="{FF2B5EF4-FFF2-40B4-BE49-F238E27FC236}">
                  <a16:creationId xmlns:a16="http://schemas.microsoft.com/office/drawing/2014/main" id="{1B2FF418-1585-4B8C-AB36-3948C6799D62}"/>
                </a:ext>
              </a:extLst>
            </p:cNvPr>
            <p:cNvSpPr>
              <a:spLocks/>
            </p:cNvSpPr>
            <p:nvPr/>
          </p:nvSpPr>
          <p:spPr>
            <a:xfrm>
              <a:off x="1050648" y="6302602"/>
              <a:ext cx="28398" cy="28398"/>
            </a:xfrm>
            <a:prstGeom prst="ellipse">
              <a:avLst/>
            </a:prstGeom>
            <a:solidFill>
              <a:srgbClr val="7F8C97">
                <a:alpha val="48000"/>
              </a:srgbClr>
            </a:solidFill>
            <a:ln w="0">
              <a:noFill/>
              <a:prstDash val="solid"/>
            </a:ln>
          </p:spPr>
        </p:sp>
        <p:sp>
          <p:nvSpPr>
            <p:cNvPr id="2783" name="03_assume_matched_2782">
              <a:extLst>
                <a:ext uri="{FF2B5EF4-FFF2-40B4-BE49-F238E27FC236}">
                  <a16:creationId xmlns:a16="http://schemas.microsoft.com/office/drawing/2014/main" id="{70CA008D-D1EA-4C99-82DB-2FC2797B1B6C}"/>
                </a:ext>
              </a:extLst>
            </p:cNvPr>
            <p:cNvSpPr>
              <a:spLocks/>
            </p:cNvSpPr>
            <p:nvPr/>
          </p:nvSpPr>
          <p:spPr>
            <a:xfrm>
              <a:off x="1134403" y="6595037"/>
              <a:ext cx="28398" cy="28398"/>
            </a:xfrm>
            <a:prstGeom prst="ellipse">
              <a:avLst/>
            </a:prstGeom>
            <a:solidFill>
              <a:srgbClr val="7F8C97">
                <a:alpha val="48000"/>
              </a:srgbClr>
            </a:solidFill>
            <a:ln w="0">
              <a:noFill/>
              <a:prstDash val="solid"/>
            </a:ln>
          </p:spPr>
        </p:sp>
        <p:sp>
          <p:nvSpPr>
            <p:cNvPr id="2784" name="03_assume_matched_2783">
              <a:extLst>
                <a:ext uri="{FF2B5EF4-FFF2-40B4-BE49-F238E27FC236}">
                  <a16:creationId xmlns:a16="http://schemas.microsoft.com/office/drawing/2014/main" id="{0E740EC0-006A-4CC5-B3C1-ED64208BB6E3}"/>
                </a:ext>
              </a:extLst>
            </p:cNvPr>
            <p:cNvSpPr>
              <a:spLocks/>
            </p:cNvSpPr>
            <p:nvPr/>
          </p:nvSpPr>
          <p:spPr>
            <a:xfrm>
              <a:off x="1043884" y="6595037"/>
              <a:ext cx="28398" cy="28398"/>
            </a:xfrm>
            <a:prstGeom prst="ellipse">
              <a:avLst/>
            </a:prstGeom>
            <a:solidFill>
              <a:srgbClr val="7F8C97">
                <a:alpha val="48000"/>
              </a:srgbClr>
            </a:solidFill>
            <a:ln w="0">
              <a:noFill/>
              <a:prstDash val="solid"/>
            </a:ln>
          </p:spPr>
        </p:sp>
        <p:sp>
          <p:nvSpPr>
            <p:cNvPr id="2785" name="03_assume_matched_2784">
              <a:extLst>
                <a:ext uri="{FF2B5EF4-FFF2-40B4-BE49-F238E27FC236}">
                  <a16:creationId xmlns:a16="http://schemas.microsoft.com/office/drawing/2014/main" id="{B64FDC6E-CE69-47D9-A0A1-F09C5FB6440D}"/>
                </a:ext>
              </a:extLst>
            </p:cNvPr>
            <p:cNvSpPr>
              <a:spLocks/>
            </p:cNvSpPr>
            <p:nvPr/>
          </p:nvSpPr>
          <p:spPr>
            <a:xfrm>
              <a:off x="1138000" y="6361089"/>
              <a:ext cx="28398" cy="28398"/>
            </a:xfrm>
            <a:prstGeom prst="ellipse">
              <a:avLst/>
            </a:prstGeom>
            <a:solidFill>
              <a:srgbClr val="7F8C97">
                <a:alpha val="48000"/>
              </a:srgbClr>
            </a:solidFill>
            <a:ln w="0">
              <a:noFill/>
              <a:prstDash val="solid"/>
            </a:ln>
          </p:spPr>
        </p:sp>
        <p:sp>
          <p:nvSpPr>
            <p:cNvPr id="2786" name="03_assume_matched_2785">
              <a:extLst>
                <a:ext uri="{FF2B5EF4-FFF2-40B4-BE49-F238E27FC236}">
                  <a16:creationId xmlns:a16="http://schemas.microsoft.com/office/drawing/2014/main" id="{111B261F-D5A9-42E4-9336-1DC3D17000C5}"/>
                </a:ext>
              </a:extLst>
            </p:cNvPr>
            <p:cNvSpPr>
              <a:spLocks/>
            </p:cNvSpPr>
            <p:nvPr/>
          </p:nvSpPr>
          <p:spPr>
            <a:xfrm>
              <a:off x="1045179" y="6595037"/>
              <a:ext cx="28398" cy="28398"/>
            </a:xfrm>
            <a:prstGeom prst="ellipse">
              <a:avLst/>
            </a:prstGeom>
            <a:solidFill>
              <a:srgbClr val="7F8C97">
                <a:alpha val="48000"/>
              </a:srgbClr>
            </a:solidFill>
            <a:ln w="0">
              <a:noFill/>
              <a:prstDash val="solid"/>
            </a:ln>
          </p:spPr>
        </p:sp>
        <p:sp>
          <p:nvSpPr>
            <p:cNvPr id="2787" name="03_assume_matched_2786">
              <a:extLst>
                <a:ext uri="{FF2B5EF4-FFF2-40B4-BE49-F238E27FC236}">
                  <a16:creationId xmlns:a16="http://schemas.microsoft.com/office/drawing/2014/main" id="{607AD666-1351-4795-87C3-2AAE4575BB1A}"/>
                </a:ext>
              </a:extLst>
            </p:cNvPr>
            <p:cNvSpPr>
              <a:spLocks/>
            </p:cNvSpPr>
            <p:nvPr/>
          </p:nvSpPr>
          <p:spPr>
            <a:xfrm>
              <a:off x="1165631" y="6595037"/>
              <a:ext cx="28398" cy="28398"/>
            </a:xfrm>
            <a:prstGeom prst="ellipse">
              <a:avLst/>
            </a:prstGeom>
            <a:solidFill>
              <a:srgbClr val="7F8C97">
                <a:alpha val="48000"/>
              </a:srgbClr>
            </a:solidFill>
            <a:ln w="0">
              <a:noFill/>
              <a:prstDash val="solid"/>
            </a:ln>
          </p:spPr>
        </p:sp>
        <p:sp>
          <p:nvSpPr>
            <p:cNvPr id="2788" name="03_assume_matched_2787">
              <a:extLst>
                <a:ext uri="{FF2B5EF4-FFF2-40B4-BE49-F238E27FC236}">
                  <a16:creationId xmlns:a16="http://schemas.microsoft.com/office/drawing/2014/main" id="{0B9DBE4F-6992-423B-9138-EAD578804FFA}"/>
                </a:ext>
              </a:extLst>
            </p:cNvPr>
            <p:cNvSpPr>
              <a:spLocks/>
            </p:cNvSpPr>
            <p:nvPr/>
          </p:nvSpPr>
          <p:spPr>
            <a:xfrm>
              <a:off x="1143613" y="6595037"/>
              <a:ext cx="28398" cy="28398"/>
            </a:xfrm>
            <a:prstGeom prst="ellipse">
              <a:avLst/>
            </a:prstGeom>
            <a:solidFill>
              <a:srgbClr val="7F8C97">
                <a:alpha val="48000"/>
              </a:srgbClr>
            </a:solidFill>
            <a:ln w="0">
              <a:noFill/>
              <a:prstDash val="solid"/>
            </a:ln>
          </p:spPr>
        </p:sp>
        <p:sp>
          <p:nvSpPr>
            <p:cNvPr id="2789" name="03_assume_matched_2788">
              <a:extLst>
                <a:ext uri="{FF2B5EF4-FFF2-40B4-BE49-F238E27FC236}">
                  <a16:creationId xmlns:a16="http://schemas.microsoft.com/office/drawing/2014/main" id="{4C23D62F-0B13-4286-8742-C4DB4CE8254B}"/>
                </a:ext>
              </a:extLst>
            </p:cNvPr>
            <p:cNvSpPr>
              <a:spLocks/>
            </p:cNvSpPr>
            <p:nvPr/>
          </p:nvSpPr>
          <p:spPr>
            <a:xfrm>
              <a:off x="1091518" y="6595037"/>
              <a:ext cx="28398" cy="28398"/>
            </a:xfrm>
            <a:prstGeom prst="ellipse">
              <a:avLst/>
            </a:prstGeom>
            <a:solidFill>
              <a:srgbClr val="7F8C97">
                <a:alpha val="48000"/>
              </a:srgbClr>
            </a:solidFill>
            <a:ln w="0">
              <a:noFill/>
              <a:prstDash val="solid"/>
            </a:ln>
          </p:spPr>
        </p:sp>
        <p:sp>
          <p:nvSpPr>
            <p:cNvPr id="2790" name="03_assume_matched_2789">
              <a:extLst>
                <a:ext uri="{FF2B5EF4-FFF2-40B4-BE49-F238E27FC236}">
                  <a16:creationId xmlns:a16="http://schemas.microsoft.com/office/drawing/2014/main" id="{701E2172-282A-4BD9-B5B6-5A85FD1316D0}"/>
                </a:ext>
              </a:extLst>
            </p:cNvPr>
            <p:cNvSpPr>
              <a:spLocks/>
            </p:cNvSpPr>
            <p:nvPr/>
          </p:nvSpPr>
          <p:spPr>
            <a:xfrm>
              <a:off x="1067197" y="6595037"/>
              <a:ext cx="28398" cy="28398"/>
            </a:xfrm>
            <a:prstGeom prst="ellipse">
              <a:avLst/>
            </a:prstGeom>
            <a:solidFill>
              <a:srgbClr val="7F8C97">
                <a:alpha val="48000"/>
              </a:srgbClr>
            </a:solidFill>
            <a:ln w="0">
              <a:noFill/>
              <a:prstDash val="solid"/>
            </a:ln>
          </p:spPr>
        </p:sp>
        <p:sp>
          <p:nvSpPr>
            <p:cNvPr id="2791" name="03_assume_matched_2790">
              <a:extLst>
                <a:ext uri="{FF2B5EF4-FFF2-40B4-BE49-F238E27FC236}">
                  <a16:creationId xmlns:a16="http://schemas.microsoft.com/office/drawing/2014/main" id="{14C3C55D-6BCC-46E4-8F6B-D7E6A3ED759E}"/>
                </a:ext>
              </a:extLst>
            </p:cNvPr>
            <p:cNvSpPr>
              <a:spLocks/>
            </p:cNvSpPr>
            <p:nvPr/>
          </p:nvSpPr>
          <p:spPr>
            <a:xfrm>
              <a:off x="1169660" y="6595037"/>
              <a:ext cx="28398" cy="28398"/>
            </a:xfrm>
            <a:prstGeom prst="ellipse">
              <a:avLst/>
            </a:prstGeom>
            <a:solidFill>
              <a:srgbClr val="7F8C97">
                <a:alpha val="48000"/>
              </a:srgbClr>
            </a:solidFill>
            <a:ln w="0">
              <a:noFill/>
              <a:prstDash val="solid"/>
            </a:ln>
          </p:spPr>
        </p:sp>
        <p:sp>
          <p:nvSpPr>
            <p:cNvPr id="2792" name="03_assume_matched_2791">
              <a:extLst>
                <a:ext uri="{FF2B5EF4-FFF2-40B4-BE49-F238E27FC236}">
                  <a16:creationId xmlns:a16="http://schemas.microsoft.com/office/drawing/2014/main" id="{664F2B4D-738C-4919-B275-DDAF5E0F8AD1}"/>
                </a:ext>
              </a:extLst>
            </p:cNvPr>
            <p:cNvSpPr>
              <a:spLocks/>
            </p:cNvSpPr>
            <p:nvPr/>
          </p:nvSpPr>
          <p:spPr>
            <a:xfrm>
              <a:off x="1117422" y="6595037"/>
              <a:ext cx="28398" cy="28398"/>
            </a:xfrm>
            <a:prstGeom prst="ellipse">
              <a:avLst/>
            </a:prstGeom>
            <a:solidFill>
              <a:srgbClr val="7F8C97">
                <a:alpha val="48000"/>
              </a:srgbClr>
            </a:solidFill>
            <a:ln w="0">
              <a:noFill/>
              <a:prstDash val="solid"/>
            </a:ln>
          </p:spPr>
        </p:sp>
        <p:sp>
          <p:nvSpPr>
            <p:cNvPr id="2793" name="03_assume_matched_2792">
              <a:extLst>
                <a:ext uri="{FF2B5EF4-FFF2-40B4-BE49-F238E27FC236}">
                  <a16:creationId xmlns:a16="http://schemas.microsoft.com/office/drawing/2014/main" id="{0570DA07-1A48-42F2-AB7A-8BBF0971759E}"/>
                </a:ext>
              </a:extLst>
            </p:cNvPr>
            <p:cNvSpPr>
              <a:spLocks/>
            </p:cNvSpPr>
            <p:nvPr/>
          </p:nvSpPr>
          <p:spPr>
            <a:xfrm>
              <a:off x="1150233" y="6595037"/>
              <a:ext cx="28398" cy="28398"/>
            </a:xfrm>
            <a:prstGeom prst="ellipse">
              <a:avLst/>
            </a:prstGeom>
            <a:solidFill>
              <a:srgbClr val="7F8C97">
                <a:alpha val="48000"/>
              </a:srgbClr>
            </a:solidFill>
            <a:ln w="0">
              <a:noFill/>
              <a:prstDash val="solid"/>
            </a:ln>
          </p:spPr>
        </p:sp>
        <p:sp>
          <p:nvSpPr>
            <p:cNvPr id="2794" name="03_assume_matched_2793">
              <a:extLst>
                <a:ext uri="{FF2B5EF4-FFF2-40B4-BE49-F238E27FC236}">
                  <a16:creationId xmlns:a16="http://schemas.microsoft.com/office/drawing/2014/main" id="{CE6B553C-737C-4780-8686-985ADCC66EDD}"/>
                </a:ext>
              </a:extLst>
            </p:cNvPr>
            <p:cNvSpPr>
              <a:spLocks/>
            </p:cNvSpPr>
            <p:nvPr/>
          </p:nvSpPr>
          <p:spPr>
            <a:xfrm>
              <a:off x="1049353" y="6478063"/>
              <a:ext cx="28398" cy="28398"/>
            </a:xfrm>
            <a:prstGeom prst="ellipse">
              <a:avLst/>
            </a:prstGeom>
            <a:solidFill>
              <a:srgbClr val="7F8C97">
                <a:alpha val="48000"/>
              </a:srgbClr>
            </a:solidFill>
            <a:ln w="0">
              <a:noFill/>
              <a:prstDash val="solid"/>
            </a:ln>
          </p:spPr>
        </p:sp>
        <p:sp>
          <p:nvSpPr>
            <p:cNvPr id="2795" name="03_assume_matched_2794">
              <a:extLst>
                <a:ext uri="{FF2B5EF4-FFF2-40B4-BE49-F238E27FC236}">
                  <a16:creationId xmlns:a16="http://schemas.microsoft.com/office/drawing/2014/main" id="{0374A919-9917-4AC5-8F1C-F739CA647BA5}"/>
                </a:ext>
              </a:extLst>
            </p:cNvPr>
            <p:cNvSpPr>
              <a:spLocks/>
            </p:cNvSpPr>
            <p:nvPr/>
          </p:nvSpPr>
          <p:spPr>
            <a:xfrm>
              <a:off x="1141310" y="6595037"/>
              <a:ext cx="28398" cy="28398"/>
            </a:xfrm>
            <a:prstGeom prst="ellipse">
              <a:avLst/>
            </a:prstGeom>
            <a:solidFill>
              <a:srgbClr val="7F8C97">
                <a:alpha val="48000"/>
              </a:srgbClr>
            </a:solidFill>
            <a:ln w="0">
              <a:noFill/>
              <a:prstDash val="solid"/>
            </a:ln>
          </p:spPr>
        </p:sp>
        <p:sp>
          <p:nvSpPr>
            <p:cNvPr id="2796" name="03_assume_matched_2795">
              <a:extLst>
                <a:ext uri="{FF2B5EF4-FFF2-40B4-BE49-F238E27FC236}">
                  <a16:creationId xmlns:a16="http://schemas.microsoft.com/office/drawing/2014/main" id="{15D7F6C6-4D6C-4F9C-9CD8-EE901F7706C2}"/>
                </a:ext>
              </a:extLst>
            </p:cNvPr>
            <p:cNvSpPr>
              <a:spLocks/>
            </p:cNvSpPr>
            <p:nvPr/>
          </p:nvSpPr>
          <p:spPr>
            <a:xfrm>
              <a:off x="1120444" y="6497559"/>
              <a:ext cx="28398" cy="28398"/>
            </a:xfrm>
            <a:prstGeom prst="ellipse">
              <a:avLst/>
            </a:prstGeom>
            <a:solidFill>
              <a:srgbClr val="7F8C97">
                <a:alpha val="48000"/>
              </a:srgbClr>
            </a:solidFill>
            <a:ln w="0">
              <a:noFill/>
              <a:prstDash val="solid"/>
            </a:ln>
          </p:spPr>
        </p:sp>
        <p:sp>
          <p:nvSpPr>
            <p:cNvPr id="2797" name="03_assume_matched_2796">
              <a:extLst>
                <a:ext uri="{FF2B5EF4-FFF2-40B4-BE49-F238E27FC236}">
                  <a16:creationId xmlns:a16="http://schemas.microsoft.com/office/drawing/2014/main" id="{25B7B592-0988-4B2A-A37F-4977E96FC1BD}"/>
                </a:ext>
              </a:extLst>
            </p:cNvPr>
            <p:cNvSpPr>
              <a:spLocks/>
            </p:cNvSpPr>
            <p:nvPr/>
          </p:nvSpPr>
          <p:spPr>
            <a:xfrm>
              <a:off x="1029061" y="6302602"/>
              <a:ext cx="28398" cy="28398"/>
            </a:xfrm>
            <a:prstGeom prst="ellipse">
              <a:avLst/>
            </a:prstGeom>
            <a:solidFill>
              <a:srgbClr val="7F8C97">
                <a:alpha val="48000"/>
              </a:srgbClr>
            </a:solidFill>
            <a:ln w="0">
              <a:noFill/>
              <a:prstDash val="solid"/>
            </a:ln>
          </p:spPr>
        </p:sp>
        <p:sp>
          <p:nvSpPr>
            <p:cNvPr id="2798" name="03_assume_matched_2797">
              <a:extLst>
                <a:ext uri="{FF2B5EF4-FFF2-40B4-BE49-F238E27FC236}">
                  <a16:creationId xmlns:a16="http://schemas.microsoft.com/office/drawing/2014/main" id="{844D29B3-7122-4BAB-A394-B2B8762AC573}"/>
                </a:ext>
              </a:extLst>
            </p:cNvPr>
            <p:cNvSpPr>
              <a:spLocks/>
            </p:cNvSpPr>
            <p:nvPr/>
          </p:nvSpPr>
          <p:spPr>
            <a:xfrm>
              <a:off x="1088352" y="6595037"/>
              <a:ext cx="28398" cy="28398"/>
            </a:xfrm>
            <a:prstGeom prst="ellipse">
              <a:avLst/>
            </a:prstGeom>
            <a:solidFill>
              <a:srgbClr val="7F8C97">
                <a:alpha val="48000"/>
              </a:srgbClr>
            </a:solidFill>
            <a:ln w="0">
              <a:noFill/>
              <a:prstDash val="solid"/>
            </a:ln>
          </p:spPr>
        </p:sp>
        <p:sp>
          <p:nvSpPr>
            <p:cNvPr id="2799" name="03_assume_matched_2798">
              <a:extLst>
                <a:ext uri="{FF2B5EF4-FFF2-40B4-BE49-F238E27FC236}">
                  <a16:creationId xmlns:a16="http://schemas.microsoft.com/office/drawing/2014/main" id="{7E48320E-4AD4-40EB-864E-4AF1038CFCBB}"/>
                </a:ext>
              </a:extLst>
            </p:cNvPr>
            <p:cNvSpPr>
              <a:spLocks/>
            </p:cNvSpPr>
            <p:nvPr/>
          </p:nvSpPr>
          <p:spPr>
            <a:xfrm>
              <a:off x="1070507" y="6595037"/>
              <a:ext cx="28398" cy="28398"/>
            </a:xfrm>
            <a:prstGeom prst="ellipse">
              <a:avLst/>
            </a:prstGeom>
            <a:solidFill>
              <a:srgbClr val="7F8C97">
                <a:alpha val="48000"/>
              </a:srgbClr>
            </a:solidFill>
            <a:ln w="0">
              <a:noFill/>
              <a:prstDash val="solid"/>
            </a:ln>
          </p:spPr>
        </p:sp>
        <p:sp>
          <p:nvSpPr>
            <p:cNvPr id="2800" name="03_assume_matched_2799">
              <a:extLst>
                <a:ext uri="{FF2B5EF4-FFF2-40B4-BE49-F238E27FC236}">
                  <a16:creationId xmlns:a16="http://schemas.microsoft.com/office/drawing/2014/main" id="{6FE79C63-2C39-4203-AC90-7C07F8ADCE49}"/>
                </a:ext>
              </a:extLst>
            </p:cNvPr>
            <p:cNvSpPr>
              <a:spLocks/>
            </p:cNvSpPr>
            <p:nvPr/>
          </p:nvSpPr>
          <p:spPr>
            <a:xfrm>
              <a:off x="1102743" y="6302602"/>
              <a:ext cx="28398" cy="28398"/>
            </a:xfrm>
            <a:prstGeom prst="ellipse">
              <a:avLst/>
            </a:prstGeom>
            <a:solidFill>
              <a:srgbClr val="7F8C97">
                <a:alpha val="48000"/>
              </a:srgbClr>
            </a:solidFill>
            <a:ln w="0">
              <a:noFill/>
              <a:prstDash val="solid"/>
            </a:ln>
          </p:spPr>
        </p:sp>
        <p:sp>
          <p:nvSpPr>
            <p:cNvPr id="2801" name="03_assume_matched_2800">
              <a:extLst>
                <a:ext uri="{FF2B5EF4-FFF2-40B4-BE49-F238E27FC236}">
                  <a16:creationId xmlns:a16="http://schemas.microsoft.com/office/drawing/2014/main" id="{DFE47AE6-DC53-418D-A046-947069E94480}"/>
                </a:ext>
              </a:extLst>
            </p:cNvPr>
            <p:cNvSpPr>
              <a:spLocks/>
            </p:cNvSpPr>
            <p:nvPr/>
          </p:nvSpPr>
          <p:spPr>
            <a:xfrm>
              <a:off x="1084610" y="6546298"/>
              <a:ext cx="28398" cy="28398"/>
            </a:xfrm>
            <a:prstGeom prst="ellipse">
              <a:avLst/>
            </a:prstGeom>
            <a:solidFill>
              <a:srgbClr val="7F8C97">
                <a:alpha val="48000"/>
              </a:srgbClr>
            </a:solidFill>
            <a:ln w="0">
              <a:noFill/>
              <a:prstDash val="solid"/>
            </a:ln>
          </p:spPr>
        </p:sp>
        <p:sp>
          <p:nvSpPr>
            <p:cNvPr id="2802" name="03_assume_matched_2801">
              <a:extLst>
                <a:ext uri="{FF2B5EF4-FFF2-40B4-BE49-F238E27FC236}">
                  <a16:creationId xmlns:a16="http://schemas.microsoft.com/office/drawing/2014/main" id="{A990052C-DA09-4CA6-8962-745D4346A760}"/>
                </a:ext>
              </a:extLst>
            </p:cNvPr>
            <p:cNvSpPr>
              <a:spLocks/>
            </p:cNvSpPr>
            <p:nvPr/>
          </p:nvSpPr>
          <p:spPr>
            <a:xfrm>
              <a:off x="1146779" y="6448819"/>
              <a:ext cx="28398" cy="28398"/>
            </a:xfrm>
            <a:prstGeom prst="ellipse">
              <a:avLst/>
            </a:prstGeom>
            <a:solidFill>
              <a:srgbClr val="7F8C97">
                <a:alpha val="48000"/>
              </a:srgbClr>
            </a:solidFill>
            <a:ln w="0">
              <a:noFill/>
              <a:prstDash val="solid"/>
            </a:ln>
          </p:spPr>
        </p:sp>
        <p:sp>
          <p:nvSpPr>
            <p:cNvPr id="2803" name="03_assume_matched_2802">
              <a:extLst>
                <a:ext uri="{FF2B5EF4-FFF2-40B4-BE49-F238E27FC236}">
                  <a16:creationId xmlns:a16="http://schemas.microsoft.com/office/drawing/2014/main" id="{906A7735-3505-49AF-8198-CE1AACD4CC2B}"/>
                </a:ext>
              </a:extLst>
            </p:cNvPr>
            <p:cNvSpPr>
              <a:spLocks/>
            </p:cNvSpPr>
            <p:nvPr/>
          </p:nvSpPr>
          <p:spPr>
            <a:xfrm>
              <a:off x="1044891" y="6302602"/>
              <a:ext cx="28398" cy="28398"/>
            </a:xfrm>
            <a:prstGeom prst="ellipse">
              <a:avLst/>
            </a:prstGeom>
            <a:solidFill>
              <a:srgbClr val="7F8C97">
                <a:alpha val="48000"/>
              </a:srgbClr>
            </a:solidFill>
            <a:ln w="0">
              <a:noFill/>
              <a:prstDash val="solid"/>
            </a:ln>
          </p:spPr>
        </p:sp>
        <p:sp>
          <p:nvSpPr>
            <p:cNvPr id="2804" name="03_assume_matched_2803">
              <a:extLst>
                <a:ext uri="{FF2B5EF4-FFF2-40B4-BE49-F238E27FC236}">
                  <a16:creationId xmlns:a16="http://schemas.microsoft.com/office/drawing/2014/main" id="{BBEB02D5-C292-46F5-8751-8AD33795B4A1}"/>
                </a:ext>
              </a:extLst>
            </p:cNvPr>
            <p:cNvSpPr>
              <a:spLocks/>
            </p:cNvSpPr>
            <p:nvPr/>
          </p:nvSpPr>
          <p:spPr>
            <a:xfrm>
              <a:off x="1051511" y="6595037"/>
              <a:ext cx="28398" cy="28398"/>
            </a:xfrm>
            <a:prstGeom prst="ellipse">
              <a:avLst/>
            </a:prstGeom>
            <a:solidFill>
              <a:srgbClr val="7F8C97">
                <a:alpha val="48000"/>
              </a:srgbClr>
            </a:solidFill>
            <a:ln w="0">
              <a:noFill/>
              <a:prstDash val="solid"/>
            </a:ln>
          </p:spPr>
        </p:sp>
        <p:sp>
          <p:nvSpPr>
            <p:cNvPr id="2805" name="03_assume_matched_2804">
              <a:extLst>
                <a:ext uri="{FF2B5EF4-FFF2-40B4-BE49-F238E27FC236}">
                  <a16:creationId xmlns:a16="http://schemas.microsoft.com/office/drawing/2014/main" id="{93A83DE8-19D9-45E2-A99E-2E07B1CF60DF}"/>
                </a:ext>
              </a:extLst>
            </p:cNvPr>
            <p:cNvSpPr>
              <a:spLocks/>
            </p:cNvSpPr>
            <p:nvPr/>
          </p:nvSpPr>
          <p:spPr>
            <a:xfrm>
              <a:off x="1111377" y="6448819"/>
              <a:ext cx="28398" cy="28398"/>
            </a:xfrm>
            <a:prstGeom prst="ellipse">
              <a:avLst/>
            </a:prstGeom>
            <a:solidFill>
              <a:srgbClr val="7F8C97">
                <a:alpha val="48000"/>
              </a:srgbClr>
            </a:solidFill>
            <a:ln w="0">
              <a:noFill/>
              <a:prstDash val="solid"/>
            </a:ln>
          </p:spPr>
        </p:sp>
        <p:sp>
          <p:nvSpPr>
            <p:cNvPr id="2806" name="03_assume_matched_2805">
              <a:extLst>
                <a:ext uri="{FF2B5EF4-FFF2-40B4-BE49-F238E27FC236}">
                  <a16:creationId xmlns:a16="http://schemas.microsoft.com/office/drawing/2014/main" id="{30F24EF8-0C57-4E6C-AA59-9779F202D0BF}"/>
                </a:ext>
              </a:extLst>
            </p:cNvPr>
            <p:cNvSpPr>
              <a:spLocks/>
            </p:cNvSpPr>
            <p:nvPr/>
          </p:nvSpPr>
          <p:spPr>
            <a:xfrm>
              <a:off x="1110082" y="6302602"/>
              <a:ext cx="28398" cy="28398"/>
            </a:xfrm>
            <a:prstGeom prst="ellipse">
              <a:avLst/>
            </a:prstGeom>
            <a:solidFill>
              <a:srgbClr val="7F8C97">
                <a:alpha val="48000"/>
              </a:srgbClr>
            </a:solidFill>
            <a:ln w="0">
              <a:noFill/>
              <a:prstDash val="solid"/>
            </a:ln>
          </p:spPr>
        </p:sp>
        <p:sp>
          <p:nvSpPr>
            <p:cNvPr id="2807" name="03_assume_matched_2806">
              <a:extLst>
                <a:ext uri="{FF2B5EF4-FFF2-40B4-BE49-F238E27FC236}">
                  <a16:creationId xmlns:a16="http://schemas.microsoft.com/office/drawing/2014/main" id="{6C23E332-3D2D-4075-BCC9-0541389B1F44}"/>
                </a:ext>
              </a:extLst>
            </p:cNvPr>
            <p:cNvSpPr>
              <a:spLocks/>
            </p:cNvSpPr>
            <p:nvPr/>
          </p:nvSpPr>
          <p:spPr>
            <a:xfrm>
              <a:off x="1156853" y="6595037"/>
              <a:ext cx="28398" cy="28398"/>
            </a:xfrm>
            <a:prstGeom prst="ellipse">
              <a:avLst/>
            </a:prstGeom>
            <a:solidFill>
              <a:srgbClr val="7F8C97">
                <a:alpha val="48000"/>
              </a:srgbClr>
            </a:solidFill>
            <a:ln w="0">
              <a:noFill/>
              <a:prstDash val="solid"/>
            </a:ln>
          </p:spPr>
        </p:sp>
        <p:sp>
          <p:nvSpPr>
            <p:cNvPr id="2808" name="03_assume_matched_2807">
              <a:extLst>
                <a:ext uri="{FF2B5EF4-FFF2-40B4-BE49-F238E27FC236}">
                  <a16:creationId xmlns:a16="http://schemas.microsoft.com/office/drawing/2014/main" id="{FAFB3004-94A1-4B37-8BBE-5A8E4079334E}"/>
                </a:ext>
              </a:extLst>
            </p:cNvPr>
            <p:cNvSpPr>
              <a:spLocks/>
            </p:cNvSpPr>
            <p:nvPr/>
          </p:nvSpPr>
          <p:spPr>
            <a:xfrm>
              <a:off x="1135122" y="6448819"/>
              <a:ext cx="28398" cy="28398"/>
            </a:xfrm>
            <a:prstGeom prst="ellipse">
              <a:avLst/>
            </a:prstGeom>
            <a:solidFill>
              <a:srgbClr val="7F8C97">
                <a:alpha val="48000"/>
              </a:srgbClr>
            </a:solidFill>
            <a:ln w="0">
              <a:noFill/>
              <a:prstDash val="solid"/>
            </a:ln>
          </p:spPr>
        </p:sp>
        <p:sp>
          <p:nvSpPr>
            <p:cNvPr id="2809" name="03_assume_matched_2808">
              <a:extLst>
                <a:ext uri="{FF2B5EF4-FFF2-40B4-BE49-F238E27FC236}">
                  <a16:creationId xmlns:a16="http://schemas.microsoft.com/office/drawing/2014/main" id="{66567889-AECF-442C-AABE-F8498FE7501B}"/>
                </a:ext>
              </a:extLst>
            </p:cNvPr>
            <p:cNvSpPr>
              <a:spLocks/>
            </p:cNvSpPr>
            <p:nvPr/>
          </p:nvSpPr>
          <p:spPr>
            <a:xfrm>
              <a:off x="1067197" y="6595037"/>
              <a:ext cx="28398" cy="28398"/>
            </a:xfrm>
            <a:prstGeom prst="ellipse">
              <a:avLst/>
            </a:prstGeom>
            <a:solidFill>
              <a:srgbClr val="7F8C97">
                <a:alpha val="48000"/>
              </a:srgbClr>
            </a:solidFill>
            <a:ln w="0">
              <a:noFill/>
              <a:prstDash val="solid"/>
            </a:ln>
          </p:spPr>
        </p:sp>
        <p:sp>
          <p:nvSpPr>
            <p:cNvPr id="2810" name="03_assume_matched_2809">
              <a:extLst>
                <a:ext uri="{FF2B5EF4-FFF2-40B4-BE49-F238E27FC236}">
                  <a16:creationId xmlns:a16="http://schemas.microsoft.com/office/drawing/2014/main" id="{FF23E44D-F623-4746-968F-BB542C24246B}"/>
                </a:ext>
              </a:extLst>
            </p:cNvPr>
            <p:cNvSpPr>
              <a:spLocks/>
            </p:cNvSpPr>
            <p:nvPr/>
          </p:nvSpPr>
          <p:spPr>
            <a:xfrm>
              <a:off x="1138000" y="6595037"/>
              <a:ext cx="28398" cy="28398"/>
            </a:xfrm>
            <a:prstGeom prst="ellipse">
              <a:avLst/>
            </a:prstGeom>
            <a:solidFill>
              <a:srgbClr val="7F8C97">
                <a:alpha val="48000"/>
              </a:srgbClr>
            </a:solidFill>
            <a:ln w="0">
              <a:noFill/>
              <a:prstDash val="solid"/>
            </a:ln>
          </p:spPr>
        </p:sp>
        <p:sp>
          <p:nvSpPr>
            <p:cNvPr id="2811" name="03_assume_matched_2810">
              <a:extLst>
                <a:ext uri="{FF2B5EF4-FFF2-40B4-BE49-F238E27FC236}">
                  <a16:creationId xmlns:a16="http://schemas.microsoft.com/office/drawing/2014/main" id="{553EE270-81FC-4644-BABB-7804E29C0D45}"/>
                </a:ext>
              </a:extLst>
            </p:cNvPr>
            <p:cNvSpPr>
              <a:spLocks/>
            </p:cNvSpPr>
            <p:nvPr/>
          </p:nvSpPr>
          <p:spPr>
            <a:xfrm>
              <a:off x="1126344" y="6595037"/>
              <a:ext cx="28398" cy="28398"/>
            </a:xfrm>
            <a:prstGeom prst="ellipse">
              <a:avLst/>
            </a:prstGeom>
            <a:solidFill>
              <a:srgbClr val="7F8C97">
                <a:alpha val="48000"/>
              </a:srgbClr>
            </a:solidFill>
            <a:ln w="0">
              <a:noFill/>
              <a:prstDash val="solid"/>
            </a:ln>
          </p:spPr>
        </p:sp>
        <p:sp>
          <p:nvSpPr>
            <p:cNvPr id="2812" name="03_assume_matched_2811">
              <a:extLst>
                <a:ext uri="{FF2B5EF4-FFF2-40B4-BE49-F238E27FC236}">
                  <a16:creationId xmlns:a16="http://schemas.microsoft.com/office/drawing/2014/main" id="{3E513728-33E3-499F-B8DD-15BF722A0516}"/>
                </a:ext>
              </a:extLst>
            </p:cNvPr>
            <p:cNvSpPr>
              <a:spLocks/>
            </p:cNvSpPr>
            <p:nvPr/>
          </p:nvSpPr>
          <p:spPr>
            <a:xfrm>
              <a:off x="1132532" y="6595037"/>
              <a:ext cx="28398" cy="28398"/>
            </a:xfrm>
            <a:prstGeom prst="ellipse">
              <a:avLst/>
            </a:prstGeom>
            <a:solidFill>
              <a:srgbClr val="7F8C97">
                <a:alpha val="48000"/>
              </a:srgbClr>
            </a:solidFill>
            <a:ln w="0">
              <a:noFill/>
              <a:prstDash val="solid"/>
            </a:ln>
          </p:spPr>
        </p:sp>
        <p:sp>
          <p:nvSpPr>
            <p:cNvPr id="2813" name="03_assume_matched_2812">
              <a:extLst>
                <a:ext uri="{FF2B5EF4-FFF2-40B4-BE49-F238E27FC236}">
                  <a16:creationId xmlns:a16="http://schemas.microsoft.com/office/drawing/2014/main" id="{7884B37F-95F1-497D-A6A0-1DDD9218D5C3}"/>
                </a:ext>
              </a:extLst>
            </p:cNvPr>
            <p:cNvSpPr>
              <a:spLocks/>
            </p:cNvSpPr>
            <p:nvPr/>
          </p:nvSpPr>
          <p:spPr>
            <a:xfrm>
              <a:off x="1145915" y="6595037"/>
              <a:ext cx="28398" cy="28398"/>
            </a:xfrm>
            <a:prstGeom prst="ellipse">
              <a:avLst/>
            </a:prstGeom>
            <a:solidFill>
              <a:srgbClr val="7F8C97">
                <a:alpha val="48000"/>
              </a:srgbClr>
            </a:solidFill>
            <a:ln w="0">
              <a:noFill/>
              <a:prstDash val="solid"/>
            </a:ln>
          </p:spPr>
        </p:sp>
        <p:sp>
          <p:nvSpPr>
            <p:cNvPr id="2814" name="03_assume_matched_2813">
              <a:extLst>
                <a:ext uri="{FF2B5EF4-FFF2-40B4-BE49-F238E27FC236}">
                  <a16:creationId xmlns:a16="http://schemas.microsoft.com/office/drawing/2014/main" id="{837ADA0A-188A-40BD-A95F-0A98914674A5}"/>
                </a:ext>
              </a:extLst>
            </p:cNvPr>
            <p:cNvSpPr>
              <a:spLocks/>
            </p:cNvSpPr>
            <p:nvPr/>
          </p:nvSpPr>
          <p:spPr>
            <a:xfrm>
              <a:off x="1054533" y="6302602"/>
              <a:ext cx="28398" cy="28398"/>
            </a:xfrm>
            <a:prstGeom prst="ellipse">
              <a:avLst/>
            </a:prstGeom>
            <a:solidFill>
              <a:srgbClr val="7F8C97">
                <a:alpha val="48000"/>
              </a:srgbClr>
            </a:solidFill>
            <a:ln w="0">
              <a:noFill/>
              <a:prstDash val="solid"/>
            </a:ln>
          </p:spPr>
        </p:sp>
        <p:sp>
          <p:nvSpPr>
            <p:cNvPr id="2815" name="03_assume_matched_2814">
              <a:extLst>
                <a:ext uri="{FF2B5EF4-FFF2-40B4-BE49-F238E27FC236}">
                  <a16:creationId xmlns:a16="http://schemas.microsoft.com/office/drawing/2014/main" id="{1BD50C39-C6B4-4030-BF6E-08FA2FF990E8}"/>
                </a:ext>
              </a:extLst>
            </p:cNvPr>
            <p:cNvSpPr>
              <a:spLocks/>
            </p:cNvSpPr>
            <p:nvPr/>
          </p:nvSpPr>
          <p:spPr>
            <a:xfrm>
              <a:off x="1043740" y="6302602"/>
              <a:ext cx="28398" cy="28398"/>
            </a:xfrm>
            <a:prstGeom prst="ellipse">
              <a:avLst/>
            </a:prstGeom>
            <a:solidFill>
              <a:srgbClr val="7F8C97">
                <a:alpha val="48000"/>
              </a:srgbClr>
            </a:solidFill>
            <a:ln w="0">
              <a:noFill/>
              <a:prstDash val="solid"/>
            </a:ln>
          </p:spPr>
        </p:sp>
        <p:sp>
          <p:nvSpPr>
            <p:cNvPr id="2816" name="03_assume_matched_2815">
              <a:extLst>
                <a:ext uri="{FF2B5EF4-FFF2-40B4-BE49-F238E27FC236}">
                  <a16:creationId xmlns:a16="http://schemas.microsoft.com/office/drawing/2014/main" id="{09931109-0D8D-4927-8E7B-37C59CCA6CC6}"/>
                </a:ext>
              </a:extLst>
            </p:cNvPr>
            <p:cNvSpPr>
              <a:spLocks/>
            </p:cNvSpPr>
            <p:nvPr/>
          </p:nvSpPr>
          <p:spPr>
            <a:xfrm>
              <a:off x="1126632" y="6302602"/>
              <a:ext cx="28398" cy="28398"/>
            </a:xfrm>
            <a:prstGeom prst="ellipse">
              <a:avLst/>
            </a:prstGeom>
            <a:solidFill>
              <a:srgbClr val="7F8C97">
                <a:alpha val="48000"/>
              </a:srgbClr>
            </a:solidFill>
            <a:ln w="0">
              <a:noFill/>
              <a:prstDash val="solid"/>
            </a:ln>
          </p:spPr>
        </p:sp>
        <p:sp>
          <p:nvSpPr>
            <p:cNvPr id="2817" name="03_assume_matched_2816">
              <a:extLst>
                <a:ext uri="{FF2B5EF4-FFF2-40B4-BE49-F238E27FC236}">
                  <a16:creationId xmlns:a16="http://schemas.microsoft.com/office/drawing/2014/main" id="{D938221D-8A83-43EC-B766-1F5AF193320B}"/>
                </a:ext>
              </a:extLst>
            </p:cNvPr>
            <p:cNvSpPr>
              <a:spLocks/>
            </p:cNvSpPr>
            <p:nvPr/>
          </p:nvSpPr>
          <p:spPr>
            <a:xfrm>
              <a:off x="1163760" y="6344379"/>
              <a:ext cx="28398" cy="28398"/>
            </a:xfrm>
            <a:prstGeom prst="ellipse">
              <a:avLst/>
            </a:prstGeom>
            <a:solidFill>
              <a:srgbClr val="7F8C97">
                <a:alpha val="48000"/>
              </a:srgbClr>
            </a:solidFill>
            <a:ln w="0">
              <a:noFill/>
              <a:prstDash val="solid"/>
            </a:ln>
          </p:spPr>
        </p:sp>
        <p:sp>
          <p:nvSpPr>
            <p:cNvPr id="2818" name="03_assume_matched_2817">
              <a:extLst>
                <a:ext uri="{FF2B5EF4-FFF2-40B4-BE49-F238E27FC236}">
                  <a16:creationId xmlns:a16="http://schemas.microsoft.com/office/drawing/2014/main" id="{3C44E5EF-DDFA-4418-839C-23BAF4789C82}"/>
                </a:ext>
              </a:extLst>
            </p:cNvPr>
            <p:cNvSpPr>
              <a:spLocks/>
            </p:cNvSpPr>
            <p:nvPr/>
          </p:nvSpPr>
          <p:spPr>
            <a:xfrm>
              <a:off x="1169948" y="6302602"/>
              <a:ext cx="28398" cy="28398"/>
            </a:xfrm>
            <a:prstGeom prst="ellipse">
              <a:avLst/>
            </a:prstGeom>
            <a:solidFill>
              <a:srgbClr val="7F8C97">
                <a:alpha val="48000"/>
              </a:srgbClr>
            </a:solidFill>
            <a:ln w="0">
              <a:noFill/>
              <a:prstDash val="solid"/>
            </a:ln>
          </p:spPr>
        </p:sp>
        <p:sp>
          <p:nvSpPr>
            <p:cNvPr id="2819" name="03_assume_matched_2818">
              <a:extLst>
                <a:ext uri="{FF2B5EF4-FFF2-40B4-BE49-F238E27FC236}">
                  <a16:creationId xmlns:a16="http://schemas.microsoft.com/office/drawing/2014/main" id="{41D83935-9110-450C-958C-9EB0B7F3C362}"/>
                </a:ext>
              </a:extLst>
            </p:cNvPr>
            <p:cNvSpPr>
              <a:spLocks/>
            </p:cNvSpPr>
            <p:nvPr/>
          </p:nvSpPr>
          <p:spPr>
            <a:xfrm>
              <a:off x="1081013" y="6595037"/>
              <a:ext cx="28398" cy="28398"/>
            </a:xfrm>
            <a:prstGeom prst="ellipse">
              <a:avLst/>
            </a:prstGeom>
            <a:solidFill>
              <a:srgbClr val="7F8C97">
                <a:alpha val="48000"/>
              </a:srgbClr>
            </a:solidFill>
            <a:ln w="0">
              <a:noFill/>
              <a:prstDash val="solid"/>
            </a:ln>
          </p:spPr>
        </p:sp>
        <p:sp>
          <p:nvSpPr>
            <p:cNvPr id="2820" name="03_assume_matched_2819">
              <a:extLst>
                <a:ext uri="{FF2B5EF4-FFF2-40B4-BE49-F238E27FC236}">
                  <a16:creationId xmlns:a16="http://schemas.microsoft.com/office/drawing/2014/main" id="{A8521738-ED9D-4C6A-ACE8-B0CD1B90068B}"/>
                </a:ext>
              </a:extLst>
            </p:cNvPr>
            <p:cNvSpPr>
              <a:spLocks/>
            </p:cNvSpPr>
            <p:nvPr/>
          </p:nvSpPr>
          <p:spPr>
            <a:xfrm>
              <a:off x="1133827" y="6595037"/>
              <a:ext cx="28398" cy="28398"/>
            </a:xfrm>
            <a:prstGeom prst="ellipse">
              <a:avLst/>
            </a:prstGeom>
            <a:solidFill>
              <a:srgbClr val="7F8C97">
                <a:alpha val="48000"/>
              </a:srgbClr>
            </a:solidFill>
            <a:ln w="0">
              <a:noFill/>
              <a:prstDash val="solid"/>
            </a:ln>
          </p:spPr>
        </p:sp>
        <p:sp>
          <p:nvSpPr>
            <p:cNvPr id="2821" name="03_assume_matched_2820">
              <a:extLst>
                <a:ext uri="{FF2B5EF4-FFF2-40B4-BE49-F238E27FC236}">
                  <a16:creationId xmlns:a16="http://schemas.microsoft.com/office/drawing/2014/main" id="{05653CEE-6E9D-450D-94F4-EB534B04FB25}"/>
                </a:ext>
              </a:extLst>
            </p:cNvPr>
            <p:cNvSpPr>
              <a:spLocks/>
            </p:cNvSpPr>
            <p:nvPr/>
          </p:nvSpPr>
          <p:spPr>
            <a:xfrm>
              <a:off x="1144764" y="6595037"/>
              <a:ext cx="28398" cy="28398"/>
            </a:xfrm>
            <a:prstGeom prst="ellipse">
              <a:avLst/>
            </a:prstGeom>
            <a:solidFill>
              <a:srgbClr val="7F8C97">
                <a:alpha val="48000"/>
              </a:srgbClr>
            </a:solidFill>
            <a:ln w="0">
              <a:noFill/>
              <a:prstDash val="solid"/>
            </a:ln>
          </p:spPr>
        </p:sp>
        <p:sp>
          <p:nvSpPr>
            <p:cNvPr id="2822" name="03_assume_matched_2821">
              <a:extLst>
                <a:ext uri="{FF2B5EF4-FFF2-40B4-BE49-F238E27FC236}">
                  <a16:creationId xmlns:a16="http://schemas.microsoft.com/office/drawing/2014/main" id="{8A0178D1-0FBA-400D-A7FB-56B0B4767DDC}"/>
                </a:ext>
              </a:extLst>
            </p:cNvPr>
            <p:cNvSpPr>
              <a:spLocks/>
            </p:cNvSpPr>
            <p:nvPr/>
          </p:nvSpPr>
          <p:spPr>
            <a:xfrm>
              <a:off x="1162177" y="6595037"/>
              <a:ext cx="28398" cy="28398"/>
            </a:xfrm>
            <a:prstGeom prst="ellipse">
              <a:avLst/>
            </a:prstGeom>
            <a:solidFill>
              <a:srgbClr val="7F8C97">
                <a:alpha val="48000"/>
              </a:srgbClr>
            </a:solidFill>
            <a:ln w="0">
              <a:noFill/>
              <a:prstDash val="solid"/>
            </a:ln>
          </p:spPr>
        </p:sp>
        <p:sp>
          <p:nvSpPr>
            <p:cNvPr id="2823" name="03_assume_matched_2822">
              <a:extLst>
                <a:ext uri="{FF2B5EF4-FFF2-40B4-BE49-F238E27FC236}">
                  <a16:creationId xmlns:a16="http://schemas.microsoft.com/office/drawing/2014/main" id="{9E31C275-215B-44BA-8F93-9BB62EF3F526}"/>
                </a:ext>
              </a:extLst>
            </p:cNvPr>
            <p:cNvSpPr>
              <a:spLocks/>
            </p:cNvSpPr>
            <p:nvPr/>
          </p:nvSpPr>
          <p:spPr>
            <a:xfrm>
              <a:off x="1146923" y="6595037"/>
              <a:ext cx="28398" cy="28398"/>
            </a:xfrm>
            <a:prstGeom prst="ellipse">
              <a:avLst/>
            </a:prstGeom>
            <a:solidFill>
              <a:srgbClr val="7F8C97">
                <a:alpha val="48000"/>
              </a:srgbClr>
            </a:solidFill>
            <a:ln w="0">
              <a:noFill/>
              <a:prstDash val="solid"/>
            </a:ln>
          </p:spPr>
        </p:sp>
        <p:sp>
          <p:nvSpPr>
            <p:cNvPr id="2824" name="03_assume_matched_2823">
              <a:extLst>
                <a:ext uri="{FF2B5EF4-FFF2-40B4-BE49-F238E27FC236}">
                  <a16:creationId xmlns:a16="http://schemas.microsoft.com/office/drawing/2014/main" id="{460EEF29-745E-4A21-AE94-5139F620E87C}"/>
                </a:ext>
              </a:extLst>
            </p:cNvPr>
            <p:cNvSpPr>
              <a:spLocks/>
            </p:cNvSpPr>
            <p:nvPr/>
          </p:nvSpPr>
          <p:spPr>
            <a:xfrm>
              <a:off x="1125193" y="6595037"/>
              <a:ext cx="28398" cy="28398"/>
            </a:xfrm>
            <a:prstGeom prst="ellipse">
              <a:avLst/>
            </a:prstGeom>
            <a:solidFill>
              <a:srgbClr val="7F8C97">
                <a:alpha val="48000"/>
              </a:srgbClr>
            </a:solidFill>
            <a:ln w="0">
              <a:noFill/>
              <a:prstDash val="solid"/>
            </a:ln>
          </p:spPr>
        </p:sp>
        <p:sp>
          <p:nvSpPr>
            <p:cNvPr id="2825" name="03_assume_matched_2824">
              <a:extLst>
                <a:ext uri="{FF2B5EF4-FFF2-40B4-BE49-F238E27FC236}">
                  <a16:creationId xmlns:a16="http://schemas.microsoft.com/office/drawing/2014/main" id="{B9ACB411-C17F-4497-97C2-A30DEDEB0776}"/>
                </a:ext>
              </a:extLst>
            </p:cNvPr>
            <p:cNvSpPr>
              <a:spLocks/>
            </p:cNvSpPr>
            <p:nvPr/>
          </p:nvSpPr>
          <p:spPr>
            <a:xfrm>
              <a:off x="1036976" y="6302602"/>
              <a:ext cx="28398" cy="28398"/>
            </a:xfrm>
            <a:prstGeom prst="ellipse">
              <a:avLst/>
            </a:prstGeom>
            <a:solidFill>
              <a:srgbClr val="7F8C97">
                <a:alpha val="48000"/>
              </a:srgbClr>
            </a:solidFill>
            <a:ln w="0">
              <a:noFill/>
              <a:prstDash val="solid"/>
            </a:ln>
          </p:spPr>
        </p:sp>
        <p:sp>
          <p:nvSpPr>
            <p:cNvPr id="2826" name="03_assume_matched_2825">
              <a:extLst>
                <a:ext uri="{FF2B5EF4-FFF2-40B4-BE49-F238E27FC236}">
                  <a16:creationId xmlns:a16="http://schemas.microsoft.com/office/drawing/2014/main" id="{CA18B5BB-5350-4CF6-AE93-1BC7FB5364C9}"/>
                </a:ext>
              </a:extLst>
            </p:cNvPr>
            <p:cNvSpPr>
              <a:spLocks/>
            </p:cNvSpPr>
            <p:nvPr/>
          </p:nvSpPr>
          <p:spPr>
            <a:xfrm>
              <a:off x="1050936" y="6595037"/>
              <a:ext cx="28398" cy="28398"/>
            </a:xfrm>
            <a:prstGeom prst="ellipse">
              <a:avLst/>
            </a:prstGeom>
            <a:solidFill>
              <a:srgbClr val="7F8C97">
                <a:alpha val="48000"/>
              </a:srgbClr>
            </a:solidFill>
            <a:ln w="0">
              <a:noFill/>
              <a:prstDash val="solid"/>
            </a:ln>
          </p:spPr>
        </p:sp>
        <p:sp>
          <p:nvSpPr>
            <p:cNvPr id="2827" name="03_assume_matched_2826">
              <a:extLst>
                <a:ext uri="{FF2B5EF4-FFF2-40B4-BE49-F238E27FC236}">
                  <a16:creationId xmlns:a16="http://schemas.microsoft.com/office/drawing/2014/main" id="{425151D6-98B9-436F-B648-A02309E61908}"/>
                </a:ext>
              </a:extLst>
            </p:cNvPr>
            <p:cNvSpPr>
              <a:spLocks/>
            </p:cNvSpPr>
            <p:nvPr/>
          </p:nvSpPr>
          <p:spPr>
            <a:xfrm>
              <a:off x="1112097" y="6302602"/>
              <a:ext cx="28398" cy="28398"/>
            </a:xfrm>
            <a:prstGeom prst="ellipse">
              <a:avLst/>
            </a:prstGeom>
            <a:solidFill>
              <a:srgbClr val="7F8C97">
                <a:alpha val="48000"/>
              </a:srgbClr>
            </a:solidFill>
            <a:ln w="0">
              <a:noFill/>
              <a:prstDash val="solid"/>
            </a:ln>
          </p:spPr>
        </p:sp>
        <p:sp>
          <p:nvSpPr>
            <p:cNvPr id="2828" name="03_assume_matched_2827">
              <a:extLst>
                <a:ext uri="{FF2B5EF4-FFF2-40B4-BE49-F238E27FC236}">
                  <a16:creationId xmlns:a16="http://schemas.microsoft.com/office/drawing/2014/main" id="{1AB9DC41-F450-4157-8980-1699CFD0B3FF}"/>
                </a:ext>
              </a:extLst>
            </p:cNvPr>
            <p:cNvSpPr>
              <a:spLocks/>
            </p:cNvSpPr>
            <p:nvPr/>
          </p:nvSpPr>
          <p:spPr>
            <a:xfrm>
              <a:off x="1056980" y="6595037"/>
              <a:ext cx="28398" cy="28398"/>
            </a:xfrm>
            <a:prstGeom prst="ellipse">
              <a:avLst/>
            </a:prstGeom>
            <a:solidFill>
              <a:srgbClr val="7F8C97">
                <a:alpha val="48000"/>
              </a:srgbClr>
            </a:solidFill>
            <a:ln w="0">
              <a:noFill/>
              <a:prstDash val="solid"/>
            </a:ln>
          </p:spPr>
        </p:sp>
        <p:sp>
          <p:nvSpPr>
            <p:cNvPr id="2829" name="03_assume_matched_2828">
              <a:extLst>
                <a:ext uri="{FF2B5EF4-FFF2-40B4-BE49-F238E27FC236}">
                  <a16:creationId xmlns:a16="http://schemas.microsoft.com/office/drawing/2014/main" id="{61B1D738-ED0C-4FA2-84D0-E311DD2D6F03}"/>
                </a:ext>
              </a:extLst>
            </p:cNvPr>
            <p:cNvSpPr>
              <a:spLocks/>
            </p:cNvSpPr>
            <p:nvPr/>
          </p:nvSpPr>
          <p:spPr>
            <a:xfrm>
              <a:off x="1083027" y="6595037"/>
              <a:ext cx="28398" cy="28398"/>
            </a:xfrm>
            <a:prstGeom prst="ellipse">
              <a:avLst/>
            </a:prstGeom>
            <a:solidFill>
              <a:srgbClr val="7F8C97">
                <a:alpha val="48000"/>
              </a:srgbClr>
            </a:solidFill>
            <a:ln w="0">
              <a:noFill/>
              <a:prstDash val="solid"/>
            </a:ln>
          </p:spPr>
        </p:sp>
        <p:sp>
          <p:nvSpPr>
            <p:cNvPr id="2830" name="03_assume_matched_2829">
              <a:extLst>
                <a:ext uri="{FF2B5EF4-FFF2-40B4-BE49-F238E27FC236}">
                  <a16:creationId xmlns:a16="http://schemas.microsoft.com/office/drawing/2014/main" id="{6A71F9CA-DF11-42CF-A984-6DA3209FA00F}"/>
                </a:ext>
              </a:extLst>
            </p:cNvPr>
            <p:cNvSpPr>
              <a:spLocks/>
            </p:cNvSpPr>
            <p:nvPr/>
          </p:nvSpPr>
          <p:spPr>
            <a:xfrm>
              <a:off x="1032083" y="6595037"/>
              <a:ext cx="28398" cy="28398"/>
            </a:xfrm>
            <a:prstGeom prst="ellipse">
              <a:avLst/>
            </a:prstGeom>
            <a:solidFill>
              <a:srgbClr val="7F8C97">
                <a:alpha val="48000"/>
              </a:srgbClr>
            </a:solidFill>
            <a:ln w="0">
              <a:noFill/>
              <a:prstDash val="solid"/>
            </a:ln>
          </p:spPr>
        </p:sp>
        <p:sp>
          <p:nvSpPr>
            <p:cNvPr id="2831" name="03_assume_matched_2830">
              <a:extLst>
                <a:ext uri="{FF2B5EF4-FFF2-40B4-BE49-F238E27FC236}">
                  <a16:creationId xmlns:a16="http://schemas.microsoft.com/office/drawing/2014/main" id="{482AC366-F7E4-4273-BD2B-2D3E019ABE98}"/>
                </a:ext>
              </a:extLst>
            </p:cNvPr>
            <p:cNvSpPr>
              <a:spLocks/>
            </p:cNvSpPr>
            <p:nvPr/>
          </p:nvSpPr>
          <p:spPr>
            <a:xfrm>
              <a:off x="1527570" y="6010168"/>
              <a:ext cx="28398" cy="28398"/>
            </a:xfrm>
            <a:prstGeom prst="ellipse">
              <a:avLst/>
            </a:prstGeom>
            <a:solidFill>
              <a:srgbClr val="7F8C97">
                <a:alpha val="48000"/>
              </a:srgbClr>
            </a:solidFill>
            <a:ln w="0">
              <a:noFill/>
              <a:prstDash val="solid"/>
            </a:ln>
          </p:spPr>
        </p:sp>
        <p:sp>
          <p:nvSpPr>
            <p:cNvPr id="2832" name="03_assume_matched_2831">
              <a:extLst>
                <a:ext uri="{FF2B5EF4-FFF2-40B4-BE49-F238E27FC236}">
                  <a16:creationId xmlns:a16="http://schemas.microsoft.com/office/drawing/2014/main" id="{20961B5F-FF27-45B2-BCCD-01F452E8D95D}"/>
                </a:ext>
              </a:extLst>
            </p:cNvPr>
            <p:cNvSpPr>
              <a:spLocks/>
            </p:cNvSpPr>
            <p:nvPr/>
          </p:nvSpPr>
          <p:spPr>
            <a:xfrm>
              <a:off x="1516057" y="6010168"/>
              <a:ext cx="28398" cy="28398"/>
            </a:xfrm>
            <a:prstGeom prst="ellipse">
              <a:avLst/>
            </a:prstGeom>
            <a:solidFill>
              <a:srgbClr val="7F8C97">
                <a:alpha val="48000"/>
              </a:srgbClr>
            </a:solidFill>
            <a:ln w="0">
              <a:noFill/>
              <a:prstDash val="solid"/>
            </a:ln>
          </p:spPr>
        </p:sp>
        <p:sp>
          <p:nvSpPr>
            <p:cNvPr id="2833" name="03_assume_matched_2832">
              <a:extLst>
                <a:ext uri="{FF2B5EF4-FFF2-40B4-BE49-F238E27FC236}">
                  <a16:creationId xmlns:a16="http://schemas.microsoft.com/office/drawing/2014/main" id="{C6FC15EF-7ED9-4F35-BCD1-5BA0DD374B44}"/>
                </a:ext>
              </a:extLst>
            </p:cNvPr>
            <p:cNvSpPr>
              <a:spLocks/>
            </p:cNvSpPr>
            <p:nvPr/>
          </p:nvSpPr>
          <p:spPr>
            <a:xfrm>
              <a:off x="1458925" y="6010168"/>
              <a:ext cx="28398" cy="28398"/>
            </a:xfrm>
            <a:prstGeom prst="ellipse">
              <a:avLst/>
            </a:prstGeom>
            <a:solidFill>
              <a:srgbClr val="7F8C97">
                <a:alpha val="48000"/>
              </a:srgbClr>
            </a:solidFill>
            <a:ln w="0">
              <a:noFill/>
              <a:prstDash val="solid"/>
            </a:ln>
          </p:spPr>
        </p:sp>
        <p:sp>
          <p:nvSpPr>
            <p:cNvPr id="2834" name="03_assume_matched_2833">
              <a:extLst>
                <a:ext uri="{FF2B5EF4-FFF2-40B4-BE49-F238E27FC236}">
                  <a16:creationId xmlns:a16="http://schemas.microsoft.com/office/drawing/2014/main" id="{10475498-75FB-4FF9-9D67-3922563296F9}"/>
                </a:ext>
              </a:extLst>
            </p:cNvPr>
            <p:cNvSpPr>
              <a:spLocks/>
            </p:cNvSpPr>
            <p:nvPr/>
          </p:nvSpPr>
          <p:spPr>
            <a:xfrm>
              <a:off x="1537787" y="6010168"/>
              <a:ext cx="28398" cy="28398"/>
            </a:xfrm>
            <a:prstGeom prst="ellipse">
              <a:avLst/>
            </a:prstGeom>
            <a:solidFill>
              <a:srgbClr val="7F8C97">
                <a:alpha val="48000"/>
              </a:srgbClr>
            </a:solidFill>
            <a:ln w="0">
              <a:noFill/>
              <a:prstDash val="solid"/>
            </a:ln>
          </p:spPr>
        </p:sp>
        <p:sp>
          <p:nvSpPr>
            <p:cNvPr id="2835" name="03_assume_matched_2834">
              <a:extLst>
                <a:ext uri="{FF2B5EF4-FFF2-40B4-BE49-F238E27FC236}">
                  <a16:creationId xmlns:a16="http://schemas.microsoft.com/office/drawing/2014/main" id="{C1D2A3D5-FEAD-478E-9038-3AA49917033B}"/>
                </a:ext>
              </a:extLst>
            </p:cNvPr>
            <p:cNvSpPr>
              <a:spLocks/>
            </p:cNvSpPr>
            <p:nvPr/>
          </p:nvSpPr>
          <p:spPr>
            <a:xfrm>
              <a:off x="1505552" y="6010168"/>
              <a:ext cx="28398" cy="28398"/>
            </a:xfrm>
            <a:prstGeom prst="ellipse">
              <a:avLst/>
            </a:prstGeom>
            <a:solidFill>
              <a:srgbClr val="7F8C97">
                <a:alpha val="48000"/>
              </a:srgbClr>
            </a:solidFill>
            <a:ln w="0">
              <a:noFill/>
              <a:prstDash val="solid"/>
            </a:ln>
          </p:spPr>
        </p:sp>
        <p:sp>
          <p:nvSpPr>
            <p:cNvPr id="2836" name="03_assume_matched_2835">
              <a:extLst>
                <a:ext uri="{FF2B5EF4-FFF2-40B4-BE49-F238E27FC236}">
                  <a16:creationId xmlns:a16="http://schemas.microsoft.com/office/drawing/2014/main" id="{F105B7ED-B3F2-4181-B20A-4BD439F7D86A}"/>
                </a:ext>
              </a:extLst>
            </p:cNvPr>
            <p:cNvSpPr>
              <a:spLocks/>
            </p:cNvSpPr>
            <p:nvPr/>
          </p:nvSpPr>
          <p:spPr>
            <a:xfrm>
              <a:off x="1410284" y="6010168"/>
              <a:ext cx="28398" cy="28398"/>
            </a:xfrm>
            <a:prstGeom prst="ellipse">
              <a:avLst/>
            </a:prstGeom>
            <a:solidFill>
              <a:srgbClr val="7F8C97">
                <a:alpha val="48000"/>
              </a:srgbClr>
            </a:solidFill>
            <a:ln w="0">
              <a:noFill/>
              <a:prstDash val="solid"/>
            </a:ln>
          </p:spPr>
        </p:sp>
        <p:sp>
          <p:nvSpPr>
            <p:cNvPr id="2837" name="03_assume_matched_2836">
              <a:extLst>
                <a:ext uri="{FF2B5EF4-FFF2-40B4-BE49-F238E27FC236}">
                  <a16:creationId xmlns:a16="http://schemas.microsoft.com/office/drawing/2014/main" id="{3BF5805B-21DD-4D26-99CB-07A464F4558C}"/>
                </a:ext>
              </a:extLst>
            </p:cNvPr>
            <p:cNvSpPr>
              <a:spLocks/>
            </p:cNvSpPr>
            <p:nvPr/>
          </p:nvSpPr>
          <p:spPr>
            <a:xfrm>
              <a:off x="1440936" y="6302602"/>
              <a:ext cx="28398" cy="28398"/>
            </a:xfrm>
            <a:prstGeom prst="ellipse">
              <a:avLst/>
            </a:prstGeom>
            <a:solidFill>
              <a:srgbClr val="7F8C97">
                <a:alpha val="48000"/>
              </a:srgbClr>
            </a:solidFill>
            <a:ln w="0">
              <a:noFill/>
              <a:prstDash val="solid"/>
            </a:ln>
          </p:spPr>
        </p:sp>
        <p:sp>
          <p:nvSpPr>
            <p:cNvPr id="2838" name="03_assume_matched_2837">
              <a:extLst>
                <a:ext uri="{FF2B5EF4-FFF2-40B4-BE49-F238E27FC236}">
                  <a16:creationId xmlns:a16="http://schemas.microsoft.com/office/drawing/2014/main" id="{19C19E86-4670-488D-B3C6-848B40B5B328}"/>
                </a:ext>
              </a:extLst>
            </p:cNvPr>
            <p:cNvSpPr>
              <a:spLocks/>
            </p:cNvSpPr>
            <p:nvPr/>
          </p:nvSpPr>
          <p:spPr>
            <a:xfrm>
              <a:off x="1409996" y="6448819"/>
              <a:ext cx="28398" cy="28398"/>
            </a:xfrm>
            <a:prstGeom prst="ellipse">
              <a:avLst/>
            </a:prstGeom>
            <a:solidFill>
              <a:srgbClr val="7F8C97">
                <a:alpha val="48000"/>
              </a:srgbClr>
            </a:solidFill>
            <a:ln w="0">
              <a:noFill/>
              <a:prstDash val="solid"/>
            </a:ln>
          </p:spPr>
        </p:sp>
        <p:sp>
          <p:nvSpPr>
            <p:cNvPr id="2839" name="03_assume_matched_2838">
              <a:extLst>
                <a:ext uri="{FF2B5EF4-FFF2-40B4-BE49-F238E27FC236}">
                  <a16:creationId xmlns:a16="http://schemas.microsoft.com/office/drawing/2014/main" id="{2E1EC8B3-7365-4D15-B9E2-064DB3D62C5C}"/>
                </a:ext>
              </a:extLst>
            </p:cNvPr>
            <p:cNvSpPr>
              <a:spLocks/>
            </p:cNvSpPr>
            <p:nvPr/>
          </p:nvSpPr>
          <p:spPr>
            <a:xfrm>
              <a:off x="1491305" y="6010168"/>
              <a:ext cx="28398" cy="28398"/>
            </a:xfrm>
            <a:prstGeom prst="ellipse">
              <a:avLst/>
            </a:prstGeom>
            <a:solidFill>
              <a:srgbClr val="7F8C97">
                <a:alpha val="48000"/>
              </a:srgbClr>
            </a:solidFill>
            <a:ln w="0">
              <a:noFill/>
              <a:prstDash val="solid"/>
            </a:ln>
          </p:spPr>
        </p:sp>
        <p:sp>
          <p:nvSpPr>
            <p:cNvPr id="2840" name="03_assume_matched_2839">
              <a:extLst>
                <a:ext uri="{FF2B5EF4-FFF2-40B4-BE49-F238E27FC236}">
                  <a16:creationId xmlns:a16="http://schemas.microsoft.com/office/drawing/2014/main" id="{59AE951A-2E2C-4DE4-B9C5-C1608E808F0B}"/>
                </a:ext>
              </a:extLst>
            </p:cNvPr>
            <p:cNvSpPr>
              <a:spLocks/>
            </p:cNvSpPr>
            <p:nvPr/>
          </p:nvSpPr>
          <p:spPr>
            <a:xfrm>
              <a:off x="1472596" y="6010168"/>
              <a:ext cx="28398" cy="28398"/>
            </a:xfrm>
            <a:prstGeom prst="ellipse">
              <a:avLst/>
            </a:prstGeom>
            <a:solidFill>
              <a:srgbClr val="7F8C97">
                <a:alpha val="48000"/>
              </a:srgbClr>
            </a:solidFill>
            <a:ln w="0">
              <a:noFill/>
              <a:prstDash val="solid"/>
            </a:ln>
          </p:spPr>
        </p:sp>
        <p:sp>
          <p:nvSpPr>
            <p:cNvPr id="2841" name="03_assume_matched_2840">
              <a:extLst>
                <a:ext uri="{FF2B5EF4-FFF2-40B4-BE49-F238E27FC236}">
                  <a16:creationId xmlns:a16="http://schemas.microsoft.com/office/drawing/2014/main" id="{A10F924A-8F33-4225-938E-0FD0D03A6F29}"/>
                </a:ext>
              </a:extLst>
            </p:cNvPr>
            <p:cNvSpPr>
              <a:spLocks/>
            </p:cNvSpPr>
            <p:nvPr/>
          </p:nvSpPr>
          <p:spPr>
            <a:xfrm>
              <a:off x="1457342" y="6010168"/>
              <a:ext cx="28398" cy="28398"/>
            </a:xfrm>
            <a:prstGeom prst="ellipse">
              <a:avLst/>
            </a:prstGeom>
            <a:solidFill>
              <a:srgbClr val="7F8C97">
                <a:alpha val="48000"/>
              </a:srgbClr>
            </a:solidFill>
            <a:ln w="0">
              <a:noFill/>
              <a:prstDash val="solid"/>
            </a:ln>
          </p:spPr>
        </p:sp>
        <p:sp>
          <p:nvSpPr>
            <p:cNvPr id="2842" name="03_assume_matched_2841">
              <a:extLst>
                <a:ext uri="{FF2B5EF4-FFF2-40B4-BE49-F238E27FC236}">
                  <a16:creationId xmlns:a16="http://schemas.microsoft.com/office/drawing/2014/main" id="{49FF5CD0-603D-4CE7-98FE-1948A8A94190}"/>
                </a:ext>
              </a:extLst>
            </p:cNvPr>
            <p:cNvSpPr>
              <a:spLocks/>
            </p:cNvSpPr>
            <p:nvPr/>
          </p:nvSpPr>
          <p:spPr>
            <a:xfrm>
              <a:off x="1443095" y="6595037"/>
              <a:ext cx="28398" cy="28398"/>
            </a:xfrm>
            <a:prstGeom prst="ellipse">
              <a:avLst/>
            </a:prstGeom>
            <a:solidFill>
              <a:srgbClr val="7F8C97">
                <a:alpha val="48000"/>
              </a:srgbClr>
            </a:solidFill>
            <a:ln w="0">
              <a:noFill/>
              <a:prstDash val="solid"/>
            </a:ln>
          </p:spPr>
        </p:sp>
        <p:sp>
          <p:nvSpPr>
            <p:cNvPr id="2843" name="03_assume_matched_2842">
              <a:extLst>
                <a:ext uri="{FF2B5EF4-FFF2-40B4-BE49-F238E27FC236}">
                  <a16:creationId xmlns:a16="http://schemas.microsoft.com/office/drawing/2014/main" id="{8415C82A-9E66-4552-AD7D-8EBC79D9272A}"/>
                </a:ext>
              </a:extLst>
            </p:cNvPr>
            <p:cNvSpPr>
              <a:spLocks/>
            </p:cNvSpPr>
            <p:nvPr/>
          </p:nvSpPr>
          <p:spPr>
            <a:xfrm>
              <a:off x="1459501" y="6010168"/>
              <a:ext cx="28398" cy="28398"/>
            </a:xfrm>
            <a:prstGeom prst="ellipse">
              <a:avLst/>
            </a:prstGeom>
            <a:solidFill>
              <a:srgbClr val="7F8C97">
                <a:alpha val="48000"/>
              </a:srgbClr>
            </a:solidFill>
            <a:ln w="0">
              <a:noFill/>
              <a:prstDash val="solid"/>
            </a:ln>
          </p:spPr>
        </p:sp>
        <p:sp>
          <p:nvSpPr>
            <p:cNvPr id="2844" name="03_assume_matched_2843">
              <a:extLst>
                <a:ext uri="{FF2B5EF4-FFF2-40B4-BE49-F238E27FC236}">
                  <a16:creationId xmlns:a16="http://schemas.microsoft.com/office/drawing/2014/main" id="{7D3A36A8-DA05-412D-A77A-87A5BFD84D1A}"/>
                </a:ext>
              </a:extLst>
            </p:cNvPr>
            <p:cNvSpPr>
              <a:spLocks/>
            </p:cNvSpPr>
            <p:nvPr/>
          </p:nvSpPr>
          <p:spPr>
            <a:xfrm>
              <a:off x="1544695" y="6302602"/>
              <a:ext cx="28398" cy="28398"/>
            </a:xfrm>
            <a:prstGeom prst="ellipse">
              <a:avLst/>
            </a:prstGeom>
            <a:solidFill>
              <a:srgbClr val="7F8C97">
                <a:alpha val="48000"/>
              </a:srgbClr>
            </a:solidFill>
            <a:ln w="0">
              <a:noFill/>
              <a:prstDash val="solid"/>
            </a:ln>
          </p:spPr>
        </p:sp>
        <p:sp>
          <p:nvSpPr>
            <p:cNvPr id="2845" name="03_assume_matched_2844">
              <a:extLst>
                <a:ext uri="{FF2B5EF4-FFF2-40B4-BE49-F238E27FC236}">
                  <a16:creationId xmlns:a16="http://schemas.microsoft.com/office/drawing/2014/main" id="{F620C8E2-60F8-409E-94DC-E1F2CEE1CDCD}"/>
                </a:ext>
              </a:extLst>
            </p:cNvPr>
            <p:cNvSpPr>
              <a:spLocks/>
            </p:cNvSpPr>
            <p:nvPr/>
          </p:nvSpPr>
          <p:spPr>
            <a:xfrm>
              <a:off x="1499651" y="6010168"/>
              <a:ext cx="28398" cy="28398"/>
            </a:xfrm>
            <a:prstGeom prst="ellipse">
              <a:avLst/>
            </a:prstGeom>
            <a:solidFill>
              <a:srgbClr val="7F8C97">
                <a:alpha val="48000"/>
              </a:srgbClr>
            </a:solidFill>
            <a:ln w="0">
              <a:noFill/>
              <a:prstDash val="solid"/>
            </a:ln>
          </p:spPr>
        </p:sp>
        <p:sp>
          <p:nvSpPr>
            <p:cNvPr id="2846" name="03_assume_matched_2845">
              <a:extLst>
                <a:ext uri="{FF2B5EF4-FFF2-40B4-BE49-F238E27FC236}">
                  <a16:creationId xmlns:a16="http://schemas.microsoft.com/office/drawing/2014/main" id="{5EA9A955-B5A5-41E2-9BF2-E81A714F09AE}"/>
                </a:ext>
              </a:extLst>
            </p:cNvPr>
            <p:cNvSpPr>
              <a:spLocks/>
            </p:cNvSpPr>
            <p:nvPr/>
          </p:nvSpPr>
          <p:spPr>
            <a:xfrm>
              <a:off x="1509437" y="6595037"/>
              <a:ext cx="28398" cy="28398"/>
            </a:xfrm>
            <a:prstGeom prst="ellipse">
              <a:avLst/>
            </a:prstGeom>
            <a:solidFill>
              <a:srgbClr val="7F8C97">
                <a:alpha val="48000"/>
              </a:srgbClr>
            </a:solidFill>
            <a:ln w="0">
              <a:noFill/>
              <a:prstDash val="solid"/>
            </a:ln>
          </p:spPr>
        </p:sp>
        <p:sp>
          <p:nvSpPr>
            <p:cNvPr id="2847" name="03_assume_matched_2846">
              <a:extLst>
                <a:ext uri="{FF2B5EF4-FFF2-40B4-BE49-F238E27FC236}">
                  <a16:creationId xmlns:a16="http://schemas.microsoft.com/office/drawing/2014/main" id="{0258200C-28C7-4BD4-B675-090D96F19545}"/>
                </a:ext>
              </a:extLst>
            </p:cNvPr>
            <p:cNvSpPr>
              <a:spLocks/>
            </p:cNvSpPr>
            <p:nvPr/>
          </p:nvSpPr>
          <p:spPr>
            <a:xfrm>
              <a:off x="1446261" y="6530051"/>
              <a:ext cx="28398" cy="28398"/>
            </a:xfrm>
            <a:prstGeom prst="ellipse">
              <a:avLst/>
            </a:prstGeom>
            <a:solidFill>
              <a:srgbClr val="7F8C97">
                <a:alpha val="48000"/>
              </a:srgbClr>
            </a:solidFill>
            <a:ln w="0">
              <a:noFill/>
              <a:prstDash val="solid"/>
            </a:ln>
          </p:spPr>
        </p:sp>
        <p:sp>
          <p:nvSpPr>
            <p:cNvPr id="2848" name="03_assume_matched_2847">
              <a:extLst>
                <a:ext uri="{FF2B5EF4-FFF2-40B4-BE49-F238E27FC236}">
                  <a16:creationId xmlns:a16="http://schemas.microsoft.com/office/drawing/2014/main" id="{EC2C992E-EEE3-4B99-B97A-EC2C866341B4}"/>
                </a:ext>
              </a:extLst>
            </p:cNvPr>
            <p:cNvSpPr>
              <a:spLocks/>
            </p:cNvSpPr>
            <p:nvPr/>
          </p:nvSpPr>
          <p:spPr>
            <a:xfrm>
              <a:off x="1536636" y="6595037"/>
              <a:ext cx="28398" cy="28398"/>
            </a:xfrm>
            <a:prstGeom prst="ellipse">
              <a:avLst/>
            </a:prstGeom>
            <a:solidFill>
              <a:srgbClr val="7F8C97">
                <a:alpha val="48000"/>
              </a:srgbClr>
            </a:solidFill>
            <a:ln w="0">
              <a:noFill/>
              <a:prstDash val="solid"/>
            </a:ln>
          </p:spPr>
        </p:sp>
        <p:sp>
          <p:nvSpPr>
            <p:cNvPr id="2849" name="03_assume_matched_2848">
              <a:extLst>
                <a:ext uri="{FF2B5EF4-FFF2-40B4-BE49-F238E27FC236}">
                  <a16:creationId xmlns:a16="http://schemas.microsoft.com/office/drawing/2014/main" id="{882E4D89-4693-45C4-B120-15BD3C9F263A}"/>
                </a:ext>
              </a:extLst>
            </p:cNvPr>
            <p:cNvSpPr>
              <a:spLocks/>
            </p:cNvSpPr>
            <p:nvPr/>
          </p:nvSpPr>
          <p:spPr>
            <a:xfrm>
              <a:off x="1509725" y="6169677"/>
              <a:ext cx="28398" cy="28398"/>
            </a:xfrm>
            <a:prstGeom prst="ellipse">
              <a:avLst/>
            </a:prstGeom>
            <a:solidFill>
              <a:srgbClr val="7F8C97">
                <a:alpha val="48000"/>
              </a:srgbClr>
            </a:solidFill>
            <a:ln w="0">
              <a:noFill/>
              <a:prstDash val="solid"/>
            </a:ln>
          </p:spPr>
        </p:sp>
        <p:sp>
          <p:nvSpPr>
            <p:cNvPr id="2850" name="03_assume_matched_2849">
              <a:extLst>
                <a:ext uri="{FF2B5EF4-FFF2-40B4-BE49-F238E27FC236}">
                  <a16:creationId xmlns:a16="http://schemas.microsoft.com/office/drawing/2014/main" id="{23DE328F-30F8-4793-9D58-889B62160F69}"/>
                </a:ext>
              </a:extLst>
            </p:cNvPr>
            <p:cNvSpPr>
              <a:spLocks/>
            </p:cNvSpPr>
            <p:nvPr/>
          </p:nvSpPr>
          <p:spPr>
            <a:xfrm>
              <a:off x="1427553" y="6595037"/>
              <a:ext cx="28398" cy="28398"/>
            </a:xfrm>
            <a:prstGeom prst="ellipse">
              <a:avLst/>
            </a:prstGeom>
            <a:solidFill>
              <a:srgbClr val="7F8C97">
                <a:alpha val="48000"/>
              </a:srgbClr>
            </a:solidFill>
            <a:ln w="0">
              <a:noFill/>
              <a:prstDash val="solid"/>
            </a:ln>
          </p:spPr>
        </p:sp>
        <p:sp>
          <p:nvSpPr>
            <p:cNvPr id="2851" name="03_assume_matched_2850">
              <a:extLst>
                <a:ext uri="{FF2B5EF4-FFF2-40B4-BE49-F238E27FC236}">
                  <a16:creationId xmlns:a16="http://schemas.microsoft.com/office/drawing/2014/main" id="{82F75CD1-0A4F-4A36-8D4F-E8253AC5559F}"/>
                </a:ext>
              </a:extLst>
            </p:cNvPr>
            <p:cNvSpPr>
              <a:spLocks/>
            </p:cNvSpPr>
            <p:nvPr/>
          </p:nvSpPr>
          <p:spPr>
            <a:xfrm>
              <a:off x="1434892" y="6010168"/>
              <a:ext cx="28398" cy="28398"/>
            </a:xfrm>
            <a:prstGeom prst="ellipse">
              <a:avLst/>
            </a:prstGeom>
            <a:solidFill>
              <a:srgbClr val="7F8C97">
                <a:alpha val="48000"/>
              </a:srgbClr>
            </a:solidFill>
            <a:ln w="0">
              <a:noFill/>
              <a:prstDash val="solid"/>
            </a:ln>
          </p:spPr>
        </p:sp>
        <p:sp>
          <p:nvSpPr>
            <p:cNvPr id="2852" name="03_assume_matched_2851">
              <a:extLst>
                <a:ext uri="{FF2B5EF4-FFF2-40B4-BE49-F238E27FC236}">
                  <a16:creationId xmlns:a16="http://schemas.microsoft.com/office/drawing/2014/main" id="{6A8EF784-3599-4A2B-9300-50CBF86EC191}"/>
                </a:ext>
              </a:extLst>
            </p:cNvPr>
            <p:cNvSpPr>
              <a:spLocks/>
            </p:cNvSpPr>
            <p:nvPr/>
          </p:nvSpPr>
          <p:spPr>
            <a:xfrm>
              <a:off x="1446117" y="6400080"/>
              <a:ext cx="28398" cy="28398"/>
            </a:xfrm>
            <a:prstGeom prst="ellipse">
              <a:avLst/>
            </a:prstGeom>
            <a:solidFill>
              <a:srgbClr val="7F8C97">
                <a:alpha val="48000"/>
              </a:srgbClr>
            </a:solidFill>
            <a:ln w="0">
              <a:noFill/>
              <a:prstDash val="solid"/>
            </a:ln>
          </p:spPr>
        </p:sp>
        <p:sp>
          <p:nvSpPr>
            <p:cNvPr id="2853" name="03_assume_matched_2852">
              <a:extLst>
                <a:ext uri="{FF2B5EF4-FFF2-40B4-BE49-F238E27FC236}">
                  <a16:creationId xmlns:a16="http://schemas.microsoft.com/office/drawing/2014/main" id="{A2F4A7B9-941C-421A-BD8B-404BA1BFD652}"/>
                </a:ext>
              </a:extLst>
            </p:cNvPr>
            <p:cNvSpPr>
              <a:spLocks/>
            </p:cNvSpPr>
            <p:nvPr/>
          </p:nvSpPr>
          <p:spPr>
            <a:xfrm>
              <a:off x="1535485" y="6010168"/>
              <a:ext cx="28398" cy="28398"/>
            </a:xfrm>
            <a:prstGeom prst="ellipse">
              <a:avLst/>
            </a:prstGeom>
            <a:solidFill>
              <a:srgbClr val="7F8C97">
                <a:alpha val="48000"/>
              </a:srgbClr>
            </a:solidFill>
            <a:ln w="0">
              <a:noFill/>
              <a:prstDash val="solid"/>
            </a:ln>
          </p:spPr>
        </p:sp>
        <p:sp>
          <p:nvSpPr>
            <p:cNvPr id="2854" name="03_assume_matched_2853">
              <a:extLst>
                <a:ext uri="{FF2B5EF4-FFF2-40B4-BE49-F238E27FC236}">
                  <a16:creationId xmlns:a16="http://schemas.microsoft.com/office/drawing/2014/main" id="{27B2FAE6-D4B9-474D-9716-D0D9443DE2E0}"/>
                </a:ext>
              </a:extLst>
            </p:cNvPr>
            <p:cNvSpPr>
              <a:spLocks/>
            </p:cNvSpPr>
            <p:nvPr/>
          </p:nvSpPr>
          <p:spPr>
            <a:xfrm>
              <a:off x="1448420" y="6010168"/>
              <a:ext cx="28398" cy="28398"/>
            </a:xfrm>
            <a:prstGeom prst="ellipse">
              <a:avLst/>
            </a:prstGeom>
            <a:solidFill>
              <a:srgbClr val="7F8C97">
                <a:alpha val="48000"/>
              </a:srgbClr>
            </a:solidFill>
            <a:ln w="0">
              <a:noFill/>
              <a:prstDash val="solid"/>
            </a:ln>
          </p:spPr>
        </p:sp>
        <p:sp>
          <p:nvSpPr>
            <p:cNvPr id="2855" name="03_assume_matched_2854">
              <a:extLst>
                <a:ext uri="{FF2B5EF4-FFF2-40B4-BE49-F238E27FC236}">
                  <a16:creationId xmlns:a16="http://schemas.microsoft.com/office/drawing/2014/main" id="{5CFEA79C-7ABE-4375-96E6-FDBC71E4D7E5}"/>
                </a:ext>
              </a:extLst>
            </p:cNvPr>
            <p:cNvSpPr>
              <a:spLocks/>
            </p:cNvSpPr>
            <p:nvPr/>
          </p:nvSpPr>
          <p:spPr>
            <a:xfrm>
              <a:off x="1527426" y="6400080"/>
              <a:ext cx="28398" cy="28398"/>
            </a:xfrm>
            <a:prstGeom prst="ellipse">
              <a:avLst/>
            </a:prstGeom>
            <a:solidFill>
              <a:srgbClr val="7F8C97">
                <a:alpha val="48000"/>
              </a:srgbClr>
            </a:solidFill>
            <a:ln w="0">
              <a:noFill/>
              <a:prstDash val="solid"/>
            </a:ln>
          </p:spPr>
        </p:sp>
        <p:sp>
          <p:nvSpPr>
            <p:cNvPr id="2856" name="03_assume_matched_2855">
              <a:extLst>
                <a:ext uri="{FF2B5EF4-FFF2-40B4-BE49-F238E27FC236}">
                  <a16:creationId xmlns:a16="http://schemas.microsoft.com/office/drawing/2014/main" id="{4A30568B-193C-4F1A-A0FE-3EB71EE08583}"/>
                </a:ext>
              </a:extLst>
            </p:cNvPr>
            <p:cNvSpPr>
              <a:spLocks/>
            </p:cNvSpPr>
            <p:nvPr/>
          </p:nvSpPr>
          <p:spPr>
            <a:xfrm>
              <a:off x="1528577" y="6010168"/>
              <a:ext cx="28398" cy="28398"/>
            </a:xfrm>
            <a:prstGeom prst="ellipse">
              <a:avLst/>
            </a:prstGeom>
            <a:solidFill>
              <a:srgbClr val="7F8C97">
                <a:alpha val="48000"/>
              </a:srgbClr>
            </a:solidFill>
            <a:ln w="0">
              <a:noFill/>
              <a:prstDash val="solid"/>
            </a:ln>
          </p:spPr>
        </p:sp>
        <p:sp>
          <p:nvSpPr>
            <p:cNvPr id="2857" name="03_assume_matched_2856">
              <a:extLst>
                <a:ext uri="{FF2B5EF4-FFF2-40B4-BE49-F238E27FC236}">
                  <a16:creationId xmlns:a16="http://schemas.microsoft.com/office/drawing/2014/main" id="{CA0F87FE-B7E8-4268-867B-6257EAD5C757}"/>
                </a:ext>
              </a:extLst>
            </p:cNvPr>
            <p:cNvSpPr>
              <a:spLocks/>
            </p:cNvSpPr>
            <p:nvPr/>
          </p:nvSpPr>
          <p:spPr>
            <a:xfrm>
              <a:off x="1532319" y="6595037"/>
              <a:ext cx="28398" cy="28398"/>
            </a:xfrm>
            <a:prstGeom prst="ellipse">
              <a:avLst/>
            </a:prstGeom>
            <a:solidFill>
              <a:srgbClr val="7F8C97">
                <a:alpha val="48000"/>
              </a:srgbClr>
            </a:solidFill>
            <a:ln w="0">
              <a:noFill/>
              <a:prstDash val="solid"/>
            </a:ln>
          </p:spPr>
        </p:sp>
        <p:sp>
          <p:nvSpPr>
            <p:cNvPr id="2858" name="03_assume_matched_2857">
              <a:extLst>
                <a:ext uri="{FF2B5EF4-FFF2-40B4-BE49-F238E27FC236}">
                  <a16:creationId xmlns:a16="http://schemas.microsoft.com/office/drawing/2014/main" id="{B043CBB5-4EE8-494C-BFD2-10C7BFE4A9E7}"/>
                </a:ext>
              </a:extLst>
            </p:cNvPr>
            <p:cNvSpPr>
              <a:spLocks/>
            </p:cNvSpPr>
            <p:nvPr/>
          </p:nvSpPr>
          <p:spPr>
            <a:xfrm>
              <a:off x="1449571" y="6595037"/>
              <a:ext cx="28398" cy="28398"/>
            </a:xfrm>
            <a:prstGeom prst="ellipse">
              <a:avLst/>
            </a:prstGeom>
            <a:solidFill>
              <a:srgbClr val="7F8C97">
                <a:alpha val="48000"/>
              </a:srgbClr>
            </a:solidFill>
            <a:ln w="0">
              <a:noFill/>
              <a:prstDash val="solid"/>
            </a:ln>
          </p:spPr>
        </p:sp>
        <p:sp>
          <p:nvSpPr>
            <p:cNvPr id="2859" name="03_assume_matched_2858">
              <a:extLst>
                <a:ext uri="{FF2B5EF4-FFF2-40B4-BE49-F238E27FC236}">
                  <a16:creationId xmlns:a16="http://schemas.microsoft.com/office/drawing/2014/main" id="{3E0D4BC4-09D2-470D-808C-688CCAFE57BE}"/>
                </a:ext>
              </a:extLst>
            </p:cNvPr>
            <p:cNvSpPr>
              <a:spLocks/>
            </p:cNvSpPr>
            <p:nvPr/>
          </p:nvSpPr>
          <p:spPr>
            <a:xfrm>
              <a:off x="1427841" y="6010168"/>
              <a:ext cx="28398" cy="28398"/>
            </a:xfrm>
            <a:prstGeom prst="ellipse">
              <a:avLst/>
            </a:prstGeom>
            <a:solidFill>
              <a:srgbClr val="7F8C97">
                <a:alpha val="48000"/>
              </a:srgbClr>
            </a:solidFill>
            <a:ln w="0">
              <a:noFill/>
              <a:prstDash val="solid"/>
            </a:ln>
          </p:spPr>
        </p:sp>
        <p:sp>
          <p:nvSpPr>
            <p:cNvPr id="2860" name="03_assume_matched_2859">
              <a:extLst>
                <a:ext uri="{FF2B5EF4-FFF2-40B4-BE49-F238E27FC236}">
                  <a16:creationId xmlns:a16="http://schemas.microsoft.com/office/drawing/2014/main" id="{5C662584-1F84-4865-B7FC-544C51775D92}"/>
                </a:ext>
              </a:extLst>
            </p:cNvPr>
            <p:cNvSpPr>
              <a:spLocks/>
            </p:cNvSpPr>
            <p:nvPr/>
          </p:nvSpPr>
          <p:spPr>
            <a:xfrm>
              <a:off x="1511596" y="6010168"/>
              <a:ext cx="28398" cy="28398"/>
            </a:xfrm>
            <a:prstGeom prst="ellipse">
              <a:avLst/>
            </a:prstGeom>
            <a:solidFill>
              <a:srgbClr val="7F8C97">
                <a:alpha val="48000"/>
              </a:srgbClr>
            </a:solidFill>
            <a:ln w="0">
              <a:noFill/>
              <a:prstDash val="solid"/>
            </a:ln>
          </p:spPr>
        </p:sp>
        <p:sp>
          <p:nvSpPr>
            <p:cNvPr id="2861" name="03_assume_matched_2860">
              <a:extLst>
                <a:ext uri="{FF2B5EF4-FFF2-40B4-BE49-F238E27FC236}">
                  <a16:creationId xmlns:a16="http://schemas.microsoft.com/office/drawing/2014/main" id="{D969AEFB-51DD-4663-AED0-23BFE3206E15}"/>
                </a:ext>
              </a:extLst>
            </p:cNvPr>
            <p:cNvSpPr>
              <a:spLocks/>
            </p:cNvSpPr>
            <p:nvPr/>
          </p:nvSpPr>
          <p:spPr>
            <a:xfrm>
              <a:off x="1421077" y="6010168"/>
              <a:ext cx="28398" cy="28398"/>
            </a:xfrm>
            <a:prstGeom prst="ellipse">
              <a:avLst/>
            </a:prstGeom>
            <a:solidFill>
              <a:srgbClr val="7F8C97">
                <a:alpha val="48000"/>
              </a:srgbClr>
            </a:solidFill>
            <a:ln w="0">
              <a:noFill/>
              <a:prstDash val="solid"/>
            </a:ln>
          </p:spPr>
        </p:sp>
        <p:sp>
          <p:nvSpPr>
            <p:cNvPr id="2862" name="03_assume_matched_2861">
              <a:extLst>
                <a:ext uri="{FF2B5EF4-FFF2-40B4-BE49-F238E27FC236}">
                  <a16:creationId xmlns:a16="http://schemas.microsoft.com/office/drawing/2014/main" id="{A6DAD0C5-671E-46D7-A0E3-97EFA4EDC73F}"/>
                </a:ext>
              </a:extLst>
            </p:cNvPr>
            <p:cNvSpPr>
              <a:spLocks/>
            </p:cNvSpPr>
            <p:nvPr/>
          </p:nvSpPr>
          <p:spPr>
            <a:xfrm>
              <a:off x="1515193" y="6010168"/>
              <a:ext cx="28398" cy="28398"/>
            </a:xfrm>
            <a:prstGeom prst="ellipse">
              <a:avLst/>
            </a:prstGeom>
            <a:solidFill>
              <a:srgbClr val="7F8C97">
                <a:alpha val="48000"/>
              </a:srgbClr>
            </a:solidFill>
            <a:ln w="0">
              <a:noFill/>
              <a:prstDash val="solid"/>
            </a:ln>
          </p:spPr>
        </p:sp>
        <p:sp>
          <p:nvSpPr>
            <p:cNvPr id="2863" name="03_assume_matched_2862">
              <a:extLst>
                <a:ext uri="{FF2B5EF4-FFF2-40B4-BE49-F238E27FC236}">
                  <a16:creationId xmlns:a16="http://schemas.microsoft.com/office/drawing/2014/main" id="{F2F18098-A81A-4957-8B76-69C5B9318080}"/>
                </a:ext>
              </a:extLst>
            </p:cNvPr>
            <p:cNvSpPr>
              <a:spLocks/>
            </p:cNvSpPr>
            <p:nvPr/>
          </p:nvSpPr>
          <p:spPr>
            <a:xfrm>
              <a:off x="1422372" y="6595037"/>
              <a:ext cx="28398" cy="28398"/>
            </a:xfrm>
            <a:prstGeom prst="ellipse">
              <a:avLst/>
            </a:prstGeom>
            <a:solidFill>
              <a:srgbClr val="7F8C97">
                <a:alpha val="48000"/>
              </a:srgbClr>
            </a:solidFill>
            <a:ln w="0">
              <a:noFill/>
              <a:prstDash val="solid"/>
            </a:ln>
          </p:spPr>
        </p:sp>
        <p:sp>
          <p:nvSpPr>
            <p:cNvPr id="2864" name="03_assume_matched_2863">
              <a:extLst>
                <a:ext uri="{FF2B5EF4-FFF2-40B4-BE49-F238E27FC236}">
                  <a16:creationId xmlns:a16="http://schemas.microsoft.com/office/drawing/2014/main" id="{FDB519F5-52EB-4E6E-A6B3-3AF546B437C6}"/>
                </a:ext>
              </a:extLst>
            </p:cNvPr>
            <p:cNvSpPr>
              <a:spLocks/>
            </p:cNvSpPr>
            <p:nvPr/>
          </p:nvSpPr>
          <p:spPr>
            <a:xfrm>
              <a:off x="1542824" y="6010168"/>
              <a:ext cx="28398" cy="28398"/>
            </a:xfrm>
            <a:prstGeom prst="ellipse">
              <a:avLst/>
            </a:prstGeom>
            <a:solidFill>
              <a:srgbClr val="7F8C97">
                <a:alpha val="48000"/>
              </a:srgbClr>
            </a:solidFill>
            <a:ln w="0">
              <a:noFill/>
              <a:prstDash val="solid"/>
            </a:ln>
          </p:spPr>
        </p:sp>
        <p:sp>
          <p:nvSpPr>
            <p:cNvPr id="2865" name="03_assume_matched_2864">
              <a:extLst>
                <a:ext uri="{FF2B5EF4-FFF2-40B4-BE49-F238E27FC236}">
                  <a16:creationId xmlns:a16="http://schemas.microsoft.com/office/drawing/2014/main" id="{6D34F576-438D-4EED-8A01-899FFB301DA5}"/>
                </a:ext>
              </a:extLst>
            </p:cNvPr>
            <p:cNvSpPr>
              <a:spLocks/>
            </p:cNvSpPr>
            <p:nvPr/>
          </p:nvSpPr>
          <p:spPr>
            <a:xfrm>
              <a:off x="1520806" y="6010168"/>
              <a:ext cx="28398" cy="28398"/>
            </a:xfrm>
            <a:prstGeom prst="ellipse">
              <a:avLst/>
            </a:prstGeom>
            <a:solidFill>
              <a:srgbClr val="7F8C97">
                <a:alpha val="48000"/>
              </a:srgbClr>
            </a:solidFill>
            <a:ln w="0">
              <a:noFill/>
              <a:prstDash val="solid"/>
            </a:ln>
          </p:spPr>
        </p:sp>
        <p:sp>
          <p:nvSpPr>
            <p:cNvPr id="2866" name="03_assume_matched_2865">
              <a:extLst>
                <a:ext uri="{FF2B5EF4-FFF2-40B4-BE49-F238E27FC236}">
                  <a16:creationId xmlns:a16="http://schemas.microsoft.com/office/drawing/2014/main" id="{ED800349-A45D-49C5-B457-B1765BE3DF73}"/>
                </a:ext>
              </a:extLst>
            </p:cNvPr>
            <p:cNvSpPr>
              <a:spLocks/>
            </p:cNvSpPr>
            <p:nvPr/>
          </p:nvSpPr>
          <p:spPr>
            <a:xfrm>
              <a:off x="1468711" y="6010168"/>
              <a:ext cx="28398" cy="28398"/>
            </a:xfrm>
            <a:prstGeom prst="ellipse">
              <a:avLst/>
            </a:prstGeom>
            <a:solidFill>
              <a:srgbClr val="7F8C97">
                <a:alpha val="48000"/>
              </a:srgbClr>
            </a:solidFill>
            <a:ln w="0">
              <a:noFill/>
              <a:prstDash val="solid"/>
            </a:ln>
          </p:spPr>
        </p:sp>
        <p:sp>
          <p:nvSpPr>
            <p:cNvPr id="2867" name="03_assume_matched_2866">
              <a:extLst>
                <a:ext uri="{FF2B5EF4-FFF2-40B4-BE49-F238E27FC236}">
                  <a16:creationId xmlns:a16="http://schemas.microsoft.com/office/drawing/2014/main" id="{78D553DB-3CEC-40B4-B607-B9EA666B5A36}"/>
                </a:ext>
              </a:extLst>
            </p:cNvPr>
            <p:cNvSpPr>
              <a:spLocks/>
            </p:cNvSpPr>
            <p:nvPr/>
          </p:nvSpPr>
          <p:spPr>
            <a:xfrm>
              <a:off x="1444390" y="6595037"/>
              <a:ext cx="28398" cy="28398"/>
            </a:xfrm>
            <a:prstGeom prst="ellipse">
              <a:avLst/>
            </a:prstGeom>
            <a:solidFill>
              <a:srgbClr val="7F8C97">
                <a:alpha val="48000"/>
              </a:srgbClr>
            </a:solidFill>
            <a:ln w="0">
              <a:noFill/>
              <a:prstDash val="solid"/>
            </a:ln>
          </p:spPr>
        </p:sp>
        <p:sp>
          <p:nvSpPr>
            <p:cNvPr id="2868" name="03_assume_matched_2867">
              <a:extLst>
                <a:ext uri="{FF2B5EF4-FFF2-40B4-BE49-F238E27FC236}">
                  <a16:creationId xmlns:a16="http://schemas.microsoft.com/office/drawing/2014/main" id="{36AAE088-D499-4C25-9032-CEA32EAA1B94}"/>
                </a:ext>
              </a:extLst>
            </p:cNvPr>
            <p:cNvSpPr>
              <a:spLocks/>
            </p:cNvSpPr>
            <p:nvPr/>
          </p:nvSpPr>
          <p:spPr>
            <a:xfrm>
              <a:off x="1546853" y="6595037"/>
              <a:ext cx="28398" cy="28398"/>
            </a:xfrm>
            <a:prstGeom prst="ellipse">
              <a:avLst/>
            </a:prstGeom>
            <a:solidFill>
              <a:srgbClr val="7F8C97">
                <a:alpha val="48000"/>
              </a:srgbClr>
            </a:solidFill>
            <a:ln w="0">
              <a:noFill/>
              <a:prstDash val="solid"/>
            </a:ln>
          </p:spPr>
        </p:sp>
        <p:sp>
          <p:nvSpPr>
            <p:cNvPr id="2869" name="03_assume_matched_2868">
              <a:extLst>
                <a:ext uri="{FF2B5EF4-FFF2-40B4-BE49-F238E27FC236}">
                  <a16:creationId xmlns:a16="http://schemas.microsoft.com/office/drawing/2014/main" id="{6C32B2EE-91E4-407F-97F5-0009B7CB4C6A}"/>
                </a:ext>
              </a:extLst>
            </p:cNvPr>
            <p:cNvSpPr>
              <a:spLocks/>
            </p:cNvSpPr>
            <p:nvPr/>
          </p:nvSpPr>
          <p:spPr>
            <a:xfrm>
              <a:off x="1494614" y="6595037"/>
              <a:ext cx="28398" cy="28398"/>
            </a:xfrm>
            <a:prstGeom prst="ellipse">
              <a:avLst/>
            </a:prstGeom>
            <a:solidFill>
              <a:srgbClr val="7F8C97">
                <a:alpha val="48000"/>
              </a:srgbClr>
            </a:solidFill>
            <a:ln w="0">
              <a:noFill/>
              <a:prstDash val="solid"/>
            </a:ln>
          </p:spPr>
        </p:sp>
        <p:sp>
          <p:nvSpPr>
            <p:cNvPr id="2870" name="03_assume_matched_2869">
              <a:extLst>
                <a:ext uri="{FF2B5EF4-FFF2-40B4-BE49-F238E27FC236}">
                  <a16:creationId xmlns:a16="http://schemas.microsoft.com/office/drawing/2014/main" id="{45247BAD-320D-4904-99E4-863C10CA834C}"/>
                </a:ext>
              </a:extLst>
            </p:cNvPr>
            <p:cNvSpPr>
              <a:spLocks/>
            </p:cNvSpPr>
            <p:nvPr/>
          </p:nvSpPr>
          <p:spPr>
            <a:xfrm>
              <a:off x="1527426" y="6595037"/>
              <a:ext cx="28398" cy="28398"/>
            </a:xfrm>
            <a:prstGeom prst="ellipse">
              <a:avLst/>
            </a:prstGeom>
            <a:solidFill>
              <a:srgbClr val="7F8C97">
                <a:alpha val="48000"/>
              </a:srgbClr>
            </a:solidFill>
            <a:ln w="0">
              <a:noFill/>
              <a:prstDash val="solid"/>
            </a:ln>
          </p:spPr>
        </p:sp>
        <p:sp>
          <p:nvSpPr>
            <p:cNvPr id="2871" name="03_assume_matched_2870">
              <a:extLst>
                <a:ext uri="{FF2B5EF4-FFF2-40B4-BE49-F238E27FC236}">
                  <a16:creationId xmlns:a16="http://schemas.microsoft.com/office/drawing/2014/main" id="{EE94B513-22F5-4F50-89BB-DB2B77CAC982}"/>
                </a:ext>
              </a:extLst>
            </p:cNvPr>
            <p:cNvSpPr>
              <a:spLocks/>
            </p:cNvSpPr>
            <p:nvPr/>
          </p:nvSpPr>
          <p:spPr>
            <a:xfrm>
              <a:off x="1426546" y="6478063"/>
              <a:ext cx="28398" cy="28398"/>
            </a:xfrm>
            <a:prstGeom prst="ellipse">
              <a:avLst/>
            </a:prstGeom>
            <a:solidFill>
              <a:srgbClr val="7F8C97">
                <a:alpha val="48000"/>
              </a:srgbClr>
            </a:solidFill>
            <a:ln w="0">
              <a:noFill/>
              <a:prstDash val="solid"/>
            </a:ln>
          </p:spPr>
        </p:sp>
        <p:sp>
          <p:nvSpPr>
            <p:cNvPr id="2872" name="03_assume_matched_2871">
              <a:extLst>
                <a:ext uri="{FF2B5EF4-FFF2-40B4-BE49-F238E27FC236}">
                  <a16:creationId xmlns:a16="http://schemas.microsoft.com/office/drawing/2014/main" id="{27EE379D-F179-4E8B-A93D-375BDF3E1995}"/>
                </a:ext>
              </a:extLst>
            </p:cNvPr>
            <p:cNvSpPr>
              <a:spLocks/>
            </p:cNvSpPr>
            <p:nvPr/>
          </p:nvSpPr>
          <p:spPr>
            <a:xfrm>
              <a:off x="1518503" y="6595037"/>
              <a:ext cx="28398" cy="28398"/>
            </a:xfrm>
            <a:prstGeom prst="ellipse">
              <a:avLst/>
            </a:prstGeom>
            <a:solidFill>
              <a:srgbClr val="7F8C97">
                <a:alpha val="48000"/>
              </a:srgbClr>
            </a:solidFill>
            <a:ln w="0">
              <a:noFill/>
              <a:prstDash val="solid"/>
            </a:ln>
          </p:spPr>
        </p:sp>
        <p:sp>
          <p:nvSpPr>
            <p:cNvPr id="2873" name="03_assume_matched_2872">
              <a:extLst>
                <a:ext uri="{FF2B5EF4-FFF2-40B4-BE49-F238E27FC236}">
                  <a16:creationId xmlns:a16="http://schemas.microsoft.com/office/drawing/2014/main" id="{B68EF344-29D0-4D61-829D-21D7D45068C2}"/>
                </a:ext>
              </a:extLst>
            </p:cNvPr>
            <p:cNvSpPr>
              <a:spLocks/>
            </p:cNvSpPr>
            <p:nvPr/>
          </p:nvSpPr>
          <p:spPr>
            <a:xfrm>
              <a:off x="1497637" y="6205124"/>
              <a:ext cx="28398" cy="28398"/>
            </a:xfrm>
            <a:prstGeom prst="ellipse">
              <a:avLst/>
            </a:prstGeom>
            <a:solidFill>
              <a:srgbClr val="7F8C97">
                <a:alpha val="48000"/>
              </a:srgbClr>
            </a:solidFill>
            <a:ln w="0">
              <a:noFill/>
              <a:prstDash val="solid"/>
            </a:ln>
          </p:spPr>
        </p:sp>
        <p:sp>
          <p:nvSpPr>
            <p:cNvPr id="2874" name="03_assume_matched_2873">
              <a:extLst>
                <a:ext uri="{FF2B5EF4-FFF2-40B4-BE49-F238E27FC236}">
                  <a16:creationId xmlns:a16="http://schemas.microsoft.com/office/drawing/2014/main" id="{BF3DEDE2-19AF-43B9-BBF6-FCDA7915A338}"/>
                </a:ext>
              </a:extLst>
            </p:cNvPr>
            <p:cNvSpPr>
              <a:spLocks/>
            </p:cNvSpPr>
            <p:nvPr/>
          </p:nvSpPr>
          <p:spPr>
            <a:xfrm>
              <a:off x="1406254" y="6010168"/>
              <a:ext cx="28398" cy="28398"/>
            </a:xfrm>
            <a:prstGeom prst="ellipse">
              <a:avLst/>
            </a:prstGeom>
            <a:solidFill>
              <a:srgbClr val="7F8C97">
                <a:alpha val="48000"/>
              </a:srgbClr>
            </a:solidFill>
            <a:ln w="0">
              <a:noFill/>
              <a:prstDash val="solid"/>
            </a:ln>
          </p:spPr>
        </p:sp>
        <p:sp>
          <p:nvSpPr>
            <p:cNvPr id="2875" name="03_assume_matched_2874">
              <a:extLst>
                <a:ext uri="{FF2B5EF4-FFF2-40B4-BE49-F238E27FC236}">
                  <a16:creationId xmlns:a16="http://schemas.microsoft.com/office/drawing/2014/main" id="{B49F75BA-4756-4858-8163-32888E12F6E8}"/>
                </a:ext>
              </a:extLst>
            </p:cNvPr>
            <p:cNvSpPr>
              <a:spLocks/>
            </p:cNvSpPr>
            <p:nvPr/>
          </p:nvSpPr>
          <p:spPr>
            <a:xfrm>
              <a:off x="1465545" y="6595037"/>
              <a:ext cx="28398" cy="28398"/>
            </a:xfrm>
            <a:prstGeom prst="ellipse">
              <a:avLst/>
            </a:prstGeom>
            <a:solidFill>
              <a:srgbClr val="7F8C97">
                <a:alpha val="48000"/>
              </a:srgbClr>
            </a:solidFill>
            <a:ln w="0">
              <a:noFill/>
              <a:prstDash val="solid"/>
            </a:ln>
          </p:spPr>
        </p:sp>
        <p:sp>
          <p:nvSpPr>
            <p:cNvPr id="2876" name="03_assume_matched_2875">
              <a:extLst>
                <a:ext uri="{FF2B5EF4-FFF2-40B4-BE49-F238E27FC236}">
                  <a16:creationId xmlns:a16="http://schemas.microsoft.com/office/drawing/2014/main" id="{4232D95A-FD19-40D2-8D46-2F136E804C6F}"/>
                </a:ext>
              </a:extLst>
            </p:cNvPr>
            <p:cNvSpPr>
              <a:spLocks/>
            </p:cNvSpPr>
            <p:nvPr/>
          </p:nvSpPr>
          <p:spPr>
            <a:xfrm>
              <a:off x="1447700" y="6595037"/>
              <a:ext cx="28398" cy="28398"/>
            </a:xfrm>
            <a:prstGeom prst="ellipse">
              <a:avLst/>
            </a:prstGeom>
            <a:solidFill>
              <a:srgbClr val="7F8C97">
                <a:alpha val="48000"/>
              </a:srgbClr>
            </a:solidFill>
            <a:ln w="0">
              <a:noFill/>
              <a:prstDash val="solid"/>
            </a:ln>
          </p:spPr>
        </p:sp>
        <p:sp>
          <p:nvSpPr>
            <p:cNvPr id="2877" name="03_assume_matched_2876">
              <a:extLst>
                <a:ext uri="{FF2B5EF4-FFF2-40B4-BE49-F238E27FC236}">
                  <a16:creationId xmlns:a16="http://schemas.microsoft.com/office/drawing/2014/main" id="{E73168CC-A4E2-42D8-B122-025F6E3F9E00}"/>
                </a:ext>
              </a:extLst>
            </p:cNvPr>
            <p:cNvSpPr>
              <a:spLocks/>
            </p:cNvSpPr>
            <p:nvPr/>
          </p:nvSpPr>
          <p:spPr>
            <a:xfrm>
              <a:off x="1479936" y="6010168"/>
              <a:ext cx="28398" cy="28398"/>
            </a:xfrm>
            <a:prstGeom prst="ellipse">
              <a:avLst/>
            </a:prstGeom>
            <a:solidFill>
              <a:srgbClr val="7F8C97">
                <a:alpha val="48000"/>
              </a:srgbClr>
            </a:solidFill>
            <a:ln w="0">
              <a:noFill/>
              <a:prstDash val="solid"/>
            </a:ln>
          </p:spPr>
        </p:sp>
        <p:sp>
          <p:nvSpPr>
            <p:cNvPr id="2878" name="03_assume_matched_2877">
              <a:extLst>
                <a:ext uri="{FF2B5EF4-FFF2-40B4-BE49-F238E27FC236}">
                  <a16:creationId xmlns:a16="http://schemas.microsoft.com/office/drawing/2014/main" id="{369DFC0B-7494-4D37-84B7-AA26009864A9}"/>
                </a:ext>
              </a:extLst>
            </p:cNvPr>
            <p:cNvSpPr>
              <a:spLocks/>
            </p:cNvSpPr>
            <p:nvPr/>
          </p:nvSpPr>
          <p:spPr>
            <a:xfrm>
              <a:off x="1461803" y="6546298"/>
              <a:ext cx="28398" cy="28398"/>
            </a:xfrm>
            <a:prstGeom prst="ellipse">
              <a:avLst/>
            </a:prstGeom>
            <a:solidFill>
              <a:srgbClr val="7F8C97">
                <a:alpha val="48000"/>
              </a:srgbClr>
            </a:solidFill>
            <a:ln w="0">
              <a:noFill/>
              <a:prstDash val="solid"/>
            </a:ln>
          </p:spPr>
        </p:sp>
        <p:sp>
          <p:nvSpPr>
            <p:cNvPr id="2879" name="03_assume_matched_2878">
              <a:extLst>
                <a:ext uri="{FF2B5EF4-FFF2-40B4-BE49-F238E27FC236}">
                  <a16:creationId xmlns:a16="http://schemas.microsoft.com/office/drawing/2014/main" id="{5CD6075E-49AB-4440-9BB8-B26935802586}"/>
                </a:ext>
              </a:extLst>
            </p:cNvPr>
            <p:cNvSpPr>
              <a:spLocks/>
            </p:cNvSpPr>
            <p:nvPr/>
          </p:nvSpPr>
          <p:spPr>
            <a:xfrm>
              <a:off x="1523972" y="6448819"/>
              <a:ext cx="28398" cy="28398"/>
            </a:xfrm>
            <a:prstGeom prst="ellipse">
              <a:avLst/>
            </a:prstGeom>
            <a:solidFill>
              <a:srgbClr val="7F8C97">
                <a:alpha val="48000"/>
              </a:srgbClr>
            </a:solidFill>
            <a:ln w="0">
              <a:noFill/>
              <a:prstDash val="solid"/>
            </a:ln>
          </p:spPr>
        </p:sp>
        <p:sp>
          <p:nvSpPr>
            <p:cNvPr id="2880" name="03_assume_matched_2879">
              <a:extLst>
                <a:ext uri="{FF2B5EF4-FFF2-40B4-BE49-F238E27FC236}">
                  <a16:creationId xmlns:a16="http://schemas.microsoft.com/office/drawing/2014/main" id="{B176887E-52DF-4D9D-8331-5D7BE2D150B1}"/>
                </a:ext>
              </a:extLst>
            </p:cNvPr>
            <p:cNvSpPr>
              <a:spLocks/>
            </p:cNvSpPr>
            <p:nvPr/>
          </p:nvSpPr>
          <p:spPr>
            <a:xfrm>
              <a:off x="1422084" y="6010168"/>
              <a:ext cx="28398" cy="28398"/>
            </a:xfrm>
            <a:prstGeom prst="ellipse">
              <a:avLst/>
            </a:prstGeom>
            <a:solidFill>
              <a:srgbClr val="7F8C97">
                <a:alpha val="48000"/>
              </a:srgbClr>
            </a:solidFill>
            <a:ln w="0">
              <a:noFill/>
              <a:prstDash val="solid"/>
            </a:ln>
          </p:spPr>
        </p:sp>
        <p:sp>
          <p:nvSpPr>
            <p:cNvPr id="2881" name="03_assume_matched_2880">
              <a:extLst>
                <a:ext uri="{FF2B5EF4-FFF2-40B4-BE49-F238E27FC236}">
                  <a16:creationId xmlns:a16="http://schemas.microsoft.com/office/drawing/2014/main" id="{F8705688-5089-4179-A0EB-7C553799E931}"/>
                </a:ext>
              </a:extLst>
            </p:cNvPr>
            <p:cNvSpPr>
              <a:spLocks/>
            </p:cNvSpPr>
            <p:nvPr/>
          </p:nvSpPr>
          <p:spPr>
            <a:xfrm>
              <a:off x="1428704" y="6595037"/>
              <a:ext cx="28398" cy="28398"/>
            </a:xfrm>
            <a:prstGeom prst="ellipse">
              <a:avLst/>
            </a:prstGeom>
            <a:solidFill>
              <a:srgbClr val="7F8C97">
                <a:alpha val="48000"/>
              </a:srgbClr>
            </a:solidFill>
            <a:ln w="0">
              <a:noFill/>
              <a:prstDash val="solid"/>
            </a:ln>
          </p:spPr>
        </p:sp>
        <p:sp>
          <p:nvSpPr>
            <p:cNvPr id="2882" name="03_assume_matched_2881">
              <a:extLst>
                <a:ext uri="{FF2B5EF4-FFF2-40B4-BE49-F238E27FC236}">
                  <a16:creationId xmlns:a16="http://schemas.microsoft.com/office/drawing/2014/main" id="{5967FC44-A361-4864-B4FA-A95A6293D7AD}"/>
                </a:ext>
              </a:extLst>
            </p:cNvPr>
            <p:cNvSpPr>
              <a:spLocks/>
            </p:cNvSpPr>
            <p:nvPr/>
          </p:nvSpPr>
          <p:spPr>
            <a:xfrm>
              <a:off x="1488570" y="6156385"/>
              <a:ext cx="28398" cy="28398"/>
            </a:xfrm>
            <a:prstGeom prst="ellipse">
              <a:avLst/>
            </a:prstGeom>
            <a:solidFill>
              <a:srgbClr val="7F8C97">
                <a:alpha val="48000"/>
              </a:srgbClr>
            </a:solidFill>
            <a:ln w="0">
              <a:noFill/>
              <a:prstDash val="solid"/>
            </a:ln>
          </p:spPr>
        </p:sp>
        <p:sp>
          <p:nvSpPr>
            <p:cNvPr id="2883" name="03_assume_matched_2882">
              <a:extLst>
                <a:ext uri="{FF2B5EF4-FFF2-40B4-BE49-F238E27FC236}">
                  <a16:creationId xmlns:a16="http://schemas.microsoft.com/office/drawing/2014/main" id="{D6D8617D-CB37-412C-A68B-CE85831BC1CF}"/>
                </a:ext>
              </a:extLst>
            </p:cNvPr>
            <p:cNvSpPr>
              <a:spLocks/>
            </p:cNvSpPr>
            <p:nvPr/>
          </p:nvSpPr>
          <p:spPr>
            <a:xfrm>
              <a:off x="1487275" y="6010168"/>
              <a:ext cx="28398" cy="28398"/>
            </a:xfrm>
            <a:prstGeom prst="ellipse">
              <a:avLst/>
            </a:prstGeom>
            <a:solidFill>
              <a:srgbClr val="7F8C97">
                <a:alpha val="48000"/>
              </a:srgbClr>
            </a:solidFill>
            <a:ln w="0">
              <a:noFill/>
              <a:prstDash val="solid"/>
            </a:ln>
          </p:spPr>
        </p:sp>
        <p:sp>
          <p:nvSpPr>
            <p:cNvPr id="2884" name="03_assume_matched_2883">
              <a:extLst>
                <a:ext uri="{FF2B5EF4-FFF2-40B4-BE49-F238E27FC236}">
                  <a16:creationId xmlns:a16="http://schemas.microsoft.com/office/drawing/2014/main" id="{F10CF75F-2612-432C-942F-B5B47D39DECF}"/>
                </a:ext>
              </a:extLst>
            </p:cNvPr>
            <p:cNvSpPr>
              <a:spLocks/>
            </p:cNvSpPr>
            <p:nvPr/>
          </p:nvSpPr>
          <p:spPr>
            <a:xfrm>
              <a:off x="1534046" y="6010168"/>
              <a:ext cx="28398" cy="28398"/>
            </a:xfrm>
            <a:prstGeom prst="ellipse">
              <a:avLst/>
            </a:prstGeom>
            <a:solidFill>
              <a:srgbClr val="7F8C97">
                <a:alpha val="48000"/>
              </a:srgbClr>
            </a:solidFill>
            <a:ln w="0">
              <a:noFill/>
              <a:prstDash val="solid"/>
            </a:ln>
          </p:spPr>
        </p:sp>
        <p:sp>
          <p:nvSpPr>
            <p:cNvPr id="2885" name="03_assume_matched_2884">
              <a:extLst>
                <a:ext uri="{FF2B5EF4-FFF2-40B4-BE49-F238E27FC236}">
                  <a16:creationId xmlns:a16="http://schemas.microsoft.com/office/drawing/2014/main" id="{323BD956-2CA8-45A3-AFA5-5077777AA5A1}"/>
                </a:ext>
              </a:extLst>
            </p:cNvPr>
            <p:cNvSpPr>
              <a:spLocks/>
            </p:cNvSpPr>
            <p:nvPr/>
          </p:nvSpPr>
          <p:spPr>
            <a:xfrm>
              <a:off x="1512315" y="6156385"/>
              <a:ext cx="28398" cy="28398"/>
            </a:xfrm>
            <a:prstGeom prst="ellipse">
              <a:avLst/>
            </a:prstGeom>
            <a:solidFill>
              <a:srgbClr val="7F8C97">
                <a:alpha val="48000"/>
              </a:srgbClr>
            </a:solidFill>
            <a:ln w="0">
              <a:noFill/>
              <a:prstDash val="solid"/>
            </a:ln>
          </p:spPr>
        </p:sp>
        <p:sp>
          <p:nvSpPr>
            <p:cNvPr id="2886" name="03_assume_matched_2885">
              <a:extLst>
                <a:ext uri="{FF2B5EF4-FFF2-40B4-BE49-F238E27FC236}">
                  <a16:creationId xmlns:a16="http://schemas.microsoft.com/office/drawing/2014/main" id="{C521EC6E-4540-4998-8DA4-27423C678FAF}"/>
                </a:ext>
              </a:extLst>
            </p:cNvPr>
            <p:cNvSpPr>
              <a:spLocks/>
            </p:cNvSpPr>
            <p:nvPr/>
          </p:nvSpPr>
          <p:spPr>
            <a:xfrm>
              <a:off x="1444390" y="6595037"/>
              <a:ext cx="28398" cy="28398"/>
            </a:xfrm>
            <a:prstGeom prst="ellipse">
              <a:avLst/>
            </a:prstGeom>
            <a:solidFill>
              <a:srgbClr val="7F8C97">
                <a:alpha val="48000"/>
              </a:srgbClr>
            </a:solidFill>
            <a:ln w="0">
              <a:noFill/>
              <a:prstDash val="solid"/>
            </a:ln>
          </p:spPr>
        </p:sp>
        <p:sp>
          <p:nvSpPr>
            <p:cNvPr id="2887" name="03_assume_matched_2886">
              <a:extLst>
                <a:ext uri="{FF2B5EF4-FFF2-40B4-BE49-F238E27FC236}">
                  <a16:creationId xmlns:a16="http://schemas.microsoft.com/office/drawing/2014/main" id="{979CE8C8-AB3A-4045-8A76-CBF8293C31F3}"/>
                </a:ext>
              </a:extLst>
            </p:cNvPr>
            <p:cNvSpPr>
              <a:spLocks/>
            </p:cNvSpPr>
            <p:nvPr/>
          </p:nvSpPr>
          <p:spPr>
            <a:xfrm>
              <a:off x="1515193" y="6595037"/>
              <a:ext cx="28398" cy="28398"/>
            </a:xfrm>
            <a:prstGeom prst="ellipse">
              <a:avLst/>
            </a:prstGeom>
            <a:solidFill>
              <a:srgbClr val="7F8C97">
                <a:alpha val="48000"/>
              </a:srgbClr>
            </a:solidFill>
            <a:ln w="0">
              <a:noFill/>
              <a:prstDash val="solid"/>
            </a:ln>
          </p:spPr>
        </p:sp>
        <p:sp>
          <p:nvSpPr>
            <p:cNvPr id="2888" name="03_assume_matched_2887">
              <a:extLst>
                <a:ext uri="{FF2B5EF4-FFF2-40B4-BE49-F238E27FC236}">
                  <a16:creationId xmlns:a16="http://schemas.microsoft.com/office/drawing/2014/main" id="{2834B4C7-D82A-4D6C-B7A2-F0F206F08F1B}"/>
                </a:ext>
              </a:extLst>
            </p:cNvPr>
            <p:cNvSpPr>
              <a:spLocks/>
            </p:cNvSpPr>
            <p:nvPr/>
          </p:nvSpPr>
          <p:spPr>
            <a:xfrm>
              <a:off x="1503537" y="6595037"/>
              <a:ext cx="28398" cy="28398"/>
            </a:xfrm>
            <a:prstGeom prst="ellipse">
              <a:avLst/>
            </a:prstGeom>
            <a:solidFill>
              <a:srgbClr val="7F8C97">
                <a:alpha val="48000"/>
              </a:srgbClr>
            </a:solidFill>
            <a:ln w="0">
              <a:noFill/>
              <a:prstDash val="solid"/>
            </a:ln>
          </p:spPr>
        </p:sp>
        <p:sp>
          <p:nvSpPr>
            <p:cNvPr id="2889" name="03_assume_matched_2888">
              <a:extLst>
                <a:ext uri="{FF2B5EF4-FFF2-40B4-BE49-F238E27FC236}">
                  <a16:creationId xmlns:a16="http://schemas.microsoft.com/office/drawing/2014/main" id="{F10728EA-AE2A-484B-931B-DF6685C3CC4E}"/>
                </a:ext>
              </a:extLst>
            </p:cNvPr>
            <p:cNvSpPr>
              <a:spLocks/>
            </p:cNvSpPr>
            <p:nvPr/>
          </p:nvSpPr>
          <p:spPr>
            <a:xfrm>
              <a:off x="1509725" y="6595037"/>
              <a:ext cx="28398" cy="28398"/>
            </a:xfrm>
            <a:prstGeom prst="ellipse">
              <a:avLst/>
            </a:prstGeom>
            <a:solidFill>
              <a:srgbClr val="7F8C97">
                <a:alpha val="48000"/>
              </a:srgbClr>
            </a:solidFill>
            <a:ln w="0">
              <a:noFill/>
              <a:prstDash val="solid"/>
            </a:ln>
          </p:spPr>
        </p:sp>
        <p:sp>
          <p:nvSpPr>
            <p:cNvPr id="2890" name="03_assume_matched_2889">
              <a:extLst>
                <a:ext uri="{FF2B5EF4-FFF2-40B4-BE49-F238E27FC236}">
                  <a16:creationId xmlns:a16="http://schemas.microsoft.com/office/drawing/2014/main" id="{750917E2-ADEF-4ECC-B4D1-81E39FC09C00}"/>
                </a:ext>
              </a:extLst>
            </p:cNvPr>
            <p:cNvSpPr>
              <a:spLocks/>
            </p:cNvSpPr>
            <p:nvPr/>
          </p:nvSpPr>
          <p:spPr>
            <a:xfrm>
              <a:off x="1523108" y="6595037"/>
              <a:ext cx="28398" cy="28398"/>
            </a:xfrm>
            <a:prstGeom prst="ellipse">
              <a:avLst/>
            </a:prstGeom>
            <a:solidFill>
              <a:srgbClr val="7F8C97">
                <a:alpha val="48000"/>
              </a:srgbClr>
            </a:solidFill>
            <a:ln w="0">
              <a:noFill/>
              <a:prstDash val="solid"/>
            </a:ln>
          </p:spPr>
        </p:sp>
        <p:sp>
          <p:nvSpPr>
            <p:cNvPr id="2891" name="03_assume_matched_2890">
              <a:extLst>
                <a:ext uri="{FF2B5EF4-FFF2-40B4-BE49-F238E27FC236}">
                  <a16:creationId xmlns:a16="http://schemas.microsoft.com/office/drawing/2014/main" id="{E06C8070-4B4D-47AC-934A-B0F0FEB9F785}"/>
                </a:ext>
              </a:extLst>
            </p:cNvPr>
            <p:cNvSpPr>
              <a:spLocks/>
            </p:cNvSpPr>
            <p:nvPr/>
          </p:nvSpPr>
          <p:spPr>
            <a:xfrm>
              <a:off x="1431726" y="6010168"/>
              <a:ext cx="28398" cy="28398"/>
            </a:xfrm>
            <a:prstGeom prst="ellipse">
              <a:avLst/>
            </a:prstGeom>
            <a:solidFill>
              <a:srgbClr val="7F8C97">
                <a:alpha val="48000"/>
              </a:srgbClr>
            </a:solidFill>
            <a:ln w="0">
              <a:noFill/>
              <a:prstDash val="solid"/>
            </a:ln>
          </p:spPr>
        </p:sp>
        <p:sp>
          <p:nvSpPr>
            <p:cNvPr id="2892" name="03_assume_matched_2891">
              <a:extLst>
                <a:ext uri="{FF2B5EF4-FFF2-40B4-BE49-F238E27FC236}">
                  <a16:creationId xmlns:a16="http://schemas.microsoft.com/office/drawing/2014/main" id="{493FCA1E-EBCD-41C8-ABA3-F23593C37A6A}"/>
                </a:ext>
              </a:extLst>
            </p:cNvPr>
            <p:cNvSpPr>
              <a:spLocks/>
            </p:cNvSpPr>
            <p:nvPr/>
          </p:nvSpPr>
          <p:spPr>
            <a:xfrm>
              <a:off x="1420933" y="6010168"/>
              <a:ext cx="28398" cy="28398"/>
            </a:xfrm>
            <a:prstGeom prst="ellipse">
              <a:avLst/>
            </a:prstGeom>
            <a:solidFill>
              <a:srgbClr val="7F8C97">
                <a:alpha val="48000"/>
              </a:srgbClr>
            </a:solidFill>
            <a:ln w="0">
              <a:noFill/>
              <a:prstDash val="solid"/>
            </a:ln>
          </p:spPr>
        </p:sp>
        <p:sp>
          <p:nvSpPr>
            <p:cNvPr id="2893" name="03_assume_matched_2892">
              <a:extLst>
                <a:ext uri="{FF2B5EF4-FFF2-40B4-BE49-F238E27FC236}">
                  <a16:creationId xmlns:a16="http://schemas.microsoft.com/office/drawing/2014/main" id="{8B488BB2-D340-45DA-AB0B-97D2021A680C}"/>
                </a:ext>
              </a:extLst>
            </p:cNvPr>
            <p:cNvSpPr>
              <a:spLocks/>
            </p:cNvSpPr>
            <p:nvPr/>
          </p:nvSpPr>
          <p:spPr>
            <a:xfrm>
              <a:off x="1503825" y="6156385"/>
              <a:ext cx="28398" cy="28398"/>
            </a:xfrm>
            <a:prstGeom prst="ellipse">
              <a:avLst/>
            </a:prstGeom>
            <a:solidFill>
              <a:srgbClr val="7F8C97">
                <a:alpha val="48000"/>
              </a:srgbClr>
            </a:solidFill>
            <a:ln w="0">
              <a:noFill/>
              <a:prstDash val="solid"/>
            </a:ln>
          </p:spPr>
        </p:sp>
        <p:sp>
          <p:nvSpPr>
            <p:cNvPr id="2894" name="03_assume_matched_2893">
              <a:extLst>
                <a:ext uri="{FF2B5EF4-FFF2-40B4-BE49-F238E27FC236}">
                  <a16:creationId xmlns:a16="http://schemas.microsoft.com/office/drawing/2014/main" id="{95DC769B-ADD2-4040-A87A-AF4EC601F10F}"/>
                </a:ext>
              </a:extLst>
            </p:cNvPr>
            <p:cNvSpPr>
              <a:spLocks/>
            </p:cNvSpPr>
            <p:nvPr/>
          </p:nvSpPr>
          <p:spPr>
            <a:xfrm>
              <a:off x="1540953" y="6135497"/>
              <a:ext cx="28398" cy="28398"/>
            </a:xfrm>
            <a:prstGeom prst="ellipse">
              <a:avLst/>
            </a:prstGeom>
            <a:solidFill>
              <a:srgbClr val="7F8C97">
                <a:alpha val="48000"/>
              </a:srgbClr>
            </a:solidFill>
            <a:ln w="0">
              <a:noFill/>
              <a:prstDash val="solid"/>
            </a:ln>
          </p:spPr>
        </p:sp>
        <p:sp>
          <p:nvSpPr>
            <p:cNvPr id="2895" name="03_assume_matched_2894">
              <a:extLst>
                <a:ext uri="{FF2B5EF4-FFF2-40B4-BE49-F238E27FC236}">
                  <a16:creationId xmlns:a16="http://schemas.microsoft.com/office/drawing/2014/main" id="{860B1204-69FE-41E0-9A69-984F3499B0F3}"/>
                </a:ext>
              </a:extLst>
            </p:cNvPr>
            <p:cNvSpPr>
              <a:spLocks/>
            </p:cNvSpPr>
            <p:nvPr/>
          </p:nvSpPr>
          <p:spPr>
            <a:xfrm>
              <a:off x="1547141" y="6010168"/>
              <a:ext cx="28398" cy="28398"/>
            </a:xfrm>
            <a:prstGeom prst="ellipse">
              <a:avLst/>
            </a:prstGeom>
            <a:solidFill>
              <a:srgbClr val="7F8C97">
                <a:alpha val="48000"/>
              </a:srgbClr>
            </a:solidFill>
            <a:ln w="0">
              <a:noFill/>
              <a:prstDash val="solid"/>
            </a:ln>
          </p:spPr>
        </p:sp>
        <p:sp>
          <p:nvSpPr>
            <p:cNvPr id="2896" name="03_assume_matched_2895">
              <a:extLst>
                <a:ext uri="{FF2B5EF4-FFF2-40B4-BE49-F238E27FC236}">
                  <a16:creationId xmlns:a16="http://schemas.microsoft.com/office/drawing/2014/main" id="{40BC671E-8840-4F09-8B49-2FA9D248F5D9}"/>
                </a:ext>
              </a:extLst>
            </p:cNvPr>
            <p:cNvSpPr>
              <a:spLocks/>
            </p:cNvSpPr>
            <p:nvPr/>
          </p:nvSpPr>
          <p:spPr>
            <a:xfrm>
              <a:off x="1458206" y="6302602"/>
              <a:ext cx="28398" cy="28398"/>
            </a:xfrm>
            <a:prstGeom prst="ellipse">
              <a:avLst/>
            </a:prstGeom>
            <a:solidFill>
              <a:srgbClr val="7F8C97">
                <a:alpha val="48000"/>
              </a:srgbClr>
            </a:solidFill>
            <a:ln w="0">
              <a:noFill/>
              <a:prstDash val="solid"/>
            </a:ln>
          </p:spPr>
        </p:sp>
        <p:sp>
          <p:nvSpPr>
            <p:cNvPr id="2897" name="03_assume_matched_2896">
              <a:extLst>
                <a:ext uri="{FF2B5EF4-FFF2-40B4-BE49-F238E27FC236}">
                  <a16:creationId xmlns:a16="http://schemas.microsoft.com/office/drawing/2014/main" id="{4C4FFFC0-19E9-442F-AE48-B1D95134E7D5}"/>
                </a:ext>
              </a:extLst>
            </p:cNvPr>
            <p:cNvSpPr>
              <a:spLocks/>
            </p:cNvSpPr>
            <p:nvPr/>
          </p:nvSpPr>
          <p:spPr>
            <a:xfrm>
              <a:off x="1511020" y="6400080"/>
              <a:ext cx="28398" cy="28398"/>
            </a:xfrm>
            <a:prstGeom prst="ellipse">
              <a:avLst/>
            </a:prstGeom>
            <a:solidFill>
              <a:srgbClr val="7F8C97">
                <a:alpha val="48000"/>
              </a:srgbClr>
            </a:solidFill>
            <a:ln w="0">
              <a:noFill/>
              <a:prstDash val="solid"/>
            </a:ln>
          </p:spPr>
        </p:sp>
        <p:sp>
          <p:nvSpPr>
            <p:cNvPr id="2898" name="03_assume_matched_2897">
              <a:extLst>
                <a:ext uri="{FF2B5EF4-FFF2-40B4-BE49-F238E27FC236}">
                  <a16:creationId xmlns:a16="http://schemas.microsoft.com/office/drawing/2014/main" id="{037A791E-E5FD-45BB-8875-E1F6B57176D6}"/>
                </a:ext>
              </a:extLst>
            </p:cNvPr>
            <p:cNvSpPr>
              <a:spLocks/>
            </p:cNvSpPr>
            <p:nvPr/>
          </p:nvSpPr>
          <p:spPr>
            <a:xfrm>
              <a:off x="1521957" y="6010168"/>
              <a:ext cx="28398" cy="28398"/>
            </a:xfrm>
            <a:prstGeom prst="ellipse">
              <a:avLst/>
            </a:prstGeom>
            <a:solidFill>
              <a:srgbClr val="7F8C97">
                <a:alpha val="48000"/>
              </a:srgbClr>
            </a:solidFill>
            <a:ln w="0">
              <a:noFill/>
              <a:prstDash val="solid"/>
            </a:ln>
          </p:spPr>
        </p:sp>
        <p:sp>
          <p:nvSpPr>
            <p:cNvPr id="2899" name="03_assume_matched_2898">
              <a:extLst>
                <a:ext uri="{FF2B5EF4-FFF2-40B4-BE49-F238E27FC236}">
                  <a16:creationId xmlns:a16="http://schemas.microsoft.com/office/drawing/2014/main" id="{2BFFF581-F9FC-4B95-8B49-A7F6EC42ACAF}"/>
                </a:ext>
              </a:extLst>
            </p:cNvPr>
            <p:cNvSpPr>
              <a:spLocks/>
            </p:cNvSpPr>
            <p:nvPr/>
          </p:nvSpPr>
          <p:spPr>
            <a:xfrm>
              <a:off x="1539370" y="6010168"/>
              <a:ext cx="28398" cy="28398"/>
            </a:xfrm>
            <a:prstGeom prst="ellipse">
              <a:avLst/>
            </a:prstGeom>
            <a:solidFill>
              <a:srgbClr val="7F8C97">
                <a:alpha val="48000"/>
              </a:srgbClr>
            </a:solidFill>
            <a:ln w="0">
              <a:noFill/>
              <a:prstDash val="solid"/>
            </a:ln>
          </p:spPr>
        </p:sp>
        <p:sp>
          <p:nvSpPr>
            <p:cNvPr id="2900" name="03_assume_matched_2899">
              <a:extLst>
                <a:ext uri="{FF2B5EF4-FFF2-40B4-BE49-F238E27FC236}">
                  <a16:creationId xmlns:a16="http://schemas.microsoft.com/office/drawing/2014/main" id="{DFB1E4AB-84D1-42AA-A30A-D50E7994B223}"/>
                </a:ext>
              </a:extLst>
            </p:cNvPr>
            <p:cNvSpPr>
              <a:spLocks/>
            </p:cNvSpPr>
            <p:nvPr/>
          </p:nvSpPr>
          <p:spPr>
            <a:xfrm>
              <a:off x="1524116" y="6010168"/>
              <a:ext cx="28398" cy="28398"/>
            </a:xfrm>
            <a:prstGeom prst="ellipse">
              <a:avLst/>
            </a:prstGeom>
            <a:solidFill>
              <a:srgbClr val="7F8C97">
                <a:alpha val="48000"/>
              </a:srgbClr>
            </a:solidFill>
            <a:ln w="0">
              <a:noFill/>
              <a:prstDash val="solid"/>
            </a:ln>
          </p:spPr>
        </p:sp>
        <p:sp>
          <p:nvSpPr>
            <p:cNvPr id="2901" name="03_assume_matched_2900">
              <a:extLst>
                <a:ext uri="{FF2B5EF4-FFF2-40B4-BE49-F238E27FC236}">
                  <a16:creationId xmlns:a16="http://schemas.microsoft.com/office/drawing/2014/main" id="{B71CE064-608F-486A-B83B-CD0AAE514687}"/>
                </a:ext>
              </a:extLst>
            </p:cNvPr>
            <p:cNvSpPr>
              <a:spLocks/>
            </p:cNvSpPr>
            <p:nvPr/>
          </p:nvSpPr>
          <p:spPr>
            <a:xfrm>
              <a:off x="1502386" y="6010168"/>
              <a:ext cx="28398" cy="28398"/>
            </a:xfrm>
            <a:prstGeom prst="ellipse">
              <a:avLst/>
            </a:prstGeom>
            <a:solidFill>
              <a:srgbClr val="7F8C97">
                <a:alpha val="48000"/>
              </a:srgbClr>
            </a:solidFill>
            <a:ln w="0">
              <a:noFill/>
              <a:prstDash val="solid"/>
            </a:ln>
          </p:spPr>
        </p:sp>
        <p:sp>
          <p:nvSpPr>
            <p:cNvPr id="2902" name="03_assume_matched_2901">
              <a:extLst>
                <a:ext uri="{FF2B5EF4-FFF2-40B4-BE49-F238E27FC236}">
                  <a16:creationId xmlns:a16="http://schemas.microsoft.com/office/drawing/2014/main" id="{2E92E98C-7353-48B3-9D1F-B64C5626F350}"/>
                </a:ext>
              </a:extLst>
            </p:cNvPr>
            <p:cNvSpPr>
              <a:spLocks/>
            </p:cNvSpPr>
            <p:nvPr/>
          </p:nvSpPr>
          <p:spPr>
            <a:xfrm>
              <a:off x="1414169" y="6010168"/>
              <a:ext cx="28398" cy="28398"/>
            </a:xfrm>
            <a:prstGeom prst="ellipse">
              <a:avLst/>
            </a:prstGeom>
            <a:solidFill>
              <a:srgbClr val="7F8C97">
                <a:alpha val="48000"/>
              </a:srgbClr>
            </a:solidFill>
            <a:ln w="0">
              <a:noFill/>
              <a:prstDash val="solid"/>
            </a:ln>
          </p:spPr>
        </p:sp>
        <p:sp>
          <p:nvSpPr>
            <p:cNvPr id="2903" name="03_assume_matched_2902">
              <a:extLst>
                <a:ext uri="{FF2B5EF4-FFF2-40B4-BE49-F238E27FC236}">
                  <a16:creationId xmlns:a16="http://schemas.microsoft.com/office/drawing/2014/main" id="{30E9E66E-57D1-4697-A749-AB50D5CB6D7F}"/>
                </a:ext>
              </a:extLst>
            </p:cNvPr>
            <p:cNvSpPr>
              <a:spLocks/>
            </p:cNvSpPr>
            <p:nvPr/>
          </p:nvSpPr>
          <p:spPr>
            <a:xfrm>
              <a:off x="1428129" y="6595037"/>
              <a:ext cx="28398" cy="28398"/>
            </a:xfrm>
            <a:prstGeom prst="ellipse">
              <a:avLst/>
            </a:prstGeom>
            <a:solidFill>
              <a:srgbClr val="7F8C97">
                <a:alpha val="48000"/>
              </a:srgbClr>
            </a:solidFill>
            <a:ln w="0">
              <a:noFill/>
              <a:prstDash val="solid"/>
            </a:ln>
          </p:spPr>
        </p:sp>
        <p:sp>
          <p:nvSpPr>
            <p:cNvPr id="2904" name="03_assume_matched_2903">
              <a:extLst>
                <a:ext uri="{FF2B5EF4-FFF2-40B4-BE49-F238E27FC236}">
                  <a16:creationId xmlns:a16="http://schemas.microsoft.com/office/drawing/2014/main" id="{958D76DD-389C-4118-894B-5CDCECD5AA4E}"/>
                </a:ext>
              </a:extLst>
            </p:cNvPr>
            <p:cNvSpPr>
              <a:spLocks/>
            </p:cNvSpPr>
            <p:nvPr/>
          </p:nvSpPr>
          <p:spPr>
            <a:xfrm>
              <a:off x="1489290" y="6010168"/>
              <a:ext cx="28398" cy="28398"/>
            </a:xfrm>
            <a:prstGeom prst="ellipse">
              <a:avLst/>
            </a:prstGeom>
            <a:solidFill>
              <a:srgbClr val="7F8C97">
                <a:alpha val="48000"/>
              </a:srgbClr>
            </a:solidFill>
            <a:ln w="0">
              <a:noFill/>
              <a:prstDash val="solid"/>
            </a:ln>
          </p:spPr>
        </p:sp>
        <p:sp>
          <p:nvSpPr>
            <p:cNvPr id="2905" name="03_assume_matched_2904">
              <a:extLst>
                <a:ext uri="{FF2B5EF4-FFF2-40B4-BE49-F238E27FC236}">
                  <a16:creationId xmlns:a16="http://schemas.microsoft.com/office/drawing/2014/main" id="{48671C87-A374-4644-AB95-3E5DA74B9DC1}"/>
                </a:ext>
              </a:extLst>
            </p:cNvPr>
            <p:cNvSpPr>
              <a:spLocks/>
            </p:cNvSpPr>
            <p:nvPr/>
          </p:nvSpPr>
          <p:spPr>
            <a:xfrm>
              <a:off x="1434173" y="6595037"/>
              <a:ext cx="28398" cy="28398"/>
            </a:xfrm>
            <a:prstGeom prst="ellipse">
              <a:avLst/>
            </a:prstGeom>
            <a:solidFill>
              <a:srgbClr val="7F8C97">
                <a:alpha val="48000"/>
              </a:srgbClr>
            </a:solidFill>
            <a:ln w="0">
              <a:noFill/>
              <a:prstDash val="solid"/>
            </a:ln>
          </p:spPr>
        </p:sp>
        <p:sp>
          <p:nvSpPr>
            <p:cNvPr id="2906" name="03_assume_matched_2905">
              <a:extLst>
                <a:ext uri="{FF2B5EF4-FFF2-40B4-BE49-F238E27FC236}">
                  <a16:creationId xmlns:a16="http://schemas.microsoft.com/office/drawing/2014/main" id="{3FAF6E9B-BF3F-4053-9C28-50C556D2AF5B}"/>
                </a:ext>
              </a:extLst>
            </p:cNvPr>
            <p:cNvSpPr>
              <a:spLocks/>
            </p:cNvSpPr>
            <p:nvPr/>
          </p:nvSpPr>
          <p:spPr>
            <a:xfrm>
              <a:off x="1460220" y="6010168"/>
              <a:ext cx="28398" cy="28398"/>
            </a:xfrm>
            <a:prstGeom prst="ellipse">
              <a:avLst/>
            </a:prstGeom>
            <a:solidFill>
              <a:srgbClr val="7F8C97">
                <a:alpha val="48000"/>
              </a:srgbClr>
            </a:solidFill>
            <a:ln w="0">
              <a:noFill/>
              <a:prstDash val="solid"/>
            </a:ln>
          </p:spPr>
        </p:sp>
        <p:sp>
          <p:nvSpPr>
            <p:cNvPr id="2907" name="03_assume_matched_2906">
              <a:extLst>
                <a:ext uri="{FF2B5EF4-FFF2-40B4-BE49-F238E27FC236}">
                  <a16:creationId xmlns:a16="http://schemas.microsoft.com/office/drawing/2014/main" id="{237268A5-6A2E-489B-891A-7C015A3126A5}"/>
                </a:ext>
              </a:extLst>
            </p:cNvPr>
            <p:cNvSpPr>
              <a:spLocks/>
            </p:cNvSpPr>
            <p:nvPr/>
          </p:nvSpPr>
          <p:spPr>
            <a:xfrm>
              <a:off x="1409276" y="6595037"/>
              <a:ext cx="28398" cy="28398"/>
            </a:xfrm>
            <a:prstGeom prst="ellipse">
              <a:avLst/>
            </a:prstGeom>
            <a:solidFill>
              <a:srgbClr val="7F8C97">
                <a:alpha val="48000"/>
              </a:srgbClr>
            </a:solidFill>
            <a:ln w="0">
              <a:noFill/>
              <a:prstDash val="solid"/>
            </a:ln>
          </p:spPr>
        </p:sp>
        <p:sp>
          <p:nvSpPr>
            <p:cNvPr id="2908" name="03_assume_matched_2907">
              <a:extLst>
                <a:ext uri="{FF2B5EF4-FFF2-40B4-BE49-F238E27FC236}">
                  <a16:creationId xmlns:a16="http://schemas.microsoft.com/office/drawing/2014/main" id="{29D5C8B2-02AA-4324-BE18-AFCCC7636628}"/>
                </a:ext>
              </a:extLst>
            </p:cNvPr>
            <p:cNvSpPr>
              <a:spLocks/>
            </p:cNvSpPr>
            <p:nvPr/>
          </p:nvSpPr>
          <p:spPr>
            <a:xfrm>
              <a:off x="2281956" y="6010168"/>
              <a:ext cx="28398" cy="28398"/>
            </a:xfrm>
            <a:prstGeom prst="ellipse">
              <a:avLst/>
            </a:prstGeom>
            <a:solidFill>
              <a:srgbClr val="7F8C97">
                <a:alpha val="48000"/>
              </a:srgbClr>
            </a:solidFill>
            <a:ln w="0">
              <a:noFill/>
              <a:prstDash val="solid"/>
            </a:ln>
          </p:spPr>
        </p:sp>
        <p:sp>
          <p:nvSpPr>
            <p:cNvPr id="2909" name="03_assume_matched_2908">
              <a:extLst>
                <a:ext uri="{FF2B5EF4-FFF2-40B4-BE49-F238E27FC236}">
                  <a16:creationId xmlns:a16="http://schemas.microsoft.com/office/drawing/2014/main" id="{F2603E77-1851-40F5-9CAC-8587D22473F2}"/>
                </a:ext>
              </a:extLst>
            </p:cNvPr>
            <p:cNvSpPr>
              <a:spLocks/>
            </p:cNvSpPr>
            <p:nvPr/>
          </p:nvSpPr>
          <p:spPr>
            <a:xfrm>
              <a:off x="2270443" y="6010168"/>
              <a:ext cx="28398" cy="28398"/>
            </a:xfrm>
            <a:prstGeom prst="ellipse">
              <a:avLst/>
            </a:prstGeom>
            <a:solidFill>
              <a:srgbClr val="7F8C97">
                <a:alpha val="48000"/>
              </a:srgbClr>
            </a:solidFill>
            <a:ln w="0">
              <a:noFill/>
              <a:prstDash val="solid"/>
            </a:ln>
          </p:spPr>
        </p:sp>
        <p:sp>
          <p:nvSpPr>
            <p:cNvPr id="2910" name="03_assume_matched_2909">
              <a:extLst>
                <a:ext uri="{FF2B5EF4-FFF2-40B4-BE49-F238E27FC236}">
                  <a16:creationId xmlns:a16="http://schemas.microsoft.com/office/drawing/2014/main" id="{B3A36603-09B7-40B6-84F5-CC015173E974}"/>
                </a:ext>
              </a:extLst>
            </p:cNvPr>
            <p:cNvSpPr>
              <a:spLocks/>
            </p:cNvSpPr>
            <p:nvPr/>
          </p:nvSpPr>
          <p:spPr>
            <a:xfrm>
              <a:off x="2213311" y="6010168"/>
              <a:ext cx="28398" cy="28398"/>
            </a:xfrm>
            <a:prstGeom prst="ellipse">
              <a:avLst/>
            </a:prstGeom>
            <a:solidFill>
              <a:srgbClr val="7F8C97">
                <a:alpha val="48000"/>
              </a:srgbClr>
            </a:solidFill>
            <a:ln w="0">
              <a:noFill/>
              <a:prstDash val="solid"/>
            </a:ln>
          </p:spPr>
        </p:sp>
        <p:sp>
          <p:nvSpPr>
            <p:cNvPr id="2911" name="03_assume_matched_2910">
              <a:extLst>
                <a:ext uri="{FF2B5EF4-FFF2-40B4-BE49-F238E27FC236}">
                  <a16:creationId xmlns:a16="http://schemas.microsoft.com/office/drawing/2014/main" id="{912DADB4-B470-43FC-AA96-DEFA6443177E}"/>
                </a:ext>
              </a:extLst>
            </p:cNvPr>
            <p:cNvSpPr>
              <a:spLocks/>
            </p:cNvSpPr>
            <p:nvPr/>
          </p:nvSpPr>
          <p:spPr>
            <a:xfrm>
              <a:off x="2292173" y="6010168"/>
              <a:ext cx="28398" cy="28398"/>
            </a:xfrm>
            <a:prstGeom prst="ellipse">
              <a:avLst/>
            </a:prstGeom>
            <a:solidFill>
              <a:srgbClr val="7F8C97">
                <a:alpha val="48000"/>
              </a:srgbClr>
            </a:solidFill>
            <a:ln w="0">
              <a:noFill/>
              <a:prstDash val="solid"/>
            </a:ln>
          </p:spPr>
        </p:sp>
        <p:sp>
          <p:nvSpPr>
            <p:cNvPr id="2912" name="03_assume_matched_2911">
              <a:extLst>
                <a:ext uri="{FF2B5EF4-FFF2-40B4-BE49-F238E27FC236}">
                  <a16:creationId xmlns:a16="http://schemas.microsoft.com/office/drawing/2014/main" id="{DD649EDA-B0DD-481D-8ACA-48A20AFCAEBF}"/>
                </a:ext>
              </a:extLst>
            </p:cNvPr>
            <p:cNvSpPr>
              <a:spLocks/>
            </p:cNvSpPr>
            <p:nvPr/>
          </p:nvSpPr>
          <p:spPr>
            <a:xfrm>
              <a:off x="2259938" y="6010168"/>
              <a:ext cx="28398" cy="28398"/>
            </a:xfrm>
            <a:prstGeom prst="ellipse">
              <a:avLst/>
            </a:prstGeom>
            <a:solidFill>
              <a:srgbClr val="7F8C97">
                <a:alpha val="48000"/>
              </a:srgbClr>
            </a:solidFill>
            <a:ln w="0">
              <a:noFill/>
              <a:prstDash val="solid"/>
            </a:ln>
          </p:spPr>
        </p:sp>
        <p:sp>
          <p:nvSpPr>
            <p:cNvPr id="2913" name="03_assume_matched_2912">
              <a:extLst>
                <a:ext uri="{FF2B5EF4-FFF2-40B4-BE49-F238E27FC236}">
                  <a16:creationId xmlns:a16="http://schemas.microsoft.com/office/drawing/2014/main" id="{56C038DE-93BF-4789-80D4-13334ED81D41}"/>
                </a:ext>
              </a:extLst>
            </p:cNvPr>
            <p:cNvSpPr>
              <a:spLocks/>
            </p:cNvSpPr>
            <p:nvPr/>
          </p:nvSpPr>
          <p:spPr>
            <a:xfrm>
              <a:off x="2164670" y="6010168"/>
              <a:ext cx="28398" cy="28398"/>
            </a:xfrm>
            <a:prstGeom prst="ellipse">
              <a:avLst/>
            </a:prstGeom>
            <a:solidFill>
              <a:srgbClr val="7F8C97">
                <a:alpha val="48000"/>
              </a:srgbClr>
            </a:solidFill>
            <a:ln w="0">
              <a:noFill/>
              <a:prstDash val="solid"/>
            </a:ln>
          </p:spPr>
        </p:sp>
        <p:sp>
          <p:nvSpPr>
            <p:cNvPr id="2914" name="03_assume_matched_2913">
              <a:extLst>
                <a:ext uri="{FF2B5EF4-FFF2-40B4-BE49-F238E27FC236}">
                  <a16:creationId xmlns:a16="http://schemas.microsoft.com/office/drawing/2014/main" id="{7E903A76-F5F4-4962-A151-9CF86A1BD689}"/>
                </a:ext>
              </a:extLst>
            </p:cNvPr>
            <p:cNvSpPr>
              <a:spLocks/>
            </p:cNvSpPr>
            <p:nvPr/>
          </p:nvSpPr>
          <p:spPr>
            <a:xfrm>
              <a:off x="2195322" y="6302602"/>
              <a:ext cx="28398" cy="28398"/>
            </a:xfrm>
            <a:prstGeom prst="ellipse">
              <a:avLst/>
            </a:prstGeom>
            <a:solidFill>
              <a:srgbClr val="7F8C97">
                <a:alpha val="48000"/>
              </a:srgbClr>
            </a:solidFill>
            <a:ln w="0">
              <a:noFill/>
              <a:prstDash val="solid"/>
            </a:ln>
          </p:spPr>
        </p:sp>
        <p:sp>
          <p:nvSpPr>
            <p:cNvPr id="2915" name="03_assume_matched_2914">
              <a:extLst>
                <a:ext uri="{FF2B5EF4-FFF2-40B4-BE49-F238E27FC236}">
                  <a16:creationId xmlns:a16="http://schemas.microsoft.com/office/drawing/2014/main" id="{F980B6D2-9FE8-4C26-BC61-6B15DEAED29C}"/>
                </a:ext>
              </a:extLst>
            </p:cNvPr>
            <p:cNvSpPr>
              <a:spLocks/>
            </p:cNvSpPr>
            <p:nvPr/>
          </p:nvSpPr>
          <p:spPr>
            <a:xfrm>
              <a:off x="2164382" y="6448819"/>
              <a:ext cx="28398" cy="28398"/>
            </a:xfrm>
            <a:prstGeom prst="ellipse">
              <a:avLst/>
            </a:prstGeom>
            <a:solidFill>
              <a:srgbClr val="7F8C97">
                <a:alpha val="48000"/>
              </a:srgbClr>
            </a:solidFill>
            <a:ln w="0">
              <a:noFill/>
              <a:prstDash val="solid"/>
            </a:ln>
          </p:spPr>
        </p:sp>
        <p:sp>
          <p:nvSpPr>
            <p:cNvPr id="2916" name="03_assume_matched_2915">
              <a:extLst>
                <a:ext uri="{FF2B5EF4-FFF2-40B4-BE49-F238E27FC236}">
                  <a16:creationId xmlns:a16="http://schemas.microsoft.com/office/drawing/2014/main" id="{F6A29E50-00E5-48CB-A27B-D7859315C303}"/>
                </a:ext>
              </a:extLst>
            </p:cNvPr>
            <p:cNvSpPr>
              <a:spLocks/>
            </p:cNvSpPr>
            <p:nvPr/>
          </p:nvSpPr>
          <p:spPr>
            <a:xfrm>
              <a:off x="2245691" y="6010168"/>
              <a:ext cx="28398" cy="28398"/>
            </a:xfrm>
            <a:prstGeom prst="ellipse">
              <a:avLst/>
            </a:prstGeom>
            <a:solidFill>
              <a:srgbClr val="7F8C97">
                <a:alpha val="48000"/>
              </a:srgbClr>
            </a:solidFill>
            <a:ln w="0">
              <a:noFill/>
              <a:prstDash val="solid"/>
            </a:ln>
          </p:spPr>
        </p:sp>
        <p:sp>
          <p:nvSpPr>
            <p:cNvPr id="2917" name="03_assume_matched_2916">
              <a:extLst>
                <a:ext uri="{FF2B5EF4-FFF2-40B4-BE49-F238E27FC236}">
                  <a16:creationId xmlns:a16="http://schemas.microsoft.com/office/drawing/2014/main" id="{218BD0E6-E1EC-4A87-A670-D5980B92ED70}"/>
                </a:ext>
              </a:extLst>
            </p:cNvPr>
            <p:cNvSpPr>
              <a:spLocks/>
            </p:cNvSpPr>
            <p:nvPr/>
          </p:nvSpPr>
          <p:spPr>
            <a:xfrm>
              <a:off x="2226982" y="6010168"/>
              <a:ext cx="28398" cy="28398"/>
            </a:xfrm>
            <a:prstGeom prst="ellipse">
              <a:avLst/>
            </a:prstGeom>
            <a:solidFill>
              <a:srgbClr val="7F8C97">
                <a:alpha val="48000"/>
              </a:srgbClr>
            </a:solidFill>
            <a:ln w="0">
              <a:noFill/>
              <a:prstDash val="solid"/>
            </a:ln>
          </p:spPr>
        </p:sp>
        <p:sp>
          <p:nvSpPr>
            <p:cNvPr id="2918" name="03_assume_matched_2917">
              <a:extLst>
                <a:ext uri="{FF2B5EF4-FFF2-40B4-BE49-F238E27FC236}">
                  <a16:creationId xmlns:a16="http://schemas.microsoft.com/office/drawing/2014/main" id="{B3F1CF5A-BDCD-4BA0-9CDB-4B64003A0C4C}"/>
                </a:ext>
              </a:extLst>
            </p:cNvPr>
            <p:cNvSpPr>
              <a:spLocks/>
            </p:cNvSpPr>
            <p:nvPr/>
          </p:nvSpPr>
          <p:spPr>
            <a:xfrm>
              <a:off x="2211728" y="6010168"/>
              <a:ext cx="28398" cy="28398"/>
            </a:xfrm>
            <a:prstGeom prst="ellipse">
              <a:avLst/>
            </a:prstGeom>
            <a:solidFill>
              <a:srgbClr val="7F8C97">
                <a:alpha val="48000"/>
              </a:srgbClr>
            </a:solidFill>
            <a:ln w="0">
              <a:noFill/>
              <a:prstDash val="solid"/>
            </a:ln>
          </p:spPr>
        </p:sp>
        <p:sp>
          <p:nvSpPr>
            <p:cNvPr id="2919" name="03_assume_matched_2918">
              <a:extLst>
                <a:ext uri="{FF2B5EF4-FFF2-40B4-BE49-F238E27FC236}">
                  <a16:creationId xmlns:a16="http://schemas.microsoft.com/office/drawing/2014/main" id="{680A792F-3043-4F24-BBB9-C5F04E5B1137}"/>
                </a:ext>
              </a:extLst>
            </p:cNvPr>
            <p:cNvSpPr>
              <a:spLocks/>
            </p:cNvSpPr>
            <p:nvPr/>
          </p:nvSpPr>
          <p:spPr>
            <a:xfrm>
              <a:off x="2197481" y="6595037"/>
              <a:ext cx="28398" cy="28398"/>
            </a:xfrm>
            <a:prstGeom prst="ellipse">
              <a:avLst/>
            </a:prstGeom>
            <a:solidFill>
              <a:srgbClr val="7F8C97">
                <a:alpha val="48000"/>
              </a:srgbClr>
            </a:solidFill>
            <a:ln w="0">
              <a:noFill/>
              <a:prstDash val="solid"/>
            </a:ln>
          </p:spPr>
        </p:sp>
        <p:sp>
          <p:nvSpPr>
            <p:cNvPr id="2920" name="03_assume_matched_2919">
              <a:extLst>
                <a:ext uri="{FF2B5EF4-FFF2-40B4-BE49-F238E27FC236}">
                  <a16:creationId xmlns:a16="http://schemas.microsoft.com/office/drawing/2014/main" id="{08FC695B-DBE5-43D4-842B-3B8DADC70E24}"/>
                </a:ext>
              </a:extLst>
            </p:cNvPr>
            <p:cNvSpPr>
              <a:spLocks/>
            </p:cNvSpPr>
            <p:nvPr/>
          </p:nvSpPr>
          <p:spPr>
            <a:xfrm>
              <a:off x="2213887" y="6010168"/>
              <a:ext cx="28398" cy="28398"/>
            </a:xfrm>
            <a:prstGeom prst="ellipse">
              <a:avLst/>
            </a:prstGeom>
            <a:solidFill>
              <a:srgbClr val="7F8C97">
                <a:alpha val="48000"/>
              </a:srgbClr>
            </a:solidFill>
            <a:ln w="0">
              <a:noFill/>
              <a:prstDash val="solid"/>
            </a:ln>
          </p:spPr>
        </p:sp>
        <p:sp>
          <p:nvSpPr>
            <p:cNvPr id="2921" name="03_assume_matched_2920">
              <a:extLst>
                <a:ext uri="{FF2B5EF4-FFF2-40B4-BE49-F238E27FC236}">
                  <a16:creationId xmlns:a16="http://schemas.microsoft.com/office/drawing/2014/main" id="{52B28563-42B7-4B5E-B556-705CACBCC186}"/>
                </a:ext>
              </a:extLst>
            </p:cNvPr>
            <p:cNvSpPr>
              <a:spLocks/>
            </p:cNvSpPr>
            <p:nvPr/>
          </p:nvSpPr>
          <p:spPr>
            <a:xfrm>
              <a:off x="2299081" y="6302602"/>
              <a:ext cx="28398" cy="28398"/>
            </a:xfrm>
            <a:prstGeom prst="ellipse">
              <a:avLst/>
            </a:prstGeom>
            <a:solidFill>
              <a:srgbClr val="7F8C97">
                <a:alpha val="48000"/>
              </a:srgbClr>
            </a:solidFill>
            <a:ln w="0">
              <a:noFill/>
              <a:prstDash val="solid"/>
            </a:ln>
          </p:spPr>
        </p:sp>
        <p:sp>
          <p:nvSpPr>
            <p:cNvPr id="2922" name="03_assume_matched_2921">
              <a:extLst>
                <a:ext uri="{FF2B5EF4-FFF2-40B4-BE49-F238E27FC236}">
                  <a16:creationId xmlns:a16="http://schemas.microsoft.com/office/drawing/2014/main" id="{B0A71AC3-6596-422F-8C57-2F774058E136}"/>
                </a:ext>
              </a:extLst>
            </p:cNvPr>
            <p:cNvSpPr>
              <a:spLocks/>
            </p:cNvSpPr>
            <p:nvPr/>
          </p:nvSpPr>
          <p:spPr>
            <a:xfrm>
              <a:off x="2254037" y="6010168"/>
              <a:ext cx="28398" cy="28398"/>
            </a:xfrm>
            <a:prstGeom prst="ellipse">
              <a:avLst/>
            </a:prstGeom>
            <a:solidFill>
              <a:srgbClr val="7F8C97">
                <a:alpha val="48000"/>
              </a:srgbClr>
            </a:solidFill>
            <a:ln w="0">
              <a:noFill/>
              <a:prstDash val="solid"/>
            </a:ln>
          </p:spPr>
        </p:sp>
        <p:sp>
          <p:nvSpPr>
            <p:cNvPr id="2923" name="03_assume_matched_2922">
              <a:extLst>
                <a:ext uri="{FF2B5EF4-FFF2-40B4-BE49-F238E27FC236}">
                  <a16:creationId xmlns:a16="http://schemas.microsoft.com/office/drawing/2014/main" id="{F0A7723A-6728-4E85-9EF4-5E2EE795510B}"/>
                </a:ext>
              </a:extLst>
            </p:cNvPr>
            <p:cNvSpPr>
              <a:spLocks/>
            </p:cNvSpPr>
            <p:nvPr/>
          </p:nvSpPr>
          <p:spPr>
            <a:xfrm>
              <a:off x="2263823" y="6595037"/>
              <a:ext cx="28398" cy="28398"/>
            </a:xfrm>
            <a:prstGeom prst="ellipse">
              <a:avLst/>
            </a:prstGeom>
            <a:solidFill>
              <a:srgbClr val="7F8C97">
                <a:alpha val="48000"/>
              </a:srgbClr>
            </a:solidFill>
            <a:ln w="0">
              <a:noFill/>
              <a:prstDash val="solid"/>
            </a:ln>
          </p:spPr>
        </p:sp>
        <p:sp>
          <p:nvSpPr>
            <p:cNvPr id="2924" name="03_assume_matched_2923">
              <a:extLst>
                <a:ext uri="{FF2B5EF4-FFF2-40B4-BE49-F238E27FC236}">
                  <a16:creationId xmlns:a16="http://schemas.microsoft.com/office/drawing/2014/main" id="{F579B18C-48A5-4626-B7B8-DA852D96C2EB}"/>
                </a:ext>
              </a:extLst>
            </p:cNvPr>
            <p:cNvSpPr>
              <a:spLocks/>
            </p:cNvSpPr>
            <p:nvPr/>
          </p:nvSpPr>
          <p:spPr>
            <a:xfrm>
              <a:off x="2200647" y="6530051"/>
              <a:ext cx="28398" cy="28398"/>
            </a:xfrm>
            <a:prstGeom prst="ellipse">
              <a:avLst/>
            </a:prstGeom>
            <a:solidFill>
              <a:srgbClr val="7F8C97">
                <a:alpha val="48000"/>
              </a:srgbClr>
            </a:solidFill>
            <a:ln w="0">
              <a:noFill/>
              <a:prstDash val="solid"/>
            </a:ln>
          </p:spPr>
        </p:sp>
        <p:sp>
          <p:nvSpPr>
            <p:cNvPr id="2925" name="03_assume_matched_2924">
              <a:extLst>
                <a:ext uri="{FF2B5EF4-FFF2-40B4-BE49-F238E27FC236}">
                  <a16:creationId xmlns:a16="http://schemas.microsoft.com/office/drawing/2014/main" id="{7BE31FA6-0BDE-461C-81FF-B8FC62ED7CB0}"/>
                </a:ext>
              </a:extLst>
            </p:cNvPr>
            <p:cNvSpPr>
              <a:spLocks/>
            </p:cNvSpPr>
            <p:nvPr/>
          </p:nvSpPr>
          <p:spPr>
            <a:xfrm>
              <a:off x="2291022" y="6595037"/>
              <a:ext cx="28398" cy="28398"/>
            </a:xfrm>
            <a:prstGeom prst="ellipse">
              <a:avLst/>
            </a:prstGeom>
            <a:solidFill>
              <a:srgbClr val="7F8C97">
                <a:alpha val="48000"/>
              </a:srgbClr>
            </a:solidFill>
            <a:ln w="0">
              <a:noFill/>
              <a:prstDash val="solid"/>
            </a:ln>
          </p:spPr>
        </p:sp>
        <p:sp>
          <p:nvSpPr>
            <p:cNvPr id="2926" name="03_assume_matched_2925">
              <a:extLst>
                <a:ext uri="{FF2B5EF4-FFF2-40B4-BE49-F238E27FC236}">
                  <a16:creationId xmlns:a16="http://schemas.microsoft.com/office/drawing/2014/main" id="{EC40D3DE-DF23-4E26-A1EA-CC6AC5450663}"/>
                </a:ext>
              </a:extLst>
            </p:cNvPr>
            <p:cNvSpPr>
              <a:spLocks/>
            </p:cNvSpPr>
            <p:nvPr/>
          </p:nvSpPr>
          <p:spPr>
            <a:xfrm>
              <a:off x="2264111" y="6169677"/>
              <a:ext cx="28398" cy="28398"/>
            </a:xfrm>
            <a:prstGeom prst="ellipse">
              <a:avLst/>
            </a:prstGeom>
            <a:solidFill>
              <a:srgbClr val="7F8C97">
                <a:alpha val="48000"/>
              </a:srgbClr>
            </a:solidFill>
            <a:ln w="0">
              <a:noFill/>
              <a:prstDash val="solid"/>
            </a:ln>
          </p:spPr>
        </p:sp>
        <p:sp>
          <p:nvSpPr>
            <p:cNvPr id="2927" name="03_assume_matched_2926">
              <a:extLst>
                <a:ext uri="{FF2B5EF4-FFF2-40B4-BE49-F238E27FC236}">
                  <a16:creationId xmlns:a16="http://schemas.microsoft.com/office/drawing/2014/main" id="{3F02ED99-1BE0-4761-AC2E-9D8334D423C9}"/>
                </a:ext>
              </a:extLst>
            </p:cNvPr>
            <p:cNvSpPr>
              <a:spLocks/>
            </p:cNvSpPr>
            <p:nvPr/>
          </p:nvSpPr>
          <p:spPr>
            <a:xfrm>
              <a:off x="2181939" y="6595037"/>
              <a:ext cx="28398" cy="28398"/>
            </a:xfrm>
            <a:prstGeom prst="ellipse">
              <a:avLst/>
            </a:prstGeom>
            <a:solidFill>
              <a:srgbClr val="7F8C97">
                <a:alpha val="48000"/>
              </a:srgbClr>
            </a:solidFill>
            <a:ln w="0">
              <a:noFill/>
              <a:prstDash val="solid"/>
            </a:ln>
          </p:spPr>
        </p:sp>
        <p:sp>
          <p:nvSpPr>
            <p:cNvPr id="2928" name="03_assume_matched_2927">
              <a:extLst>
                <a:ext uri="{FF2B5EF4-FFF2-40B4-BE49-F238E27FC236}">
                  <a16:creationId xmlns:a16="http://schemas.microsoft.com/office/drawing/2014/main" id="{9C8CC765-A637-4B46-A4B9-6893627C6C36}"/>
                </a:ext>
              </a:extLst>
            </p:cNvPr>
            <p:cNvSpPr>
              <a:spLocks/>
            </p:cNvSpPr>
            <p:nvPr/>
          </p:nvSpPr>
          <p:spPr>
            <a:xfrm>
              <a:off x="2189278" y="6010168"/>
              <a:ext cx="28398" cy="28398"/>
            </a:xfrm>
            <a:prstGeom prst="ellipse">
              <a:avLst/>
            </a:prstGeom>
            <a:solidFill>
              <a:srgbClr val="7F8C97">
                <a:alpha val="48000"/>
              </a:srgbClr>
            </a:solidFill>
            <a:ln w="0">
              <a:noFill/>
              <a:prstDash val="solid"/>
            </a:ln>
          </p:spPr>
        </p:sp>
        <p:sp>
          <p:nvSpPr>
            <p:cNvPr id="2929" name="03_assume_matched_2928">
              <a:extLst>
                <a:ext uri="{FF2B5EF4-FFF2-40B4-BE49-F238E27FC236}">
                  <a16:creationId xmlns:a16="http://schemas.microsoft.com/office/drawing/2014/main" id="{1C03ADDE-78F6-4E59-8BE7-5B0BAC59F084}"/>
                </a:ext>
              </a:extLst>
            </p:cNvPr>
            <p:cNvSpPr>
              <a:spLocks/>
            </p:cNvSpPr>
            <p:nvPr/>
          </p:nvSpPr>
          <p:spPr>
            <a:xfrm>
              <a:off x="2200503" y="6400080"/>
              <a:ext cx="28398" cy="28398"/>
            </a:xfrm>
            <a:prstGeom prst="ellipse">
              <a:avLst/>
            </a:prstGeom>
            <a:solidFill>
              <a:srgbClr val="7F8C97">
                <a:alpha val="48000"/>
              </a:srgbClr>
            </a:solidFill>
            <a:ln w="0">
              <a:noFill/>
              <a:prstDash val="solid"/>
            </a:ln>
          </p:spPr>
        </p:sp>
        <p:sp>
          <p:nvSpPr>
            <p:cNvPr id="2930" name="03_assume_matched_2929">
              <a:extLst>
                <a:ext uri="{FF2B5EF4-FFF2-40B4-BE49-F238E27FC236}">
                  <a16:creationId xmlns:a16="http://schemas.microsoft.com/office/drawing/2014/main" id="{B6096E33-7857-4AC4-87EA-98E4CD83ADAB}"/>
                </a:ext>
              </a:extLst>
            </p:cNvPr>
            <p:cNvSpPr>
              <a:spLocks/>
            </p:cNvSpPr>
            <p:nvPr/>
          </p:nvSpPr>
          <p:spPr>
            <a:xfrm>
              <a:off x="2289871" y="6010168"/>
              <a:ext cx="28398" cy="28398"/>
            </a:xfrm>
            <a:prstGeom prst="ellipse">
              <a:avLst/>
            </a:prstGeom>
            <a:solidFill>
              <a:srgbClr val="7F8C97">
                <a:alpha val="48000"/>
              </a:srgbClr>
            </a:solidFill>
            <a:ln w="0">
              <a:noFill/>
              <a:prstDash val="solid"/>
            </a:ln>
          </p:spPr>
        </p:sp>
        <p:sp>
          <p:nvSpPr>
            <p:cNvPr id="2931" name="03_assume_matched_2930">
              <a:extLst>
                <a:ext uri="{FF2B5EF4-FFF2-40B4-BE49-F238E27FC236}">
                  <a16:creationId xmlns:a16="http://schemas.microsoft.com/office/drawing/2014/main" id="{4D8FECAB-B5BC-4F1B-A671-B2A8A9E5A8A6}"/>
                </a:ext>
              </a:extLst>
            </p:cNvPr>
            <p:cNvSpPr>
              <a:spLocks/>
            </p:cNvSpPr>
            <p:nvPr/>
          </p:nvSpPr>
          <p:spPr>
            <a:xfrm>
              <a:off x="2202806" y="6010168"/>
              <a:ext cx="28398" cy="28398"/>
            </a:xfrm>
            <a:prstGeom prst="ellipse">
              <a:avLst/>
            </a:prstGeom>
            <a:solidFill>
              <a:srgbClr val="7F8C97">
                <a:alpha val="48000"/>
              </a:srgbClr>
            </a:solidFill>
            <a:ln w="0">
              <a:noFill/>
              <a:prstDash val="solid"/>
            </a:ln>
          </p:spPr>
        </p:sp>
        <p:sp>
          <p:nvSpPr>
            <p:cNvPr id="2932" name="03_assume_matched_2931">
              <a:extLst>
                <a:ext uri="{FF2B5EF4-FFF2-40B4-BE49-F238E27FC236}">
                  <a16:creationId xmlns:a16="http://schemas.microsoft.com/office/drawing/2014/main" id="{6E861591-8D93-4F5E-9C7E-A95A0781A9DF}"/>
                </a:ext>
              </a:extLst>
            </p:cNvPr>
            <p:cNvSpPr>
              <a:spLocks/>
            </p:cNvSpPr>
            <p:nvPr/>
          </p:nvSpPr>
          <p:spPr>
            <a:xfrm>
              <a:off x="2281812" y="6400080"/>
              <a:ext cx="28398" cy="28398"/>
            </a:xfrm>
            <a:prstGeom prst="ellipse">
              <a:avLst/>
            </a:prstGeom>
            <a:solidFill>
              <a:srgbClr val="7F8C97">
                <a:alpha val="48000"/>
              </a:srgbClr>
            </a:solidFill>
            <a:ln w="0">
              <a:noFill/>
              <a:prstDash val="solid"/>
            </a:ln>
          </p:spPr>
        </p:sp>
        <p:sp>
          <p:nvSpPr>
            <p:cNvPr id="2933" name="03_assume_matched_2932">
              <a:extLst>
                <a:ext uri="{FF2B5EF4-FFF2-40B4-BE49-F238E27FC236}">
                  <a16:creationId xmlns:a16="http://schemas.microsoft.com/office/drawing/2014/main" id="{CB3110FC-8253-4BD4-AD77-F2B68FDCCE3A}"/>
                </a:ext>
              </a:extLst>
            </p:cNvPr>
            <p:cNvSpPr>
              <a:spLocks/>
            </p:cNvSpPr>
            <p:nvPr/>
          </p:nvSpPr>
          <p:spPr>
            <a:xfrm>
              <a:off x="2282963" y="6010168"/>
              <a:ext cx="28398" cy="28398"/>
            </a:xfrm>
            <a:prstGeom prst="ellipse">
              <a:avLst/>
            </a:prstGeom>
            <a:solidFill>
              <a:srgbClr val="7F8C97">
                <a:alpha val="48000"/>
              </a:srgbClr>
            </a:solidFill>
            <a:ln w="0">
              <a:noFill/>
              <a:prstDash val="solid"/>
            </a:ln>
          </p:spPr>
        </p:sp>
        <p:sp>
          <p:nvSpPr>
            <p:cNvPr id="2934" name="03_assume_matched_2933">
              <a:extLst>
                <a:ext uri="{FF2B5EF4-FFF2-40B4-BE49-F238E27FC236}">
                  <a16:creationId xmlns:a16="http://schemas.microsoft.com/office/drawing/2014/main" id="{4E077AF2-34F3-4E3B-9BDA-6C7D69C8DD8C}"/>
                </a:ext>
              </a:extLst>
            </p:cNvPr>
            <p:cNvSpPr>
              <a:spLocks/>
            </p:cNvSpPr>
            <p:nvPr/>
          </p:nvSpPr>
          <p:spPr>
            <a:xfrm>
              <a:off x="2286705" y="6595037"/>
              <a:ext cx="28398" cy="28398"/>
            </a:xfrm>
            <a:prstGeom prst="ellipse">
              <a:avLst/>
            </a:prstGeom>
            <a:solidFill>
              <a:srgbClr val="7F8C97">
                <a:alpha val="48000"/>
              </a:srgbClr>
            </a:solidFill>
            <a:ln w="0">
              <a:noFill/>
              <a:prstDash val="solid"/>
            </a:ln>
          </p:spPr>
        </p:sp>
        <p:sp>
          <p:nvSpPr>
            <p:cNvPr id="2935" name="03_assume_matched_2934">
              <a:extLst>
                <a:ext uri="{FF2B5EF4-FFF2-40B4-BE49-F238E27FC236}">
                  <a16:creationId xmlns:a16="http://schemas.microsoft.com/office/drawing/2014/main" id="{21E4851D-30C8-40B2-9AC3-3327FA4ECC7E}"/>
                </a:ext>
              </a:extLst>
            </p:cNvPr>
            <p:cNvSpPr>
              <a:spLocks/>
            </p:cNvSpPr>
            <p:nvPr/>
          </p:nvSpPr>
          <p:spPr>
            <a:xfrm>
              <a:off x="2203957" y="6595037"/>
              <a:ext cx="28398" cy="28398"/>
            </a:xfrm>
            <a:prstGeom prst="ellipse">
              <a:avLst/>
            </a:prstGeom>
            <a:solidFill>
              <a:srgbClr val="7F8C97">
                <a:alpha val="48000"/>
              </a:srgbClr>
            </a:solidFill>
            <a:ln w="0">
              <a:noFill/>
              <a:prstDash val="solid"/>
            </a:ln>
          </p:spPr>
        </p:sp>
        <p:sp>
          <p:nvSpPr>
            <p:cNvPr id="2936" name="03_assume_matched_2935">
              <a:extLst>
                <a:ext uri="{FF2B5EF4-FFF2-40B4-BE49-F238E27FC236}">
                  <a16:creationId xmlns:a16="http://schemas.microsoft.com/office/drawing/2014/main" id="{8C41CA32-D753-4192-8576-23655FD23B9F}"/>
                </a:ext>
              </a:extLst>
            </p:cNvPr>
            <p:cNvSpPr>
              <a:spLocks/>
            </p:cNvSpPr>
            <p:nvPr/>
          </p:nvSpPr>
          <p:spPr>
            <a:xfrm>
              <a:off x="2182227" y="6010168"/>
              <a:ext cx="28398" cy="28398"/>
            </a:xfrm>
            <a:prstGeom prst="ellipse">
              <a:avLst/>
            </a:prstGeom>
            <a:solidFill>
              <a:srgbClr val="7F8C97">
                <a:alpha val="48000"/>
              </a:srgbClr>
            </a:solidFill>
            <a:ln w="0">
              <a:noFill/>
              <a:prstDash val="solid"/>
            </a:ln>
          </p:spPr>
        </p:sp>
        <p:sp>
          <p:nvSpPr>
            <p:cNvPr id="2937" name="03_assume_matched_2936">
              <a:extLst>
                <a:ext uri="{FF2B5EF4-FFF2-40B4-BE49-F238E27FC236}">
                  <a16:creationId xmlns:a16="http://schemas.microsoft.com/office/drawing/2014/main" id="{136349EE-72E3-4BA3-8A35-DFCA62A65842}"/>
                </a:ext>
              </a:extLst>
            </p:cNvPr>
            <p:cNvSpPr>
              <a:spLocks/>
            </p:cNvSpPr>
            <p:nvPr/>
          </p:nvSpPr>
          <p:spPr>
            <a:xfrm>
              <a:off x="2265982" y="6010168"/>
              <a:ext cx="28398" cy="28398"/>
            </a:xfrm>
            <a:prstGeom prst="ellipse">
              <a:avLst/>
            </a:prstGeom>
            <a:solidFill>
              <a:srgbClr val="7F8C97">
                <a:alpha val="48000"/>
              </a:srgbClr>
            </a:solidFill>
            <a:ln w="0">
              <a:noFill/>
              <a:prstDash val="solid"/>
            </a:ln>
          </p:spPr>
        </p:sp>
        <p:sp>
          <p:nvSpPr>
            <p:cNvPr id="2938" name="03_assume_matched_2937">
              <a:extLst>
                <a:ext uri="{FF2B5EF4-FFF2-40B4-BE49-F238E27FC236}">
                  <a16:creationId xmlns:a16="http://schemas.microsoft.com/office/drawing/2014/main" id="{824D19BB-C973-4839-97A9-4D3C4770C5E0}"/>
                </a:ext>
              </a:extLst>
            </p:cNvPr>
            <p:cNvSpPr>
              <a:spLocks/>
            </p:cNvSpPr>
            <p:nvPr/>
          </p:nvSpPr>
          <p:spPr>
            <a:xfrm>
              <a:off x="2175463" y="6010168"/>
              <a:ext cx="28398" cy="28398"/>
            </a:xfrm>
            <a:prstGeom prst="ellipse">
              <a:avLst/>
            </a:prstGeom>
            <a:solidFill>
              <a:srgbClr val="7F8C97">
                <a:alpha val="48000"/>
              </a:srgbClr>
            </a:solidFill>
            <a:ln w="0">
              <a:noFill/>
              <a:prstDash val="solid"/>
            </a:ln>
          </p:spPr>
        </p:sp>
        <p:sp>
          <p:nvSpPr>
            <p:cNvPr id="2939" name="03_assume_matched_2938">
              <a:extLst>
                <a:ext uri="{FF2B5EF4-FFF2-40B4-BE49-F238E27FC236}">
                  <a16:creationId xmlns:a16="http://schemas.microsoft.com/office/drawing/2014/main" id="{4AE3C27F-FD0F-40DC-8B2C-481E446B1BD4}"/>
                </a:ext>
              </a:extLst>
            </p:cNvPr>
            <p:cNvSpPr>
              <a:spLocks/>
            </p:cNvSpPr>
            <p:nvPr/>
          </p:nvSpPr>
          <p:spPr>
            <a:xfrm>
              <a:off x="2269579" y="6010168"/>
              <a:ext cx="28398" cy="28398"/>
            </a:xfrm>
            <a:prstGeom prst="ellipse">
              <a:avLst/>
            </a:prstGeom>
            <a:solidFill>
              <a:srgbClr val="7F8C97">
                <a:alpha val="48000"/>
              </a:srgbClr>
            </a:solidFill>
            <a:ln w="0">
              <a:noFill/>
              <a:prstDash val="solid"/>
            </a:ln>
          </p:spPr>
        </p:sp>
        <p:sp>
          <p:nvSpPr>
            <p:cNvPr id="2940" name="03_assume_matched_2939">
              <a:extLst>
                <a:ext uri="{FF2B5EF4-FFF2-40B4-BE49-F238E27FC236}">
                  <a16:creationId xmlns:a16="http://schemas.microsoft.com/office/drawing/2014/main" id="{B918B28B-B5E0-4B70-84EF-3BF7A1F54180}"/>
                </a:ext>
              </a:extLst>
            </p:cNvPr>
            <p:cNvSpPr>
              <a:spLocks/>
            </p:cNvSpPr>
            <p:nvPr/>
          </p:nvSpPr>
          <p:spPr>
            <a:xfrm>
              <a:off x="2176758" y="6595037"/>
              <a:ext cx="28398" cy="28398"/>
            </a:xfrm>
            <a:prstGeom prst="ellipse">
              <a:avLst/>
            </a:prstGeom>
            <a:solidFill>
              <a:srgbClr val="7F8C97">
                <a:alpha val="48000"/>
              </a:srgbClr>
            </a:solidFill>
            <a:ln w="0">
              <a:noFill/>
              <a:prstDash val="solid"/>
            </a:ln>
          </p:spPr>
        </p:sp>
        <p:sp>
          <p:nvSpPr>
            <p:cNvPr id="2941" name="03_assume_matched_2940">
              <a:extLst>
                <a:ext uri="{FF2B5EF4-FFF2-40B4-BE49-F238E27FC236}">
                  <a16:creationId xmlns:a16="http://schemas.microsoft.com/office/drawing/2014/main" id="{B04BC750-9089-44F1-BC06-371FBEEA5D61}"/>
                </a:ext>
              </a:extLst>
            </p:cNvPr>
            <p:cNvSpPr>
              <a:spLocks/>
            </p:cNvSpPr>
            <p:nvPr/>
          </p:nvSpPr>
          <p:spPr>
            <a:xfrm>
              <a:off x="2297210" y="6010168"/>
              <a:ext cx="28398" cy="28398"/>
            </a:xfrm>
            <a:prstGeom prst="ellipse">
              <a:avLst/>
            </a:prstGeom>
            <a:solidFill>
              <a:srgbClr val="7F8C97">
                <a:alpha val="48000"/>
              </a:srgbClr>
            </a:solidFill>
            <a:ln w="0">
              <a:noFill/>
              <a:prstDash val="solid"/>
            </a:ln>
          </p:spPr>
        </p:sp>
        <p:sp>
          <p:nvSpPr>
            <p:cNvPr id="2942" name="03_assume_matched_2941">
              <a:extLst>
                <a:ext uri="{FF2B5EF4-FFF2-40B4-BE49-F238E27FC236}">
                  <a16:creationId xmlns:a16="http://schemas.microsoft.com/office/drawing/2014/main" id="{5AFEAA83-C0F2-4683-A183-74689C9E4726}"/>
                </a:ext>
              </a:extLst>
            </p:cNvPr>
            <p:cNvSpPr>
              <a:spLocks/>
            </p:cNvSpPr>
            <p:nvPr/>
          </p:nvSpPr>
          <p:spPr>
            <a:xfrm>
              <a:off x="2275192" y="6010168"/>
              <a:ext cx="28398" cy="28398"/>
            </a:xfrm>
            <a:prstGeom prst="ellipse">
              <a:avLst/>
            </a:prstGeom>
            <a:solidFill>
              <a:srgbClr val="7F8C97">
                <a:alpha val="48000"/>
              </a:srgbClr>
            </a:solidFill>
            <a:ln w="0">
              <a:noFill/>
              <a:prstDash val="solid"/>
            </a:ln>
          </p:spPr>
        </p:sp>
        <p:sp>
          <p:nvSpPr>
            <p:cNvPr id="2943" name="03_assume_matched_2942">
              <a:extLst>
                <a:ext uri="{FF2B5EF4-FFF2-40B4-BE49-F238E27FC236}">
                  <a16:creationId xmlns:a16="http://schemas.microsoft.com/office/drawing/2014/main" id="{CDE4BB78-B6F1-46EC-94A0-62D0883F85E7}"/>
                </a:ext>
              </a:extLst>
            </p:cNvPr>
            <p:cNvSpPr>
              <a:spLocks/>
            </p:cNvSpPr>
            <p:nvPr/>
          </p:nvSpPr>
          <p:spPr>
            <a:xfrm>
              <a:off x="2223097" y="6010168"/>
              <a:ext cx="28398" cy="28398"/>
            </a:xfrm>
            <a:prstGeom prst="ellipse">
              <a:avLst/>
            </a:prstGeom>
            <a:solidFill>
              <a:srgbClr val="7F8C97">
                <a:alpha val="48000"/>
              </a:srgbClr>
            </a:solidFill>
            <a:ln w="0">
              <a:noFill/>
              <a:prstDash val="solid"/>
            </a:ln>
          </p:spPr>
        </p:sp>
        <p:sp>
          <p:nvSpPr>
            <p:cNvPr id="2944" name="03_assume_matched_2943">
              <a:extLst>
                <a:ext uri="{FF2B5EF4-FFF2-40B4-BE49-F238E27FC236}">
                  <a16:creationId xmlns:a16="http://schemas.microsoft.com/office/drawing/2014/main" id="{DEF51662-70C6-4E4D-9C08-DE4C6CCA20B9}"/>
                </a:ext>
              </a:extLst>
            </p:cNvPr>
            <p:cNvSpPr>
              <a:spLocks/>
            </p:cNvSpPr>
            <p:nvPr/>
          </p:nvSpPr>
          <p:spPr>
            <a:xfrm>
              <a:off x="2198776" y="6595037"/>
              <a:ext cx="28398" cy="28398"/>
            </a:xfrm>
            <a:prstGeom prst="ellipse">
              <a:avLst/>
            </a:prstGeom>
            <a:solidFill>
              <a:srgbClr val="7F8C97">
                <a:alpha val="48000"/>
              </a:srgbClr>
            </a:solidFill>
            <a:ln w="0">
              <a:noFill/>
              <a:prstDash val="solid"/>
            </a:ln>
          </p:spPr>
        </p:sp>
        <p:sp>
          <p:nvSpPr>
            <p:cNvPr id="2945" name="03_assume_matched_2944">
              <a:extLst>
                <a:ext uri="{FF2B5EF4-FFF2-40B4-BE49-F238E27FC236}">
                  <a16:creationId xmlns:a16="http://schemas.microsoft.com/office/drawing/2014/main" id="{35176658-7EDB-4070-B809-09D6EE08F54E}"/>
                </a:ext>
              </a:extLst>
            </p:cNvPr>
            <p:cNvSpPr>
              <a:spLocks/>
            </p:cNvSpPr>
            <p:nvPr/>
          </p:nvSpPr>
          <p:spPr>
            <a:xfrm>
              <a:off x="2301239" y="6595037"/>
              <a:ext cx="28398" cy="28398"/>
            </a:xfrm>
            <a:prstGeom prst="ellipse">
              <a:avLst/>
            </a:prstGeom>
            <a:solidFill>
              <a:srgbClr val="7F8C97">
                <a:alpha val="48000"/>
              </a:srgbClr>
            </a:solidFill>
            <a:ln w="0">
              <a:noFill/>
              <a:prstDash val="solid"/>
            </a:ln>
          </p:spPr>
        </p:sp>
        <p:sp>
          <p:nvSpPr>
            <p:cNvPr id="2946" name="03_assume_matched_2945">
              <a:extLst>
                <a:ext uri="{FF2B5EF4-FFF2-40B4-BE49-F238E27FC236}">
                  <a16:creationId xmlns:a16="http://schemas.microsoft.com/office/drawing/2014/main" id="{2A29506A-C763-425B-A95E-C4ED9858DC4E}"/>
                </a:ext>
              </a:extLst>
            </p:cNvPr>
            <p:cNvSpPr>
              <a:spLocks/>
            </p:cNvSpPr>
            <p:nvPr/>
          </p:nvSpPr>
          <p:spPr>
            <a:xfrm>
              <a:off x="2249000" y="6595037"/>
              <a:ext cx="28398" cy="28398"/>
            </a:xfrm>
            <a:prstGeom prst="ellipse">
              <a:avLst/>
            </a:prstGeom>
            <a:solidFill>
              <a:srgbClr val="7F8C97">
                <a:alpha val="48000"/>
              </a:srgbClr>
            </a:solidFill>
            <a:ln w="0">
              <a:noFill/>
              <a:prstDash val="solid"/>
            </a:ln>
          </p:spPr>
        </p:sp>
        <p:sp>
          <p:nvSpPr>
            <p:cNvPr id="2947" name="03_assume_matched_2946">
              <a:extLst>
                <a:ext uri="{FF2B5EF4-FFF2-40B4-BE49-F238E27FC236}">
                  <a16:creationId xmlns:a16="http://schemas.microsoft.com/office/drawing/2014/main" id="{E8C8E2A2-56AA-4653-8903-2349AE20A5BA}"/>
                </a:ext>
              </a:extLst>
            </p:cNvPr>
            <p:cNvSpPr>
              <a:spLocks/>
            </p:cNvSpPr>
            <p:nvPr/>
          </p:nvSpPr>
          <p:spPr>
            <a:xfrm>
              <a:off x="2281812" y="6595037"/>
              <a:ext cx="28398" cy="28398"/>
            </a:xfrm>
            <a:prstGeom prst="ellipse">
              <a:avLst/>
            </a:prstGeom>
            <a:solidFill>
              <a:srgbClr val="7F8C97">
                <a:alpha val="48000"/>
              </a:srgbClr>
            </a:solidFill>
            <a:ln w="0">
              <a:noFill/>
              <a:prstDash val="solid"/>
            </a:ln>
          </p:spPr>
        </p:sp>
        <p:sp>
          <p:nvSpPr>
            <p:cNvPr id="2948" name="03_assume_matched_2947">
              <a:extLst>
                <a:ext uri="{FF2B5EF4-FFF2-40B4-BE49-F238E27FC236}">
                  <a16:creationId xmlns:a16="http://schemas.microsoft.com/office/drawing/2014/main" id="{D9E7856D-12BF-41C2-A933-C80CE4E92594}"/>
                </a:ext>
              </a:extLst>
            </p:cNvPr>
            <p:cNvSpPr>
              <a:spLocks/>
            </p:cNvSpPr>
            <p:nvPr/>
          </p:nvSpPr>
          <p:spPr>
            <a:xfrm>
              <a:off x="2180932" y="6478063"/>
              <a:ext cx="28398" cy="28398"/>
            </a:xfrm>
            <a:prstGeom prst="ellipse">
              <a:avLst/>
            </a:prstGeom>
            <a:solidFill>
              <a:srgbClr val="7F8C97">
                <a:alpha val="48000"/>
              </a:srgbClr>
            </a:solidFill>
            <a:ln w="0">
              <a:noFill/>
              <a:prstDash val="solid"/>
            </a:ln>
          </p:spPr>
        </p:sp>
        <p:sp>
          <p:nvSpPr>
            <p:cNvPr id="2949" name="03_assume_matched_2948">
              <a:extLst>
                <a:ext uri="{FF2B5EF4-FFF2-40B4-BE49-F238E27FC236}">
                  <a16:creationId xmlns:a16="http://schemas.microsoft.com/office/drawing/2014/main" id="{D6F19E1C-5C35-4527-880A-859938073822}"/>
                </a:ext>
              </a:extLst>
            </p:cNvPr>
            <p:cNvSpPr>
              <a:spLocks/>
            </p:cNvSpPr>
            <p:nvPr/>
          </p:nvSpPr>
          <p:spPr>
            <a:xfrm>
              <a:off x="2272889" y="6595037"/>
              <a:ext cx="28398" cy="28398"/>
            </a:xfrm>
            <a:prstGeom prst="ellipse">
              <a:avLst/>
            </a:prstGeom>
            <a:solidFill>
              <a:srgbClr val="7F8C97">
                <a:alpha val="48000"/>
              </a:srgbClr>
            </a:solidFill>
            <a:ln w="0">
              <a:noFill/>
              <a:prstDash val="solid"/>
            </a:ln>
          </p:spPr>
        </p:sp>
        <p:sp>
          <p:nvSpPr>
            <p:cNvPr id="2950" name="03_assume_matched_2949">
              <a:extLst>
                <a:ext uri="{FF2B5EF4-FFF2-40B4-BE49-F238E27FC236}">
                  <a16:creationId xmlns:a16="http://schemas.microsoft.com/office/drawing/2014/main" id="{8C41AB27-9112-4F68-BA60-4BFC574F9A9E}"/>
                </a:ext>
              </a:extLst>
            </p:cNvPr>
            <p:cNvSpPr>
              <a:spLocks/>
            </p:cNvSpPr>
            <p:nvPr/>
          </p:nvSpPr>
          <p:spPr>
            <a:xfrm>
              <a:off x="2252023" y="6205124"/>
              <a:ext cx="28398" cy="28398"/>
            </a:xfrm>
            <a:prstGeom prst="ellipse">
              <a:avLst/>
            </a:prstGeom>
            <a:solidFill>
              <a:srgbClr val="7F8C97">
                <a:alpha val="48000"/>
              </a:srgbClr>
            </a:solidFill>
            <a:ln w="0">
              <a:noFill/>
              <a:prstDash val="solid"/>
            </a:ln>
          </p:spPr>
        </p:sp>
        <p:sp>
          <p:nvSpPr>
            <p:cNvPr id="2951" name="03_assume_matched_2950">
              <a:extLst>
                <a:ext uri="{FF2B5EF4-FFF2-40B4-BE49-F238E27FC236}">
                  <a16:creationId xmlns:a16="http://schemas.microsoft.com/office/drawing/2014/main" id="{9A6B0E0F-A3D1-4687-BFEA-460D1EB6AC84}"/>
                </a:ext>
              </a:extLst>
            </p:cNvPr>
            <p:cNvSpPr>
              <a:spLocks/>
            </p:cNvSpPr>
            <p:nvPr/>
          </p:nvSpPr>
          <p:spPr>
            <a:xfrm>
              <a:off x="2160640" y="6010168"/>
              <a:ext cx="28398" cy="28398"/>
            </a:xfrm>
            <a:prstGeom prst="ellipse">
              <a:avLst/>
            </a:prstGeom>
            <a:solidFill>
              <a:srgbClr val="7F8C97">
                <a:alpha val="48000"/>
              </a:srgbClr>
            </a:solidFill>
            <a:ln w="0">
              <a:noFill/>
              <a:prstDash val="solid"/>
            </a:ln>
          </p:spPr>
        </p:sp>
        <p:sp>
          <p:nvSpPr>
            <p:cNvPr id="2952" name="03_assume_matched_2951">
              <a:extLst>
                <a:ext uri="{FF2B5EF4-FFF2-40B4-BE49-F238E27FC236}">
                  <a16:creationId xmlns:a16="http://schemas.microsoft.com/office/drawing/2014/main" id="{018A09BF-B0BA-43E5-8C58-7D08589D1DC0}"/>
                </a:ext>
              </a:extLst>
            </p:cNvPr>
            <p:cNvSpPr>
              <a:spLocks/>
            </p:cNvSpPr>
            <p:nvPr/>
          </p:nvSpPr>
          <p:spPr>
            <a:xfrm>
              <a:off x="2219931" y="6595037"/>
              <a:ext cx="28398" cy="28398"/>
            </a:xfrm>
            <a:prstGeom prst="ellipse">
              <a:avLst/>
            </a:prstGeom>
            <a:solidFill>
              <a:srgbClr val="7F8C97">
                <a:alpha val="48000"/>
              </a:srgbClr>
            </a:solidFill>
            <a:ln w="0">
              <a:noFill/>
              <a:prstDash val="solid"/>
            </a:ln>
          </p:spPr>
        </p:sp>
        <p:sp>
          <p:nvSpPr>
            <p:cNvPr id="2953" name="03_assume_matched_2952">
              <a:extLst>
                <a:ext uri="{FF2B5EF4-FFF2-40B4-BE49-F238E27FC236}">
                  <a16:creationId xmlns:a16="http://schemas.microsoft.com/office/drawing/2014/main" id="{C4451C49-B969-4C07-B25A-E99062832B9D}"/>
                </a:ext>
              </a:extLst>
            </p:cNvPr>
            <p:cNvSpPr>
              <a:spLocks/>
            </p:cNvSpPr>
            <p:nvPr/>
          </p:nvSpPr>
          <p:spPr>
            <a:xfrm>
              <a:off x="2202086" y="6595037"/>
              <a:ext cx="28398" cy="28398"/>
            </a:xfrm>
            <a:prstGeom prst="ellipse">
              <a:avLst/>
            </a:prstGeom>
            <a:solidFill>
              <a:srgbClr val="7F8C97">
                <a:alpha val="48000"/>
              </a:srgbClr>
            </a:solidFill>
            <a:ln w="0">
              <a:noFill/>
              <a:prstDash val="solid"/>
            </a:ln>
          </p:spPr>
        </p:sp>
        <p:sp>
          <p:nvSpPr>
            <p:cNvPr id="2954" name="03_assume_matched_2953">
              <a:extLst>
                <a:ext uri="{FF2B5EF4-FFF2-40B4-BE49-F238E27FC236}">
                  <a16:creationId xmlns:a16="http://schemas.microsoft.com/office/drawing/2014/main" id="{A1D9309A-26D9-43B7-95D8-0EC80B8F6E04}"/>
                </a:ext>
              </a:extLst>
            </p:cNvPr>
            <p:cNvSpPr>
              <a:spLocks/>
            </p:cNvSpPr>
            <p:nvPr/>
          </p:nvSpPr>
          <p:spPr>
            <a:xfrm>
              <a:off x="2234322" y="6010168"/>
              <a:ext cx="28398" cy="28398"/>
            </a:xfrm>
            <a:prstGeom prst="ellipse">
              <a:avLst/>
            </a:prstGeom>
            <a:solidFill>
              <a:srgbClr val="7F8C97">
                <a:alpha val="48000"/>
              </a:srgbClr>
            </a:solidFill>
            <a:ln w="0">
              <a:noFill/>
              <a:prstDash val="solid"/>
            </a:ln>
          </p:spPr>
        </p:sp>
        <p:sp>
          <p:nvSpPr>
            <p:cNvPr id="2955" name="03_assume_matched_2954">
              <a:extLst>
                <a:ext uri="{FF2B5EF4-FFF2-40B4-BE49-F238E27FC236}">
                  <a16:creationId xmlns:a16="http://schemas.microsoft.com/office/drawing/2014/main" id="{A56FDED1-B825-4103-9619-E4D8669A57EF}"/>
                </a:ext>
              </a:extLst>
            </p:cNvPr>
            <p:cNvSpPr>
              <a:spLocks/>
            </p:cNvSpPr>
            <p:nvPr/>
          </p:nvSpPr>
          <p:spPr>
            <a:xfrm>
              <a:off x="2216189" y="6546298"/>
              <a:ext cx="28398" cy="28398"/>
            </a:xfrm>
            <a:prstGeom prst="ellipse">
              <a:avLst/>
            </a:prstGeom>
            <a:solidFill>
              <a:srgbClr val="7F8C97">
                <a:alpha val="48000"/>
              </a:srgbClr>
            </a:solidFill>
            <a:ln w="0">
              <a:noFill/>
              <a:prstDash val="solid"/>
            </a:ln>
          </p:spPr>
        </p:sp>
        <p:sp>
          <p:nvSpPr>
            <p:cNvPr id="2956" name="03_assume_matched_2955">
              <a:extLst>
                <a:ext uri="{FF2B5EF4-FFF2-40B4-BE49-F238E27FC236}">
                  <a16:creationId xmlns:a16="http://schemas.microsoft.com/office/drawing/2014/main" id="{DBFB638D-D5BE-4F41-9249-982C37725674}"/>
                </a:ext>
              </a:extLst>
            </p:cNvPr>
            <p:cNvSpPr>
              <a:spLocks/>
            </p:cNvSpPr>
            <p:nvPr/>
          </p:nvSpPr>
          <p:spPr>
            <a:xfrm>
              <a:off x="2278358" y="6448819"/>
              <a:ext cx="28398" cy="28398"/>
            </a:xfrm>
            <a:prstGeom prst="ellipse">
              <a:avLst/>
            </a:prstGeom>
            <a:solidFill>
              <a:srgbClr val="7F8C97">
                <a:alpha val="48000"/>
              </a:srgbClr>
            </a:solidFill>
            <a:ln w="0">
              <a:noFill/>
              <a:prstDash val="solid"/>
            </a:ln>
          </p:spPr>
        </p:sp>
        <p:sp>
          <p:nvSpPr>
            <p:cNvPr id="2957" name="03_assume_matched_2956">
              <a:extLst>
                <a:ext uri="{FF2B5EF4-FFF2-40B4-BE49-F238E27FC236}">
                  <a16:creationId xmlns:a16="http://schemas.microsoft.com/office/drawing/2014/main" id="{58E81CE7-DEC5-40D3-B198-9C03394C789E}"/>
                </a:ext>
              </a:extLst>
            </p:cNvPr>
            <p:cNvSpPr>
              <a:spLocks/>
            </p:cNvSpPr>
            <p:nvPr/>
          </p:nvSpPr>
          <p:spPr>
            <a:xfrm>
              <a:off x="2176470" y="6010168"/>
              <a:ext cx="28398" cy="28398"/>
            </a:xfrm>
            <a:prstGeom prst="ellipse">
              <a:avLst/>
            </a:prstGeom>
            <a:solidFill>
              <a:srgbClr val="7F8C97">
                <a:alpha val="48000"/>
              </a:srgbClr>
            </a:solidFill>
            <a:ln w="0">
              <a:noFill/>
              <a:prstDash val="solid"/>
            </a:ln>
          </p:spPr>
        </p:sp>
        <p:sp>
          <p:nvSpPr>
            <p:cNvPr id="2958" name="03_assume_matched_2957">
              <a:extLst>
                <a:ext uri="{FF2B5EF4-FFF2-40B4-BE49-F238E27FC236}">
                  <a16:creationId xmlns:a16="http://schemas.microsoft.com/office/drawing/2014/main" id="{DB489111-9380-4980-A672-30D3A3528DEA}"/>
                </a:ext>
              </a:extLst>
            </p:cNvPr>
            <p:cNvSpPr>
              <a:spLocks/>
            </p:cNvSpPr>
            <p:nvPr/>
          </p:nvSpPr>
          <p:spPr>
            <a:xfrm>
              <a:off x="2183090" y="6595037"/>
              <a:ext cx="28398" cy="28398"/>
            </a:xfrm>
            <a:prstGeom prst="ellipse">
              <a:avLst/>
            </a:prstGeom>
            <a:solidFill>
              <a:srgbClr val="7F8C97">
                <a:alpha val="48000"/>
              </a:srgbClr>
            </a:solidFill>
            <a:ln w="0">
              <a:noFill/>
              <a:prstDash val="solid"/>
            </a:ln>
          </p:spPr>
        </p:sp>
        <p:sp>
          <p:nvSpPr>
            <p:cNvPr id="2959" name="03_assume_matched_2958">
              <a:extLst>
                <a:ext uri="{FF2B5EF4-FFF2-40B4-BE49-F238E27FC236}">
                  <a16:creationId xmlns:a16="http://schemas.microsoft.com/office/drawing/2014/main" id="{90112D8D-1CDB-4C64-849B-B0B2180CFB9E}"/>
                </a:ext>
              </a:extLst>
            </p:cNvPr>
            <p:cNvSpPr>
              <a:spLocks/>
            </p:cNvSpPr>
            <p:nvPr/>
          </p:nvSpPr>
          <p:spPr>
            <a:xfrm>
              <a:off x="2242956" y="6156385"/>
              <a:ext cx="28398" cy="28398"/>
            </a:xfrm>
            <a:prstGeom prst="ellipse">
              <a:avLst/>
            </a:prstGeom>
            <a:solidFill>
              <a:srgbClr val="7F8C97">
                <a:alpha val="48000"/>
              </a:srgbClr>
            </a:solidFill>
            <a:ln w="0">
              <a:noFill/>
              <a:prstDash val="solid"/>
            </a:ln>
          </p:spPr>
        </p:sp>
        <p:sp>
          <p:nvSpPr>
            <p:cNvPr id="2960" name="03_assume_matched_2959">
              <a:extLst>
                <a:ext uri="{FF2B5EF4-FFF2-40B4-BE49-F238E27FC236}">
                  <a16:creationId xmlns:a16="http://schemas.microsoft.com/office/drawing/2014/main" id="{B835F850-44D9-42D5-A117-F4E23522F6D2}"/>
                </a:ext>
              </a:extLst>
            </p:cNvPr>
            <p:cNvSpPr>
              <a:spLocks/>
            </p:cNvSpPr>
            <p:nvPr/>
          </p:nvSpPr>
          <p:spPr>
            <a:xfrm>
              <a:off x="2241661" y="6010168"/>
              <a:ext cx="28398" cy="28398"/>
            </a:xfrm>
            <a:prstGeom prst="ellipse">
              <a:avLst/>
            </a:prstGeom>
            <a:solidFill>
              <a:srgbClr val="7F8C97">
                <a:alpha val="48000"/>
              </a:srgbClr>
            </a:solidFill>
            <a:ln w="0">
              <a:noFill/>
              <a:prstDash val="solid"/>
            </a:ln>
          </p:spPr>
        </p:sp>
        <p:sp>
          <p:nvSpPr>
            <p:cNvPr id="2961" name="03_assume_matched_2960">
              <a:extLst>
                <a:ext uri="{FF2B5EF4-FFF2-40B4-BE49-F238E27FC236}">
                  <a16:creationId xmlns:a16="http://schemas.microsoft.com/office/drawing/2014/main" id="{D1094485-DAE6-4A0E-BE20-DDEEEC72D45C}"/>
                </a:ext>
              </a:extLst>
            </p:cNvPr>
            <p:cNvSpPr>
              <a:spLocks/>
            </p:cNvSpPr>
            <p:nvPr/>
          </p:nvSpPr>
          <p:spPr>
            <a:xfrm>
              <a:off x="2288432" y="6010168"/>
              <a:ext cx="28398" cy="28398"/>
            </a:xfrm>
            <a:prstGeom prst="ellipse">
              <a:avLst/>
            </a:prstGeom>
            <a:solidFill>
              <a:srgbClr val="7F8C97">
                <a:alpha val="48000"/>
              </a:srgbClr>
            </a:solidFill>
            <a:ln w="0">
              <a:noFill/>
              <a:prstDash val="solid"/>
            </a:ln>
          </p:spPr>
        </p:sp>
        <p:sp>
          <p:nvSpPr>
            <p:cNvPr id="2962" name="03_assume_matched_2961">
              <a:extLst>
                <a:ext uri="{FF2B5EF4-FFF2-40B4-BE49-F238E27FC236}">
                  <a16:creationId xmlns:a16="http://schemas.microsoft.com/office/drawing/2014/main" id="{ED83B135-6A8B-4220-8519-A1E2B593D144}"/>
                </a:ext>
              </a:extLst>
            </p:cNvPr>
            <p:cNvSpPr>
              <a:spLocks/>
            </p:cNvSpPr>
            <p:nvPr/>
          </p:nvSpPr>
          <p:spPr>
            <a:xfrm>
              <a:off x="2266701" y="6156385"/>
              <a:ext cx="28398" cy="28398"/>
            </a:xfrm>
            <a:prstGeom prst="ellipse">
              <a:avLst/>
            </a:prstGeom>
            <a:solidFill>
              <a:srgbClr val="7F8C97">
                <a:alpha val="48000"/>
              </a:srgbClr>
            </a:solidFill>
            <a:ln w="0">
              <a:noFill/>
              <a:prstDash val="solid"/>
            </a:ln>
          </p:spPr>
        </p:sp>
        <p:sp>
          <p:nvSpPr>
            <p:cNvPr id="2963" name="03_assume_matched_2962">
              <a:extLst>
                <a:ext uri="{FF2B5EF4-FFF2-40B4-BE49-F238E27FC236}">
                  <a16:creationId xmlns:a16="http://schemas.microsoft.com/office/drawing/2014/main" id="{7BD88447-8718-457F-8644-5C50115BF403}"/>
                </a:ext>
              </a:extLst>
            </p:cNvPr>
            <p:cNvSpPr>
              <a:spLocks/>
            </p:cNvSpPr>
            <p:nvPr/>
          </p:nvSpPr>
          <p:spPr>
            <a:xfrm>
              <a:off x="2198776" y="6595037"/>
              <a:ext cx="28398" cy="28398"/>
            </a:xfrm>
            <a:prstGeom prst="ellipse">
              <a:avLst/>
            </a:prstGeom>
            <a:solidFill>
              <a:srgbClr val="7F8C97">
                <a:alpha val="48000"/>
              </a:srgbClr>
            </a:solidFill>
            <a:ln w="0">
              <a:noFill/>
              <a:prstDash val="solid"/>
            </a:ln>
          </p:spPr>
        </p:sp>
        <p:sp>
          <p:nvSpPr>
            <p:cNvPr id="2964" name="03_assume_matched_2963">
              <a:extLst>
                <a:ext uri="{FF2B5EF4-FFF2-40B4-BE49-F238E27FC236}">
                  <a16:creationId xmlns:a16="http://schemas.microsoft.com/office/drawing/2014/main" id="{52ACE3B0-E7B0-481D-A633-2562B918A134}"/>
                </a:ext>
              </a:extLst>
            </p:cNvPr>
            <p:cNvSpPr>
              <a:spLocks/>
            </p:cNvSpPr>
            <p:nvPr/>
          </p:nvSpPr>
          <p:spPr>
            <a:xfrm>
              <a:off x="2269579" y="6595037"/>
              <a:ext cx="28398" cy="28398"/>
            </a:xfrm>
            <a:prstGeom prst="ellipse">
              <a:avLst/>
            </a:prstGeom>
            <a:solidFill>
              <a:srgbClr val="7F8C97">
                <a:alpha val="48000"/>
              </a:srgbClr>
            </a:solidFill>
            <a:ln w="0">
              <a:noFill/>
              <a:prstDash val="solid"/>
            </a:ln>
          </p:spPr>
        </p:sp>
        <p:sp>
          <p:nvSpPr>
            <p:cNvPr id="2965" name="03_assume_matched_2964">
              <a:extLst>
                <a:ext uri="{FF2B5EF4-FFF2-40B4-BE49-F238E27FC236}">
                  <a16:creationId xmlns:a16="http://schemas.microsoft.com/office/drawing/2014/main" id="{51CA6377-7BB7-4841-BD1D-7CC13E98D116}"/>
                </a:ext>
              </a:extLst>
            </p:cNvPr>
            <p:cNvSpPr>
              <a:spLocks/>
            </p:cNvSpPr>
            <p:nvPr/>
          </p:nvSpPr>
          <p:spPr>
            <a:xfrm>
              <a:off x="2257923" y="6595037"/>
              <a:ext cx="28398" cy="28398"/>
            </a:xfrm>
            <a:prstGeom prst="ellipse">
              <a:avLst/>
            </a:prstGeom>
            <a:solidFill>
              <a:srgbClr val="7F8C97">
                <a:alpha val="48000"/>
              </a:srgbClr>
            </a:solidFill>
            <a:ln w="0">
              <a:noFill/>
              <a:prstDash val="solid"/>
            </a:ln>
          </p:spPr>
        </p:sp>
        <p:sp>
          <p:nvSpPr>
            <p:cNvPr id="2966" name="03_assume_matched_2965">
              <a:extLst>
                <a:ext uri="{FF2B5EF4-FFF2-40B4-BE49-F238E27FC236}">
                  <a16:creationId xmlns:a16="http://schemas.microsoft.com/office/drawing/2014/main" id="{A83195C4-ED18-4A60-8371-DCE03C219B34}"/>
                </a:ext>
              </a:extLst>
            </p:cNvPr>
            <p:cNvSpPr>
              <a:spLocks/>
            </p:cNvSpPr>
            <p:nvPr/>
          </p:nvSpPr>
          <p:spPr>
            <a:xfrm>
              <a:off x="2264111" y="6595037"/>
              <a:ext cx="28398" cy="28398"/>
            </a:xfrm>
            <a:prstGeom prst="ellipse">
              <a:avLst/>
            </a:prstGeom>
            <a:solidFill>
              <a:srgbClr val="7F8C97">
                <a:alpha val="48000"/>
              </a:srgbClr>
            </a:solidFill>
            <a:ln w="0">
              <a:noFill/>
              <a:prstDash val="solid"/>
            </a:ln>
          </p:spPr>
        </p:sp>
        <p:sp>
          <p:nvSpPr>
            <p:cNvPr id="2967" name="03_assume_matched_2966">
              <a:extLst>
                <a:ext uri="{FF2B5EF4-FFF2-40B4-BE49-F238E27FC236}">
                  <a16:creationId xmlns:a16="http://schemas.microsoft.com/office/drawing/2014/main" id="{D531E559-BF64-4764-BCF5-29971941EBBB}"/>
                </a:ext>
              </a:extLst>
            </p:cNvPr>
            <p:cNvSpPr>
              <a:spLocks/>
            </p:cNvSpPr>
            <p:nvPr/>
          </p:nvSpPr>
          <p:spPr>
            <a:xfrm>
              <a:off x="2277494" y="6595037"/>
              <a:ext cx="28398" cy="28398"/>
            </a:xfrm>
            <a:prstGeom prst="ellipse">
              <a:avLst/>
            </a:prstGeom>
            <a:solidFill>
              <a:srgbClr val="7F8C97">
                <a:alpha val="48000"/>
              </a:srgbClr>
            </a:solidFill>
            <a:ln w="0">
              <a:noFill/>
              <a:prstDash val="solid"/>
            </a:ln>
          </p:spPr>
        </p:sp>
        <p:sp>
          <p:nvSpPr>
            <p:cNvPr id="2968" name="03_assume_matched_2967">
              <a:extLst>
                <a:ext uri="{FF2B5EF4-FFF2-40B4-BE49-F238E27FC236}">
                  <a16:creationId xmlns:a16="http://schemas.microsoft.com/office/drawing/2014/main" id="{5F6B058A-9482-4006-9CEA-548F8D203438}"/>
                </a:ext>
              </a:extLst>
            </p:cNvPr>
            <p:cNvSpPr>
              <a:spLocks/>
            </p:cNvSpPr>
            <p:nvPr/>
          </p:nvSpPr>
          <p:spPr>
            <a:xfrm>
              <a:off x="2186112" y="6010168"/>
              <a:ext cx="28398" cy="28398"/>
            </a:xfrm>
            <a:prstGeom prst="ellipse">
              <a:avLst/>
            </a:prstGeom>
            <a:solidFill>
              <a:srgbClr val="7F8C97">
                <a:alpha val="48000"/>
              </a:srgbClr>
            </a:solidFill>
            <a:ln w="0">
              <a:noFill/>
              <a:prstDash val="solid"/>
            </a:ln>
          </p:spPr>
        </p:sp>
        <p:sp>
          <p:nvSpPr>
            <p:cNvPr id="2969" name="03_assume_matched_2968">
              <a:extLst>
                <a:ext uri="{FF2B5EF4-FFF2-40B4-BE49-F238E27FC236}">
                  <a16:creationId xmlns:a16="http://schemas.microsoft.com/office/drawing/2014/main" id="{61AAC76C-66DA-44A3-A936-EB3D87177662}"/>
                </a:ext>
              </a:extLst>
            </p:cNvPr>
            <p:cNvSpPr>
              <a:spLocks/>
            </p:cNvSpPr>
            <p:nvPr/>
          </p:nvSpPr>
          <p:spPr>
            <a:xfrm>
              <a:off x="2175319" y="6010168"/>
              <a:ext cx="28398" cy="28398"/>
            </a:xfrm>
            <a:prstGeom prst="ellipse">
              <a:avLst/>
            </a:prstGeom>
            <a:solidFill>
              <a:srgbClr val="7F8C97">
                <a:alpha val="48000"/>
              </a:srgbClr>
            </a:solidFill>
            <a:ln w="0">
              <a:noFill/>
              <a:prstDash val="solid"/>
            </a:ln>
          </p:spPr>
        </p:sp>
        <p:sp>
          <p:nvSpPr>
            <p:cNvPr id="2970" name="03_assume_matched_2969">
              <a:extLst>
                <a:ext uri="{FF2B5EF4-FFF2-40B4-BE49-F238E27FC236}">
                  <a16:creationId xmlns:a16="http://schemas.microsoft.com/office/drawing/2014/main" id="{CB292ABD-13BC-4321-BEF0-EEA54B341A42}"/>
                </a:ext>
              </a:extLst>
            </p:cNvPr>
            <p:cNvSpPr>
              <a:spLocks/>
            </p:cNvSpPr>
            <p:nvPr/>
          </p:nvSpPr>
          <p:spPr>
            <a:xfrm>
              <a:off x="2258211" y="6156385"/>
              <a:ext cx="28398" cy="28398"/>
            </a:xfrm>
            <a:prstGeom prst="ellipse">
              <a:avLst/>
            </a:prstGeom>
            <a:solidFill>
              <a:srgbClr val="7F8C97">
                <a:alpha val="48000"/>
              </a:srgbClr>
            </a:solidFill>
            <a:ln w="0">
              <a:noFill/>
              <a:prstDash val="solid"/>
            </a:ln>
          </p:spPr>
        </p:sp>
        <p:sp>
          <p:nvSpPr>
            <p:cNvPr id="2971" name="03_assume_matched_2970">
              <a:extLst>
                <a:ext uri="{FF2B5EF4-FFF2-40B4-BE49-F238E27FC236}">
                  <a16:creationId xmlns:a16="http://schemas.microsoft.com/office/drawing/2014/main" id="{44A9C9E0-1BCD-4497-AF54-F0885CEF16BE}"/>
                </a:ext>
              </a:extLst>
            </p:cNvPr>
            <p:cNvSpPr>
              <a:spLocks/>
            </p:cNvSpPr>
            <p:nvPr/>
          </p:nvSpPr>
          <p:spPr>
            <a:xfrm>
              <a:off x="2295339" y="6135497"/>
              <a:ext cx="28398" cy="28398"/>
            </a:xfrm>
            <a:prstGeom prst="ellipse">
              <a:avLst/>
            </a:prstGeom>
            <a:solidFill>
              <a:srgbClr val="7F8C97">
                <a:alpha val="48000"/>
              </a:srgbClr>
            </a:solidFill>
            <a:ln w="0">
              <a:noFill/>
              <a:prstDash val="solid"/>
            </a:ln>
          </p:spPr>
        </p:sp>
        <p:sp>
          <p:nvSpPr>
            <p:cNvPr id="2972" name="03_assume_matched_2971">
              <a:extLst>
                <a:ext uri="{FF2B5EF4-FFF2-40B4-BE49-F238E27FC236}">
                  <a16:creationId xmlns:a16="http://schemas.microsoft.com/office/drawing/2014/main" id="{46872618-9006-4E10-B50F-9B71D456E4F0}"/>
                </a:ext>
              </a:extLst>
            </p:cNvPr>
            <p:cNvSpPr>
              <a:spLocks/>
            </p:cNvSpPr>
            <p:nvPr/>
          </p:nvSpPr>
          <p:spPr>
            <a:xfrm>
              <a:off x="2301527" y="6010168"/>
              <a:ext cx="28398" cy="28398"/>
            </a:xfrm>
            <a:prstGeom prst="ellipse">
              <a:avLst/>
            </a:prstGeom>
            <a:solidFill>
              <a:srgbClr val="7F8C97">
                <a:alpha val="48000"/>
              </a:srgbClr>
            </a:solidFill>
            <a:ln w="0">
              <a:noFill/>
              <a:prstDash val="solid"/>
            </a:ln>
          </p:spPr>
        </p:sp>
        <p:sp>
          <p:nvSpPr>
            <p:cNvPr id="2973" name="03_assume_matched_2972">
              <a:extLst>
                <a:ext uri="{FF2B5EF4-FFF2-40B4-BE49-F238E27FC236}">
                  <a16:creationId xmlns:a16="http://schemas.microsoft.com/office/drawing/2014/main" id="{BED144A5-7DBA-4147-8D15-E631A2E48028}"/>
                </a:ext>
              </a:extLst>
            </p:cNvPr>
            <p:cNvSpPr>
              <a:spLocks/>
            </p:cNvSpPr>
            <p:nvPr/>
          </p:nvSpPr>
          <p:spPr>
            <a:xfrm>
              <a:off x="2212591" y="6302602"/>
              <a:ext cx="28398" cy="28398"/>
            </a:xfrm>
            <a:prstGeom prst="ellipse">
              <a:avLst/>
            </a:prstGeom>
            <a:solidFill>
              <a:srgbClr val="7F8C97">
                <a:alpha val="48000"/>
              </a:srgbClr>
            </a:solidFill>
            <a:ln w="0">
              <a:noFill/>
              <a:prstDash val="solid"/>
            </a:ln>
          </p:spPr>
        </p:sp>
        <p:sp>
          <p:nvSpPr>
            <p:cNvPr id="2974" name="03_assume_matched_2973">
              <a:extLst>
                <a:ext uri="{FF2B5EF4-FFF2-40B4-BE49-F238E27FC236}">
                  <a16:creationId xmlns:a16="http://schemas.microsoft.com/office/drawing/2014/main" id="{6DBEA8F3-173A-47D6-BBBA-3EB66DCD6799}"/>
                </a:ext>
              </a:extLst>
            </p:cNvPr>
            <p:cNvSpPr>
              <a:spLocks/>
            </p:cNvSpPr>
            <p:nvPr/>
          </p:nvSpPr>
          <p:spPr>
            <a:xfrm>
              <a:off x="2265406" y="6400080"/>
              <a:ext cx="28398" cy="28398"/>
            </a:xfrm>
            <a:prstGeom prst="ellipse">
              <a:avLst/>
            </a:prstGeom>
            <a:solidFill>
              <a:srgbClr val="7F8C97">
                <a:alpha val="48000"/>
              </a:srgbClr>
            </a:solidFill>
            <a:ln w="0">
              <a:noFill/>
              <a:prstDash val="solid"/>
            </a:ln>
          </p:spPr>
        </p:sp>
        <p:sp>
          <p:nvSpPr>
            <p:cNvPr id="2975" name="03_assume_matched_2974">
              <a:extLst>
                <a:ext uri="{FF2B5EF4-FFF2-40B4-BE49-F238E27FC236}">
                  <a16:creationId xmlns:a16="http://schemas.microsoft.com/office/drawing/2014/main" id="{EF680DA9-FA67-4E51-80FF-4F979DC53003}"/>
                </a:ext>
              </a:extLst>
            </p:cNvPr>
            <p:cNvSpPr>
              <a:spLocks/>
            </p:cNvSpPr>
            <p:nvPr/>
          </p:nvSpPr>
          <p:spPr>
            <a:xfrm>
              <a:off x="2276343" y="6010168"/>
              <a:ext cx="28398" cy="28398"/>
            </a:xfrm>
            <a:prstGeom prst="ellipse">
              <a:avLst/>
            </a:prstGeom>
            <a:solidFill>
              <a:srgbClr val="7F8C97">
                <a:alpha val="48000"/>
              </a:srgbClr>
            </a:solidFill>
            <a:ln w="0">
              <a:noFill/>
              <a:prstDash val="solid"/>
            </a:ln>
          </p:spPr>
        </p:sp>
        <p:sp>
          <p:nvSpPr>
            <p:cNvPr id="2976" name="03_assume_matched_2975">
              <a:extLst>
                <a:ext uri="{FF2B5EF4-FFF2-40B4-BE49-F238E27FC236}">
                  <a16:creationId xmlns:a16="http://schemas.microsoft.com/office/drawing/2014/main" id="{708622D4-BE1F-4623-8540-EC438DB5F05A}"/>
                </a:ext>
              </a:extLst>
            </p:cNvPr>
            <p:cNvSpPr>
              <a:spLocks/>
            </p:cNvSpPr>
            <p:nvPr/>
          </p:nvSpPr>
          <p:spPr>
            <a:xfrm>
              <a:off x="2293756" y="6010168"/>
              <a:ext cx="28398" cy="28398"/>
            </a:xfrm>
            <a:prstGeom prst="ellipse">
              <a:avLst/>
            </a:prstGeom>
            <a:solidFill>
              <a:srgbClr val="7F8C97">
                <a:alpha val="48000"/>
              </a:srgbClr>
            </a:solidFill>
            <a:ln w="0">
              <a:noFill/>
              <a:prstDash val="solid"/>
            </a:ln>
          </p:spPr>
        </p:sp>
        <p:sp>
          <p:nvSpPr>
            <p:cNvPr id="2977" name="03_assume_matched_2976">
              <a:extLst>
                <a:ext uri="{FF2B5EF4-FFF2-40B4-BE49-F238E27FC236}">
                  <a16:creationId xmlns:a16="http://schemas.microsoft.com/office/drawing/2014/main" id="{C1AAFBC9-EB19-4E8E-A031-D1FA9B51CAF2}"/>
                </a:ext>
              </a:extLst>
            </p:cNvPr>
            <p:cNvSpPr>
              <a:spLocks/>
            </p:cNvSpPr>
            <p:nvPr/>
          </p:nvSpPr>
          <p:spPr>
            <a:xfrm>
              <a:off x="2278502" y="6010168"/>
              <a:ext cx="28398" cy="28398"/>
            </a:xfrm>
            <a:prstGeom prst="ellipse">
              <a:avLst/>
            </a:prstGeom>
            <a:solidFill>
              <a:srgbClr val="7F8C97">
                <a:alpha val="48000"/>
              </a:srgbClr>
            </a:solidFill>
            <a:ln w="0">
              <a:noFill/>
              <a:prstDash val="solid"/>
            </a:ln>
          </p:spPr>
        </p:sp>
        <p:sp>
          <p:nvSpPr>
            <p:cNvPr id="2978" name="03_assume_matched_2977">
              <a:extLst>
                <a:ext uri="{FF2B5EF4-FFF2-40B4-BE49-F238E27FC236}">
                  <a16:creationId xmlns:a16="http://schemas.microsoft.com/office/drawing/2014/main" id="{7D10F273-4D75-4840-9B62-98025A11589D}"/>
                </a:ext>
              </a:extLst>
            </p:cNvPr>
            <p:cNvSpPr>
              <a:spLocks/>
            </p:cNvSpPr>
            <p:nvPr/>
          </p:nvSpPr>
          <p:spPr>
            <a:xfrm>
              <a:off x="2256772" y="6010168"/>
              <a:ext cx="28398" cy="28398"/>
            </a:xfrm>
            <a:prstGeom prst="ellipse">
              <a:avLst/>
            </a:prstGeom>
            <a:solidFill>
              <a:srgbClr val="7F8C97">
                <a:alpha val="48000"/>
              </a:srgbClr>
            </a:solidFill>
            <a:ln w="0">
              <a:noFill/>
              <a:prstDash val="solid"/>
            </a:ln>
          </p:spPr>
        </p:sp>
        <p:sp>
          <p:nvSpPr>
            <p:cNvPr id="2979" name="03_assume_matched_2978">
              <a:extLst>
                <a:ext uri="{FF2B5EF4-FFF2-40B4-BE49-F238E27FC236}">
                  <a16:creationId xmlns:a16="http://schemas.microsoft.com/office/drawing/2014/main" id="{EE2E4481-670D-4D91-AB5F-9411B24CAB6A}"/>
                </a:ext>
              </a:extLst>
            </p:cNvPr>
            <p:cNvSpPr>
              <a:spLocks/>
            </p:cNvSpPr>
            <p:nvPr/>
          </p:nvSpPr>
          <p:spPr>
            <a:xfrm>
              <a:off x="2168555" y="6010168"/>
              <a:ext cx="28398" cy="28398"/>
            </a:xfrm>
            <a:prstGeom prst="ellipse">
              <a:avLst/>
            </a:prstGeom>
            <a:solidFill>
              <a:srgbClr val="7F8C97">
                <a:alpha val="48000"/>
              </a:srgbClr>
            </a:solidFill>
            <a:ln w="0">
              <a:noFill/>
              <a:prstDash val="solid"/>
            </a:ln>
          </p:spPr>
        </p:sp>
        <p:sp>
          <p:nvSpPr>
            <p:cNvPr id="2980" name="03_assume_matched_2979">
              <a:extLst>
                <a:ext uri="{FF2B5EF4-FFF2-40B4-BE49-F238E27FC236}">
                  <a16:creationId xmlns:a16="http://schemas.microsoft.com/office/drawing/2014/main" id="{71AE7DBF-9B7F-46EC-B5B1-7685946BFE73}"/>
                </a:ext>
              </a:extLst>
            </p:cNvPr>
            <p:cNvSpPr>
              <a:spLocks/>
            </p:cNvSpPr>
            <p:nvPr/>
          </p:nvSpPr>
          <p:spPr>
            <a:xfrm>
              <a:off x="2182515" y="6595037"/>
              <a:ext cx="28398" cy="28398"/>
            </a:xfrm>
            <a:prstGeom prst="ellipse">
              <a:avLst/>
            </a:prstGeom>
            <a:solidFill>
              <a:srgbClr val="7F8C97">
                <a:alpha val="48000"/>
              </a:srgbClr>
            </a:solidFill>
            <a:ln w="0">
              <a:noFill/>
              <a:prstDash val="solid"/>
            </a:ln>
          </p:spPr>
        </p:sp>
        <p:sp>
          <p:nvSpPr>
            <p:cNvPr id="2981" name="03_assume_matched_2980">
              <a:extLst>
                <a:ext uri="{FF2B5EF4-FFF2-40B4-BE49-F238E27FC236}">
                  <a16:creationId xmlns:a16="http://schemas.microsoft.com/office/drawing/2014/main" id="{44DB4D12-CFF2-4B96-9E2B-0A69906716D0}"/>
                </a:ext>
              </a:extLst>
            </p:cNvPr>
            <p:cNvSpPr>
              <a:spLocks/>
            </p:cNvSpPr>
            <p:nvPr/>
          </p:nvSpPr>
          <p:spPr>
            <a:xfrm>
              <a:off x="2243676" y="6010168"/>
              <a:ext cx="28398" cy="28398"/>
            </a:xfrm>
            <a:prstGeom prst="ellipse">
              <a:avLst/>
            </a:prstGeom>
            <a:solidFill>
              <a:srgbClr val="7F8C97">
                <a:alpha val="48000"/>
              </a:srgbClr>
            </a:solidFill>
            <a:ln w="0">
              <a:noFill/>
              <a:prstDash val="solid"/>
            </a:ln>
          </p:spPr>
        </p:sp>
        <p:sp>
          <p:nvSpPr>
            <p:cNvPr id="2982" name="03_assume_matched_2981">
              <a:extLst>
                <a:ext uri="{FF2B5EF4-FFF2-40B4-BE49-F238E27FC236}">
                  <a16:creationId xmlns:a16="http://schemas.microsoft.com/office/drawing/2014/main" id="{BD0B57C1-7173-4FFF-9934-AEE6991526E5}"/>
                </a:ext>
              </a:extLst>
            </p:cNvPr>
            <p:cNvSpPr>
              <a:spLocks/>
            </p:cNvSpPr>
            <p:nvPr/>
          </p:nvSpPr>
          <p:spPr>
            <a:xfrm>
              <a:off x="2188559" y="6595037"/>
              <a:ext cx="28398" cy="28398"/>
            </a:xfrm>
            <a:prstGeom prst="ellipse">
              <a:avLst/>
            </a:prstGeom>
            <a:solidFill>
              <a:srgbClr val="7F8C97">
                <a:alpha val="48000"/>
              </a:srgbClr>
            </a:solidFill>
            <a:ln w="0">
              <a:noFill/>
              <a:prstDash val="solid"/>
            </a:ln>
          </p:spPr>
        </p:sp>
        <p:sp>
          <p:nvSpPr>
            <p:cNvPr id="2983" name="03_assume_matched_2982">
              <a:extLst>
                <a:ext uri="{FF2B5EF4-FFF2-40B4-BE49-F238E27FC236}">
                  <a16:creationId xmlns:a16="http://schemas.microsoft.com/office/drawing/2014/main" id="{92923C35-7716-4BA6-ACF9-D2D49BB825B6}"/>
                </a:ext>
              </a:extLst>
            </p:cNvPr>
            <p:cNvSpPr>
              <a:spLocks/>
            </p:cNvSpPr>
            <p:nvPr/>
          </p:nvSpPr>
          <p:spPr>
            <a:xfrm>
              <a:off x="2214606" y="6010168"/>
              <a:ext cx="28398" cy="28398"/>
            </a:xfrm>
            <a:prstGeom prst="ellipse">
              <a:avLst/>
            </a:prstGeom>
            <a:solidFill>
              <a:srgbClr val="7F8C97">
                <a:alpha val="48000"/>
              </a:srgbClr>
            </a:solidFill>
            <a:ln w="0">
              <a:noFill/>
              <a:prstDash val="solid"/>
            </a:ln>
          </p:spPr>
        </p:sp>
        <p:sp>
          <p:nvSpPr>
            <p:cNvPr id="2984" name="03_assume_matched_2983">
              <a:extLst>
                <a:ext uri="{FF2B5EF4-FFF2-40B4-BE49-F238E27FC236}">
                  <a16:creationId xmlns:a16="http://schemas.microsoft.com/office/drawing/2014/main" id="{4189A0C8-3538-49FF-BAC8-673D7DBA3ED7}"/>
                </a:ext>
              </a:extLst>
            </p:cNvPr>
            <p:cNvSpPr>
              <a:spLocks/>
            </p:cNvSpPr>
            <p:nvPr/>
          </p:nvSpPr>
          <p:spPr>
            <a:xfrm>
              <a:off x="2163662" y="6595037"/>
              <a:ext cx="28398" cy="28398"/>
            </a:xfrm>
            <a:prstGeom prst="ellipse">
              <a:avLst/>
            </a:prstGeom>
            <a:solidFill>
              <a:srgbClr val="7F8C97">
                <a:alpha val="48000"/>
              </a:srgbClr>
            </a:solidFill>
            <a:ln w="0">
              <a:noFill/>
              <a:prstDash val="solid"/>
            </a:ln>
          </p:spPr>
        </p:sp>
        <p:sp>
          <p:nvSpPr>
            <p:cNvPr id="2985" name="03_assume_matched_2984">
              <a:extLst>
                <a:ext uri="{FF2B5EF4-FFF2-40B4-BE49-F238E27FC236}">
                  <a16:creationId xmlns:a16="http://schemas.microsoft.com/office/drawing/2014/main" id="{831AEFF4-CF2F-4284-99BB-2E01B8022903}"/>
                </a:ext>
              </a:extLst>
            </p:cNvPr>
            <p:cNvSpPr>
              <a:spLocks/>
            </p:cNvSpPr>
            <p:nvPr/>
          </p:nvSpPr>
          <p:spPr>
            <a:xfrm>
              <a:off x="3036342" y="6010168"/>
              <a:ext cx="28398" cy="28398"/>
            </a:xfrm>
            <a:prstGeom prst="ellipse">
              <a:avLst/>
            </a:prstGeom>
            <a:solidFill>
              <a:srgbClr val="7F8C97">
                <a:alpha val="48000"/>
              </a:srgbClr>
            </a:solidFill>
            <a:ln w="0">
              <a:noFill/>
              <a:prstDash val="solid"/>
            </a:ln>
          </p:spPr>
        </p:sp>
        <p:sp>
          <p:nvSpPr>
            <p:cNvPr id="2986" name="03_assume_matched_2985">
              <a:extLst>
                <a:ext uri="{FF2B5EF4-FFF2-40B4-BE49-F238E27FC236}">
                  <a16:creationId xmlns:a16="http://schemas.microsoft.com/office/drawing/2014/main" id="{D632643A-D9CA-4744-945E-97A32B8F010C}"/>
                </a:ext>
              </a:extLst>
            </p:cNvPr>
            <p:cNvSpPr>
              <a:spLocks/>
            </p:cNvSpPr>
            <p:nvPr/>
          </p:nvSpPr>
          <p:spPr>
            <a:xfrm>
              <a:off x="3024829" y="6010168"/>
              <a:ext cx="28398" cy="28398"/>
            </a:xfrm>
            <a:prstGeom prst="ellipse">
              <a:avLst/>
            </a:prstGeom>
            <a:solidFill>
              <a:srgbClr val="7F8C97">
                <a:alpha val="48000"/>
              </a:srgbClr>
            </a:solidFill>
            <a:ln w="0">
              <a:noFill/>
              <a:prstDash val="solid"/>
            </a:ln>
          </p:spPr>
        </p:sp>
        <p:sp>
          <p:nvSpPr>
            <p:cNvPr id="2987" name="03_assume_matched_2986">
              <a:extLst>
                <a:ext uri="{FF2B5EF4-FFF2-40B4-BE49-F238E27FC236}">
                  <a16:creationId xmlns:a16="http://schemas.microsoft.com/office/drawing/2014/main" id="{77AF1D1C-D117-4987-91E1-A60D3B0EBDDC}"/>
                </a:ext>
              </a:extLst>
            </p:cNvPr>
            <p:cNvSpPr>
              <a:spLocks/>
            </p:cNvSpPr>
            <p:nvPr/>
          </p:nvSpPr>
          <p:spPr>
            <a:xfrm>
              <a:off x="2967697" y="6010168"/>
              <a:ext cx="28398" cy="28398"/>
            </a:xfrm>
            <a:prstGeom prst="ellipse">
              <a:avLst/>
            </a:prstGeom>
            <a:solidFill>
              <a:srgbClr val="7F8C97">
                <a:alpha val="48000"/>
              </a:srgbClr>
            </a:solidFill>
            <a:ln w="0">
              <a:noFill/>
              <a:prstDash val="solid"/>
            </a:ln>
          </p:spPr>
        </p:sp>
        <p:sp>
          <p:nvSpPr>
            <p:cNvPr id="2988" name="03_assume_matched_2987">
              <a:extLst>
                <a:ext uri="{FF2B5EF4-FFF2-40B4-BE49-F238E27FC236}">
                  <a16:creationId xmlns:a16="http://schemas.microsoft.com/office/drawing/2014/main" id="{9A12AA20-3834-4C83-8C34-3740ACE5FF8F}"/>
                </a:ext>
              </a:extLst>
            </p:cNvPr>
            <p:cNvSpPr>
              <a:spLocks/>
            </p:cNvSpPr>
            <p:nvPr/>
          </p:nvSpPr>
          <p:spPr>
            <a:xfrm>
              <a:off x="3046559" y="6010168"/>
              <a:ext cx="28398" cy="28398"/>
            </a:xfrm>
            <a:prstGeom prst="ellipse">
              <a:avLst/>
            </a:prstGeom>
            <a:solidFill>
              <a:srgbClr val="7F8C97">
                <a:alpha val="48000"/>
              </a:srgbClr>
            </a:solidFill>
            <a:ln w="0">
              <a:noFill/>
              <a:prstDash val="solid"/>
            </a:ln>
          </p:spPr>
        </p:sp>
        <p:sp>
          <p:nvSpPr>
            <p:cNvPr id="2989" name="03_assume_matched_2988">
              <a:extLst>
                <a:ext uri="{FF2B5EF4-FFF2-40B4-BE49-F238E27FC236}">
                  <a16:creationId xmlns:a16="http://schemas.microsoft.com/office/drawing/2014/main" id="{18E5DC02-E124-4F2D-AF6B-1AD48641092A}"/>
                </a:ext>
              </a:extLst>
            </p:cNvPr>
            <p:cNvSpPr>
              <a:spLocks/>
            </p:cNvSpPr>
            <p:nvPr/>
          </p:nvSpPr>
          <p:spPr>
            <a:xfrm>
              <a:off x="3014324" y="6010168"/>
              <a:ext cx="28398" cy="28398"/>
            </a:xfrm>
            <a:prstGeom prst="ellipse">
              <a:avLst/>
            </a:prstGeom>
            <a:solidFill>
              <a:srgbClr val="7F8C97">
                <a:alpha val="48000"/>
              </a:srgbClr>
            </a:solidFill>
            <a:ln w="0">
              <a:noFill/>
              <a:prstDash val="solid"/>
            </a:ln>
          </p:spPr>
        </p:sp>
        <p:sp>
          <p:nvSpPr>
            <p:cNvPr id="2990" name="03_assume_matched_2989">
              <a:extLst>
                <a:ext uri="{FF2B5EF4-FFF2-40B4-BE49-F238E27FC236}">
                  <a16:creationId xmlns:a16="http://schemas.microsoft.com/office/drawing/2014/main" id="{08B610D4-E7C0-4CF7-958F-41BA3B4294DA}"/>
                </a:ext>
              </a:extLst>
            </p:cNvPr>
            <p:cNvSpPr>
              <a:spLocks/>
            </p:cNvSpPr>
            <p:nvPr/>
          </p:nvSpPr>
          <p:spPr>
            <a:xfrm>
              <a:off x="2919056" y="6010168"/>
              <a:ext cx="28398" cy="28398"/>
            </a:xfrm>
            <a:prstGeom prst="ellipse">
              <a:avLst/>
            </a:prstGeom>
            <a:solidFill>
              <a:srgbClr val="7F8C97">
                <a:alpha val="48000"/>
              </a:srgbClr>
            </a:solidFill>
            <a:ln w="0">
              <a:noFill/>
              <a:prstDash val="solid"/>
            </a:ln>
          </p:spPr>
        </p:sp>
        <p:sp>
          <p:nvSpPr>
            <p:cNvPr id="2991" name="03_assume_matched_2990">
              <a:extLst>
                <a:ext uri="{FF2B5EF4-FFF2-40B4-BE49-F238E27FC236}">
                  <a16:creationId xmlns:a16="http://schemas.microsoft.com/office/drawing/2014/main" id="{719BC6E6-6964-4E40-854D-945BFDE3E5C1}"/>
                </a:ext>
              </a:extLst>
            </p:cNvPr>
            <p:cNvSpPr>
              <a:spLocks/>
            </p:cNvSpPr>
            <p:nvPr/>
          </p:nvSpPr>
          <p:spPr>
            <a:xfrm>
              <a:off x="2949708" y="6302602"/>
              <a:ext cx="28398" cy="28398"/>
            </a:xfrm>
            <a:prstGeom prst="ellipse">
              <a:avLst/>
            </a:prstGeom>
            <a:solidFill>
              <a:srgbClr val="7F8C97">
                <a:alpha val="48000"/>
              </a:srgbClr>
            </a:solidFill>
            <a:ln w="0">
              <a:noFill/>
              <a:prstDash val="solid"/>
            </a:ln>
          </p:spPr>
        </p:sp>
        <p:sp>
          <p:nvSpPr>
            <p:cNvPr id="2992" name="03_assume_matched_2991">
              <a:extLst>
                <a:ext uri="{FF2B5EF4-FFF2-40B4-BE49-F238E27FC236}">
                  <a16:creationId xmlns:a16="http://schemas.microsoft.com/office/drawing/2014/main" id="{222ABAAE-727B-4F16-A508-DA7287215E79}"/>
                </a:ext>
              </a:extLst>
            </p:cNvPr>
            <p:cNvSpPr>
              <a:spLocks/>
            </p:cNvSpPr>
            <p:nvPr/>
          </p:nvSpPr>
          <p:spPr>
            <a:xfrm>
              <a:off x="2918768" y="6448819"/>
              <a:ext cx="28398" cy="28398"/>
            </a:xfrm>
            <a:prstGeom prst="ellipse">
              <a:avLst/>
            </a:prstGeom>
            <a:solidFill>
              <a:srgbClr val="7F8C97">
                <a:alpha val="48000"/>
              </a:srgbClr>
            </a:solidFill>
            <a:ln w="0">
              <a:noFill/>
              <a:prstDash val="solid"/>
            </a:ln>
          </p:spPr>
        </p:sp>
        <p:sp>
          <p:nvSpPr>
            <p:cNvPr id="2993" name="03_assume_matched_2992">
              <a:extLst>
                <a:ext uri="{FF2B5EF4-FFF2-40B4-BE49-F238E27FC236}">
                  <a16:creationId xmlns:a16="http://schemas.microsoft.com/office/drawing/2014/main" id="{612454DF-034A-4FD5-8F5C-2919716F0F94}"/>
                </a:ext>
              </a:extLst>
            </p:cNvPr>
            <p:cNvSpPr>
              <a:spLocks/>
            </p:cNvSpPr>
            <p:nvPr/>
          </p:nvSpPr>
          <p:spPr>
            <a:xfrm>
              <a:off x="3000077" y="6010168"/>
              <a:ext cx="28398" cy="28398"/>
            </a:xfrm>
            <a:prstGeom prst="ellipse">
              <a:avLst/>
            </a:prstGeom>
            <a:solidFill>
              <a:srgbClr val="7F8C97">
                <a:alpha val="48000"/>
              </a:srgbClr>
            </a:solidFill>
            <a:ln w="0">
              <a:noFill/>
              <a:prstDash val="solid"/>
            </a:ln>
          </p:spPr>
        </p:sp>
        <p:sp>
          <p:nvSpPr>
            <p:cNvPr id="2994" name="03_assume_matched_2993">
              <a:extLst>
                <a:ext uri="{FF2B5EF4-FFF2-40B4-BE49-F238E27FC236}">
                  <a16:creationId xmlns:a16="http://schemas.microsoft.com/office/drawing/2014/main" id="{773C31C7-6A32-4F7A-B1BD-A600A36F0B43}"/>
                </a:ext>
              </a:extLst>
            </p:cNvPr>
            <p:cNvSpPr>
              <a:spLocks/>
            </p:cNvSpPr>
            <p:nvPr/>
          </p:nvSpPr>
          <p:spPr>
            <a:xfrm>
              <a:off x="2981368" y="6010168"/>
              <a:ext cx="28398" cy="28398"/>
            </a:xfrm>
            <a:prstGeom prst="ellipse">
              <a:avLst/>
            </a:prstGeom>
            <a:solidFill>
              <a:srgbClr val="7F8C97">
                <a:alpha val="48000"/>
              </a:srgbClr>
            </a:solidFill>
            <a:ln w="0">
              <a:noFill/>
              <a:prstDash val="solid"/>
            </a:ln>
          </p:spPr>
        </p:sp>
        <p:sp>
          <p:nvSpPr>
            <p:cNvPr id="2995" name="03_assume_matched_2994">
              <a:extLst>
                <a:ext uri="{FF2B5EF4-FFF2-40B4-BE49-F238E27FC236}">
                  <a16:creationId xmlns:a16="http://schemas.microsoft.com/office/drawing/2014/main" id="{0BE92B4B-CA4F-4AC7-911D-D47C5E63C0B4}"/>
                </a:ext>
              </a:extLst>
            </p:cNvPr>
            <p:cNvSpPr>
              <a:spLocks/>
            </p:cNvSpPr>
            <p:nvPr/>
          </p:nvSpPr>
          <p:spPr>
            <a:xfrm>
              <a:off x="2966114" y="6010168"/>
              <a:ext cx="28398" cy="28398"/>
            </a:xfrm>
            <a:prstGeom prst="ellipse">
              <a:avLst/>
            </a:prstGeom>
            <a:solidFill>
              <a:srgbClr val="7F8C97">
                <a:alpha val="48000"/>
              </a:srgbClr>
            </a:solidFill>
            <a:ln w="0">
              <a:noFill/>
              <a:prstDash val="solid"/>
            </a:ln>
          </p:spPr>
        </p:sp>
        <p:sp>
          <p:nvSpPr>
            <p:cNvPr id="2996" name="03_assume_matched_2995">
              <a:extLst>
                <a:ext uri="{FF2B5EF4-FFF2-40B4-BE49-F238E27FC236}">
                  <a16:creationId xmlns:a16="http://schemas.microsoft.com/office/drawing/2014/main" id="{4D6FE716-CCCE-425F-81BF-A12536475EDF}"/>
                </a:ext>
              </a:extLst>
            </p:cNvPr>
            <p:cNvSpPr>
              <a:spLocks/>
            </p:cNvSpPr>
            <p:nvPr/>
          </p:nvSpPr>
          <p:spPr>
            <a:xfrm>
              <a:off x="2951867" y="6595037"/>
              <a:ext cx="28398" cy="28398"/>
            </a:xfrm>
            <a:prstGeom prst="ellipse">
              <a:avLst/>
            </a:prstGeom>
            <a:solidFill>
              <a:srgbClr val="7F8C97">
                <a:alpha val="48000"/>
              </a:srgbClr>
            </a:solidFill>
            <a:ln w="0">
              <a:noFill/>
              <a:prstDash val="solid"/>
            </a:ln>
          </p:spPr>
        </p:sp>
        <p:sp>
          <p:nvSpPr>
            <p:cNvPr id="2997" name="03_assume_matched_2996">
              <a:extLst>
                <a:ext uri="{FF2B5EF4-FFF2-40B4-BE49-F238E27FC236}">
                  <a16:creationId xmlns:a16="http://schemas.microsoft.com/office/drawing/2014/main" id="{33913DE0-3A5B-4AD2-8114-113102B02EFA}"/>
                </a:ext>
              </a:extLst>
            </p:cNvPr>
            <p:cNvSpPr>
              <a:spLocks/>
            </p:cNvSpPr>
            <p:nvPr/>
          </p:nvSpPr>
          <p:spPr>
            <a:xfrm>
              <a:off x="2968273" y="6010168"/>
              <a:ext cx="28398" cy="28398"/>
            </a:xfrm>
            <a:prstGeom prst="ellipse">
              <a:avLst/>
            </a:prstGeom>
            <a:solidFill>
              <a:srgbClr val="7F8C97">
                <a:alpha val="48000"/>
              </a:srgbClr>
            </a:solidFill>
            <a:ln w="0">
              <a:noFill/>
              <a:prstDash val="solid"/>
            </a:ln>
          </p:spPr>
        </p:sp>
        <p:sp>
          <p:nvSpPr>
            <p:cNvPr id="2998" name="03_assume_matched_2997">
              <a:extLst>
                <a:ext uri="{FF2B5EF4-FFF2-40B4-BE49-F238E27FC236}">
                  <a16:creationId xmlns:a16="http://schemas.microsoft.com/office/drawing/2014/main" id="{D4430EEC-5C80-49D0-A2C5-19FA6A35E676}"/>
                </a:ext>
              </a:extLst>
            </p:cNvPr>
            <p:cNvSpPr>
              <a:spLocks/>
            </p:cNvSpPr>
            <p:nvPr/>
          </p:nvSpPr>
          <p:spPr>
            <a:xfrm>
              <a:off x="3053467" y="6302602"/>
              <a:ext cx="28398" cy="28398"/>
            </a:xfrm>
            <a:prstGeom prst="ellipse">
              <a:avLst/>
            </a:prstGeom>
            <a:solidFill>
              <a:srgbClr val="7F8C97">
                <a:alpha val="48000"/>
              </a:srgbClr>
            </a:solidFill>
            <a:ln w="0">
              <a:noFill/>
              <a:prstDash val="solid"/>
            </a:ln>
          </p:spPr>
        </p:sp>
        <p:sp>
          <p:nvSpPr>
            <p:cNvPr id="2999" name="03_assume_matched_2998">
              <a:extLst>
                <a:ext uri="{FF2B5EF4-FFF2-40B4-BE49-F238E27FC236}">
                  <a16:creationId xmlns:a16="http://schemas.microsoft.com/office/drawing/2014/main" id="{D82829A4-A24F-477C-873A-3D2941BE6745}"/>
                </a:ext>
              </a:extLst>
            </p:cNvPr>
            <p:cNvSpPr>
              <a:spLocks/>
            </p:cNvSpPr>
            <p:nvPr/>
          </p:nvSpPr>
          <p:spPr>
            <a:xfrm>
              <a:off x="3008423" y="6010168"/>
              <a:ext cx="28398" cy="28398"/>
            </a:xfrm>
            <a:prstGeom prst="ellipse">
              <a:avLst/>
            </a:prstGeom>
            <a:solidFill>
              <a:srgbClr val="7F8C97">
                <a:alpha val="48000"/>
              </a:srgbClr>
            </a:solidFill>
            <a:ln w="0">
              <a:noFill/>
              <a:prstDash val="solid"/>
            </a:ln>
          </p:spPr>
        </p:sp>
        <p:sp>
          <p:nvSpPr>
            <p:cNvPr id="3000" name="03_assume_matched_2999">
              <a:extLst>
                <a:ext uri="{FF2B5EF4-FFF2-40B4-BE49-F238E27FC236}">
                  <a16:creationId xmlns:a16="http://schemas.microsoft.com/office/drawing/2014/main" id="{BC501322-6B5D-4A7C-80EA-E83DB2E09F57}"/>
                </a:ext>
              </a:extLst>
            </p:cNvPr>
            <p:cNvSpPr>
              <a:spLocks/>
            </p:cNvSpPr>
            <p:nvPr/>
          </p:nvSpPr>
          <p:spPr>
            <a:xfrm>
              <a:off x="3018209" y="6595037"/>
              <a:ext cx="28398" cy="28398"/>
            </a:xfrm>
            <a:prstGeom prst="ellipse">
              <a:avLst/>
            </a:prstGeom>
            <a:solidFill>
              <a:srgbClr val="7F8C97">
                <a:alpha val="48000"/>
              </a:srgbClr>
            </a:solidFill>
            <a:ln w="0">
              <a:noFill/>
              <a:prstDash val="solid"/>
            </a:ln>
          </p:spPr>
        </p:sp>
        <p:sp>
          <p:nvSpPr>
            <p:cNvPr id="3001" name="03_assume_matched_3000">
              <a:extLst>
                <a:ext uri="{FF2B5EF4-FFF2-40B4-BE49-F238E27FC236}">
                  <a16:creationId xmlns:a16="http://schemas.microsoft.com/office/drawing/2014/main" id="{D6131FE7-EFB9-40A1-8388-6BB6E20ABA04}"/>
                </a:ext>
              </a:extLst>
            </p:cNvPr>
            <p:cNvSpPr>
              <a:spLocks/>
            </p:cNvSpPr>
            <p:nvPr/>
          </p:nvSpPr>
          <p:spPr>
            <a:xfrm>
              <a:off x="2955033" y="6530051"/>
              <a:ext cx="28398" cy="28398"/>
            </a:xfrm>
            <a:prstGeom prst="ellipse">
              <a:avLst/>
            </a:prstGeom>
            <a:solidFill>
              <a:srgbClr val="7F8C97">
                <a:alpha val="48000"/>
              </a:srgbClr>
            </a:solidFill>
            <a:ln w="0">
              <a:noFill/>
              <a:prstDash val="solid"/>
            </a:ln>
          </p:spPr>
        </p:sp>
        <p:sp>
          <p:nvSpPr>
            <p:cNvPr id="3002" name="03_assume_matched_3001">
              <a:extLst>
                <a:ext uri="{FF2B5EF4-FFF2-40B4-BE49-F238E27FC236}">
                  <a16:creationId xmlns:a16="http://schemas.microsoft.com/office/drawing/2014/main" id="{9BFC000F-4F90-4B59-B455-536066D6C3DD}"/>
                </a:ext>
              </a:extLst>
            </p:cNvPr>
            <p:cNvSpPr>
              <a:spLocks/>
            </p:cNvSpPr>
            <p:nvPr/>
          </p:nvSpPr>
          <p:spPr>
            <a:xfrm>
              <a:off x="3045408" y="6595037"/>
              <a:ext cx="28398" cy="28398"/>
            </a:xfrm>
            <a:prstGeom prst="ellipse">
              <a:avLst/>
            </a:prstGeom>
            <a:solidFill>
              <a:srgbClr val="7F8C97">
                <a:alpha val="48000"/>
              </a:srgbClr>
            </a:solidFill>
            <a:ln w="0">
              <a:noFill/>
              <a:prstDash val="solid"/>
            </a:ln>
          </p:spPr>
        </p:sp>
        <p:sp>
          <p:nvSpPr>
            <p:cNvPr id="3003" name="03_assume_matched_3002">
              <a:extLst>
                <a:ext uri="{FF2B5EF4-FFF2-40B4-BE49-F238E27FC236}">
                  <a16:creationId xmlns:a16="http://schemas.microsoft.com/office/drawing/2014/main" id="{D6F0E117-825B-4FE7-B80C-7B98731B8E56}"/>
                </a:ext>
              </a:extLst>
            </p:cNvPr>
            <p:cNvSpPr>
              <a:spLocks/>
            </p:cNvSpPr>
            <p:nvPr/>
          </p:nvSpPr>
          <p:spPr>
            <a:xfrm>
              <a:off x="3018497" y="6169677"/>
              <a:ext cx="28398" cy="28398"/>
            </a:xfrm>
            <a:prstGeom prst="ellipse">
              <a:avLst/>
            </a:prstGeom>
            <a:solidFill>
              <a:srgbClr val="7F8C97">
                <a:alpha val="48000"/>
              </a:srgbClr>
            </a:solidFill>
            <a:ln w="0">
              <a:noFill/>
              <a:prstDash val="solid"/>
            </a:ln>
          </p:spPr>
        </p:sp>
        <p:sp>
          <p:nvSpPr>
            <p:cNvPr id="3004" name="03_assume_matched_3003">
              <a:extLst>
                <a:ext uri="{FF2B5EF4-FFF2-40B4-BE49-F238E27FC236}">
                  <a16:creationId xmlns:a16="http://schemas.microsoft.com/office/drawing/2014/main" id="{FDB8C615-08D3-4336-97B5-0D49EB2FAA63}"/>
                </a:ext>
              </a:extLst>
            </p:cNvPr>
            <p:cNvSpPr>
              <a:spLocks/>
            </p:cNvSpPr>
            <p:nvPr/>
          </p:nvSpPr>
          <p:spPr>
            <a:xfrm>
              <a:off x="2936325" y="6595037"/>
              <a:ext cx="28398" cy="28398"/>
            </a:xfrm>
            <a:prstGeom prst="ellipse">
              <a:avLst/>
            </a:prstGeom>
            <a:solidFill>
              <a:srgbClr val="7F8C97">
                <a:alpha val="48000"/>
              </a:srgbClr>
            </a:solidFill>
            <a:ln w="0">
              <a:noFill/>
              <a:prstDash val="solid"/>
            </a:ln>
          </p:spPr>
        </p:sp>
        <p:sp>
          <p:nvSpPr>
            <p:cNvPr id="3005" name="03_assume_matched_3004">
              <a:extLst>
                <a:ext uri="{FF2B5EF4-FFF2-40B4-BE49-F238E27FC236}">
                  <a16:creationId xmlns:a16="http://schemas.microsoft.com/office/drawing/2014/main" id="{E231CDCB-AD14-4D40-AFC2-1DCBDC472BE2}"/>
                </a:ext>
              </a:extLst>
            </p:cNvPr>
            <p:cNvSpPr>
              <a:spLocks/>
            </p:cNvSpPr>
            <p:nvPr/>
          </p:nvSpPr>
          <p:spPr>
            <a:xfrm>
              <a:off x="2943664" y="6010168"/>
              <a:ext cx="28398" cy="28398"/>
            </a:xfrm>
            <a:prstGeom prst="ellipse">
              <a:avLst/>
            </a:prstGeom>
            <a:solidFill>
              <a:srgbClr val="7F8C97">
                <a:alpha val="48000"/>
              </a:srgbClr>
            </a:solidFill>
            <a:ln w="0">
              <a:noFill/>
              <a:prstDash val="solid"/>
            </a:ln>
          </p:spPr>
        </p:sp>
        <p:sp>
          <p:nvSpPr>
            <p:cNvPr id="3006" name="03_assume_matched_3005">
              <a:extLst>
                <a:ext uri="{FF2B5EF4-FFF2-40B4-BE49-F238E27FC236}">
                  <a16:creationId xmlns:a16="http://schemas.microsoft.com/office/drawing/2014/main" id="{5A16EAEA-5B01-40A8-8E67-67D22EC860AE}"/>
                </a:ext>
              </a:extLst>
            </p:cNvPr>
            <p:cNvSpPr>
              <a:spLocks/>
            </p:cNvSpPr>
            <p:nvPr/>
          </p:nvSpPr>
          <p:spPr>
            <a:xfrm>
              <a:off x="2954889" y="6400080"/>
              <a:ext cx="28398" cy="28398"/>
            </a:xfrm>
            <a:prstGeom prst="ellipse">
              <a:avLst/>
            </a:prstGeom>
            <a:solidFill>
              <a:srgbClr val="7F8C97">
                <a:alpha val="48000"/>
              </a:srgbClr>
            </a:solidFill>
            <a:ln w="0">
              <a:noFill/>
              <a:prstDash val="solid"/>
            </a:ln>
          </p:spPr>
        </p:sp>
        <p:sp>
          <p:nvSpPr>
            <p:cNvPr id="3007" name="03_assume_matched_3006">
              <a:extLst>
                <a:ext uri="{FF2B5EF4-FFF2-40B4-BE49-F238E27FC236}">
                  <a16:creationId xmlns:a16="http://schemas.microsoft.com/office/drawing/2014/main" id="{C4050268-09E1-46AE-B31F-C16A64B7E608}"/>
                </a:ext>
              </a:extLst>
            </p:cNvPr>
            <p:cNvSpPr>
              <a:spLocks/>
            </p:cNvSpPr>
            <p:nvPr/>
          </p:nvSpPr>
          <p:spPr>
            <a:xfrm>
              <a:off x="3044257" y="6010168"/>
              <a:ext cx="28398" cy="28398"/>
            </a:xfrm>
            <a:prstGeom prst="ellipse">
              <a:avLst/>
            </a:prstGeom>
            <a:solidFill>
              <a:srgbClr val="7F8C97">
                <a:alpha val="48000"/>
              </a:srgbClr>
            </a:solidFill>
            <a:ln w="0">
              <a:noFill/>
              <a:prstDash val="solid"/>
            </a:ln>
          </p:spPr>
        </p:sp>
        <p:sp>
          <p:nvSpPr>
            <p:cNvPr id="3008" name="03_assume_matched_3007">
              <a:extLst>
                <a:ext uri="{FF2B5EF4-FFF2-40B4-BE49-F238E27FC236}">
                  <a16:creationId xmlns:a16="http://schemas.microsoft.com/office/drawing/2014/main" id="{EBC2FFEE-660F-4B60-9D3F-C36750C5BEA5}"/>
                </a:ext>
              </a:extLst>
            </p:cNvPr>
            <p:cNvSpPr>
              <a:spLocks/>
            </p:cNvSpPr>
            <p:nvPr/>
          </p:nvSpPr>
          <p:spPr>
            <a:xfrm>
              <a:off x="2957192" y="6010168"/>
              <a:ext cx="28398" cy="28398"/>
            </a:xfrm>
            <a:prstGeom prst="ellipse">
              <a:avLst/>
            </a:prstGeom>
            <a:solidFill>
              <a:srgbClr val="7F8C97">
                <a:alpha val="48000"/>
              </a:srgbClr>
            </a:solidFill>
            <a:ln w="0">
              <a:noFill/>
              <a:prstDash val="solid"/>
            </a:ln>
          </p:spPr>
        </p:sp>
        <p:sp>
          <p:nvSpPr>
            <p:cNvPr id="3009" name="03_assume_matched_3008">
              <a:extLst>
                <a:ext uri="{FF2B5EF4-FFF2-40B4-BE49-F238E27FC236}">
                  <a16:creationId xmlns:a16="http://schemas.microsoft.com/office/drawing/2014/main" id="{92116585-9260-41E6-BFE7-A998D932858C}"/>
                </a:ext>
              </a:extLst>
            </p:cNvPr>
            <p:cNvSpPr>
              <a:spLocks/>
            </p:cNvSpPr>
            <p:nvPr/>
          </p:nvSpPr>
          <p:spPr>
            <a:xfrm>
              <a:off x="3036198" y="6400080"/>
              <a:ext cx="28398" cy="28398"/>
            </a:xfrm>
            <a:prstGeom prst="ellipse">
              <a:avLst/>
            </a:prstGeom>
            <a:solidFill>
              <a:srgbClr val="7F8C97">
                <a:alpha val="48000"/>
              </a:srgbClr>
            </a:solidFill>
            <a:ln w="0">
              <a:noFill/>
              <a:prstDash val="solid"/>
            </a:ln>
          </p:spPr>
        </p:sp>
        <p:sp>
          <p:nvSpPr>
            <p:cNvPr id="3010" name="03_assume_matched_3009">
              <a:extLst>
                <a:ext uri="{FF2B5EF4-FFF2-40B4-BE49-F238E27FC236}">
                  <a16:creationId xmlns:a16="http://schemas.microsoft.com/office/drawing/2014/main" id="{3B74DF16-6E23-47FB-8390-A205E50819FE}"/>
                </a:ext>
              </a:extLst>
            </p:cNvPr>
            <p:cNvSpPr>
              <a:spLocks/>
            </p:cNvSpPr>
            <p:nvPr/>
          </p:nvSpPr>
          <p:spPr>
            <a:xfrm>
              <a:off x="3037349" y="6010168"/>
              <a:ext cx="28398" cy="28398"/>
            </a:xfrm>
            <a:prstGeom prst="ellipse">
              <a:avLst/>
            </a:prstGeom>
            <a:solidFill>
              <a:srgbClr val="7F8C97">
                <a:alpha val="48000"/>
              </a:srgbClr>
            </a:solidFill>
            <a:ln w="0">
              <a:noFill/>
              <a:prstDash val="solid"/>
            </a:ln>
          </p:spPr>
        </p:sp>
        <p:sp>
          <p:nvSpPr>
            <p:cNvPr id="3011" name="03_assume_matched_3010">
              <a:extLst>
                <a:ext uri="{FF2B5EF4-FFF2-40B4-BE49-F238E27FC236}">
                  <a16:creationId xmlns:a16="http://schemas.microsoft.com/office/drawing/2014/main" id="{1FF137AF-5593-4B1D-BB80-2CD7655796C3}"/>
                </a:ext>
              </a:extLst>
            </p:cNvPr>
            <p:cNvSpPr>
              <a:spLocks/>
            </p:cNvSpPr>
            <p:nvPr/>
          </p:nvSpPr>
          <p:spPr>
            <a:xfrm>
              <a:off x="3041091" y="6595037"/>
              <a:ext cx="28398" cy="28398"/>
            </a:xfrm>
            <a:prstGeom prst="ellipse">
              <a:avLst/>
            </a:prstGeom>
            <a:solidFill>
              <a:srgbClr val="7F8C97">
                <a:alpha val="48000"/>
              </a:srgbClr>
            </a:solidFill>
            <a:ln w="0">
              <a:noFill/>
              <a:prstDash val="solid"/>
            </a:ln>
          </p:spPr>
        </p:sp>
        <p:sp>
          <p:nvSpPr>
            <p:cNvPr id="3012" name="03_assume_matched_3011">
              <a:extLst>
                <a:ext uri="{FF2B5EF4-FFF2-40B4-BE49-F238E27FC236}">
                  <a16:creationId xmlns:a16="http://schemas.microsoft.com/office/drawing/2014/main" id="{988D8B5E-BBD1-4107-96FA-6DA52AF620D0}"/>
                </a:ext>
              </a:extLst>
            </p:cNvPr>
            <p:cNvSpPr>
              <a:spLocks/>
            </p:cNvSpPr>
            <p:nvPr/>
          </p:nvSpPr>
          <p:spPr>
            <a:xfrm>
              <a:off x="2958343" y="6595037"/>
              <a:ext cx="28398" cy="28398"/>
            </a:xfrm>
            <a:prstGeom prst="ellipse">
              <a:avLst/>
            </a:prstGeom>
            <a:solidFill>
              <a:srgbClr val="7F8C97">
                <a:alpha val="48000"/>
              </a:srgbClr>
            </a:solidFill>
            <a:ln w="0">
              <a:noFill/>
              <a:prstDash val="solid"/>
            </a:ln>
          </p:spPr>
        </p:sp>
        <p:sp>
          <p:nvSpPr>
            <p:cNvPr id="3013" name="03_assume_matched_3012">
              <a:extLst>
                <a:ext uri="{FF2B5EF4-FFF2-40B4-BE49-F238E27FC236}">
                  <a16:creationId xmlns:a16="http://schemas.microsoft.com/office/drawing/2014/main" id="{FD17EC4D-2CDF-4A86-89B4-CD44F431A814}"/>
                </a:ext>
              </a:extLst>
            </p:cNvPr>
            <p:cNvSpPr>
              <a:spLocks/>
            </p:cNvSpPr>
            <p:nvPr/>
          </p:nvSpPr>
          <p:spPr>
            <a:xfrm>
              <a:off x="2936613" y="6010168"/>
              <a:ext cx="28398" cy="28398"/>
            </a:xfrm>
            <a:prstGeom prst="ellipse">
              <a:avLst/>
            </a:prstGeom>
            <a:solidFill>
              <a:srgbClr val="7F8C97">
                <a:alpha val="48000"/>
              </a:srgbClr>
            </a:solidFill>
            <a:ln w="0">
              <a:noFill/>
              <a:prstDash val="solid"/>
            </a:ln>
          </p:spPr>
        </p:sp>
        <p:sp>
          <p:nvSpPr>
            <p:cNvPr id="3014" name="03_assume_matched_3013">
              <a:extLst>
                <a:ext uri="{FF2B5EF4-FFF2-40B4-BE49-F238E27FC236}">
                  <a16:creationId xmlns:a16="http://schemas.microsoft.com/office/drawing/2014/main" id="{6C036D2C-30C5-48F5-AF21-2BA892511A33}"/>
                </a:ext>
              </a:extLst>
            </p:cNvPr>
            <p:cNvSpPr>
              <a:spLocks/>
            </p:cNvSpPr>
            <p:nvPr/>
          </p:nvSpPr>
          <p:spPr>
            <a:xfrm>
              <a:off x="3020368" y="6010168"/>
              <a:ext cx="28398" cy="28398"/>
            </a:xfrm>
            <a:prstGeom prst="ellipse">
              <a:avLst/>
            </a:prstGeom>
            <a:solidFill>
              <a:srgbClr val="7F8C97">
                <a:alpha val="48000"/>
              </a:srgbClr>
            </a:solidFill>
            <a:ln w="0">
              <a:noFill/>
              <a:prstDash val="solid"/>
            </a:ln>
          </p:spPr>
        </p:sp>
        <p:sp>
          <p:nvSpPr>
            <p:cNvPr id="3015" name="03_assume_matched_3014">
              <a:extLst>
                <a:ext uri="{FF2B5EF4-FFF2-40B4-BE49-F238E27FC236}">
                  <a16:creationId xmlns:a16="http://schemas.microsoft.com/office/drawing/2014/main" id="{D39BB50B-1126-4B24-B9A7-6B4E0539094F}"/>
                </a:ext>
              </a:extLst>
            </p:cNvPr>
            <p:cNvSpPr>
              <a:spLocks/>
            </p:cNvSpPr>
            <p:nvPr/>
          </p:nvSpPr>
          <p:spPr>
            <a:xfrm>
              <a:off x="2929849" y="6010168"/>
              <a:ext cx="28398" cy="28398"/>
            </a:xfrm>
            <a:prstGeom prst="ellipse">
              <a:avLst/>
            </a:prstGeom>
            <a:solidFill>
              <a:srgbClr val="7F8C97">
                <a:alpha val="48000"/>
              </a:srgbClr>
            </a:solidFill>
            <a:ln w="0">
              <a:noFill/>
              <a:prstDash val="solid"/>
            </a:ln>
          </p:spPr>
        </p:sp>
        <p:sp>
          <p:nvSpPr>
            <p:cNvPr id="3016" name="03_assume_matched_3015">
              <a:extLst>
                <a:ext uri="{FF2B5EF4-FFF2-40B4-BE49-F238E27FC236}">
                  <a16:creationId xmlns:a16="http://schemas.microsoft.com/office/drawing/2014/main" id="{70CF7C2D-84A4-4E4B-A4A5-AEB157C98F4A}"/>
                </a:ext>
              </a:extLst>
            </p:cNvPr>
            <p:cNvSpPr>
              <a:spLocks/>
            </p:cNvSpPr>
            <p:nvPr/>
          </p:nvSpPr>
          <p:spPr>
            <a:xfrm>
              <a:off x="3023965" y="6010168"/>
              <a:ext cx="28398" cy="28398"/>
            </a:xfrm>
            <a:prstGeom prst="ellipse">
              <a:avLst/>
            </a:prstGeom>
            <a:solidFill>
              <a:srgbClr val="7F8C97">
                <a:alpha val="48000"/>
              </a:srgbClr>
            </a:solidFill>
            <a:ln w="0">
              <a:noFill/>
              <a:prstDash val="solid"/>
            </a:ln>
          </p:spPr>
        </p:sp>
        <p:sp>
          <p:nvSpPr>
            <p:cNvPr id="3017" name="03_assume_matched_3016">
              <a:extLst>
                <a:ext uri="{FF2B5EF4-FFF2-40B4-BE49-F238E27FC236}">
                  <a16:creationId xmlns:a16="http://schemas.microsoft.com/office/drawing/2014/main" id="{00C51A66-7157-4D8B-BACB-3B0C90194CF6}"/>
                </a:ext>
              </a:extLst>
            </p:cNvPr>
            <p:cNvSpPr>
              <a:spLocks/>
            </p:cNvSpPr>
            <p:nvPr/>
          </p:nvSpPr>
          <p:spPr>
            <a:xfrm>
              <a:off x="2931144" y="6595037"/>
              <a:ext cx="28398" cy="28398"/>
            </a:xfrm>
            <a:prstGeom prst="ellipse">
              <a:avLst/>
            </a:prstGeom>
            <a:solidFill>
              <a:srgbClr val="7F8C97">
                <a:alpha val="48000"/>
              </a:srgbClr>
            </a:solidFill>
            <a:ln w="0">
              <a:noFill/>
              <a:prstDash val="solid"/>
            </a:ln>
          </p:spPr>
        </p:sp>
        <p:sp>
          <p:nvSpPr>
            <p:cNvPr id="3018" name="03_assume_matched_3017">
              <a:extLst>
                <a:ext uri="{FF2B5EF4-FFF2-40B4-BE49-F238E27FC236}">
                  <a16:creationId xmlns:a16="http://schemas.microsoft.com/office/drawing/2014/main" id="{CD2B3921-A286-4CC8-B878-4EEE16ADF0B7}"/>
                </a:ext>
              </a:extLst>
            </p:cNvPr>
            <p:cNvSpPr>
              <a:spLocks/>
            </p:cNvSpPr>
            <p:nvPr/>
          </p:nvSpPr>
          <p:spPr>
            <a:xfrm>
              <a:off x="3051596" y="6010168"/>
              <a:ext cx="28398" cy="28398"/>
            </a:xfrm>
            <a:prstGeom prst="ellipse">
              <a:avLst/>
            </a:prstGeom>
            <a:solidFill>
              <a:srgbClr val="7F8C97">
                <a:alpha val="48000"/>
              </a:srgbClr>
            </a:solidFill>
            <a:ln w="0">
              <a:noFill/>
              <a:prstDash val="solid"/>
            </a:ln>
          </p:spPr>
        </p:sp>
        <p:sp>
          <p:nvSpPr>
            <p:cNvPr id="3019" name="03_assume_matched_3018">
              <a:extLst>
                <a:ext uri="{FF2B5EF4-FFF2-40B4-BE49-F238E27FC236}">
                  <a16:creationId xmlns:a16="http://schemas.microsoft.com/office/drawing/2014/main" id="{0D3F81EF-5318-4AEC-9659-357AA670C5ED}"/>
                </a:ext>
              </a:extLst>
            </p:cNvPr>
            <p:cNvSpPr>
              <a:spLocks/>
            </p:cNvSpPr>
            <p:nvPr/>
          </p:nvSpPr>
          <p:spPr>
            <a:xfrm>
              <a:off x="3029578" y="6010168"/>
              <a:ext cx="28398" cy="28398"/>
            </a:xfrm>
            <a:prstGeom prst="ellipse">
              <a:avLst/>
            </a:prstGeom>
            <a:solidFill>
              <a:srgbClr val="7F8C97">
                <a:alpha val="48000"/>
              </a:srgbClr>
            </a:solidFill>
            <a:ln w="0">
              <a:noFill/>
              <a:prstDash val="solid"/>
            </a:ln>
          </p:spPr>
        </p:sp>
        <p:sp>
          <p:nvSpPr>
            <p:cNvPr id="3020" name="03_assume_matched_3019">
              <a:extLst>
                <a:ext uri="{FF2B5EF4-FFF2-40B4-BE49-F238E27FC236}">
                  <a16:creationId xmlns:a16="http://schemas.microsoft.com/office/drawing/2014/main" id="{49B39C51-930B-4D11-84A3-358A25D37C0B}"/>
                </a:ext>
              </a:extLst>
            </p:cNvPr>
            <p:cNvSpPr>
              <a:spLocks/>
            </p:cNvSpPr>
            <p:nvPr/>
          </p:nvSpPr>
          <p:spPr>
            <a:xfrm>
              <a:off x="2977483" y="6010168"/>
              <a:ext cx="28398" cy="28398"/>
            </a:xfrm>
            <a:prstGeom prst="ellipse">
              <a:avLst/>
            </a:prstGeom>
            <a:solidFill>
              <a:srgbClr val="7F8C97">
                <a:alpha val="48000"/>
              </a:srgbClr>
            </a:solidFill>
            <a:ln w="0">
              <a:noFill/>
              <a:prstDash val="solid"/>
            </a:ln>
          </p:spPr>
        </p:sp>
        <p:sp>
          <p:nvSpPr>
            <p:cNvPr id="3021" name="03_assume_matched_3020">
              <a:extLst>
                <a:ext uri="{FF2B5EF4-FFF2-40B4-BE49-F238E27FC236}">
                  <a16:creationId xmlns:a16="http://schemas.microsoft.com/office/drawing/2014/main" id="{876F25F5-3AC4-4D0B-AC05-BE11B1622509}"/>
                </a:ext>
              </a:extLst>
            </p:cNvPr>
            <p:cNvSpPr>
              <a:spLocks/>
            </p:cNvSpPr>
            <p:nvPr/>
          </p:nvSpPr>
          <p:spPr>
            <a:xfrm>
              <a:off x="2953162" y="6595037"/>
              <a:ext cx="28398" cy="28398"/>
            </a:xfrm>
            <a:prstGeom prst="ellipse">
              <a:avLst/>
            </a:prstGeom>
            <a:solidFill>
              <a:srgbClr val="7F8C97">
                <a:alpha val="48000"/>
              </a:srgbClr>
            </a:solidFill>
            <a:ln w="0">
              <a:noFill/>
              <a:prstDash val="solid"/>
            </a:ln>
          </p:spPr>
        </p:sp>
        <p:sp>
          <p:nvSpPr>
            <p:cNvPr id="3022" name="03_assume_matched_3021">
              <a:extLst>
                <a:ext uri="{FF2B5EF4-FFF2-40B4-BE49-F238E27FC236}">
                  <a16:creationId xmlns:a16="http://schemas.microsoft.com/office/drawing/2014/main" id="{EA50920A-1BBD-4D08-96EF-6F40DEACACAD}"/>
                </a:ext>
              </a:extLst>
            </p:cNvPr>
            <p:cNvSpPr>
              <a:spLocks/>
            </p:cNvSpPr>
            <p:nvPr/>
          </p:nvSpPr>
          <p:spPr>
            <a:xfrm>
              <a:off x="3055625" y="6595037"/>
              <a:ext cx="28398" cy="28398"/>
            </a:xfrm>
            <a:prstGeom prst="ellipse">
              <a:avLst/>
            </a:prstGeom>
            <a:solidFill>
              <a:srgbClr val="7F8C97">
                <a:alpha val="48000"/>
              </a:srgbClr>
            </a:solidFill>
            <a:ln w="0">
              <a:noFill/>
              <a:prstDash val="solid"/>
            </a:ln>
          </p:spPr>
        </p:sp>
        <p:sp>
          <p:nvSpPr>
            <p:cNvPr id="3023" name="03_assume_matched_3022">
              <a:extLst>
                <a:ext uri="{FF2B5EF4-FFF2-40B4-BE49-F238E27FC236}">
                  <a16:creationId xmlns:a16="http://schemas.microsoft.com/office/drawing/2014/main" id="{BE69F179-D5CF-4122-8347-76DA46B44C77}"/>
                </a:ext>
              </a:extLst>
            </p:cNvPr>
            <p:cNvSpPr>
              <a:spLocks/>
            </p:cNvSpPr>
            <p:nvPr/>
          </p:nvSpPr>
          <p:spPr>
            <a:xfrm>
              <a:off x="3003386" y="6595037"/>
              <a:ext cx="28398" cy="28398"/>
            </a:xfrm>
            <a:prstGeom prst="ellipse">
              <a:avLst/>
            </a:prstGeom>
            <a:solidFill>
              <a:srgbClr val="7F8C97">
                <a:alpha val="48000"/>
              </a:srgbClr>
            </a:solidFill>
            <a:ln w="0">
              <a:noFill/>
              <a:prstDash val="solid"/>
            </a:ln>
          </p:spPr>
        </p:sp>
        <p:sp>
          <p:nvSpPr>
            <p:cNvPr id="3024" name="03_assume_matched_3023">
              <a:extLst>
                <a:ext uri="{FF2B5EF4-FFF2-40B4-BE49-F238E27FC236}">
                  <a16:creationId xmlns:a16="http://schemas.microsoft.com/office/drawing/2014/main" id="{647A34D9-1BCC-49C5-9EAB-6C5A911A8932}"/>
                </a:ext>
              </a:extLst>
            </p:cNvPr>
            <p:cNvSpPr>
              <a:spLocks/>
            </p:cNvSpPr>
            <p:nvPr/>
          </p:nvSpPr>
          <p:spPr>
            <a:xfrm>
              <a:off x="3036198" y="6595037"/>
              <a:ext cx="28398" cy="28398"/>
            </a:xfrm>
            <a:prstGeom prst="ellipse">
              <a:avLst/>
            </a:prstGeom>
            <a:solidFill>
              <a:srgbClr val="7F8C97">
                <a:alpha val="48000"/>
              </a:srgbClr>
            </a:solidFill>
            <a:ln w="0">
              <a:noFill/>
              <a:prstDash val="solid"/>
            </a:ln>
          </p:spPr>
        </p:sp>
        <p:sp>
          <p:nvSpPr>
            <p:cNvPr id="3025" name="03_assume_matched_3024">
              <a:extLst>
                <a:ext uri="{FF2B5EF4-FFF2-40B4-BE49-F238E27FC236}">
                  <a16:creationId xmlns:a16="http://schemas.microsoft.com/office/drawing/2014/main" id="{02A87ED3-36A6-4858-9EFE-0E5DDAA7097C}"/>
                </a:ext>
              </a:extLst>
            </p:cNvPr>
            <p:cNvSpPr>
              <a:spLocks/>
            </p:cNvSpPr>
            <p:nvPr/>
          </p:nvSpPr>
          <p:spPr>
            <a:xfrm>
              <a:off x="2935317" y="6478063"/>
              <a:ext cx="28398" cy="28398"/>
            </a:xfrm>
            <a:prstGeom prst="ellipse">
              <a:avLst/>
            </a:prstGeom>
            <a:solidFill>
              <a:srgbClr val="7F8C97">
                <a:alpha val="48000"/>
              </a:srgbClr>
            </a:solidFill>
            <a:ln w="0">
              <a:noFill/>
              <a:prstDash val="solid"/>
            </a:ln>
          </p:spPr>
        </p:sp>
        <p:sp>
          <p:nvSpPr>
            <p:cNvPr id="3026" name="03_assume_matched_3025">
              <a:extLst>
                <a:ext uri="{FF2B5EF4-FFF2-40B4-BE49-F238E27FC236}">
                  <a16:creationId xmlns:a16="http://schemas.microsoft.com/office/drawing/2014/main" id="{4FF1FE85-2D61-43E0-AA08-41740802621B}"/>
                </a:ext>
              </a:extLst>
            </p:cNvPr>
            <p:cNvSpPr>
              <a:spLocks/>
            </p:cNvSpPr>
            <p:nvPr/>
          </p:nvSpPr>
          <p:spPr>
            <a:xfrm>
              <a:off x="3027275" y="6595037"/>
              <a:ext cx="28398" cy="28398"/>
            </a:xfrm>
            <a:prstGeom prst="ellipse">
              <a:avLst/>
            </a:prstGeom>
            <a:solidFill>
              <a:srgbClr val="7F8C97">
                <a:alpha val="48000"/>
              </a:srgbClr>
            </a:solidFill>
            <a:ln w="0">
              <a:noFill/>
              <a:prstDash val="solid"/>
            </a:ln>
          </p:spPr>
        </p:sp>
        <p:sp>
          <p:nvSpPr>
            <p:cNvPr id="3027" name="03_assume_matched_3026">
              <a:extLst>
                <a:ext uri="{FF2B5EF4-FFF2-40B4-BE49-F238E27FC236}">
                  <a16:creationId xmlns:a16="http://schemas.microsoft.com/office/drawing/2014/main" id="{6D0D314A-A8BA-4F54-915E-6CC3CF906FE3}"/>
                </a:ext>
              </a:extLst>
            </p:cNvPr>
            <p:cNvSpPr>
              <a:spLocks/>
            </p:cNvSpPr>
            <p:nvPr/>
          </p:nvSpPr>
          <p:spPr>
            <a:xfrm>
              <a:off x="3006409" y="6205124"/>
              <a:ext cx="28398" cy="28398"/>
            </a:xfrm>
            <a:prstGeom prst="ellipse">
              <a:avLst/>
            </a:prstGeom>
            <a:solidFill>
              <a:srgbClr val="7F8C97">
                <a:alpha val="48000"/>
              </a:srgbClr>
            </a:solidFill>
            <a:ln w="0">
              <a:noFill/>
              <a:prstDash val="solid"/>
            </a:ln>
          </p:spPr>
        </p:sp>
        <p:sp>
          <p:nvSpPr>
            <p:cNvPr id="3028" name="03_assume_matched_3027">
              <a:extLst>
                <a:ext uri="{FF2B5EF4-FFF2-40B4-BE49-F238E27FC236}">
                  <a16:creationId xmlns:a16="http://schemas.microsoft.com/office/drawing/2014/main" id="{9B5BF464-9682-425A-9C3E-83C3B202ED96}"/>
                </a:ext>
              </a:extLst>
            </p:cNvPr>
            <p:cNvSpPr>
              <a:spLocks/>
            </p:cNvSpPr>
            <p:nvPr/>
          </p:nvSpPr>
          <p:spPr>
            <a:xfrm>
              <a:off x="2915026" y="6010168"/>
              <a:ext cx="28398" cy="28398"/>
            </a:xfrm>
            <a:prstGeom prst="ellipse">
              <a:avLst/>
            </a:prstGeom>
            <a:solidFill>
              <a:srgbClr val="7F8C97">
                <a:alpha val="48000"/>
              </a:srgbClr>
            </a:solidFill>
            <a:ln w="0">
              <a:noFill/>
              <a:prstDash val="solid"/>
            </a:ln>
          </p:spPr>
        </p:sp>
        <p:sp>
          <p:nvSpPr>
            <p:cNvPr id="3029" name="03_assume_matched_3028">
              <a:extLst>
                <a:ext uri="{FF2B5EF4-FFF2-40B4-BE49-F238E27FC236}">
                  <a16:creationId xmlns:a16="http://schemas.microsoft.com/office/drawing/2014/main" id="{B84E6DED-5B83-43DF-B090-76990AAEF4D8}"/>
                </a:ext>
              </a:extLst>
            </p:cNvPr>
            <p:cNvSpPr>
              <a:spLocks/>
            </p:cNvSpPr>
            <p:nvPr/>
          </p:nvSpPr>
          <p:spPr>
            <a:xfrm>
              <a:off x="2974317" y="6595037"/>
              <a:ext cx="28398" cy="28398"/>
            </a:xfrm>
            <a:prstGeom prst="ellipse">
              <a:avLst/>
            </a:prstGeom>
            <a:solidFill>
              <a:srgbClr val="7F8C97">
                <a:alpha val="48000"/>
              </a:srgbClr>
            </a:solidFill>
            <a:ln w="0">
              <a:noFill/>
              <a:prstDash val="solid"/>
            </a:ln>
          </p:spPr>
        </p:sp>
        <p:sp>
          <p:nvSpPr>
            <p:cNvPr id="3030" name="03_assume_matched_3029">
              <a:extLst>
                <a:ext uri="{FF2B5EF4-FFF2-40B4-BE49-F238E27FC236}">
                  <a16:creationId xmlns:a16="http://schemas.microsoft.com/office/drawing/2014/main" id="{B6BD6DEA-394C-48A4-B2E2-AD0FDA0C4E14}"/>
                </a:ext>
              </a:extLst>
            </p:cNvPr>
            <p:cNvSpPr>
              <a:spLocks/>
            </p:cNvSpPr>
            <p:nvPr/>
          </p:nvSpPr>
          <p:spPr>
            <a:xfrm>
              <a:off x="2956472" y="6595037"/>
              <a:ext cx="28398" cy="28398"/>
            </a:xfrm>
            <a:prstGeom prst="ellipse">
              <a:avLst/>
            </a:prstGeom>
            <a:solidFill>
              <a:srgbClr val="7F8C97">
                <a:alpha val="48000"/>
              </a:srgbClr>
            </a:solidFill>
            <a:ln w="0">
              <a:noFill/>
              <a:prstDash val="solid"/>
            </a:ln>
          </p:spPr>
        </p:sp>
        <p:sp>
          <p:nvSpPr>
            <p:cNvPr id="3031" name="03_assume_matched_3030">
              <a:extLst>
                <a:ext uri="{FF2B5EF4-FFF2-40B4-BE49-F238E27FC236}">
                  <a16:creationId xmlns:a16="http://schemas.microsoft.com/office/drawing/2014/main" id="{084059D4-EAF1-4FCD-8C4D-43E0543790D9}"/>
                </a:ext>
              </a:extLst>
            </p:cNvPr>
            <p:cNvSpPr>
              <a:spLocks/>
            </p:cNvSpPr>
            <p:nvPr/>
          </p:nvSpPr>
          <p:spPr>
            <a:xfrm>
              <a:off x="2988708" y="6010168"/>
              <a:ext cx="28398" cy="28398"/>
            </a:xfrm>
            <a:prstGeom prst="ellipse">
              <a:avLst/>
            </a:prstGeom>
            <a:solidFill>
              <a:srgbClr val="7F8C97">
                <a:alpha val="48000"/>
              </a:srgbClr>
            </a:solidFill>
            <a:ln w="0">
              <a:noFill/>
              <a:prstDash val="solid"/>
            </a:ln>
          </p:spPr>
        </p:sp>
        <p:sp>
          <p:nvSpPr>
            <p:cNvPr id="3032" name="03_assume_matched_3031">
              <a:extLst>
                <a:ext uri="{FF2B5EF4-FFF2-40B4-BE49-F238E27FC236}">
                  <a16:creationId xmlns:a16="http://schemas.microsoft.com/office/drawing/2014/main" id="{45D51E6D-0CCF-45CF-A543-2EB1D0C41AB3}"/>
                </a:ext>
              </a:extLst>
            </p:cNvPr>
            <p:cNvSpPr>
              <a:spLocks/>
            </p:cNvSpPr>
            <p:nvPr/>
          </p:nvSpPr>
          <p:spPr>
            <a:xfrm>
              <a:off x="2970575" y="6546298"/>
              <a:ext cx="28398" cy="28398"/>
            </a:xfrm>
            <a:prstGeom prst="ellipse">
              <a:avLst/>
            </a:prstGeom>
            <a:solidFill>
              <a:srgbClr val="7F8C97">
                <a:alpha val="48000"/>
              </a:srgbClr>
            </a:solidFill>
            <a:ln w="0">
              <a:noFill/>
              <a:prstDash val="solid"/>
            </a:ln>
          </p:spPr>
        </p:sp>
        <p:sp>
          <p:nvSpPr>
            <p:cNvPr id="3033" name="03_assume_matched_3032">
              <a:extLst>
                <a:ext uri="{FF2B5EF4-FFF2-40B4-BE49-F238E27FC236}">
                  <a16:creationId xmlns:a16="http://schemas.microsoft.com/office/drawing/2014/main" id="{FF5CE20B-AF2B-4086-8869-53F34D7A156F}"/>
                </a:ext>
              </a:extLst>
            </p:cNvPr>
            <p:cNvSpPr>
              <a:spLocks/>
            </p:cNvSpPr>
            <p:nvPr/>
          </p:nvSpPr>
          <p:spPr>
            <a:xfrm>
              <a:off x="3032744" y="6448819"/>
              <a:ext cx="28398" cy="28398"/>
            </a:xfrm>
            <a:prstGeom prst="ellipse">
              <a:avLst/>
            </a:prstGeom>
            <a:solidFill>
              <a:srgbClr val="7F8C97">
                <a:alpha val="48000"/>
              </a:srgbClr>
            </a:solidFill>
            <a:ln w="0">
              <a:noFill/>
              <a:prstDash val="solid"/>
            </a:ln>
          </p:spPr>
        </p:sp>
        <p:sp>
          <p:nvSpPr>
            <p:cNvPr id="3034" name="03_assume_matched_3033">
              <a:extLst>
                <a:ext uri="{FF2B5EF4-FFF2-40B4-BE49-F238E27FC236}">
                  <a16:creationId xmlns:a16="http://schemas.microsoft.com/office/drawing/2014/main" id="{D6DCF79B-D444-42FD-B7BB-1B7C11EBEA34}"/>
                </a:ext>
              </a:extLst>
            </p:cNvPr>
            <p:cNvSpPr>
              <a:spLocks/>
            </p:cNvSpPr>
            <p:nvPr/>
          </p:nvSpPr>
          <p:spPr>
            <a:xfrm>
              <a:off x="2930856" y="6010168"/>
              <a:ext cx="28398" cy="28398"/>
            </a:xfrm>
            <a:prstGeom prst="ellipse">
              <a:avLst/>
            </a:prstGeom>
            <a:solidFill>
              <a:srgbClr val="7F8C97">
                <a:alpha val="48000"/>
              </a:srgbClr>
            </a:solidFill>
            <a:ln w="0">
              <a:noFill/>
              <a:prstDash val="solid"/>
            </a:ln>
          </p:spPr>
        </p:sp>
        <p:sp>
          <p:nvSpPr>
            <p:cNvPr id="3035" name="03_assume_matched_3034">
              <a:extLst>
                <a:ext uri="{FF2B5EF4-FFF2-40B4-BE49-F238E27FC236}">
                  <a16:creationId xmlns:a16="http://schemas.microsoft.com/office/drawing/2014/main" id="{AB84EB07-42FF-4A4C-B0C6-AAD3641F7655}"/>
                </a:ext>
              </a:extLst>
            </p:cNvPr>
            <p:cNvSpPr>
              <a:spLocks/>
            </p:cNvSpPr>
            <p:nvPr/>
          </p:nvSpPr>
          <p:spPr>
            <a:xfrm>
              <a:off x="2937476" y="6595037"/>
              <a:ext cx="28398" cy="28398"/>
            </a:xfrm>
            <a:prstGeom prst="ellipse">
              <a:avLst/>
            </a:prstGeom>
            <a:solidFill>
              <a:srgbClr val="7F8C97">
                <a:alpha val="48000"/>
              </a:srgbClr>
            </a:solidFill>
            <a:ln w="0">
              <a:noFill/>
              <a:prstDash val="solid"/>
            </a:ln>
          </p:spPr>
        </p:sp>
        <p:sp>
          <p:nvSpPr>
            <p:cNvPr id="3036" name="03_assume_matched_3035">
              <a:extLst>
                <a:ext uri="{FF2B5EF4-FFF2-40B4-BE49-F238E27FC236}">
                  <a16:creationId xmlns:a16="http://schemas.microsoft.com/office/drawing/2014/main" id="{63A10A5E-31DC-4FE5-AD2C-A4893240B10A}"/>
                </a:ext>
              </a:extLst>
            </p:cNvPr>
            <p:cNvSpPr>
              <a:spLocks/>
            </p:cNvSpPr>
            <p:nvPr/>
          </p:nvSpPr>
          <p:spPr>
            <a:xfrm>
              <a:off x="2997342" y="6156385"/>
              <a:ext cx="28398" cy="28398"/>
            </a:xfrm>
            <a:prstGeom prst="ellipse">
              <a:avLst/>
            </a:prstGeom>
            <a:solidFill>
              <a:srgbClr val="7F8C97">
                <a:alpha val="48000"/>
              </a:srgbClr>
            </a:solidFill>
            <a:ln w="0">
              <a:noFill/>
              <a:prstDash val="solid"/>
            </a:ln>
          </p:spPr>
        </p:sp>
        <p:sp>
          <p:nvSpPr>
            <p:cNvPr id="3037" name="03_assume_matched_3036">
              <a:extLst>
                <a:ext uri="{FF2B5EF4-FFF2-40B4-BE49-F238E27FC236}">
                  <a16:creationId xmlns:a16="http://schemas.microsoft.com/office/drawing/2014/main" id="{7ABC0589-E2CB-4B34-8E2E-76D0CC4B5F4E}"/>
                </a:ext>
              </a:extLst>
            </p:cNvPr>
            <p:cNvSpPr>
              <a:spLocks/>
            </p:cNvSpPr>
            <p:nvPr/>
          </p:nvSpPr>
          <p:spPr>
            <a:xfrm>
              <a:off x="2996047" y="6010168"/>
              <a:ext cx="28398" cy="28398"/>
            </a:xfrm>
            <a:prstGeom prst="ellipse">
              <a:avLst/>
            </a:prstGeom>
            <a:solidFill>
              <a:srgbClr val="7F8C97">
                <a:alpha val="48000"/>
              </a:srgbClr>
            </a:solidFill>
            <a:ln w="0">
              <a:noFill/>
              <a:prstDash val="solid"/>
            </a:ln>
          </p:spPr>
        </p:sp>
        <p:sp>
          <p:nvSpPr>
            <p:cNvPr id="3038" name="03_assume_matched_3037">
              <a:extLst>
                <a:ext uri="{FF2B5EF4-FFF2-40B4-BE49-F238E27FC236}">
                  <a16:creationId xmlns:a16="http://schemas.microsoft.com/office/drawing/2014/main" id="{0B9BB28D-657A-4EA4-916C-6D7C824E1973}"/>
                </a:ext>
              </a:extLst>
            </p:cNvPr>
            <p:cNvSpPr>
              <a:spLocks/>
            </p:cNvSpPr>
            <p:nvPr/>
          </p:nvSpPr>
          <p:spPr>
            <a:xfrm>
              <a:off x="3042817" y="6010168"/>
              <a:ext cx="28398" cy="28398"/>
            </a:xfrm>
            <a:prstGeom prst="ellipse">
              <a:avLst/>
            </a:prstGeom>
            <a:solidFill>
              <a:srgbClr val="7F8C97">
                <a:alpha val="48000"/>
              </a:srgbClr>
            </a:solidFill>
            <a:ln w="0">
              <a:noFill/>
              <a:prstDash val="solid"/>
            </a:ln>
          </p:spPr>
        </p:sp>
        <p:sp>
          <p:nvSpPr>
            <p:cNvPr id="3039" name="03_assume_matched_3038">
              <a:extLst>
                <a:ext uri="{FF2B5EF4-FFF2-40B4-BE49-F238E27FC236}">
                  <a16:creationId xmlns:a16="http://schemas.microsoft.com/office/drawing/2014/main" id="{20D2325A-1FA6-4551-AF57-0F120D3B754C}"/>
                </a:ext>
              </a:extLst>
            </p:cNvPr>
            <p:cNvSpPr>
              <a:spLocks/>
            </p:cNvSpPr>
            <p:nvPr/>
          </p:nvSpPr>
          <p:spPr>
            <a:xfrm>
              <a:off x="3021087" y="6156385"/>
              <a:ext cx="28398" cy="28398"/>
            </a:xfrm>
            <a:prstGeom prst="ellipse">
              <a:avLst/>
            </a:prstGeom>
            <a:solidFill>
              <a:srgbClr val="7F8C97">
                <a:alpha val="48000"/>
              </a:srgbClr>
            </a:solidFill>
            <a:ln w="0">
              <a:noFill/>
              <a:prstDash val="solid"/>
            </a:ln>
          </p:spPr>
        </p:sp>
        <p:sp>
          <p:nvSpPr>
            <p:cNvPr id="3040" name="03_assume_matched_3039">
              <a:extLst>
                <a:ext uri="{FF2B5EF4-FFF2-40B4-BE49-F238E27FC236}">
                  <a16:creationId xmlns:a16="http://schemas.microsoft.com/office/drawing/2014/main" id="{EAB5940E-A4F4-41B8-AB5A-1ACE3975F12D}"/>
                </a:ext>
              </a:extLst>
            </p:cNvPr>
            <p:cNvSpPr>
              <a:spLocks/>
            </p:cNvSpPr>
            <p:nvPr/>
          </p:nvSpPr>
          <p:spPr>
            <a:xfrm>
              <a:off x="2953162" y="6595037"/>
              <a:ext cx="28398" cy="28398"/>
            </a:xfrm>
            <a:prstGeom prst="ellipse">
              <a:avLst/>
            </a:prstGeom>
            <a:solidFill>
              <a:srgbClr val="7F8C97">
                <a:alpha val="48000"/>
              </a:srgbClr>
            </a:solidFill>
            <a:ln w="0">
              <a:noFill/>
              <a:prstDash val="solid"/>
            </a:ln>
          </p:spPr>
        </p:sp>
        <p:sp>
          <p:nvSpPr>
            <p:cNvPr id="3041" name="03_assume_matched_3040">
              <a:extLst>
                <a:ext uri="{FF2B5EF4-FFF2-40B4-BE49-F238E27FC236}">
                  <a16:creationId xmlns:a16="http://schemas.microsoft.com/office/drawing/2014/main" id="{E5A4199C-A50E-434E-BD84-3923A7821E74}"/>
                </a:ext>
              </a:extLst>
            </p:cNvPr>
            <p:cNvSpPr>
              <a:spLocks/>
            </p:cNvSpPr>
            <p:nvPr/>
          </p:nvSpPr>
          <p:spPr>
            <a:xfrm>
              <a:off x="3023965" y="6595037"/>
              <a:ext cx="28398" cy="28398"/>
            </a:xfrm>
            <a:prstGeom prst="ellipse">
              <a:avLst/>
            </a:prstGeom>
            <a:solidFill>
              <a:srgbClr val="7F8C97">
                <a:alpha val="48000"/>
              </a:srgbClr>
            </a:solidFill>
            <a:ln w="0">
              <a:noFill/>
              <a:prstDash val="solid"/>
            </a:ln>
          </p:spPr>
        </p:sp>
        <p:sp>
          <p:nvSpPr>
            <p:cNvPr id="3042" name="03_assume_matched_3041">
              <a:extLst>
                <a:ext uri="{FF2B5EF4-FFF2-40B4-BE49-F238E27FC236}">
                  <a16:creationId xmlns:a16="http://schemas.microsoft.com/office/drawing/2014/main" id="{83E02AE4-220C-49D7-B14F-A6CCDDC29D5D}"/>
                </a:ext>
              </a:extLst>
            </p:cNvPr>
            <p:cNvSpPr>
              <a:spLocks/>
            </p:cNvSpPr>
            <p:nvPr/>
          </p:nvSpPr>
          <p:spPr>
            <a:xfrm>
              <a:off x="3012309" y="6595037"/>
              <a:ext cx="28398" cy="28398"/>
            </a:xfrm>
            <a:prstGeom prst="ellipse">
              <a:avLst/>
            </a:prstGeom>
            <a:solidFill>
              <a:srgbClr val="7F8C97">
                <a:alpha val="48000"/>
              </a:srgbClr>
            </a:solidFill>
            <a:ln w="0">
              <a:noFill/>
              <a:prstDash val="solid"/>
            </a:ln>
          </p:spPr>
        </p:sp>
        <p:sp>
          <p:nvSpPr>
            <p:cNvPr id="3043" name="03_assume_matched_3042">
              <a:extLst>
                <a:ext uri="{FF2B5EF4-FFF2-40B4-BE49-F238E27FC236}">
                  <a16:creationId xmlns:a16="http://schemas.microsoft.com/office/drawing/2014/main" id="{ED5B088E-D881-48AB-A9F9-8F8F6D56923C}"/>
                </a:ext>
              </a:extLst>
            </p:cNvPr>
            <p:cNvSpPr>
              <a:spLocks/>
            </p:cNvSpPr>
            <p:nvPr/>
          </p:nvSpPr>
          <p:spPr>
            <a:xfrm>
              <a:off x="3018497" y="6595037"/>
              <a:ext cx="28398" cy="28398"/>
            </a:xfrm>
            <a:prstGeom prst="ellipse">
              <a:avLst/>
            </a:prstGeom>
            <a:solidFill>
              <a:srgbClr val="7F8C97">
                <a:alpha val="48000"/>
              </a:srgbClr>
            </a:solidFill>
            <a:ln w="0">
              <a:noFill/>
              <a:prstDash val="solid"/>
            </a:ln>
          </p:spPr>
        </p:sp>
        <p:sp>
          <p:nvSpPr>
            <p:cNvPr id="3044" name="03_assume_matched_3043">
              <a:extLst>
                <a:ext uri="{FF2B5EF4-FFF2-40B4-BE49-F238E27FC236}">
                  <a16:creationId xmlns:a16="http://schemas.microsoft.com/office/drawing/2014/main" id="{5630AEB4-8599-45A8-819D-AE07CED1684C}"/>
                </a:ext>
              </a:extLst>
            </p:cNvPr>
            <p:cNvSpPr>
              <a:spLocks/>
            </p:cNvSpPr>
            <p:nvPr/>
          </p:nvSpPr>
          <p:spPr>
            <a:xfrm>
              <a:off x="3031880" y="6595037"/>
              <a:ext cx="28398" cy="28398"/>
            </a:xfrm>
            <a:prstGeom prst="ellipse">
              <a:avLst/>
            </a:prstGeom>
            <a:solidFill>
              <a:srgbClr val="7F8C97">
                <a:alpha val="48000"/>
              </a:srgbClr>
            </a:solidFill>
            <a:ln w="0">
              <a:noFill/>
              <a:prstDash val="solid"/>
            </a:ln>
          </p:spPr>
        </p:sp>
        <p:sp>
          <p:nvSpPr>
            <p:cNvPr id="3045" name="03_assume_matched_3044">
              <a:extLst>
                <a:ext uri="{FF2B5EF4-FFF2-40B4-BE49-F238E27FC236}">
                  <a16:creationId xmlns:a16="http://schemas.microsoft.com/office/drawing/2014/main" id="{21589EBF-B392-4AC4-B112-EADB3024E153}"/>
                </a:ext>
              </a:extLst>
            </p:cNvPr>
            <p:cNvSpPr>
              <a:spLocks/>
            </p:cNvSpPr>
            <p:nvPr/>
          </p:nvSpPr>
          <p:spPr>
            <a:xfrm>
              <a:off x="2940498" y="6010168"/>
              <a:ext cx="28398" cy="28398"/>
            </a:xfrm>
            <a:prstGeom prst="ellipse">
              <a:avLst/>
            </a:prstGeom>
            <a:solidFill>
              <a:srgbClr val="7F8C97">
                <a:alpha val="48000"/>
              </a:srgbClr>
            </a:solidFill>
            <a:ln w="0">
              <a:noFill/>
              <a:prstDash val="solid"/>
            </a:ln>
          </p:spPr>
        </p:sp>
        <p:sp>
          <p:nvSpPr>
            <p:cNvPr id="3046" name="03_assume_matched_3045">
              <a:extLst>
                <a:ext uri="{FF2B5EF4-FFF2-40B4-BE49-F238E27FC236}">
                  <a16:creationId xmlns:a16="http://schemas.microsoft.com/office/drawing/2014/main" id="{4A07C70C-E9F6-4BC4-94B5-FDD18FD5590E}"/>
                </a:ext>
              </a:extLst>
            </p:cNvPr>
            <p:cNvSpPr>
              <a:spLocks/>
            </p:cNvSpPr>
            <p:nvPr/>
          </p:nvSpPr>
          <p:spPr>
            <a:xfrm>
              <a:off x="2929705" y="6010168"/>
              <a:ext cx="28398" cy="28398"/>
            </a:xfrm>
            <a:prstGeom prst="ellipse">
              <a:avLst/>
            </a:prstGeom>
            <a:solidFill>
              <a:srgbClr val="7F8C97">
                <a:alpha val="48000"/>
              </a:srgbClr>
            </a:solidFill>
            <a:ln w="0">
              <a:noFill/>
              <a:prstDash val="solid"/>
            </a:ln>
          </p:spPr>
        </p:sp>
        <p:sp>
          <p:nvSpPr>
            <p:cNvPr id="3047" name="03_assume_matched_3046">
              <a:extLst>
                <a:ext uri="{FF2B5EF4-FFF2-40B4-BE49-F238E27FC236}">
                  <a16:creationId xmlns:a16="http://schemas.microsoft.com/office/drawing/2014/main" id="{85BC74B5-5EA2-4E23-9F79-D9E1128A115F}"/>
                </a:ext>
              </a:extLst>
            </p:cNvPr>
            <p:cNvSpPr>
              <a:spLocks/>
            </p:cNvSpPr>
            <p:nvPr/>
          </p:nvSpPr>
          <p:spPr>
            <a:xfrm>
              <a:off x="3012597" y="6156385"/>
              <a:ext cx="28398" cy="28398"/>
            </a:xfrm>
            <a:prstGeom prst="ellipse">
              <a:avLst/>
            </a:prstGeom>
            <a:solidFill>
              <a:srgbClr val="7F8C97">
                <a:alpha val="48000"/>
              </a:srgbClr>
            </a:solidFill>
            <a:ln w="0">
              <a:noFill/>
              <a:prstDash val="solid"/>
            </a:ln>
          </p:spPr>
        </p:sp>
        <p:sp>
          <p:nvSpPr>
            <p:cNvPr id="3048" name="03_assume_matched_3047">
              <a:extLst>
                <a:ext uri="{FF2B5EF4-FFF2-40B4-BE49-F238E27FC236}">
                  <a16:creationId xmlns:a16="http://schemas.microsoft.com/office/drawing/2014/main" id="{379802E3-F2BD-45A6-9210-BA8D4F3889A6}"/>
                </a:ext>
              </a:extLst>
            </p:cNvPr>
            <p:cNvSpPr>
              <a:spLocks/>
            </p:cNvSpPr>
            <p:nvPr/>
          </p:nvSpPr>
          <p:spPr>
            <a:xfrm>
              <a:off x="3049725" y="6135497"/>
              <a:ext cx="28398" cy="28398"/>
            </a:xfrm>
            <a:prstGeom prst="ellipse">
              <a:avLst/>
            </a:prstGeom>
            <a:solidFill>
              <a:srgbClr val="7F8C97">
                <a:alpha val="48000"/>
              </a:srgbClr>
            </a:solidFill>
            <a:ln w="0">
              <a:noFill/>
              <a:prstDash val="solid"/>
            </a:ln>
          </p:spPr>
        </p:sp>
        <p:sp>
          <p:nvSpPr>
            <p:cNvPr id="3049" name="03_assume_matched_3048">
              <a:extLst>
                <a:ext uri="{FF2B5EF4-FFF2-40B4-BE49-F238E27FC236}">
                  <a16:creationId xmlns:a16="http://schemas.microsoft.com/office/drawing/2014/main" id="{2D674416-339A-4988-A35C-E989BD25C30D}"/>
                </a:ext>
              </a:extLst>
            </p:cNvPr>
            <p:cNvSpPr>
              <a:spLocks/>
            </p:cNvSpPr>
            <p:nvPr/>
          </p:nvSpPr>
          <p:spPr>
            <a:xfrm>
              <a:off x="3055913" y="6010168"/>
              <a:ext cx="28398" cy="28398"/>
            </a:xfrm>
            <a:prstGeom prst="ellipse">
              <a:avLst/>
            </a:prstGeom>
            <a:solidFill>
              <a:srgbClr val="7F8C97">
                <a:alpha val="48000"/>
              </a:srgbClr>
            </a:solidFill>
            <a:ln w="0">
              <a:noFill/>
              <a:prstDash val="solid"/>
            </a:ln>
          </p:spPr>
        </p:sp>
        <p:sp>
          <p:nvSpPr>
            <p:cNvPr id="3050" name="03_assume_matched_3049">
              <a:extLst>
                <a:ext uri="{FF2B5EF4-FFF2-40B4-BE49-F238E27FC236}">
                  <a16:creationId xmlns:a16="http://schemas.microsoft.com/office/drawing/2014/main" id="{F105B697-A092-47B2-A34D-3843B74FE738}"/>
                </a:ext>
              </a:extLst>
            </p:cNvPr>
            <p:cNvSpPr>
              <a:spLocks/>
            </p:cNvSpPr>
            <p:nvPr/>
          </p:nvSpPr>
          <p:spPr>
            <a:xfrm>
              <a:off x="2966977" y="6302602"/>
              <a:ext cx="28398" cy="28398"/>
            </a:xfrm>
            <a:prstGeom prst="ellipse">
              <a:avLst/>
            </a:prstGeom>
            <a:solidFill>
              <a:srgbClr val="7F8C97">
                <a:alpha val="48000"/>
              </a:srgbClr>
            </a:solidFill>
            <a:ln w="0">
              <a:noFill/>
              <a:prstDash val="solid"/>
            </a:ln>
          </p:spPr>
        </p:sp>
        <p:sp>
          <p:nvSpPr>
            <p:cNvPr id="3051" name="03_assume_matched_3050">
              <a:extLst>
                <a:ext uri="{FF2B5EF4-FFF2-40B4-BE49-F238E27FC236}">
                  <a16:creationId xmlns:a16="http://schemas.microsoft.com/office/drawing/2014/main" id="{22A4C8D0-BA5B-45BC-AC80-C41D801E0CBD}"/>
                </a:ext>
              </a:extLst>
            </p:cNvPr>
            <p:cNvSpPr>
              <a:spLocks/>
            </p:cNvSpPr>
            <p:nvPr/>
          </p:nvSpPr>
          <p:spPr>
            <a:xfrm>
              <a:off x="3019792" y="6400080"/>
              <a:ext cx="28398" cy="28398"/>
            </a:xfrm>
            <a:prstGeom prst="ellipse">
              <a:avLst/>
            </a:prstGeom>
            <a:solidFill>
              <a:srgbClr val="7F8C97">
                <a:alpha val="48000"/>
              </a:srgbClr>
            </a:solidFill>
            <a:ln w="0">
              <a:noFill/>
              <a:prstDash val="solid"/>
            </a:ln>
          </p:spPr>
        </p:sp>
        <p:sp>
          <p:nvSpPr>
            <p:cNvPr id="3052" name="03_assume_matched_3051">
              <a:extLst>
                <a:ext uri="{FF2B5EF4-FFF2-40B4-BE49-F238E27FC236}">
                  <a16:creationId xmlns:a16="http://schemas.microsoft.com/office/drawing/2014/main" id="{58811CF6-07C6-476B-BC0E-5DD52DC783E1}"/>
                </a:ext>
              </a:extLst>
            </p:cNvPr>
            <p:cNvSpPr>
              <a:spLocks/>
            </p:cNvSpPr>
            <p:nvPr/>
          </p:nvSpPr>
          <p:spPr>
            <a:xfrm>
              <a:off x="3030729" y="6010168"/>
              <a:ext cx="28398" cy="28398"/>
            </a:xfrm>
            <a:prstGeom prst="ellipse">
              <a:avLst/>
            </a:prstGeom>
            <a:solidFill>
              <a:srgbClr val="7F8C97">
                <a:alpha val="48000"/>
              </a:srgbClr>
            </a:solidFill>
            <a:ln w="0">
              <a:noFill/>
              <a:prstDash val="solid"/>
            </a:ln>
          </p:spPr>
        </p:sp>
        <p:sp>
          <p:nvSpPr>
            <p:cNvPr id="3053" name="03_assume_matched_3052">
              <a:extLst>
                <a:ext uri="{FF2B5EF4-FFF2-40B4-BE49-F238E27FC236}">
                  <a16:creationId xmlns:a16="http://schemas.microsoft.com/office/drawing/2014/main" id="{B2481296-3A6E-4326-AA47-8FA3AFBF55C2}"/>
                </a:ext>
              </a:extLst>
            </p:cNvPr>
            <p:cNvSpPr>
              <a:spLocks/>
            </p:cNvSpPr>
            <p:nvPr/>
          </p:nvSpPr>
          <p:spPr>
            <a:xfrm>
              <a:off x="3048142" y="6010168"/>
              <a:ext cx="28398" cy="28398"/>
            </a:xfrm>
            <a:prstGeom prst="ellipse">
              <a:avLst/>
            </a:prstGeom>
            <a:solidFill>
              <a:srgbClr val="7F8C97">
                <a:alpha val="48000"/>
              </a:srgbClr>
            </a:solidFill>
            <a:ln w="0">
              <a:noFill/>
              <a:prstDash val="solid"/>
            </a:ln>
          </p:spPr>
        </p:sp>
        <p:sp>
          <p:nvSpPr>
            <p:cNvPr id="3054" name="03_assume_matched_3053">
              <a:extLst>
                <a:ext uri="{FF2B5EF4-FFF2-40B4-BE49-F238E27FC236}">
                  <a16:creationId xmlns:a16="http://schemas.microsoft.com/office/drawing/2014/main" id="{00F98726-A5F6-42F4-8F60-591B17018811}"/>
                </a:ext>
              </a:extLst>
            </p:cNvPr>
            <p:cNvSpPr>
              <a:spLocks/>
            </p:cNvSpPr>
            <p:nvPr/>
          </p:nvSpPr>
          <p:spPr>
            <a:xfrm>
              <a:off x="3032888" y="6010168"/>
              <a:ext cx="28398" cy="28398"/>
            </a:xfrm>
            <a:prstGeom prst="ellipse">
              <a:avLst/>
            </a:prstGeom>
            <a:solidFill>
              <a:srgbClr val="7F8C97">
                <a:alpha val="48000"/>
              </a:srgbClr>
            </a:solidFill>
            <a:ln w="0">
              <a:noFill/>
              <a:prstDash val="solid"/>
            </a:ln>
          </p:spPr>
        </p:sp>
        <p:sp>
          <p:nvSpPr>
            <p:cNvPr id="3055" name="03_assume_matched_3054">
              <a:extLst>
                <a:ext uri="{FF2B5EF4-FFF2-40B4-BE49-F238E27FC236}">
                  <a16:creationId xmlns:a16="http://schemas.microsoft.com/office/drawing/2014/main" id="{1C067488-0E96-4368-BB9F-B5E650C57F94}"/>
                </a:ext>
              </a:extLst>
            </p:cNvPr>
            <p:cNvSpPr>
              <a:spLocks/>
            </p:cNvSpPr>
            <p:nvPr/>
          </p:nvSpPr>
          <p:spPr>
            <a:xfrm>
              <a:off x="3011158" y="6010168"/>
              <a:ext cx="28398" cy="28398"/>
            </a:xfrm>
            <a:prstGeom prst="ellipse">
              <a:avLst/>
            </a:prstGeom>
            <a:solidFill>
              <a:srgbClr val="7F8C97">
                <a:alpha val="48000"/>
              </a:srgbClr>
            </a:solidFill>
            <a:ln w="0">
              <a:noFill/>
              <a:prstDash val="solid"/>
            </a:ln>
          </p:spPr>
        </p:sp>
        <p:sp>
          <p:nvSpPr>
            <p:cNvPr id="3056" name="03_assume_matched_3055">
              <a:extLst>
                <a:ext uri="{FF2B5EF4-FFF2-40B4-BE49-F238E27FC236}">
                  <a16:creationId xmlns:a16="http://schemas.microsoft.com/office/drawing/2014/main" id="{9DE238E5-735E-4816-B5C5-E03D5C56C786}"/>
                </a:ext>
              </a:extLst>
            </p:cNvPr>
            <p:cNvSpPr>
              <a:spLocks/>
            </p:cNvSpPr>
            <p:nvPr/>
          </p:nvSpPr>
          <p:spPr>
            <a:xfrm>
              <a:off x="2922941" y="6010168"/>
              <a:ext cx="28398" cy="28398"/>
            </a:xfrm>
            <a:prstGeom prst="ellipse">
              <a:avLst/>
            </a:prstGeom>
            <a:solidFill>
              <a:srgbClr val="7F8C97">
                <a:alpha val="48000"/>
              </a:srgbClr>
            </a:solidFill>
            <a:ln w="0">
              <a:noFill/>
              <a:prstDash val="solid"/>
            </a:ln>
          </p:spPr>
        </p:sp>
        <p:sp>
          <p:nvSpPr>
            <p:cNvPr id="3057" name="03_assume_matched_3056">
              <a:extLst>
                <a:ext uri="{FF2B5EF4-FFF2-40B4-BE49-F238E27FC236}">
                  <a16:creationId xmlns:a16="http://schemas.microsoft.com/office/drawing/2014/main" id="{88A97C0A-8280-4AAD-9F2B-453BD2635589}"/>
                </a:ext>
              </a:extLst>
            </p:cNvPr>
            <p:cNvSpPr>
              <a:spLocks/>
            </p:cNvSpPr>
            <p:nvPr/>
          </p:nvSpPr>
          <p:spPr>
            <a:xfrm>
              <a:off x="2936900" y="6595037"/>
              <a:ext cx="28398" cy="28398"/>
            </a:xfrm>
            <a:prstGeom prst="ellipse">
              <a:avLst/>
            </a:prstGeom>
            <a:solidFill>
              <a:srgbClr val="7F8C97">
                <a:alpha val="48000"/>
              </a:srgbClr>
            </a:solidFill>
            <a:ln w="0">
              <a:noFill/>
              <a:prstDash val="solid"/>
            </a:ln>
          </p:spPr>
        </p:sp>
        <p:sp>
          <p:nvSpPr>
            <p:cNvPr id="3058" name="03_assume_matched_3057">
              <a:extLst>
                <a:ext uri="{FF2B5EF4-FFF2-40B4-BE49-F238E27FC236}">
                  <a16:creationId xmlns:a16="http://schemas.microsoft.com/office/drawing/2014/main" id="{856B18C5-FAE3-446E-8870-E878B8C03A43}"/>
                </a:ext>
              </a:extLst>
            </p:cNvPr>
            <p:cNvSpPr>
              <a:spLocks/>
            </p:cNvSpPr>
            <p:nvPr/>
          </p:nvSpPr>
          <p:spPr>
            <a:xfrm>
              <a:off x="2998062" y="6010168"/>
              <a:ext cx="28398" cy="28398"/>
            </a:xfrm>
            <a:prstGeom prst="ellipse">
              <a:avLst/>
            </a:prstGeom>
            <a:solidFill>
              <a:srgbClr val="7F8C97">
                <a:alpha val="48000"/>
              </a:srgbClr>
            </a:solidFill>
            <a:ln w="0">
              <a:noFill/>
              <a:prstDash val="solid"/>
            </a:ln>
          </p:spPr>
        </p:sp>
        <p:sp>
          <p:nvSpPr>
            <p:cNvPr id="3059" name="03_assume_matched_3058">
              <a:extLst>
                <a:ext uri="{FF2B5EF4-FFF2-40B4-BE49-F238E27FC236}">
                  <a16:creationId xmlns:a16="http://schemas.microsoft.com/office/drawing/2014/main" id="{37CBB28A-FC42-4395-B8A6-72AAC33D0433}"/>
                </a:ext>
              </a:extLst>
            </p:cNvPr>
            <p:cNvSpPr>
              <a:spLocks/>
            </p:cNvSpPr>
            <p:nvPr/>
          </p:nvSpPr>
          <p:spPr>
            <a:xfrm>
              <a:off x="2942945" y="6595037"/>
              <a:ext cx="28398" cy="28398"/>
            </a:xfrm>
            <a:prstGeom prst="ellipse">
              <a:avLst/>
            </a:prstGeom>
            <a:solidFill>
              <a:srgbClr val="7F8C97">
                <a:alpha val="48000"/>
              </a:srgbClr>
            </a:solidFill>
            <a:ln w="0">
              <a:noFill/>
              <a:prstDash val="solid"/>
            </a:ln>
          </p:spPr>
        </p:sp>
        <p:sp>
          <p:nvSpPr>
            <p:cNvPr id="3060" name="03_assume_matched_3059">
              <a:extLst>
                <a:ext uri="{FF2B5EF4-FFF2-40B4-BE49-F238E27FC236}">
                  <a16:creationId xmlns:a16="http://schemas.microsoft.com/office/drawing/2014/main" id="{5E45451F-D08A-4A55-9D56-207E58FD58B0}"/>
                </a:ext>
              </a:extLst>
            </p:cNvPr>
            <p:cNvSpPr>
              <a:spLocks/>
            </p:cNvSpPr>
            <p:nvPr/>
          </p:nvSpPr>
          <p:spPr>
            <a:xfrm>
              <a:off x="2968992" y="6010168"/>
              <a:ext cx="28398" cy="28398"/>
            </a:xfrm>
            <a:prstGeom prst="ellipse">
              <a:avLst/>
            </a:prstGeom>
            <a:solidFill>
              <a:srgbClr val="7F8C97">
                <a:alpha val="48000"/>
              </a:srgbClr>
            </a:solidFill>
            <a:ln w="0">
              <a:noFill/>
              <a:prstDash val="solid"/>
            </a:ln>
          </p:spPr>
        </p:sp>
        <p:sp>
          <p:nvSpPr>
            <p:cNvPr id="3061" name="03_assume_matched_3060">
              <a:extLst>
                <a:ext uri="{FF2B5EF4-FFF2-40B4-BE49-F238E27FC236}">
                  <a16:creationId xmlns:a16="http://schemas.microsoft.com/office/drawing/2014/main" id="{9EAF3D2F-1433-42A0-83D3-285E472327AB}"/>
                </a:ext>
              </a:extLst>
            </p:cNvPr>
            <p:cNvSpPr>
              <a:spLocks/>
            </p:cNvSpPr>
            <p:nvPr/>
          </p:nvSpPr>
          <p:spPr>
            <a:xfrm>
              <a:off x="2918048" y="6595037"/>
              <a:ext cx="28398" cy="28398"/>
            </a:xfrm>
            <a:prstGeom prst="ellipse">
              <a:avLst/>
            </a:prstGeom>
            <a:solidFill>
              <a:srgbClr val="7F8C97">
                <a:alpha val="48000"/>
              </a:srgbClr>
            </a:solidFill>
            <a:ln w="0">
              <a:noFill/>
              <a:prstDash val="solid"/>
            </a:ln>
          </p:spPr>
        </p:sp>
        <p:sp>
          <p:nvSpPr>
            <p:cNvPr id="3062" name="03_assume_matched_3061">
              <a:extLst>
                <a:ext uri="{FF2B5EF4-FFF2-40B4-BE49-F238E27FC236}">
                  <a16:creationId xmlns:a16="http://schemas.microsoft.com/office/drawing/2014/main" id="{C7239985-35E7-4F9F-B9E4-50C26966BFF5}"/>
                </a:ext>
              </a:extLst>
            </p:cNvPr>
            <p:cNvSpPr>
              <a:spLocks/>
            </p:cNvSpPr>
            <p:nvPr/>
          </p:nvSpPr>
          <p:spPr>
            <a:xfrm>
              <a:off x="712800" y="5995123"/>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063" name="03_assume_matched_3062">
              <a:extLst>
                <a:ext uri="{FF2B5EF4-FFF2-40B4-BE49-F238E27FC236}">
                  <a16:creationId xmlns:a16="http://schemas.microsoft.com/office/drawing/2014/main" id="{61E0174C-972B-4CF1-B5C0-C4B1E5D1B649}"/>
                </a:ext>
              </a:extLst>
            </p:cNvPr>
            <p:cNvSpPr>
              <a:spLocks/>
            </p:cNvSpPr>
            <p:nvPr/>
          </p:nvSpPr>
          <p:spPr>
            <a:xfrm>
              <a:off x="712800" y="6638479"/>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064" name="text_3063">
              <a:extLst>
                <a:ext uri="{FF2B5EF4-FFF2-40B4-BE49-F238E27FC236}">
                  <a16:creationId xmlns:a16="http://schemas.microsoft.com/office/drawing/2014/main" id="{26F41CD6-F72C-407A-A80A-DBBDB44A6AB5}"/>
                </a:ext>
              </a:extLst>
            </p:cNvPr>
            <p:cNvSpPr>
              <a:spLocks/>
            </p:cNvSpPr>
            <p:nvPr/>
          </p:nvSpPr>
          <p:spPr>
            <a:xfrm>
              <a:off x="370611" y="5696187"/>
              <a:ext cx="48006"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i</a:t>
              </a:r>
            </a:p>
          </p:txBody>
        </p:sp>
        <p:sp>
          <p:nvSpPr>
            <p:cNvPr id="3065" name="text_3064">
              <a:extLst>
                <a:ext uri="{FF2B5EF4-FFF2-40B4-BE49-F238E27FC236}">
                  <a16:creationId xmlns:a16="http://schemas.microsoft.com/office/drawing/2014/main" id="{3065BE4F-B91A-4ADD-83F9-552C4E3367EB}"/>
                </a:ext>
              </a:extLst>
            </p:cNvPr>
            <p:cNvSpPr>
              <a:spLocks/>
            </p:cNvSpPr>
            <p:nvPr/>
          </p:nvSpPr>
          <p:spPr>
            <a:xfrm>
              <a:off x="712800" y="5795543"/>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Top-1, RMSD &lt;2 Å</a:t>
              </a:r>
            </a:p>
          </p:txBody>
        </p:sp>
        <p:sp>
          <p:nvSpPr>
            <p:cNvPr id="3066" name="03_assume_matched_3065">
              <a:extLst>
                <a:ext uri="{FF2B5EF4-FFF2-40B4-BE49-F238E27FC236}">
                  <a16:creationId xmlns:a16="http://schemas.microsoft.com/office/drawing/2014/main" id="{3991AAF7-5242-4463-BC2F-86C71B6D406B}"/>
                </a:ext>
              </a:extLst>
            </p:cNvPr>
            <p:cNvSpPr>
              <a:spLocks/>
            </p:cNvSpPr>
            <p:nvPr/>
          </p:nvSpPr>
          <p:spPr>
            <a:xfrm>
              <a:off x="735432" y="6268765"/>
              <a:ext cx="2263158" cy="340471"/>
            </a:xfrm>
            <a:custGeom>
              <a:avLst/>
              <a:gdLst/>
              <a:ahLst/>
              <a:cxnLst/>
              <a:rect l="0" t="0" r="0" b="0"/>
              <a:pathLst>
                <a:path w="2263158" h="340471">
                  <a:moveTo>
                    <a:pt x="0" y="340471"/>
                  </a:moveTo>
                  <a:lnTo>
                    <a:pt x="53885" y="339245"/>
                  </a:lnTo>
                  <a:lnTo>
                    <a:pt x="53885" y="338703"/>
                  </a:lnTo>
                  <a:lnTo>
                    <a:pt x="68581" y="337558"/>
                  </a:lnTo>
                  <a:lnTo>
                    <a:pt x="68581" y="336868"/>
                  </a:lnTo>
                  <a:lnTo>
                    <a:pt x="83821" y="336011"/>
                  </a:lnTo>
                  <a:lnTo>
                    <a:pt x="83821" y="334745"/>
                  </a:lnTo>
                  <a:lnTo>
                    <a:pt x="107769" y="334136"/>
                  </a:lnTo>
                  <a:lnTo>
                    <a:pt x="107769" y="332509"/>
                  </a:lnTo>
                  <a:lnTo>
                    <a:pt x="125731" y="332411"/>
                  </a:lnTo>
                  <a:lnTo>
                    <a:pt x="125731" y="326301"/>
                  </a:lnTo>
                  <a:lnTo>
                    <a:pt x="137161" y="326203"/>
                  </a:lnTo>
                  <a:lnTo>
                    <a:pt x="137161" y="324822"/>
                  </a:lnTo>
                  <a:lnTo>
                    <a:pt x="150877" y="324725"/>
                  </a:lnTo>
                  <a:lnTo>
                    <a:pt x="150877" y="320927"/>
                  </a:lnTo>
                  <a:lnTo>
                    <a:pt x="167641" y="319873"/>
                  </a:lnTo>
                  <a:lnTo>
                    <a:pt x="167641" y="319029"/>
                  </a:lnTo>
                  <a:lnTo>
                    <a:pt x="188596" y="318834"/>
                  </a:lnTo>
                  <a:lnTo>
                    <a:pt x="188596" y="305225"/>
                  </a:lnTo>
                  <a:lnTo>
                    <a:pt x="205742" y="305031"/>
                  </a:lnTo>
                  <a:lnTo>
                    <a:pt x="205742" y="303650"/>
                  </a:lnTo>
                  <a:lnTo>
                    <a:pt x="215539" y="303552"/>
                  </a:lnTo>
                  <a:lnTo>
                    <a:pt x="215539" y="301925"/>
                  </a:lnTo>
                  <a:lnTo>
                    <a:pt x="251462" y="300873"/>
                  </a:lnTo>
                  <a:lnTo>
                    <a:pt x="251462" y="291914"/>
                  </a:lnTo>
                  <a:lnTo>
                    <a:pt x="274322" y="291177"/>
                  </a:lnTo>
                  <a:lnTo>
                    <a:pt x="274322" y="289796"/>
                  </a:lnTo>
                  <a:lnTo>
                    <a:pt x="301754" y="289503"/>
                  </a:lnTo>
                  <a:lnTo>
                    <a:pt x="301754" y="284186"/>
                  </a:lnTo>
                  <a:lnTo>
                    <a:pt x="323308" y="283359"/>
                  </a:lnTo>
                  <a:lnTo>
                    <a:pt x="323308" y="282274"/>
                  </a:lnTo>
                  <a:lnTo>
                    <a:pt x="342903" y="281235"/>
                  </a:lnTo>
                  <a:lnTo>
                    <a:pt x="342903" y="279854"/>
                  </a:lnTo>
                  <a:lnTo>
                    <a:pt x="377193" y="279562"/>
                  </a:lnTo>
                  <a:lnTo>
                    <a:pt x="377193" y="231322"/>
                  </a:lnTo>
                  <a:lnTo>
                    <a:pt x="411483" y="231030"/>
                  </a:lnTo>
                  <a:lnTo>
                    <a:pt x="411483" y="229649"/>
                  </a:lnTo>
                  <a:lnTo>
                    <a:pt x="431078" y="229454"/>
                  </a:lnTo>
                  <a:lnTo>
                    <a:pt x="431078" y="227826"/>
                  </a:lnTo>
                  <a:lnTo>
                    <a:pt x="452632" y="226999"/>
                  </a:lnTo>
                  <a:lnTo>
                    <a:pt x="452632" y="223201"/>
                  </a:lnTo>
                  <a:lnTo>
                    <a:pt x="502924" y="222023"/>
                  </a:lnTo>
                  <a:lnTo>
                    <a:pt x="502924" y="212431"/>
                  </a:lnTo>
                  <a:lnTo>
                    <a:pt x="538847" y="211380"/>
                  </a:lnTo>
                  <a:lnTo>
                    <a:pt x="538847" y="209752"/>
                  </a:lnTo>
                  <a:lnTo>
                    <a:pt x="548644" y="209655"/>
                  </a:lnTo>
                  <a:lnTo>
                    <a:pt x="548644" y="208274"/>
                  </a:lnTo>
                  <a:lnTo>
                    <a:pt x="565789" y="208079"/>
                  </a:lnTo>
                  <a:lnTo>
                    <a:pt x="565789" y="196685"/>
                  </a:lnTo>
                  <a:lnTo>
                    <a:pt x="603509" y="195753"/>
                  </a:lnTo>
                  <a:lnTo>
                    <a:pt x="603509" y="191955"/>
                  </a:lnTo>
                  <a:lnTo>
                    <a:pt x="617225" y="191858"/>
                  </a:lnTo>
                  <a:lnTo>
                    <a:pt x="617225" y="190477"/>
                  </a:lnTo>
                  <a:lnTo>
                    <a:pt x="628655" y="190380"/>
                  </a:lnTo>
                  <a:lnTo>
                    <a:pt x="628655" y="183952"/>
                  </a:lnTo>
                  <a:lnTo>
                    <a:pt x="646617" y="183855"/>
                  </a:lnTo>
                  <a:lnTo>
                    <a:pt x="647998" y="182130"/>
                  </a:lnTo>
                  <a:lnTo>
                    <a:pt x="685805" y="181078"/>
                  </a:lnTo>
                  <a:lnTo>
                    <a:pt x="686685" y="180290"/>
                  </a:lnTo>
                  <a:lnTo>
                    <a:pt x="754386" y="179706"/>
                  </a:lnTo>
                  <a:lnTo>
                    <a:pt x="754386" y="0"/>
                  </a:lnTo>
                  <a:lnTo>
                    <a:pt x="2263158" y="0"/>
                  </a:lnTo>
                  <a:lnTo>
                    <a:pt x="2263158" y="0"/>
                  </a:lnTo>
                </a:path>
              </a:pathLst>
            </a:custGeom>
            <a:noFill/>
            <a:ln w="22860">
              <a:solidFill>
                <a:srgbClr val="00878B"/>
              </a:solidFill>
              <a:prstDash val="solid"/>
            </a:ln>
          </p:spPr>
        </p:sp>
        <p:sp>
          <p:nvSpPr>
            <p:cNvPr id="3067" name="03_assume_matched_3066">
              <a:extLst>
                <a:ext uri="{FF2B5EF4-FFF2-40B4-BE49-F238E27FC236}">
                  <a16:creationId xmlns:a16="http://schemas.microsoft.com/office/drawing/2014/main" id="{0674B471-391B-4164-976A-738D9500E45D}"/>
                </a:ext>
              </a:extLst>
            </p:cNvPr>
            <p:cNvSpPr>
              <a:spLocks/>
            </p:cNvSpPr>
            <p:nvPr/>
          </p:nvSpPr>
          <p:spPr>
            <a:xfrm>
              <a:off x="735432" y="6170584"/>
              <a:ext cx="2263158" cy="438652"/>
            </a:xfrm>
            <a:custGeom>
              <a:avLst/>
              <a:gdLst/>
              <a:ahLst/>
              <a:cxnLst/>
              <a:rect l="0" t="0" r="0" b="0"/>
              <a:pathLst>
                <a:path w="2263158" h="438652">
                  <a:moveTo>
                    <a:pt x="0" y="438652"/>
                  </a:moveTo>
                  <a:lnTo>
                    <a:pt x="754386" y="438652"/>
                  </a:lnTo>
                  <a:lnTo>
                    <a:pt x="754386" y="0"/>
                  </a:lnTo>
                  <a:lnTo>
                    <a:pt x="2263158" y="0"/>
                  </a:lnTo>
                  <a:lnTo>
                    <a:pt x="2263158" y="0"/>
                  </a:lnTo>
                </a:path>
              </a:pathLst>
            </a:custGeom>
            <a:noFill/>
            <a:ln w="13335">
              <a:solidFill>
                <a:srgbClr val="3A64C8"/>
              </a:solidFill>
              <a:prstDash val="solid"/>
            </a:ln>
          </p:spPr>
        </p:sp>
        <p:sp>
          <p:nvSpPr>
            <p:cNvPr id="3068" name="03_assume_matched_3067">
              <a:extLst>
                <a:ext uri="{FF2B5EF4-FFF2-40B4-BE49-F238E27FC236}">
                  <a16:creationId xmlns:a16="http://schemas.microsoft.com/office/drawing/2014/main" id="{64B993E5-CE12-45E7-AB55-F361FB51D9F2}"/>
                </a:ext>
              </a:extLst>
            </p:cNvPr>
            <p:cNvSpPr>
              <a:spLocks/>
            </p:cNvSpPr>
            <p:nvPr/>
          </p:nvSpPr>
          <p:spPr>
            <a:xfrm>
              <a:off x="1091035" y="6478497"/>
              <a:ext cx="43180" cy="43180"/>
            </a:xfrm>
            <a:prstGeom prst="ellipse">
              <a:avLst/>
            </a:prstGeom>
            <a:solidFill>
              <a:srgbClr val="00878B"/>
            </a:solidFill>
            <a:ln w="4445">
              <a:solidFill>
                <a:srgbClr val="FFFFFF"/>
              </a:solidFill>
              <a:prstDash val="solid"/>
            </a:ln>
          </p:spPr>
        </p:sp>
        <p:sp>
          <p:nvSpPr>
            <p:cNvPr id="3069" name="03_assume_matched_3068">
              <a:extLst>
                <a:ext uri="{FF2B5EF4-FFF2-40B4-BE49-F238E27FC236}">
                  <a16:creationId xmlns:a16="http://schemas.microsoft.com/office/drawing/2014/main" id="{32C50C58-8031-49F4-AA04-4F2C8A320FDE}"/>
                </a:ext>
              </a:extLst>
            </p:cNvPr>
            <p:cNvSpPr>
              <a:spLocks/>
            </p:cNvSpPr>
            <p:nvPr/>
          </p:nvSpPr>
          <p:spPr>
            <a:xfrm>
              <a:off x="1468228" y="6247175"/>
              <a:ext cx="43180" cy="43180"/>
            </a:xfrm>
            <a:prstGeom prst="ellipse">
              <a:avLst/>
            </a:prstGeom>
            <a:solidFill>
              <a:srgbClr val="00878B"/>
            </a:solidFill>
            <a:ln w="4445">
              <a:solidFill>
                <a:srgbClr val="FFFFFF"/>
              </a:solidFill>
              <a:prstDash val="solid"/>
            </a:ln>
          </p:spPr>
        </p:sp>
        <p:sp>
          <p:nvSpPr>
            <p:cNvPr id="3070" name="03_assume_matched_3069">
              <a:extLst>
                <a:ext uri="{FF2B5EF4-FFF2-40B4-BE49-F238E27FC236}">
                  <a16:creationId xmlns:a16="http://schemas.microsoft.com/office/drawing/2014/main" id="{D374DD52-F4F1-452C-A87C-DCAAA21393D4}"/>
                </a:ext>
              </a:extLst>
            </p:cNvPr>
            <p:cNvSpPr>
              <a:spLocks/>
            </p:cNvSpPr>
            <p:nvPr/>
          </p:nvSpPr>
          <p:spPr>
            <a:xfrm>
              <a:off x="2222614" y="6247175"/>
              <a:ext cx="43180" cy="43180"/>
            </a:xfrm>
            <a:prstGeom prst="ellipse">
              <a:avLst/>
            </a:prstGeom>
            <a:solidFill>
              <a:srgbClr val="00878B"/>
            </a:solidFill>
            <a:ln w="4445">
              <a:solidFill>
                <a:srgbClr val="FFFFFF"/>
              </a:solidFill>
              <a:prstDash val="solid"/>
            </a:ln>
          </p:spPr>
        </p:sp>
        <p:sp>
          <p:nvSpPr>
            <p:cNvPr id="3071" name="03_assume_matched_3070">
              <a:extLst>
                <a:ext uri="{FF2B5EF4-FFF2-40B4-BE49-F238E27FC236}">
                  <a16:creationId xmlns:a16="http://schemas.microsoft.com/office/drawing/2014/main" id="{8D2E9C7F-0D8C-41C6-B35A-E48EB95E48A0}"/>
                </a:ext>
              </a:extLst>
            </p:cNvPr>
            <p:cNvSpPr>
              <a:spLocks/>
            </p:cNvSpPr>
            <p:nvPr/>
          </p:nvSpPr>
          <p:spPr>
            <a:xfrm>
              <a:off x="2976999" y="6247175"/>
              <a:ext cx="43180" cy="43180"/>
            </a:xfrm>
            <a:prstGeom prst="ellipse">
              <a:avLst/>
            </a:prstGeom>
            <a:solidFill>
              <a:srgbClr val="00878B"/>
            </a:solidFill>
            <a:ln w="4445">
              <a:solidFill>
                <a:srgbClr val="FFFFFF"/>
              </a:solidFill>
              <a:prstDash val="solid"/>
            </a:ln>
          </p:spPr>
        </p:sp>
        <p:sp>
          <p:nvSpPr>
            <p:cNvPr id="3072" name="03_assume_matched_3071">
              <a:extLst>
                <a:ext uri="{FF2B5EF4-FFF2-40B4-BE49-F238E27FC236}">
                  <a16:creationId xmlns:a16="http://schemas.microsoft.com/office/drawing/2014/main" id="{27C80593-4B7E-4CAF-BCC8-281E9D4E9F59}"/>
                </a:ext>
              </a:extLst>
            </p:cNvPr>
            <p:cNvSpPr>
              <a:spLocks/>
            </p:cNvSpPr>
            <p:nvPr/>
          </p:nvSpPr>
          <p:spPr>
            <a:xfrm>
              <a:off x="1076704" y="657331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3" name="03_assume_matched_3072">
              <a:extLst>
                <a:ext uri="{FF2B5EF4-FFF2-40B4-BE49-F238E27FC236}">
                  <a16:creationId xmlns:a16="http://schemas.microsoft.com/office/drawing/2014/main" id="{1C85EC6C-FB3A-4366-AD48-7FA7E0C3B07F}"/>
                </a:ext>
              </a:extLst>
            </p:cNvPr>
            <p:cNvSpPr>
              <a:spLocks/>
            </p:cNvSpPr>
            <p:nvPr/>
          </p:nvSpPr>
          <p:spPr>
            <a:xfrm>
              <a:off x="1453897" y="613466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4" name="03_assume_matched_3073">
              <a:extLst>
                <a:ext uri="{FF2B5EF4-FFF2-40B4-BE49-F238E27FC236}">
                  <a16:creationId xmlns:a16="http://schemas.microsoft.com/office/drawing/2014/main" id="{6617ED3D-B9B2-4DE3-AD28-B329D0A030F2}"/>
                </a:ext>
              </a:extLst>
            </p:cNvPr>
            <p:cNvSpPr>
              <a:spLocks/>
            </p:cNvSpPr>
            <p:nvPr/>
          </p:nvSpPr>
          <p:spPr>
            <a:xfrm>
              <a:off x="2208282" y="613466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5" name="03_assume_matched_3074">
              <a:extLst>
                <a:ext uri="{FF2B5EF4-FFF2-40B4-BE49-F238E27FC236}">
                  <a16:creationId xmlns:a16="http://schemas.microsoft.com/office/drawing/2014/main" id="{D43AB86A-B0CB-46A2-912F-067B22C5D79F}"/>
                </a:ext>
              </a:extLst>
            </p:cNvPr>
            <p:cNvSpPr>
              <a:spLocks/>
            </p:cNvSpPr>
            <p:nvPr/>
          </p:nvSpPr>
          <p:spPr>
            <a:xfrm>
              <a:off x="2962668" y="6134663"/>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076" name="03_assume_matched_3075">
              <a:extLst>
                <a:ext uri="{FF2B5EF4-FFF2-40B4-BE49-F238E27FC236}">
                  <a16:creationId xmlns:a16="http://schemas.microsoft.com/office/drawing/2014/main" id="{320162EC-6737-45FE-B71A-6E3545011731}"/>
                </a:ext>
              </a:extLst>
            </p:cNvPr>
            <p:cNvSpPr>
              <a:spLocks/>
            </p:cNvSpPr>
            <p:nvPr/>
          </p:nvSpPr>
          <p:spPr>
            <a:xfrm>
              <a:off x="3841389" y="5995123"/>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077" name="03_assume_matched_3076">
              <a:extLst>
                <a:ext uri="{FF2B5EF4-FFF2-40B4-BE49-F238E27FC236}">
                  <a16:creationId xmlns:a16="http://schemas.microsoft.com/office/drawing/2014/main" id="{1DE85D57-598D-4A31-8B8B-B2AEA84E1F5C}"/>
                </a:ext>
              </a:extLst>
            </p:cNvPr>
            <p:cNvSpPr>
              <a:spLocks/>
            </p:cNvSpPr>
            <p:nvPr/>
          </p:nvSpPr>
          <p:spPr>
            <a:xfrm>
              <a:off x="4143144" y="6024367"/>
              <a:ext cx="196140" cy="584869"/>
            </a:xfrm>
            <a:custGeom>
              <a:avLst/>
              <a:gdLst/>
              <a:ahLst/>
              <a:cxnLst/>
              <a:rect l="0" t="0" r="0" b="0"/>
              <a:pathLst>
                <a:path w="196140" h="584869">
                  <a:moveTo>
                    <a:pt x="196140" y="584869"/>
                  </a:moveTo>
                  <a:lnTo>
                    <a:pt x="0" y="584869"/>
                  </a:lnTo>
                  <a:lnTo>
                    <a:pt x="1081" y="579995"/>
                  </a:lnTo>
                  <a:lnTo>
                    <a:pt x="4251" y="575121"/>
                  </a:lnTo>
                  <a:lnTo>
                    <a:pt x="9296" y="570247"/>
                  </a:lnTo>
                  <a:lnTo>
                    <a:pt x="15886" y="565373"/>
                  </a:lnTo>
                  <a:lnTo>
                    <a:pt x="23612" y="560500"/>
                  </a:lnTo>
                  <a:lnTo>
                    <a:pt x="32025" y="555626"/>
                  </a:lnTo>
                  <a:lnTo>
                    <a:pt x="40683" y="550752"/>
                  </a:lnTo>
                  <a:lnTo>
                    <a:pt x="49182" y="545878"/>
                  </a:lnTo>
                  <a:lnTo>
                    <a:pt x="57190" y="541004"/>
                  </a:lnTo>
                  <a:lnTo>
                    <a:pt x="64461" y="536130"/>
                  </a:lnTo>
                  <a:lnTo>
                    <a:pt x="70837" y="531256"/>
                  </a:lnTo>
                  <a:lnTo>
                    <a:pt x="76251" y="526382"/>
                  </a:lnTo>
                  <a:lnTo>
                    <a:pt x="80703" y="521508"/>
                  </a:lnTo>
                  <a:lnTo>
                    <a:pt x="84252" y="516634"/>
                  </a:lnTo>
                  <a:lnTo>
                    <a:pt x="86993" y="511760"/>
                  </a:lnTo>
                  <a:lnTo>
                    <a:pt x="89039" y="506887"/>
                  </a:lnTo>
                  <a:lnTo>
                    <a:pt x="90511" y="502013"/>
                  </a:lnTo>
                  <a:lnTo>
                    <a:pt x="91523" y="497139"/>
                  </a:lnTo>
                  <a:lnTo>
                    <a:pt x="92178" y="492265"/>
                  </a:lnTo>
                  <a:lnTo>
                    <a:pt x="92563" y="487391"/>
                  </a:lnTo>
                  <a:lnTo>
                    <a:pt x="92752" y="482517"/>
                  </a:lnTo>
                  <a:lnTo>
                    <a:pt x="92803" y="477643"/>
                  </a:lnTo>
                  <a:lnTo>
                    <a:pt x="92761" y="472769"/>
                  </a:lnTo>
                  <a:lnTo>
                    <a:pt x="92662" y="467895"/>
                  </a:lnTo>
                  <a:lnTo>
                    <a:pt x="92532" y="463021"/>
                  </a:lnTo>
                  <a:lnTo>
                    <a:pt x="92393" y="458147"/>
                  </a:lnTo>
                  <a:lnTo>
                    <a:pt x="92258" y="453274"/>
                  </a:lnTo>
                  <a:lnTo>
                    <a:pt x="92137" y="448400"/>
                  </a:lnTo>
                  <a:lnTo>
                    <a:pt x="92036" y="443526"/>
                  </a:lnTo>
                  <a:lnTo>
                    <a:pt x="91954" y="438652"/>
                  </a:lnTo>
                  <a:lnTo>
                    <a:pt x="91891" y="433778"/>
                  </a:lnTo>
                  <a:lnTo>
                    <a:pt x="91842" y="428904"/>
                  </a:lnTo>
                  <a:lnTo>
                    <a:pt x="91799" y="424030"/>
                  </a:lnTo>
                  <a:lnTo>
                    <a:pt x="91756" y="419156"/>
                  </a:lnTo>
                  <a:lnTo>
                    <a:pt x="91705" y="414282"/>
                  </a:lnTo>
                  <a:lnTo>
                    <a:pt x="91636" y="409408"/>
                  </a:lnTo>
                  <a:lnTo>
                    <a:pt x="91543" y="404534"/>
                  </a:lnTo>
                  <a:lnTo>
                    <a:pt x="91417" y="399661"/>
                  </a:lnTo>
                  <a:lnTo>
                    <a:pt x="91249" y="394787"/>
                  </a:lnTo>
                  <a:lnTo>
                    <a:pt x="91028" y="389913"/>
                  </a:lnTo>
                  <a:lnTo>
                    <a:pt x="90742" y="385039"/>
                  </a:lnTo>
                  <a:lnTo>
                    <a:pt x="90374" y="380165"/>
                  </a:lnTo>
                  <a:lnTo>
                    <a:pt x="89907" y="375291"/>
                  </a:lnTo>
                  <a:lnTo>
                    <a:pt x="89319" y="370417"/>
                  </a:lnTo>
                  <a:lnTo>
                    <a:pt x="88588" y="365543"/>
                  </a:lnTo>
                  <a:lnTo>
                    <a:pt x="87692" y="360669"/>
                  </a:lnTo>
                  <a:lnTo>
                    <a:pt x="86613" y="355795"/>
                  </a:lnTo>
                  <a:lnTo>
                    <a:pt x="85338" y="350921"/>
                  </a:lnTo>
                  <a:lnTo>
                    <a:pt x="83866" y="346048"/>
                  </a:lnTo>
                  <a:lnTo>
                    <a:pt x="82208" y="341174"/>
                  </a:lnTo>
                  <a:lnTo>
                    <a:pt x="80393" y="336300"/>
                  </a:lnTo>
                  <a:lnTo>
                    <a:pt x="78469" y="331426"/>
                  </a:lnTo>
                  <a:lnTo>
                    <a:pt x="76503" y="326552"/>
                  </a:lnTo>
                  <a:lnTo>
                    <a:pt x="74579" y="321678"/>
                  </a:lnTo>
                  <a:lnTo>
                    <a:pt x="72797" y="316804"/>
                  </a:lnTo>
                  <a:lnTo>
                    <a:pt x="71259" y="311930"/>
                  </a:lnTo>
                  <a:lnTo>
                    <a:pt x="70068" y="307056"/>
                  </a:lnTo>
                  <a:lnTo>
                    <a:pt x="69313" y="302182"/>
                  </a:lnTo>
                  <a:lnTo>
                    <a:pt x="69061" y="297308"/>
                  </a:lnTo>
                  <a:lnTo>
                    <a:pt x="69352" y="292435"/>
                  </a:lnTo>
                  <a:lnTo>
                    <a:pt x="70188" y="287561"/>
                  </a:lnTo>
                  <a:lnTo>
                    <a:pt x="71538" y="282687"/>
                  </a:lnTo>
                  <a:lnTo>
                    <a:pt x="73337" y="277813"/>
                  </a:lnTo>
                  <a:lnTo>
                    <a:pt x="75492" y="272939"/>
                  </a:lnTo>
                  <a:lnTo>
                    <a:pt x="77893" y="268065"/>
                  </a:lnTo>
                  <a:lnTo>
                    <a:pt x="80424" y="263191"/>
                  </a:lnTo>
                  <a:lnTo>
                    <a:pt x="82970" y="258317"/>
                  </a:lnTo>
                  <a:lnTo>
                    <a:pt x="85429" y="253443"/>
                  </a:lnTo>
                  <a:lnTo>
                    <a:pt x="87720" y="248569"/>
                  </a:lnTo>
                  <a:lnTo>
                    <a:pt x="89782" y="243695"/>
                  </a:lnTo>
                  <a:lnTo>
                    <a:pt x="91580" y="238822"/>
                  </a:lnTo>
                  <a:lnTo>
                    <a:pt x="93101" y="233948"/>
                  </a:lnTo>
                  <a:lnTo>
                    <a:pt x="94350" y="229074"/>
                  </a:lnTo>
                  <a:lnTo>
                    <a:pt x="95347" y="224200"/>
                  </a:lnTo>
                  <a:lnTo>
                    <a:pt x="96122" y="219326"/>
                  </a:lnTo>
                  <a:lnTo>
                    <a:pt x="96708" y="214452"/>
                  </a:lnTo>
                  <a:lnTo>
                    <a:pt x="97139" y="209578"/>
                  </a:lnTo>
                  <a:lnTo>
                    <a:pt x="97448" y="204704"/>
                  </a:lnTo>
                  <a:lnTo>
                    <a:pt x="97663" y="199830"/>
                  </a:lnTo>
                  <a:lnTo>
                    <a:pt x="97810" y="194956"/>
                  </a:lnTo>
                  <a:lnTo>
                    <a:pt x="97908" y="190082"/>
                  </a:lnTo>
                  <a:lnTo>
                    <a:pt x="97971" y="185209"/>
                  </a:lnTo>
                  <a:lnTo>
                    <a:pt x="98011" y="180335"/>
                  </a:lnTo>
                  <a:lnTo>
                    <a:pt x="98036" y="175461"/>
                  </a:lnTo>
                  <a:lnTo>
                    <a:pt x="98051" y="170587"/>
                  </a:lnTo>
                  <a:lnTo>
                    <a:pt x="98059" y="165713"/>
                  </a:lnTo>
                  <a:lnTo>
                    <a:pt x="98064" y="160839"/>
                  </a:lnTo>
                  <a:lnTo>
                    <a:pt x="98067" y="155965"/>
                  </a:lnTo>
                  <a:lnTo>
                    <a:pt x="98069"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3" y="155965"/>
                  </a:lnTo>
                  <a:lnTo>
                    <a:pt x="98076" y="160839"/>
                  </a:lnTo>
                  <a:lnTo>
                    <a:pt x="98081" y="165713"/>
                  </a:lnTo>
                  <a:lnTo>
                    <a:pt x="98090" y="170587"/>
                  </a:lnTo>
                  <a:lnTo>
                    <a:pt x="98105" y="175461"/>
                  </a:lnTo>
                  <a:lnTo>
                    <a:pt x="98129" y="180335"/>
                  </a:lnTo>
                  <a:lnTo>
                    <a:pt x="98169" y="185209"/>
                  </a:lnTo>
                  <a:lnTo>
                    <a:pt x="98232" y="190082"/>
                  </a:lnTo>
                  <a:lnTo>
                    <a:pt x="98330" y="194956"/>
                  </a:lnTo>
                  <a:lnTo>
                    <a:pt x="98477" y="199830"/>
                  </a:lnTo>
                  <a:lnTo>
                    <a:pt x="98693" y="204704"/>
                  </a:lnTo>
                  <a:lnTo>
                    <a:pt x="99002" y="209578"/>
                  </a:lnTo>
                  <a:lnTo>
                    <a:pt x="99433" y="214452"/>
                  </a:lnTo>
                  <a:lnTo>
                    <a:pt x="100018" y="219326"/>
                  </a:lnTo>
                  <a:lnTo>
                    <a:pt x="100793" y="224200"/>
                  </a:lnTo>
                  <a:lnTo>
                    <a:pt x="101790" y="229074"/>
                  </a:lnTo>
                  <a:lnTo>
                    <a:pt x="103040" y="233948"/>
                  </a:lnTo>
                  <a:lnTo>
                    <a:pt x="104560" y="238822"/>
                  </a:lnTo>
                  <a:lnTo>
                    <a:pt x="106358" y="243695"/>
                  </a:lnTo>
                  <a:lnTo>
                    <a:pt x="108421" y="248569"/>
                  </a:lnTo>
                  <a:lnTo>
                    <a:pt x="110711" y="253443"/>
                  </a:lnTo>
                  <a:lnTo>
                    <a:pt x="113171" y="258317"/>
                  </a:lnTo>
                  <a:lnTo>
                    <a:pt x="115717" y="263191"/>
                  </a:lnTo>
                  <a:lnTo>
                    <a:pt x="118247" y="268065"/>
                  </a:lnTo>
                  <a:lnTo>
                    <a:pt x="120649" y="272939"/>
                  </a:lnTo>
                  <a:lnTo>
                    <a:pt x="122804" y="277813"/>
                  </a:lnTo>
                  <a:lnTo>
                    <a:pt x="124602" y="282687"/>
                  </a:lnTo>
                  <a:lnTo>
                    <a:pt x="125952" y="287561"/>
                  </a:lnTo>
                  <a:lnTo>
                    <a:pt x="126788" y="292435"/>
                  </a:lnTo>
                  <a:lnTo>
                    <a:pt x="127079" y="297308"/>
                  </a:lnTo>
                  <a:lnTo>
                    <a:pt x="126828" y="302182"/>
                  </a:lnTo>
                  <a:lnTo>
                    <a:pt x="126072" y="307056"/>
                  </a:lnTo>
                  <a:lnTo>
                    <a:pt x="124881" y="311930"/>
                  </a:lnTo>
                  <a:lnTo>
                    <a:pt x="123343" y="316804"/>
                  </a:lnTo>
                  <a:lnTo>
                    <a:pt x="121561" y="321678"/>
                  </a:lnTo>
                  <a:lnTo>
                    <a:pt x="119638" y="326552"/>
                  </a:lnTo>
                  <a:lnTo>
                    <a:pt x="117672" y="331426"/>
                  </a:lnTo>
                  <a:lnTo>
                    <a:pt x="115748" y="336300"/>
                  </a:lnTo>
                  <a:lnTo>
                    <a:pt x="113933" y="341174"/>
                  </a:lnTo>
                  <a:lnTo>
                    <a:pt x="112275" y="346048"/>
                  </a:lnTo>
                  <a:lnTo>
                    <a:pt x="110802" y="350921"/>
                  </a:lnTo>
                  <a:lnTo>
                    <a:pt x="109527" y="355795"/>
                  </a:lnTo>
                  <a:lnTo>
                    <a:pt x="108448" y="360669"/>
                  </a:lnTo>
                  <a:lnTo>
                    <a:pt x="107552" y="365543"/>
                  </a:lnTo>
                  <a:lnTo>
                    <a:pt x="106821" y="370417"/>
                  </a:lnTo>
                  <a:lnTo>
                    <a:pt x="106233" y="375291"/>
                  </a:lnTo>
                  <a:lnTo>
                    <a:pt x="105766" y="380165"/>
                  </a:lnTo>
                  <a:lnTo>
                    <a:pt x="105399" y="385039"/>
                  </a:lnTo>
                  <a:lnTo>
                    <a:pt x="105112" y="389913"/>
                  </a:lnTo>
                  <a:lnTo>
                    <a:pt x="104892" y="394787"/>
                  </a:lnTo>
                  <a:lnTo>
                    <a:pt x="104724" y="399661"/>
                  </a:lnTo>
                  <a:lnTo>
                    <a:pt x="104598" y="404534"/>
                  </a:lnTo>
                  <a:lnTo>
                    <a:pt x="104504" y="409408"/>
                  </a:lnTo>
                  <a:lnTo>
                    <a:pt x="104436" y="414282"/>
                  </a:lnTo>
                  <a:lnTo>
                    <a:pt x="104384" y="419156"/>
                  </a:lnTo>
                  <a:lnTo>
                    <a:pt x="104341" y="424030"/>
                  </a:lnTo>
                  <a:lnTo>
                    <a:pt x="104299" y="428904"/>
                  </a:lnTo>
                  <a:lnTo>
                    <a:pt x="104249" y="433778"/>
                  </a:lnTo>
                  <a:lnTo>
                    <a:pt x="104186" y="438652"/>
                  </a:lnTo>
                  <a:lnTo>
                    <a:pt x="104105" y="443526"/>
                  </a:lnTo>
                  <a:lnTo>
                    <a:pt x="104003" y="448400"/>
                  </a:lnTo>
                  <a:lnTo>
                    <a:pt x="103882" y="453274"/>
                  </a:lnTo>
                  <a:lnTo>
                    <a:pt x="103747" y="458147"/>
                  </a:lnTo>
                  <a:lnTo>
                    <a:pt x="103608" y="463021"/>
                  </a:lnTo>
                  <a:lnTo>
                    <a:pt x="103479" y="467895"/>
                  </a:lnTo>
                  <a:lnTo>
                    <a:pt x="103380" y="472769"/>
                  </a:lnTo>
                  <a:lnTo>
                    <a:pt x="103338" y="477643"/>
                  </a:lnTo>
                  <a:lnTo>
                    <a:pt x="103388" y="482517"/>
                  </a:lnTo>
                  <a:lnTo>
                    <a:pt x="103577" y="487391"/>
                  </a:lnTo>
                  <a:lnTo>
                    <a:pt x="103963" y="492265"/>
                  </a:lnTo>
                  <a:lnTo>
                    <a:pt x="104617" y="497139"/>
                  </a:lnTo>
                  <a:lnTo>
                    <a:pt x="105629" y="502013"/>
                  </a:lnTo>
                  <a:lnTo>
                    <a:pt x="107101" y="506887"/>
                  </a:lnTo>
                  <a:lnTo>
                    <a:pt x="109148" y="511760"/>
                  </a:lnTo>
                  <a:lnTo>
                    <a:pt x="111888" y="516634"/>
                  </a:lnTo>
                  <a:lnTo>
                    <a:pt x="115438" y="521508"/>
                  </a:lnTo>
                  <a:lnTo>
                    <a:pt x="119890" y="526382"/>
                  </a:lnTo>
                  <a:lnTo>
                    <a:pt x="125303" y="531256"/>
                  </a:lnTo>
                  <a:lnTo>
                    <a:pt x="131680" y="536130"/>
                  </a:lnTo>
                  <a:lnTo>
                    <a:pt x="138950" y="541004"/>
                  </a:lnTo>
                  <a:lnTo>
                    <a:pt x="146958" y="545878"/>
                  </a:lnTo>
                  <a:lnTo>
                    <a:pt x="155457" y="550752"/>
                  </a:lnTo>
                  <a:lnTo>
                    <a:pt x="164115" y="555626"/>
                  </a:lnTo>
                  <a:lnTo>
                    <a:pt x="172529" y="560500"/>
                  </a:lnTo>
                  <a:lnTo>
                    <a:pt x="180255" y="565373"/>
                  </a:lnTo>
                  <a:lnTo>
                    <a:pt x="186845" y="570247"/>
                  </a:lnTo>
                  <a:lnTo>
                    <a:pt x="191889" y="575121"/>
                  </a:lnTo>
                  <a:lnTo>
                    <a:pt x="195059"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3078" name="03_assume_matched_3077">
              <a:extLst>
                <a:ext uri="{FF2B5EF4-FFF2-40B4-BE49-F238E27FC236}">
                  <a16:creationId xmlns:a16="http://schemas.microsoft.com/office/drawing/2014/main" id="{9DC3AE45-BA69-4092-910D-E18E4A73CD17}"/>
                </a:ext>
              </a:extLst>
            </p:cNvPr>
            <p:cNvSpPr>
              <a:spLocks/>
            </p:cNvSpPr>
            <p:nvPr/>
          </p:nvSpPr>
          <p:spPr>
            <a:xfrm>
              <a:off x="4520337" y="6024367"/>
              <a:ext cx="196140" cy="584869"/>
            </a:xfrm>
            <a:custGeom>
              <a:avLst/>
              <a:gdLst/>
              <a:ahLst/>
              <a:cxnLst/>
              <a:rect l="0" t="0" r="0" b="0"/>
              <a:pathLst>
                <a:path w="196140" h="584869">
                  <a:moveTo>
                    <a:pt x="143482" y="584869"/>
                  </a:moveTo>
                  <a:lnTo>
                    <a:pt x="52658" y="584869"/>
                  </a:lnTo>
                  <a:lnTo>
                    <a:pt x="53142" y="579995"/>
                  </a:lnTo>
                  <a:lnTo>
                    <a:pt x="54562" y="575121"/>
                  </a:lnTo>
                  <a:lnTo>
                    <a:pt x="56821" y="570247"/>
                  </a:lnTo>
                  <a:lnTo>
                    <a:pt x="59774" y="565373"/>
                  </a:lnTo>
                  <a:lnTo>
                    <a:pt x="63237" y="560500"/>
                  </a:lnTo>
                  <a:lnTo>
                    <a:pt x="67012" y="555626"/>
                  </a:lnTo>
                  <a:lnTo>
                    <a:pt x="70901" y="550752"/>
                  </a:lnTo>
                  <a:lnTo>
                    <a:pt x="74726" y="545878"/>
                  </a:lnTo>
                  <a:lnTo>
                    <a:pt x="78341" y="541004"/>
                  </a:lnTo>
                  <a:lnTo>
                    <a:pt x="81636" y="536130"/>
                  </a:lnTo>
                  <a:lnTo>
                    <a:pt x="84543" y="531256"/>
                  </a:lnTo>
                  <a:lnTo>
                    <a:pt x="87030" y="526382"/>
                  </a:lnTo>
                  <a:lnTo>
                    <a:pt x="89095" y="521508"/>
                  </a:lnTo>
                  <a:lnTo>
                    <a:pt x="90762" y="516634"/>
                  </a:lnTo>
                  <a:lnTo>
                    <a:pt x="92068" y="511760"/>
                  </a:lnTo>
                  <a:lnTo>
                    <a:pt x="93060" y="506887"/>
                  </a:lnTo>
                  <a:lnTo>
                    <a:pt x="93784" y="502013"/>
                  </a:lnTo>
                  <a:lnTo>
                    <a:pt x="94287" y="497139"/>
                  </a:lnTo>
                  <a:lnTo>
                    <a:pt x="94610" y="492265"/>
                  </a:lnTo>
                  <a:lnTo>
                    <a:pt x="94789" y="487391"/>
                  </a:lnTo>
                  <a:lnTo>
                    <a:pt x="94855" y="482517"/>
                  </a:lnTo>
                  <a:lnTo>
                    <a:pt x="94834" y="477643"/>
                  </a:lnTo>
                  <a:lnTo>
                    <a:pt x="94747" y="472769"/>
                  </a:lnTo>
                  <a:lnTo>
                    <a:pt x="94612" y="467895"/>
                  </a:lnTo>
                  <a:lnTo>
                    <a:pt x="94444" y="463021"/>
                  </a:lnTo>
                  <a:lnTo>
                    <a:pt x="94254" y="458147"/>
                  </a:lnTo>
                  <a:lnTo>
                    <a:pt x="94051" y="453274"/>
                  </a:lnTo>
                  <a:lnTo>
                    <a:pt x="93841" y="448400"/>
                  </a:lnTo>
                  <a:lnTo>
                    <a:pt x="93630" y="443526"/>
                  </a:lnTo>
                  <a:lnTo>
                    <a:pt x="93419" y="438652"/>
                  </a:lnTo>
                  <a:lnTo>
                    <a:pt x="93213" y="433778"/>
                  </a:lnTo>
                  <a:lnTo>
                    <a:pt x="93013" y="428904"/>
                  </a:lnTo>
                  <a:lnTo>
                    <a:pt x="92825" y="424030"/>
                  </a:lnTo>
                  <a:lnTo>
                    <a:pt x="92655" y="419156"/>
                  </a:lnTo>
                  <a:lnTo>
                    <a:pt x="92513" y="414282"/>
                  </a:lnTo>
                  <a:lnTo>
                    <a:pt x="92407" y="409408"/>
                  </a:lnTo>
                  <a:lnTo>
                    <a:pt x="92350" y="404534"/>
                  </a:lnTo>
                  <a:lnTo>
                    <a:pt x="92352" y="399661"/>
                  </a:lnTo>
                  <a:lnTo>
                    <a:pt x="92421" y="394787"/>
                  </a:lnTo>
                  <a:lnTo>
                    <a:pt x="92562" y="389913"/>
                  </a:lnTo>
                  <a:lnTo>
                    <a:pt x="92773" y="385039"/>
                  </a:lnTo>
                  <a:lnTo>
                    <a:pt x="93049" y="380165"/>
                  </a:lnTo>
                  <a:lnTo>
                    <a:pt x="93377" y="375291"/>
                  </a:lnTo>
                  <a:lnTo>
                    <a:pt x="93740" y="370417"/>
                  </a:lnTo>
                  <a:lnTo>
                    <a:pt x="94117" y="365543"/>
                  </a:lnTo>
                  <a:lnTo>
                    <a:pt x="94484" y="360669"/>
                  </a:lnTo>
                  <a:lnTo>
                    <a:pt x="94818" y="355795"/>
                  </a:lnTo>
                  <a:lnTo>
                    <a:pt x="95101" y="350921"/>
                  </a:lnTo>
                  <a:lnTo>
                    <a:pt x="95316" y="346048"/>
                  </a:lnTo>
                  <a:lnTo>
                    <a:pt x="95453" y="341174"/>
                  </a:lnTo>
                  <a:lnTo>
                    <a:pt x="95508" y="336300"/>
                  </a:lnTo>
                  <a:lnTo>
                    <a:pt x="95486" y="331426"/>
                  </a:lnTo>
                  <a:lnTo>
                    <a:pt x="95397" y="326552"/>
                  </a:lnTo>
                  <a:lnTo>
                    <a:pt x="95257" y="321678"/>
                  </a:lnTo>
                  <a:lnTo>
                    <a:pt x="95086" y="316804"/>
                  </a:lnTo>
                  <a:lnTo>
                    <a:pt x="94906" y="311930"/>
                  </a:lnTo>
                  <a:lnTo>
                    <a:pt x="94739" y="307056"/>
                  </a:lnTo>
                  <a:lnTo>
                    <a:pt x="94607" y="302182"/>
                  </a:lnTo>
                  <a:lnTo>
                    <a:pt x="94526" y="297308"/>
                  </a:lnTo>
                  <a:lnTo>
                    <a:pt x="94508" y="292435"/>
                  </a:lnTo>
                  <a:lnTo>
                    <a:pt x="94559" y="287561"/>
                  </a:lnTo>
                  <a:lnTo>
                    <a:pt x="94678" y="282687"/>
                  </a:lnTo>
                  <a:lnTo>
                    <a:pt x="94858" y="277813"/>
                  </a:lnTo>
                  <a:lnTo>
                    <a:pt x="95086" y="272939"/>
                  </a:lnTo>
                  <a:lnTo>
                    <a:pt x="95348" y="268065"/>
                  </a:lnTo>
                  <a:lnTo>
                    <a:pt x="95625" y="263191"/>
                  </a:lnTo>
                  <a:lnTo>
                    <a:pt x="95900" y="258317"/>
                  </a:lnTo>
                  <a:lnTo>
                    <a:pt x="96156" y="253443"/>
                  </a:lnTo>
                  <a:lnTo>
                    <a:pt x="96381" y="248569"/>
                  </a:lnTo>
                  <a:lnTo>
                    <a:pt x="96563" y="243695"/>
                  </a:lnTo>
                  <a:lnTo>
                    <a:pt x="96697" y="238822"/>
                  </a:lnTo>
                  <a:lnTo>
                    <a:pt x="96779" y="233948"/>
                  </a:lnTo>
                  <a:lnTo>
                    <a:pt x="96810" y="229074"/>
                  </a:lnTo>
                  <a:lnTo>
                    <a:pt x="96795" y="224200"/>
                  </a:lnTo>
                  <a:lnTo>
                    <a:pt x="96736" y="219326"/>
                  </a:lnTo>
                  <a:lnTo>
                    <a:pt x="96642" y="214452"/>
                  </a:lnTo>
                  <a:lnTo>
                    <a:pt x="96517" y="209578"/>
                  </a:lnTo>
                  <a:lnTo>
                    <a:pt x="96367" y="204704"/>
                  </a:lnTo>
                  <a:lnTo>
                    <a:pt x="96198" y="199830"/>
                  </a:lnTo>
                  <a:lnTo>
                    <a:pt x="96014" y="194956"/>
                  </a:lnTo>
                  <a:lnTo>
                    <a:pt x="95818" y="190082"/>
                  </a:lnTo>
                  <a:lnTo>
                    <a:pt x="95615" y="185209"/>
                  </a:lnTo>
                  <a:lnTo>
                    <a:pt x="95408" y="180335"/>
                  </a:lnTo>
                  <a:lnTo>
                    <a:pt x="95203" y="175461"/>
                  </a:lnTo>
                  <a:lnTo>
                    <a:pt x="95005" y="170587"/>
                  </a:lnTo>
                  <a:lnTo>
                    <a:pt x="94822" y="165713"/>
                  </a:lnTo>
                  <a:lnTo>
                    <a:pt x="94663" y="160839"/>
                  </a:lnTo>
                  <a:lnTo>
                    <a:pt x="94537" y="155965"/>
                  </a:lnTo>
                  <a:lnTo>
                    <a:pt x="94452" y="151091"/>
                  </a:lnTo>
                  <a:lnTo>
                    <a:pt x="94416" y="146217"/>
                  </a:lnTo>
                  <a:lnTo>
                    <a:pt x="94433" y="141343"/>
                  </a:lnTo>
                  <a:lnTo>
                    <a:pt x="94505" y="136469"/>
                  </a:lnTo>
                  <a:lnTo>
                    <a:pt x="94628" y="131596"/>
                  </a:lnTo>
                  <a:lnTo>
                    <a:pt x="94796" y="126722"/>
                  </a:lnTo>
                  <a:lnTo>
                    <a:pt x="94994" y="121848"/>
                  </a:lnTo>
                  <a:lnTo>
                    <a:pt x="95203" y="116974"/>
                  </a:lnTo>
                  <a:lnTo>
                    <a:pt x="95398" y="112100"/>
                  </a:lnTo>
                  <a:lnTo>
                    <a:pt x="95546" y="107226"/>
                  </a:lnTo>
                  <a:lnTo>
                    <a:pt x="95604" y="102352"/>
                  </a:lnTo>
                  <a:lnTo>
                    <a:pt x="95521" y="97478"/>
                  </a:lnTo>
                  <a:lnTo>
                    <a:pt x="95229" y="92604"/>
                  </a:lnTo>
                  <a:lnTo>
                    <a:pt x="94650" y="87730"/>
                  </a:lnTo>
                  <a:lnTo>
                    <a:pt x="93688" y="82856"/>
                  </a:lnTo>
                  <a:lnTo>
                    <a:pt x="92235" y="77983"/>
                  </a:lnTo>
                  <a:lnTo>
                    <a:pt x="90169" y="73109"/>
                  </a:lnTo>
                  <a:lnTo>
                    <a:pt x="87366" y="68235"/>
                  </a:lnTo>
                  <a:lnTo>
                    <a:pt x="83708" y="63361"/>
                  </a:lnTo>
                  <a:lnTo>
                    <a:pt x="79099" y="58487"/>
                  </a:lnTo>
                  <a:lnTo>
                    <a:pt x="73482" y="53613"/>
                  </a:lnTo>
                  <a:lnTo>
                    <a:pt x="66859" y="48739"/>
                  </a:lnTo>
                  <a:lnTo>
                    <a:pt x="59305" y="43865"/>
                  </a:lnTo>
                  <a:lnTo>
                    <a:pt x="50987" y="38991"/>
                  </a:lnTo>
                  <a:lnTo>
                    <a:pt x="42163" y="34117"/>
                  </a:lnTo>
                  <a:lnTo>
                    <a:pt x="33180" y="29243"/>
                  </a:lnTo>
                  <a:lnTo>
                    <a:pt x="24455" y="24370"/>
                  </a:lnTo>
                  <a:lnTo>
                    <a:pt x="16449" y="19496"/>
                  </a:lnTo>
                  <a:lnTo>
                    <a:pt x="9623" y="14622"/>
                  </a:lnTo>
                  <a:lnTo>
                    <a:pt x="4400" y="9748"/>
                  </a:lnTo>
                  <a:lnTo>
                    <a:pt x="1119" y="4874"/>
                  </a:lnTo>
                  <a:lnTo>
                    <a:pt x="0" y="0"/>
                  </a:lnTo>
                  <a:lnTo>
                    <a:pt x="196140" y="0"/>
                  </a:lnTo>
                  <a:lnTo>
                    <a:pt x="196140" y="0"/>
                  </a:lnTo>
                  <a:lnTo>
                    <a:pt x="195021" y="4874"/>
                  </a:lnTo>
                  <a:lnTo>
                    <a:pt x="191740" y="9748"/>
                  </a:lnTo>
                  <a:lnTo>
                    <a:pt x="186517" y="14622"/>
                  </a:lnTo>
                  <a:lnTo>
                    <a:pt x="179692" y="19496"/>
                  </a:lnTo>
                  <a:lnTo>
                    <a:pt x="171685" y="24370"/>
                  </a:lnTo>
                  <a:lnTo>
                    <a:pt x="162961" y="29243"/>
                  </a:lnTo>
                  <a:lnTo>
                    <a:pt x="153978" y="34117"/>
                  </a:lnTo>
                  <a:lnTo>
                    <a:pt x="145154" y="38991"/>
                  </a:lnTo>
                  <a:lnTo>
                    <a:pt x="136835" y="43865"/>
                  </a:lnTo>
                  <a:lnTo>
                    <a:pt x="129282" y="48739"/>
                  </a:lnTo>
                  <a:lnTo>
                    <a:pt x="122658" y="53613"/>
                  </a:lnTo>
                  <a:lnTo>
                    <a:pt x="117041" y="58487"/>
                  </a:lnTo>
                  <a:lnTo>
                    <a:pt x="112433" y="63361"/>
                  </a:lnTo>
                  <a:lnTo>
                    <a:pt x="108775" y="68235"/>
                  </a:lnTo>
                  <a:lnTo>
                    <a:pt x="105972" y="73109"/>
                  </a:lnTo>
                  <a:lnTo>
                    <a:pt x="103906" y="77983"/>
                  </a:lnTo>
                  <a:lnTo>
                    <a:pt x="102452" y="82856"/>
                  </a:lnTo>
                  <a:lnTo>
                    <a:pt x="101490" y="87730"/>
                  </a:lnTo>
                  <a:lnTo>
                    <a:pt x="100911" y="92604"/>
                  </a:lnTo>
                  <a:lnTo>
                    <a:pt x="100620" y="97478"/>
                  </a:lnTo>
                  <a:lnTo>
                    <a:pt x="100536" y="102352"/>
                  </a:lnTo>
                  <a:lnTo>
                    <a:pt x="100594" y="107226"/>
                  </a:lnTo>
                  <a:lnTo>
                    <a:pt x="100742" y="112100"/>
                  </a:lnTo>
                  <a:lnTo>
                    <a:pt x="100937" y="116974"/>
                  </a:lnTo>
                  <a:lnTo>
                    <a:pt x="101147" y="121848"/>
                  </a:lnTo>
                  <a:lnTo>
                    <a:pt x="101345" y="126722"/>
                  </a:lnTo>
                  <a:lnTo>
                    <a:pt x="101512" y="131596"/>
                  </a:lnTo>
                  <a:lnTo>
                    <a:pt x="101636" y="136469"/>
                  </a:lnTo>
                  <a:lnTo>
                    <a:pt x="101707" y="141343"/>
                  </a:lnTo>
                  <a:lnTo>
                    <a:pt x="101724" y="146217"/>
                  </a:lnTo>
                  <a:lnTo>
                    <a:pt x="101688" y="151091"/>
                  </a:lnTo>
                  <a:lnTo>
                    <a:pt x="101603" y="155965"/>
                  </a:lnTo>
                  <a:lnTo>
                    <a:pt x="101477" y="160839"/>
                  </a:lnTo>
                  <a:lnTo>
                    <a:pt x="101318" y="165713"/>
                  </a:lnTo>
                  <a:lnTo>
                    <a:pt x="101136" y="170587"/>
                  </a:lnTo>
                  <a:lnTo>
                    <a:pt x="100938" y="175461"/>
                  </a:lnTo>
                  <a:lnTo>
                    <a:pt x="100732" y="180335"/>
                  </a:lnTo>
                  <a:lnTo>
                    <a:pt x="100525" y="185209"/>
                  </a:lnTo>
                  <a:lnTo>
                    <a:pt x="100322" y="190082"/>
                  </a:lnTo>
                  <a:lnTo>
                    <a:pt x="100126" y="194956"/>
                  </a:lnTo>
                  <a:lnTo>
                    <a:pt x="99942" y="199830"/>
                  </a:lnTo>
                  <a:lnTo>
                    <a:pt x="99773" y="204704"/>
                  </a:lnTo>
                  <a:lnTo>
                    <a:pt x="99623" y="209578"/>
                  </a:lnTo>
                  <a:lnTo>
                    <a:pt x="99499" y="214452"/>
                  </a:lnTo>
                  <a:lnTo>
                    <a:pt x="99404" y="219326"/>
                  </a:lnTo>
                  <a:lnTo>
                    <a:pt x="99346" y="224200"/>
                  </a:lnTo>
                  <a:lnTo>
                    <a:pt x="99330" y="229074"/>
                  </a:lnTo>
                  <a:lnTo>
                    <a:pt x="99361" y="233948"/>
                  </a:lnTo>
                  <a:lnTo>
                    <a:pt x="99444" y="238822"/>
                  </a:lnTo>
                  <a:lnTo>
                    <a:pt x="99577" y="243695"/>
                  </a:lnTo>
                  <a:lnTo>
                    <a:pt x="99759" y="248569"/>
                  </a:lnTo>
                  <a:lnTo>
                    <a:pt x="99984" y="253443"/>
                  </a:lnTo>
                  <a:lnTo>
                    <a:pt x="100240" y="258317"/>
                  </a:lnTo>
                  <a:lnTo>
                    <a:pt x="100515" y="263191"/>
                  </a:lnTo>
                  <a:lnTo>
                    <a:pt x="100793" y="268065"/>
                  </a:lnTo>
                  <a:lnTo>
                    <a:pt x="101054" y="272939"/>
                  </a:lnTo>
                  <a:lnTo>
                    <a:pt x="101283" y="277813"/>
                  </a:lnTo>
                  <a:lnTo>
                    <a:pt x="101462" y="282687"/>
                  </a:lnTo>
                  <a:lnTo>
                    <a:pt x="101581" y="287561"/>
                  </a:lnTo>
                  <a:lnTo>
                    <a:pt x="101632" y="292435"/>
                  </a:lnTo>
                  <a:lnTo>
                    <a:pt x="101614" y="297308"/>
                  </a:lnTo>
                  <a:lnTo>
                    <a:pt x="101534" y="302182"/>
                  </a:lnTo>
                  <a:lnTo>
                    <a:pt x="101401" y="307056"/>
                  </a:lnTo>
                  <a:lnTo>
                    <a:pt x="101235" y="311930"/>
                  </a:lnTo>
                  <a:lnTo>
                    <a:pt x="101055" y="316804"/>
                  </a:lnTo>
                  <a:lnTo>
                    <a:pt x="100883" y="321678"/>
                  </a:lnTo>
                  <a:lnTo>
                    <a:pt x="100743" y="326552"/>
                  </a:lnTo>
                  <a:lnTo>
                    <a:pt x="100654" y="331426"/>
                  </a:lnTo>
                  <a:lnTo>
                    <a:pt x="100632" y="336300"/>
                  </a:lnTo>
                  <a:lnTo>
                    <a:pt x="100688" y="341174"/>
                  </a:lnTo>
                  <a:lnTo>
                    <a:pt x="100824" y="346048"/>
                  </a:lnTo>
                  <a:lnTo>
                    <a:pt x="101039" y="350921"/>
                  </a:lnTo>
                  <a:lnTo>
                    <a:pt x="101322" y="355795"/>
                  </a:lnTo>
                  <a:lnTo>
                    <a:pt x="101657" y="360669"/>
                  </a:lnTo>
                  <a:lnTo>
                    <a:pt x="102024" y="365543"/>
                  </a:lnTo>
                  <a:lnTo>
                    <a:pt x="102400" y="370417"/>
                  </a:lnTo>
                  <a:lnTo>
                    <a:pt x="102763" y="375291"/>
                  </a:lnTo>
                  <a:lnTo>
                    <a:pt x="103091" y="380165"/>
                  </a:lnTo>
                  <a:lnTo>
                    <a:pt x="103367" y="385039"/>
                  </a:lnTo>
                  <a:lnTo>
                    <a:pt x="103579" y="389913"/>
                  </a:lnTo>
                  <a:lnTo>
                    <a:pt x="103719" y="394787"/>
                  </a:lnTo>
                  <a:lnTo>
                    <a:pt x="103788" y="399661"/>
                  </a:lnTo>
                  <a:lnTo>
                    <a:pt x="103790" y="404534"/>
                  </a:lnTo>
                  <a:lnTo>
                    <a:pt x="103733" y="409408"/>
                  </a:lnTo>
                  <a:lnTo>
                    <a:pt x="103628" y="414282"/>
                  </a:lnTo>
                  <a:lnTo>
                    <a:pt x="103485" y="419156"/>
                  </a:lnTo>
                  <a:lnTo>
                    <a:pt x="103315" y="424030"/>
                  </a:lnTo>
                  <a:lnTo>
                    <a:pt x="103127" y="428904"/>
                  </a:lnTo>
                  <a:lnTo>
                    <a:pt x="102928" y="433778"/>
                  </a:lnTo>
                  <a:lnTo>
                    <a:pt x="102721" y="438652"/>
                  </a:lnTo>
                  <a:lnTo>
                    <a:pt x="102510" y="443526"/>
                  </a:lnTo>
                  <a:lnTo>
                    <a:pt x="102299" y="448400"/>
                  </a:lnTo>
                  <a:lnTo>
                    <a:pt x="102090" y="453274"/>
                  </a:lnTo>
                  <a:lnTo>
                    <a:pt x="101887" y="458147"/>
                  </a:lnTo>
                  <a:lnTo>
                    <a:pt x="101697" y="463021"/>
                  </a:lnTo>
                  <a:lnTo>
                    <a:pt x="101529" y="467895"/>
                  </a:lnTo>
                  <a:lnTo>
                    <a:pt x="101394" y="472769"/>
                  </a:lnTo>
                  <a:lnTo>
                    <a:pt x="101307" y="477643"/>
                  </a:lnTo>
                  <a:lnTo>
                    <a:pt x="101285" y="482517"/>
                  </a:lnTo>
                  <a:lnTo>
                    <a:pt x="101351" y="487391"/>
                  </a:lnTo>
                  <a:lnTo>
                    <a:pt x="101530" y="492265"/>
                  </a:lnTo>
                  <a:lnTo>
                    <a:pt x="101853" y="497139"/>
                  </a:lnTo>
                  <a:lnTo>
                    <a:pt x="102356" y="502013"/>
                  </a:lnTo>
                  <a:lnTo>
                    <a:pt x="103080" y="506887"/>
                  </a:lnTo>
                  <a:lnTo>
                    <a:pt x="104072" y="511760"/>
                  </a:lnTo>
                  <a:lnTo>
                    <a:pt x="105378" y="516634"/>
                  </a:lnTo>
                  <a:lnTo>
                    <a:pt x="107045" y="521508"/>
                  </a:lnTo>
                  <a:lnTo>
                    <a:pt x="109111" y="526382"/>
                  </a:lnTo>
                  <a:lnTo>
                    <a:pt x="111597" y="531256"/>
                  </a:lnTo>
                  <a:lnTo>
                    <a:pt x="114504" y="536130"/>
                  </a:lnTo>
                  <a:lnTo>
                    <a:pt x="117799" y="541004"/>
                  </a:lnTo>
                  <a:lnTo>
                    <a:pt x="121414" y="545878"/>
                  </a:lnTo>
                  <a:lnTo>
                    <a:pt x="125240" y="550752"/>
                  </a:lnTo>
                  <a:lnTo>
                    <a:pt x="129129" y="555626"/>
                  </a:lnTo>
                  <a:lnTo>
                    <a:pt x="132903" y="560500"/>
                  </a:lnTo>
                  <a:lnTo>
                    <a:pt x="136366" y="565373"/>
                  </a:lnTo>
                  <a:lnTo>
                    <a:pt x="139319" y="570247"/>
                  </a:lnTo>
                  <a:lnTo>
                    <a:pt x="141579" y="575121"/>
                  </a:lnTo>
                  <a:lnTo>
                    <a:pt x="142998" y="579995"/>
                  </a:lnTo>
                  <a:lnTo>
                    <a:pt x="143482" y="584869"/>
                  </a:lnTo>
                  <a:lnTo>
                    <a:pt x="143482" y="584869"/>
                  </a:lnTo>
                  <a:close/>
                </a:path>
              </a:pathLst>
            </a:custGeom>
            <a:solidFill>
              <a:srgbClr val="00878B">
                <a:alpha val="12000"/>
              </a:srgbClr>
            </a:solidFill>
            <a:ln w="6985">
              <a:solidFill>
                <a:srgbClr val="00878B">
                  <a:alpha val="12000"/>
                </a:srgbClr>
              </a:solidFill>
              <a:prstDash val="solid"/>
            </a:ln>
          </p:spPr>
        </p:sp>
        <p:sp>
          <p:nvSpPr>
            <p:cNvPr id="3079" name="03_assume_matched_3078">
              <a:extLst>
                <a:ext uri="{FF2B5EF4-FFF2-40B4-BE49-F238E27FC236}">
                  <a16:creationId xmlns:a16="http://schemas.microsoft.com/office/drawing/2014/main" id="{31A92504-5A76-4A09-A52D-262C1739ADFA}"/>
                </a:ext>
              </a:extLst>
            </p:cNvPr>
            <p:cNvSpPr>
              <a:spLocks/>
            </p:cNvSpPr>
            <p:nvPr/>
          </p:nvSpPr>
          <p:spPr>
            <a:xfrm>
              <a:off x="5274723" y="6024367"/>
              <a:ext cx="196140" cy="584869"/>
            </a:xfrm>
            <a:custGeom>
              <a:avLst/>
              <a:gdLst/>
              <a:ahLst/>
              <a:cxnLst/>
              <a:rect l="0" t="0" r="0" b="0"/>
              <a:pathLst>
                <a:path w="196140" h="584869">
                  <a:moveTo>
                    <a:pt x="141418" y="584869"/>
                  </a:moveTo>
                  <a:lnTo>
                    <a:pt x="54722" y="584869"/>
                  </a:lnTo>
                  <a:lnTo>
                    <a:pt x="55184" y="579995"/>
                  </a:lnTo>
                  <a:lnTo>
                    <a:pt x="56539" y="575121"/>
                  </a:lnTo>
                  <a:lnTo>
                    <a:pt x="58696" y="570247"/>
                  </a:lnTo>
                  <a:lnTo>
                    <a:pt x="61515" y="565373"/>
                  </a:lnTo>
                  <a:lnTo>
                    <a:pt x="64820" y="560500"/>
                  </a:lnTo>
                  <a:lnTo>
                    <a:pt x="68423" y="555626"/>
                  </a:lnTo>
                  <a:lnTo>
                    <a:pt x="72136" y="550752"/>
                  </a:lnTo>
                  <a:lnTo>
                    <a:pt x="75787" y="545878"/>
                  </a:lnTo>
                  <a:lnTo>
                    <a:pt x="79238" y="541004"/>
                  </a:lnTo>
                  <a:lnTo>
                    <a:pt x="82383" y="536130"/>
                  </a:lnTo>
                  <a:lnTo>
                    <a:pt x="85158" y="531256"/>
                  </a:lnTo>
                  <a:lnTo>
                    <a:pt x="87531" y="526382"/>
                  </a:lnTo>
                  <a:lnTo>
                    <a:pt x="89503" y="521508"/>
                  </a:lnTo>
                  <a:lnTo>
                    <a:pt x="91094" y="516634"/>
                  </a:lnTo>
                  <a:lnTo>
                    <a:pt x="92341" y="511760"/>
                  </a:lnTo>
                  <a:lnTo>
                    <a:pt x="93288" y="506887"/>
                  </a:lnTo>
                  <a:lnTo>
                    <a:pt x="93979" y="502013"/>
                  </a:lnTo>
                  <a:lnTo>
                    <a:pt x="94459" y="497139"/>
                  </a:lnTo>
                  <a:lnTo>
                    <a:pt x="94767" y="492265"/>
                  </a:lnTo>
                  <a:lnTo>
                    <a:pt x="94938" y="487391"/>
                  </a:lnTo>
                  <a:lnTo>
                    <a:pt x="95001" y="482517"/>
                  </a:lnTo>
                  <a:lnTo>
                    <a:pt x="94981" y="477643"/>
                  </a:lnTo>
                  <a:lnTo>
                    <a:pt x="94898" y="472769"/>
                  </a:lnTo>
                  <a:lnTo>
                    <a:pt x="94769" y="467895"/>
                  </a:lnTo>
                  <a:lnTo>
                    <a:pt x="94608" y="463021"/>
                  </a:lnTo>
                  <a:lnTo>
                    <a:pt x="94427" y="458147"/>
                  </a:lnTo>
                  <a:lnTo>
                    <a:pt x="94234" y="453274"/>
                  </a:lnTo>
                  <a:lnTo>
                    <a:pt x="94034" y="448400"/>
                  </a:lnTo>
                  <a:lnTo>
                    <a:pt x="93832" y="443526"/>
                  </a:lnTo>
                  <a:lnTo>
                    <a:pt x="93631" y="438652"/>
                  </a:lnTo>
                  <a:lnTo>
                    <a:pt x="93434" y="433778"/>
                  </a:lnTo>
                  <a:lnTo>
                    <a:pt x="93243" y="428904"/>
                  </a:lnTo>
                  <a:lnTo>
                    <a:pt x="93064" y="424030"/>
                  </a:lnTo>
                  <a:lnTo>
                    <a:pt x="92902" y="419156"/>
                  </a:lnTo>
                  <a:lnTo>
                    <a:pt x="92766" y="414282"/>
                  </a:lnTo>
                  <a:lnTo>
                    <a:pt x="92666" y="409408"/>
                  </a:lnTo>
                  <a:lnTo>
                    <a:pt x="92613" y="404534"/>
                  </a:lnTo>
                  <a:lnTo>
                    <a:pt x="92616" y="399661"/>
                  </a:lnTo>
                  <a:lnTo>
                    <a:pt x="92685" y="394787"/>
                  </a:lnTo>
                  <a:lnTo>
                    <a:pt x="92823" y="389913"/>
                  </a:lnTo>
                  <a:lnTo>
                    <a:pt x="93032" y="385039"/>
                  </a:lnTo>
                  <a:lnTo>
                    <a:pt x="93305" y="380165"/>
                  </a:lnTo>
                  <a:lnTo>
                    <a:pt x="93631" y="375291"/>
                  </a:lnTo>
                  <a:lnTo>
                    <a:pt x="93996" y="370417"/>
                  </a:lnTo>
                  <a:lnTo>
                    <a:pt x="94381" y="365543"/>
                  </a:lnTo>
                  <a:lnTo>
                    <a:pt x="94764" y="360669"/>
                  </a:lnTo>
                  <a:lnTo>
                    <a:pt x="95126" y="355795"/>
                  </a:lnTo>
                  <a:lnTo>
                    <a:pt x="95449" y="350921"/>
                  </a:lnTo>
                  <a:lnTo>
                    <a:pt x="95719" y="346048"/>
                  </a:lnTo>
                  <a:lnTo>
                    <a:pt x="95925" y="341174"/>
                  </a:lnTo>
                  <a:lnTo>
                    <a:pt x="96065" y="336300"/>
                  </a:lnTo>
                  <a:lnTo>
                    <a:pt x="96139" y="331426"/>
                  </a:lnTo>
                  <a:lnTo>
                    <a:pt x="96154" y="326552"/>
                  </a:lnTo>
                  <a:lnTo>
                    <a:pt x="96122" y="321678"/>
                  </a:lnTo>
                  <a:lnTo>
                    <a:pt x="96058" y="316804"/>
                  </a:lnTo>
                  <a:lnTo>
                    <a:pt x="95977" y="311930"/>
                  </a:lnTo>
                  <a:lnTo>
                    <a:pt x="95895" y="307056"/>
                  </a:lnTo>
                  <a:lnTo>
                    <a:pt x="95829" y="302182"/>
                  </a:lnTo>
                  <a:lnTo>
                    <a:pt x="95789" y="297308"/>
                  </a:lnTo>
                  <a:lnTo>
                    <a:pt x="95785" y="292435"/>
                  </a:lnTo>
                  <a:lnTo>
                    <a:pt x="95821" y="287561"/>
                  </a:lnTo>
                  <a:lnTo>
                    <a:pt x="95897" y="282687"/>
                  </a:lnTo>
                  <a:lnTo>
                    <a:pt x="96009" y="277813"/>
                  </a:lnTo>
                  <a:lnTo>
                    <a:pt x="96150" y="272939"/>
                  </a:lnTo>
                  <a:lnTo>
                    <a:pt x="96309" y="268065"/>
                  </a:lnTo>
                  <a:lnTo>
                    <a:pt x="96475" y="263191"/>
                  </a:lnTo>
                  <a:lnTo>
                    <a:pt x="96636" y="258317"/>
                  </a:lnTo>
                  <a:lnTo>
                    <a:pt x="96782" y="253443"/>
                  </a:lnTo>
                  <a:lnTo>
                    <a:pt x="96905" y="248569"/>
                  </a:lnTo>
                  <a:lnTo>
                    <a:pt x="96997" y="243695"/>
                  </a:lnTo>
                  <a:lnTo>
                    <a:pt x="97055" y="238822"/>
                  </a:lnTo>
                  <a:lnTo>
                    <a:pt x="97078" y="233948"/>
                  </a:lnTo>
                  <a:lnTo>
                    <a:pt x="97068" y="229074"/>
                  </a:lnTo>
                  <a:lnTo>
                    <a:pt x="97029" y="224200"/>
                  </a:lnTo>
                  <a:lnTo>
                    <a:pt x="96966" y="219326"/>
                  </a:lnTo>
                  <a:lnTo>
                    <a:pt x="96883" y="214452"/>
                  </a:lnTo>
                  <a:lnTo>
                    <a:pt x="96788" y="209578"/>
                  </a:lnTo>
                  <a:lnTo>
                    <a:pt x="96685" y="204704"/>
                  </a:lnTo>
                  <a:lnTo>
                    <a:pt x="96579" y="199830"/>
                  </a:lnTo>
                  <a:lnTo>
                    <a:pt x="96472" y="194956"/>
                  </a:lnTo>
                  <a:lnTo>
                    <a:pt x="96368" y="190082"/>
                  </a:lnTo>
                  <a:lnTo>
                    <a:pt x="96266" y="185209"/>
                  </a:lnTo>
                  <a:lnTo>
                    <a:pt x="96167" y="180335"/>
                  </a:lnTo>
                  <a:lnTo>
                    <a:pt x="96072" y="175461"/>
                  </a:lnTo>
                  <a:lnTo>
                    <a:pt x="95981" y="170587"/>
                  </a:lnTo>
                  <a:lnTo>
                    <a:pt x="95898" y="165713"/>
                  </a:lnTo>
                  <a:lnTo>
                    <a:pt x="95823" y="160839"/>
                  </a:lnTo>
                  <a:lnTo>
                    <a:pt x="95762" y="155965"/>
                  </a:lnTo>
                  <a:lnTo>
                    <a:pt x="95718" y="151091"/>
                  </a:lnTo>
                  <a:lnTo>
                    <a:pt x="95696" y="146217"/>
                  </a:lnTo>
                  <a:lnTo>
                    <a:pt x="95700" y="141343"/>
                  </a:lnTo>
                  <a:lnTo>
                    <a:pt x="95731" y="136469"/>
                  </a:lnTo>
                  <a:lnTo>
                    <a:pt x="95789" y="131596"/>
                  </a:lnTo>
                  <a:lnTo>
                    <a:pt x="95870" y="126722"/>
                  </a:lnTo>
                  <a:lnTo>
                    <a:pt x="95966" y="121848"/>
                  </a:lnTo>
                  <a:lnTo>
                    <a:pt x="96065" y="116974"/>
                  </a:lnTo>
                  <a:lnTo>
                    <a:pt x="96145" y="112100"/>
                  </a:lnTo>
                  <a:lnTo>
                    <a:pt x="96178" y="107226"/>
                  </a:lnTo>
                  <a:lnTo>
                    <a:pt x="96128" y="102352"/>
                  </a:lnTo>
                  <a:lnTo>
                    <a:pt x="95945" y="97478"/>
                  </a:lnTo>
                  <a:lnTo>
                    <a:pt x="95565" y="92604"/>
                  </a:lnTo>
                  <a:lnTo>
                    <a:pt x="94911" y="87730"/>
                  </a:lnTo>
                  <a:lnTo>
                    <a:pt x="93886" y="82856"/>
                  </a:lnTo>
                  <a:lnTo>
                    <a:pt x="92382" y="77983"/>
                  </a:lnTo>
                  <a:lnTo>
                    <a:pt x="90275" y="73109"/>
                  </a:lnTo>
                  <a:lnTo>
                    <a:pt x="87441" y="68235"/>
                  </a:lnTo>
                  <a:lnTo>
                    <a:pt x="83760" y="63361"/>
                  </a:lnTo>
                  <a:lnTo>
                    <a:pt x="79135" y="58487"/>
                  </a:lnTo>
                  <a:lnTo>
                    <a:pt x="73506" y="53613"/>
                  </a:lnTo>
                  <a:lnTo>
                    <a:pt x="66874" y="48739"/>
                  </a:lnTo>
                  <a:lnTo>
                    <a:pt x="59315" y="43865"/>
                  </a:lnTo>
                  <a:lnTo>
                    <a:pt x="50993" y="38991"/>
                  </a:lnTo>
                  <a:lnTo>
                    <a:pt x="42166" y="34117"/>
                  </a:lnTo>
                  <a:lnTo>
                    <a:pt x="33182" y="29243"/>
                  </a:lnTo>
                  <a:lnTo>
                    <a:pt x="24456" y="24370"/>
                  </a:lnTo>
                  <a:lnTo>
                    <a:pt x="16449" y="19496"/>
                  </a:lnTo>
                  <a:lnTo>
                    <a:pt x="9623" y="14622"/>
                  </a:lnTo>
                  <a:lnTo>
                    <a:pt x="4400" y="9748"/>
                  </a:lnTo>
                  <a:lnTo>
                    <a:pt x="1119" y="4874"/>
                  </a:lnTo>
                  <a:lnTo>
                    <a:pt x="0" y="0"/>
                  </a:lnTo>
                  <a:lnTo>
                    <a:pt x="196140" y="0"/>
                  </a:lnTo>
                  <a:lnTo>
                    <a:pt x="196140" y="0"/>
                  </a:lnTo>
                  <a:lnTo>
                    <a:pt x="195021" y="4874"/>
                  </a:lnTo>
                  <a:lnTo>
                    <a:pt x="191740" y="9748"/>
                  </a:lnTo>
                  <a:lnTo>
                    <a:pt x="186517" y="14622"/>
                  </a:lnTo>
                  <a:lnTo>
                    <a:pt x="179691" y="19496"/>
                  </a:lnTo>
                  <a:lnTo>
                    <a:pt x="171684" y="24370"/>
                  </a:lnTo>
                  <a:lnTo>
                    <a:pt x="162959" y="29243"/>
                  </a:lnTo>
                  <a:lnTo>
                    <a:pt x="153974" y="34117"/>
                  </a:lnTo>
                  <a:lnTo>
                    <a:pt x="145147" y="38991"/>
                  </a:lnTo>
                  <a:lnTo>
                    <a:pt x="136825" y="43865"/>
                  </a:lnTo>
                  <a:lnTo>
                    <a:pt x="129266" y="48739"/>
                  </a:lnTo>
                  <a:lnTo>
                    <a:pt x="122634" y="53613"/>
                  </a:lnTo>
                  <a:lnTo>
                    <a:pt x="117006" y="58487"/>
                  </a:lnTo>
                  <a:lnTo>
                    <a:pt x="112380" y="63361"/>
                  </a:lnTo>
                  <a:lnTo>
                    <a:pt x="108699" y="68235"/>
                  </a:lnTo>
                  <a:lnTo>
                    <a:pt x="105865" y="73109"/>
                  </a:lnTo>
                  <a:lnTo>
                    <a:pt x="103759" y="77983"/>
                  </a:lnTo>
                  <a:lnTo>
                    <a:pt x="102254" y="82856"/>
                  </a:lnTo>
                  <a:lnTo>
                    <a:pt x="101230" y="87730"/>
                  </a:lnTo>
                  <a:lnTo>
                    <a:pt x="100575" y="92604"/>
                  </a:lnTo>
                  <a:lnTo>
                    <a:pt x="100196" y="97478"/>
                  </a:lnTo>
                  <a:lnTo>
                    <a:pt x="100012" y="102352"/>
                  </a:lnTo>
                  <a:lnTo>
                    <a:pt x="99962" y="107226"/>
                  </a:lnTo>
                  <a:lnTo>
                    <a:pt x="99996" y="112100"/>
                  </a:lnTo>
                  <a:lnTo>
                    <a:pt x="100076" y="116974"/>
                  </a:lnTo>
                  <a:lnTo>
                    <a:pt x="100174" y="121848"/>
                  </a:lnTo>
                  <a:lnTo>
                    <a:pt x="100270" y="126722"/>
                  </a:lnTo>
                  <a:lnTo>
                    <a:pt x="100352" y="131596"/>
                  </a:lnTo>
                  <a:lnTo>
                    <a:pt x="100410" y="136469"/>
                  </a:lnTo>
                  <a:lnTo>
                    <a:pt x="100441" y="141343"/>
                  </a:lnTo>
                  <a:lnTo>
                    <a:pt x="100444" y="146217"/>
                  </a:lnTo>
                  <a:lnTo>
                    <a:pt x="100422" y="151091"/>
                  </a:lnTo>
                  <a:lnTo>
                    <a:pt x="100378" y="155965"/>
                  </a:lnTo>
                  <a:lnTo>
                    <a:pt x="100317" y="160839"/>
                  </a:lnTo>
                  <a:lnTo>
                    <a:pt x="100243" y="165713"/>
                  </a:lnTo>
                  <a:lnTo>
                    <a:pt x="100159" y="170587"/>
                  </a:lnTo>
                  <a:lnTo>
                    <a:pt x="100069" y="175461"/>
                  </a:lnTo>
                  <a:lnTo>
                    <a:pt x="99974" y="180335"/>
                  </a:lnTo>
                  <a:lnTo>
                    <a:pt x="99875" y="185209"/>
                  </a:lnTo>
                  <a:lnTo>
                    <a:pt x="99773" y="190082"/>
                  </a:lnTo>
                  <a:lnTo>
                    <a:pt x="99668" y="194956"/>
                  </a:lnTo>
                  <a:lnTo>
                    <a:pt x="99561" y="199830"/>
                  </a:lnTo>
                  <a:lnTo>
                    <a:pt x="99455" y="204704"/>
                  </a:lnTo>
                  <a:lnTo>
                    <a:pt x="99352" y="209578"/>
                  </a:lnTo>
                  <a:lnTo>
                    <a:pt x="99257" y="214452"/>
                  </a:lnTo>
                  <a:lnTo>
                    <a:pt x="99175" y="219326"/>
                  </a:lnTo>
                  <a:lnTo>
                    <a:pt x="99111" y="224200"/>
                  </a:lnTo>
                  <a:lnTo>
                    <a:pt x="99072" y="229074"/>
                  </a:lnTo>
                  <a:lnTo>
                    <a:pt x="99062" y="233948"/>
                  </a:lnTo>
                  <a:lnTo>
                    <a:pt x="99086" y="238822"/>
                  </a:lnTo>
                  <a:lnTo>
                    <a:pt x="99144" y="243695"/>
                  </a:lnTo>
                  <a:lnTo>
                    <a:pt x="99236" y="248569"/>
                  </a:lnTo>
                  <a:lnTo>
                    <a:pt x="99358" y="253443"/>
                  </a:lnTo>
                  <a:lnTo>
                    <a:pt x="99504" y="258317"/>
                  </a:lnTo>
                  <a:lnTo>
                    <a:pt x="99666" y="263191"/>
                  </a:lnTo>
                  <a:lnTo>
                    <a:pt x="99832" y="268065"/>
                  </a:lnTo>
                  <a:lnTo>
                    <a:pt x="99991" y="272939"/>
                  </a:lnTo>
                  <a:lnTo>
                    <a:pt x="100131" y="277813"/>
                  </a:lnTo>
                  <a:lnTo>
                    <a:pt x="100243" y="282687"/>
                  </a:lnTo>
                  <a:lnTo>
                    <a:pt x="100320" y="287561"/>
                  </a:lnTo>
                  <a:lnTo>
                    <a:pt x="100356" y="292435"/>
                  </a:lnTo>
                  <a:lnTo>
                    <a:pt x="100352" y="297308"/>
                  </a:lnTo>
                  <a:lnTo>
                    <a:pt x="100312" y="302182"/>
                  </a:lnTo>
                  <a:lnTo>
                    <a:pt x="100245" y="307056"/>
                  </a:lnTo>
                  <a:lnTo>
                    <a:pt x="100164" y="311930"/>
                  </a:lnTo>
                  <a:lnTo>
                    <a:pt x="100082" y="316804"/>
                  </a:lnTo>
                  <a:lnTo>
                    <a:pt x="100018" y="321678"/>
                  </a:lnTo>
                  <a:lnTo>
                    <a:pt x="99986" y="326552"/>
                  </a:lnTo>
                  <a:lnTo>
                    <a:pt x="100002" y="331426"/>
                  </a:lnTo>
                  <a:lnTo>
                    <a:pt x="100076" y="336300"/>
                  </a:lnTo>
                  <a:lnTo>
                    <a:pt x="100215" y="341174"/>
                  </a:lnTo>
                  <a:lnTo>
                    <a:pt x="100421" y="346048"/>
                  </a:lnTo>
                  <a:lnTo>
                    <a:pt x="100691" y="350921"/>
                  </a:lnTo>
                  <a:lnTo>
                    <a:pt x="101014" y="355795"/>
                  </a:lnTo>
                  <a:lnTo>
                    <a:pt x="101376" y="360669"/>
                  </a:lnTo>
                  <a:lnTo>
                    <a:pt x="101760" y="365543"/>
                  </a:lnTo>
                  <a:lnTo>
                    <a:pt x="102144" y="370417"/>
                  </a:lnTo>
                  <a:lnTo>
                    <a:pt x="102509" y="375291"/>
                  </a:lnTo>
                  <a:lnTo>
                    <a:pt x="102836" y="380165"/>
                  </a:lnTo>
                  <a:lnTo>
                    <a:pt x="103109" y="385039"/>
                  </a:lnTo>
                  <a:lnTo>
                    <a:pt x="103317" y="389913"/>
                  </a:lnTo>
                  <a:lnTo>
                    <a:pt x="103456" y="394787"/>
                  </a:lnTo>
                  <a:lnTo>
                    <a:pt x="103524" y="399661"/>
                  </a:lnTo>
                  <a:lnTo>
                    <a:pt x="103528" y="404534"/>
                  </a:lnTo>
                  <a:lnTo>
                    <a:pt x="103474" y="409408"/>
                  </a:lnTo>
                  <a:lnTo>
                    <a:pt x="103374" y="414282"/>
                  </a:lnTo>
                  <a:lnTo>
                    <a:pt x="103238" y="419156"/>
                  </a:lnTo>
                  <a:lnTo>
                    <a:pt x="103077" y="424030"/>
                  </a:lnTo>
                  <a:lnTo>
                    <a:pt x="102897" y="428904"/>
                  </a:lnTo>
                  <a:lnTo>
                    <a:pt x="102707" y="433778"/>
                  </a:lnTo>
                  <a:lnTo>
                    <a:pt x="102509" y="438652"/>
                  </a:lnTo>
                  <a:lnTo>
                    <a:pt x="102309" y="443526"/>
                  </a:lnTo>
                  <a:lnTo>
                    <a:pt x="102107" y="448400"/>
                  </a:lnTo>
                  <a:lnTo>
                    <a:pt x="101907" y="453274"/>
                  </a:lnTo>
                  <a:lnTo>
                    <a:pt x="101713" y="458147"/>
                  </a:lnTo>
                  <a:lnTo>
                    <a:pt x="101532" y="463021"/>
                  </a:lnTo>
                  <a:lnTo>
                    <a:pt x="101371" y="467895"/>
                  </a:lnTo>
                  <a:lnTo>
                    <a:pt x="101243" y="472769"/>
                  </a:lnTo>
                  <a:lnTo>
                    <a:pt x="101160" y="477643"/>
                  </a:lnTo>
                  <a:lnTo>
                    <a:pt x="101139" y="482517"/>
                  </a:lnTo>
                  <a:lnTo>
                    <a:pt x="101202" y="487391"/>
                  </a:lnTo>
                  <a:lnTo>
                    <a:pt x="101373" y="492265"/>
                  </a:lnTo>
                  <a:lnTo>
                    <a:pt x="101681" y="497139"/>
                  </a:lnTo>
                  <a:lnTo>
                    <a:pt x="102161" y="502013"/>
                  </a:lnTo>
                  <a:lnTo>
                    <a:pt x="102853" y="506887"/>
                  </a:lnTo>
                  <a:lnTo>
                    <a:pt x="103799" y="511760"/>
                  </a:lnTo>
                  <a:lnTo>
                    <a:pt x="105046" y="516634"/>
                  </a:lnTo>
                  <a:lnTo>
                    <a:pt x="106637" y="521508"/>
                  </a:lnTo>
                  <a:lnTo>
                    <a:pt x="108609" y="526382"/>
                  </a:lnTo>
                  <a:lnTo>
                    <a:pt x="110982" y="531256"/>
                  </a:lnTo>
                  <a:lnTo>
                    <a:pt x="113757" y="536130"/>
                  </a:lnTo>
                  <a:lnTo>
                    <a:pt x="116903" y="541004"/>
                  </a:lnTo>
                  <a:lnTo>
                    <a:pt x="120353" y="545878"/>
                  </a:lnTo>
                  <a:lnTo>
                    <a:pt x="124005" y="550752"/>
                  </a:lnTo>
                  <a:lnTo>
                    <a:pt x="127717" y="555626"/>
                  </a:lnTo>
                  <a:lnTo>
                    <a:pt x="131320" y="560500"/>
                  </a:lnTo>
                  <a:lnTo>
                    <a:pt x="134626" y="565373"/>
                  </a:lnTo>
                  <a:lnTo>
                    <a:pt x="137444" y="570247"/>
                  </a:lnTo>
                  <a:lnTo>
                    <a:pt x="139601" y="575121"/>
                  </a:lnTo>
                  <a:lnTo>
                    <a:pt x="140956" y="579995"/>
                  </a:lnTo>
                  <a:lnTo>
                    <a:pt x="141418" y="584869"/>
                  </a:lnTo>
                  <a:lnTo>
                    <a:pt x="141418" y="584869"/>
                  </a:lnTo>
                  <a:close/>
                </a:path>
              </a:pathLst>
            </a:custGeom>
            <a:solidFill>
              <a:srgbClr val="00878B">
                <a:alpha val="12000"/>
              </a:srgbClr>
            </a:solidFill>
            <a:ln w="6985">
              <a:solidFill>
                <a:srgbClr val="00878B">
                  <a:alpha val="12000"/>
                </a:srgbClr>
              </a:solidFill>
              <a:prstDash val="solid"/>
            </a:ln>
          </p:spPr>
        </p:sp>
        <p:sp>
          <p:nvSpPr>
            <p:cNvPr id="3080" name="03_assume_matched_3079">
              <a:extLst>
                <a:ext uri="{FF2B5EF4-FFF2-40B4-BE49-F238E27FC236}">
                  <a16:creationId xmlns:a16="http://schemas.microsoft.com/office/drawing/2014/main" id="{580C8EA0-C018-4C1C-AE38-2714125FAD71}"/>
                </a:ext>
              </a:extLst>
            </p:cNvPr>
            <p:cNvSpPr>
              <a:spLocks/>
            </p:cNvSpPr>
            <p:nvPr/>
          </p:nvSpPr>
          <p:spPr>
            <a:xfrm>
              <a:off x="6029109" y="6024367"/>
              <a:ext cx="196140" cy="584869"/>
            </a:xfrm>
            <a:custGeom>
              <a:avLst/>
              <a:gdLst/>
              <a:ahLst/>
              <a:cxnLst/>
              <a:rect l="0" t="0" r="0" b="0"/>
              <a:pathLst>
                <a:path w="196140" h="584869">
                  <a:moveTo>
                    <a:pt x="141418" y="584869"/>
                  </a:moveTo>
                  <a:lnTo>
                    <a:pt x="54722" y="584869"/>
                  </a:lnTo>
                  <a:lnTo>
                    <a:pt x="55184" y="579995"/>
                  </a:lnTo>
                  <a:lnTo>
                    <a:pt x="56539" y="575121"/>
                  </a:lnTo>
                  <a:lnTo>
                    <a:pt x="58696" y="570247"/>
                  </a:lnTo>
                  <a:lnTo>
                    <a:pt x="61515" y="565373"/>
                  </a:lnTo>
                  <a:lnTo>
                    <a:pt x="64820" y="560500"/>
                  </a:lnTo>
                  <a:lnTo>
                    <a:pt x="68423" y="555626"/>
                  </a:lnTo>
                  <a:lnTo>
                    <a:pt x="72136" y="550752"/>
                  </a:lnTo>
                  <a:lnTo>
                    <a:pt x="75787" y="545878"/>
                  </a:lnTo>
                  <a:lnTo>
                    <a:pt x="79238" y="541004"/>
                  </a:lnTo>
                  <a:lnTo>
                    <a:pt x="82383" y="536130"/>
                  </a:lnTo>
                  <a:lnTo>
                    <a:pt x="85158" y="531256"/>
                  </a:lnTo>
                  <a:lnTo>
                    <a:pt x="87531" y="526382"/>
                  </a:lnTo>
                  <a:lnTo>
                    <a:pt x="89503" y="521508"/>
                  </a:lnTo>
                  <a:lnTo>
                    <a:pt x="91094" y="516634"/>
                  </a:lnTo>
                  <a:lnTo>
                    <a:pt x="92341" y="511760"/>
                  </a:lnTo>
                  <a:lnTo>
                    <a:pt x="93288" y="506887"/>
                  </a:lnTo>
                  <a:lnTo>
                    <a:pt x="93979" y="502013"/>
                  </a:lnTo>
                  <a:lnTo>
                    <a:pt x="94459" y="497139"/>
                  </a:lnTo>
                  <a:lnTo>
                    <a:pt x="94767" y="492265"/>
                  </a:lnTo>
                  <a:lnTo>
                    <a:pt x="94938" y="487391"/>
                  </a:lnTo>
                  <a:lnTo>
                    <a:pt x="95001" y="482517"/>
                  </a:lnTo>
                  <a:lnTo>
                    <a:pt x="94981" y="477643"/>
                  </a:lnTo>
                  <a:lnTo>
                    <a:pt x="94898" y="472769"/>
                  </a:lnTo>
                  <a:lnTo>
                    <a:pt x="94769" y="467895"/>
                  </a:lnTo>
                  <a:lnTo>
                    <a:pt x="94608" y="463021"/>
                  </a:lnTo>
                  <a:lnTo>
                    <a:pt x="94427" y="458147"/>
                  </a:lnTo>
                  <a:lnTo>
                    <a:pt x="94234" y="453274"/>
                  </a:lnTo>
                  <a:lnTo>
                    <a:pt x="94034" y="448400"/>
                  </a:lnTo>
                  <a:lnTo>
                    <a:pt x="93832" y="443526"/>
                  </a:lnTo>
                  <a:lnTo>
                    <a:pt x="93631" y="438652"/>
                  </a:lnTo>
                  <a:lnTo>
                    <a:pt x="93434" y="433778"/>
                  </a:lnTo>
                  <a:lnTo>
                    <a:pt x="93243" y="428904"/>
                  </a:lnTo>
                  <a:lnTo>
                    <a:pt x="93064" y="424030"/>
                  </a:lnTo>
                  <a:lnTo>
                    <a:pt x="92902" y="419156"/>
                  </a:lnTo>
                  <a:lnTo>
                    <a:pt x="92766" y="414282"/>
                  </a:lnTo>
                  <a:lnTo>
                    <a:pt x="92666" y="409408"/>
                  </a:lnTo>
                  <a:lnTo>
                    <a:pt x="92613" y="404534"/>
                  </a:lnTo>
                  <a:lnTo>
                    <a:pt x="92616" y="399661"/>
                  </a:lnTo>
                  <a:lnTo>
                    <a:pt x="92685" y="394787"/>
                  </a:lnTo>
                  <a:lnTo>
                    <a:pt x="92823" y="389913"/>
                  </a:lnTo>
                  <a:lnTo>
                    <a:pt x="93032" y="385039"/>
                  </a:lnTo>
                  <a:lnTo>
                    <a:pt x="93305" y="380165"/>
                  </a:lnTo>
                  <a:lnTo>
                    <a:pt x="93631" y="375291"/>
                  </a:lnTo>
                  <a:lnTo>
                    <a:pt x="93996" y="370417"/>
                  </a:lnTo>
                  <a:lnTo>
                    <a:pt x="94381" y="365543"/>
                  </a:lnTo>
                  <a:lnTo>
                    <a:pt x="94764" y="360669"/>
                  </a:lnTo>
                  <a:lnTo>
                    <a:pt x="95126" y="355795"/>
                  </a:lnTo>
                  <a:lnTo>
                    <a:pt x="95449" y="350921"/>
                  </a:lnTo>
                  <a:lnTo>
                    <a:pt x="95719" y="346048"/>
                  </a:lnTo>
                  <a:lnTo>
                    <a:pt x="95925" y="341174"/>
                  </a:lnTo>
                  <a:lnTo>
                    <a:pt x="96065" y="336300"/>
                  </a:lnTo>
                  <a:lnTo>
                    <a:pt x="96139" y="331426"/>
                  </a:lnTo>
                  <a:lnTo>
                    <a:pt x="96154" y="326552"/>
                  </a:lnTo>
                  <a:lnTo>
                    <a:pt x="96122" y="321678"/>
                  </a:lnTo>
                  <a:lnTo>
                    <a:pt x="96058" y="316804"/>
                  </a:lnTo>
                  <a:lnTo>
                    <a:pt x="95977" y="311930"/>
                  </a:lnTo>
                  <a:lnTo>
                    <a:pt x="95895" y="307056"/>
                  </a:lnTo>
                  <a:lnTo>
                    <a:pt x="95829" y="302182"/>
                  </a:lnTo>
                  <a:lnTo>
                    <a:pt x="95789" y="297308"/>
                  </a:lnTo>
                  <a:lnTo>
                    <a:pt x="95785" y="292435"/>
                  </a:lnTo>
                  <a:lnTo>
                    <a:pt x="95821" y="287561"/>
                  </a:lnTo>
                  <a:lnTo>
                    <a:pt x="95897" y="282687"/>
                  </a:lnTo>
                  <a:lnTo>
                    <a:pt x="96009" y="277813"/>
                  </a:lnTo>
                  <a:lnTo>
                    <a:pt x="96150" y="272939"/>
                  </a:lnTo>
                  <a:lnTo>
                    <a:pt x="96309" y="268065"/>
                  </a:lnTo>
                  <a:lnTo>
                    <a:pt x="96475" y="263191"/>
                  </a:lnTo>
                  <a:lnTo>
                    <a:pt x="96636" y="258317"/>
                  </a:lnTo>
                  <a:lnTo>
                    <a:pt x="96782" y="253443"/>
                  </a:lnTo>
                  <a:lnTo>
                    <a:pt x="96905" y="248569"/>
                  </a:lnTo>
                  <a:lnTo>
                    <a:pt x="96997" y="243695"/>
                  </a:lnTo>
                  <a:lnTo>
                    <a:pt x="97055" y="238822"/>
                  </a:lnTo>
                  <a:lnTo>
                    <a:pt x="97078" y="233948"/>
                  </a:lnTo>
                  <a:lnTo>
                    <a:pt x="97068" y="229074"/>
                  </a:lnTo>
                  <a:lnTo>
                    <a:pt x="97029" y="224200"/>
                  </a:lnTo>
                  <a:lnTo>
                    <a:pt x="96966" y="219326"/>
                  </a:lnTo>
                  <a:lnTo>
                    <a:pt x="96883" y="214452"/>
                  </a:lnTo>
                  <a:lnTo>
                    <a:pt x="96788" y="209578"/>
                  </a:lnTo>
                  <a:lnTo>
                    <a:pt x="96685" y="204704"/>
                  </a:lnTo>
                  <a:lnTo>
                    <a:pt x="96579" y="199830"/>
                  </a:lnTo>
                  <a:lnTo>
                    <a:pt x="96472" y="194956"/>
                  </a:lnTo>
                  <a:lnTo>
                    <a:pt x="96368" y="190082"/>
                  </a:lnTo>
                  <a:lnTo>
                    <a:pt x="96266" y="185209"/>
                  </a:lnTo>
                  <a:lnTo>
                    <a:pt x="96167" y="180335"/>
                  </a:lnTo>
                  <a:lnTo>
                    <a:pt x="96072" y="175461"/>
                  </a:lnTo>
                  <a:lnTo>
                    <a:pt x="95981" y="170587"/>
                  </a:lnTo>
                  <a:lnTo>
                    <a:pt x="95898" y="165713"/>
                  </a:lnTo>
                  <a:lnTo>
                    <a:pt x="95823" y="160839"/>
                  </a:lnTo>
                  <a:lnTo>
                    <a:pt x="95762" y="155965"/>
                  </a:lnTo>
                  <a:lnTo>
                    <a:pt x="95718" y="151091"/>
                  </a:lnTo>
                  <a:lnTo>
                    <a:pt x="95696" y="146217"/>
                  </a:lnTo>
                  <a:lnTo>
                    <a:pt x="95700" y="141343"/>
                  </a:lnTo>
                  <a:lnTo>
                    <a:pt x="95731" y="136469"/>
                  </a:lnTo>
                  <a:lnTo>
                    <a:pt x="95789" y="131596"/>
                  </a:lnTo>
                  <a:lnTo>
                    <a:pt x="95870" y="126722"/>
                  </a:lnTo>
                  <a:lnTo>
                    <a:pt x="95966" y="121848"/>
                  </a:lnTo>
                  <a:lnTo>
                    <a:pt x="96065" y="116974"/>
                  </a:lnTo>
                  <a:lnTo>
                    <a:pt x="96145" y="112100"/>
                  </a:lnTo>
                  <a:lnTo>
                    <a:pt x="96178" y="107226"/>
                  </a:lnTo>
                  <a:lnTo>
                    <a:pt x="96128" y="102352"/>
                  </a:lnTo>
                  <a:lnTo>
                    <a:pt x="95945" y="97478"/>
                  </a:lnTo>
                  <a:lnTo>
                    <a:pt x="95565" y="92604"/>
                  </a:lnTo>
                  <a:lnTo>
                    <a:pt x="94911" y="87730"/>
                  </a:lnTo>
                  <a:lnTo>
                    <a:pt x="93886" y="82856"/>
                  </a:lnTo>
                  <a:lnTo>
                    <a:pt x="92382" y="77983"/>
                  </a:lnTo>
                  <a:lnTo>
                    <a:pt x="90275" y="73109"/>
                  </a:lnTo>
                  <a:lnTo>
                    <a:pt x="87441" y="68235"/>
                  </a:lnTo>
                  <a:lnTo>
                    <a:pt x="83760" y="63361"/>
                  </a:lnTo>
                  <a:lnTo>
                    <a:pt x="79135" y="58487"/>
                  </a:lnTo>
                  <a:lnTo>
                    <a:pt x="73506" y="53613"/>
                  </a:lnTo>
                  <a:lnTo>
                    <a:pt x="66874" y="48739"/>
                  </a:lnTo>
                  <a:lnTo>
                    <a:pt x="59315" y="43865"/>
                  </a:lnTo>
                  <a:lnTo>
                    <a:pt x="50993" y="38991"/>
                  </a:lnTo>
                  <a:lnTo>
                    <a:pt x="42166" y="34117"/>
                  </a:lnTo>
                  <a:lnTo>
                    <a:pt x="33182" y="29243"/>
                  </a:lnTo>
                  <a:lnTo>
                    <a:pt x="24456" y="24370"/>
                  </a:lnTo>
                  <a:lnTo>
                    <a:pt x="16449" y="19496"/>
                  </a:lnTo>
                  <a:lnTo>
                    <a:pt x="9623" y="14622"/>
                  </a:lnTo>
                  <a:lnTo>
                    <a:pt x="4400" y="9748"/>
                  </a:lnTo>
                  <a:lnTo>
                    <a:pt x="1119" y="4874"/>
                  </a:lnTo>
                  <a:lnTo>
                    <a:pt x="0" y="0"/>
                  </a:lnTo>
                  <a:lnTo>
                    <a:pt x="196140" y="0"/>
                  </a:lnTo>
                  <a:lnTo>
                    <a:pt x="196140" y="0"/>
                  </a:lnTo>
                  <a:lnTo>
                    <a:pt x="195021" y="4874"/>
                  </a:lnTo>
                  <a:lnTo>
                    <a:pt x="191740" y="9748"/>
                  </a:lnTo>
                  <a:lnTo>
                    <a:pt x="186517" y="14622"/>
                  </a:lnTo>
                  <a:lnTo>
                    <a:pt x="179691" y="19496"/>
                  </a:lnTo>
                  <a:lnTo>
                    <a:pt x="171684" y="24370"/>
                  </a:lnTo>
                  <a:lnTo>
                    <a:pt x="162959" y="29243"/>
                  </a:lnTo>
                  <a:lnTo>
                    <a:pt x="153974" y="34117"/>
                  </a:lnTo>
                  <a:lnTo>
                    <a:pt x="145147" y="38991"/>
                  </a:lnTo>
                  <a:lnTo>
                    <a:pt x="136825" y="43865"/>
                  </a:lnTo>
                  <a:lnTo>
                    <a:pt x="129266" y="48739"/>
                  </a:lnTo>
                  <a:lnTo>
                    <a:pt x="122634" y="53613"/>
                  </a:lnTo>
                  <a:lnTo>
                    <a:pt x="117006" y="58487"/>
                  </a:lnTo>
                  <a:lnTo>
                    <a:pt x="112380" y="63361"/>
                  </a:lnTo>
                  <a:lnTo>
                    <a:pt x="108699" y="68235"/>
                  </a:lnTo>
                  <a:lnTo>
                    <a:pt x="105865" y="73109"/>
                  </a:lnTo>
                  <a:lnTo>
                    <a:pt x="103759" y="77983"/>
                  </a:lnTo>
                  <a:lnTo>
                    <a:pt x="102254" y="82856"/>
                  </a:lnTo>
                  <a:lnTo>
                    <a:pt x="101230" y="87730"/>
                  </a:lnTo>
                  <a:lnTo>
                    <a:pt x="100575" y="92604"/>
                  </a:lnTo>
                  <a:lnTo>
                    <a:pt x="100196" y="97478"/>
                  </a:lnTo>
                  <a:lnTo>
                    <a:pt x="100012" y="102352"/>
                  </a:lnTo>
                  <a:lnTo>
                    <a:pt x="99962" y="107226"/>
                  </a:lnTo>
                  <a:lnTo>
                    <a:pt x="99996" y="112100"/>
                  </a:lnTo>
                  <a:lnTo>
                    <a:pt x="100076" y="116974"/>
                  </a:lnTo>
                  <a:lnTo>
                    <a:pt x="100174" y="121848"/>
                  </a:lnTo>
                  <a:lnTo>
                    <a:pt x="100270" y="126722"/>
                  </a:lnTo>
                  <a:lnTo>
                    <a:pt x="100352" y="131596"/>
                  </a:lnTo>
                  <a:lnTo>
                    <a:pt x="100410" y="136469"/>
                  </a:lnTo>
                  <a:lnTo>
                    <a:pt x="100441" y="141343"/>
                  </a:lnTo>
                  <a:lnTo>
                    <a:pt x="100444" y="146217"/>
                  </a:lnTo>
                  <a:lnTo>
                    <a:pt x="100422" y="151091"/>
                  </a:lnTo>
                  <a:lnTo>
                    <a:pt x="100378" y="155965"/>
                  </a:lnTo>
                  <a:lnTo>
                    <a:pt x="100317" y="160839"/>
                  </a:lnTo>
                  <a:lnTo>
                    <a:pt x="100243" y="165713"/>
                  </a:lnTo>
                  <a:lnTo>
                    <a:pt x="100159" y="170587"/>
                  </a:lnTo>
                  <a:lnTo>
                    <a:pt x="100069" y="175461"/>
                  </a:lnTo>
                  <a:lnTo>
                    <a:pt x="99974" y="180335"/>
                  </a:lnTo>
                  <a:lnTo>
                    <a:pt x="99875" y="185209"/>
                  </a:lnTo>
                  <a:lnTo>
                    <a:pt x="99773" y="190082"/>
                  </a:lnTo>
                  <a:lnTo>
                    <a:pt x="99668" y="194956"/>
                  </a:lnTo>
                  <a:lnTo>
                    <a:pt x="99561" y="199830"/>
                  </a:lnTo>
                  <a:lnTo>
                    <a:pt x="99455" y="204704"/>
                  </a:lnTo>
                  <a:lnTo>
                    <a:pt x="99352" y="209578"/>
                  </a:lnTo>
                  <a:lnTo>
                    <a:pt x="99257" y="214452"/>
                  </a:lnTo>
                  <a:lnTo>
                    <a:pt x="99175" y="219326"/>
                  </a:lnTo>
                  <a:lnTo>
                    <a:pt x="99111" y="224200"/>
                  </a:lnTo>
                  <a:lnTo>
                    <a:pt x="99072" y="229074"/>
                  </a:lnTo>
                  <a:lnTo>
                    <a:pt x="99062" y="233948"/>
                  </a:lnTo>
                  <a:lnTo>
                    <a:pt x="99086" y="238822"/>
                  </a:lnTo>
                  <a:lnTo>
                    <a:pt x="99144" y="243695"/>
                  </a:lnTo>
                  <a:lnTo>
                    <a:pt x="99236" y="248569"/>
                  </a:lnTo>
                  <a:lnTo>
                    <a:pt x="99358" y="253443"/>
                  </a:lnTo>
                  <a:lnTo>
                    <a:pt x="99504" y="258317"/>
                  </a:lnTo>
                  <a:lnTo>
                    <a:pt x="99666" y="263191"/>
                  </a:lnTo>
                  <a:lnTo>
                    <a:pt x="99832" y="268065"/>
                  </a:lnTo>
                  <a:lnTo>
                    <a:pt x="99991" y="272939"/>
                  </a:lnTo>
                  <a:lnTo>
                    <a:pt x="100131" y="277813"/>
                  </a:lnTo>
                  <a:lnTo>
                    <a:pt x="100243" y="282687"/>
                  </a:lnTo>
                  <a:lnTo>
                    <a:pt x="100320" y="287561"/>
                  </a:lnTo>
                  <a:lnTo>
                    <a:pt x="100356" y="292435"/>
                  </a:lnTo>
                  <a:lnTo>
                    <a:pt x="100352" y="297308"/>
                  </a:lnTo>
                  <a:lnTo>
                    <a:pt x="100312" y="302182"/>
                  </a:lnTo>
                  <a:lnTo>
                    <a:pt x="100245" y="307056"/>
                  </a:lnTo>
                  <a:lnTo>
                    <a:pt x="100164" y="311930"/>
                  </a:lnTo>
                  <a:lnTo>
                    <a:pt x="100082" y="316804"/>
                  </a:lnTo>
                  <a:lnTo>
                    <a:pt x="100018" y="321678"/>
                  </a:lnTo>
                  <a:lnTo>
                    <a:pt x="99986" y="326552"/>
                  </a:lnTo>
                  <a:lnTo>
                    <a:pt x="100002" y="331426"/>
                  </a:lnTo>
                  <a:lnTo>
                    <a:pt x="100076" y="336300"/>
                  </a:lnTo>
                  <a:lnTo>
                    <a:pt x="100215" y="341174"/>
                  </a:lnTo>
                  <a:lnTo>
                    <a:pt x="100421" y="346048"/>
                  </a:lnTo>
                  <a:lnTo>
                    <a:pt x="100691" y="350921"/>
                  </a:lnTo>
                  <a:lnTo>
                    <a:pt x="101014" y="355795"/>
                  </a:lnTo>
                  <a:lnTo>
                    <a:pt x="101376" y="360669"/>
                  </a:lnTo>
                  <a:lnTo>
                    <a:pt x="101760" y="365543"/>
                  </a:lnTo>
                  <a:lnTo>
                    <a:pt x="102144" y="370417"/>
                  </a:lnTo>
                  <a:lnTo>
                    <a:pt x="102509" y="375291"/>
                  </a:lnTo>
                  <a:lnTo>
                    <a:pt x="102836" y="380165"/>
                  </a:lnTo>
                  <a:lnTo>
                    <a:pt x="103109" y="385039"/>
                  </a:lnTo>
                  <a:lnTo>
                    <a:pt x="103317" y="389913"/>
                  </a:lnTo>
                  <a:lnTo>
                    <a:pt x="103456" y="394787"/>
                  </a:lnTo>
                  <a:lnTo>
                    <a:pt x="103524" y="399661"/>
                  </a:lnTo>
                  <a:lnTo>
                    <a:pt x="103528" y="404534"/>
                  </a:lnTo>
                  <a:lnTo>
                    <a:pt x="103474" y="409408"/>
                  </a:lnTo>
                  <a:lnTo>
                    <a:pt x="103374" y="414282"/>
                  </a:lnTo>
                  <a:lnTo>
                    <a:pt x="103238" y="419156"/>
                  </a:lnTo>
                  <a:lnTo>
                    <a:pt x="103077" y="424030"/>
                  </a:lnTo>
                  <a:lnTo>
                    <a:pt x="102897" y="428904"/>
                  </a:lnTo>
                  <a:lnTo>
                    <a:pt x="102707" y="433778"/>
                  </a:lnTo>
                  <a:lnTo>
                    <a:pt x="102509" y="438652"/>
                  </a:lnTo>
                  <a:lnTo>
                    <a:pt x="102309" y="443526"/>
                  </a:lnTo>
                  <a:lnTo>
                    <a:pt x="102107" y="448400"/>
                  </a:lnTo>
                  <a:lnTo>
                    <a:pt x="101907" y="453274"/>
                  </a:lnTo>
                  <a:lnTo>
                    <a:pt x="101713" y="458147"/>
                  </a:lnTo>
                  <a:lnTo>
                    <a:pt x="101532" y="463021"/>
                  </a:lnTo>
                  <a:lnTo>
                    <a:pt x="101371" y="467895"/>
                  </a:lnTo>
                  <a:lnTo>
                    <a:pt x="101243" y="472769"/>
                  </a:lnTo>
                  <a:lnTo>
                    <a:pt x="101160" y="477643"/>
                  </a:lnTo>
                  <a:lnTo>
                    <a:pt x="101139" y="482517"/>
                  </a:lnTo>
                  <a:lnTo>
                    <a:pt x="101202" y="487391"/>
                  </a:lnTo>
                  <a:lnTo>
                    <a:pt x="101373" y="492265"/>
                  </a:lnTo>
                  <a:lnTo>
                    <a:pt x="101681" y="497139"/>
                  </a:lnTo>
                  <a:lnTo>
                    <a:pt x="102161" y="502013"/>
                  </a:lnTo>
                  <a:lnTo>
                    <a:pt x="102853" y="506887"/>
                  </a:lnTo>
                  <a:lnTo>
                    <a:pt x="103799" y="511760"/>
                  </a:lnTo>
                  <a:lnTo>
                    <a:pt x="105046" y="516634"/>
                  </a:lnTo>
                  <a:lnTo>
                    <a:pt x="106637" y="521508"/>
                  </a:lnTo>
                  <a:lnTo>
                    <a:pt x="108609" y="526382"/>
                  </a:lnTo>
                  <a:lnTo>
                    <a:pt x="110982" y="531256"/>
                  </a:lnTo>
                  <a:lnTo>
                    <a:pt x="113757" y="536130"/>
                  </a:lnTo>
                  <a:lnTo>
                    <a:pt x="116903" y="541004"/>
                  </a:lnTo>
                  <a:lnTo>
                    <a:pt x="120353" y="545878"/>
                  </a:lnTo>
                  <a:lnTo>
                    <a:pt x="124005" y="550752"/>
                  </a:lnTo>
                  <a:lnTo>
                    <a:pt x="127717" y="555626"/>
                  </a:lnTo>
                  <a:lnTo>
                    <a:pt x="131320" y="560500"/>
                  </a:lnTo>
                  <a:lnTo>
                    <a:pt x="134626" y="565373"/>
                  </a:lnTo>
                  <a:lnTo>
                    <a:pt x="137444" y="570247"/>
                  </a:lnTo>
                  <a:lnTo>
                    <a:pt x="139601" y="575121"/>
                  </a:lnTo>
                  <a:lnTo>
                    <a:pt x="140956" y="579995"/>
                  </a:lnTo>
                  <a:lnTo>
                    <a:pt x="141418" y="584869"/>
                  </a:lnTo>
                  <a:lnTo>
                    <a:pt x="141418" y="584869"/>
                  </a:lnTo>
                  <a:close/>
                </a:path>
              </a:pathLst>
            </a:custGeom>
            <a:solidFill>
              <a:srgbClr val="00878B">
                <a:alpha val="12000"/>
              </a:srgbClr>
            </a:solidFill>
            <a:ln w="6985">
              <a:solidFill>
                <a:srgbClr val="00878B">
                  <a:alpha val="12000"/>
                </a:srgbClr>
              </a:solidFill>
              <a:prstDash val="solid"/>
            </a:ln>
          </p:spPr>
        </p:sp>
        <p:sp>
          <p:nvSpPr>
            <p:cNvPr id="3081" name="03_assume_matched_3080">
              <a:extLst>
                <a:ext uri="{FF2B5EF4-FFF2-40B4-BE49-F238E27FC236}">
                  <a16:creationId xmlns:a16="http://schemas.microsoft.com/office/drawing/2014/main" id="{E5E76A41-AAF4-443D-A088-8FBAF27C775B}"/>
                </a:ext>
              </a:extLst>
            </p:cNvPr>
            <p:cNvSpPr>
              <a:spLocks/>
            </p:cNvSpPr>
            <p:nvPr/>
          </p:nvSpPr>
          <p:spPr>
            <a:xfrm>
              <a:off x="3864021"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2" name="03_assume_matched_3081">
              <a:extLst>
                <a:ext uri="{FF2B5EF4-FFF2-40B4-BE49-F238E27FC236}">
                  <a16:creationId xmlns:a16="http://schemas.microsoft.com/office/drawing/2014/main" id="{0AB4FD0E-0969-4626-AEC4-5AAC0AB57D74}"/>
                </a:ext>
              </a:extLst>
            </p:cNvPr>
            <p:cNvSpPr>
              <a:spLocks/>
            </p:cNvSpPr>
            <p:nvPr/>
          </p:nvSpPr>
          <p:spPr>
            <a:xfrm>
              <a:off x="4241214"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3" name="03_assume_matched_3082">
              <a:extLst>
                <a:ext uri="{FF2B5EF4-FFF2-40B4-BE49-F238E27FC236}">
                  <a16:creationId xmlns:a16="http://schemas.microsoft.com/office/drawing/2014/main" id="{208B3BA9-C44E-4CA6-A35E-C6DA90F28D37}"/>
                </a:ext>
              </a:extLst>
            </p:cNvPr>
            <p:cNvSpPr>
              <a:spLocks/>
            </p:cNvSpPr>
            <p:nvPr/>
          </p:nvSpPr>
          <p:spPr>
            <a:xfrm>
              <a:off x="4618407"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4" name="03_assume_matched_3083">
              <a:extLst>
                <a:ext uri="{FF2B5EF4-FFF2-40B4-BE49-F238E27FC236}">
                  <a16:creationId xmlns:a16="http://schemas.microsoft.com/office/drawing/2014/main" id="{8E9778AE-DAD4-4BA1-B245-160BCEBE3412}"/>
                </a:ext>
              </a:extLst>
            </p:cNvPr>
            <p:cNvSpPr>
              <a:spLocks/>
            </p:cNvSpPr>
            <p:nvPr/>
          </p:nvSpPr>
          <p:spPr>
            <a:xfrm>
              <a:off x="5372793"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5" name="03_assume_matched_3084">
              <a:extLst>
                <a:ext uri="{FF2B5EF4-FFF2-40B4-BE49-F238E27FC236}">
                  <a16:creationId xmlns:a16="http://schemas.microsoft.com/office/drawing/2014/main" id="{B4050564-2B0F-409B-9E80-FCAA26A8267D}"/>
                </a:ext>
              </a:extLst>
            </p:cNvPr>
            <p:cNvSpPr>
              <a:spLocks/>
            </p:cNvSpPr>
            <p:nvPr/>
          </p:nvSpPr>
          <p:spPr>
            <a:xfrm>
              <a:off x="6127179" y="6638479"/>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086" name="03_assume_matched_3085">
              <a:extLst>
                <a:ext uri="{FF2B5EF4-FFF2-40B4-BE49-F238E27FC236}">
                  <a16:creationId xmlns:a16="http://schemas.microsoft.com/office/drawing/2014/main" id="{CD3BB97C-2D00-4B88-9225-4AF0AD5A7D28}"/>
                </a:ext>
              </a:extLst>
            </p:cNvPr>
            <p:cNvSpPr>
              <a:spLocks/>
            </p:cNvSpPr>
            <p:nvPr/>
          </p:nvSpPr>
          <p:spPr>
            <a:xfrm>
              <a:off x="3841389" y="6609236"/>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087" name="03_assume_matched_3086">
              <a:extLst>
                <a:ext uri="{FF2B5EF4-FFF2-40B4-BE49-F238E27FC236}">
                  <a16:creationId xmlns:a16="http://schemas.microsoft.com/office/drawing/2014/main" id="{CBB7B280-6B47-46BF-96B9-3400591A1B36}"/>
                </a:ext>
              </a:extLst>
            </p:cNvPr>
            <p:cNvSpPr>
              <a:spLocks/>
            </p:cNvSpPr>
            <p:nvPr/>
          </p:nvSpPr>
          <p:spPr>
            <a:xfrm>
              <a:off x="3803289" y="6609236"/>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88" name="text_3087">
              <a:extLst>
                <a:ext uri="{FF2B5EF4-FFF2-40B4-BE49-F238E27FC236}">
                  <a16:creationId xmlns:a16="http://schemas.microsoft.com/office/drawing/2014/main" id="{726951EC-20CB-417E-ACD7-2FE5F1A88CF1}"/>
                </a:ext>
              </a:extLst>
            </p:cNvPr>
            <p:cNvSpPr>
              <a:spLocks/>
            </p:cNvSpPr>
            <p:nvPr/>
          </p:nvSpPr>
          <p:spPr>
            <a:xfrm>
              <a:off x="3713643" y="6569175"/>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3089" name="03_assume_matched_3088">
              <a:extLst>
                <a:ext uri="{FF2B5EF4-FFF2-40B4-BE49-F238E27FC236}">
                  <a16:creationId xmlns:a16="http://schemas.microsoft.com/office/drawing/2014/main" id="{092A5DB2-EBA8-48F0-942C-C6776169E028}"/>
                </a:ext>
              </a:extLst>
            </p:cNvPr>
            <p:cNvSpPr>
              <a:spLocks/>
            </p:cNvSpPr>
            <p:nvPr/>
          </p:nvSpPr>
          <p:spPr>
            <a:xfrm>
              <a:off x="3841389" y="6316801"/>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090" name="03_assume_matched_3089">
              <a:extLst>
                <a:ext uri="{FF2B5EF4-FFF2-40B4-BE49-F238E27FC236}">
                  <a16:creationId xmlns:a16="http://schemas.microsoft.com/office/drawing/2014/main" id="{B5462747-4996-4D55-87BD-939FABDC8088}"/>
                </a:ext>
              </a:extLst>
            </p:cNvPr>
            <p:cNvSpPr>
              <a:spLocks/>
            </p:cNvSpPr>
            <p:nvPr/>
          </p:nvSpPr>
          <p:spPr>
            <a:xfrm>
              <a:off x="3803289" y="6316801"/>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91" name="text_3090">
              <a:extLst>
                <a:ext uri="{FF2B5EF4-FFF2-40B4-BE49-F238E27FC236}">
                  <a16:creationId xmlns:a16="http://schemas.microsoft.com/office/drawing/2014/main" id="{7C82A130-161D-45D0-94D1-59B29D445EFD}"/>
                </a:ext>
              </a:extLst>
            </p:cNvPr>
            <p:cNvSpPr>
              <a:spLocks/>
            </p:cNvSpPr>
            <p:nvPr/>
          </p:nvSpPr>
          <p:spPr>
            <a:xfrm>
              <a:off x="3662096" y="6276740"/>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3092" name="03_assume_matched_3091">
              <a:extLst>
                <a:ext uri="{FF2B5EF4-FFF2-40B4-BE49-F238E27FC236}">
                  <a16:creationId xmlns:a16="http://schemas.microsoft.com/office/drawing/2014/main" id="{11723FF1-0E40-48DB-87A9-31D0F675141D}"/>
                </a:ext>
              </a:extLst>
            </p:cNvPr>
            <p:cNvSpPr>
              <a:spLocks/>
            </p:cNvSpPr>
            <p:nvPr/>
          </p:nvSpPr>
          <p:spPr>
            <a:xfrm>
              <a:off x="3841389" y="602436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093" name="03_assume_matched_3092">
              <a:extLst>
                <a:ext uri="{FF2B5EF4-FFF2-40B4-BE49-F238E27FC236}">
                  <a16:creationId xmlns:a16="http://schemas.microsoft.com/office/drawing/2014/main" id="{803304F7-6E64-438E-B0D4-A3428BE39E8C}"/>
                </a:ext>
              </a:extLst>
            </p:cNvPr>
            <p:cNvSpPr>
              <a:spLocks/>
            </p:cNvSpPr>
            <p:nvPr/>
          </p:nvSpPr>
          <p:spPr>
            <a:xfrm>
              <a:off x="3803289" y="602436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094" name="text_3093">
              <a:extLst>
                <a:ext uri="{FF2B5EF4-FFF2-40B4-BE49-F238E27FC236}">
                  <a16:creationId xmlns:a16="http://schemas.microsoft.com/office/drawing/2014/main" id="{9A171C4D-D222-48F5-9F15-D1A6BF6FB253}"/>
                </a:ext>
              </a:extLst>
            </p:cNvPr>
            <p:cNvSpPr>
              <a:spLocks/>
            </p:cNvSpPr>
            <p:nvPr/>
          </p:nvSpPr>
          <p:spPr>
            <a:xfrm>
              <a:off x="3610549" y="5984306"/>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3095" name="03_assume_matched_3094">
              <a:extLst>
                <a:ext uri="{FF2B5EF4-FFF2-40B4-BE49-F238E27FC236}">
                  <a16:creationId xmlns:a16="http://schemas.microsoft.com/office/drawing/2014/main" id="{C11F6929-F459-4251-91C5-2856C07A6E5E}"/>
                </a:ext>
              </a:extLst>
            </p:cNvPr>
            <p:cNvSpPr>
              <a:spLocks/>
            </p:cNvSpPr>
            <p:nvPr/>
          </p:nvSpPr>
          <p:spPr>
            <a:xfrm>
              <a:off x="4278966" y="6302602"/>
              <a:ext cx="28398" cy="28398"/>
            </a:xfrm>
            <a:prstGeom prst="ellipse">
              <a:avLst/>
            </a:prstGeom>
            <a:solidFill>
              <a:srgbClr val="7F8C97">
                <a:alpha val="48000"/>
              </a:srgbClr>
            </a:solidFill>
            <a:ln w="0">
              <a:noFill/>
              <a:prstDash val="solid"/>
            </a:ln>
          </p:spPr>
        </p:sp>
        <p:sp>
          <p:nvSpPr>
            <p:cNvPr id="3096" name="03_assume_matched_3095">
              <a:extLst>
                <a:ext uri="{FF2B5EF4-FFF2-40B4-BE49-F238E27FC236}">
                  <a16:creationId xmlns:a16="http://schemas.microsoft.com/office/drawing/2014/main" id="{C55C5E29-B698-41DD-A005-11BFD9F10E7C}"/>
                </a:ext>
              </a:extLst>
            </p:cNvPr>
            <p:cNvSpPr>
              <a:spLocks/>
            </p:cNvSpPr>
            <p:nvPr/>
          </p:nvSpPr>
          <p:spPr>
            <a:xfrm>
              <a:off x="4267453" y="6595037"/>
              <a:ext cx="28398" cy="28398"/>
            </a:xfrm>
            <a:prstGeom prst="ellipse">
              <a:avLst/>
            </a:prstGeom>
            <a:solidFill>
              <a:srgbClr val="7F8C97">
                <a:alpha val="48000"/>
              </a:srgbClr>
            </a:solidFill>
            <a:ln w="0">
              <a:noFill/>
              <a:prstDash val="solid"/>
            </a:ln>
          </p:spPr>
        </p:sp>
        <p:sp>
          <p:nvSpPr>
            <p:cNvPr id="3097" name="03_assume_matched_3096">
              <a:extLst>
                <a:ext uri="{FF2B5EF4-FFF2-40B4-BE49-F238E27FC236}">
                  <a16:creationId xmlns:a16="http://schemas.microsoft.com/office/drawing/2014/main" id="{7D1DCD33-9172-471A-BF06-2D4B746B0D38}"/>
                </a:ext>
              </a:extLst>
            </p:cNvPr>
            <p:cNvSpPr>
              <a:spLocks/>
            </p:cNvSpPr>
            <p:nvPr/>
          </p:nvSpPr>
          <p:spPr>
            <a:xfrm>
              <a:off x="4210322" y="6595037"/>
              <a:ext cx="28398" cy="28398"/>
            </a:xfrm>
            <a:prstGeom prst="ellipse">
              <a:avLst/>
            </a:prstGeom>
            <a:solidFill>
              <a:srgbClr val="7F8C97">
                <a:alpha val="48000"/>
              </a:srgbClr>
            </a:solidFill>
            <a:ln w="0">
              <a:noFill/>
              <a:prstDash val="solid"/>
            </a:ln>
          </p:spPr>
        </p:sp>
        <p:sp>
          <p:nvSpPr>
            <p:cNvPr id="3098" name="03_assume_matched_3097">
              <a:extLst>
                <a:ext uri="{FF2B5EF4-FFF2-40B4-BE49-F238E27FC236}">
                  <a16:creationId xmlns:a16="http://schemas.microsoft.com/office/drawing/2014/main" id="{DB5B225D-5B79-4E59-ACDF-AB937E8297B9}"/>
                </a:ext>
              </a:extLst>
            </p:cNvPr>
            <p:cNvSpPr>
              <a:spLocks/>
            </p:cNvSpPr>
            <p:nvPr/>
          </p:nvSpPr>
          <p:spPr>
            <a:xfrm>
              <a:off x="4289184" y="6302602"/>
              <a:ext cx="28398" cy="28398"/>
            </a:xfrm>
            <a:prstGeom prst="ellipse">
              <a:avLst/>
            </a:prstGeom>
            <a:solidFill>
              <a:srgbClr val="7F8C97">
                <a:alpha val="48000"/>
              </a:srgbClr>
            </a:solidFill>
            <a:ln w="0">
              <a:noFill/>
              <a:prstDash val="solid"/>
            </a:ln>
          </p:spPr>
        </p:sp>
        <p:sp>
          <p:nvSpPr>
            <p:cNvPr id="3099" name="03_assume_matched_3098">
              <a:extLst>
                <a:ext uri="{FF2B5EF4-FFF2-40B4-BE49-F238E27FC236}">
                  <a16:creationId xmlns:a16="http://schemas.microsoft.com/office/drawing/2014/main" id="{496985FE-FAFC-43AF-B8D4-8028E4C1FA8B}"/>
                </a:ext>
              </a:extLst>
            </p:cNvPr>
            <p:cNvSpPr>
              <a:spLocks/>
            </p:cNvSpPr>
            <p:nvPr/>
          </p:nvSpPr>
          <p:spPr>
            <a:xfrm>
              <a:off x="4256948" y="6344379"/>
              <a:ext cx="28398" cy="28398"/>
            </a:xfrm>
            <a:prstGeom prst="ellipse">
              <a:avLst/>
            </a:prstGeom>
            <a:solidFill>
              <a:srgbClr val="7F8C97">
                <a:alpha val="48000"/>
              </a:srgbClr>
            </a:solidFill>
            <a:ln w="0">
              <a:noFill/>
              <a:prstDash val="solid"/>
            </a:ln>
          </p:spPr>
        </p:sp>
        <p:sp>
          <p:nvSpPr>
            <p:cNvPr id="3100" name="03_assume_matched_3099">
              <a:extLst>
                <a:ext uri="{FF2B5EF4-FFF2-40B4-BE49-F238E27FC236}">
                  <a16:creationId xmlns:a16="http://schemas.microsoft.com/office/drawing/2014/main" id="{80CF0297-AD3E-417D-BDAB-6EE9ABF815F7}"/>
                </a:ext>
              </a:extLst>
            </p:cNvPr>
            <p:cNvSpPr>
              <a:spLocks/>
            </p:cNvSpPr>
            <p:nvPr/>
          </p:nvSpPr>
          <p:spPr>
            <a:xfrm>
              <a:off x="4161680" y="6329187"/>
              <a:ext cx="28398" cy="28398"/>
            </a:xfrm>
            <a:prstGeom prst="ellipse">
              <a:avLst/>
            </a:prstGeom>
            <a:solidFill>
              <a:srgbClr val="7F8C97">
                <a:alpha val="48000"/>
              </a:srgbClr>
            </a:solidFill>
            <a:ln w="0">
              <a:noFill/>
              <a:prstDash val="solid"/>
            </a:ln>
          </p:spPr>
        </p:sp>
        <p:sp>
          <p:nvSpPr>
            <p:cNvPr id="3101" name="03_assume_matched_3100">
              <a:extLst>
                <a:ext uri="{FF2B5EF4-FFF2-40B4-BE49-F238E27FC236}">
                  <a16:creationId xmlns:a16="http://schemas.microsoft.com/office/drawing/2014/main" id="{BF61E6FA-B3C0-4450-9D0A-0036F8CD323C}"/>
                </a:ext>
              </a:extLst>
            </p:cNvPr>
            <p:cNvSpPr>
              <a:spLocks/>
            </p:cNvSpPr>
            <p:nvPr/>
          </p:nvSpPr>
          <p:spPr>
            <a:xfrm>
              <a:off x="4192333" y="6595037"/>
              <a:ext cx="28398" cy="28398"/>
            </a:xfrm>
            <a:prstGeom prst="ellipse">
              <a:avLst/>
            </a:prstGeom>
            <a:solidFill>
              <a:srgbClr val="7F8C97">
                <a:alpha val="48000"/>
              </a:srgbClr>
            </a:solidFill>
            <a:ln w="0">
              <a:noFill/>
              <a:prstDash val="solid"/>
            </a:ln>
          </p:spPr>
        </p:sp>
        <p:sp>
          <p:nvSpPr>
            <p:cNvPr id="3102" name="03_assume_matched_3101">
              <a:extLst>
                <a:ext uri="{FF2B5EF4-FFF2-40B4-BE49-F238E27FC236}">
                  <a16:creationId xmlns:a16="http://schemas.microsoft.com/office/drawing/2014/main" id="{F50F37A4-D3D5-401B-9038-1D6F59EA8559}"/>
                </a:ext>
              </a:extLst>
            </p:cNvPr>
            <p:cNvSpPr>
              <a:spLocks/>
            </p:cNvSpPr>
            <p:nvPr/>
          </p:nvSpPr>
          <p:spPr>
            <a:xfrm>
              <a:off x="4161393" y="6448819"/>
              <a:ext cx="28398" cy="28398"/>
            </a:xfrm>
            <a:prstGeom prst="ellipse">
              <a:avLst/>
            </a:prstGeom>
            <a:solidFill>
              <a:srgbClr val="7F8C97">
                <a:alpha val="48000"/>
              </a:srgbClr>
            </a:solidFill>
            <a:ln w="0">
              <a:noFill/>
              <a:prstDash val="solid"/>
            </a:ln>
          </p:spPr>
        </p:sp>
        <p:sp>
          <p:nvSpPr>
            <p:cNvPr id="3103" name="03_assume_matched_3102">
              <a:extLst>
                <a:ext uri="{FF2B5EF4-FFF2-40B4-BE49-F238E27FC236}">
                  <a16:creationId xmlns:a16="http://schemas.microsoft.com/office/drawing/2014/main" id="{55D76FB3-1834-4C4C-BA7D-BEAE8E69D547}"/>
                </a:ext>
              </a:extLst>
            </p:cNvPr>
            <p:cNvSpPr>
              <a:spLocks/>
            </p:cNvSpPr>
            <p:nvPr/>
          </p:nvSpPr>
          <p:spPr>
            <a:xfrm>
              <a:off x="4242701" y="6302602"/>
              <a:ext cx="28398" cy="28398"/>
            </a:xfrm>
            <a:prstGeom prst="ellipse">
              <a:avLst/>
            </a:prstGeom>
            <a:solidFill>
              <a:srgbClr val="7F8C97">
                <a:alpha val="48000"/>
              </a:srgbClr>
            </a:solidFill>
            <a:ln w="0">
              <a:noFill/>
              <a:prstDash val="solid"/>
            </a:ln>
          </p:spPr>
        </p:sp>
        <p:sp>
          <p:nvSpPr>
            <p:cNvPr id="3104" name="03_assume_matched_3103">
              <a:extLst>
                <a:ext uri="{FF2B5EF4-FFF2-40B4-BE49-F238E27FC236}">
                  <a16:creationId xmlns:a16="http://schemas.microsoft.com/office/drawing/2014/main" id="{54F01A27-0E09-4C1E-99F3-5305F5988728}"/>
                </a:ext>
              </a:extLst>
            </p:cNvPr>
            <p:cNvSpPr>
              <a:spLocks/>
            </p:cNvSpPr>
            <p:nvPr/>
          </p:nvSpPr>
          <p:spPr>
            <a:xfrm>
              <a:off x="4223993" y="6302602"/>
              <a:ext cx="28398" cy="28398"/>
            </a:xfrm>
            <a:prstGeom prst="ellipse">
              <a:avLst/>
            </a:prstGeom>
            <a:solidFill>
              <a:srgbClr val="7F8C97">
                <a:alpha val="48000"/>
              </a:srgbClr>
            </a:solidFill>
            <a:ln w="0">
              <a:noFill/>
              <a:prstDash val="solid"/>
            </a:ln>
          </p:spPr>
        </p:sp>
        <p:sp>
          <p:nvSpPr>
            <p:cNvPr id="3105" name="03_assume_matched_3104">
              <a:extLst>
                <a:ext uri="{FF2B5EF4-FFF2-40B4-BE49-F238E27FC236}">
                  <a16:creationId xmlns:a16="http://schemas.microsoft.com/office/drawing/2014/main" id="{D3626E47-AE61-4CB0-A900-DAA46159ACB3}"/>
                </a:ext>
              </a:extLst>
            </p:cNvPr>
            <p:cNvSpPr>
              <a:spLocks/>
            </p:cNvSpPr>
            <p:nvPr/>
          </p:nvSpPr>
          <p:spPr>
            <a:xfrm>
              <a:off x="4208739" y="6595037"/>
              <a:ext cx="28398" cy="28398"/>
            </a:xfrm>
            <a:prstGeom prst="ellipse">
              <a:avLst/>
            </a:prstGeom>
            <a:solidFill>
              <a:srgbClr val="7F8C97">
                <a:alpha val="48000"/>
              </a:srgbClr>
            </a:solidFill>
            <a:ln w="0">
              <a:noFill/>
              <a:prstDash val="solid"/>
            </a:ln>
          </p:spPr>
        </p:sp>
        <p:sp>
          <p:nvSpPr>
            <p:cNvPr id="3106" name="03_assume_matched_3105">
              <a:extLst>
                <a:ext uri="{FF2B5EF4-FFF2-40B4-BE49-F238E27FC236}">
                  <a16:creationId xmlns:a16="http://schemas.microsoft.com/office/drawing/2014/main" id="{E99479B4-D0D9-491F-B052-101403E09BDE}"/>
                </a:ext>
              </a:extLst>
            </p:cNvPr>
            <p:cNvSpPr>
              <a:spLocks/>
            </p:cNvSpPr>
            <p:nvPr/>
          </p:nvSpPr>
          <p:spPr>
            <a:xfrm>
              <a:off x="4194492" y="6595037"/>
              <a:ext cx="28398" cy="28398"/>
            </a:xfrm>
            <a:prstGeom prst="ellipse">
              <a:avLst/>
            </a:prstGeom>
            <a:solidFill>
              <a:srgbClr val="7F8C97">
                <a:alpha val="48000"/>
              </a:srgbClr>
            </a:solidFill>
            <a:ln w="0">
              <a:noFill/>
              <a:prstDash val="solid"/>
            </a:ln>
          </p:spPr>
        </p:sp>
        <p:sp>
          <p:nvSpPr>
            <p:cNvPr id="3107" name="03_assume_matched_3106">
              <a:extLst>
                <a:ext uri="{FF2B5EF4-FFF2-40B4-BE49-F238E27FC236}">
                  <a16:creationId xmlns:a16="http://schemas.microsoft.com/office/drawing/2014/main" id="{BF4D2BB3-9EA9-40E0-8C73-DA5EE040D280}"/>
                </a:ext>
              </a:extLst>
            </p:cNvPr>
            <p:cNvSpPr>
              <a:spLocks/>
            </p:cNvSpPr>
            <p:nvPr/>
          </p:nvSpPr>
          <p:spPr>
            <a:xfrm>
              <a:off x="4210897" y="6595037"/>
              <a:ext cx="28398" cy="28398"/>
            </a:xfrm>
            <a:prstGeom prst="ellipse">
              <a:avLst/>
            </a:prstGeom>
            <a:solidFill>
              <a:srgbClr val="7F8C97">
                <a:alpha val="48000"/>
              </a:srgbClr>
            </a:solidFill>
            <a:ln w="0">
              <a:noFill/>
              <a:prstDash val="solid"/>
            </a:ln>
          </p:spPr>
        </p:sp>
        <p:sp>
          <p:nvSpPr>
            <p:cNvPr id="3108" name="03_assume_matched_3107">
              <a:extLst>
                <a:ext uri="{FF2B5EF4-FFF2-40B4-BE49-F238E27FC236}">
                  <a16:creationId xmlns:a16="http://schemas.microsoft.com/office/drawing/2014/main" id="{3E768FB9-942F-43A7-8309-480EC3CE7180}"/>
                </a:ext>
              </a:extLst>
            </p:cNvPr>
            <p:cNvSpPr>
              <a:spLocks/>
            </p:cNvSpPr>
            <p:nvPr/>
          </p:nvSpPr>
          <p:spPr>
            <a:xfrm>
              <a:off x="4296091" y="6302602"/>
              <a:ext cx="28398" cy="28398"/>
            </a:xfrm>
            <a:prstGeom prst="ellipse">
              <a:avLst/>
            </a:prstGeom>
            <a:solidFill>
              <a:srgbClr val="7F8C97">
                <a:alpha val="48000"/>
              </a:srgbClr>
            </a:solidFill>
            <a:ln w="0">
              <a:noFill/>
              <a:prstDash val="solid"/>
            </a:ln>
          </p:spPr>
        </p:sp>
        <p:sp>
          <p:nvSpPr>
            <p:cNvPr id="3109" name="03_assume_matched_3108">
              <a:extLst>
                <a:ext uri="{FF2B5EF4-FFF2-40B4-BE49-F238E27FC236}">
                  <a16:creationId xmlns:a16="http://schemas.microsoft.com/office/drawing/2014/main" id="{B5FFA243-29CF-422D-BC7F-92E9008B0E71}"/>
                </a:ext>
              </a:extLst>
            </p:cNvPr>
            <p:cNvSpPr>
              <a:spLocks/>
            </p:cNvSpPr>
            <p:nvPr/>
          </p:nvSpPr>
          <p:spPr>
            <a:xfrm>
              <a:off x="4251048" y="6400080"/>
              <a:ext cx="28398" cy="28398"/>
            </a:xfrm>
            <a:prstGeom prst="ellipse">
              <a:avLst/>
            </a:prstGeom>
            <a:solidFill>
              <a:srgbClr val="7F8C97">
                <a:alpha val="48000"/>
              </a:srgbClr>
            </a:solidFill>
            <a:ln w="0">
              <a:noFill/>
              <a:prstDash val="solid"/>
            </a:ln>
          </p:spPr>
        </p:sp>
        <p:sp>
          <p:nvSpPr>
            <p:cNvPr id="3110" name="03_assume_matched_3109">
              <a:extLst>
                <a:ext uri="{FF2B5EF4-FFF2-40B4-BE49-F238E27FC236}">
                  <a16:creationId xmlns:a16="http://schemas.microsoft.com/office/drawing/2014/main" id="{1295AB77-5F65-494C-B8A5-2EE1E8E2D1C1}"/>
                </a:ext>
              </a:extLst>
            </p:cNvPr>
            <p:cNvSpPr>
              <a:spLocks/>
            </p:cNvSpPr>
            <p:nvPr/>
          </p:nvSpPr>
          <p:spPr>
            <a:xfrm>
              <a:off x="4260834" y="6595037"/>
              <a:ext cx="28398" cy="28398"/>
            </a:xfrm>
            <a:prstGeom prst="ellipse">
              <a:avLst/>
            </a:prstGeom>
            <a:solidFill>
              <a:srgbClr val="7F8C97">
                <a:alpha val="48000"/>
              </a:srgbClr>
            </a:solidFill>
            <a:ln w="0">
              <a:noFill/>
              <a:prstDash val="solid"/>
            </a:ln>
          </p:spPr>
        </p:sp>
        <p:sp>
          <p:nvSpPr>
            <p:cNvPr id="3111" name="03_assume_matched_3110">
              <a:extLst>
                <a:ext uri="{FF2B5EF4-FFF2-40B4-BE49-F238E27FC236}">
                  <a16:creationId xmlns:a16="http://schemas.microsoft.com/office/drawing/2014/main" id="{E7BCC97D-6B2F-44DC-8F6C-141CF92DF435}"/>
                </a:ext>
              </a:extLst>
            </p:cNvPr>
            <p:cNvSpPr>
              <a:spLocks/>
            </p:cNvSpPr>
            <p:nvPr/>
          </p:nvSpPr>
          <p:spPr>
            <a:xfrm>
              <a:off x="4197658" y="6530051"/>
              <a:ext cx="28398" cy="28398"/>
            </a:xfrm>
            <a:prstGeom prst="ellipse">
              <a:avLst/>
            </a:prstGeom>
            <a:solidFill>
              <a:srgbClr val="7F8C97">
                <a:alpha val="48000"/>
              </a:srgbClr>
            </a:solidFill>
            <a:ln w="0">
              <a:noFill/>
              <a:prstDash val="solid"/>
            </a:ln>
          </p:spPr>
        </p:sp>
        <p:sp>
          <p:nvSpPr>
            <p:cNvPr id="3112" name="03_assume_matched_3111">
              <a:extLst>
                <a:ext uri="{FF2B5EF4-FFF2-40B4-BE49-F238E27FC236}">
                  <a16:creationId xmlns:a16="http://schemas.microsoft.com/office/drawing/2014/main" id="{435D3FC0-4D17-4DE7-81FD-2103FF2BA4E2}"/>
                </a:ext>
              </a:extLst>
            </p:cNvPr>
            <p:cNvSpPr>
              <a:spLocks/>
            </p:cNvSpPr>
            <p:nvPr/>
          </p:nvSpPr>
          <p:spPr>
            <a:xfrm>
              <a:off x="4288032" y="6400080"/>
              <a:ext cx="28398" cy="28398"/>
            </a:xfrm>
            <a:prstGeom prst="ellipse">
              <a:avLst/>
            </a:prstGeom>
            <a:solidFill>
              <a:srgbClr val="7F8C97">
                <a:alpha val="48000"/>
              </a:srgbClr>
            </a:solidFill>
            <a:ln w="0">
              <a:noFill/>
              <a:prstDash val="solid"/>
            </a:ln>
          </p:spPr>
        </p:sp>
        <p:sp>
          <p:nvSpPr>
            <p:cNvPr id="3113" name="03_assume_matched_3112">
              <a:extLst>
                <a:ext uri="{FF2B5EF4-FFF2-40B4-BE49-F238E27FC236}">
                  <a16:creationId xmlns:a16="http://schemas.microsoft.com/office/drawing/2014/main" id="{1796C0D3-293C-440C-8BD3-2C0FC02D7A06}"/>
                </a:ext>
              </a:extLst>
            </p:cNvPr>
            <p:cNvSpPr>
              <a:spLocks/>
            </p:cNvSpPr>
            <p:nvPr/>
          </p:nvSpPr>
          <p:spPr>
            <a:xfrm>
              <a:off x="4261121" y="6329187"/>
              <a:ext cx="28398" cy="28398"/>
            </a:xfrm>
            <a:prstGeom prst="ellipse">
              <a:avLst/>
            </a:prstGeom>
            <a:solidFill>
              <a:srgbClr val="7F8C97">
                <a:alpha val="48000"/>
              </a:srgbClr>
            </a:solidFill>
            <a:ln w="0">
              <a:noFill/>
              <a:prstDash val="solid"/>
            </a:ln>
          </p:spPr>
        </p:sp>
        <p:sp>
          <p:nvSpPr>
            <p:cNvPr id="3114" name="03_assume_matched_3113">
              <a:extLst>
                <a:ext uri="{FF2B5EF4-FFF2-40B4-BE49-F238E27FC236}">
                  <a16:creationId xmlns:a16="http://schemas.microsoft.com/office/drawing/2014/main" id="{7F8D320A-A7D1-4A54-BC44-7BAB4F88A47D}"/>
                </a:ext>
              </a:extLst>
            </p:cNvPr>
            <p:cNvSpPr>
              <a:spLocks/>
            </p:cNvSpPr>
            <p:nvPr/>
          </p:nvSpPr>
          <p:spPr>
            <a:xfrm>
              <a:off x="4178949" y="6595037"/>
              <a:ext cx="28398" cy="28398"/>
            </a:xfrm>
            <a:prstGeom prst="ellipse">
              <a:avLst/>
            </a:prstGeom>
            <a:solidFill>
              <a:srgbClr val="7F8C97">
                <a:alpha val="48000"/>
              </a:srgbClr>
            </a:solidFill>
            <a:ln w="0">
              <a:noFill/>
              <a:prstDash val="solid"/>
            </a:ln>
          </p:spPr>
        </p:sp>
        <p:sp>
          <p:nvSpPr>
            <p:cNvPr id="3115" name="03_assume_matched_3114">
              <a:extLst>
                <a:ext uri="{FF2B5EF4-FFF2-40B4-BE49-F238E27FC236}">
                  <a16:creationId xmlns:a16="http://schemas.microsoft.com/office/drawing/2014/main" id="{AA9B2C8F-F574-412C-B325-8C24551FF1DD}"/>
                </a:ext>
              </a:extLst>
            </p:cNvPr>
            <p:cNvSpPr>
              <a:spLocks/>
            </p:cNvSpPr>
            <p:nvPr/>
          </p:nvSpPr>
          <p:spPr>
            <a:xfrm>
              <a:off x="4186289" y="6361089"/>
              <a:ext cx="28398" cy="28398"/>
            </a:xfrm>
            <a:prstGeom prst="ellipse">
              <a:avLst/>
            </a:prstGeom>
            <a:solidFill>
              <a:srgbClr val="7F8C97">
                <a:alpha val="48000"/>
              </a:srgbClr>
            </a:solidFill>
            <a:ln w="0">
              <a:noFill/>
              <a:prstDash val="solid"/>
            </a:ln>
          </p:spPr>
        </p:sp>
        <p:sp>
          <p:nvSpPr>
            <p:cNvPr id="3116" name="03_assume_matched_3115">
              <a:extLst>
                <a:ext uri="{FF2B5EF4-FFF2-40B4-BE49-F238E27FC236}">
                  <a16:creationId xmlns:a16="http://schemas.microsoft.com/office/drawing/2014/main" id="{3D30FBF3-5887-4BB5-AAA5-054F5D4E1085}"/>
                </a:ext>
              </a:extLst>
            </p:cNvPr>
            <p:cNvSpPr>
              <a:spLocks/>
            </p:cNvSpPr>
            <p:nvPr/>
          </p:nvSpPr>
          <p:spPr>
            <a:xfrm>
              <a:off x="4197514" y="6497559"/>
              <a:ext cx="28398" cy="28398"/>
            </a:xfrm>
            <a:prstGeom prst="ellipse">
              <a:avLst/>
            </a:prstGeom>
            <a:solidFill>
              <a:srgbClr val="7F8C97">
                <a:alpha val="48000"/>
              </a:srgbClr>
            </a:solidFill>
            <a:ln w="0">
              <a:noFill/>
              <a:prstDash val="solid"/>
            </a:ln>
          </p:spPr>
        </p:sp>
        <p:sp>
          <p:nvSpPr>
            <p:cNvPr id="3117" name="03_assume_matched_3116">
              <a:extLst>
                <a:ext uri="{FF2B5EF4-FFF2-40B4-BE49-F238E27FC236}">
                  <a16:creationId xmlns:a16="http://schemas.microsoft.com/office/drawing/2014/main" id="{143FA4BC-BE7B-4F0C-8A83-3EB0E2D56383}"/>
                </a:ext>
              </a:extLst>
            </p:cNvPr>
            <p:cNvSpPr>
              <a:spLocks/>
            </p:cNvSpPr>
            <p:nvPr/>
          </p:nvSpPr>
          <p:spPr>
            <a:xfrm>
              <a:off x="4286881" y="6302602"/>
              <a:ext cx="28398" cy="28398"/>
            </a:xfrm>
            <a:prstGeom prst="ellipse">
              <a:avLst/>
            </a:prstGeom>
            <a:solidFill>
              <a:srgbClr val="7F8C97">
                <a:alpha val="48000"/>
              </a:srgbClr>
            </a:solidFill>
            <a:ln w="0">
              <a:noFill/>
              <a:prstDash val="solid"/>
            </a:ln>
          </p:spPr>
        </p:sp>
        <p:sp>
          <p:nvSpPr>
            <p:cNvPr id="3118" name="03_assume_matched_3117">
              <a:extLst>
                <a:ext uri="{FF2B5EF4-FFF2-40B4-BE49-F238E27FC236}">
                  <a16:creationId xmlns:a16="http://schemas.microsoft.com/office/drawing/2014/main" id="{ACC4FB32-5C3E-4C7D-9105-1246B0EDD6D4}"/>
                </a:ext>
              </a:extLst>
            </p:cNvPr>
            <p:cNvSpPr>
              <a:spLocks/>
            </p:cNvSpPr>
            <p:nvPr/>
          </p:nvSpPr>
          <p:spPr>
            <a:xfrm>
              <a:off x="4199816" y="6302602"/>
              <a:ext cx="28398" cy="28398"/>
            </a:xfrm>
            <a:prstGeom prst="ellipse">
              <a:avLst/>
            </a:prstGeom>
            <a:solidFill>
              <a:srgbClr val="7F8C97">
                <a:alpha val="48000"/>
              </a:srgbClr>
            </a:solidFill>
            <a:ln w="0">
              <a:noFill/>
              <a:prstDash val="solid"/>
            </a:ln>
          </p:spPr>
        </p:sp>
        <p:sp>
          <p:nvSpPr>
            <p:cNvPr id="3119" name="03_assume_matched_3118">
              <a:extLst>
                <a:ext uri="{FF2B5EF4-FFF2-40B4-BE49-F238E27FC236}">
                  <a16:creationId xmlns:a16="http://schemas.microsoft.com/office/drawing/2014/main" id="{65869CB6-918C-4D69-B0E2-B8C22D256651}"/>
                </a:ext>
              </a:extLst>
            </p:cNvPr>
            <p:cNvSpPr>
              <a:spLocks/>
            </p:cNvSpPr>
            <p:nvPr/>
          </p:nvSpPr>
          <p:spPr>
            <a:xfrm>
              <a:off x="4278822" y="6400080"/>
              <a:ext cx="28398" cy="28398"/>
            </a:xfrm>
            <a:prstGeom prst="ellipse">
              <a:avLst/>
            </a:prstGeom>
            <a:solidFill>
              <a:srgbClr val="7F8C97">
                <a:alpha val="48000"/>
              </a:srgbClr>
            </a:solidFill>
            <a:ln w="0">
              <a:noFill/>
              <a:prstDash val="solid"/>
            </a:ln>
          </p:spPr>
        </p:sp>
        <p:sp>
          <p:nvSpPr>
            <p:cNvPr id="3120" name="03_assume_matched_3119">
              <a:extLst>
                <a:ext uri="{FF2B5EF4-FFF2-40B4-BE49-F238E27FC236}">
                  <a16:creationId xmlns:a16="http://schemas.microsoft.com/office/drawing/2014/main" id="{112F4A8D-BB4F-4C0E-8AF5-40C4EABD19F7}"/>
                </a:ext>
              </a:extLst>
            </p:cNvPr>
            <p:cNvSpPr>
              <a:spLocks/>
            </p:cNvSpPr>
            <p:nvPr/>
          </p:nvSpPr>
          <p:spPr>
            <a:xfrm>
              <a:off x="4279974" y="6302602"/>
              <a:ext cx="28398" cy="28398"/>
            </a:xfrm>
            <a:prstGeom prst="ellipse">
              <a:avLst/>
            </a:prstGeom>
            <a:solidFill>
              <a:srgbClr val="7F8C97">
                <a:alpha val="48000"/>
              </a:srgbClr>
            </a:solidFill>
            <a:ln w="0">
              <a:noFill/>
              <a:prstDash val="solid"/>
            </a:ln>
          </p:spPr>
        </p:sp>
        <p:sp>
          <p:nvSpPr>
            <p:cNvPr id="3121" name="03_assume_matched_3120">
              <a:extLst>
                <a:ext uri="{FF2B5EF4-FFF2-40B4-BE49-F238E27FC236}">
                  <a16:creationId xmlns:a16="http://schemas.microsoft.com/office/drawing/2014/main" id="{56420733-549B-4D8F-BF08-EEFF82DE1833}"/>
                </a:ext>
              </a:extLst>
            </p:cNvPr>
            <p:cNvSpPr>
              <a:spLocks/>
            </p:cNvSpPr>
            <p:nvPr/>
          </p:nvSpPr>
          <p:spPr>
            <a:xfrm>
              <a:off x="4283715" y="6595037"/>
              <a:ext cx="28398" cy="28398"/>
            </a:xfrm>
            <a:prstGeom prst="ellipse">
              <a:avLst/>
            </a:prstGeom>
            <a:solidFill>
              <a:srgbClr val="7F8C97">
                <a:alpha val="48000"/>
              </a:srgbClr>
            </a:solidFill>
            <a:ln w="0">
              <a:noFill/>
              <a:prstDash val="solid"/>
            </a:ln>
          </p:spPr>
        </p:sp>
        <p:sp>
          <p:nvSpPr>
            <p:cNvPr id="3122" name="03_assume_matched_3121">
              <a:extLst>
                <a:ext uri="{FF2B5EF4-FFF2-40B4-BE49-F238E27FC236}">
                  <a16:creationId xmlns:a16="http://schemas.microsoft.com/office/drawing/2014/main" id="{819DBC68-2F56-4105-801B-AA90C0BBB8A1}"/>
                </a:ext>
              </a:extLst>
            </p:cNvPr>
            <p:cNvSpPr>
              <a:spLocks/>
            </p:cNvSpPr>
            <p:nvPr/>
          </p:nvSpPr>
          <p:spPr>
            <a:xfrm>
              <a:off x="4200967" y="6595037"/>
              <a:ext cx="28398" cy="28398"/>
            </a:xfrm>
            <a:prstGeom prst="ellipse">
              <a:avLst/>
            </a:prstGeom>
            <a:solidFill>
              <a:srgbClr val="7F8C97">
                <a:alpha val="48000"/>
              </a:srgbClr>
            </a:solidFill>
            <a:ln w="0">
              <a:noFill/>
              <a:prstDash val="solid"/>
            </a:ln>
          </p:spPr>
        </p:sp>
        <p:sp>
          <p:nvSpPr>
            <p:cNvPr id="3123" name="03_assume_matched_3122">
              <a:extLst>
                <a:ext uri="{FF2B5EF4-FFF2-40B4-BE49-F238E27FC236}">
                  <a16:creationId xmlns:a16="http://schemas.microsoft.com/office/drawing/2014/main" id="{B65E2A99-5920-4EF6-8133-432FBE8ADA0B}"/>
                </a:ext>
              </a:extLst>
            </p:cNvPr>
            <p:cNvSpPr>
              <a:spLocks/>
            </p:cNvSpPr>
            <p:nvPr/>
          </p:nvSpPr>
          <p:spPr>
            <a:xfrm>
              <a:off x="4179237" y="6302602"/>
              <a:ext cx="28398" cy="28398"/>
            </a:xfrm>
            <a:prstGeom prst="ellipse">
              <a:avLst/>
            </a:prstGeom>
            <a:solidFill>
              <a:srgbClr val="7F8C97">
                <a:alpha val="48000"/>
              </a:srgbClr>
            </a:solidFill>
            <a:ln w="0">
              <a:noFill/>
              <a:prstDash val="solid"/>
            </a:ln>
          </p:spPr>
        </p:sp>
        <p:sp>
          <p:nvSpPr>
            <p:cNvPr id="3124" name="03_assume_matched_3123">
              <a:extLst>
                <a:ext uri="{FF2B5EF4-FFF2-40B4-BE49-F238E27FC236}">
                  <a16:creationId xmlns:a16="http://schemas.microsoft.com/office/drawing/2014/main" id="{DE17DFC1-3BC1-467B-9C39-37F00E671E2B}"/>
                </a:ext>
              </a:extLst>
            </p:cNvPr>
            <p:cNvSpPr>
              <a:spLocks/>
            </p:cNvSpPr>
            <p:nvPr/>
          </p:nvSpPr>
          <p:spPr>
            <a:xfrm>
              <a:off x="4262992" y="6595037"/>
              <a:ext cx="28398" cy="28398"/>
            </a:xfrm>
            <a:prstGeom prst="ellipse">
              <a:avLst/>
            </a:prstGeom>
            <a:solidFill>
              <a:srgbClr val="7F8C97">
                <a:alpha val="48000"/>
              </a:srgbClr>
            </a:solidFill>
            <a:ln w="0">
              <a:noFill/>
              <a:prstDash val="solid"/>
            </a:ln>
          </p:spPr>
        </p:sp>
        <p:sp>
          <p:nvSpPr>
            <p:cNvPr id="3125" name="03_assume_matched_3124">
              <a:extLst>
                <a:ext uri="{FF2B5EF4-FFF2-40B4-BE49-F238E27FC236}">
                  <a16:creationId xmlns:a16="http://schemas.microsoft.com/office/drawing/2014/main" id="{5EAB6DA6-74FB-407F-92D8-FAD158353505}"/>
                </a:ext>
              </a:extLst>
            </p:cNvPr>
            <p:cNvSpPr>
              <a:spLocks/>
            </p:cNvSpPr>
            <p:nvPr/>
          </p:nvSpPr>
          <p:spPr>
            <a:xfrm>
              <a:off x="4172474" y="6595037"/>
              <a:ext cx="28398" cy="28398"/>
            </a:xfrm>
            <a:prstGeom prst="ellipse">
              <a:avLst/>
            </a:prstGeom>
            <a:solidFill>
              <a:srgbClr val="7F8C97">
                <a:alpha val="48000"/>
              </a:srgbClr>
            </a:solidFill>
            <a:ln w="0">
              <a:noFill/>
              <a:prstDash val="solid"/>
            </a:ln>
          </p:spPr>
        </p:sp>
        <p:sp>
          <p:nvSpPr>
            <p:cNvPr id="3126" name="03_assume_matched_3125">
              <a:extLst>
                <a:ext uri="{FF2B5EF4-FFF2-40B4-BE49-F238E27FC236}">
                  <a16:creationId xmlns:a16="http://schemas.microsoft.com/office/drawing/2014/main" id="{270E66B5-49B5-47C1-A0C9-FF6674380F74}"/>
                </a:ext>
              </a:extLst>
            </p:cNvPr>
            <p:cNvSpPr>
              <a:spLocks/>
            </p:cNvSpPr>
            <p:nvPr/>
          </p:nvSpPr>
          <p:spPr>
            <a:xfrm>
              <a:off x="4266590" y="6361089"/>
              <a:ext cx="28398" cy="28398"/>
            </a:xfrm>
            <a:prstGeom prst="ellipse">
              <a:avLst/>
            </a:prstGeom>
            <a:solidFill>
              <a:srgbClr val="7F8C97">
                <a:alpha val="48000"/>
              </a:srgbClr>
            </a:solidFill>
            <a:ln w="0">
              <a:noFill/>
              <a:prstDash val="solid"/>
            </a:ln>
          </p:spPr>
        </p:sp>
        <p:sp>
          <p:nvSpPr>
            <p:cNvPr id="3127" name="03_assume_matched_3126">
              <a:extLst>
                <a:ext uri="{FF2B5EF4-FFF2-40B4-BE49-F238E27FC236}">
                  <a16:creationId xmlns:a16="http://schemas.microsoft.com/office/drawing/2014/main" id="{6194456F-1CFA-4433-A1E1-0DA2D7205126}"/>
                </a:ext>
              </a:extLst>
            </p:cNvPr>
            <p:cNvSpPr>
              <a:spLocks/>
            </p:cNvSpPr>
            <p:nvPr/>
          </p:nvSpPr>
          <p:spPr>
            <a:xfrm>
              <a:off x="4173769" y="6595037"/>
              <a:ext cx="28398" cy="28398"/>
            </a:xfrm>
            <a:prstGeom prst="ellipse">
              <a:avLst/>
            </a:prstGeom>
            <a:solidFill>
              <a:srgbClr val="7F8C97">
                <a:alpha val="48000"/>
              </a:srgbClr>
            </a:solidFill>
            <a:ln w="0">
              <a:noFill/>
              <a:prstDash val="solid"/>
            </a:ln>
          </p:spPr>
        </p:sp>
        <p:sp>
          <p:nvSpPr>
            <p:cNvPr id="3128" name="03_assume_matched_3127">
              <a:extLst>
                <a:ext uri="{FF2B5EF4-FFF2-40B4-BE49-F238E27FC236}">
                  <a16:creationId xmlns:a16="http://schemas.microsoft.com/office/drawing/2014/main" id="{8C449AAA-4F09-4973-8662-6C01603DD3FE}"/>
                </a:ext>
              </a:extLst>
            </p:cNvPr>
            <p:cNvSpPr>
              <a:spLocks/>
            </p:cNvSpPr>
            <p:nvPr/>
          </p:nvSpPr>
          <p:spPr>
            <a:xfrm>
              <a:off x="4294220" y="6595037"/>
              <a:ext cx="28398" cy="28398"/>
            </a:xfrm>
            <a:prstGeom prst="ellipse">
              <a:avLst/>
            </a:prstGeom>
            <a:solidFill>
              <a:srgbClr val="7F8C97">
                <a:alpha val="48000"/>
              </a:srgbClr>
            </a:solidFill>
            <a:ln w="0">
              <a:noFill/>
              <a:prstDash val="solid"/>
            </a:ln>
          </p:spPr>
        </p:sp>
        <p:sp>
          <p:nvSpPr>
            <p:cNvPr id="3129" name="03_assume_matched_3128">
              <a:extLst>
                <a:ext uri="{FF2B5EF4-FFF2-40B4-BE49-F238E27FC236}">
                  <a16:creationId xmlns:a16="http://schemas.microsoft.com/office/drawing/2014/main" id="{1C2B5CD5-D303-479F-BDE8-ED7062F1B334}"/>
                </a:ext>
              </a:extLst>
            </p:cNvPr>
            <p:cNvSpPr>
              <a:spLocks/>
            </p:cNvSpPr>
            <p:nvPr/>
          </p:nvSpPr>
          <p:spPr>
            <a:xfrm>
              <a:off x="4272202" y="6595037"/>
              <a:ext cx="28398" cy="28398"/>
            </a:xfrm>
            <a:prstGeom prst="ellipse">
              <a:avLst/>
            </a:prstGeom>
            <a:solidFill>
              <a:srgbClr val="7F8C97">
                <a:alpha val="48000"/>
              </a:srgbClr>
            </a:solidFill>
            <a:ln w="0">
              <a:noFill/>
              <a:prstDash val="solid"/>
            </a:ln>
          </p:spPr>
        </p:sp>
        <p:sp>
          <p:nvSpPr>
            <p:cNvPr id="3130" name="03_assume_matched_3129">
              <a:extLst>
                <a:ext uri="{FF2B5EF4-FFF2-40B4-BE49-F238E27FC236}">
                  <a16:creationId xmlns:a16="http://schemas.microsoft.com/office/drawing/2014/main" id="{E22BE2EB-CAA3-487B-A503-E7575739E8F9}"/>
                </a:ext>
              </a:extLst>
            </p:cNvPr>
            <p:cNvSpPr>
              <a:spLocks/>
            </p:cNvSpPr>
            <p:nvPr/>
          </p:nvSpPr>
          <p:spPr>
            <a:xfrm>
              <a:off x="4220107" y="6595037"/>
              <a:ext cx="28398" cy="28398"/>
            </a:xfrm>
            <a:prstGeom prst="ellipse">
              <a:avLst/>
            </a:prstGeom>
            <a:solidFill>
              <a:srgbClr val="7F8C97">
                <a:alpha val="48000"/>
              </a:srgbClr>
            </a:solidFill>
            <a:ln w="0">
              <a:noFill/>
              <a:prstDash val="solid"/>
            </a:ln>
          </p:spPr>
        </p:sp>
        <p:sp>
          <p:nvSpPr>
            <p:cNvPr id="3131" name="03_assume_matched_3130">
              <a:extLst>
                <a:ext uri="{FF2B5EF4-FFF2-40B4-BE49-F238E27FC236}">
                  <a16:creationId xmlns:a16="http://schemas.microsoft.com/office/drawing/2014/main" id="{3980BAF8-C333-465D-8592-32A16FB0B635}"/>
                </a:ext>
              </a:extLst>
            </p:cNvPr>
            <p:cNvSpPr>
              <a:spLocks/>
            </p:cNvSpPr>
            <p:nvPr/>
          </p:nvSpPr>
          <p:spPr>
            <a:xfrm>
              <a:off x="4195787" y="6595037"/>
              <a:ext cx="28398" cy="28398"/>
            </a:xfrm>
            <a:prstGeom prst="ellipse">
              <a:avLst/>
            </a:prstGeom>
            <a:solidFill>
              <a:srgbClr val="7F8C97">
                <a:alpha val="48000"/>
              </a:srgbClr>
            </a:solidFill>
            <a:ln w="0">
              <a:noFill/>
              <a:prstDash val="solid"/>
            </a:ln>
          </p:spPr>
        </p:sp>
        <p:sp>
          <p:nvSpPr>
            <p:cNvPr id="3132" name="03_assume_matched_3131">
              <a:extLst>
                <a:ext uri="{FF2B5EF4-FFF2-40B4-BE49-F238E27FC236}">
                  <a16:creationId xmlns:a16="http://schemas.microsoft.com/office/drawing/2014/main" id="{495836EB-9BBC-4DD1-B584-117D65889997}"/>
                </a:ext>
              </a:extLst>
            </p:cNvPr>
            <p:cNvSpPr>
              <a:spLocks/>
            </p:cNvSpPr>
            <p:nvPr/>
          </p:nvSpPr>
          <p:spPr>
            <a:xfrm>
              <a:off x="4298250" y="6595037"/>
              <a:ext cx="28398" cy="28398"/>
            </a:xfrm>
            <a:prstGeom prst="ellipse">
              <a:avLst/>
            </a:prstGeom>
            <a:solidFill>
              <a:srgbClr val="7F8C97">
                <a:alpha val="48000"/>
              </a:srgbClr>
            </a:solidFill>
            <a:ln w="0">
              <a:noFill/>
              <a:prstDash val="solid"/>
            </a:ln>
          </p:spPr>
        </p:sp>
        <p:sp>
          <p:nvSpPr>
            <p:cNvPr id="3133" name="03_assume_matched_3132">
              <a:extLst>
                <a:ext uri="{FF2B5EF4-FFF2-40B4-BE49-F238E27FC236}">
                  <a16:creationId xmlns:a16="http://schemas.microsoft.com/office/drawing/2014/main" id="{FC0CABA8-FDB7-44B7-8645-50C93425D6B4}"/>
                </a:ext>
              </a:extLst>
            </p:cNvPr>
            <p:cNvSpPr>
              <a:spLocks/>
            </p:cNvSpPr>
            <p:nvPr/>
          </p:nvSpPr>
          <p:spPr>
            <a:xfrm>
              <a:off x="4246011" y="6595037"/>
              <a:ext cx="28398" cy="28398"/>
            </a:xfrm>
            <a:prstGeom prst="ellipse">
              <a:avLst/>
            </a:prstGeom>
            <a:solidFill>
              <a:srgbClr val="7F8C97">
                <a:alpha val="48000"/>
              </a:srgbClr>
            </a:solidFill>
            <a:ln w="0">
              <a:noFill/>
              <a:prstDash val="solid"/>
            </a:ln>
          </p:spPr>
        </p:sp>
        <p:sp>
          <p:nvSpPr>
            <p:cNvPr id="3134" name="03_assume_matched_3133">
              <a:extLst>
                <a:ext uri="{FF2B5EF4-FFF2-40B4-BE49-F238E27FC236}">
                  <a16:creationId xmlns:a16="http://schemas.microsoft.com/office/drawing/2014/main" id="{F014C83E-C8F3-495F-8DEC-34612210D00B}"/>
                </a:ext>
              </a:extLst>
            </p:cNvPr>
            <p:cNvSpPr>
              <a:spLocks/>
            </p:cNvSpPr>
            <p:nvPr/>
          </p:nvSpPr>
          <p:spPr>
            <a:xfrm>
              <a:off x="4278822" y="6595037"/>
              <a:ext cx="28398" cy="28398"/>
            </a:xfrm>
            <a:prstGeom prst="ellipse">
              <a:avLst/>
            </a:prstGeom>
            <a:solidFill>
              <a:srgbClr val="7F8C97">
                <a:alpha val="48000"/>
              </a:srgbClr>
            </a:solidFill>
            <a:ln w="0">
              <a:noFill/>
              <a:prstDash val="solid"/>
            </a:ln>
          </p:spPr>
        </p:sp>
        <p:sp>
          <p:nvSpPr>
            <p:cNvPr id="3135" name="03_assume_matched_3134">
              <a:extLst>
                <a:ext uri="{FF2B5EF4-FFF2-40B4-BE49-F238E27FC236}">
                  <a16:creationId xmlns:a16="http://schemas.microsoft.com/office/drawing/2014/main" id="{6A1F29DA-4504-484B-B657-72780BB30EEC}"/>
                </a:ext>
              </a:extLst>
            </p:cNvPr>
            <p:cNvSpPr>
              <a:spLocks/>
            </p:cNvSpPr>
            <p:nvPr/>
          </p:nvSpPr>
          <p:spPr>
            <a:xfrm>
              <a:off x="4177942" y="6478063"/>
              <a:ext cx="28398" cy="28398"/>
            </a:xfrm>
            <a:prstGeom prst="ellipse">
              <a:avLst/>
            </a:prstGeom>
            <a:solidFill>
              <a:srgbClr val="7F8C97">
                <a:alpha val="48000"/>
              </a:srgbClr>
            </a:solidFill>
            <a:ln w="0">
              <a:noFill/>
              <a:prstDash val="solid"/>
            </a:ln>
          </p:spPr>
        </p:sp>
        <p:sp>
          <p:nvSpPr>
            <p:cNvPr id="3136" name="03_assume_matched_3135">
              <a:extLst>
                <a:ext uri="{FF2B5EF4-FFF2-40B4-BE49-F238E27FC236}">
                  <a16:creationId xmlns:a16="http://schemas.microsoft.com/office/drawing/2014/main" id="{8406CA47-23A7-41E1-B2AA-A7C8F311981A}"/>
                </a:ext>
              </a:extLst>
            </p:cNvPr>
            <p:cNvSpPr>
              <a:spLocks/>
            </p:cNvSpPr>
            <p:nvPr/>
          </p:nvSpPr>
          <p:spPr>
            <a:xfrm>
              <a:off x="4269900" y="6595037"/>
              <a:ext cx="28398" cy="28398"/>
            </a:xfrm>
            <a:prstGeom prst="ellipse">
              <a:avLst/>
            </a:prstGeom>
            <a:solidFill>
              <a:srgbClr val="7F8C97">
                <a:alpha val="48000"/>
              </a:srgbClr>
            </a:solidFill>
            <a:ln w="0">
              <a:noFill/>
              <a:prstDash val="solid"/>
            </a:ln>
          </p:spPr>
        </p:sp>
        <p:sp>
          <p:nvSpPr>
            <p:cNvPr id="3137" name="03_assume_matched_3136">
              <a:extLst>
                <a:ext uri="{FF2B5EF4-FFF2-40B4-BE49-F238E27FC236}">
                  <a16:creationId xmlns:a16="http://schemas.microsoft.com/office/drawing/2014/main" id="{46056DF9-327E-4A7E-910B-9277A0CEDA53}"/>
                </a:ext>
              </a:extLst>
            </p:cNvPr>
            <p:cNvSpPr>
              <a:spLocks/>
            </p:cNvSpPr>
            <p:nvPr/>
          </p:nvSpPr>
          <p:spPr>
            <a:xfrm>
              <a:off x="4249033" y="6302602"/>
              <a:ext cx="28398" cy="28398"/>
            </a:xfrm>
            <a:prstGeom prst="ellipse">
              <a:avLst/>
            </a:prstGeom>
            <a:solidFill>
              <a:srgbClr val="7F8C97">
                <a:alpha val="48000"/>
              </a:srgbClr>
            </a:solidFill>
            <a:ln w="0">
              <a:noFill/>
              <a:prstDash val="solid"/>
            </a:ln>
          </p:spPr>
        </p:sp>
        <p:sp>
          <p:nvSpPr>
            <p:cNvPr id="3138" name="03_assume_matched_3137">
              <a:extLst>
                <a:ext uri="{FF2B5EF4-FFF2-40B4-BE49-F238E27FC236}">
                  <a16:creationId xmlns:a16="http://schemas.microsoft.com/office/drawing/2014/main" id="{9DE49D02-7475-4DB7-BE4F-C54ED439F749}"/>
                </a:ext>
              </a:extLst>
            </p:cNvPr>
            <p:cNvSpPr>
              <a:spLocks/>
            </p:cNvSpPr>
            <p:nvPr/>
          </p:nvSpPr>
          <p:spPr>
            <a:xfrm>
              <a:off x="4157651" y="6302602"/>
              <a:ext cx="28398" cy="28398"/>
            </a:xfrm>
            <a:prstGeom prst="ellipse">
              <a:avLst/>
            </a:prstGeom>
            <a:solidFill>
              <a:srgbClr val="7F8C97">
                <a:alpha val="48000"/>
              </a:srgbClr>
            </a:solidFill>
            <a:ln w="0">
              <a:noFill/>
              <a:prstDash val="solid"/>
            </a:ln>
          </p:spPr>
        </p:sp>
        <p:sp>
          <p:nvSpPr>
            <p:cNvPr id="3139" name="03_assume_matched_3138">
              <a:extLst>
                <a:ext uri="{FF2B5EF4-FFF2-40B4-BE49-F238E27FC236}">
                  <a16:creationId xmlns:a16="http://schemas.microsoft.com/office/drawing/2014/main" id="{387D9DC9-2A63-4A28-BE5C-D0513D104913}"/>
                </a:ext>
              </a:extLst>
            </p:cNvPr>
            <p:cNvSpPr>
              <a:spLocks/>
            </p:cNvSpPr>
            <p:nvPr/>
          </p:nvSpPr>
          <p:spPr>
            <a:xfrm>
              <a:off x="4216941" y="6595037"/>
              <a:ext cx="28398" cy="28398"/>
            </a:xfrm>
            <a:prstGeom prst="ellipse">
              <a:avLst/>
            </a:prstGeom>
            <a:solidFill>
              <a:srgbClr val="7F8C97">
                <a:alpha val="48000"/>
              </a:srgbClr>
            </a:solidFill>
            <a:ln w="0">
              <a:noFill/>
              <a:prstDash val="solid"/>
            </a:ln>
          </p:spPr>
        </p:sp>
        <p:sp>
          <p:nvSpPr>
            <p:cNvPr id="3140" name="03_assume_matched_3139">
              <a:extLst>
                <a:ext uri="{FF2B5EF4-FFF2-40B4-BE49-F238E27FC236}">
                  <a16:creationId xmlns:a16="http://schemas.microsoft.com/office/drawing/2014/main" id="{54F784F3-1841-49D9-8201-7335E227102B}"/>
                </a:ext>
              </a:extLst>
            </p:cNvPr>
            <p:cNvSpPr>
              <a:spLocks/>
            </p:cNvSpPr>
            <p:nvPr/>
          </p:nvSpPr>
          <p:spPr>
            <a:xfrm>
              <a:off x="4199097" y="6595037"/>
              <a:ext cx="28398" cy="28398"/>
            </a:xfrm>
            <a:prstGeom prst="ellipse">
              <a:avLst/>
            </a:prstGeom>
            <a:solidFill>
              <a:srgbClr val="7F8C97">
                <a:alpha val="48000"/>
              </a:srgbClr>
            </a:solidFill>
            <a:ln w="0">
              <a:noFill/>
              <a:prstDash val="solid"/>
            </a:ln>
          </p:spPr>
        </p:sp>
        <p:sp>
          <p:nvSpPr>
            <p:cNvPr id="3141" name="03_assume_matched_3140">
              <a:extLst>
                <a:ext uri="{FF2B5EF4-FFF2-40B4-BE49-F238E27FC236}">
                  <a16:creationId xmlns:a16="http://schemas.microsoft.com/office/drawing/2014/main" id="{2C3B3D82-1980-48F7-A031-7473FF80DF62}"/>
                </a:ext>
              </a:extLst>
            </p:cNvPr>
            <p:cNvSpPr>
              <a:spLocks/>
            </p:cNvSpPr>
            <p:nvPr/>
          </p:nvSpPr>
          <p:spPr>
            <a:xfrm>
              <a:off x="4231332" y="6302602"/>
              <a:ext cx="28398" cy="28398"/>
            </a:xfrm>
            <a:prstGeom prst="ellipse">
              <a:avLst/>
            </a:prstGeom>
            <a:solidFill>
              <a:srgbClr val="7F8C97">
                <a:alpha val="48000"/>
              </a:srgbClr>
            </a:solidFill>
            <a:ln w="0">
              <a:noFill/>
              <a:prstDash val="solid"/>
            </a:ln>
          </p:spPr>
        </p:sp>
        <p:sp>
          <p:nvSpPr>
            <p:cNvPr id="3142" name="03_assume_matched_3141">
              <a:extLst>
                <a:ext uri="{FF2B5EF4-FFF2-40B4-BE49-F238E27FC236}">
                  <a16:creationId xmlns:a16="http://schemas.microsoft.com/office/drawing/2014/main" id="{39109729-AD4F-4511-ADEE-44BF9A2A55E8}"/>
                </a:ext>
              </a:extLst>
            </p:cNvPr>
            <p:cNvSpPr>
              <a:spLocks/>
            </p:cNvSpPr>
            <p:nvPr/>
          </p:nvSpPr>
          <p:spPr>
            <a:xfrm>
              <a:off x="4213200" y="6546298"/>
              <a:ext cx="28398" cy="28398"/>
            </a:xfrm>
            <a:prstGeom prst="ellipse">
              <a:avLst/>
            </a:prstGeom>
            <a:solidFill>
              <a:srgbClr val="7F8C97">
                <a:alpha val="48000"/>
              </a:srgbClr>
            </a:solidFill>
            <a:ln w="0">
              <a:noFill/>
              <a:prstDash val="solid"/>
            </a:ln>
          </p:spPr>
        </p:sp>
        <p:sp>
          <p:nvSpPr>
            <p:cNvPr id="3143" name="03_assume_matched_3142">
              <a:extLst>
                <a:ext uri="{FF2B5EF4-FFF2-40B4-BE49-F238E27FC236}">
                  <a16:creationId xmlns:a16="http://schemas.microsoft.com/office/drawing/2014/main" id="{76761B91-FD60-493E-B46B-4682ABE89F0D}"/>
                </a:ext>
              </a:extLst>
            </p:cNvPr>
            <p:cNvSpPr>
              <a:spLocks/>
            </p:cNvSpPr>
            <p:nvPr/>
          </p:nvSpPr>
          <p:spPr>
            <a:xfrm>
              <a:off x="4275368" y="6448819"/>
              <a:ext cx="28398" cy="28398"/>
            </a:xfrm>
            <a:prstGeom prst="ellipse">
              <a:avLst/>
            </a:prstGeom>
            <a:solidFill>
              <a:srgbClr val="7F8C97">
                <a:alpha val="48000"/>
              </a:srgbClr>
            </a:solidFill>
            <a:ln w="0">
              <a:noFill/>
              <a:prstDash val="solid"/>
            </a:ln>
          </p:spPr>
        </p:sp>
        <p:sp>
          <p:nvSpPr>
            <p:cNvPr id="3144" name="03_assume_matched_3143">
              <a:extLst>
                <a:ext uri="{FF2B5EF4-FFF2-40B4-BE49-F238E27FC236}">
                  <a16:creationId xmlns:a16="http://schemas.microsoft.com/office/drawing/2014/main" id="{2E0ABB21-7935-4CD4-8B03-91ABDF7B4122}"/>
                </a:ext>
              </a:extLst>
            </p:cNvPr>
            <p:cNvSpPr>
              <a:spLocks/>
            </p:cNvSpPr>
            <p:nvPr/>
          </p:nvSpPr>
          <p:spPr>
            <a:xfrm>
              <a:off x="4173481" y="6302602"/>
              <a:ext cx="28398" cy="28398"/>
            </a:xfrm>
            <a:prstGeom prst="ellipse">
              <a:avLst/>
            </a:prstGeom>
            <a:solidFill>
              <a:srgbClr val="7F8C97">
                <a:alpha val="48000"/>
              </a:srgbClr>
            </a:solidFill>
            <a:ln w="0">
              <a:noFill/>
              <a:prstDash val="solid"/>
            </a:ln>
          </p:spPr>
        </p:sp>
        <p:sp>
          <p:nvSpPr>
            <p:cNvPr id="3145" name="03_assume_matched_3144">
              <a:extLst>
                <a:ext uri="{FF2B5EF4-FFF2-40B4-BE49-F238E27FC236}">
                  <a16:creationId xmlns:a16="http://schemas.microsoft.com/office/drawing/2014/main" id="{02019388-5024-4FD9-9272-41C428FB65EB}"/>
                </a:ext>
              </a:extLst>
            </p:cNvPr>
            <p:cNvSpPr>
              <a:spLocks/>
            </p:cNvSpPr>
            <p:nvPr/>
          </p:nvSpPr>
          <p:spPr>
            <a:xfrm>
              <a:off x="4180101" y="6595037"/>
              <a:ext cx="28398" cy="28398"/>
            </a:xfrm>
            <a:prstGeom prst="ellipse">
              <a:avLst/>
            </a:prstGeom>
            <a:solidFill>
              <a:srgbClr val="7F8C97">
                <a:alpha val="48000"/>
              </a:srgbClr>
            </a:solidFill>
            <a:ln w="0">
              <a:noFill/>
              <a:prstDash val="solid"/>
            </a:ln>
          </p:spPr>
        </p:sp>
        <p:sp>
          <p:nvSpPr>
            <p:cNvPr id="3146" name="03_assume_matched_3145">
              <a:extLst>
                <a:ext uri="{FF2B5EF4-FFF2-40B4-BE49-F238E27FC236}">
                  <a16:creationId xmlns:a16="http://schemas.microsoft.com/office/drawing/2014/main" id="{E808B8E3-B90C-4414-AEC0-C9339C7852A8}"/>
                </a:ext>
              </a:extLst>
            </p:cNvPr>
            <p:cNvSpPr>
              <a:spLocks/>
            </p:cNvSpPr>
            <p:nvPr/>
          </p:nvSpPr>
          <p:spPr>
            <a:xfrm>
              <a:off x="4239967" y="6302602"/>
              <a:ext cx="28398" cy="28398"/>
            </a:xfrm>
            <a:prstGeom prst="ellipse">
              <a:avLst/>
            </a:prstGeom>
            <a:solidFill>
              <a:srgbClr val="7F8C97">
                <a:alpha val="48000"/>
              </a:srgbClr>
            </a:solidFill>
            <a:ln w="0">
              <a:noFill/>
              <a:prstDash val="solid"/>
            </a:ln>
          </p:spPr>
        </p:sp>
        <p:sp>
          <p:nvSpPr>
            <p:cNvPr id="3147" name="03_assume_matched_3146">
              <a:extLst>
                <a:ext uri="{FF2B5EF4-FFF2-40B4-BE49-F238E27FC236}">
                  <a16:creationId xmlns:a16="http://schemas.microsoft.com/office/drawing/2014/main" id="{ADE3518B-EFA9-4EEE-B840-E9B66F5F812F}"/>
                </a:ext>
              </a:extLst>
            </p:cNvPr>
            <p:cNvSpPr>
              <a:spLocks/>
            </p:cNvSpPr>
            <p:nvPr/>
          </p:nvSpPr>
          <p:spPr>
            <a:xfrm>
              <a:off x="4238672" y="6302602"/>
              <a:ext cx="28398" cy="28398"/>
            </a:xfrm>
            <a:prstGeom prst="ellipse">
              <a:avLst/>
            </a:prstGeom>
            <a:solidFill>
              <a:srgbClr val="7F8C97">
                <a:alpha val="48000"/>
              </a:srgbClr>
            </a:solidFill>
            <a:ln w="0">
              <a:noFill/>
              <a:prstDash val="solid"/>
            </a:ln>
          </p:spPr>
        </p:sp>
        <p:sp>
          <p:nvSpPr>
            <p:cNvPr id="3148" name="03_assume_matched_3147">
              <a:extLst>
                <a:ext uri="{FF2B5EF4-FFF2-40B4-BE49-F238E27FC236}">
                  <a16:creationId xmlns:a16="http://schemas.microsoft.com/office/drawing/2014/main" id="{0F0B028C-FE91-4E5E-A321-71AE6DA5BBEC}"/>
                </a:ext>
              </a:extLst>
            </p:cNvPr>
            <p:cNvSpPr>
              <a:spLocks/>
            </p:cNvSpPr>
            <p:nvPr/>
          </p:nvSpPr>
          <p:spPr>
            <a:xfrm>
              <a:off x="4285442" y="6595037"/>
              <a:ext cx="28398" cy="28398"/>
            </a:xfrm>
            <a:prstGeom prst="ellipse">
              <a:avLst/>
            </a:prstGeom>
            <a:solidFill>
              <a:srgbClr val="7F8C97">
                <a:alpha val="48000"/>
              </a:srgbClr>
            </a:solidFill>
            <a:ln w="0">
              <a:noFill/>
              <a:prstDash val="solid"/>
            </a:ln>
          </p:spPr>
        </p:sp>
        <p:sp>
          <p:nvSpPr>
            <p:cNvPr id="3149" name="03_assume_matched_3148">
              <a:extLst>
                <a:ext uri="{FF2B5EF4-FFF2-40B4-BE49-F238E27FC236}">
                  <a16:creationId xmlns:a16="http://schemas.microsoft.com/office/drawing/2014/main" id="{EA9ADD44-DBF1-4015-B206-D101B5897998}"/>
                </a:ext>
              </a:extLst>
            </p:cNvPr>
            <p:cNvSpPr>
              <a:spLocks/>
            </p:cNvSpPr>
            <p:nvPr/>
          </p:nvSpPr>
          <p:spPr>
            <a:xfrm>
              <a:off x="4263712" y="6448819"/>
              <a:ext cx="28398" cy="28398"/>
            </a:xfrm>
            <a:prstGeom prst="ellipse">
              <a:avLst/>
            </a:prstGeom>
            <a:solidFill>
              <a:srgbClr val="7F8C97">
                <a:alpha val="48000"/>
              </a:srgbClr>
            </a:solidFill>
            <a:ln w="0">
              <a:noFill/>
              <a:prstDash val="solid"/>
            </a:ln>
          </p:spPr>
        </p:sp>
        <p:sp>
          <p:nvSpPr>
            <p:cNvPr id="3150" name="03_assume_matched_3149">
              <a:extLst>
                <a:ext uri="{FF2B5EF4-FFF2-40B4-BE49-F238E27FC236}">
                  <a16:creationId xmlns:a16="http://schemas.microsoft.com/office/drawing/2014/main" id="{7375EC7C-2C98-4636-837B-06ECBED31130}"/>
                </a:ext>
              </a:extLst>
            </p:cNvPr>
            <p:cNvSpPr>
              <a:spLocks/>
            </p:cNvSpPr>
            <p:nvPr/>
          </p:nvSpPr>
          <p:spPr>
            <a:xfrm>
              <a:off x="4195787" y="6595037"/>
              <a:ext cx="28398" cy="28398"/>
            </a:xfrm>
            <a:prstGeom prst="ellipse">
              <a:avLst/>
            </a:prstGeom>
            <a:solidFill>
              <a:srgbClr val="7F8C97">
                <a:alpha val="48000"/>
              </a:srgbClr>
            </a:solidFill>
            <a:ln w="0">
              <a:noFill/>
              <a:prstDash val="solid"/>
            </a:ln>
          </p:spPr>
        </p:sp>
        <p:sp>
          <p:nvSpPr>
            <p:cNvPr id="3151" name="03_assume_matched_3150">
              <a:extLst>
                <a:ext uri="{FF2B5EF4-FFF2-40B4-BE49-F238E27FC236}">
                  <a16:creationId xmlns:a16="http://schemas.microsoft.com/office/drawing/2014/main" id="{D1ADC671-9394-4A95-BB72-2EF3BE0820F5}"/>
                </a:ext>
              </a:extLst>
            </p:cNvPr>
            <p:cNvSpPr>
              <a:spLocks/>
            </p:cNvSpPr>
            <p:nvPr/>
          </p:nvSpPr>
          <p:spPr>
            <a:xfrm>
              <a:off x="4266590" y="6595037"/>
              <a:ext cx="28398" cy="28398"/>
            </a:xfrm>
            <a:prstGeom prst="ellipse">
              <a:avLst/>
            </a:prstGeom>
            <a:solidFill>
              <a:srgbClr val="7F8C97">
                <a:alpha val="48000"/>
              </a:srgbClr>
            </a:solidFill>
            <a:ln w="0">
              <a:noFill/>
              <a:prstDash val="solid"/>
            </a:ln>
          </p:spPr>
        </p:sp>
        <p:sp>
          <p:nvSpPr>
            <p:cNvPr id="3152" name="03_assume_matched_3151">
              <a:extLst>
                <a:ext uri="{FF2B5EF4-FFF2-40B4-BE49-F238E27FC236}">
                  <a16:creationId xmlns:a16="http://schemas.microsoft.com/office/drawing/2014/main" id="{1D6159FB-5A58-4359-95FC-1C0698439C69}"/>
                </a:ext>
              </a:extLst>
            </p:cNvPr>
            <p:cNvSpPr>
              <a:spLocks/>
            </p:cNvSpPr>
            <p:nvPr/>
          </p:nvSpPr>
          <p:spPr>
            <a:xfrm>
              <a:off x="4254933" y="6595037"/>
              <a:ext cx="28398" cy="28398"/>
            </a:xfrm>
            <a:prstGeom prst="ellipse">
              <a:avLst/>
            </a:prstGeom>
            <a:solidFill>
              <a:srgbClr val="7F8C97">
                <a:alpha val="48000"/>
              </a:srgbClr>
            </a:solidFill>
            <a:ln w="0">
              <a:noFill/>
              <a:prstDash val="solid"/>
            </a:ln>
          </p:spPr>
        </p:sp>
        <p:sp>
          <p:nvSpPr>
            <p:cNvPr id="3153" name="03_assume_matched_3152">
              <a:extLst>
                <a:ext uri="{FF2B5EF4-FFF2-40B4-BE49-F238E27FC236}">
                  <a16:creationId xmlns:a16="http://schemas.microsoft.com/office/drawing/2014/main" id="{B28C7EDB-9240-4037-ABD1-BDBF0A8F0A53}"/>
                </a:ext>
              </a:extLst>
            </p:cNvPr>
            <p:cNvSpPr>
              <a:spLocks/>
            </p:cNvSpPr>
            <p:nvPr/>
          </p:nvSpPr>
          <p:spPr>
            <a:xfrm>
              <a:off x="4261121" y="6595037"/>
              <a:ext cx="28398" cy="28398"/>
            </a:xfrm>
            <a:prstGeom prst="ellipse">
              <a:avLst/>
            </a:prstGeom>
            <a:solidFill>
              <a:srgbClr val="7F8C97">
                <a:alpha val="48000"/>
              </a:srgbClr>
            </a:solidFill>
            <a:ln w="0">
              <a:noFill/>
              <a:prstDash val="solid"/>
            </a:ln>
          </p:spPr>
        </p:sp>
        <p:sp>
          <p:nvSpPr>
            <p:cNvPr id="3154" name="03_assume_matched_3153">
              <a:extLst>
                <a:ext uri="{FF2B5EF4-FFF2-40B4-BE49-F238E27FC236}">
                  <a16:creationId xmlns:a16="http://schemas.microsoft.com/office/drawing/2014/main" id="{AAA3B1C9-214A-4EFF-832A-4CEDAB05CA75}"/>
                </a:ext>
              </a:extLst>
            </p:cNvPr>
            <p:cNvSpPr>
              <a:spLocks/>
            </p:cNvSpPr>
            <p:nvPr/>
          </p:nvSpPr>
          <p:spPr>
            <a:xfrm>
              <a:off x="4274505" y="6595037"/>
              <a:ext cx="28398" cy="28398"/>
            </a:xfrm>
            <a:prstGeom prst="ellipse">
              <a:avLst/>
            </a:prstGeom>
            <a:solidFill>
              <a:srgbClr val="7F8C97">
                <a:alpha val="48000"/>
              </a:srgbClr>
            </a:solidFill>
            <a:ln w="0">
              <a:noFill/>
              <a:prstDash val="solid"/>
            </a:ln>
          </p:spPr>
        </p:sp>
        <p:sp>
          <p:nvSpPr>
            <p:cNvPr id="3155" name="03_assume_matched_3154">
              <a:extLst>
                <a:ext uri="{FF2B5EF4-FFF2-40B4-BE49-F238E27FC236}">
                  <a16:creationId xmlns:a16="http://schemas.microsoft.com/office/drawing/2014/main" id="{3F1B5EF1-E1AF-4D98-BE42-B92CBBA15C88}"/>
                </a:ext>
              </a:extLst>
            </p:cNvPr>
            <p:cNvSpPr>
              <a:spLocks/>
            </p:cNvSpPr>
            <p:nvPr/>
          </p:nvSpPr>
          <p:spPr>
            <a:xfrm>
              <a:off x="4183123" y="6302602"/>
              <a:ext cx="28398" cy="28398"/>
            </a:xfrm>
            <a:prstGeom prst="ellipse">
              <a:avLst/>
            </a:prstGeom>
            <a:solidFill>
              <a:srgbClr val="7F8C97">
                <a:alpha val="48000"/>
              </a:srgbClr>
            </a:solidFill>
            <a:ln w="0">
              <a:noFill/>
              <a:prstDash val="solid"/>
            </a:ln>
          </p:spPr>
        </p:sp>
        <p:sp>
          <p:nvSpPr>
            <p:cNvPr id="3156" name="03_assume_matched_3155">
              <a:extLst>
                <a:ext uri="{FF2B5EF4-FFF2-40B4-BE49-F238E27FC236}">
                  <a16:creationId xmlns:a16="http://schemas.microsoft.com/office/drawing/2014/main" id="{73254991-1F48-4F43-B1B4-5FDFA7E14DA9}"/>
                </a:ext>
              </a:extLst>
            </p:cNvPr>
            <p:cNvSpPr>
              <a:spLocks/>
            </p:cNvSpPr>
            <p:nvPr/>
          </p:nvSpPr>
          <p:spPr>
            <a:xfrm>
              <a:off x="4172330" y="6302602"/>
              <a:ext cx="28398" cy="28398"/>
            </a:xfrm>
            <a:prstGeom prst="ellipse">
              <a:avLst/>
            </a:prstGeom>
            <a:solidFill>
              <a:srgbClr val="7F8C97">
                <a:alpha val="48000"/>
              </a:srgbClr>
            </a:solidFill>
            <a:ln w="0">
              <a:noFill/>
              <a:prstDash val="solid"/>
            </a:ln>
          </p:spPr>
        </p:sp>
        <p:sp>
          <p:nvSpPr>
            <p:cNvPr id="3157" name="03_assume_matched_3156">
              <a:extLst>
                <a:ext uri="{FF2B5EF4-FFF2-40B4-BE49-F238E27FC236}">
                  <a16:creationId xmlns:a16="http://schemas.microsoft.com/office/drawing/2014/main" id="{EB00F837-6445-4489-B273-DD249228186D}"/>
                </a:ext>
              </a:extLst>
            </p:cNvPr>
            <p:cNvSpPr>
              <a:spLocks/>
            </p:cNvSpPr>
            <p:nvPr/>
          </p:nvSpPr>
          <p:spPr>
            <a:xfrm>
              <a:off x="4255221" y="6302602"/>
              <a:ext cx="28398" cy="28398"/>
            </a:xfrm>
            <a:prstGeom prst="ellipse">
              <a:avLst/>
            </a:prstGeom>
            <a:solidFill>
              <a:srgbClr val="7F8C97">
                <a:alpha val="48000"/>
              </a:srgbClr>
            </a:solidFill>
            <a:ln w="0">
              <a:noFill/>
              <a:prstDash val="solid"/>
            </a:ln>
          </p:spPr>
        </p:sp>
        <p:sp>
          <p:nvSpPr>
            <p:cNvPr id="3158" name="03_assume_matched_3157">
              <a:extLst>
                <a:ext uri="{FF2B5EF4-FFF2-40B4-BE49-F238E27FC236}">
                  <a16:creationId xmlns:a16="http://schemas.microsoft.com/office/drawing/2014/main" id="{23C73706-ACC6-49C7-8240-8EA3BC32575C}"/>
                </a:ext>
              </a:extLst>
            </p:cNvPr>
            <p:cNvSpPr>
              <a:spLocks/>
            </p:cNvSpPr>
            <p:nvPr/>
          </p:nvSpPr>
          <p:spPr>
            <a:xfrm>
              <a:off x="4292350" y="6344379"/>
              <a:ext cx="28398" cy="28398"/>
            </a:xfrm>
            <a:prstGeom prst="ellipse">
              <a:avLst/>
            </a:prstGeom>
            <a:solidFill>
              <a:srgbClr val="7F8C97">
                <a:alpha val="48000"/>
              </a:srgbClr>
            </a:solidFill>
            <a:ln w="0">
              <a:noFill/>
              <a:prstDash val="solid"/>
            </a:ln>
          </p:spPr>
        </p:sp>
        <p:sp>
          <p:nvSpPr>
            <p:cNvPr id="3159" name="03_assume_matched_3158">
              <a:extLst>
                <a:ext uri="{FF2B5EF4-FFF2-40B4-BE49-F238E27FC236}">
                  <a16:creationId xmlns:a16="http://schemas.microsoft.com/office/drawing/2014/main" id="{96F11590-F613-4760-91F1-63082323B55C}"/>
                </a:ext>
              </a:extLst>
            </p:cNvPr>
            <p:cNvSpPr>
              <a:spLocks/>
            </p:cNvSpPr>
            <p:nvPr/>
          </p:nvSpPr>
          <p:spPr>
            <a:xfrm>
              <a:off x="4298538" y="6302602"/>
              <a:ext cx="28398" cy="28398"/>
            </a:xfrm>
            <a:prstGeom prst="ellipse">
              <a:avLst/>
            </a:prstGeom>
            <a:solidFill>
              <a:srgbClr val="7F8C97">
                <a:alpha val="48000"/>
              </a:srgbClr>
            </a:solidFill>
            <a:ln w="0">
              <a:noFill/>
              <a:prstDash val="solid"/>
            </a:ln>
          </p:spPr>
        </p:sp>
        <p:sp>
          <p:nvSpPr>
            <p:cNvPr id="3160" name="03_assume_matched_3159">
              <a:extLst>
                <a:ext uri="{FF2B5EF4-FFF2-40B4-BE49-F238E27FC236}">
                  <a16:creationId xmlns:a16="http://schemas.microsoft.com/office/drawing/2014/main" id="{E792D279-13DE-4E81-AA25-8A4A001FC22A}"/>
                </a:ext>
              </a:extLst>
            </p:cNvPr>
            <p:cNvSpPr>
              <a:spLocks/>
            </p:cNvSpPr>
            <p:nvPr/>
          </p:nvSpPr>
          <p:spPr>
            <a:xfrm>
              <a:off x="4209602" y="6595037"/>
              <a:ext cx="28398" cy="28398"/>
            </a:xfrm>
            <a:prstGeom prst="ellipse">
              <a:avLst/>
            </a:prstGeom>
            <a:solidFill>
              <a:srgbClr val="7F8C97">
                <a:alpha val="48000"/>
              </a:srgbClr>
            </a:solidFill>
            <a:ln w="0">
              <a:noFill/>
              <a:prstDash val="solid"/>
            </a:ln>
          </p:spPr>
        </p:sp>
        <p:sp>
          <p:nvSpPr>
            <p:cNvPr id="3161" name="03_assume_matched_3160">
              <a:extLst>
                <a:ext uri="{FF2B5EF4-FFF2-40B4-BE49-F238E27FC236}">
                  <a16:creationId xmlns:a16="http://schemas.microsoft.com/office/drawing/2014/main" id="{BEDDB9ED-980A-4E10-8526-4502EA279CF3}"/>
                </a:ext>
              </a:extLst>
            </p:cNvPr>
            <p:cNvSpPr>
              <a:spLocks/>
            </p:cNvSpPr>
            <p:nvPr/>
          </p:nvSpPr>
          <p:spPr>
            <a:xfrm>
              <a:off x="4262417" y="6595037"/>
              <a:ext cx="28398" cy="28398"/>
            </a:xfrm>
            <a:prstGeom prst="ellipse">
              <a:avLst/>
            </a:prstGeom>
            <a:solidFill>
              <a:srgbClr val="7F8C97">
                <a:alpha val="48000"/>
              </a:srgbClr>
            </a:solidFill>
            <a:ln w="0">
              <a:noFill/>
              <a:prstDash val="solid"/>
            </a:ln>
          </p:spPr>
        </p:sp>
        <p:sp>
          <p:nvSpPr>
            <p:cNvPr id="3162" name="03_assume_matched_3161">
              <a:extLst>
                <a:ext uri="{FF2B5EF4-FFF2-40B4-BE49-F238E27FC236}">
                  <a16:creationId xmlns:a16="http://schemas.microsoft.com/office/drawing/2014/main" id="{5EE7043D-A330-43E0-8CCC-DBCB5905C7D0}"/>
                </a:ext>
              </a:extLst>
            </p:cNvPr>
            <p:cNvSpPr>
              <a:spLocks/>
            </p:cNvSpPr>
            <p:nvPr/>
          </p:nvSpPr>
          <p:spPr>
            <a:xfrm>
              <a:off x="4273354" y="6595037"/>
              <a:ext cx="28398" cy="28398"/>
            </a:xfrm>
            <a:prstGeom prst="ellipse">
              <a:avLst/>
            </a:prstGeom>
            <a:solidFill>
              <a:srgbClr val="7F8C97">
                <a:alpha val="48000"/>
              </a:srgbClr>
            </a:solidFill>
            <a:ln w="0">
              <a:noFill/>
              <a:prstDash val="solid"/>
            </a:ln>
          </p:spPr>
        </p:sp>
        <p:sp>
          <p:nvSpPr>
            <p:cNvPr id="3163" name="03_assume_matched_3162">
              <a:extLst>
                <a:ext uri="{FF2B5EF4-FFF2-40B4-BE49-F238E27FC236}">
                  <a16:creationId xmlns:a16="http://schemas.microsoft.com/office/drawing/2014/main" id="{A7F97793-D819-46FA-A298-6D4588D26AF3}"/>
                </a:ext>
              </a:extLst>
            </p:cNvPr>
            <p:cNvSpPr>
              <a:spLocks/>
            </p:cNvSpPr>
            <p:nvPr/>
          </p:nvSpPr>
          <p:spPr>
            <a:xfrm>
              <a:off x="4290767" y="6595037"/>
              <a:ext cx="28398" cy="28398"/>
            </a:xfrm>
            <a:prstGeom prst="ellipse">
              <a:avLst/>
            </a:prstGeom>
            <a:solidFill>
              <a:srgbClr val="7F8C97">
                <a:alpha val="48000"/>
              </a:srgbClr>
            </a:solidFill>
            <a:ln w="0">
              <a:noFill/>
              <a:prstDash val="solid"/>
            </a:ln>
          </p:spPr>
        </p:sp>
        <p:sp>
          <p:nvSpPr>
            <p:cNvPr id="3164" name="03_assume_matched_3163">
              <a:extLst>
                <a:ext uri="{FF2B5EF4-FFF2-40B4-BE49-F238E27FC236}">
                  <a16:creationId xmlns:a16="http://schemas.microsoft.com/office/drawing/2014/main" id="{7C8FEA31-7C58-42CE-BBF1-DB15BE9C7998}"/>
                </a:ext>
              </a:extLst>
            </p:cNvPr>
            <p:cNvSpPr>
              <a:spLocks/>
            </p:cNvSpPr>
            <p:nvPr/>
          </p:nvSpPr>
          <p:spPr>
            <a:xfrm>
              <a:off x="4275512" y="6595037"/>
              <a:ext cx="28398" cy="28398"/>
            </a:xfrm>
            <a:prstGeom prst="ellipse">
              <a:avLst/>
            </a:prstGeom>
            <a:solidFill>
              <a:srgbClr val="7F8C97">
                <a:alpha val="48000"/>
              </a:srgbClr>
            </a:solidFill>
            <a:ln w="0">
              <a:noFill/>
              <a:prstDash val="solid"/>
            </a:ln>
          </p:spPr>
        </p:sp>
        <p:sp>
          <p:nvSpPr>
            <p:cNvPr id="3165" name="03_assume_matched_3164">
              <a:extLst>
                <a:ext uri="{FF2B5EF4-FFF2-40B4-BE49-F238E27FC236}">
                  <a16:creationId xmlns:a16="http://schemas.microsoft.com/office/drawing/2014/main" id="{D0247DFC-84EA-45D6-BB27-B70633F65CB6}"/>
                </a:ext>
              </a:extLst>
            </p:cNvPr>
            <p:cNvSpPr>
              <a:spLocks/>
            </p:cNvSpPr>
            <p:nvPr/>
          </p:nvSpPr>
          <p:spPr>
            <a:xfrm>
              <a:off x="4253782" y="6595037"/>
              <a:ext cx="28398" cy="28398"/>
            </a:xfrm>
            <a:prstGeom prst="ellipse">
              <a:avLst/>
            </a:prstGeom>
            <a:solidFill>
              <a:srgbClr val="7F8C97">
                <a:alpha val="48000"/>
              </a:srgbClr>
            </a:solidFill>
            <a:ln w="0">
              <a:noFill/>
              <a:prstDash val="solid"/>
            </a:ln>
          </p:spPr>
        </p:sp>
        <p:sp>
          <p:nvSpPr>
            <p:cNvPr id="3166" name="03_assume_matched_3165">
              <a:extLst>
                <a:ext uri="{FF2B5EF4-FFF2-40B4-BE49-F238E27FC236}">
                  <a16:creationId xmlns:a16="http://schemas.microsoft.com/office/drawing/2014/main" id="{EEE6F27A-CAAD-436D-BDE6-FE988DD20633}"/>
                </a:ext>
              </a:extLst>
            </p:cNvPr>
            <p:cNvSpPr>
              <a:spLocks/>
            </p:cNvSpPr>
            <p:nvPr/>
          </p:nvSpPr>
          <p:spPr>
            <a:xfrm>
              <a:off x="4165566" y="6302602"/>
              <a:ext cx="28398" cy="28398"/>
            </a:xfrm>
            <a:prstGeom prst="ellipse">
              <a:avLst/>
            </a:prstGeom>
            <a:solidFill>
              <a:srgbClr val="7F8C97">
                <a:alpha val="48000"/>
              </a:srgbClr>
            </a:solidFill>
            <a:ln w="0">
              <a:noFill/>
              <a:prstDash val="solid"/>
            </a:ln>
          </p:spPr>
        </p:sp>
        <p:sp>
          <p:nvSpPr>
            <p:cNvPr id="3167" name="03_assume_matched_3166">
              <a:extLst>
                <a:ext uri="{FF2B5EF4-FFF2-40B4-BE49-F238E27FC236}">
                  <a16:creationId xmlns:a16="http://schemas.microsoft.com/office/drawing/2014/main" id="{0BD78C13-9B1B-4285-8702-565A769A8213}"/>
                </a:ext>
              </a:extLst>
            </p:cNvPr>
            <p:cNvSpPr>
              <a:spLocks/>
            </p:cNvSpPr>
            <p:nvPr/>
          </p:nvSpPr>
          <p:spPr>
            <a:xfrm>
              <a:off x="4179525" y="6595037"/>
              <a:ext cx="28398" cy="28398"/>
            </a:xfrm>
            <a:prstGeom prst="ellipse">
              <a:avLst/>
            </a:prstGeom>
            <a:solidFill>
              <a:srgbClr val="7F8C97">
                <a:alpha val="48000"/>
              </a:srgbClr>
            </a:solidFill>
            <a:ln w="0">
              <a:noFill/>
              <a:prstDash val="solid"/>
            </a:ln>
          </p:spPr>
        </p:sp>
        <p:sp>
          <p:nvSpPr>
            <p:cNvPr id="3168" name="03_assume_matched_3167">
              <a:extLst>
                <a:ext uri="{FF2B5EF4-FFF2-40B4-BE49-F238E27FC236}">
                  <a16:creationId xmlns:a16="http://schemas.microsoft.com/office/drawing/2014/main" id="{00F659C6-ECBC-40FC-98FD-AEFAF83D88E1}"/>
                </a:ext>
              </a:extLst>
            </p:cNvPr>
            <p:cNvSpPr>
              <a:spLocks/>
            </p:cNvSpPr>
            <p:nvPr/>
          </p:nvSpPr>
          <p:spPr>
            <a:xfrm>
              <a:off x="4240686" y="6302602"/>
              <a:ext cx="28398" cy="28398"/>
            </a:xfrm>
            <a:prstGeom prst="ellipse">
              <a:avLst/>
            </a:prstGeom>
            <a:solidFill>
              <a:srgbClr val="7F8C97">
                <a:alpha val="48000"/>
              </a:srgbClr>
            </a:solidFill>
            <a:ln w="0">
              <a:noFill/>
              <a:prstDash val="solid"/>
            </a:ln>
          </p:spPr>
        </p:sp>
        <p:sp>
          <p:nvSpPr>
            <p:cNvPr id="3169" name="03_assume_matched_3168">
              <a:extLst>
                <a:ext uri="{FF2B5EF4-FFF2-40B4-BE49-F238E27FC236}">
                  <a16:creationId xmlns:a16="http://schemas.microsoft.com/office/drawing/2014/main" id="{0B34C3DD-30A4-4851-8243-3328348CF469}"/>
                </a:ext>
              </a:extLst>
            </p:cNvPr>
            <p:cNvSpPr>
              <a:spLocks/>
            </p:cNvSpPr>
            <p:nvPr/>
          </p:nvSpPr>
          <p:spPr>
            <a:xfrm>
              <a:off x="4185569" y="6595037"/>
              <a:ext cx="28398" cy="28398"/>
            </a:xfrm>
            <a:prstGeom prst="ellipse">
              <a:avLst/>
            </a:prstGeom>
            <a:solidFill>
              <a:srgbClr val="7F8C97">
                <a:alpha val="48000"/>
              </a:srgbClr>
            </a:solidFill>
            <a:ln w="0">
              <a:noFill/>
              <a:prstDash val="solid"/>
            </a:ln>
          </p:spPr>
        </p:sp>
        <p:sp>
          <p:nvSpPr>
            <p:cNvPr id="3170" name="03_assume_matched_3169">
              <a:extLst>
                <a:ext uri="{FF2B5EF4-FFF2-40B4-BE49-F238E27FC236}">
                  <a16:creationId xmlns:a16="http://schemas.microsoft.com/office/drawing/2014/main" id="{A02D4881-8F19-410B-9051-D92798F1030F}"/>
                </a:ext>
              </a:extLst>
            </p:cNvPr>
            <p:cNvSpPr>
              <a:spLocks/>
            </p:cNvSpPr>
            <p:nvPr/>
          </p:nvSpPr>
          <p:spPr>
            <a:xfrm>
              <a:off x="4211617" y="6595037"/>
              <a:ext cx="28398" cy="28398"/>
            </a:xfrm>
            <a:prstGeom prst="ellipse">
              <a:avLst/>
            </a:prstGeom>
            <a:solidFill>
              <a:srgbClr val="7F8C97">
                <a:alpha val="48000"/>
              </a:srgbClr>
            </a:solidFill>
            <a:ln w="0">
              <a:noFill/>
              <a:prstDash val="solid"/>
            </a:ln>
          </p:spPr>
        </p:sp>
        <p:sp>
          <p:nvSpPr>
            <p:cNvPr id="3171" name="03_assume_matched_3170">
              <a:extLst>
                <a:ext uri="{FF2B5EF4-FFF2-40B4-BE49-F238E27FC236}">
                  <a16:creationId xmlns:a16="http://schemas.microsoft.com/office/drawing/2014/main" id="{BB5802FE-62D7-4299-8060-D204CB0B5E10}"/>
                </a:ext>
              </a:extLst>
            </p:cNvPr>
            <p:cNvSpPr>
              <a:spLocks/>
            </p:cNvSpPr>
            <p:nvPr/>
          </p:nvSpPr>
          <p:spPr>
            <a:xfrm>
              <a:off x="4160673" y="6595037"/>
              <a:ext cx="28398" cy="28398"/>
            </a:xfrm>
            <a:prstGeom prst="ellipse">
              <a:avLst/>
            </a:prstGeom>
            <a:solidFill>
              <a:srgbClr val="7F8C97">
                <a:alpha val="48000"/>
              </a:srgbClr>
            </a:solidFill>
            <a:ln w="0">
              <a:noFill/>
              <a:prstDash val="solid"/>
            </a:ln>
          </p:spPr>
        </p:sp>
        <p:sp>
          <p:nvSpPr>
            <p:cNvPr id="3172" name="03_assume_matched_3171">
              <a:extLst>
                <a:ext uri="{FF2B5EF4-FFF2-40B4-BE49-F238E27FC236}">
                  <a16:creationId xmlns:a16="http://schemas.microsoft.com/office/drawing/2014/main" id="{4623D1D0-E7DA-4FCE-A25F-C1A521957310}"/>
                </a:ext>
              </a:extLst>
            </p:cNvPr>
            <p:cNvSpPr>
              <a:spLocks/>
            </p:cNvSpPr>
            <p:nvPr/>
          </p:nvSpPr>
          <p:spPr>
            <a:xfrm>
              <a:off x="4656159" y="6010168"/>
              <a:ext cx="28398" cy="28398"/>
            </a:xfrm>
            <a:prstGeom prst="ellipse">
              <a:avLst/>
            </a:prstGeom>
            <a:solidFill>
              <a:srgbClr val="7F8C97">
                <a:alpha val="48000"/>
              </a:srgbClr>
            </a:solidFill>
            <a:ln w="0">
              <a:noFill/>
              <a:prstDash val="solid"/>
            </a:ln>
          </p:spPr>
        </p:sp>
        <p:sp>
          <p:nvSpPr>
            <p:cNvPr id="3173" name="03_assume_matched_3172">
              <a:extLst>
                <a:ext uri="{FF2B5EF4-FFF2-40B4-BE49-F238E27FC236}">
                  <a16:creationId xmlns:a16="http://schemas.microsoft.com/office/drawing/2014/main" id="{AAB743EE-8228-4AEC-872F-B597C5B20199}"/>
                </a:ext>
              </a:extLst>
            </p:cNvPr>
            <p:cNvSpPr>
              <a:spLocks/>
            </p:cNvSpPr>
            <p:nvPr/>
          </p:nvSpPr>
          <p:spPr>
            <a:xfrm>
              <a:off x="4644646" y="6010168"/>
              <a:ext cx="28398" cy="28398"/>
            </a:xfrm>
            <a:prstGeom prst="ellipse">
              <a:avLst/>
            </a:prstGeom>
            <a:solidFill>
              <a:srgbClr val="7F8C97">
                <a:alpha val="48000"/>
              </a:srgbClr>
            </a:solidFill>
            <a:ln w="0">
              <a:noFill/>
              <a:prstDash val="solid"/>
            </a:ln>
          </p:spPr>
        </p:sp>
        <p:sp>
          <p:nvSpPr>
            <p:cNvPr id="3174" name="03_assume_matched_3173">
              <a:extLst>
                <a:ext uri="{FF2B5EF4-FFF2-40B4-BE49-F238E27FC236}">
                  <a16:creationId xmlns:a16="http://schemas.microsoft.com/office/drawing/2014/main" id="{15DB3850-010D-47F7-9AE8-76833F889366}"/>
                </a:ext>
              </a:extLst>
            </p:cNvPr>
            <p:cNvSpPr>
              <a:spLocks/>
            </p:cNvSpPr>
            <p:nvPr/>
          </p:nvSpPr>
          <p:spPr>
            <a:xfrm>
              <a:off x="4587515" y="6010168"/>
              <a:ext cx="28398" cy="28398"/>
            </a:xfrm>
            <a:prstGeom prst="ellipse">
              <a:avLst/>
            </a:prstGeom>
            <a:solidFill>
              <a:srgbClr val="7F8C97">
                <a:alpha val="48000"/>
              </a:srgbClr>
            </a:solidFill>
            <a:ln w="0">
              <a:noFill/>
              <a:prstDash val="solid"/>
            </a:ln>
          </p:spPr>
        </p:sp>
        <p:sp>
          <p:nvSpPr>
            <p:cNvPr id="3175" name="03_assume_matched_3174">
              <a:extLst>
                <a:ext uri="{FF2B5EF4-FFF2-40B4-BE49-F238E27FC236}">
                  <a16:creationId xmlns:a16="http://schemas.microsoft.com/office/drawing/2014/main" id="{95C18E86-2387-4B61-B630-5EC83CCF2AC6}"/>
                </a:ext>
              </a:extLst>
            </p:cNvPr>
            <p:cNvSpPr>
              <a:spLocks/>
            </p:cNvSpPr>
            <p:nvPr/>
          </p:nvSpPr>
          <p:spPr>
            <a:xfrm>
              <a:off x="4666377" y="6010168"/>
              <a:ext cx="28398" cy="28398"/>
            </a:xfrm>
            <a:prstGeom prst="ellipse">
              <a:avLst/>
            </a:prstGeom>
            <a:solidFill>
              <a:srgbClr val="7F8C97">
                <a:alpha val="48000"/>
              </a:srgbClr>
            </a:solidFill>
            <a:ln w="0">
              <a:noFill/>
              <a:prstDash val="solid"/>
            </a:ln>
          </p:spPr>
        </p:sp>
        <p:sp>
          <p:nvSpPr>
            <p:cNvPr id="3176" name="03_assume_matched_3175">
              <a:extLst>
                <a:ext uri="{FF2B5EF4-FFF2-40B4-BE49-F238E27FC236}">
                  <a16:creationId xmlns:a16="http://schemas.microsoft.com/office/drawing/2014/main" id="{BA46D974-49AB-4824-9480-1DC6BB04E4DD}"/>
                </a:ext>
              </a:extLst>
            </p:cNvPr>
            <p:cNvSpPr>
              <a:spLocks/>
            </p:cNvSpPr>
            <p:nvPr/>
          </p:nvSpPr>
          <p:spPr>
            <a:xfrm>
              <a:off x="4634141" y="6010168"/>
              <a:ext cx="28398" cy="28398"/>
            </a:xfrm>
            <a:prstGeom prst="ellipse">
              <a:avLst/>
            </a:prstGeom>
            <a:solidFill>
              <a:srgbClr val="7F8C97">
                <a:alpha val="48000"/>
              </a:srgbClr>
            </a:solidFill>
            <a:ln w="0">
              <a:noFill/>
              <a:prstDash val="solid"/>
            </a:ln>
          </p:spPr>
        </p:sp>
        <p:sp>
          <p:nvSpPr>
            <p:cNvPr id="3177" name="03_assume_matched_3176">
              <a:extLst>
                <a:ext uri="{FF2B5EF4-FFF2-40B4-BE49-F238E27FC236}">
                  <a16:creationId xmlns:a16="http://schemas.microsoft.com/office/drawing/2014/main" id="{AC32B678-BDC0-4834-8D02-91C7D984F12D}"/>
                </a:ext>
              </a:extLst>
            </p:cNvPr>
            <p:cNvSpPr>
              <a:spLocks/>
            </p:cNvSpPr>
            <p:nvPr/>
          </p:nvSpPr>
          <p:spPr>
            <a:xfrm>
              <a:off x="4538873" y="6010168"/>
              <a:ext cx="28398" cy="28398"/>
            </a:xfrm>
            <a:prstGeom prst="ellipse">
              <a:avLst/>
            </a:prstGeom>
            <a:solidFill>
              <a:srgbClr val="7F8C97">
                <a:alpha val="48000"/>
              </a:srgbClr>
            </a:solidFill>
            <a:ln w="0">
              <a:noFill/>
              <a:prstDash val="solid"/>
            </a:ln>
          </p:spPr>
        </p:sp>
        <p:sp>
          <p:nvSpPr>
            <p:cNvPr id="3178" name="03_assume_matched_3177">
              <a:extLst>
                <a:ext uri="{FF2B5EF4-FFF2-40B4-BE49-F238E27FC236}">
                  <a16:creationId xmlns:a16="http://schemas.microsoft.com/office/drawing/2014/main" id="{508E672A-61FB-4E12-A560-41069D3DC0BA}"/>
                </a:ext>
              </a:extLst>
            </p:cNvPr>
            <p:cNvSpPr>
              <a:spLocks/>
            </p:cNvSpPr>
            <p:nvPr/>
          </p:nvSpPr>
          <p:spPr>
            <a:xfrm>
              <a:off x="4569526" y="6302602"/>
              <a:ext cx="28398" cy="28398"/>
            </a:xfrm>
            <a:prstGeom prst="ellipse">
              <a:avLst/>
            </a:prstGeom>
            <a:solidFill>
              <a:srgbClr val="7F8C97">
                <a:alpha val="48000"/>
              </a:srgbClr>
            </a:solidFill>
            <a:ln w="0">
              <a:noFill/>
              <a:prstDash val="solid"/>
            </a:ln>
          </p:spPr>
        </p:sp>
        <p:sp>
          <p:nvSpPr>
            <p:cNvPr id="3179" name="03_assume_matched_3178">
              <a:extLst>
                <a:ext uri="{FF2B5EF4-FFF2-40B4-BE49-F238E27FC236}">
                  <a16:creationId xmlns:a16="http://schemas.microsoft.com/office/drawing/2014/main" id="{8A48C738-CEEE-468D-999C-60F4F5F2815C}"/>
                </a:ext>
              </a:extLst>
            </p:cNvPr>
            <p:cNvSpPr>
              <a:spLocks/>
            </p:cNvSpPr>
            <p:nvPr/>
          </p:nvSpPr>
          <p:spPr>
            <a:xfrm>
              <a:off x="4538585" y="6448819"/>
              <a:ext cx="28398" cy="28398"/>
            </a:xfrm>
            <a:prstGeom prst="ellipse">
              <a:avLst/>
            </a:prstGeom>
            <a:solidFill>
              <a:srgbClr val="7F8C97">
                <a:alpha val="48000"/>
              </a:srgbClr>
            </a:solidFill>
            <a:ln w="0">
              <a:noFill/>
              <a:prstDash val="solid"/>
            </a:ln>
          </p:spPr>
        </p:sp>
        <p:sp>
          <p:nvSpPr>
            <p:cNvPr id="3180" name="03_assume_matched_3179">
              <a:extLst>
                <a:ext uri="{FF2B5EF4-FFF2-40B4-BE49-F238E27FC236}">
                  <a16:creationId xmlns:a16="http://schemas.microsoft.com/office/drawing/2014/main" id="{0F170ADE-6374-4FBC-81AD-06B3D286E041}"/>
                </a:ext>
              </a:extLst>
            </p:cNvPr>
            <p:cNvSpPr>
              <a:spLocks/>
            </p:cNvSpPr>
            <p:nvPr/>
          </p:nvSpPr>
          <p:spPr>
            <a:xfrm>
              <a:off x="4619894" y="6010168"/>
              <a:ext cx="28398" cy="28398"/>
            </a:xfrm>
            <a:prstGeom prst="ellipse">
              <a:avLst/>
            </a:prstGeom>
            <a:solidFill>
              <a:srgbClr val="7F8C97">
                <a:alpha val="48000"/>
              </a:srgbClr>
            </a:solidFill>
            <a:ln w="0">
              <a:noFill/>
              <a:prstDash val="solid"/>
            </a:ln>
          </p:spPr>
        </p:sp>
        <p:sp>
          <p:nvSpPr>
            <p:cNvPr id="3181" name="03_assume_matched_3180">
              <a:extLst>
                <a:ext uri="{FF2B5EF4-FFF2-40B4-BE49-F238E27FC236}">
                  <a16:creationId xmlns:a16="http://schemas.microsoft.com/office/drawing/2014/main" id="{1F134F9C-2BD8-453A-96D4-B27F52DB5B2D}"/>
                </a:ext>
              </a:extLst>
            </p:cNvPr>
            <p:cNvSpPr>
              <a:spLocks/>
            </p:cNvSpPr>
            <p:nvPr/>
          </p:nvSpPr>
          <p:spPr>
            <a:xfrm>
              <a:off x="4601186" y="6010168"/>
              <a:ext cx="28398" cy="28398"/>
            </a:xfrm>
            <a:prstGeom prst="ellipse">
              <a:avLst/>
            </a:prstGeom>
            <a:solidFill>
              <a:srgbClr val="7F8C97">
                <a:alpha val="48000"/>
              </a:srgbClr>
            </a:solidFill>
            <a:ln w="0">
              <a:noFill/>
              <a:prstDash val="solid"/>
            </a:ln>
          </p:spPr>
        </p:sp>
        <p:sp>
          <p:nvSpPr>
            <p:cNvPr id="3182" name="03_assume_matched_3181">
              <a:extLst>
                <a:ext uri="{FF2B5EF4-FFF2-40B4-BE49-F238E27FC236}">
                  <a16:creationId xmlns:a16="http://schemas.microsoft.com/office/drawing/2014/main" id="{3F215402-D4F7-4FBC-855D-E17D3B1031E9}"/>
                </a:ext>
              </a:extLst>
            </p:cNvPr>
            <p:cNvSpPr>
              <a:spLocks/>
            </p:cNvSpPr>
            <p:nvPr/>
          </p:nvSpPr>
          <p:spPr>
            <a:xfrm>
              <a:off x="4585932" y="6010168"/>
              <a:ext cx="28398" cy="28398"/>
            </a:xfrm>
            <a:prstGeom prst="ellipse">
              <a:avLst/>
            </a:prstGeom>
            <a:solidFill>
              <a:srgbClr val="7F8C97">
                <a:alpha val="48000"/>
              </a:srgbClr>
            </a:solidFill>
            <a:ln w="0">
              <a:noFill/>
              <a:prstDash val="solid"/>
            </a:ln>
          </p:spPr>
        </p:sp>
        <p:sp>
          <p:nvSpPr>
            <p:cNvPr id="3183" name="03_assume_matched_3182">
              <a:extLst>
                <a:ext uri="{FF2B5EF4-FFF2-40B4-BE49-F238E27FC236}">
                  <a16:creationId xmlns:a16="http://schemas.microsoft.com/office/drawing/2014/main" id="{1680B694-B3D8-497E-9C63-1B15B425A6F7}"/>
                </a:ext>
              </a:extLst>
            </p:cNvPr>
            <p:cNvSpPr>
              <a:spLocks/>
            </p:cNvSpPr>
            <p:nvPr/>
          </p:nvSpPr>
          <p:spPr>
            <a:xfrm>
              <a:off x="4571685" y="6595037"/>
              <a:ext cx="28398" cy="28398"/>
            </a:xfrm>
            <a:prstGeom prst="ellipse">
              <a:avLst/>
            </a:prstGeom>
            <a:solidFill>
              <a:srgbClr val="7F8C97">
                <a:alpha val="48000"/>
              </a:srgbClr>
            </a:solidFill>
            <a:ln w="0">
              <a:noFill/>
              <a:prstDash val="solid"/>
            </a:ln>
          </p:spPr>
        </p:sp>
        <p:sp>
          <p:nvSpPr>
            <p:cNvPr id="3184" name="03_assume_matched_3183">
              <a:extLst>
                <a:ext uri="{FF2B5EF4-FFF2-40B4-BE49-F238E27FC236}">
                  <a16:creationId xmlns:a16="http://schemas.microsoft.com/office/drawing/2014/main" id="{6A5AA964-E26C-428A-87D1-040840123A5C}"/>
                </a:ext>
              </a:extLst>
            </p:cNvPr>
            <p:cNvSpPr>
              <a:spLocks/>
            </p:cNvSpPr>
            <p:nvPr/>
          </p:nvSpPr>
          <p:spPr>
            <a:xfrm>
              <a:off x="4588090" y="6010168"/>
              <a:ext cx="28398" cy="28398"/>
            </a:xfrm>
            <a:prstGeom prst="ellipse">
              <a:avLst/>
            </a:prstGeom>
            <a:solidFill>
              <a:srgbClr val="7F8C97">
                <a:alpha val="48000"/>
              </a:srgbClr>
            </a:solidFill>
            <a:ln w="0">
              <a:noFill/>
              <a:prstDash val="solid"/>
            </a:ln>
          </p:spPr>
        </p:sp>
        <p:sp>
          <p:nvSpPr>
            <p:cNvPr id="3185" name="03_assume_matched_3184">
              <a:extLst>
                <a:ext uri="{FF2B5EF4-FFF2-40B4-BE49-F238E27FC236}">
                  <a16:creationId xmlns:a16="http://schemas.microsoft.com/office/drawing/2014/main" id="{BA9960F3-FD5F-49C5-BF6C-43B594BD6802}"/>
                </a:ext>
              </a:extLst>
            </p:cNvPr>
            <p:cNvSpPr>
              <a:spLocks/>
            </p:cNvSpPr>
            <p:nvPr/>
          </p:nvSpPr>
          <p:spPr>
            <a:xfrm>
              <a:off x="4673284" y="6302602"/>
              <a:ext cx="28398" cy="28398"/>
            </a:xfrm>
            <a:prstGeom prst="ellipse">
              <a:avLst/>
            </a:prstGeom>
            <a:solidFill>
              <a:srgbClr val="7F8C97">
                <a:alpha val="48000"/>
              </a:srgbClr>
            </a:solidFill>
            <a:ln w="0">
              <a:noFill/>
              <a:prstDash val="solid"/>
            </a:ln>
          </p:spPr>
        </p:sp>
        <p:sp>
          <p:nvSpPr>
            <p:cNvPr id="3186" name="03_assume_matched_3185">
              <a:extLst>
                <a:ext uri="{FF2B5EF4-FFF2-40B4-BE49-F238E27FC236}">
                  <a16:creationId xmlns:a16="http://schemas.microsoft.com/office/drawing/2014/main" id="{551E633B-18EE-4860-9CC5-E18E12F7DE3F}"/>
                </a:ext>
              </a:extLst>
            </p:cNvPr>
            <p:cNvSpPr>
              <a:spLocks/>
            </p:cNvSpPr>
            <p:nvPr/>
          </p:nvSpPr>
          <p:spPr>
            <a:xfrm>
              <a:off x="4628241" y="6010168"/>
              <a:ext cx="28398" cy="28398"/>
            </a:xfrm>
            <a:prstGeom prst="ellipse">
              <a:avLst/>
            </a:prstGeom>
            <a:solidFill>
              <a:srgbClr val="7F8C97">
                <a:alpha val="48000"/>
              </a:srgbClr>
            </a:solidFill>
            <a:ln w="0">
              <a:noFill/>
              <a:prstDash val="solid"/>
            </a:ln>
          </p:spPr>
        </p:sp>
        <p:sp>
          <p:nvSpPr>
            <p:cNvPr id="3187" name="03_assume_matched_3186">
              <a:extLst>
                <a:ext uri="{FF2B5EF4-FFF2-40B4-BE49-F238E27FC236}">
                  <a16:creationId xmlns:a16="http://schemas.microsoft.com/office/drawing/2014/main" id="{D9773E97-6DFC-4725-B297-E0CBFFF69129}"/>
                </a:ext>
              </a:extLst>
            </p:cNvPr>
            <p:cNvSpPr>
              <a:spLocks/>
            </p:cNvSpPr>
            <p:nvPr/>
          </p:nvSpPr>
          <p:spPr>
            <a:xfrm>
              <a:off x="4638027" y="6595037"/>
              <a:ext cx="28398" cy="28398"/>
            </a:xfrm>
            <a:prstGeom prst="ellipse">
              <a:avLst/>
            </a:prstGeom>
            <a:solidFill>
              <a:srgbClr val="7F8C97">
                <a:alpha val="48000"/>
              </a:srgbClr>
            </a:solidFill>
            <a:ln w="0">
              <a:noFill/>
              <a:prstDash val="solid"/>
            </a:ln>
          </p:spPr>
        </p:sp>
        <p:sp>
          <p:nvSpPr>
            <p:cNvPr id="3188" name="03_assume_matched_3187">
              <a:extLst>
                <a:ext uri="{FF2B5EF4-FFF2-40B4-BE49-F238E27FC236}">
                  <a16:creationId xmlns:a16="http://schemas.microsoft.com/office/drawing/2014/main" id="{0E055628-B040-4BB4-AC7D-39980C29BFB2}"/>
                </a:ext>
              </a:extLst>
            </p:cNvPr>
            <p:cNvSpPr>
              <a:spLocks/>
            </p:cNvSpPr>
            <p:nvPr/>
          </p:nvSpPr>
          <p:spPr>
            <a:xfrm>
              <a:off x="4574851" y="6530051"/>
              <a:ext cx="28398" cy="28398"/>
            </a:xfrm>
            <a:prstGeom prst="ellipse">
              <a:avLst/>
            </a:prstGeom>
            <a:solidFill>
              <a:srgbClr val="7F8C97">
                <a:alpha val="48000"/>
              </a:srgbClr>
            </a:solidFill>
            <a:ln w="0">
              <a:noFill/>
              <a:prstDash val="solid"/>
            </a:ln>
          </p:spPr>
        </p:sp>
        <p:sp>
          <p:nvSpPr>
            <p:cNvPr id="3189" name="03_assume_matched_3188">
              <a:extLst>
                <a:ext uri="{FF2B5EF4-FFF2-40B4-BE49-F238E27FC236}">
                  <a16:creationId xmlns:a16="http://schemas.microsoft.com/office/drawing/2014/main" id="{8AAC66B3-AC0E-4960-9D88-6B0B085C124A}"/>
                </a:ext>
              </a:extLst>
            </p:cNvPr>
            <p:cNvSpPr>
              <a:spLocks/>
            </p:cNvSpPr>
            <p:nvPr/>
          </p:nvSpPr>
          <p:spPr>
            <a:xfrm>
              <a:off x="4665225" y="6400080"/>
              <a:ext cx="28398" cy="28398"/>
            </a:xfrm>
            <a:prstGeom prst="ellipse">
              <a:avLst/>
            </a:prstGeom>
            <a:solidFill>
              <a:srgbClr val="7F8C97">
                <a:alpha val="48000"/>
              </a:srgbClr>
            </a:solidFill>
            <a:ln w="0">
              <a:noFill/>
              <a:prstDash val="solid"/>
            </a:ln>
          </p:spPr>
        </p:sp>
        <p:sp>
          <p:nvSpPr>
            <p:cNvPr id="3190" name="03_assume_matched_3189">
              <a:extLst>
                <a:ext uri="{FF2B5EF4-FFF2-40B4-BE49-F238E27FC236}">
                  <a16:creationId xmlns:a16="http://schemas.microsoft.com/office/drawing/2014/main" id="{7EE2BC13-61B3-4F2F-8610-15E55263A71B}"/>
                </a:ext>
              </a:extLst>
            </p:cNvPr>
            <p:cNvSpPr>
              <a:spLocks/>
            </p:cNvSpPr>
            <p:nvPr/>
          </p:nvSpPr>
          <p:spPr>
            <a:xfrm>
              <a:off x="4638314" y="6010168"/>
              <a:ext cx="28398" cy="28398"/>
            </a:xfrm>
            <a:prstGeom prst="ellipse">
              <a:avLst/>
            </a:prstGeom>
            <a:solidFill>
              <a:srgbClr val="7F8C97">
                <a:alpha val="48000"/>
              </a:srgbClr>
            </a:solidFill>
            <a:ln w="0">
              <a:noFill/>
              <a:prstDash val="solid"/>
            </a:ln>
          </p:spPr>
        </p:sp>
        <p:sp>
          <p:nvSpPr>
            <p:cNvPr id="3191" name="03_assume_matched_3190">
              <a:extLst>
                <a:ext uri="{FF2B5EF4-FFF2-40B4-BE49-F238E27FC236}">
                  <a16:creationId xmlns:a16="http://schemas.microsoft.com/office/drawing/2014/main" id="{9455E171-A0F6-4B66-8483-851EDEE41770}"/>
                </a:ext>
              </a:extLst>
            </p:cNvPr>
            <p:cNvSpPr>
              <a:spLocks/>
            </p:cNvSpPr>
            <p:nvPr/>
          </p:nvSpPr>
          <p:spPr>
            <a:xfrm>
              <a:off x="4556142" y="6595037"/>
              <a:ext cx="28398" cy="28398"/>
            </a:xfrm>
            <a:prstGeom prst="ellipse">
              <a:avLst/>
            </a:prstGeom>
            <a:solidFill>
              <a:srgbClr val="7F8C97">
                <a:alpha val="48000"/>
              </a:srgbClr>
            </a:solidFill>
            <a:ln w="0">
              <a:noFill/>
              <a:prstDash val="solid"/>
            </a:ln>
          </p:spPr>
        </p:sp>
        <p:sp>
          <p:nvSpPr>
            <p:cNvPr id="3192" name="03_assume_matched_3191">
              <a:extLst>
                <a:ext uri="{FF2B5EF4-FFF2-40B4-BE49-F238E27FC236}">
                  <a16:creationId xmlns:a16="http://schemas.microsoft.com/office/drawing/2014/main" id="{FA178D4B-EDA6-4093-9EA5-D454D2B9DE39}"/>
                </a:ext>
              </a:extLst>
            </p:cNvPr>
            <p:cNvSpPr>
              <a:spLocks/>
            </p:cNvSpPr>
            <p:nvPr/>
          </p:nvSpPr>
          <p:spPr>
            <a:xfrm>
              <a:off x="4563482" y="6010168"/>
              <a:ext cx="28398" cy="28398"/>
            </a:xfrm>
            <a:prstGeom prst="ellipse">
              <a:avLst/>
            </a:prstGeom>
            <a:solidFill>
              <a:srgbClr val="7F8C97">
                <a:alpha val="48000"/>
              </a:srgbClr>
            </a:solidFill>
            <a:ln w="0">
              <a:noFill/>
              <a:prstDash val="solid"/>
            </a:ln>
          </p:spPr>
        </p:sp>
        <p:sp>
          <p:nvSpPr>
            <p:cNvPr id="3193" name="03_assume_matched_3192">
              <a:extLst>
                <a:ext uri="{FF2B5EF4-FFF2-40B4-BE49-F238E27FC236}">
                  <a16:creationId xmlns:a16="http://schemas.microsoft.com/office/drawing/2014/main" id="{A2ADDCC7-A2CB-475C-9CF6-E8D47D62AE09}"/>
                </a:ext>
              </a:extLst>
            </p:cNvPr>
            <p:cNvSpPr>
              <a:spLocks/>
            </p:cNvSpPr>
            <p:nvPr/>
          </p:nvSpPr>
          <p:spPr>
            <a:xfrm>
              <a:off x="4574707" y="6400080"/>
              <a:ext cx="28398" cy="28398"/>
            </a:xfrm>
            <a:prstGeom prst="ellipse">
              <a:avLst/>
            </a:prstGeom>
            <a:solidFill>
              <a:srgbClr val="7F8C97">
                <a:alpha val="48000"/>
              </a:srgbClr>
            </a:solidFill>
            <a:ln w="0">
              <a:noFill/>
              <a:prstDash val="solid"/>
            </a:ln>
          </p:spPr>
        </p:sp>
        <p:sp>
          <p:nvSpPr>
            <p:cNvPr id="3194" name="03_assume_matched_3193">
              <a:extLst>
                <a:ext uri="{FF2B5EF4-FFF2-40B4-BE49-F238E27FC236}">
                  <a16:creationId xmlns:a16="http://schemas.microsoft.com/office/drawing/2014/main" id="{73D96EAD-BE44-49EC-8AA3-EF526937BE54}"/>
                </a:ext>
              </a:extLst>
            </p:cNvPr>
            <p:cNvSpPr>
              <a:spLocks/>
            </p:cNvSpPr>
            <p:nvPr/>
          </p:nvSpPr>
          <p:spPr>
            <a:xfrm>
              <a:off x="4664074" y="6010168"/>
              <a:ext cx="28398" cy="28398"/>
            </a:xfrm>
            <a:prstGeom prst="ellipse">
              <a:avLst/>
            </a:prstGeom>
            <a:solidFill>
              <a:srgbClr val="7F8C97">
                <a:alpha val="48000"/>
              </a:srgbClr>
            </a:solidFill>
            <a:ln w="0">
              <a:noFill/>
              <a:prstDash val="solid"/>
            </a:ln>
          </p:spPr>
        </p:sp>
        <p:sp>
          <p:nvSpPr>
            <p:cNvPr id="3195" name="03_assume_matched_3194">
              <a:extLst>
                <a:ext uri="{FF2B5EF4-FFF2-40B4-BE49-F238E27FC236}">
                  <a16:creationId xmlns:a16="http://schemas.microsoft.com/office/drawing/2014/main" id="{71CD62A4-0B37-4879-9726-6D4B127355C6}"/>
                </a:ext>
              </a:extLst>
            </p:cNvPr>
            <p:cNvSpPr>
              <a:spLocks/>
            </p:cNvSpPr>
            <p:nvPr/>
          </p:nvSpPr>
          <p:spPr>
            <a:xfrm>
              <a:off x="4577009" y="6010168"/>
              <a:ext cx="28398" cy="28398"/>
            </a:xfrm>
            <a:prstGeom prst="ellipse">
              <a:avLst/>
            </a:prstGeom>
            <a:solidFill>
              <a:srgbClr val="7F8C97">
                <a:alpha val="48000"/>
              </a:srgbClr>
            </a:solidFill>
            <a:ln w="0">
              <a:noFill/>
              <a:prstDash val="solid"/>
            </a:ln>
          </p:spPr>
        </p:sp>
        <p:sp>
          <p:nvSpPr>
            <p:cNvPr id="3196" name="03_assume_matched_3195">
              <a:extLst>
                <a:ext uri="{FF2B5EF4-FFF2-40B4-BE49-F238E27FC236}">
                  <a16:creationId xmlns:a16="http://schemas.microsoft.com/office/drawing/2014/main" id="{B5FF1A96-5863-4957-9D3D-0BD51BDE5075}"/>
                </a:ext>
              </a:extLst>
            </p:cNvPr>
            <p:cNvSpPr>
              <a:spLocks/>
            </p:cNvSpPr>
            <p:nvPr/>
          </p:nvSpPr>
          <p:spPr>
            <a:xfrm>
              <a:off x="4656015" y="6400080"/>
              <a:ext cx="28398" cy="28398"/>
            </a:xfrm>
            <a:prstGeom prst="ellipse">
              <a:avLst/>
            </a:prstGeom>
            <a:solidFill>
              <a:srgbClr val="7F8C97">
                <a:alpha val="48000"/>
              </a:srgbClr>
            </a:solidFill>
            <a:ln w="0">
              <a:noFill/>
              <a:prstDash val="solid"/>
            </a:ln>
          </p:spPr>
        </p:sp>
        <p:sp>
          <p:nvSpPr>
            <p:cNvPr id="3197" name="03_assume_matched_3196">
              <a:extLst>
                <a:ext uri="{FF2B5EF4-FFF2-40B4-BE49-F238E27FC236}">
                  <a16:creationId xmlns:a16="http://schemas.microsoft.com/office/drawing/2014/main" id="{9BC2D697-4432-4590-BD41-F3118157B485}"/>
                </a:ext>
              </a:extLst>
            </p:cNvPr>
            <p:cNvSpPr>
              <a:spLocks/>
            </p:cNvSpPr>
            <p:nvPr/>
          </p:nvSpPr>
          <p:spPr>
            <a:xfrm>
              <a:off x="4657166" y="6010168"/>
              <a:ext cx="28398" cy="28398"/>
            </a:xfrm>
            <a:prstGeom prst="ellipse">
              <a:avLst/>
            </a:prstGeom>
            <a:solidFill>
              <a:srgbClr val="7F8C97">
                <a:alpha val="48000"/>
              </a:srgbClr>
            </a:solidFill>
            <a:ln w="0">
              <a:noFill/>
              <a:prstDash val="solid"/>
            </a:ln>
          </p:spPr>
        </p:sp>
        <p:sp>
          <p:nvSpPr>
            <p:cNvPr id="3198" name="03_assume_matched_3197">
              <a:extLst>
                <a:ext uri="{FF2B5EF4-FFF2-40B4-BE49-F238E27FC236}">
                  <a16:creationId xmlns:a16="http://schemas.microsoft.com/office/drawing/2014/main" id="{B7BDA2C1-B29D-4563-BA9C-A71420086558}"/>
                </a:ext>
              </a:extLst>
            </p:cNvPr>
            <p:cNvSpPr>
              <a:spLocks/>
            </p:cNvSpPr>
            <p:nvPr/>
          </p:nvSpPr>
          <p:spPr>
            <a:xfrm>
              <a:off x="4660908" y="6595037"/>
              <a:ext cx="28398" cy="28398"/>
            </a:xfrm>
            <a:prstGeom prst="ellipse">
              <a:avLst/>
            </a:prstGeom>
            <a:solidFill>
              <a:srgbClr val="7F8C97">
                <a:alpha val="48000"/>
              </a:srgbClr>
            </a:solidFill>
            <a:ln w="0">
              <a:noFill/>
              <a:prstDash val="solid"/>
            </a:ln>
          </p:spPr>
        </p:sp>
        <p:sp>
          <p:nvSpPr>
            <p:cNvPr id="3199" name="03_assume_matched_3198">
              <a:extLst>
                <a:ext uri="{FF2B5EF4-FFF2-40B4-BE49-F238E27FC236}">
                  <a16:creationId xmlns:a16="http://schemas.microsoft.com/office/drawing/2014/main" id="{9A8FCCBF-4383-416D-8D69-117F1E4915E9}"/>
                </a:ext>
              </a:extLst>
            </p:cNvPr>
            <p:cNvSpPr>
              <a:spLocks/>
            </p:cNvSpPr>
            <p:nvPr/>
          </p:nvSpPr>
          <p:spPr>
            <a:xfrm>
              <a:off x="4578160" y="6595037"/>
              <a:ext cx="28398" cy="28398"/>
            </a:xfrm>
            <a:prstGeom prst="ellipse">
              <a:avLst/>
            </a:prstGeom>
            <a:solidFill>
              <a:srgbClr val="7F8C97">
                <a:alpha val="48000"/>
              </a:srgbClr>
            </a:solidFill>
            <a:ln w="0">
              <a:noFill/>
              <a:prstDash val="solid"/>
            </a:ln>
          </p:spPr>
        </p:sp>
        <p:sp>
          <p:nvSpPr>
            <p:cNvPr id="3200" name="03_assume_matched_3199">
              <a:extLst>
                <a:ext uri="{FF2B5EF4-FFF2-40B4-BE49-F238E27FC236}">
                  <a16:creationId xmlns:a16="http://schemas.microsoft.com/office/drawing/2014/main" id="{55A8398E-D9A9-4CAC-82DC-04EA79CB839D}"/>
                </a:ext>
              </a:extLst>
            </p:cNvPr>
            <p:cNvSpPr>
              <a:spLocks/>
            </p:cNvSpPr>
            <p:nvPr/>
          </p:nvSpPr>
          <p:spPr>
            <a:xfrm>
              <a:off x="4556430" y="6010168"/>
              <a:ext cx="28398" cy="28398"/>
            </a:xfrm>
            <a:prstGeom prst="ellipse">
              <a:avLst/>
            </a:prstGeom>
            <a:solidFill>
              <a:srgbClr val="7F8C97">
                <a:alpha val="48000"/>
              </a:srgbClr>
            </a:solidFill>
            <a:ln w="0">
              <a:noFill/>
              <a:prstDash val="solid"/>
            </a:ln>
          </p:spPr>
        </p:sp>
        <p:sp>
          <p:nvSpPr>
            <p:cNvPr id="3201" name="03_assume_matched_3200">
              <a:extLst>
                <a:ext uri="{FF2B5EF4-FFF2-40B4-BE49-F238E27FC236}">
                  <a16:creationId xmlns:a16="http://schemas.microsoft.com/office/drawing/2014/main" id="{70FE301F-356D-4381-B5A2-D9E4D7CEEA1A}"/>
                </a:ext>
              </a:extLst>
            </p:cNvPr>
            <p:cNvSpPr>
              <a:spLocks/>
            </p:cNvSpPr>
            <p:nvPr/>
          </p:nvSpPr>
          <p:spPr>
            <a:xfrm>
              <a:off x="4640185" y="6010168"/>
              <a:ext cx="28398" cy="28398"/>
            </a:xfrm>
            <a:prstGeom prst="ellipse">
              <a:avLst/>
            </a:prstGeom>
            <a:solidFill>
              <a:srgbClr val="7F8C97">
                <a:alpha val="48000"/>
              </a:srgbClr>
            </a:solidFill>
            <a:ln w="0">
              <a:noFill/>
              <a:prstDash val="solid"/>
            </a:ln>
          </p:spPr>
        </p:sp>
        <p:sp>
          <p:nvSpPr>
            <p:cNvPr id="3202" name="03_assume_matched_3201">
              <a:extLst>
                <a:ext uri="{FF2B5EF4-FFF2-40B4-BE49-F238E27FC236}">
                  <a16:creationId xmlns:a16="http://schemas.microsoft.com/office/drawing/2014/main" id="{881A3A1D-029C-4BFE-A909-D8469D419BAC}"/>
                </a:ext>
              </a:extLst>
            </p:cNvPr>
            <p:cNvSpPr>
              <a:spLocks/>
            </p:cNvSpPr>
            <p:nvPr/>
          </p:nvSpPr>
          <p:spPr>
            <a:xfrm>
              <a:off x="4549666" y="6010168"/>
              <a:ext cx="28398" cy="28398"/>
            </a:xfrm>
            <a:prstGeom prst="ellipse">
              <a:avLst/>
            </a:prstGeom>
            <a:solidFill>
              <a:srgbClr val="7F8C97">
                <a:alpha val="48000"/>
              </a:srgbClr>
            </a:solidFill>
            <a:ln w="0">
              <a:noFill/>
              <a:prstDash val="solid"/>
            </a:ln>
          </p:spPr>
        </p:sp>
        <p:sp>
          <p:nvSpPr>
            <p:cNvPr id="3203" name="03_assume_matched_3202">
              <a:extLst>
                <a:ext uri="{FF2B5EF4-FFF2-40B4-BE49-F238E27FC236}">
                  <a16:creationId xmlns:a16="http://schemas.microsoft.com/office/drawing/2014/main" id="{5CC74BBF-B6B7-4556-AD35-4A64FD12C6BE}"/>
                </a:ext>
              </a:extLst>
            </p:cNvPr>
            <p:cNvSpPr>
              <a:spLocks/>
            </p:cNvSpPr>
            <p:nvPr/>
          </p:nvSpPr>
          <p:spPr>
            <a:xfrm>
              <a:off x="4643783" y="6010168"/>
              <a:ext cx="28398" cy="28398"/>
            </a:xfrm>
            <a:prstGeom prst="ellipse">
              <a:avLst/>
            </a:prstGeom>
            <a:solidFill>
              <a:srgbClr val="7F8C97">
                <a:alpha val="48000"/>
              </a:srgbClr>
            </a:solidFill>
            <a:ln w="0">
              <a:noFill/>
              <a:prstDash val="solid"/>
            </a:ln>
          </p:spPr>
        </p:sp>
        <p:sp>
          <p:nvSpPr>
            <p:cNvPr id="3204" name="03_assume_matched_3203">
              <a:extLst>
                <a:ext uri="{FF2B5EF4-FFF2-40B4-BE49-F238E27FC236}">
                  <a16:creationId xmlns:a16="http://schemas.microsoft.com/office/drawing/2014/main" id="{6C204FC0-175B-462B-8EC9-0751C5425F35}"/>
                </a:ext>
              </a:extLst>
            </p:cNvPr>
            <p:cNvSpPr>
              <a:spLocks/>
            </p:cNvSpPr>
            <p:nvPr/>
          </p:nvSpPr>
          <p:spPr>
            <a:xfrm>
              <a:off x="4550962" y="6595037"/>
              <a:ext cx="28398" cy="28398"/>
            </a:xfrm>
            <a:prstGeom prst="ellipse">
              <a:avLst/>
            </a:prstGeom>
            <a:solidFill>
              <a:srgbClr val="7F8C97">
                <a:alpha val="48000"/>
              </a:srgbClr>
            </a:solidFill>
            <a:ln w="0">
              <a:noFill/>
              <a:prstDash val="solid"/>
            </a:ln>
          </p:spPr>
        </p:sp>
        <p:sp>
          <p:nvSpPr>
            <p:cNvPr id="3205" name="03_assume_matched_3204">
              <a:extLst>
                <a:ext uri="{FF2B5EF4-FFF2-40B4-BE49-F238E27FC236}">
                  <a16:creationId xmlns:a16="http://schemas.microsoft.com/office/drawing/2014/main" id="{73FA5802-62D8-41C4-9FBC-478FE48A3759}"/>
                </a:ext>
              </a:extLst>
            </p:cNvPr>
            <p:cNvSpPr>
              <a:spLocks/>
            </p:cNvSpPr>
            <p:nvPr/>
          </p:nvSpPr>
          <p:spPr>
            <a:xfrm>
              <a:off x="4671413" y="6010168"/>
              <a:ext cx="28398" cy="28398"/>
            </a:xfrm>
            <a:prstGeom prst="ellipse">
              <a:avLst/>
            </a:prstGeom>
            <a:solidFill>
              <a:srgbClr val="7F8C97">
                <a:alpha val="48000"/>
              </a:srgbClr>
            </a:solidFill>
            <a:ln w="0">
              <a:noFill/>
              <a:prstDash val="solid"/>
            </a:ln>
          </p:spPr>
        </p:sp>
        <p:sp>
          <p:nvSpPr>
            <p:cNvPr id="3206" name="03_assume_matched_3205">
              <a:extLst>
                <a:ext uri="{FF2B5EF4-FFF2-40B4-BE49-F238E27FC236}">
                  <a16:creationId xmlns:a16="http://schemas.microsoft.com/office/drawing/2014/main" id="{C1CEAD8F-CF53-4241-B217-12848226C216}"/>
                </a:ext>
              </a:extLst>
            </p:cNvPr>
            <p:cNvSpPr>
              <a:spLocks/>
            </p:cNvSpPr>
            <p:nvPr/>
          </p:nvSpPr>
          <p:spPr>
            <a:xfrm>
              <a:off x="4649395" y="6010168"/>
              <a:ext cx="28398" cy="28398"/>
            </a:xfrm>
            <a:prstGeom prst="ellipse">
              <a:avLst/>
            </a:prstGeom>
            <a:solidFill>
              <a:srgbClr val="7F8C97">
                <a:alpha val="48000"/>
              </a:srgbClr>
            </a:solidFill>
            <a:ln w="0">
              <a:noFill/>
              <a:prstDash val="solid"/>
            </a:ln>
          </p:spPr>
        </p:sp>
        <p:sp>
          <p:nvSpPr>
            <p:cNvPr id="3207" name="03_assume_matched_3206">
              <a:extLst>
                <a:ext uri="{FF2B5EF4-FFF2-40B4-BE49-F238E27FC236}">
                  <a16:creationId xmlns:a16="http://schemas.microsoft.com/office/drawing/2014/main" id="{79EAD50A-EE72-4BB1-B8D7-2A90BD6D287A}"/>
                </a:ext>
              </a:extLst>
            </p:cNvPr>
            <p:cNvSpPr>
              <a:spLocks/>
            </p:cNvSpPr>
            <p:nvPr/>
          </p:nvSpPr>
          <p:spPr>
            <a:xfrm>
              <a:off x="4597300" y="6010168"/>
              <a:ext cx="28398" cy="28398"/>
            </a:xfrm>
            <a:prstGeom prst="ellipse">
              <a:avLst/>
            </a:prstGeom>
            <a:solidFill>
              <a:srgbClr val="7F8C97">
                <a:alpha val="48000"/>
              </a:srgbClr>
            </a:solidFill>
            <a:ln w="0">
              <a:noFill/>
              <a:prstDash val="solid"/>
            </a:ln>
          </p:spPr>
        </p:sp>
        <p:sp>
          <p:nvSpPr>
            <p:cNvPr id="3208" name="03_assume_matched_3207">
              <a:extLst>
                <a:ext uri="{FF2B5EF4-FFF2-40B4-BE49-F238E27FC236}">
                  <a16:creationId xmlns:a16="http://schemas.microsoft.com/office/drawing/2014/main" id="{A8E93734-62F5-4045-A4EF-AE05A1391442}"/>
                </a:ext>
              </a:extLst>
            </p:cNvPr>
            <p:cNvSpPr>
              <a:spLocks/>
            </p:cNvSpPr>
            <p:nvPr/>
          </p:nvSpPr>
          <p:spPr>
            <a:xfrm>
              <a:off x="4572980" y="6595037"/>
              <a:ext cx="28398" cy="28398"/>
            </a:xfrm>
            <a:prstGeom prst="ellipse">
              <a:avLst/>
            </a:prstGeom>
            <a:solidFill>
              <a:srgbClr val="7F8C97">
                <a:alpha val="48000"/>
              </a:srgbClr>
            </a:solidFill>
            <a:ln w="0">
              <a:noFill/>
              <a:prstDash val="solid"/>
            </a:ln>
          </p:spPr>
        </p:sp>
        <p:sp>
          <p:nvSpPr>
            <p:cNvPr id="3209" name="03_assume_matched_3208">
              <a:extLst>
                <a:ext uri="{FF2B5EF4-FFF2-40B4-BE49-F238E27FC236}">
                  <a16:creationId xmlns:a16="http://schemas.microsoft.com/office/drawing/2014/main" id="{352D3738-FAED-4F79-A3AE-C1CF6D08151D}"/>
                </a:ext>
              </a:extLst>
            </p:cNvPr>
            <p:cNvSpPr>
              <a:spLocks/>
            </p:cNvSpPr>
            <p:nvPr/>
          </p:nvSpPr>
          <p:spPr>
            <a:xfrm>
              <a:off x="4675443" y="6595037"/>
              <a:ext cx="28398" cy="28398"/>
            </a:xfrm>
            <a:prstGeom prst="ellipse">
              <a:avLst/>
            </a:prstGeom>
            <a:solidFill>
              <a:srgbClr val="7F8C97">
                <a:alpha val="48000"/>
              </a:srgbClr>
            </a:solidFill>
            <a:ln w="0">
              <a:noFill/>
              <a:prstDash val="solid"/>
            </a:ln>
          </p:spPr>
        </p:sp>
        <p:sp>
          <p:nvSpPr>
            <p:cNvPr id="3210" name="03_assume_matched_3209">
              <a:extLst>
                <a:ext uri="{FF2B5EF4-FFF2-40B4-BE49-F238E27FC236}">
                  <a16:creationId xmlns:a16="http://schemas.microsoft.com/office/drawing/2014/main" id="{A88AD35B-36F5-40F4-A0C5-A878914BDB26}"/>
                </a:ext>
              </a:extLst>
            </p:cNvPr>
            <p:cNvSpPr>
              <a:spLocks/>
            </p:cNvSpPr>
            <p:nvPr/>
          </p:nvSpPr>
          <p:spPr>
            <a:xfrm>
              <a:off x="4623204" y="6595037"/>
              <a:ext cx="28398" cy="28398"/>
            </a:xfrm>
            <a:prstGeom prst="ellipse">
              <a:avLst/>
            </a:prstGeom>
            <a:solidFill>
              <a:srgbClr val="7F8C97">
                <a:alpha val="48000"/>
              </a:srgbClr>
            </a:solidFill>
            <a:ln w="0">
              <a:noFill/>
              <a:prstDash val="solid"/>
            </a:ln>
          </p:spPr>
        </p:sp>
        <p:sp>
          <p:nvSpPr>
            <p:cNvPr id="3211" name="03_assume_matched_3210">
              <a:extLst>
                <a:ext uri="{FF2B5EF4-FFF2-40B4-BE49-F238E27FC236}">
                  <a16:creationId xmlns:a16="http://schemas.microsoft.com/office/drawing/2014/main" id="{1881F5A2-FD09-41B4-A5D2-064094FB54A4}"/>
                </a:ext>
              </a:extLst>
            </p:cNvPr>
            <p:cNvSpPr>
              <a:spLocks/>
            </p:cNvSpPr>
            <p:nvPr/>
          </p:nvSpPr>
          <p:spPr>
            <a:xfrm>
              <a:off x="4656015" y="6595037"/>
              <a:ext cx="28398" cy="28398"/>
            </a:xfrm>
            <a:prstGeom prst="ellipse">
              <a:avLst/>
            </a:prstGeom>
            <a:solidFill>
              <a:srgbClr val="7F8C97">
                <a:alpha val="48000"/>
              </a:srgbClr>
            </a:solidFill>
            <a:ln w="0">
              <a:noFill/>
              <a:prstDash val="solid"/>
            </a:ln>
          </p:spPr>
        </p:sp>
        <p:sp>
          <p:nvSpPr>
            <p:cNvPr id="3212" name="03_assume_matched_3211">
              <a:extLst>
                <a:ext uri="{FF2B5EF4-FFF2-40B4-BE49-F238E27FC236}">
                  <a16:creationId xmlns:a16="http://schemas.microsoft.com/office/drawing/2014/main" id="{530CD1B6-F4D9-4C22-8F81-3CC96A497F55}"/>
                </a:ext>
              </a:extLst>
            </p:cNvPr>
            <p:cNvSpPr>
              <a:spLocks/>
            </p:cNvSpPr>
            <p:nvPr/>
          </p:nvSpPr>
          <p:spPr>
            <a:xfrm>
              <a:off x="4555135" y="6478063"/>
              <a:ext cx="28398" cy="28398"/>
            </a:xfrm>
            <a:prstGeom prst="ellipse">
              <a:avLst/>
            </a:prstGeom>
            <a:solidFill>
              <a:srgbClr val="7F8C97">
                <a:alpha val="48000"/>
              </a:srgbClr>
            </a:solidFill>
            <a:ln w="0">
              <a:noFill/>
              <a:prstDash val="solid"/>
            </a:ln>
          </p:spPr>
        </p:sp>
        <p:sp>
          <p:nvSpPr>
            <p:cNvPr id="3213" name="03_assume_matched_3212">
              <a:extLst>
                <a:ext uri="{FF2B5EF4-FFF2-40B4-BE49-F238E27FC236}">
                  <a16:creationId xmlns:a16="http://schemas.microsoft.com/office/drawing/2014/main" id="{C111BA08-D9A6-4448-961A-10FAF89E2282}"/>
                </a:ext>
              </a:extLst>
            </p:cNvPr>
            <p:cNvSpPr>
              <a:spLocks/>
            </p:cNvSpPr>
            <p:nvPr/>
          </p:nvSpPr>
          <p:spPr>
            <a:xfrm>
              <a:off x="4647093" y="6595037"/>
              <a:ext cx="28398" cy="28398"/>
            </a:xfrm>
            <a:prstGeom prst="ellipse">
              <a:avLst/>
            </a:prstGeom>
            <a:solidFill>
              <a:srgbClr val="7F8C97">
                <a:alpha val="48000"/>
              </a:srgbClr>
            </a:solidFill>
            <a:ln w="0">
              <a:noFill/>
              <a:prstDash val="solid"/>
            </a:ln>
          </p:spPr>
        </p:sp>
        <p:sp>
          <p:nvSpPr>
            <p:cNvPr id="3214" name="03_assume_matched_3213">
              <a:extLst>
                <a:ext uri="{FF2B5EF4-FFF2-40B4-BE49-F238E27FC236}">
                  <a16:creationId xmlns:a16="http://schemas.microsoft.com/office/drawing/2014/main" id="{8E0DFB7E-D856-42CC-B659-93A1B59ED5F8}"/>
                </a:ext>
              </a:extLst>
            </p:cNvPr>
            <p:cNvSpPr>
              <a:spLocks/>
            </p:cNvSpPr>
            <p:nvPr/>
          </p:nvSpPr>
          <p:spPr>
            <a:xfrm>
              <a:off x="4626226" y="6010168"/>
              <a:ext cx="28398" cy="28398"/>
            </a:xfrm>
            <a:prstGeom prst="ellipse">
              <a:avLst/>
            </a:prstGeom>
            <a:solidFill>
              <a:srgbClr val="7F8C97">
                <a:alpha val="48000"/>
              </a:srgbClr>
            </a:solidFill>
            <a:ln w="0">
              <a:noFill/>
              <a:prstDash val="solid"/>
            </a:ln>
          </p:spPr>
        </p:sp>
        <p:sp>
          <p:nvSpPr>
            <p:cNvPr id="3215" name="03_assume_matched_3214">
              <a:extLst>
                <a:ext uri="{FF2B5EF4-FFF2-40B4-BE49-F238E27FC236}">
                  <a16:creationId xmlns:a16="http://schemas.microsoft.com/office/drawing/2014/main" id="{F343B1CD-9638-4AE6-BB7B-868DB587B8C3}"/>
                </a:ext>
              </a:extLst>
            </p:cNvPr>
            <p:cNvSpPr>
              <a:spLocks/>
            </p:cNvSpPr>
            <p:nvPr/>
          </p:nvSpPr>
          <p:spPr>
            <a:xfrm>
              <a:off x="4534844" y="6010168"/>
              <a:ext cx="28398" cy="28398"/>
            </a:xfrm>
            <a:prstGeom prst="ellipse">
              <a:avLst/>
            </a:prstGeom>
            <a:solidFill>
              <a:srgbClr val="7F8C97">
                <a:alpha val="48000"/>
              </a:srgbClr>
            </a:solidFill>
            <a:ln w="0">
              <a:noFill/>
              <a:prstDash val="solid"/>
            </a:ln>
          </p:spPr>
        </p:sp>
        <p:sp>
          <p:nvSpPr>
            <p:cNvPr id="3216" name="03_assume_matched_3215">
              <a:extLst>
                <a:ext uri="{FF2B5EF4-FFF2-40B4-BE49-F238E27FC236}">
                  <a16:creationId xmlns:a16="http://schemas.microsoft.com/office/drawing/2014/main" id="{A196CFD7-F8EC-4B0F-BD3F-B08CE57EF172}"/>
                </a:ext>
              </a:extLst>
            </p:cNvPr>
            <p:cNvSpPr>
              <a:spLocks/>
            </p:cNvSpPr>
            <p:nvPr/>
          </p:nvSpPr>
          <p:spPr>
            <a:xfrm>
              <a:off x="4594134" y="6595037"/>
              <a:ext cx="28398" cy="28398"/>
            </a:xfrm>
            <a:prstGeom prst="ellipse">
              <a:avLst/>
            </a:prstGeom>
            <a:solidFill>
              <a:srgbClr val="7F8C97">
                <a:alpha val="48000"/>
              </a:srgbClr>
            </a:solidFill>
            <a:ln w="0">
              <a:noFill/>
              <a:prstDash val="solid"/>
            </a:ln>
          </p:spPr>
        </p:sp>
        <p:sp>
          <p:nvSpPr>
            <p:cNvPr id="3217" name="03_assume_matched_3216">
              <a:extLst>
                <a:ext uri="{FF2B5EF4-FFF2-40B4-BE49-F238E27FC236}">
                  <a16:creationId xmlns:a16="http://schemas.microsoft.com/office/drawing/2014/main" id="{3B7B68B7-19D8-4CB0-B992-3124460BDB98}"/>
                </a:ext>
              </a:extLst>
            </p:cNvPr>
            <p:cNvSpPr>
              <a:spLocks/>
            </p:cNvSpPr>
            <p:nvPr/>
          </p:nvSpPr>
          <p:spPr>
            <a:xfrm>
              <a:off x="4576290" y="6595037"/>
              <a:ext cx="28398" cy="28398"/>
            </a:xfrm>
            <a:prstGeom prst="ellipse">
              <a:avLst/>
            </a:prstGeom>
            <a:solidFill>
              <a:srgbClr val="7F8C97">
                <a:alpha val="48000"/>
              </a:srgbClr>
            </a:solidFill>
            <a:ln w="0">
              <a:noFill/>
              <a:prstDash val="solid"/>
            </a:ln>
          </p:spPr>
        </p:sp>
        <p:sp>
          <p:nvSpPr>
            <p:cNvPr id="3218" name="03_assume_matched_3217">
              <a:extLst>
                <a:ext uri="{FF2B5EF4-FFF2-40B4-BE49-F238E27FC236}">
                  <a16:creationId xmlns:a16="http://schemas.microsoft.com/office/drawing/2014/main" id="{D7C784F0-9D9F-4BF3-91DB-D8160C60DBBA}"/>
                </a:ext>
              </a:extLst>
            </p:cNvPr>
            <p:cNvSpPr>
              <a:spLocks/>
            </p:cNvSpPr>
            <p:nvPr/>
          </p:nvSpPr>
          <p:spPr>
            <a:xfrm>
              <a:off x="4608525" y="6010168"/>
              <a:ext cx="28398" cy="28398"/>
            </a:xfrm>
            <a:prstGeom prst="ellipse">
              <a:avLst/>
            </a:prstGeom>
            <a:solidFill>
              <a:srgbClr val="7F8C97">
                <a:alpha val="48000"/>
              </a:srgbClr>
            </a:solidFill>
            <a:ln w="0">
              <a:noFill/>
              <a:prstDash val="solid"/>
            </a:ln>
          </p:spPr>
        </p:sp>
        <p:sp>
          <p:nvSpPr>
            <p:cNvPr id="3219" name="03_assume_matched_3218">
              <a:extLst>
                <a:ext uri="{FF2B5EF4-FFF2-40B4-BE49-F238E27FC236}">
                  <a16:creationId xmlns:a16="http://schemas.microsoft.com/office/drawing/2014/main" id="{72484DB8-0CF5-44E7-81D2-AC45DF5C335C}"/>
                </a:ext>
              </a:extLst>
            </p:cNvPr>
            <p:cNvSpPr>
              <a:spLocks/>
            </p:cNvSpPr>
            <p:nvPr/>
          </p:nvSpPr>
          <p:spPr>
            <a:xfrm>
              <a:off x="4590393" y="6546298"/>
              <a:ext cx="28398" cy="28398"/>
            </a:xfrm>
            <a:prstGeom prst="ellipse">
              <a:avLst/>
            </a:prstGeom>
            <a:solidFill>
              <a:srgbClr val="7F8C97">
                <a:alpha val="48000"/>
              </a:srgbClr>
            </a:solidFill>
            <a:ln w="0">
              <a:noFill/>
              <a:prstDash val="solid"/>
            </a:ln>
          </p:spPr>
        </p:sp>
        <p:sp>
          <p:nvSpPr>
            <p:cNvPr id="3220" name="03_assume_matched_3219">
              <a:extLst>
                <a:ext uri="{FF2B5EF4-FFF2-40B4-BE49-F238E27FC236}">
                  <a16:creationId xmlns:a16="http://schemas.microsoft.com/office/drawing/2014/main" id="{C7FC49F2-B983-4FB3-BBAE-A83EF0BD57F9}"/>
                </a:ext>
              </a:extLst>
            </p:cNvPr>
            <p:cNvSpPr>
              <a:spLocks/>
            </p:cNvSpPr>
            <p:nvPr/>
          </p:nvSpPr>
          <p:spPr>
            <a:xfrm>
              <a:off x="4652561" y="6448819"/>
              <a:ext cx="28398" cy="28398"/>
            </a:xfrm>
            <a:prstGeom prst="ellipse">
              <a:avLst/>
            </a:prstGeom>
            <a:solidFill>
              <a:srgbClr val="7F8C97">
                <a:alpha val="48000"/>
              </a:srgbClr>
            </a:solidFill>
            <a:ln w="0">
              <a:noFill/>
              <a:prstDash val="solid"/>
            </a:ln>
          </p:spPr>
        </p:sp>
        <p:sp>
          <p:nvSpPr>
            <p:cNvPr id="3221" name="03_assume_matched_3220">
              <a:extLst>
                <a:ext uri="{FF2B5EF4-FFF2-40B4-BE49-F238E27FC236}">
                  <a16:creationId xmlns:a16="http://schemas.microsoft.com/office/drawing/2014/main" id="{5738BB8D-8516-4120-A1B3-7E12E8DAC947}"/>
                </a:ext>
              </a:extLst>
            </p:cNvPr>
            <p:cNvSpPr>
              <a:spLocks/>
            </p:cNvSpPr>
            <p:nvPr/>
          </p:nvSpPr>
          <p:spPr>
            <a:xfrm>
              <a:off x="4550674" y="6010168"/>
              <a:ext cx="28398" cy="28398"/>
            </a:xfrm>
            <a:prstGeom prst="ellipse">
              <a:avLst/>
            </a:prstGeom>
            <a:solidFill>
              <a:srgbClr val="7F8C97">
                <a:alpha val="48000"/>
              </a:srgbClr>
            </a:solidFill>
            <a:ln w="0">
              <a:noFill/>
              <a:prstDash val="solid"/>
            </a:ln>
          </p:spPr>
        </p:sp>
        <p:sp>
          <p:nvSpPr>
            <p:cNvPr id="3222" name="03_assume_matched_3221">
              <a:extLst>
                <a:ext uri="{FF2B5EF4-FFF2-40B4-BE49-F238E27FC236}">
                  <a16:creationId xmlns:a16="http://schemas.microsoft.com/office/drawing/2014/main" id="{8D3FC179-0EE6-4F0A-AF82-E27DDBE14AF3}"/>
                </a:ext>
              </a:extLst>
            </p:cNvPr>
            <p:cNvSpPr>
              <a:spLocks/>
            </p:cNvSpPr>
            <p:nvPr/>
          </p:nvSpPr>
          <p:spPr>
            <a:xfrm>
              <a:off x="4557294" y="6010168"/>
              <a:ext cx="28398" cy="28398"/>
            </a:xfrm>
            <a:prstGeom prst="ellipse">
              <a:avLst/>
            </a:prstGeom>
            <a:solidFill>
              <a:srgbClr val="7F8C97">
                <a:alpha val="48000"/>
              </a:srgbClr>
            </a:solidFill>
            <a:ln w="0">
              <a:noFill/>
              <a:prstDash val="solid"/>
            </a:ln>
          </p:spPr>
        </p:sp>
        <p:sp>
          <p:nvSpPr>
            <p:cNvPr id="3223" name="03_assume_matched_3222">
              <a:extLst>
                <a:ext uri="{FF2B5EF4-FFF2-40B4-BE49-F238E27FC236}">
                  <a16:creationId xmlns:a16="http://schemas.microsoft.com/office/drawing/2014/main" id="{C45BB714-BAFF-4786-86AD-FD0C141ED171}"/>
                </a:ext>
              </a:extLst>
            </p:cNvPr>
            <p:cNvSpPr>
              <a:spLocks/>
            </p:cNvSpPr>
            <p:nvPr/>
          </p:nvSpPr>
          <p:spPr>
            <a:xfrm>
              <a:off x="4617160" y="6010168"/>
              <a:ext cx="28398" cy="28398"/>
            </a:xfrm>
            <a:prstGeom prst="ellipse">
              <a:avLst/>
            </a:prstGeom>
            <a:solidFill>
              <a:srgbClr val="7F8C97">
                <a:alpha val="48000"/>
              </a:srgbClr>
            </a:solidFill>
            <a:ln w="0">
              <a:noFill/>
              <a:prstDash val="solid"/>
            </a:ln>
          </p:spPr>
        </p:sp>
        <p:sp>
          <p:nvSpPr>
            <p:cNvPr id="3224" name="03_assume_matched_3223">
              <a:extLst>
                <a:ext uri="{FF2B5EF4-FFF2-40B4-BE49-F238E27FC236}">
                  <a16:creationId xmlns:a16="http://schemas.microsoft.com/office/drawing/2014/main" id="{04870347-1000-49F3-8D67-652461C9DA0E}"/>
                </a:ext>
              </a:extLst>
            </p:cNvPr>
            <p:cNvSpPr>
              <a:spLocks/>
            </p:cNvSpPr>
            <p:nvPr/>
          </p:nvSpPr>
          <p:spPr>
            <a:xfrm>
              <a:off x="4615865" y="6010168"/>
              <a:ext cx="28398" cy="28398"/>
            </a:xfrm>
            <a:prstGeom prst="ellipse">
              <a:avLst/>
            </a:prstGeom>
            <a:solidFill>
              <a:srgbClr val="7F8C97">
                <a:alpha val="48000"/>
              </a:srgbClr>
            </a:solidFill>
            <a:ln w="0">
              <a:noFill/>
              <a:prstDash val="solid"/>
            </a:ln>
          </p:spPr>
        </p:sp>
        <p:sp>
          <p:nvSpPr>
            <p:cNvPr id="3225" name="03_assume_matched_3224">
              <a:extLst>
                <a:ext uri="{FF2B5EF4-FFF2-40B4-BE49-F238E27FC236}">
                  <a16:creationId xmlns:a16="http://schemas.microsoft.com/office/drawing/2014/main" id="{5C17BC69-6042-43B0-8D91-523693DEC97D}"/>
                </a:ext>
              </a:extLst>
            </p:cNvPr>
            <p:cNvSpPr>
              <a:spLocks/>
            </p:cNvSpPr>
            <p:nvPr/>
          </p:nvSpPr>
          <p:spPr>
            <a:xfrm>
              <a:off x="4662635" y="6010168"/>
              <a:ext cx="28398" cy="28398"/>
            </a:xfrm>
            <a:prstGeom prst="ellipse">
              <a:avLst/>
            </a:prstGeom>
            <a:solidFill>
              <a:srgbClr val="7F8C97">
                <a:alpha val="48000"/>
              </a:srgbClr>
            </a:solidFill>
            <a:ln w="0">
              <a:noFill/>
              <a:prstDash val="solid"/>
            </a:ln>
          </p:spPr>
        </p:sp>
        <p:sp>
          <p:nvSpPr>
            <p:cNvPr id="3226" name="03_assume_matched_3225">
              <a:extLst>
                <a:ext uri="{FF2B5EF4-FFF2-40B4-BE49-F238E27FC236}">
                  <a16:creationId xmlns:a16="http://schemas.microsoft.com/office/drawing/2014/main" id="{8A15E357-11C4-45B1-B99B-4254EB77E180}"/>
                </a:ext>
              </a:extLst>
            </p:cNvPr>
            <p:cNvSpPr>
              <a:spLocks/>
            </p:cNvSpPr>
            <p:nvPr/>
          </p:nvSpPr>
          <p:spPr>
            <a:xfrm>
              <a:off x="4640905" y="6156385"/>
              <a:ext cx="28398" cy="28398"/>
            </a:xfrm>
            <a:prstGeom prst="ellipse">
              <a:avLst/>
            </a:prstGeom>
            <a:solidFill>
              <a:srgbClr val="7F8C97">
                <a:alpha val="48000"/>
              </a:srgbClr>
            </a:solidFill>
            <a:ln w="0">
              <a:noFill/>
              <a:prstDash val="solid"/>
            </a:ln>
          </p:spPr>
        </p:sp>
        <p:sp>
          <p:nvSpPr>
            <p:cNvPr id="3227" name="03_assume_matched_3226">
              <a:extLst>
                <a:ext uri="{FF2B5EF4-FFF2-40B4-BE49-F238E27FC236}">
                  <a16:creationId xmlns:a16="http://schemas.microsoft.com/office/drawing/2014/main" id="{0FD9C238-C82F-4636-9EAF-C1DE8AF1D097}"/>
                </a:ext>
              </a:extLst>
            </p:cNvPr>
            <p:cNvSpPr>
              <a:spLocks/>
            </p:cNvSpPr>
            <p:nvPr/>
          </p:nvSpPr>
          <p:spPr>
            <a:xfrm>
              <a:off x="4572980" y="6595037"/>
              <a:ext cx="28398" cy="28398"/>
            </a:xfrm>
            <a:prstGeom prst="ellipse">
              <a:avLst/>
            </a:prstGeom>
            <a:solidFill>
              <a:srgbClr val="7F8C97">
                <a:alpha val="48000"/>
              </a:srgbClr>
            </a:solidFill>
            <a:ln w="0">
              <a:noFill/>
              <a:prstDash val="solid"/>
            </a:ln>
          </p:spPr>
        </p:sp>
        <p:sp>
          <p:nvSpPr>
            <p:cNvPr id="3228" name="03_assume_matched_3227">
              <a:extLst>
                <a:ext uri="{FF2B5EF4-FFF2-40B4-BE49-F238E27FC236}">
                  <a16:creationId xmlns:a16="http://schemas.microsoft.com/office/drawing/2014/main" id="{65C22D52-F86D-4AC9-86B7-9321135F9062}"/>
                </a:ext>
              </a:extLst>
            </p:cNvPr>
            <p:cNvSpPr>
              <a:spLocks/>
            </p:cNvSpPr>
            <p:nvPr/>
          </p:nvSpPr>
          <p:spPr>
            <a:xfrm>
              <a:off x="4643783" y="6595037"/>
              <a:ext cx="28398" cy="28398"/>
            </a:xfrm>
            <a:prstGeom prst="ellipse">
              <a:avLst/>
            </a:prstGeom>
            <a:solidFill>
              <a:srgbClr val="7F8C97">
                <a:alpha val="48000"/>
              </a:srgbClr>
            </a:solidFill>
            <a:ln w="0">
              <a:noFill/>
              <a:prstDash val="solid"/>
            </a:ln>
          </p:spPr>
        </p:sp>
        <p:sp>
          <p:nvSpPr>
            <p:cNvPr id="3229" name="03_assume_matched_3228">
              <a:extLst>
                <a:ext uri="{FF2B5EF4-FFF2-40B4-BE49-F238E27FC236}">
                  <a16:creationId xmlns:a16="http://schemas.microsoft.com/office/drawing/2014/main" id="{055C5FCB-1804-4C4C-BD54-A998F945B8A8}"/>
                </a:ext>
              </a:extLst>
            </p:cNvPr>
            <p:cNvSpPr>
              <a:spLocks/>
            </p:cNvSpPr>
            <p:nvPr/>
          </p:nvSpPr>
          <p:spPr>
            <a:xfrm>
              <a:off x="4632126" y="6205124"/>
              <a:ext cx="28398" cy="28398"/>
            </a:xfrm>
            <a:prstGeom prst="ellipse">
              <a:avLst/>
            </a:prstGeom>
            <a:solidFill>
              <a:srgbClr val="7F8C97">
                <a:alpha val="48000"/>
              </a:srgbClr>
            </a:solidFill>
            <a:ln w="0">
              <a:noFill/>
              <a:prstDash val="solid"/>
            </a:ln>
          </p:spPr>
        </p:sp>
        <p:sp>
          <p:nvSpPr>
            <p:cNvPr id="3230" name="03_assume_matched_3229">
              <a:extLst>
                <a:ext uri="{FF2B5EF4-FFF2-40B4-BE49-F238E27FC236}">
                  <a16:creationId xmlns:a16="http://schemas.microsoft.com/office/drawing/2014/main" id="{1018193B-CD09-4CCF-89AC-2A73B28A46D9}"/>
                </a:ext>
              </a:extLst>
            </p:cNvPr>
            <p:cNvSpPr>
              <a:spLocks/>
            </p:cNvSpPr>
            <p:nvPr/>
          </p:nvSpPr>
          <p:spPr>
            <a:xfrm>
              <a:off x="4638314" y="6010168"/>
              <a:ext cx="28398" cy="28398"/>
            </a:xfrm>
            <a:prstGeom prst="ellipse">
              <a:avLst/>
            </a:prstGeom>
            <a:solidFill>
              <a:srgbClr val="7F8C97">
                <a:alpha val="48000"/>
              </a:srgbClr>
            </a:solidFill>
            <a:ln w="0">
              <a:noFill/>
              <a:prstDash val="solid"/>
            </a:ln>
          </p:spPr>
        </p:sp>
        <p:sp>
          <p:nvSpPr>
            <p:cNvPr id="3231" name="03_assume_matched_3230">
              <a:extLst>
                <a:ext uri="{FF2B5EF4-FFF2-40B4-BE49-F238E27FC236}">
                  <a16:creationId xmlns:a16="http://schemas.microsoft.com/office/drawing/2014/main" id="{0D807213-FD79-4688-A59D-4B3FB93B2F4F}"/>
                </a:ext>
              </a:extLst>
            </p:cNvPr>
            <p:cNvSpPr>
              <a:spLocks/>
            </p:cNvSpPr>
            <p:nvPr/>
          </p:nvSpPr>
          <p:spPr>
            <a:xfrm>
              <a:off x="4651698" y="6595037"/>
              <a:ext cx="28398" cy="28398"/>
            </a:xfrm>
            <a:prstGeom prst="ellipse">
              <a:avLst/>
            </a:prstGeom>
            <a:solidFill>
              <a:srgbClr val="7F8C97">
                <a:alpha val="48000"/>
              </a:srgbClr>
            </a:solidFill>
            <a:ln w="0">
              <a:noFill/>
              <a:prstDash val="solid"/>
            </a:ln>
          </p:spPr>
        </p:sp>
        <p:sp>
          <p:nvSpPr>
            <p:cNvPr id="3232" name="03_assume_matched_3231">
              <a:extLst>
                <a:ext uri="{FF2B5EF4-FFF2-40B4-BE49-F238E27FC236}">
                  <a16:creationId xmlns:a16="http://schemas.microsoft.com/office/drawing/2014/main" id="{88A0E1AC-4512-44DC-8DF9-9CC44B2F368E}"/>
                </a:ext>
              </a:extLst>
            </p:cNvPr>
            <p:cNvSpPr>
              <a:spLocks/>
            </p:cNvSpPr>
            <p:nvPr/>
          </p:nvSpPr>
          <p:spPr>
            <a:xfrm>
              <a:off x="4560316" y="6010168"/>
              <a:ext cx="28398" cy="28398"/>
            </a:xfrm>
            <a:prstGeom prst="ellipse">
              <a:avLst/>
            </a:prstGeom>
            <a:solidFill>
              <a:srgbClr val="7F8C97">
                <a:alpha val="48000"/>
              </a:srgbClr>
            </a:solidFill>
            <a:ln w="0">
              <a:noFill/>
              <a:prstDash val="solid"/>
            </a:ln>
          </p:spPr>
        </p:sp>
        <p:sp>
          <p:nvSpPr>
            <p:cNvPr id="3233" name="03_assume_matched_3232">
              <a:extLst>
                <a:ext uri="{FF2B5EF4-FFF2-40B4-BE49-F238E27FC236}">
                  <a16:creationId xmlns:a16="http://schemas.microsoft.com/office/drawing/2014/main" id="{B6EF1D7B-90CE-4B41-AAB4-73E58001422F}"/>
                </a:ext>
              </a:extLst>
            </p:cNvPr>
            <p:cNvSpPr>
              <a:spLocks/>
            </p:cNvSpPr>
            <p:nvPr/>
          </p:nvSpPr>
          <p:spPr>
            <a:xfrm>
              <a:off x="4549523" y="6010168"/>
              <a:ext cx="28398" cy="28398"/>
            </a:xfrm>
            <a:prstGeom prst="ellipse">
              <a:avLst/>
            </a:prstGeom>
            <a:solidFill>
              <a:srgbClr val="7F8C97">
                <a:alpha val="48000"/>
              </a:srgbClr>
            </a:solidFill>
            <a:ln w="0">
              <a:noFill/>
              <a:prstDash val="solid"/>
            </a:ln>
          </p:spPr>
        </p:sp>
        <p:sp>
          <p:nvSpPr>
            <p:cNvPr id="3234" name="03_assume_matched_3233">
              <a:extLst>
                <a:ext uri="{FF2B5EF4-FFF2-40B4-BE49-F238E27FC236}">
                  <a16:creationId xmlns:a16="http://schemas.microsoft.com/office/drawing/2014/main" id="{5233DB80-3C70-4D4D-9C50-E5460B5B543E}"/>
                </a:ext>
              </a:extLst>
            </p:cNvPr>
            <p:cNvSpPr>
              <a:spLocks/>
            </p:cNvSpPr>
            <p:nvPr/>
          </p:nvSpPr>
          <p:spPr>
            <a:xfrm>
              <a:off x="4632414" y="6156385"/>
              <a:ext cx="28398" cy="28398"/>
            </a:xfrm>
            <a:prstGeom prst="ellipse">
              <a:avLst/>
            </a:prstGeom>
            <a:solidFill>
              <a:srgbClr val="7F8C97">
                <a:alpha val="48000"/>
              </a:srgbClr>
            </a:solidFill>
            <a:ln w="0">
              <a:noFill/>
              <a:prstDash val="solid"/>
            </a:ln>
          </p:spPr>
        </p:sp>
        <p:sp>
          <p:nvSpPr>
            <p:cNvPr id="3235" name="03_assume_matched_3234">
              <a:extLst>
                <a:ext uri="{FF2B5EF4-FFF2-40B4-BE49-F238E27FC236}">
                  <a16:creationId xmlns:a16="http://schemas.microsoft.com/office/drawing/2014/main" id="{5A306C83-903D-4BF9-B0EB-1FA3A3C7E2B7}"/>
                </a:ext>
              </a:extLst>
            </p:cNvPr>
            <p:cNvSpPr>
              <a:spLocks/>
            </p:cNvSpPr>
            <p:nvPr/>
          </p:nvSpPr>
          <p:spPr>
            <a:xfrm>
              <a:off x="4669543" y="6135497"/>
              <a:ext cx="28398" cy="28398"/>
            </a:xfrm>
            <a:prstGeom prst="ellipse">
              <a:avLst/>
            </a:prstGeom>
            <a:solidFill>
              <a:srgbClr val="7F8C97">
                <a:alpha val="48000"/>
              </a:srgbClr>
            </a:solidFill>
            <a:ln w="0">
              <a:noFill/>
              <a:prstDash val="solid"/>
            </a:ln>
          </p:spPr>
        </p:sp>
        <p:sp>
          <p:nvSpPr>
            <p:cNvPr id="3236" name="03_assume_matched_3235">
              <a:extLst>
                <a:ext uri="{FF2B5EF4-FFF2-40B4-BE49-F238E27FC236}">
                  <a16:creationId xmlns:a16="http://schemas.microsoft.com/office/drawing/2014/main" id="{03E49223-AF74-422C-95FC-193AA01C268C}"/>
                </a:ext>
              </a:extLst>
            </p:cNvPr>
            <p:cNvSpPr>
              <a:spLocks/>
            </p:cNvSpPr>
            <p:nvPr/>
          </p:nvSpPr>
          <p:spPr>
            <a:xfrm>
              <a:off x="4675731" y="6010168"/>
              <a:ext cx="28398" cy="28398"/>
            </a:xfrm>
            <a:prstGeom prst="ellipse">
              <a:avLst/>
            </a:prstGeom>
            <a:solidFill>
              <a:srgbClr val="7F8C97">
                <a:alpha val="48000"/>
              </a:srgbClr>
            </a:solidFill>
            <a:ln w="0">
              <a:noFill/>
              <a:prstDash val="solid"/>
            </a:ln>
          </p:spPr>
        </p:sp>
        <p:sp>
          <p:nvSpPr>
            <p:cNvPr id="3237" name="03_assume_matched_3236">
              <a:extLst>
                <a:ext uri="{FF2B5EF4-FFF2-40B4-BE49-F238E27FC236}">
                  <a16:creationId xmlns:a16="http://schemas.microsoft.com/office/drawing/2014/main" id="{E2795B59-D155-4100-82F3-1FAA504BFCF3}"/>
                </a:ext>
              </a:extLst>
            </p:cNvPr>
            <p:cNvSpPr>
              <a:spLocks/>
            </p:cNvSpPr>
            <p:nvPr/>
          </p:nvSpPr>
          <p:spPr>
            <a:xfrm>
              <a:off x="4586795" y="6302602"/>
              <a:ext cx="28398" cy="28398"/>
            </a:xfrm>
            <a:prstGeom prst="ellipse">
              <a:avLst/>
            </a:prstGeom>
            <a:solidFill>
              <a:srgbClr val="7F8C97">
                <a:alpha val="48000"/>
              </a:srgbClr>
            </a:solidFill>
            <a:ln w="0">
              <a:noFill/>
              <a:prstDash val="solid"/>
            </a:ln>
          </p:spPr>
        </p:sp>
        <p:sp>
          <p:nvSpPr>
            <p:cNvPr id="3238" name="03_assume_matched_3237">
              <a:extLst>
                <a:ext uri="{FF2B5EF4-FFF2-40B4-BE49-F238E27FC236}">
                  <a16:creationId xmlns:a16="http://schemas.microsoft.com/office/drawing/2014/main" id="{BE533B41-5016-4444-B494-F90FC04ADB6C}"/>
                </a:ext>
              </a:extLst>
            </p:cNvPr>
            <p:cNvSpPr>
              <a:spLocks/>
            </p:cNvSpPr>
            <p:nvPr/>
          </p:nvSpPr>
          <p:spPr>
            <a:xfrm>
              <a:off x="4639610" y="6400080"/>
              <a:ext cx="28398" cy="28398"/>
            </a:xfrm>
            <a:prstGeom prst="ellipse">
              <a:avLst/>
            </a:prstGeom>
            <a:solidFill>
              <a:srgbClr val="7F8C97">
                <a:alpha val="48000"/>
              </a:srgbClr>
            </a:solidFill>
            <a:ln w="0">
              <a:noFill/>
              <a:prstDash val="solid"/>
            </a:ln>
          </p:spPr>
        </p:sp>
        <p:sp>
          <p:nvSpPr>
            <p:cNvPr id="3239" name="03_assume_matched_3238">
              <a:extLst>
                <a:ext uri="{FF2B5EF4-FFF2-40B4-BE49-F238E27FC236}">
                  <a16:creationId xmlns:a16="http://schemas.microsoft.com/office/drawing/2014/main" id="{0CCFF5C9-C129-4DE4-8028-A7AA03E0AF87}"/>
                </a:ext>
              </a:extLst>
            </p:cNvPr>
            <p:cNvSpPr>
              <a:spLocks/>
            </p:cNvSpPr>
            <p:nvPr/>
          </p:nvSpPr>
          <p:spPr>
            <a:xfrm>
              <a:off x="4650547" y="6010168"/>
              <a:ext cx="28398" cy="28398"/>
            </a:xfrm>
            <a:prstGeom prst="ellipse">
              <a:avLst/>
            </a:prstGeom>
            <a:solidFill>
              <a:srgbClr val="7F8C97">
                <a:alpha val="48000"/>
              </a:srgbClr>
            </a:solidFill>
            <a:ln w="0">
              <a:noFill/>
              <a:prstDash val="solid"/>
            </a:ln>
          </p:spPr>
        </p:sp>
        <p:sp>
          <p:nvSpPr>
            <p:cNvPr id="3240" name="03_assume_matched_3239">
              <a:extLst>
                <a:ext uri="{FF2B5EF4-FFF2-40B4-BE49-F238E27FC236}">
                  <a16:creationId xmlns:a16="http://schemas.microsoft.com/office/drawing/2014/main" id="{5BA98B60-1C84-44B1-B465-B210A461EDC4}"/>
                </a:ext>
              </a:extLst>
            </p:cNvPr>
            <p:cNvSpPr>
              <a:spLocks/>
            </p:cNvSpPr>
            <p:nvPr/>
          </p:nvSpPr>
          <p:spPr>
            <a:xfrm>
              <a:off x="4667960" y="6010168"/>
              <a:ext cx="28398" cy="28398"/>
            </a:xfrm>
            <a:prstGeom prst="ellipse">
              <a:avLst/>
            </a:prstGeom>
            <a:solidFill>
              <a:srgbClr val="7F8C97">
                <a:alpha val="48000"/>
              </a:srgbClr>
            </a:solidFill>
            <a:ln w="0">
              <a:noFill/>
              <a:prstDash val="solid"/>
            </a:ln>
          </p:spPr>
        </p:sp>
        <p:sp>
          <p:nvSpPr>
            <p:cNvPr id="3241" name="03_assume_matched_3240">
              <a:extLst>
                <a:ext uri="{FF2B5EF4-FFF2-40B4-BE49-F238E27FC236}">
                  <a16:creationId xmlns:a16="http://schemas.microsoft.com/office/drawing/2014/main" id="{325888C9-5905-4200-B0E8-FE13AD5C30E0}"/>
                </a:ext>
              </a:extLst>
            </p:cNvPr>
            <p:cNvSpPr>
              <a:spLocks/>
            </p:cNvSpPr>
            <p:nvPr/>
          </p:nvSpPr>
          <p:spPr>
            <a:xfrm>
              <a:off x="4652705" y="6010168"/>
              <a:ext cx="28398" cy="28398"/>
            </a:xfrm>
            <a:prstGeom prst="ellipse">
              <a:avLst/>
            </a:prstGeom>
            <a:solidFill>
              <a:srgbClr val="7F8C97">
                <a:alpha val="48000"/>
              </a:srgbClr>
            </a:solidFill>
            <a:ln w="0">
              <a:noFill/>
              <a:prstDash val="solid"/>
            </a:ln>
          </p:spPr>
        </p:sp>
        <p:sp>
          <p:nvSpPr>
            <p:cNvPr id="3242" name="03_assume_matched_3241">
              <a:extLst>
                <a:ext uri="{FF2B5EF4-FFF2-40B4-BE49-F238E27FC236}">
                  <a16:creationId xmlns:a16="http://schemas.microsoft.com/office/drawing/2014/main" id="{EFBF53B4-0D00-458A-B44F-17FB551E1EB9}"/>
                </a:ext>
              </a:extLst>
            </p:cNvPr>
            <p:cNvSpPr>
              <a:spLocks/>
            </p:cNvSpPr>
            <p:nvPr/>
          </p:nvSpPr>
          <p:spPr>
            <a:xfrm>
              <a:off x="4630975" y="6010168"/>
              <a:ext cx="28398" cy="28398"/>
            </a:xfrm>
            <a:prstGeom prst="ellipse">
              <a:avLst/>
            </a:prstGeom>
            <a:solidFill>
              <a:srgbClr val="7F8C97">
                <a:alpha val="48000"/>
              </a:srgbClr>
            </a:solidFill>
            <a:ln w="0">
              <a:noFill/>
              <a:prstDash val="solid"/>
            </a:ln>
          </p:spPr>
        </p:sp>
        <p:sp>
          <p:nvSpPr>
            <p:cNvPr id="3243" name="03_assume_matched_3242">
              <a:extLst>
                <a:ext uri="{FF2B5EF4-FFF2-40B4-BE49-F238E27FC236}">
                  <a16:creationId xmlns:a16="http://schemas.microsoft.com/office/drawing/2014/main" id="{71B21CEC-D5AC-4042-98E7-3A08064D69A7}"/>
                </a:ext>
              </a:extLst>
            </p:cNvPr>
            <p:cNvSpPr>
              <a:spLocks/>
            </p:cNvSpPr>
            <p:nvPr/>
          </p:nvSpPr>
          <p:spPr>
            <a:xfrm>
              <a:off x="4542759" y="6010168"/>
              <a:ext cx="28398" cy="28398"/>
            </a:xfrm>
            <a:prstGeom prst="ellipse">
              <a:avLst/>
            </a:prstGeom>
            <a:solidFill>
              <a:srgbClr val="7F8C97">
                <a:alpha val="48000"/>
              </a:srgbClr>
            </a:solidFill>
            <a:ln w="0">
              <a:noFill/>
              <a:prstDash val="solid"/>
            </a:ln>
          </p:spPr>
        </p:sp>
        <p:sp>
          <p:nvSpPr>
            <p:cNvPr id="3244" name="03_assume_matched_3243">
              <a:extLst>
                <a:ext uri="{FF2B5EF4-FFF2-40B4-BE49-F238E27FC236}">
                  <a16:creationId xmlns:a16="http://schemas.microsoft.com/office/drawing/2014/main" id="{D2D457F9-C1FE-494E-AFAD-B89C73B67E5F}"/>
                </a:ext>
              </a:extLst>
            </p:cNvPr>
            <p:cNvSpPr>
              <a:spLocks/>
            </p:cNvSpPr>
            <p:nvPr/>
          </p:nvSpPr>
          <p:spPr>
            <a:xfrm>
              <a:off x="4556718" y="6595037"/>
              <a:ext cx="28398" cy="28398"/>
            </a:xfrm>
            <a:prstGeom prst="ellipse">
              <a:avLst/>
            </a:prstGeom>
            <a:solidFill>
              <a:srgbClr val="7F8C97">
                <a:alpha val="48000"/>
              </a:srgbClr>
            </a:solidFill>
            <a:ln w="0">
              <a:noFill/>
              <a:prstDash val="solid"/>
            </a:ln>
          </p:spPr>
        </p:sp>
        <p:sp>
          <p:nvSpPr>
            <p:cNvPr id="3245" name="03_assume_matched_3244">
              <a:extLst>
                <a:ext uri="{FF2B5EF4-FFF2-40B4-BE49-F238E27FC236}">
                  <a16:creationId xmlns:a16="http://schemas.microsoft.com/office/drawing/2014/main" id="{C1F5D125-7141-402B-806C-70F6A20B1250}"/>
                </a:ext>
              </a:extLst>
            </p:cNvPr>
            <p:cNvSpPr>
              <a:spLocks/>
            </p:cNvSpPr>
            <p:nvPr/>
          </p:nvSpPr>
          <p:spPr>
            <a:xfrm>
              <a:off x="4617879" y="6010168"/>
              <a:ext cx="28398" cy="28398"/>
            </a:xfrm>
            <a:prstGeom prst="ellipse">
              <a:avLst/>
            </a:prstGeom>
            <a:solidFill>
              <a:srgbClr val="7F8C97">
                <a:alpha val="48000"/>
              </a:srgbClr>
            </a:solidFill>
            <a:ln w="0">
              <a:noFill/>
              <a:prstDash val="solid"/>
            </a:ln>
          </p:spPr>
        </p:sp>
        <p:sp>
          <p:nvSpPr>
            <p:cNvPr id="3246" name="03_assume_matched_3245">
              <a:extLst>
                <a:ext uri="{FF2B5EF4-FFF2-40B4-BE49-F238E27FC236}">
                  <a16:creationId xmlns:a16="http://schemas.microsoft.com/office/drawing/2014/main" id="{C34D340D-D870-4547-9EB0-4DDB4FE5B6CC}"/>
                </a:ext>
              </a:extLst>
            </p:cNvPr>
            <p:cNvSpPr>
              <a:spLocks/>
            </p:cNvSpPr>
            <p:nvPr/>
          </p:nvSpPr>
          <p:spPr>
            <a:xfrm>
              <a:off x="4562762" y="6595037"/>
              <a:ext cx="28398" cy="28398"/>
            </a:xfrm>
            <a:prstGeom prst="ellipse">
              <a:avLst/>
            </a:prstGeom>
            <a:solidFill>
              <a:srgbClr val="7F8C97">
                <a:alpha val="48000"/>
              </a:srgbClr>
            </a:solidFill>
            <a:ln w="0">
              <a:noFill/>
              <a:prstDash val="solid"/>
            </a:ln>
          </p:spPr>
        </p:sp>
        <p:sp>
          <p:nvSpPr>
            <p:cNvPr id="3247" name="03_assume_matched_3246">
              <a:extLst>
                <a:ext uri="{FF2B5EF4-FFF2-40B4-BE49-F238E27FC236}">
                  <a16:creationId xmlns:a16="http://schemas.microsoft.com/office/drawing/2014/main" id="{BA7854B7-6633-4D5D-97E1-7DDE2A4DD660}"/>
                </a:ext>
              </a:extLst>
            </p:cNvPr>
            <p:cNvSpPr>
              <a:spLocks/>
            </p:cNvSpPr>
            <p:nvPr/>
          </p:nvSpPr>
          <p:spPr>
            <a:xfrm>
              <a:off x="4588810" y="6010168"/>
              <a:ext cx="28398" cy="28398"/>
            </a:xfrm>
            <a:prstGeom prst="ellipse">
              <a:avLst/>
            </a:prstGeom>
            <a:solidFill>
              <a:srgbClr val="7F8C97">
                <a:alpha val="48000"/>
              </a:srgbClr>
            </a:solidFill>
            <a:ln w="0">
              <a:noFill/>
              <a:prstDash val="solid"/>
            </a:ln>
          </p:spPr>
        </p:sp>
        <p:sp>
          <p:nvSpPr>
            <p:cNvPr id="3248" name="03_assume_matched_3247">
              <a:extLst>
                <a:ext uri="{FF2B5EF4-FFF2-40B4-BE49-F238E27FC236}">
                  <a16:creationId xmlns:a16="http://schemas.microsoft.com/office/drawing/2014/main" id="{2A6771CB-8F09-49C9-8E4B-F8F87B61FC8A}"/>
                </a:ext>
              </a:extLst>
            </p:cNvPr>
            <p:cNvSpPr>
              <a:spLocks/>
            </p:cNvSpPr>
            <p:nvPr/>
          </p:nvSpPr>
          <p:spPr>
            <a:xfrm>
              <a:off x="4537866" y="6595037"/>
              <a:ext cx="28398" cy="28398"/>
            </a:xfrm>
            <a:prstGeom prst="ellipse">
              <a:avLst/>
            </a:prstGeom>
            <a:solidFill>
              <a:srgbClr val="7F8C97">
                <a:alpha val="48000"/>
              </a:srgbClr>
            </a:solidFill>
            <a:ln w="0">
              <a:noFill/>
              <a:prstDash val="solid"/>
            </a:ln>
          </p:spPr>
        </p:sp>
        <p:sp>
          <p:nvSpPr>
            <p:cNvPr id="3249" name="03_assume_matched_3248">
              <a:extLst>
                <a:ext uri="{FF2B5EF4-FFF2-40B4-BE49-F238E27FC236}">
                  <a16:creationId xmlns:a16="http://schemas.microsoft.com/office/drawing/2014/main" id="{7158B420-30B0-4F54-BC17-0B6A5147B01F}"/>
                </a:ext>
              </a:extLst>
            </p:cNvPr>
            <p:cNvSpPr>
              <a:spLocks/>
            </p:cNvSpPr>
            <p:nvPr/>
          </p:nvSpPr>
          <p:spPr>
            <a:xfrm>
              <a:off x="5410545" y="6010168"/>
              <a:ext cx="28398" cy="28398"/>
            </a:xfrm>
            <a:prstGeom prst="ellipse">
              <a:avLst/>
            </a:prstGeom>
            <a:solidFill>
              <a:srgbClr val="7F8C97">
                <a:alpha val="48000"/>
              </a:srgbClr>
            </a:solidFill>
            <a:ln w="0">
              <a:noFill/>
              <a:prstDash val="solid"/>
            </a:ln>
          </p:spPr>
        </p:sp>
        <p:sp>
          <p:nvSpPr>
            <p:cNvPr id="3250" name="03_assume_matched_3249">
              <a:extLst>
                <a:ext uri="{FF2B5EF4-FFF2-40B4-BE49-F238E27FC236}">
                  <a16:creationId xmlns:a16="http://schemas.microsoft.com/office/drawing/2014/main" id="{03532E98-0F17-4C7E-9522-BCC3A9BE637B}"/>
                </a:ext>
              </a:extLst>
            </p:cNvPr>
            <p:cNvSpPr>
              <a:spLocks/>
            </p:cNvSpPr>
            <p:nvPr/>
          </p:nvSpPr>
          <p:spPr>
            <a:xfrm>
              <a:off x="5399032" y="6010168"/>
              <a:ext cx="28398" cy="28398"/>
            </a:xfrm>
            <a:prstGeom prst="ellipse">
              <a:avLst/>
            </a:prstGeom>
            <a:solidFill>
              <a:srgbClr val="7F8C97">
                <a:alpha val="48000"/>
              </a:srgbClr>
            </a:solidFill>
            <a:ln w="0">
              <a:noFill/>
              <a:prstDash val="solid"/>
            </a:ln>
          </p:spPr>
        </p:sp>
        <p:sp>
          <p:nvSpPr>
            <p:cNvPr id="3251" name="03_assume_matched_3250">
              <a:extLst>
                <a:ext uri="{FF2B5EF4-FFF2-40B4-BE49-F238E27FC236}">
                  <a16:creationId xmlns:a16="http://schemas.microsoft.com/office/drawing/2014/main" id="{C398D62B-A63B-4F9C-AE04-F0DA979A7EA6}"/>
                </a:ext>
              </a:extLst>
            </p:cNvPr>
            <p:cNvSpPr>
              <a:spLocks/>
            </p:cNvSpPr>
            <p:nvPr/>
          </p:nvSpPr>
          <p:spPr>
            <a:xfrm>
              <a:off x="5341901" y="6010168"/>
              <a:ext cx="28398" cy="28398"/>
            </a:xfrm>
            <a:prstGeom prst="ellipse">
              <a:avLst/>
            </a:prstGeom>
            <a:solidFill>
              <a:srgbClr val="7F8C97">
                <a:alpha val="48000"/>
              </a:srgbClr>
            </a:solidFill>
            <a:ln w="0">
              <a:noFill/>
              <a:prstDash val="solid"/>
            </a:ln>
          </p:spPr>
        </p:sp>
        <p:sp>
          <p:nvSpPr>
            <p:cNvPr id="3252" name="03_assume_matched_3251">
              <a:extLst>
                <a:ext uri="{FF2B5EF4-FFF2-40B4-BE49-F238E27FC236}">
                  <a16:creationId xmlns:a16="http://schemas.microsoft.com/office/drawing/2014/main" id="{DE4C9CF8-7F96-4FE1-B42E-92037E401C2B}"/>
                </a:ext>
              </a:extLst>
            </p:cNvPr>
            <p:cNvSpPr>
              <a:spLocks/>
            </p:cNvSpPr>
            <p:nvPr/>
          </p:nvSpPr>
          <p:spPr>
            <a:xfrm>
              <a:off x="5420763" y="6010168"/>
              <a:ext cx="28398" cy="28398"/>
            </a:xfrm>
            <a:prstGeom prst="ellipse">
              <a:avLst/>
            </a:prstGeom>
            <a:solidFill>
              <a:srgbClr val="7F8C97">
                <a:alpha val="48000"/>
              </a:srgbClr>
            </a:solidFill>
            <a:ln w="0">
              <a:noFill/>
              <a:prstDash val="solid"/>
            </a:ln>
          </p:spPr>
        </p:sp>
        <p:sp>
          <p:nvSpPr>
            <p:cNvPr id="3253" name="03_assume_matched_3252">
              <a:extLst>
                <a:ext uri="{FF2B5EF4-FFF2-40B4-BE49-F238E27FC236}">
                  <a16:creationId xmlns:a16="http://schemas.microsoft.com/office/drawing/2014/main" id="{41AC95A6-EE3E-4470-8EE2-0328AC8E054E}"/>
                </a:ext>
              </a:extLst>
            </p:cNvPr>
            <p:cNvSpPr>
              <a:spLocks/>
            </p:cNvSpPr>
            <p:nvPr/>
          </p:nvSpPr>
          <p:spPr>
            <a:xfrm>
              <a:off x="5388527" y="6010168"/>
              <a:ext cx="28398" cy="28398"/>
            </a:xfrm>
            <a:prstGeom prst="ellipse">
              <a:avLst/>
            </a:prstGeom>
            <a:solidFill>
              <a:srgbClr val="7F8C97">
                <a:alpha val="48000"/>
              </a:srgbClr>
            </a:solidFill>
            <a:ln w="0">
              <a:noFill/>
              <a:prstDash val="solid"/>
            </a:ln>
          </p:spPr>
        </p:sp>
        <p:sp>
          <p:nvSpPr>
            <p:cNvPr id="3254" name="03_assume_matched_3253">
              <a:extLst>
                <a:ext uri="{FF2B5EF4-FFF2-40B4-BE49-F238E27FC236}">
                  <a16:creationId xmlns:a16="http://schemas.microsoft.com/office/drawing/2014/main" id="{7449B523-73BF-4401-BB09-709B4C2EE321}"/>
                </a:ext>
              </a:extLst>
            </p:cNvPr>
            <p:cNvSpPr>
              <a:spLocks/>
            </p:cNvSpPr>
            <p:nvPr/>
          </p:nvSpPr>
          <p:spPr>
            <a:xfrm>
              <a:off x="5293259" y="6010168"/>
              <a:ext cx="28398" cy="28398"/>
            </a:xfrm>
            <a:prstGeom prst="ellipse">
              <a:avLst/>
            </a:prstGeom>
            <a:solidFill>
              <a:srgbClr val="7F8C97">
                <a:alpha val="48000"/>
              </a:srgbClr>
            </a:solidFill>
            <a:ln w="0">
              <a:noFill/>
              <a:prstDash val="solid"/>
            </a:ln>
          </p:spPr>
        </p:sp>
        <p:sp>
          <p:nvSpPr>
            <p:cNvPr id="3255" name="03_assume_matched_3254">
              <a:extLst>
                <a:ext uri="{FF2B5EF4-FFF2-40B4-BE49-F238E27FC236}">
                  <a16:creationId xmlns:a16="http://schemas.microsoft.com/office/drawing/2014/main" id="{2757F185-01AB-453C-8366-977F8FCD9A8D}"/>
                </a:ext>
              </a:extLst>
            </p:cNvPr>
            <p:cNvSpPr>
              <a:spLocks/>
            </p:cNvSpPr>
            <p:nvPr/>
          </p:nvSpPr>
          <p:spPr>
            <a:xfrm>
              <a:off x="5323912" y="6010168"/>
              <a:ext cx="28398" cy="28398"/>
            </a:xfrm>
            <a:prstGeom prst="ellipse">
              <a:avLst/>
            </a:prstGeom>
            <a:solidFill>
              <a:srgbClr val="7F8C97">
                <a:alpha val="48000"/>
              </a:srgbClr>
            </a:solidFill>
            <a:ln w="0">
              <a:noFill/>
              <a:prstDash val="solid"/>
            </a:ln>
          </p:spPr>
        </p:sp>
        <p:sp>
          <p:nvSpPr>
            <p:cNvPr id="3256" name="03_assume_matched_3255">
              <a:extLst>
                <a:ext uri="{FF2B5EF4-FFF2-40B4-BE49-F238E27FC236}">
                  <a16:creationId xmlns:a16="http://schemas.microsoft.com/office/drawing/2014/main" id="{9FE4AA58-CF35-4ABA-85EC-28932C6ED42F}"/>
                </a:ext>
              </a:extLst>
            </p:cNvPr>
            <p:cNvSpPr>
              <a:spLocks/>
            </p:cNvSpPr>
            <p:nvPr/>
          </p:nvSpPr>
          <p:spPr>
            <a:xfrm>
              <a:off x="5292971" y="6448819"/>
              <a:ext cx="28398" cy="28398"/>
            </a:xfrm>
            <a:prstGeom prst="ellipse">
              <a:avLst/>
            </a:prstGeom>
            <a:solidFill>
              <a:srgbClr val="7F8C97">
                <a:alpha val="48000"/>
              </a:srgbClr>
            </a:solidFill>
            <a:ln w="0">
              <a:noFill/>
              <a:prstDash val="solid"/>
            </a:ln>
          </p:spPr>
        </p:sp>
        <p:sp>
          <p:nvSpPr>
            <p:cNvPr id="3257" name="03_assume_matched_3256">
              <a:extLst>
                <a:ext uri="{FF2B5EF4-FFF2-40B4-BE49-F238E27FC236}">
                  <a16:creationId xmlns:a16="http://schemas.microsoft.com/office/drawing/2014/main" id="{AD0CCBB7-8038-4E9A-9379-B20F338BC01F}"/>
                </a:ext>
              </a:extLst>
            </p:cNvPr>
            <p:cNvSpPr>
              <a:spLocks/>
            </p:cNvSpPr>
            <p:nvPr/>
          </p:nvSpPr>
          <p:spPr>
            <a:xfrm>
              <a:off x="5374280" y="6010168"/>
              <a:ext cx="28398" cy="28398"/>
            </a:xfrm>
            <a:prstGeom prst="ellipse">
              <a:avLst/>
            </a:prstGeom>
            <a:solidFill>
              <a:srgbClr val="7F8C97">
                <a:alpha val="48000"/>
              </a:srgbClr>
            </a:solidFill>
            <a:ln w="0">
              <a:noFill/>
              <a:prstDash val="solid"/>
            </a:ln>
          </p:spPr>
        </p:sp>
        <p:sp>
          <p:nvSpPr>
            <p:cNvPr id="3258" name="03_assume_matched_3257">
              <a:extLst>
                <a:ext uri="{FF2B5EF4-FFF2-40B4-BE49-F238E27FC236}">
                  <a16:creationId xmlns:a16="http://schemas.microsoft.com/office/drawing/2014/main" id="{F2F7FDD1-0B54-4C6D-888C-6228BB6B9909}"/>
                </a:ext>
              </a:extLst>
            </p:cNvPr>
            <p:cNvSpPr>
              <a:spLocks/>
            </p:cNvSpPr>
            <p:nvPr/>
          </p:nvSpPr>
          <p:spPr>
            <a:xfrm>
              <a:off x="5355572" y="6010168"/>
              <a:ext cx="28398" cy="28398"/>
            </a:xfrm>
            <a:prstGeom prst="ellipse">
              <a:avLst/>
            </a:prstGeom>
            <a:solidFill>
              <a:srgbClr val="7F8C97">
                <a:alpha val="48000"/>
              </a:srgbClr>
            </a:solidFill>
            <a:ln w="0">
              <a:noFill/>
              <a:prstDash val="solid"/>
            </a:ln>
          </p:spPr>
        </p:sp>
        <p:sp>
          <p:nvSpPr>
            <p:cNvPr id="3259" name="03_assume_matched_3258">
              <a:extLst>
                <a:ext uri="{FF2B5EF4-FFF2-40B4-BE49-F238E27FC236}">
                  <a16:creationId xmlns:a16="http://schemas.microsoft.com/office/drawing/2014/main" id="{03F96B31-2B0A-4953-A764-71CDCD7EFB37}"/>
                </a:ext>
              </a:extLst>
            </p:cNvPr>
            <p:cNvSpPr>
              <a:spLocks/>
            </p:cNvSpPr>
            <p:nvPr/>
          </p:nvSpPr>
          <p:spPr>
            <a:xfrm>
              <a:off x="5340318" y="6010168"/>
              <a:ext cx="28398" cy="28398"/>
            </a:xfrm>
            <a:prstGeom prst="ellipse">
              <a:avLst/>
            </a:prstGeom>
            <a:solidFill>
              <a:srgbClr val="7F8C97">
                <a:alpha val="48000"/>
              </a:srgbClr>
            </a:solidFill>
            <a:ln w="0">
              <a:noFill/>
              <a:prstDash val="solid"/>
            </a:ln>
          </p:spPr>
        </p:sp>
        <p:sp>
          <p:nvSpPr>
            <p:cNvPr id="3260" name="03_assume_matched_3259">
              <a:extLst>
                <a:ext uri="{FF2B5EF4-FFF2-40B4-BE49-F238E27FC236}">
                  <a16:creationId xmlns:a16="http://schemas.microsoft.com/office/drawing/2014/main" id="{A522B2DD-486A-483B-BB48-D7333D56C20A}"/>
                </a:ext>
              </a:extLst>
            </p:cNvPr>
            <p:cNvSpPr>
              <a:spLocks/>
            </p:cNvSpPr>
            <p:nvPr/>
          </p:nvSpPr>
          <p:spPr>
            <a:xfrm>
              <a:off x="5326071" y="6595037"/>
              <a:ext cx="28398" cy="28398"/>
            </a:xfrm>
            <a:prstGeom prst="ellipse">
              <a:avLst/>
            </a:prstGeom>
            <a:solidFill>
              <a:srgbClr val="7F8C97">
                <a:alpha val="48000"/>
              </a:srgbClr>
            </a:solidFill>
            <a:ln w="0">
              <a:noFill/>
              <a:prstDash val="solid"/>
            </a:ln>
          </p:spPr>
        </p:sp>
        <p:sp>
          <p:nvSpPr>
            <p:cNvPr id="3261" name="03_assume_matched_3260">
              <a:extLst>
                <a:ext uri="{FF2B5EF4-FFF2-40B4-BE49-F238E27FC236}">
                  <a16:creationId xmlns:a16="http://schemas.microsoft.com/office/drawing/2014/main" id="{557E59B9-85CF-4EA6-9AE1-456E0D0582FD}"/>
                </a:ext>
              </a:extLst>
            </p:cNvPr>
            <p:cNvSpPr>
              <a:spLocks/>
            </p:cNvSpPr>
            <p:nvPr/>
          </p:nvSpPr>
          <p:spPr>
            <a:xfrm>
              <a:off x="5342476" y="6010168"/>
              <a:ext cx="28398" cy="28398"/>
            </a:xfrm>
            <a:prstGeom prst="ellipse">
              <a:avLst/>
            </a:prstGeom>
            <a:solidFill>
              <a:srgbClr val="7F8C97">
                <a:alpha val="48000"/>
              </a:srgbClr>
            </a:solidFill>
            <a:ln w="0">
              <a:noFill/>
              <a:prstDash val="solid"/>
            </a:ln>
          </p:spPr>
        </p:sp>
        <p:sp>
          <p:nvSpPr>
            <p:cNvPr id="3262" name="03_assume_matched_3261">
              <a:extLst>
                <a:ext uri="{FF2B5EF4-FFF2-40B4-BE49-F238E27FC236}">
                  <a16:creationId xmlns:a16="http://schemas.microsoft.com/office/drawing/2014/main" id="{58A77C74-35D5-48A6-8B2B-3CD9DBAE320E}"/>
                </a:ext>
              </a:extLst>
            </p:cNvPr>
            <p:cNvSpPr>
              <a:spLocks/>
            </p:cNvSpPr>
            <p:nvPr/>
          </p:nvSpPr>
          <p:spPr>
            <a:xfrm>
              <a:off x="5427670" y="6302602"/>
              <a:ext cx="28398" cy="28398"/>
            </a:xfrm>
            <a:prstGeom prst="ellipse">
              <a:avLst/>
            </a:prstGeom>
            <a:solidFill>
              <a:srgbClr val="7F8C97">
                <a:alpha val="48000"/>
              </a:srgbClr>
            </a:solidFill>
            <a:ln w="0">
              <a:noFill/>
              <a:prstDash val="solid"/>
            </a:ln>
          </p:spPr>
        </p:sp>
        <p:sp>
          <p:nvSpPr>
            <p:cNvPr id="3263" name="03_assume_matched_3262">
              <a:extLst>
                <a:ext uri="{FF2B5EF4-FFF2-40B4-BE49-F238E27FC236}">
                  <a16:creationId xmlns:a16="http://schemas.microsoft.com/office/drawing/2014/main" id="{E0B08378-9051-4D92-A008-01D5C49572C7}"/>
                </a:ext>
              </a:extLst>
            </p:cNvPr>
            <p:cNvSpPr>
              <a:spLocks/>
            </p:cNvSpPr>
            <p:nvPr/>
          </p:nvSpPr>
          <p:spPr>
            <a:xfrm>
              <a:off x="5382627" y="6010168"/>
              <a:ext cx="28398" cy="28398"/>
            </a:xfrm>
            <a:prstGeom prst="ellipse">
              <a:avLst/>
            </a:prstGeom>
            <a:solidFill>
              <a:srgbClr val="7F8C97">
                <a:alpha val="48000"/>
              </a:srgbClr>
            </a:solidFill>
            <a:ln w="0">
              <a:noFill/>
              <a:prstDash val="solid"/>
            </a:ln>
          </p:spPr>
        </p:sp>
        <p:sp>
          <p:nvSpPr>
            <p:cNvPr id="3264" name="03_assume_matched_3263">
              <a:extLst>
                <a:ext uri="{FF2B5EF4-FFF2-40B4-BE49-F238E27FC236}">
                  <a16:creationId xmlns:a16="http://schemas.microsoft.com/office/drawing/2014/main" id="{562478AB-896C-4462-979C-8FE319E3ED06}"/>
                </a:ext>
              </a:extLst>
            </p:cNvPr>
            <p:cNvSpPr>
              <a:spLocks/>
            </p:cNvSpPr>
            <p:nvPr/>
          </p:nvSpPr>
          <p:spPr>
            <a:xfrm>
              <a:off x="5392413" y="6595037"/>
              <a:ext cx="28398" cy="28398"/>
            </a:xfrm>
            <a:prstGeom prst="ellipse">
              <a:avLst/>
            </a:prstGeom>
            <a:solidFill>
              <a:srgbClr val="7F8C97">
                <a:alpha val="48000"/>
              </a:srgbClr>
            </a:solidFill>
            <a:ln w="0">
              <a:noFill/>
              <a:prstDash val="solid"/>
            </a:ln>
          </p:spPr>
        </p:sp>
        <p:sp>
          <p:nvSpPr>
            <p:cNvPr id="3265" name="03_assume_matched_3264">
              <a:extLst>
                <a:ext uri="{FF2B5EF4-FFF2-40B4-BE49-F238E27FC236}">
                  <a16:creationId xmlns:a16="http://schemas.microsoft.com/office/drawing/2014/main" id="{99BC2F19-D410-4BE9-837F-9287E3F5F4AE}"/>
                </a:ext>
              </a:extLst>
            </p:cNvPr>
            <p:cNvSpPr>
              <a:spLocks/>
            </p:cNvSpPr>
            <p:nvPr/>
          </p:nvSpPr>
          <p:spPr>
            <a:xfrm>
              <a:off x="5329237" y="6530051"/>
              <a:ext cx="28398" cy="28398"/>
            </a:xfrm>
            <a:prstGeom prst="ellipse">
              <a:avLst/>
            </a:prstGeom>
            <a:solidFill>
              <a:srgbClr val="7F8C97">
                <a:alpha val="48000"/>
              </a:srgbClr>
            </a:solidFill>
            <a:ln w="0">
              <a:noFill/>
              <a:prstDash val="solid"/>
            </a:ln>
          </p:spPr>
        </p:sp>
        <p:sp>
          <p:nvSpPr>
            <p:cNvPr id="3266" name="03_assume_matched_3265">
              <a:extLst>
                <a:ext uri="{FF2B5EF4-FFF2-40B4-BE49-F238E27FC236}">
                  <a16:creationId xmlns:a16="http://schemas.microsoft.com/office/drawing/2014/main" id="{44910A4A-B71A-4945-BD68-032DB46FB790}"/>
                </a:ext>
              </a:extLst>
            </p:cNvPr>
            <p:cNvSpPr>
              <a:spLocks/>
            </p:cNvSpPr>
            <p:nvPr/>
          </p:nvSpPr>
          <p:spPr>
            <a:xfrm>
              <a:off x="5419611" y="6400080"/>
              <a:ext cx="28398" cy="28398"/>
            </a:xfrm>
            <a:prstGeom prst="ellipse">
              <a:avLst/>
            </a:prstGeom>
            <a:solidFill>
              <a:srgbClr val="7F8C97">
                <a:alpha val="48000"/>
              </a:srgbClr>
            </a:solidFill>
            <a:ln w="0">
              <a:noFill/>
              <a:prstDash val="solid"/>
            </a:ln>
          </p:spPr>
        </p:sp>
        <p:sp>
          <p:nvSpPr>
            <p:cNvPr id="3267" name="03_assume_matched_3266">
              <a:extLst>
                <a:ext uri="{FF2B5EF4-FFF2-40B4-BE49-F238E27FC236}">
                  <a16:creationId xmlns:a16="http://schemas.microsoft.com/office/drawing/2014/main" id="{7C7D2B21-E78E-4805-BE51-42BFFABC403E}"/>
                </a:ext>
              </a:extLst>
            </p:cNvPr>
            <p:cNvSpPr>
              <a:spLocks/>
            </p:cNvSpPr>
            <p:nvPr/>
          </p:nvSpPr>
          <p:spPr>
            <a:xfrm>
              <a:off x="5392700" y="6010168"/>
              <a:ext cx="28398" cy="28398"/>
            </a:xfrm>
            <a:prstGeom prst="ellipse">
              <a:avLst/>
            </a:prstGeom>
            <a:solidFill>
              <a:srgbClr val="7F8C97">
                <a:alpha val="48000"/>
              </a:srgbClr>
            </a:solidFill>
            <a:ln w="0">
              <a:noFill/>
              <a:prstDash val="solid"/>
            </a:ln>
          </p:spPr>
        </p:sp>
        <p:sp>
          <p:nvSpPr>
            <p:cNvPr id="3268" name="03_assume_matched_3267">
              <a:extLst>
                <a:ext uri="{FF2B5EF4-FFF2-40B4-BE49-F238E27FC236}">
                  <a16:creationId xmlns:a16="http://schemas.microsoft.com/office/drawing/2014/main" id="{FFAB5B46-D3BF-4C1A-8A87-BD10FB30FD3E}"/>
                </a:ext>
              </a:extLst>
            </p:cNvPr>
            <p:cNvSpPr>
              <a:spLocks/>
            </p:cNvSpPr>
            <p:nvPr/>
          </p:nvSpPr>
          <p:spPr>
            <a:xfrm>
              <a:off x="5310528" y="6595037"/>
              <a:ext cx="28398" cy="28398"/>
            </a:xfrm>
            <a:prstGeom prst="ellipse">
              <a:avLst/>
            </a:prstGeom>
            <a:solidFill>
              <a:srgbClr val="7F8C97">
                <a:alpha val="48000"/>
              </a:srgbClr>
            </a:solidFill>
            <a:ln w="0">
              <a:noFill/>
              <a:prstDash val="solid"/>
            </a:ln>
          </p:spPr>
        </p:sp>
        <p:sp>
          <p:nvSpPr>
            <p:cNvPr id="3269" name="03_assume_matched_3268">
              <a:extLst>
                <a:ext uri="{FF2B5EF4-FFF2-40B4-BE49-F238E27FC236}">
                  <a16:creationId xmlns:a16="http://schemas.microsoft.com/office/drawing/2014/main" id="{F2AE938E-7E64-441F-B5F6-2D1912C06AB1}"/>
                </a:ext>
              </a:extLst>
            </p:cNvPr>
            <p:cNvSpPr>
              <a:spLocks/>
            </p:cNvSpPr>
            <p:nvPr/>
          </p:nvSpPr>
          <p:spPr>
            <a:xfrm>
              <a:off x="5317868" y="6010168"/>
              <a:ext cx="28398" cy="28398"/>
            </a:xfrm>
            <a:prstGeom prst="ellipse">
              <a:avLst/>
            </a:prstGeom>
            <a:solidFill>
              <a:srgbClr val="7F8C97">
                <a:alpha val="48000"/>
              </a:srgbClr>
            </a:solidFill>
            <a:ln w="0">
              <a:noFill/>
              <a:prstDash val="solid"/>
            </a:ln>
          </p:spPr>
        </p:sp>
        <p:sp>
          <p:nvSpPr>
            <p:cNvPr id="3270" name="03_assume_matched_3269">
              <a:extLst>
                <a:ext uri="{FF2B5EF4-FFF2-40B4-BE49-F238E27FC236}">
                  <a16:creationId xmlns:a16="http://schemas.microsoft.com/office/drawing/2014/main" id="{83D20594-DE95-4BEC-8760-ABC0EC4BBA8F}"/>
                </a:ext>
              </a:extLst>
            </p:cNvPr>
            <p:cNvSpPr>
              <a:spLocks/>
            </p:cNvSpPr>
            <p:nvPr/>
          </p:nvSpPr>
          <p:spPr>
            <a:xfrm>
              <a:off x="5329093" y="6400080"/>
              <a:ext cx="28398" cy="28398"/>
            </a:xfrm>
            <a:prstGeom prst="ellipse">
              <a:avLst/>
            </a:prstGeom>
            <a:solidFill>
              <a:srgbClr val="7F8C97">
                <a:alpha val="48000"/>
              </a:srgbClr>
            </a:solidFill>
            <a:ln w="0">
              <a:noFill/>
              <a:prstDash val="solid"/>
            </a:ln>
          </p:spPr>
        </p:sp>
        <p:sp>
          <p:nvSpPr>
            <p:cNvPr id="3271" name="03_assume_matched_3270">
              <a:extLst>
                <a:ext uri="{FF2B5EF4-FFF2-40B4-BE49-F238E27FC236}">
                  <a16:creationId xmlns:a16="http://schemas.microsoft.com/office/drawing/2014/main" id="{74A03CAC-0C0C-4D12-B10B-93F7000050F2}"/>
                </a:ext>
              </a:extLst>
            </p:cNvPr>
            <p:cNvSpPr>
              <a:spLocks/>
            </p:cNvSpPr>
            <p:nvPr/>
          </p:nvSpPr>
          <p:spPr>
            <a:xfrm>
              <a:off x="5418460" y="6010168"/>
              <a:ext cx="28398" cy="28398"/>
            </a:xfrm>
            <a:prstGeom prst="ellipse">
              <a:avLst/>
            </a:prstGeom>
            <a:solidFill>
              <a:srgbClr val="7F8C97">
                <a:alpha val="48000"/>
              </a:srgbClr>
            </a:solidFill>
            <a:ln w="0">
              <a:noFill/>
              <a:prstDash val="solid"/>
            </a:ln>
          </p:spPr>
        </p:sp>
        <p:sp>
          <p:nvSpPr>
            <p:cNvPr id="3272" name="03_assume_matched_3271">
              <a:extLst>
                <a:ext uri="{FF2B5EF4-FFF2-40B4-BE49-F238E27FC236}">
                  <a16:creationId xmlns:a16="http://schemas.microsoft.com/office/drawing/2014/main" id="{435E8C1F-8605-400D-B0E7-B4F744FEADC2}"/>
                </a:ext>
              </a:extLst>
            </p:cNvPr>
            <p:cNvSpPr>
              <a:spLocks/>
            </p:cNvSpPr>
            <p:nvPr/>
          </p:nvSpPr>
          <p:spPr>
            <a:xfrm>
              <a:off x="5331395" y="6010168"/>
              <a:ext cx="28398" cy="28398"/>
            </a:xfrm>
            <a:prstGeom prst="ellipse">
              <a:avLst/>
            </a:prstGeom>
            <a:solidFill>
              <a:srgbClr val="7F8C97">
                <a:alpha val="48000"/>
              </a:srgbClr>
            </a:solidFill>
            <a:ln w="0">
              <a:noFill/>
              <a:prstDash val="solid"/>
            </a:ln>
          </p:spPr>
        </p:sp>
        <p:sp>
          <p:nvSpPr>
            <p:cNvPr id="3273" name="03_assume_matched_3272">
              <a:extLst>
                <a:ext uri="{FF2B5EF4-FFF2-40B4-BE49-F238E27FC236}">
                  <a16:creationId xmlns:a16="http://schemas.microsoft.com/office/drawing/2014/main" id="{92987342-B5E1-400F-BB4D-BB3C9E6B60B4}"/>
                </a:ext>
              </a:extLst>
            </p:cNvPr>
            <p:cNvSpPr>
              <a:spLocks/>
            </p:cNvSpPr>
            <p:nvPr/>
          </p:nvSpPr>
          <p:spPr>
            <a:xfrm>
              <a:off x="5410401" y="6400080"/>
              <a:ext cx="28398" cy="28398"/>
            </a:xfrm>
            <a:prstGeom prst="ellipse">
              <a:avLst/>
            </a:prstGeom>
            <a:solidFill>
              <a:srgbClr val="7F8C97">
                <a:alpha val="48000"/>
              </a:srgbClr>
            </a:solidFill>
            <a:ln w="0">
              <a:noFill/>
              <a:prstDash val="solid"/>
            </a:ln>
          </p:spPr>
        </p:sp>
        <p:sp>
          <p:nvSpPr>
            <p:cNvPr id="3274" name="03_assume_matched_3273">
              <a:extLst>
                <a:ext uri="{FF2B5EF4-FFF2-40B4-BE49-F238E27FC236}">
                  <a16:creationId xmlns:a16="http://schemas.microsoft.com/office/drawing/2014/main" id="{25874960-F1D0-4F11-9FDE-2B96D8BE916D}"/>
                </a:ext>
              </a:extLst>
            </p:cNvPr>
            <p:cNvSpPr>
              <a:spLocks/>
            </p:cNvSpPr>
            <p:nvPr/>
          </p:nvSpPr>
          <p:spPr>
            <a:xfrm>
              <a:off x="5411552" y="6010168"/>
              <a:ext cx="28398" cy="28398"/>
            </a:xfrm>
            <a:prstGeom prst="ellipse">
              <a:avLst/>
            </a:prstGeom>
            <a:solidFill>
              <a:srgbClr val="7F8C97">
                <a:alpha val="48000"/>
              </a:srgbClr>
            </a:solidFill>
            <a:ln w="0">
              <a:noFill/>
              <a:prstDash val="solid"/>
            </a:ln>
          </p:spPr>
        </p:sp>
        <p:sp>
          <p:nvSpPr>
            <p:cNvPr id="3275" name="03_assume_matched_3274">
              <a:extLst>
                <a:ext uri="{FF2B5EF4-FFF2-40B4-BE49-F238E27FC236}">
                  <a16:creationId xmlns:a16="http://schemas.microsoft.com/office/drawing/2014/main" id="{3ABA3919-0CF7-4692-AF84-160ABE8E0E4C}"/>
                </a:ext>
              </a:extLst>
            </p:cNvPr>
            <p:cNvSpPr>
              <a:spLocks/>
            </p:cNvSpPr>
            <p:nvPr/>
          </p:nvSpPr>
          <p:spPr>
            <a:xfrm>
              <a:off x="5415294" y="6595037"/>
              <a:ext cx="28398" cy="28398"/>
            </a:xfrm>
            <a:prstGeom prst="ellipse">
              <a:avLst/>
            </a:prstGeom>
            <a:solidFill>
              <a:srgbClr val="7F8C97">
                <a:alpha val="48000"/>
              </a:srgbClr>
            </a:solidFill>
            <a:ln w="0">
              <a:noFill/>
              <a:prstDash val="solid"/>
            </a:ln>
          </p:spPr>
        </p:sp>
        <p:sp>
          <p:nvSpPr>
            <p:cNvPr id="3276" name="03_assume_matched_3275">
              <a:extLst>
                <a:ext uri="{FF2B5EF4-FFF2-40B4-BE49-F238E27FC236}">
                  <a16:creationId xmlns:a16="http://schemas.microsoft.com/office/drawing/2014/main" id="{488E19CE-1135-4DFD-929F-53CE5AB2ED06}"/>
                </a:ext>
              </a:extLst>
            </p:cNvPr>
            <p:cNvSpPr>
              <a:spLocks/>
            </p:cNvSpPr>
            <p:nvPr/>
          </p:nvSpPr>
          <p:spPr>
            <a:xfrm>
              <a:off x="5332546" y="6595037"/>
              <a:ext cx="28398" cy="28398"/>
            </a:xfrm>
            <a:prstGeom prst="ellipse">
              <a:avLst/>
            </a:prstGeom>
            <a:solidFill>
              <a:srgbClr val="7F8C97">
                <a:alpha val="48000"/>
              </a:srgbClr>
            </a:solidFill>
            <a:ln w="0">
              <a:noFill/>
              <a:prstDash val="solid"/>
            </a:ln>
          </p:spPr>
        </p:sp>
        <p:sp>
          <p:nvSpPr>
            <p:cNvPr id="3277" name="03_assume_matched_3276">
              <a:extLst>
                <a:ext uri="{FF2B5EF4-FFF2-40B4-BE49-F238E27FC236}">
                  <a16:creationId xmlns:a16="http://schemas.microsoft.com/office/drawing/2014/main" id="{5EC7974B-D03F-4C67-98D3-E4ECF124B90E}"/>
                </a:ext>
              </a:extLst>
            </p:cNvPr>
            <p:cNvSpPr>
              <a:spLocks/>
            </p:cNvSpPr>
            <p:nvPr/>
          </p:nvSpPr>
          <p:spPr>
            <a:xfrm>
              <a:off x="5310816" y="6010168"/>
              <a:ext cx="28398" cy="28398"/>
            </a:xfrm>
            <a:prstGeom prst="ellipse">
              <a:avLst/>
            </a:prstGeom>
            <a:solidFill>
              <a:srgbClr val="7F8C97">
                <a:alpha val="48000"/>
              </a:srgbClr>
            </a:solidFill>
            <a:ln w="0">
              <a:noFill/>
              <a:prstDash val="solid"/>
            </a:ln>
          </p:spPr>
        </p:sp>
        <p:sp>
          <p:nvSpPr>
            <p:cNvPr id="3278" name="03_assume_matched_3277">
              <a:extLst>
                <a:ext uri="{FF2B5EF4-FFF2-40B4-BE49-F238E27FC236}">
                  <a16:creationId xmlns:a16="http://schemas.microsoft.com/office/drawing/2014/main" id="{A397FDAA-7AEB-4F21-870F-C2EDDF18A782}"/>
                </a:ext>
              </a:extLst>
            </p:cNvPr>
            <p:cNvSpPr>
              <a:spLocks/>
            </p:cNvSpPr>
            <p:nvPr/>
          </p:nvSpPr>
          <p:spPr>
            <a:xfrm>
              <a:off x="5394571" y="6010168"/>
              <a:ext cx="28398" cy="28398"/>
            </a:xfrm>
            <a:prstGeom prst="ellipse">
              <a:avLst/>
            </a:prstGeom>
            <a:solidFill>
              <a:srgbClr val="7F8C97">
                <a:alpha val="48000"/>
              </a:srgbClr>
            </a:solidFill>
            <a:ln w="0">
              <a:noFill/>
              <a:prstDash val="solid"/>
            </a:ln>
          </p:spPr>
        </p:sp>
        <p:sp>
          <p:nvSpPr>
            <p:cNvPr id="3279" name="03_assume_matched_3278">
              <a:extLst>
                <a:ext uri="{FF2B5EF4-FFF2-40B4-BE49-F238E27FC236}">
                  <a16:creationId xmlns:a16="http://schemas.microsoft.com/office/drawing/2014/main" id="{72F0D1A9-2E51-4F27-8852-A95939F5FF07}"/>
                </a:ext>
              </a:extLst>
            </p:cNvPr>
            <p:cNvSpPr>
              <a:spLocks/>
            </p:cNvSpPr>
            <p:nvPr/>
          </p:nvSpPr>
          <p:spPr>
            <a:xfrm>
              <a:off x="5304052" y="6010168"/>
              <a:ext cx="28398" cy="28398"/>
            </a:xfrm>
            <a:prstGeom prst="ellipse">
              <a:avLst/>
            </a:prstGeom>
            <a:solidFill>
              <a:srgbClr val="7F8C97">
                <a:alpha val="48000"/>
              </a:srgbClr>
            </a:solidFill>
            <a:ln w="0">
              <a:noFill/>
              <a:prstDash val="solid"/>
            </a:ln>
          </p:spPr>
        </p:sp>
        <p:sp>
          <p:nvSpPr>
            <p:cNvPr id="3280" name="03_assume_matched_3279">
              <a:extLst>
                <a:ext uri="{FF2B5EF4-FFF2-40B4-BE49-F238E27FC236}">
                  <a16:creationId xmlns:a16="http://schemas.microsoft.com/office/drawing/2014/main" id="{AAD042CD-35DE-47E7-8FAC-EF8A5A12580E}"/>
                </a:ext>
              </a:extLst>
            </p:cNvPr>
            <p:cNvSpPr>
              <a:spLocks/>
            </p:cNvSpPr>
            <p:nvPr/>
          </p:nvSpPr>
          <p:spPr>
            <a:xfrm>
              <a:off x="5398169" y="6010168"/>
              <a:ext cx="28398" cy="28398"/>
            </a:xfrm>
            <a:prstGeom prst="ellipse">
              <a:avLst/>
            </a:prstGeom>
            <a:solidFill>
              <a:srgbClr val="7F8C97">
                <a:alpha val="48000"/>
              </a:srgbClr>
            </a:solidFill>
            <a:ln w="0">
              <a:noFill/>
              <a:prstDash val="solid"/>
            </a:ln>
          </p:spPr>
        </p:sp>
        <p:sp>
          <p:nvSpPr>
            <p:cNvPr id="3281" name="03_assume_matched_3280">
              <a:extLst>
                <a:ext uri="{FF2B5EF4-FFF2-40B4-BE49-F238E27FC236}">
                  <a16:creationId xmlns:a16="http://schemas.microsoft.com/office/drawing/2014/main" id="{87193A1B-4B4C-468D-AA27-F6E295BE1569}"/>
                </a:ext>
              </a:extLst>
            </p:cNvPr>
            <p:cNvSpPr>
              <a:spLocks/>
            </p:cNvSpPr>
            <p:nvPr/>
          </p:nvSpPr>
          <p:spPr>
            <a:xfrm>
              <a:off x="5305348" y="6595037"/>
              <a:ext cx="28398" cy="28398"/>
            </a:xfrm>
            <a:prstGeom prst="ellipse">
              <a:avLst/>
            </a:prstGeom>
            <a:solidFill>
              <a:srgbClr val="7F8C97">
                <a:alpha val="48000"/>
              </a:srgbClr>
            </a:solidFill>
            <a:ln w="0">
              <a:noFill/>
              <a:prstDash val="solid"/>
            </a:ln>
          </p:spPr>
        </p:sp>
        <p:sp>
          <p:nvSpPr>
            <p:cNvPr id="3282" name="03_assume_matched_3281">
              <a:extLst>
                <a:ext uri="{FF2B5EF4-FFF2-40B4-BE49-F238E27FC236}">
                  <a16:creationId xmlns:a16="http://schemas.microsoft.com/office/drawing/2014/main" id="{83BEA8D9-54C7-4247-BD7B-A02BD9F4F32F}"/>
                </a:ext>
              </a:extLst>
            </p:cNvPr>
            <p:cNvSpPr>
              <a:spLocks/>
            </p:cNvSpPr>
            <p:nvPr/>
          </p:nvSpPr>
          <p:spPr>
            <a:xfrm>
              <a:off x="5425799" y="6010168"/>
              <a:ext cx="28398" cy="28398"/>
            </a:xfrm>
            <a:prstGeom prst="ellipse">
              <a:avLst/>
            </a:prstGeom>
            <a:solidFill>
              <a:srgbClr val="7F8C97">
                <a:alpha val="48000"/>
              </a:srgbClr>
            </a:solidFill>
            <a:ln w="0">
              <a:noFill/>
              <a:prstDash val="solid"/>
            </a:ln>
          </p:spPr>
        </p:sp>
        <p:sp>
          <p:nvSpPr>
            <p:cNvPr id="3283" name="03_assume_matched_3282">
              <a:extLst>
                <a:ext uri="{FF2B5EF4-FFF2-40B4-BE49-F238E27FC236}">
                  <a16:creationId xmlns:a16="http://schemas.microsoft.com/office/drawing/2014/main" id="{6BEAB6B8-EF69-4B57-B0BB-E9094F73D53B}"/>
                </a:ext>
              </a:extLst>
            </p:cNvPr>
            <p:cNvSpPr>
              <a:spLocks/>
            </p:cNvSpPr>
            <p:nvPr/>
          </p:nvSpPr>
          <p:spPr>
            <a:xfrm>
              <a:off x="5403781" y="6010168"/>
              <a:ext cx="28398" cy="28398"/>
            </a:xfrm>
            <a:prstGeom prst="ellipse">
              <a:avLst/>
            </a:prstGeom>
            <a:solidFill>
              <a:srgbClr val="7F8C97">
                <a:alpha val="48000"/>
              </a:srgbClr>
            </a:solidFill>
            <a:ln w="0">
              <a:noFill/>
              <a:prstDash val="solid"/>
            </a:ln>
          </p:spPr>
        </p:sp>
        <p:sp>
          <p:nvSpPr>
            <p:cNvPr id="3284" name="03_assume_matched_3283">
              <a:extLst>
                <a:ext uri="{FF2B5EF4-FFF2-40B4-BE49-F238E27FC236}">
                  <a16:creationId xmlns:a16="http://schemas.microsoft.com/office/drawing/2014/main" id="{B0688E8C-2129-4D32-906B-FCC780D808B3}"/>
                </a:ext>
              </a:extLst>
            </p:cNvPr>
            <p:cNvSpPr>
              <a:spLocks/>
            </p:cNvSpPr>
            <p:nvPr/>
          </p:nvSpPr>
          <p:spPr>
            <a:xfrm>
              <a:off x="5351686" y="6010168"/>
              <a:ext cx="28398" cy="28398"/>
            </a:xfrm>
            <a:prstGeom prst="ellipse">
              <a:avLst/>
            </a:prstGeom>
            <a:solidFill>
              <a:srgbClr val="7F8C97">
                <a:alpha val="48000"/>
              </a:srgbClr>
            </a:solidFill>
            <a:ln w="0">
              <a:noFill/>
              <a:prstDash val="solid"/>
            </a:ln>
          </p:spPr>
        </p:sp>
        <p:sp>
          <p:nvSpPr>
            <p:cNvPr id="3285" name="03_assume_matched_3284">
              <a:extLst>
                <a:ext uri="{FF2B5EF4-FFF2-40B4-BE49-F238E27FC236}">
                  <a16:creationId xmlns:a16="http://schemas.microsoft.com/office/drawing/2014/main" id="{CF0C78E4-A9F5-4CAD-8CA4-26A5768D20E4}"/>
                </a:ext>
              </a:extLst>
            </p:cNvPr>
            <p:cNvSpPr>
              <a:spLocks/>
            </p:cNvSpPr>
            <p:nvPr/>
          </p:nvSpPr>
          <p:spPr>
            <a:xfrm>
              <a:off x="5327366" y="6595037"/>
              <a:ext cx="28398" cy="28398"/>
            </a:xfrm>
            <a:prstGeom prst="ellipse">
              <a:avLst/>
            </a:prstGeom>
            <a:solidFill>
              <a:srgbClr val="7F8C97">
                <a:alpha val="48000"/>
              </a:srgbClr>
            </a:solidFill>
            <a:ln w="0">
              <a:noFill/>
              <a:prstDash val="solid"/>
            </a:ln>
          </p:spPr>
        </p:sp>
        <p:sp>
          <p:nvSpPr>
            <p:cNvPr id="3286" name="03_assume_matched_3285">
              <a:extLst>
                <a:ext uri="{FF2B5EF4-FFF2-40B4-BE49-F238E27FC236}">
                  <a16:creationId xmlns:a16="http://schemas.microsoft.com/office/drawing/2014/main" id="{7970AEBB-73E5-4AAF-8527-55F56EA7BB93}"/>
                </a:ext>
              </a:extLst>
            </p:cNvPr>
            <p:cNvSpPr>
              <a:spLocks/>
            </p:cNvSpPr>
            <p:nvPr/>
          </p:nvSpPr>
          <p:spPr>
            <a:xfrm>
              <a:off x="5429829" y="6595037"/>
              <a:ext cx="28398" cy="28398"/>
            </a:xfrm>
            <a:prstGeom prst="ellipse">
              <a:avLst/>
            </a:prstGeom>
            <a:solidFill>
              <a:srgbClr val="7F8C97">
                <a:alpha val="48000"/>
              </a:srgbClr>
            </a:solidFill>
            <a:ln w="0">
              <a:noFill/>
              <a:prstDash val="solid"/>
            </a:ln>
          </p:spPr>
        </p:sp>
        <p:sp>
          <p:nvSpPr>
            <p:cNvPr id="3287" name="03_assume_matched_3286">
              <a:extLst>
                <a:ext uri="{FF2B5EF4-FFF2-40B4-BE49-F238E27FC236}">
                  <a16:creationId xmlns:a16="http://schemas.microsoft.com/office/drawing/2014/main" id="{4D515822-1C3D-4846-A4DE-D8C9AD933DDD}"/>
                </a:ext>
              </a:extLst>
            </p:cNvPr>
            <p:cNvSpPr>
              <a:spLocks/>
            </p:cNvSpPr>
            <p:nvPr/>
          </p:nvSpPr>
          <p:spPr>
            <a:xfrm>
              <a:off x="5377590" y="6595037"/>
              <a:ext cx="28398" cy="28398"/>
            </a:xfrm>
            <a:prstGeom prst="ellipse">
              <a:avLst/>
            </a:prstGeom>
            <a:solidFill>
              <a:srgbClr val="7F8C97">
                <a:alpha val="48000"/>
              </a:srgbClr>
            </a:solidFill>
            <a:ln w="0">
              <a:noFill/>
              <a:prstDash val="solid"/>
            </a:ln>
          </p:spPr>
        </p:sp>
        <p:sp>
          <p:nvSpPr>
            <p:cNvPr id="3288" name="03_assume_matched_3287">
              <a:extLst>
                <a:ext uri="{FF2B5EF4-FFF2-40B4-BE49-F238E27FC236}">
                  <a16:creationId xmlns:a16="http://schemas.microsoft.com/office/drawing/2014/main" id="{C8B25B1C-E72A-41A2-AE51-01691FE8C0F7}"/>
                </a:ext>
              </a:extLst>
            </p:cNvPr>
            <p:cNvSpPr>
              <a:spLocks/>
            </p:cNvSpPr>
            <p:nvPr/>
          </p:nvSpPr>
          <p:spPr>
            <a:xfrm>
              <a:off x="5410401" y="6595037"/>
              <a:ext cx="28398" cy="28398"/>
            </a:xfrm>
            <a:prstGeom prst="ellipse">
              <a:avLst/>
            </a:prstGeom>
            <a:solidFill>
              <a:srgbClr val="7F8C97">
                <a:alpha val="48000"/>
              </a:srgbClr>
            </a:solidFill>
            <a:ln w="0">
              <a:noFill/>
              <a:prstDash val="solid"/>
            </a:ln>
          </p:spPr>
        </p:sp>
        <p:sp>
          <p:nvSpPr>
            <p:cNvPr id="3289" name="03_assume_matched_3288">
              <a:extLst>
                <a:ext uri="{FF2B5EF4-FFF2-40B4-BE49-F238E27FC236}">
                  <a16:creationId xmlns:a16="http://schemas.microsoft.com/office/drawing/2014/main" id="{D1CDFCDC-521D-4799-9FF1-A3E1056BF5BE}"/>
                </a:ext>
              </a:extLst>
            </p:cNvPr>
            <p:cNvSpPr>
              <a:spLocks/>
            </p:cNvSpPr>
            <p:nvPr/>
          </p:nvSpPr>
          <p:spPr>
            <a:xfrm>
              <a:off x="5309521" y="6478063"/>
              <a:ext cx="28398" cy="28398"/>
            </a:xfrm>
            <a:prstGeom prst="ellipse">
              <a:avLst/>
            </a:prstGeom>
            <a:solidFill>
              <a:srgbClr val="7F8C97">
                <a:alpha val="48000"/>
              </a:srgbClr>
            </a:solidFill>
            <a:ln w="0">
              <a:noFill/>
              <a:prstDash val="solid"/>
            </a:ln>
          </p:spPr>
        </p:sp>
        <p:sp>
          <p:nvSpPr>
            <p:cNvPr id="3290" name="03_assume_matched_3289">
              <a:extLst>
                <a:ext uri="{FF2B5EF4-FFF2-40B4-BE49-F238E27FC236}">
                  <a16:creationId xmlns:a16="http://schemas.microsoft.com/office/drawing/2014/main" id="{0142408D-D502-4605-83CA-3676C8C17547}"/>
                </a:ext>
              </a:extLst>
            </p:cNvPr>
            <p:cNvSpPr>
              <a:spLocks/>
            </p:cNvSpPr>
            <p:nvPr/>
          </p:nvSpPr>
          <p:spPr>
            <a:xfrm>
              <a:off x="5401479" y="6595037"/>
              <a:ext cx="28398" cy="28398"/>
            </a:xfrm>
            <a:prstGeom prst="ellipse">
              <a:avLst/>
            </a:prstGeom>
            <a:solidFill>
              <a:srgbClr val="7F8C97">
                <a:alpha val="48000"/>
              </a:srgbClr>
            </a:solidFill>
            <a:ln w="0">
              <a:noFill/>
              <a:prstDash val="solid"/>
            </a:ln>
          </p:spPr>
        </p:sp>
        <p:sp>
          <p:nvSpPr>
            <p:cNvPr id="3291" name="03_assume_matched_3290">
              <a:extLst>
                <a:ext uri="{FF2B5EF4-FFF2-40B4-BE49-F238E27FC236}">
                  <a16:creationId xmlns:a16="http://schemas.microsoft.com/office/drawing/2014/main" id="{F2BFABFD-42BA-4FE1-82C0-FACFC82C1C7E}"/>
                </a:ext>
              </a:extLst>
            </p:cNvPr>
            <p:cNvSpPr>
              <a:spLocks/>
            </p:cNvSpPr>
            <p:nvPr/>
          </p:nvSpPr>
          <p:spPr>
            <a:xfrm>
              <a:off x="5380612" y="6010168"/>
              <a:ext cx="28398" cy="28398"/>
            </a:xfrm>
            <a:prstGeom prst="ellipse">
              <a:avLst/>
            </a:prstGeom>
            <a:solidFill>
              <a:srgbClr val="7F8C97">
                <a:alpha val="48000"/>
              </a:srgbClr>
            </a:solidFill>
            <a:ln w="0">
              <a:noFill/>
              <a:prstDash val="solid"/>
            </a:ln>
          </p:spPr>
        </p:sp>
        <p:sp>
          <p:nvSpPr>
            <p:cNvPr id="3292" name="03_assume_matched_3291">
              <a:extLst>
                <a:ext uri="{FF2B5EF4-FFF2-40B4-BE49-F238E27FC236}">
                  <a16:creationId xmlns:a16="http://schemas.microsoft.com/office/drawing/2014/main" id="{352A15A9-9C24-4983-A23D-7F983752D558}"/>
                </a:ext>
              </a:extLst>
            </p:cNvPr>
            <p:cNvSpPr>
              <a:spLocks/>
            </p:cNvSpPr>
            <p:nvPr/>
          </p:nvSpPr>
          <p:spPr>
            <a:xfrm>
              <a:off x="5289230" y="6010168"/>
              <a:ext cx="28398" cy="28398"/>
            </a:xfrm>
            <a:prstGeom prst="ellipse">
              <a:avLst/>
            </a:prstGeom>
            <a:solidFill>
              <a:srgbClr val="7F8C97">
                <a:alpha val="48000"/>
              </a:srgbClr>
            </a:solidFill>
            <a:ln w="0">
              <a:noFill/>
              <a:prstDash val="solid"/>
            </a:ln>
          </p:spPr>
        </p:sp>
        <p:sp>
          <p:nvSpPr>
            <p:cNvPr id="3293" name="03_assume_matched_3292">
              <a:extLst>
                <a:ext uri="{FF2B5EF4-FFF2-40B4-BE49-F238E27FC236}">
                  <a16:creationId xmlns:a16="http://schemas.microsoft.com/office/drawing/2014/main" id="{8E7608D5-3C13-46A1-B49E-928B51867002}"/>
                </a:ext>
              </a:extLst>
            </p:cNvPr>
            <p:cNvSpPr>
              <a:spLocks/>
            </p:cNvSpPr>
            <p:nvPr/>
          </p:nvSpPr>
          <p:spPr>
            <a:xfrm>
              <a:off x="5348520" y="6595037"/>
              <a:ext cx="28398" cy="28398"/>
            </a:xfrm>
            <a:prstGeom prst="ellipse">
              <a:avLst/>
            </a:prstGeom>
            <a:solidFill>
              <a:srgbClr val="7F8C97">
                <a:alpha val="48000"/>
              </a:srgbClr>
            </a:solidFill>
            <a:ln w="0">
              <a:noFill/>
              <a:prstDash val="solid"/>
            </a:ln>
          </p:spPr>
        </p:sp>
        <p:sp>
          <p:nvSpPr>
            <p:cNvPr id="3294" name="03_assume_matched_3293">
              <a:extLst>
                <a:ext uri="{FF2B5EF4-FFF2-40B4-BE49-F238E27FC236}">
                  <a16:creationId xmlns:a16="http://schemas.microsoft.com/office/drawing/2014/main" id="{BCA7F998-8668-45CD-B5FB-9582976C18BB}"/>
                </a:ext>
              </a:extLst>
            </p:cNvPr>
            <p:cNvSpPr>
              <a:spLocks/>
            </p:cNvSpPr>
            <p:nvPr/>
          </p:nvSpPr>
          <p:spPr>
            <a:xfrm>
              <a:off x="5330676" y="6595037"/>
              <a:ext cx="28398" cy="28398"/>
            </a:xfrm>
            <a:prstGeom prst="ellipse">
              <a:avLst/>
            </a:prstGeom>
            <a:solidFill>
              <a:srgbClr val="7F8C97">
                <a:alpha val="48000"/>
              </a:srgbClr>
            </a:solidFill>
            <a:ln w="0">
              <a:noFill/>
              <a:prstDash val="solid"/>
            </a:ln>
          </p:spPr>
        </p:sp>
        <p:sp>
          <p:nvSpPr>
            <p:cNvPr id="3295" name="03_assume_matched_3294">
              <a:extLst>
                <a:ext uri="{FF2B5EF4-FFF2-40B4-BE49-F238E27FC236}">
                  <a16:creationId xmlns:a16="http://schemas.microsoft.com/office/drawing/2014/main" id="{27358CE1-8F80-475B-AE72-9202F5482DC8}"/>
                </a:ext>
              </a:extLst>
            </p:cNvPr>
            <p:cNvSpPr>
              <a:spLocks/>
            </p:cNvSpPr>
            <p:nvPr/>
          </p:nvSpPr>
          <p:spPr>
            <a:xfrm>
              <a:off x="5362911" y="6010168"/>
              <a:ext cx="28398" cy="28398"/>
            </a:xfrm>
            <a:prstGeom prst="ellipse">
              <a:avLst/>
            </a:prstGeom>
            <a:solidFill>
              <a:srgbClr val="7F8C97">
                <a:alpha val="48000"/>
              </a:srgbClr>
            </a:solidFill>
            <a:ln w="0">
              <a:noFill/>
              <a:prstDash val="solid"/>
            </a:ln>
          </p:spPr>
        </p:sp>
        <p:sp>
          <p:nvSpPr>
            <p:cNvPr id="3296" name="03_assume_matched_3295">
              <a:extLst>
                <a:ext uri="{FF2B5EF4-FFF2-40B4-BE49-F238E27FC236}">
                  <a16:creationId xmlns:a16="http://schemas.microsoft.com/office/drawing/2014/main" id="{4017A057-6D55-4338-853F-D4932B6CC32D}"/>
                </a:ext>
              </a:extLst>
            </p:cNvPr>
            <p:cNvSpPr>
              <a:spLocks/>
            </p:cNvSpPr>
            <p:nvPr/>
          </p:nvSpPr>
          <p:spPr>
            <a:xfrm>
              <a:off x="5344779" y="6546298"/>
              <a:ext cx="28398" cy="28398"/>
            </a:xfrm>
            <a:prstGeom prst="ellipse">
              <a:avLst/>
            </a:prstGeom>
            <a:solidFill>
              <a:srgbClr val="7F8C97">
                <a:alpha val="48000"/>
              </a:srgbClr>
            </a:solidFill>
            <a:ln w="0">
              <a:noFill/>
              <a:prstDash val="solid"/>
            </a:ln>
          </p:spPr>
        </p:sp>
        <p:sp>
          <p:nvSpPr>
            <p:cNvPr id="3297" name="03_assume_matched_3296">
              <a:extLst>
                <a:ext uri="{FF2B5EF4-FFF2-40B4-BE49-F238E27FC236}">
                  <a16:creationId xmlns:a16="http://schemas.microsoft.com/office/drawing/2014/main" id="{641F1939-DE09-4ABB-AC84-89784F74CFFA}"/>
                </a:ext>
              </a:extLst>
            </p:cNvPr>
            <p:cNvSpPr>
              <a:spLocks/>
            </p:cNvSpPr>
            <p:nvPr/>
          </p:nvSpPr>
          <p:spPr>
            <a:xfrm>
              <a:off x="5406947" y="6448819"/>
              <a:ext cx="28398" cy="28398"/>
            </a:xfrm>
            <a:prstGeom prst="ellipse">
              <a:avLst/>
            </a:prstGeom>
            <a:solidFill>
              <a:srgbClr val="7F8C97">
                <a:alpha val="48000"/>
              </a:srgbClr>
            </a:solidFill>
            <a:ln w="0">
              <a:noFill/>
              <a:prstDash val="solid"/>
            </a:ln>
          </p:spPr>
        </p:sp>
        <p:sp>
          <p:nvSpPr>
            <p:cNvPr id="3298" name="03_assume_matched_3297">
              <a:extLst>
                <a:ext uri="{FF2B5EF4-FFF2-40B4-BE49-F238E27FC236}">
                  <a16:creationId xmlns:a16="http://schemas.microsoft.com/office/drawing/2014/main" id="{734552A7-57C4-4CFD-909B-CD532BDA5315}"/>
                </a:ext>
              </a:extLst>
            </p:cNvPr>
            <p:cNvSpPr>
              <a:spLocks/>
            </p:cNvSpPr>
            <p:nvPr/>
          </p:nvSpPr>
          <p:spPr>
            <a:xfrm>
              <a:off x="5305060" y="6010168"/>
              <a:ext cx="28398" cy="28398"/>
            </a:xfrm>
            <a:prstGeom prst="ellipse">
              <a:avLst/>
            </a:prstGeom>
            <a:solidFill>
              <a:srgbClr val="7F8C97">
                <a:alpha val="48000"/>
              </a:srgbClr>
            </a:solidFill>
            <a:ln w="0">
              <a:noFill/>
              <a:prstDash val="solid"/>
            </a:ln>
          </p:spPr>
        </p:sp>
        <p:sp>
          <p:nvSpPr>
            <p:cNvPr id="3299" name="03_assume_matched_3298">
              <a:extLst>
                <a:ext uri="{FF2B5EF4-FFF2-40B4-BE49-F238E27FC236}">
                  <a16:creationId xmlns:a16="http://schemas.microsoft.com/office/drawing/2014/main" id="{CC729B73-5B90-41A2-9B4E-831E066FB4E5}"/>
                </a:ext>
              </a:extLst>
            </p:cNvPr>
            <p:cNvSpPr>
              <a:spLocks/>
            </p:cNvSpPr>
            <p:nvPr/>
          </p:nvSpPr>
          <p:spPr>
            <a:xfrm>
              <a:off x="5311680" y="6010168"/>
              <a:ext cx="28398" cy="28398"/>
            </a:xfrm>
            <a:prstGeom prst="ellipse">
              <a:avLst/>
            </a:prstGeom>
            <a:solidFill>
              <a:srgbClr val="7F8C97">
                <a:alpha val="48000"/>
              </a:srgbClr>
            </a:solidFill>
            <a:ln w="0">
              <a:noFill/>
              <a:prstDash val="solid"/>
            </a:ln>
          </p:spPr>
        </p:sp>
        <p:sp>
          <p:nvSpPr>
            <p:cNvPr id="3300" name="03_assume_matched_3299">
              <a:extLst>
                <a:ext uri="{FF2B5EF4-FFF2-40B4-BE49-F238E27FC236}">
                  <a16:creationId xmlns:a16="http://schemas.microsoft.com/office/drawing/2014/main" id="{740DA5CE-22CD-4692-A569-0F206B4AAE36}"/>
                </a:ext>
              </a:extLst>
            </p:cNvPr>
            <p:cNvSpPr>
              <a:spLocks/>
            </p:cNvSpPr>
            <p:nvPr/>
          </p:nvSpPr>
          <p:spPr>
            <a:xfrm>
              <a:off x="5371546" y="6010168"/>
              <a:ext cx="28398" cy="28398"/>
            </a:xfrm>
            <a:prstGeom prst="ellipse">
              <a:avLst/>
            </a:prstGeom>
            <a:solidFill>
              <a:srgbClr val="7F8C97">
                <a:alpha val="48000"/>
              </a:srgbClr>
            </a:solidFill>
            <a:ln w="0">
              <a:noFill/>
              <a:prstDash val="solid"/>
            </a:ln>
          </p:spPr>
        </p:sp>
        <p:sp>
          <p:nvSpPr>
            <p:cNvPr id="3301" name="03_assume_matched_3300">
              <a:extLst>
                <a:ext uri="{FF2B5EF4-FFF2-40B4-BE49-F238E27FC236}">
                  <a16:creationId xmlns:a16="http://schemas.microsoft.com/office/drawing/2014/main" id="{F8DACEF0-234B-4CEA-A4B2-8C1090D1EBAB}"/>
                </a:ext>
              </a:extLst>
            </p:cNvPr>
            <p:cNvSpPr>
              <a:spLocks/>
            </p:cNvSpPr>
            <p:nvPr/>
          </p:nvSpPr>
          <p:spPr>
            <a:xfrm>
              <a:off x="5370251" y="6010168"/>
              <a:ext cx="28398" cy="28398"/>
            </a:xfrm>
            <a:prstGeom prst="ellipse">
              <a:avLst/>
            </a:prstGeom>
            <a:solidFill>
              <a:srgbClr val="7F8C97">
                <a:alpha val="48000"/>
              </a:srgbClr>
            </a:solidFill>
            <a:ln w="0">
              <a:noFill/>
              <a:prstDash val="solid"/>
            </a:ln>
          </p:spPr>
        </p:sp>
        <p:sp>
          <p:nvSpPr>
            <p:cNvPr id="3302" name="03_assume_matched_3301">
              <a:extLst>
                <a:ext uri="{FF2B5EF4-FFF2-40B4-BE49-F238E27FC236}">
                  <a16:creationId xmlns:a16="http://schemas.microsoft.com/office/drawing/2014/main" id="{1679B912-36C1-4B9F-9333-B718899055EC}"/>
                </a:ext>
              </a:extLst>
            </p:cNvPr>
            <p:cNvSpPr>
              <a:spLocks/>
            </p:cNvSpPr>
            <p:nvPr/>
          </p:nvSpPr>
          <p:spPr>
            <a:xfrm>
              <a:off x="5417021" y="6010168"/>
              <a:ext cx="28398" cy="28398"/>
            </a:xfrm>
            <a:prstGeom prst="ellipse">
              <a:avLst/>
            </a:prstGeom>
            <a:solidFill>
              <a:srgbClr val="7F8C97">
                <a:alpha val="48000"/>
              </a:srgbClr>
            </a:solidFill>
            <a:ln w="0">
              <a:noFill/>
              <a:prstDash val="solid"/>
            </a:ln>
          </p:spPr>
        </p:sp>
        <p:sp>
          <p:nvSpPr>
            <p:cNvPr id="3303" name="03_assume_matched_3302">
              <a:extLst>
                <a:ext uri="{FF2B5EF4-FFF2-40B4-BE49-F238E27FC236}">
                  <a16:creationId xmlns:a16="http://schemas.microsoft.com/office/drawing/2014/main" id="{A9BA5388-E537-4495-86B4-887AFA42E8D3}"/>
                </a:ext>
              </a:extLst>
            </p:cNvPr>
            <p:cNvSpPr>
              <a:spLocks/>
            </p:cNvSpPr>
            <p:nvPr/>
          </p:nvSpPr>
          <p:spPr>
            <a:xfrm>
              <a:off x="5395291" y="6010168"/>
              <a:ext cx="28398" cy="28398"/>
            </a:xfrm>
            <a:prstGeom prst="ellipse">
              <a:avLst/>
            </a:prstGeom>
            <a:solidFill>
              <a:srgbClr val="7F8C97">
                <a:alpha val="48000"/>
              </a:srgbClr>
            </a:solidFill>
            <a:ln w="0">
              <a:noFill/>
              <a:prstDash val="solid"/>
            </a:ln>
          </p:spPr>
        </p:sp>
        <p:sp>
          <p:nvSpPr>
            <p:cNvPr id="3304" name="03_assume_matched_3303">
              <a:extLst>
                <a:ext uri="{FF2B5EF4-FFF2-40B4-BE49-F238E27FC236}">
                  <a16:creationId xmlns:a16="http://schemas.microsoft.com/office/drawing/2014/main" id="{82FAD0DA-B2DB-45D3-AFD8-1315EDB2C3EA}"/>
                </a:ext>
              </a:extLst>
            </p:cNvPr>
            <p:cNvSpPr>
              <a:spLocks/>
            </p:cNvSpPr>
            <p:nvPr/>
          </p:nvSpPr>
          <p:spPr>
            <a:xfrm>
              <a:off x="5327366" y="6595037"/>
              <a:ext cx="28398" cy="28398"/>
            </a:xfrm>
            <a:prstGeom prst="ellipse">
              <a:avLst/>
            </a:prstGeom>
            <a:solidFill>
              <a:srgbClr val="7F8C97">
                <a:alpha val="48000"/>
              </a:srgbClr>
            </a:solidFill>
            <a:ln w="0">
              <a:noFill/>
              <a:prstDash val="solid"/>
            </a:ln>
          </p:spPr>
        </p:sp>
        <p:sp>
          <p:nvSpPr>
            <p:cNvPr id="3305" name="03_assume_matched_3304">
              <a:extLst>
                <a:ext uri="{FF2B5EF4-FFF2-40B4-BE49-F238E27FC236}">
                  <a16:creationId xmlns:a16="http://schemas.microsoft.com/office/drawing/2014/main" id="{9047B65C-C64D-46BB-A048-93CDD2CF118E}"/>
                </a:ext>
              </a:extLst>
            </p:cNvPr>
            <p:cNvSpPr>
              <a:spLocks/>
            </p:cNvSpPr>
            <p:nvPr/>
          </p:nvSpPr>
          <p:spPr>
            <a:xfrm>
              <a:off x="5398169" y="6595037"/>
              <a:ext cx="28398" cy="28398"/>
            </a:xfrm>
            <a:prstGeom prst="ellipse">
              <a:avLst/>
            </a:prstGeom>
            <a:solidFill>
              <a:srgbClr val="7F8C97">
                <a:alpha val="48000"/>
              </a:srgbClr>
            </a:solidFill>
            <a:ln w="0">
              <a:noFill/>
              <a:prstDash val="solid"/>
            </a:ln>
          </p:spPr>
        </p:sp>
        <p:sp>
          <p:nvSpPr>
            <p:cNvPr id="3306" name="03_assume_matched_3305">
              <a:extLst>
                <a:ext uri="{FF2B5EF4-FFF2-40B4-BE49-F238E27FC236}">
                  <a16:creationId xmlns:a16="http://schemas.microsoft.com/office/drawing/2014/main" id="{B9595041-79CB-4843-A99A-F48D807D5669}"/>
                </a:ext>
              </a:extLst>
            </p:cNvPr>
            <p:cNvSpPr>
              <a:spLocks/>
            </p:cNvSpPr>
            <p:nvPr/>
          </p:nvSpPr>
          <p:spPr>
            <a:xfrm>
              <a:off x="5386512" y="6205124"/>
              <a:ext cx="28398" cy="28398"/>
            </a:xfrm>
            <a:prstGeom prst="ellipse">
              <a:avLst/>
            </a:prstGeom>
            <a:solidFill>
              <a:srgbClr val="7F8C97">
                <a:alpha val="48000"/>
              </a:srgbClr>
            </a:solidFill>
            <a:ln w="0">
              <a:noFill/>
              <a:prstDash val="solid"/>
            </a:ln>
          </p:spPr>
        </p:sp>
        <p:sp>
          <p:nvSpPr>
            <p:cNvPr id="3307" name="03_assume_matched_3306">
              <a:extLst>
                <a:ext uri="{FF2B5EF4-FFF2-40B4-BE49-F238E27FC236}">
                  <a16:creationId xmlns:a16="http://schemas.microsoft.com/office/drawing/2014/main" id="{FCB12816-572D-47F4-A68C-DCB88656A2B1}"/>
                </a:ext>
              </a:extLst>
            </p:cNvPr>
            <p:cNvSpPr>
              <a:spLocks/>
            </p:cNvSpPr>
            <p:nvPr/>
          </p:nvSpPr>
          <p:spPr>
            <a:xfrm>
              <a:off x="5392700" y="6010168"/>
              <a:ext cx="28398" cy="28398"/>
            </a:xfrm>
            <a:prstGeom prst="ellipse">
              <a:avLst/>
            </a:prstGeom>
            <a:solidFill>
              <a:srgbClr val="7F8C97">
                <a:alpha val="48000"/>
              </a:srgbClr>
            </a:solidFill>
            <a:ln w="0">
              <a:noFill/>
              <a:prstDash val="solid"/>
            </a:ln>
          </p:spPr>
        </p:sp>
        <p:sp>
          <p:nvSpPr>
            <p:cNvPr id="3308" name="03_assume_matched_3307">
              <a:extLst>
                <a:ext uri="{FF2B5EF4-FFF2-40B4-BE49-F238E27FC236}">
                  <a16:creationId xmlns:a16="http://schemas.microsoft.com/office/drawing/2014/main" id="{CBD259F7-8EC4-4096-AEE6-8F2B8787F572}"/>
                </a:ext>
              </a:extLst>
            </p:cNvPr>
            <p:cNvSpPr>
              <a:spLocks/>
            </p:cNvSpPr>
            <p:nvPr/>
          </p:nvSpPr>
          <p:spPr>
            <a:xfrm>
              <a:off x="5406084" y="6595037"/>
              <a:ext cx="28398" cy="28398"/>
            </a:xfrm>
            <a:prstGeom prst="ellipse">
              <a:avLst/>
            </a:prstGeom>
            <a:solidFill>
              <a:srgbClr val="7F8C97">
                <a:alpha val="48000"/>
              </a:srgbClr>
            </a:solidFill>
            <a:ln w="0">
              <a:noFill/>
              <a:prstDash val="solid"/>
            </a:ln>
          </p:spPr>
        </p:sp>
        <p:sp>
          <p:nvSpPr>
            <p:cNvPr id="3309" name="03_assume_matched_3308">
              <a:extLst>
                <a:ext uri="{FF2B5EF4-FFF2-40B4-BE49-F238E27FC236}">
                  <a16:creationId xmlns:a16="http://schemas.microsoft.com/office/drawing/2014/main" id="{0C375359-EC62-4906-96E9-A05CFB35280C}"/>
                </a:ext>
              </a:extLst>
            </p:cNvPr>
            <p:cNvSpPr>
              <a:spLocks/>
            </p:cNvSpPr>
            <p:nvPr/>
          </p:nvSpPr>
          <p:spPr>
            <a:xfrm>
              <a:off x="5314702" y="6010168"/>
              <a:ext cx="28398" cy="28398"/>
            </a:xfrm>
            <a:prstGeom prst="ellipse">
              <a:avLst/>
            </a:prstGeom>
            <a:solidFill>
              <a:srgbClr val="7F8C97">
                <a:alpha val="48000"/>
              </a:srgbClr>
            </a:solidFill>
            <a:ln w="0">
              <a:noFill/>
              <a:prstDash val="solid"/>
            </a:ln>
          </p:spPr>
        </p:sp>
        <p:sp>
          <p:nvSpPr>
            <p:cNvPr id="3310" name="03_assume_matched_3309">
              <a:extLst>
                <a:ext uri="{FF2B5EF4-FFF2-40B4-BE49-F238E27FC236}">
                  <a16:creationId xmlns:a16="http://schemas.microsoft.com/office/drawing/2014/main" id="{2A69EA70-8A9C-4C37-A527-7891FA56A8E0}"/>
                </a:ext>
              </a:extLst>
            </p:cNvPr>
            <p:cNvSpPr>
              <a:spLocks/>
            </p:cNvSpPr>
            <p:nvPr/>
          </p:nvSpPr>
          <p:spPr>
            <a:xfrm>
              <a:off x="5303909" y="6010168"/>
              <a:ext cx="28398" cy="28398"/>
            </a:xfrm>
            <a:prstGeom prst="ellipse">
              <a:avLst/>
            </a:prstGeom>
            <a:solidFill>
              <a:srgbClr val="7F8C97">
                <a:alpha val="48000"/>
              </a:srgbClr>
            </a:solidFill>
            <a:ln w="0">
              <a:noFill/>
              <a:prstDash val="solid"/>
            </a:ln>
          </p:spPr>
        </p:sp>
        <p:sp>
          <p:nvSpPr>
            <p:cNvPr id="3311" name="03_assume_matched_3310">
              <a:extLst>
                <a:ext uri="{FF2B5EF4-FFF2-40B4-BE49-F238E27FC236}">
                  <a16:creationId xmlns:a16="http://schemas.microsoft.com/office/drawing/2014/main" id="{784FD4EC-20CF-470C-869F-36CD3E24BE09}"/>
                </a:ext>
              </a:extLst>
            </p:cNvPr>
            <p:cNvSpPr>
              <a:spLocks/>
            </p:cNvSpPr>
            <p:nvPr/>
          </p:nvSpPr>
          <p:spPr>
            <a:xfrm>
              <a:off x="5386800" y="6156385"/>
              <a:ext cx="28398" cy="28398"/>
            </a:xfrm>
            <a:prstGeom prst="ellipse">
              <a:avLst/>
            </a:prstGeom>
            <a:solidFill>
              <a:srgbClr val="7F8C97">
                <a:alpha val="48000"/>
              </a:srgbClr>
            </a:solidFill>
            <a:ln w="0">
              <a:noFill/>
              <a:prstDash val="solid"/>
            </a:ln>
          </p:spPr>
        </p:sp>
        <p:sp>
          <p:nvSpPr>
            <p:cNvPr id="3312" name="03_assume_matched_3311">
              <a:extLst>
                <a:ext uri="{FF2B5EF4-FFF2-40B4-BE49-F238E27FC236}">
                  <a16:creationId xmlns:a16="http://schemas.microsoft.com/office/drawing/2014/main" id="{77EB8338-CFFC-4F84-B2FD-ED6B90547097}"/>
                </a:ext>
              </a:extLst>
            </p:cNvPr>
            <p:cNvSpPr>
              <a:spLocks/>
            </p:cNvSpPr>
            <p:nvPr/>
          </p:nvSpPr>
          <p:spPr>
            <a:xfrm>
              <a:off x="5423929" y="6135497"/>
              <a:ext cx="28398" cy="28398"/>
            </a:xfrm>
            <a:prstGeom prst="ellipse">
              <a:avLst/>
            </a:prstGeom>
            <a:solidFill>
              <a:srgbClr val="7F8C97">
                <a:alpha val="48000"/>
              </a:srgbClr>
            </a:solidFill>
            <a:ln w="0">
              <a:noFill/>
              <a:prstDash val="solid"/>
            </a:ln>
          </p:spPr>
        </p:sp>
        <p:sp>
          <p:nvSpPr>
            <p:cNvPr id="3313" name="03_assume_matched_3312">
              <a:extLst>
                <a:ext uri="{FF2B5EF4-FFF2-40B4-BE49-F238E27FC236}">
                  <a16:creationId xmlns:a16="http://schemas.microsoft.com/office/drawing/2014/main" id="{36328F19-BB34-49CD-B9E3-97CF96971204}"/>
                </a:ext>
              </a:extLst>
            </p:cNvPr>
            <p:cNvSpPr>
              <a:spLocks/>
            </p:cNvSpPr>
            <p:nvPr/>
          </p:nvSpPr>
          <p:spPr>
            <a:xfrm>
              <a:off x="5430117" y="6010168"/>
              <a:ext cx="28398" cy="28398"/>
            </a:xfrm>
            <a:prstGeom prst="ellipse">
              <a:avLst/>
            </a:prstGeom>
            <a:solidFill>
              <a:srgbClr val="7F8C97">
                <a:alpha val="48000"/>
              </a:srgbClr>
            </a:solidFill>
            <a:ln w="0">
              <a:noFill/>
              <a:prstDash val="solid"/>
            </a:ln>
          </p:spPr>
        </p:sp>
        <p:sp>
          <p:nvSpPr>
            <p:cNvPr id="3314" name="03_assume_matched_3313">
              <a:extLst>
                <a:ext uri="{FF2B5EF4-FFF2-40B4-BE49-F238E27FC236}">
                  <a16:creationId xmlns:a16="http://schemas.microsoft.com/office/drawing/2014/main" id="{E640E627-C872-4528-AF2B-A613A014263B}"/>
                </a:ext>
              </a:extLst>
            </p:cNvPr>
            <p:cNvSpPr>
              <a:spLocks/>
            </p:cNvSpPr>
            <p:nvPr/>
          </p:nvSpPr>
          <p:spPr>
            <a:xfrm>
              <a:off x="5341181" y="6302602"/>
              <a:ext cx="28398" cy="28398"/>
            </a:xfrm>
            <a:prstGeom prst="ellipse">
              <a:avLst/>
            </a:prstGeom>
            <a:solidFill>
              <a:srgbClr val="7F8C97">
                <a:alpha val="48000"/>
              </a:srgbClr>
            </a:solidFill>
            <a:ln w="0">
              <a:noFill/>
              <a:prstDash val="solid"/>
            </a:ln>
          </p:spPr>
        </p:sp>
        <p:sp>
          <p:nvSpPr>
            <p:cNvPr id="3315" name="03_assume_matched_3314">
              <a:extLst>
                <a:ext uri="{FF2B5EF4-FFF2-40B4-BE49-F238E27FC236}">
                  <a16:creationId xmlns:a16="http://schemas.microsoft.com/office/drawing/2014/main" id="{A0BDA19C-6CD3-464E-B9B0-BF8E0925B716}"/>
                </a:ext>
              </a:extLst>
            </p:cNvPr>
            <p:cNvSpPr>
              <a:spLocks/>
            </p:cNvSpPr>
            <p:nvPr/>
          </p:nvSpPr>
          <p:spPr>
            <a:xfrm>
              <a:off x="5393996" y="6400080"/>
              <a:ext cx="28398" cy="28398"/>
            </a:xfrm>
            <a:prstGeom prst="ellipse">
              <a:avLst/>
            </a:prstGeom>
            <a:solidFill>
              <a:srgbClr val="7F8C97">
                <a:alpha val="48000"/>
              </a:srgbClr>
            </a:solidFill>
            <a:ln w="0">
              <a:noFill/>
              <a:prstDash val="solid"/>
            </a:ln>
          </p:spPr>
        </p:sp>
        <p:sp>
          <p:nvSpPr>
            <p:cNvPr id="3316" name="03_assume_matched_3315">
              <a:extLst>
                <a:ext uri="{FF2B5EF4-FFF2-40B4-BE49-F238E27FC236}">
                  <a16:creationId xmlns:a16="http://schemas.microsoft.com/office/drawing/2014/main" id="{867D01CD-3EC9-4B7E-B964-5B7131055EFF}"/>
                </a:ext>
              </a:extLst>
            </p:cNvPr>
            <p:cNvSpPr>
              <a:spLocks/>
            </p:cNvSpPr>
            <p:nvPr/>
          </p:nvSpPr>
          <p:spPr>
            <a:xfrm>
              <a:off x="5404933" y="6010168"/>
              <a:ext cx="28398" cy="28398"/>
            </a:xfrm>
            <a:prstGeom prst="ellipse">
              <a:avLst/>
            </a:prstGeom>
            <a:solidFill>
              <a:srgbClr val="7F8C97">
                <a:alpha val="48000"/>
              </a:srgbClr>
            </a:solidFill>
            <a:ln w="0">
              <a:noFill/>
              <a:prstDash val="solid"/>
            </a:ln>
          </p:spPr>
        </p:sp>
        <p:sp>
          <p:nvSpPr>
            <p:cNvPr id="3317" name="03_assume_matched_3316">
              <a:extLst>
                <a:ext uri="{FF2B5EF4-FFF2-40B4-BE49-F238E27FC236}">
                  <a16:creationId xmlns:a16="http://schemas.microsoft.com/office/drawing/2014/main" id="{28434B40-419C-414B-BABA-94FA125EF6DC}"/>
                </a:ext>
              </a:extLst>
            </p:cNvPr>
            <p:cNvSpPr>
              <a:spLocks/>
            </p:cNvSpPr>
            <p:nvPr/>
          </p:nvSpPr>
          <p:spPr>
            <a:xfrm>
              <a:off x="5422346" y="6010168"/>
              <a:ext cx="28398" cy="28398"/>
            </a:xfrm>
            <a:prstGeom prst="ellipse">
              <a:avLst/>
            </a:prstGeom>
            <a:solidFill>
              <a:srgbClr val="7F8C97">
                <a:alpha val="48000"/>
              </a:srgbClr>
            </a:solidFill>
            <a:ln w="0">
              <a:noFill/>
              <a:prstDash val="solid"/>
            </a:ln>
          </p:spPr>
        </p:sp>
        <p:sp>
          <p:nvSpPr>
            <p:cNvPr id="3318" name="03_assume_matched_3317">
              <a:extLst>
                <a:ext uri="{FF2B5EF4-FFF2-40B4-BE49-F238E27FC236}">
                  <a16:creationId xmlns:a16="http://schemas.microsoft.com/office/drawing/2014/main" id="{01298FF6-A17C-471D-8726-40A61AFF375E}"/>
                </a:ext>
              </a:extLst>
            </p:cNvPr>
            <p:cNvSpPr>
              <a:spLocks/>
            </p:cNvSpPr>
            <p:nvPr/>
          </p:nvSpPr>
          <p:spPr>
            <a:xfrm>
              <a:off x="5407091" y="6010168"/>
              <a:ext cx="28398" cy="28398"/>
            </a:xfrm>
            <a:prstGeom prst="ellipse">
              <a:avLst/>
            </a:prstGeom>
            <a:solidFill>
              <a:srgbClr val="7F8C97">
                <a:alpha val="48000"/>
              </a:srgbClr>
            </a:solidFill>
            <a:ln w="0">
              <a:noFill/>
              <a:prstDash val="solid"/>
            </a:ln>
          </p:spPr>
        </p:sp>
        <p:sp>
          <p:nvSpPr>
            <p:cNvPr id="3319" name="03_assume_matched_3318">
              <a:extLst>
                <a:ext uri="{FF2B5EF4-FFF2-40B4-BE49-F238E27FC236}">
                  <a16:creationId xmlns:a16="http://schemas.microsoft.com/office/drawing/2014/main" id="{780A240B-EF00-42DF-BFF4-0E5E5B552087}"/>
                </a:ext>
              </a:extLst>
            </p:cNvPr>
            <p:cNvSpPr>
              <a:spLocks/>
            </p:cNvSpPr>
            <p:nvPr/>
          </p:nvSpPr>
          <p:spPr>
            <a:xfrm>
              <a:off x="5385361" y="6010168"/>
              <a:ext cx="28398" cy="28398"/>
            </a:xfrm>
            <a:prstGeom prst="ellipse">
              <a:avLst/>
            </a:prstGeom>
            <a:solidFill>
              <a:srgbClr val="7F8C97">
                <a:alpha val="48000"/>
              </a:srgbClr>
            </a:solidFill>
            <a:ln w="0">
              <a:noFill/>
              <a:prstDash val="solid"/>
            </a:ln>
          </p:spPr>
        </p:sp>
        <p:sp>
          <p:nvSpPr>
            <p:cNvPr id="3320" name="03_assume_matched_3319">
              <a:extLst>
                <a:ext uri="{FF2B5EF4-FFF2-40B4-BE49-F238E27FC236}">
                  <a16:creationId xmlns:a16="http://schemas.microsoft.com/office/drawing/2014/main" id="{B5E39832-B827-4F45-B3B4-6868C08BFD16}"/>
                </a:ext>
              </a:extLst>
            </p:cNvPr>
            <p:cNvSpPr>
              <a:spLocks/>
            </p:cNvSpPr>
            <p:nvPr/>
          </p:nvSpPr>
          <p:spPr>
            <a:xfrm>
              <a:off x="5297145" y="6010168"/>
              <a:ext cx="28398" cy="28398"/>
            </a:xfrm>
            <a:prstGeom prst="ellipse">
              <a:avLst/>
            </a:prstGeom>
            <a:solidFill>
              <a:srgbClr val="7F8C97">
                <a:alpha val="48000"/>
              </a:srgbClr>
            </a:solidFill>
            <a:ln w="0">
              <a:noFill/>
              <a:prstDash val="solid"/>
            </a:ln>
          </p:spPr>
        </p:sp>
        <p:sp>
          <p:nvSpPr>
            <p:cNvPr id="3321" name="03_assume_matched_3320">
              <a:extLst>
                <a:ext uri="{FF2B5EF4-FFF2-40B4-BE49-F238E27FC236}">
                  <a16:creationId xmlns:a16="http://schemas.microsoft.com/office/drawing/2014/main" id="{FD1B4BE3-5791-49AA-AC53-E9CAC070A483}"/>
                </a:ext>
              </a:extLst>
            </p:cNvPr>
            <p:cNvSpPr>
              <a:spLocks/>
            </p:cNvSpPr>
            <p:nvPr/>
          </p:nvSpPr>
          <p:spPr>
            <a:xfrm>
              <a:off x="5311104" y="6595037"/>
              <a:ext cx="28398" cy="28398"/>
            </a:xfrm>
            <a:prstGeom prst="ellipse">
              <a:avLst/>
            </a:prstGeom>
            <a:solidFill>
              <a:srgbClr val="7F8C97">
                <a:alpha val="48000"/>
              </a:srgbClr>
            </a:solidFill>
            <a:ln w="0">
              <a:noFill/>
              <a:prstDash val="solid"/>
            </a:ln>
          </p:spPr>
        </p:sp>
        <p:sp>
          <p:nvSpPr>
            <p:cNvPr id="3322" name="03_assume_matched_3321">
              <a:extLst>
                <a:ext uri="{FF2B5EF4-FFF2-40B4-BE49-F238E27FC236}">
                  <a16:creationId xmlns:a16="http://schemas.microsoft.com/office/drawing/2014/main" id="{B111AE6D-8CB5-4E5D-BE0D-5B222B256B49}"/>
                </a:ext>
              </a:extLst>
            </p:cNvPr>
            <p:cNvSpPr>
              <a:spLocks/>
            </p:cNvSpPr>
            <p:nvPr/>
          </p:nvSpPr>
          <p:spPr>
            <a:xfrm>
              <a:off x="5372265" y="6010168"/>
              <a:ext cx="28398" cy="28398"/>
            </a:xfrm>
            <a:prstGeom prst="ellipse">
              <a:avLst/>
            </a:prstGeom>
            <a:solidFill>
              <a:srgbClr val="7F8C97">
                <a:alpha val="48000"/>
              </a:srgbClr>
            </a:solidFill>
            <a:ln w="0">
              <a:noFill/>
              <a:prstDash val="solid"/>
            </a:ln>
          </p:spPr>
        </p:sp>
        <p:sp>
          <p:nvSpPr>
            <p:cNvPr id="3323" name="03_assume_matched_3322">
              <a:extLst>
                <a:ext uri="{FF2B5EF4-FFF2-40B4-BE49-F238E27FC236}">
                  <a16:creationId xmlns:a16="http://schemas.microsoft.com/office/drawing/2014/main" id="{136FF77C-7925-418C-83B0-78CDEE82D863}"/>
                </a:ext>
              </a:extLst>
            </p:cNvPr>
            <p:cNvSpPr>
              <a:spLocks/>
            </p:cNvSpPr>
            <p:nvPr/>
          </p:nvSpPr>
          <p:spPr>
            <a:xfrm>
              <a:off x="5317148" y="6595037"/>
              <a:ext cx="28398" cy="28398"/>
            </a:xfrm>
            <a:prstGeom prst="ellipse">
              <a:avLst/>
            </a:prstGeom>
            <a:solidFill>
              <a:srgbClr val="7F8C97">
                <a:alpha val="48000"/>
              </a:srgbClr>
            </a:solidFill>
            <a:ln w="0">
              <a:noFill/>
              <a:prstDash val="solid"/>
            </a:ln>
          </p:spPr>
        </p:sp>
        <p:sp>
          <p:nvSpPr>
            <p:cNvPr id="3324" name="03_assume_matched_3323">
              <a:extLst>
                <a:ext uri="{FF2B5EF4-FFF2-40B4-BE49-F238E27FC236}">
                  <a16:creationId xmlns:a16="http://schemas.microsoft.com/office/drawing/2014/main" id="{6B2966D3-5DB4-4D0C-96CC-D75FA6BDCCC4}"/>
                </a:ext>
              </a:extLst>
            </p:cNvPr>
            <p:cNvSpPr>
              <a:spLocks/>
            </p:cNvSpPr>
            <p:nvPr/>
          </p:nvSpPr>
          <p:spPr>
            <a:xfrm>
              <a:off x="5343196" y="6010168"/>
              <a:ext cx="28398" cy="28398"/>
            </a:xfrm>
            <a:prstGeom prst="ellipse">
              <a:avLst/>
            </a:prstGeom>
            <a:solidFill>
              <a:srgbClr val="7F8C97">
                <a:alpha val="48000"/>
              </a:srgbClr>
            </a:solidFill>
            <a:ln w="0">
              <a:noFill/>
              <a:prstDash val="solid"/>
            </a:ln>
          </p:spPr>
        </p:sp>
        <p:sp>
          <p:nvSpPr>
            <p:cNvPr id="3325" name="03_assume_matched_3324">
              <a:extLst>
                <a:ext uri="{FF2B5EF4-FFF2-40B4-BE49-F238E27FC236}">
                  <a16:creationId xmlns:a16="http://schemas.microsoft.com/office/drawing/2014/main" id="{56FD3E83-3CCB-478B-A38F-6191300AB4CE}"/>
                </a:ext>
              </a:extLst>
            </p:cNvPr>
            <p:cNvSpPr>
              <a:spLocks/>
            </p:cNvSpPr>
            <p:nvPr/>
          </p:nvSpPr>
          <p:spPr>
            <a:xfrm>
              <a:off x="5292252" y="6595037"/>
              <a:ext cx="28398" cy="28398"/>
            </a:xfrm>
            <a:prstGeom prst="ellipse">
              <a:avLst/>
            </a:prstGeom>
            <a:solidFill>
              <a:srgbClr val="7F8C97">
                <a:alpha val="48000"/>
              </a:srgbClr>
            </a:solidFill>
            <a:ln w="0">
              <a:noFill/>
              <a:prstDash val="solid"/>
            </a:ln>
          </p:spPr>
        </p:sp>
        <p:sp>
          <p:nvSpPr>
            <p:cNvPr id="3326" name="03_assume_matched_3325">
              <a:extLst>
                <a:ext uri="{FF2B5EF4-FFF2-40B4-BE49-F238E27FC236}">
                  <a16:creationId xmlns:a16="http://schemas.microsoft.com/office/drawing/2014/main" id="{212C4D79-C3B0-41A0-942D-9C07B95918DF}"/>
                </a:ext>
              </a:extLst>
            </p:cNvPr>
            <p:cNvSpPr>
              <a:spLocks/>
            </p:cNvSpPr>
            <p:nvPr/>
          </p:nvSpPr>
          <p:spPr>
            <a:xfrm>
              <a:off x="6164931" y="6010168"/>
              <a:ext cx="28398" cy="28398"/>
            </a:xfrm>
            <a:prstGeom prst="ellipse">
              <a:avLst/>
            </a:prstGeom>
            <a:solidFill>
              <a:srgbClr val="7F8C97">
                <a:alpha val="48000"/>
              </a:srgbClr>
            </a:solidFill>
            <a:ln w="0">
              <a:noFill/>
              <a:prstDash val="solid"/>
            </a:ln>
          </p:spPr>
        </p:sp>
        <p:sp>
          <p:nvSpPr>
            <p:cNvPr id="3327" name="03_assume_matched_3326">
              <a:extLst>
                <a:ext uri="{FF2B5EF4-FFF2-40B4-BE49-F238E27FC236}">
                  <a16:creationId xmlns:a16="http://schemas.microsoft.com/office/drawing/2014/main" id="{4220C54D-946C-4071-8F3C-D7C434456C2D}"/>
                </a:ext>
              </a:extLst>
            </p:cNvPr>
            <p:cNvSpPr>
              <a:spLocks/>
            </p:cNvSpPr>
            <p:nvPr/>
          </p:nvSpPr>
          <p:spPr>
            <a:xfrm>
              <a:off x="6153418" y="6010168"/>
              <a:ext cx="28398" cy="28398"/>
            </a:xfrm>
            <a:prstGeom prst="ellipse">
              <a:avLst/>
            </a:prstGeom>
            <a:solidFill>
              <a:srgbClr val="7F8C97">
                <a:alpha val="48000"/>
              </a:srgbClr>
            </a:solidFill>
            <a:ln w="0">
              <a:noFill/>
              <a:prstDash val="solid"/>
            </a:ln>
          </p:spPr>
        </p:sp>
        <p:sp>
          <p:nvSpPr>
            <p:cNvPr id="3328" name="03_assume_matched_3327">
              <a:extLst>
                <a:ext uri="{FF2B5EF4-FFF2-40B4-BE49-F238E27FC236}">
                  <a16:creationId xmlns:a16="http://schemas.microsoft.com/office/drawing/2014/main" id="{E1520CB7-19C4-4107-922E-A08C21DDAA0E}"/>
                </a:ext>
              </a:extLst>
            </p:cNvPr>
            <p:cNvSpPr>
              <a:spLocks/>
            </p:cNvSpPr>
            <p:nvPr/>
          </p:nvSpPr>
          <p:spPr>
            <a:xfrm>
              <a:off x="6096286" y="6010168"/>
              <a:ext cx="28398" cy="28398"/>
            </a:xfrm>
            <a:prstGeom prst="ellipse">
              <a:avLst/>
            </a:prstGeom>
            <a:solidFill>
              <a:srgbClr val="7F8C97">
                <a:alpha val="48000"/>
              </a:srgbClr>
            </a:solidFill>
            <a:ln w="0">
              <a:noFill/>
              <a:prstDash val="solid"/>
            </a:ln>
          </p:spPr>
        </p:sp>
        <p:sp>
          <p:nvSpPr>
            <p:cNvPr id="3329" name="03_assume_matched_3328">
              <a:extLst>
                <a:ext uri="{FF2B5EF4-FFF2-40B4-BE49-F238E27FC236}">
                  <a16:creationId xmlns:a16="http://schemas.microsoft.com/office/drawing/2014/main" id="{F84B4164-3E06-4EEE-B1C8-57A9021F7993}"/>
                </a:ext>
              </a:extLst>
            </p:cNvPr>
            <p:cNvSpPr>
              <a:spLocks/>
            </p:cNvSpPr>
            <p:nvPr/>
          </p:nvSpPr>
          <p:spPr>
            <a:xfrm>
              <a:off x="6175149" y="6010168"/>
              <a:ext cx="28398" cy="28398"/>
            </a:xfrm>
            <a:prstGeom prst="ellipse">
              <a:avLst/>
            </a:prstGeom>
            <a:solidFill>
              <a:srgbClr val="7F8C97">
                <a:alpha val="48000"/>
              </a:srgbClr>
            </a:solidFill>
            <a:ln w="0">
              <a:noFill/>
              <a:prstDash val="solid"/>
            </a:ln>
          </p:spPr>
        </p:sp>
        <p:sp>
          <p:nvSpPr>
            <p:cNvPr id="3330" name="03_assume_matched_3329">
              <a:extLst>
                <a:ext uri="{FF2B5EF4-FFF2-40B4-BE49-F238E27FC236}">
                  <a16:creationId xmlns:a16="http://schemas.microsoft.com/office/drawing/2014/main" id="{3BAEA648-2CDF-4940-AB08-3642AEF97E60}"/>
                </a:ext>
              </a:extLst>
            </p:cNvPr>
            <p:cNvSpPr>
              <a:spLocks/>
            </p:cNvSpPr>
            <p:nvPr/>
          </p:nvSpPr>
          <p:spPr>
            <a:xfrm>
              <a:off x="6142913" y="6010168"/>
              <a:ext cx="28398" cy="28398"/>
            </a:xfrm>
            <a:prstGeom prst="ellipse">
              <a:avLst/>
            </a:prstGeom>
            <a:solidFill>
              <a:srgbClr val="7F8C97">
                <a:alpha val="48000"/>
              </a:srgbClr>
            </a:solidFill>
            <a:ln w="0">
              <a:noFill/>
              <a:prstDash val="solid"/>
            </a:ln>
          </p:spPr>
        </p:sp>
        <p:sp>
          <p:nvSpPr>
            <p:cNvPr id="3331" name="03_assume_matched_3330">
              <a:extLst>
                <a:ext uri="{FF2B5EF4-FFF2-40B4-BE49-F238E27FC236}">
                  <a16:creationId xmlns:a16="http://schemas.microsoft.com/office/drawing/2014/main" id="{C7C99EE8-5F87-4501-939C-1EE48D6815FD}"/>
                </a:ext>
              </a:extLst>
            </p:cNvPr>
            <p:cNvSpPr>
              <a:spLocks/>
            </p:cNvSpPr>
            <p:nvPr/>
          </p:nvSpPr>
          <p:spPr>
            <a:xfrm>
              <a:off x="6047645" y="6010168"/>
              <a:ext cx="28398" cy="28398"/>
            </a:xfrm>
            <a:prstGeom prst="ellipse">
              <a:avLst/>
            </a:prstGeom>
            <a:solidFill>
              <a:srgbClr val="7F8C97">
                <a:alpha val="48000"/>
              </a:srgbClr>
            </a:solidFill>
            <a:ln w="0">
              <a:noFill/>
              <a:prstDash val="solid"/>
            </a:ln>
          </p:spPr>
        </p:sp>
        <p:sp>
          <p:nvSpPr>
            <p:cNvPr id="3332" name="03_assume_matched_3331">
              <a:extLst>
                <a:ext uri="{FF2B5EF4-FFF2-40B4-BE49-F238E27FC236}">
                  <a16:creationId xmlns:a16="http://schemas.microsoft.com/office/drawing/2014/main" id="{5EEE17CB-809B-43A7-AF2C-18AE843F1CCB}"/>
                </a:ext>
              </a:extLst>
            </p:cNvPr>
            <p:cNvSpPr>
              <a:spLocks/>
            </p:cNvSpPr>
            <p:nvPr/>
          </p:nvSpPr>
          <p:spPr>
            <a:xfrm>
              <a:off x="6078298" y="6010168"/>
              <a:ext cx="28398" cy="28398"/>
            </a:xfrm>
            <a:prstGeom prst="ellipse">
              <a:avLst/>
            </a:prstGeom>
            <a:solidFill>
              <a:srgbClr val="7F8C97">
                <a:alpha val="48000"/>
              </a:srgbClr>
            </a:solidFill>
            <a:ln w="0">
              <a:noFill/>
              <a:prstDash val="solid"/>
            </a:ln>
          </p:spPr>
        </p:sp>
        <p:sp>
          <p:nvSpPr>
            <p:cNvPr id="3333" name="03_assume_matched_3332">
              <a:extLst>
                <a:ext uri="{FF2B5EF4-FFF2-40B4-BE49-F238E27FC236}">
                  <a16:creationId xmlns:a16="http://schemas.microsoft.com/office/drawing/2014/main" id="{FDF924C6-1321-4B4F-9E81-B99023E5D3E5}"/>
                </a:ext>
              </a:extLst>
            </p:cNvPr>
            <p:cNvSpPr>
              <a:spLocks/>
            </p:cNvSpPr>
            <p:nvPr/>
          </p:nvSpPr>
          <p:spPr>
            <a:xfrm>
              <a:off x="6047357" y="6448819"/>
              <a:ext cx="28398" cy="28398"/>
            </a:xfrm>
            <a:prstGeom prst="ellipse">
              <a:avLst/>
            </a:prstGeom>
            <a:solidFill>
              <a:srgbClr val="7F8C97">
                <a:alpha val="48000"/>
              </a:srgbClr>
            </a:solidFill>
            <a:ln w="0">
              <a:noFill/>
              <a:prstDash val="solid"/>
            </a:ln>
          </p:spPr>
        </p:sp>
        <p:sp>
          <p:nvSpPr>
            <p:cNvPr id="3334" name="03_assume_matched_3333">
              <a:extLst>
                <a:ext uri="{FF2B5EF4-FFF2-40B4-BE49-F238E27FC236}">
                  <a16:creationId xmlns:a16="http://schemas.microsoft.com/office/drawing/2014/main" id="{79140B99-EB37-45A9-A73A-AB80CEDFB568}"/>
                </a:ext>
              </a:extLst>
            </p:cNvPr>
            <p:cNvSpPr>
              <a:spLocks/>
            </p:cNvSpPr>
            <p:nvPr/>
          </p:nvSpPr>
          <p:spPr>
            <a:xfrm>
              <a:off x="6128666" y="6010168"/>
              <a:ext cx="28398" cy="28398"/>
            </a:xfrm>
            <a:prstGeom prst="ellipse">
              <a:avLst/>
            </a:prstGeom>
            <a:solidFill>
              <a:srgbClr val="7F8C97">
                <a:alpha val="48000"/>
              </a:srgbClr>
            </a:solidFill>
            <a:ln w="0">
              <a:noFill/>
              <a:prstDash val="solid"/>
            </a:ln>
          </p:spPr>
        </p:sp>
        <p:sp>
          <p:nvSpPr>
            <p:cNvPr id="3335" name="03_assume_matched_3334">
              <a:extLst>
                <a:ext uri="{FF2B5EF4-FFF2-40B4-BE49-F238E27FC236}">
                  <a16:creationId xmlns:a16="http://schemas.microsoft.com/office/drawing/2014/main" id="{50A45726-01AF-4803-8FAC-81E5AF5B12BB}"/>
                </a:ext>
              </a:extLst>
            </p:cNvPr>
            <p:cNvSpPr>
              <a:spLocks/>
            </p:cNvSpPr>
            <p:nvPr/>
          </p:nvSpPr>
          <p:spPr>
            <a:xfrm>
              <a:off x="6109958" y="6010168"/>
              <a:ext cx="28398" cy="28398"/>
            </a:xfrm>
            <a:prstGeom prst="ellipse">
              <a:avLst/>
            </a:prstGeom>
            <a:solidFill>
              <a:srgbClr val="7F8C97">
                <a:alpha val="48000"/>
              </a:srgbClr>
            </a:solidFill>
            <a:ln w="0">
              <a:noFill/>
              <a:prstDash val="solid"/>
            </a:ln>
          </p:spPr>
        </p:sp>
        <p:sp>
          <p:nvSpPr>
            <p:cNvPr id="3336" name="03_assume_matched_3335">
              <a:extLst>
                <a:ext uri="{FF2B5EF4-FFF2-40B4-BE49-F238E27FC236}">
                  <a16:creationId xmlns:a16="http://schemas.microsoft.com/office/drawing/2014/main" id="{2D244ADA-EA20-46A5-BAEA-E516B488DAA3}"/>
                </a:ext>
              </a:extLst>
            </p:cNvPr>
            <p:cNvSpPr>
              <a:spLocks/>
            </p:cNvSpPr>
            <p:nvPr/>
          </p:nvSpPr>
          <p:spPr>
            <a:xfrm>
              <a:off x="6094703" y="6010168"/>
              <a:ext cx="28398" cy="28398"/>
            </a:xfrm>
            <a:prstGeom prst="ellipse">
              <a:avLst/>
            </a:prstGeom>
            <a:solidFill>
              <a:srgbClr val="7F8C97">
                <a:alpha val="48000"/>
              </a:srgbClr>
            </a:solidFill>
            <a:ln w="0">
              <a:noFill/>
              <a:prstDash val="solid"/>
            </a:ln>
          </p:spPr>
        </p:sp>
        <p:sp>
          <p:nvSpPr>
            <p:cNvPr id="3337" name="03_assume_matched_3336">
              <a:extLst>
                <a:ext uri="{FF2B5EF4-FFF2-40B4-BE49-F238E27FC236}">
                  <a16:creationId xmlns:a16="http://schemas.microsoft.com/office/drawing/2014/main" id="{95676A96-52DB-4D11-9C66-EC1424BBEDB3}"/>
                </a:ext>
              </a:extLst>
            </p:cNvPr>
            <p:cNvSpPr>
              <a:spLocks/>
            </p:cNvSpPr>
            <p:nvPr/>
          </p:nvSpPr>
          <p:spPr>
            <a:xfrm>
              <a:off x="6080456" y="6595037"/>
              <a:ext cx="28398" cy="28398"/>
            </a:xfrm>
            <a:prstGeom prst="ellipse">
              <a:avLst/>
            </a:prstGeom>
            <a:solidFill>
              <a:srgbClr val="7F8C97">
                <a:alpha val="48000"/>
              </a:srgbClr>
            </a:solidFill>
            <a:ln w="0">
              <a:noFill/>
              <a:prstDash val="solid"/>
            </a:ln>
          </p:spPr>
        </p:sp>
        <p:sp>
          <p:nvSpPr>
            <p:cNvPr id="3338" name="03_assume_matched_3337">
              <a:extLst>
                <a:ext uri="{FF2B5EF4-FFF2-40B4-BE49-F238E27FC236}">
                  <a16:creationId xmlns:a16="http://schemas.microsoft.com/office/drawing/2014/main" id="{8418FA7F-B7D8-4A8A-8AAB-0817C6E8882D}"/>
                </a:ext>
              </a:extLst>
            </p:cNvPr>
            <p:cNvSpPr>
              <a:spLocks/>
            </p:cNvSpPr>
            <p:nvPr/>
          </p:nvSpPr>
          <p:spPr>
            <a:xfrm>
              <a:off x="6096862" y="6010168"/>
              <a:ext cx="28398" cy="28398"/>
            </a:xfrm>
            <a:prstGeom prst="ellipse">
              <a:avLst/>
            </a:prstGeom>
            <a:solidFill>
              <a:srgbClr val="7F8C97">
                <a:alpha val="48000"/>
              </a:srgbClr>
            </a:solidFill>
            <a:ln w="0">
              <a:noFill/>
              <a:prstDash val="solid"/>
            </a:ln>
          </p:spPr>
        </p:sp>
        <p:sp>
          <p:nvSpPr>
            <p:cNvPr id="3339" name="03_assume_matched_3338">
              <a:extLst>
                <a:ext uri="{FF2B5EF4-FFF2-40B4-BE49-F238E27FC236}">
                  <a16:creationId xmlns:a16="http://schemas.microsoft.com/office/drawing/2014/main" id="{5B404189-38FC-49F0-89E4-ABF27F4A632F}"/>
                </a:ext>
              </a:extLst>
            </p:cNvPr>
            <p:cNvSpPr>
              <a:spLocks/>
            </p:cNvSpPr>
            <p:nvPr/>
          </p:nvSpPr>
          <p:spPr>
            <a:xfrm>
              <a:off x="6182056" y="6302602"/>
              <a:ext cx="28398" cy="28398"/>
            </a:xfrm>
            <a:prstGeom prst="ellipse">
              <a:avLst/>
            </a:prstGeom>
            <a:solidFill>
              <a:srgbClr val="7F8C97">
                <a:alpha val="48000"/>
              </a:srgbClr>
            </a:solidFill>
            <a:ln w="0">
              <a:noFill/>
              <a:prstDash val="solid"/>
            </a:ln>
          </p:spPr>
        </p:sp>
        <p:sp>
          <p:nvSpPr>
            <p:cNvPr id="3340" name="03_assume_matched_3339">
              <a:extLst>
                <a:ext uri="{FF2B5EF4-FFF2-40B4-BE49-F238E27FC236}">
                  <a16:creationId xmlns:a16="http://schemas.microsoft.com/office/drawing/2014/main" id="{FF2E942B-5B1E-4C18-A170-CC7D7505F223}"/>
                </a:ext>
              </a:extLst>
            </p:cNvPr>
            <p:cNvSpPr>
              <a:spLocks/>
            </p:cNvSpPr>
            <p:nvPr/>
          </p:nvSpPr>
          <p:spPr>
            <a:xfrm>
              <a:off x="6137013" y="6010168"/>
              <a:ext cx="28398" cy="28398"/>
            </a:xfrm>
            <a:prstGeom prst="ellipse">
              <a:avLst/>
            </a:prstGeom>
            <a:solidFill>
              <a:srgbClr val="7F8C97">
                <a:alpha val="48000"/>
              </a:srgbClr>
            </a:solidFill>
            <a:ln w="0">
              <a:noFill/>
              <a:prstDash val="solid"/>
            </a:ln>
          </p:spPr>
        </p:sp>
        <p:sp>
          <p:nvSpPr>
            <p:cNvPr id="3341" name="03_assume_matched_3340">
              <a:extLst>
                <a:ext uri="{FF2B5EF4-FFF2-40B4-BE49-F238E27FC236}">
                  <a16:creationId xmlns:a16="http://schemas.microsoft.com/office/drawing/2014/main" id="{C816C42C-973A-4D99-895D-DAB2802D05B7}"/>
                </a:ext>
              </a:extLst>
            </p:cNvPr>
            <p:cNvSpPr>
              <a:spLocks/>
            </p:cNvSpPr>
            <p:nvPr/>
          </p:nvSpPr>
          <p:spPr>
            <a:xfrm>
              <a:off x="6146799" y="6595037"/>
              <a:ext cx="28398" cy="28398"/>
            </a:xfrm>
            <a:prstGeom prst="ellipse">
              <a:avLst/>
            </a:prstGeom>
            <a:solidFill>
              <a:srgbClr val="7F8C97">
                <a:alpha val="48000"/>
              </a:srgbClr>
            </a:solidFill>
            <a:ln w="0">
              <a:noFill/>
              <a:prstDash val="solid"/>
            </a:ln>
          </p:spPr>
        </p:sp>
        <p:sp>
          <p:nvSpPr>
            <p:cNvPr id="3342" name="03_assume_matched_3341">
              <a:extLst>
                <a:ext uri="{FF2B5EF4-FFF2-40B4-BE49-F238E27FC236}">
                  <a16:creationId xmlns:a16="http://schemas.microsoft.com/office/drawing/2014/main" id="{703902A9-7239-4220-A8EE-5F56FAB68ADE}"/>
                </a:ext>
              </a:extLst>
            </p:cNvPr>
            <p:cNvSpPr>
              <a:spLocks/>
            </p:cNvSpPr>
            <p:nvPr/>
          </p:nvSpPr>
          <p:spPr>
            <a:xfrm>
              <a:off x="6083622" y="6530051"/>
              <a:ext cx="28398" cy="28398"/>
            </a:xfrm>
            <a:prstGeom prst="ellipse">
              <a:avLst/>
            </a:prstGeom>
            <a:solidFill>
              <a:srgbClr val="7F8C97">
                <a:alpha val="48000"/>
              </a:srgbClr>
            </a:solidFill>
            <a:ln w="0">
              <a:noFill/>
              <a:prstDash val="solid"/>
            </a:ln>
          </p:spPr>
        </p:sp>
        <p:sp>
          <p:nvSpPr>
            <p:cNvPr id="3343" name="03_assume_matched_3342">
              <a:extLst>
                <a:ext uri="{FF2B5EF4-FFF2-40B4-BE49-F238E27FC236}">
                  <a16:creationId xmlns:a16="http://schemas.microsoft.com/office/drawing/2014/main" id="{CF97B37B-C09C-4F5D-97C7-8C06D194BF2C}"/>
                </a:ext>
              </a:extLst>
            </p:cNvPr>
            <p:cNvSpPr>
              <a:spLocks/>
            </p:cNvSpPr>
            <p:nvPr/>
          </p:nvSpPr>
          <p:spPr>
            <a:xfrm>
              <a:off x="6173997" y="6400080"/>
              <a:ext cx="28398" cy="28398"/>
            </a:xfrm>
            <a:prstGeom prst="ellipse">
              <a:avLst/>
            </a:prstGeom>
            <a:solidFill>
              <a:srgbClr val="7F8C97">
                <a:alpha val="48000"/>
              </a:srgbClr>
            </a:solidFill>
            <a:ln w="0">
              <a:noFill/>
              <a:prstDash val="solid"/>
            </a:ln>
          </p:spPr>
        </p:sp>
        <p:sp>
          <p:nvSpPr>
            <p:cNvPr id="3344" name="03_assume_matched_3343">
              <a:extLst>
                <a:ext uri="{FF2B5EF4-FFF2-40B4-BE49-F238E27FC236}">
                  <a16:creationId xmlns:a16="http://schemas.microsoft.com/office/drawing/2014/main" id="{10B1906E-8B1F-41AE-A463-652A96F07D40}"/>
                </a:ext>
              </a:extLst>
            </p:cNvPr>
            <p:cNvSpPr>
              <a:spLocks/>
            </p:cNvSpPr>
            <p:nvPr/>
          </p:nvSpPr>
          <p:spPr>
            <a:xfrm>
              <a:off x="6147086" y="6010168"/>
              <a:ext cx="28398" cy="28398"/>
            </a:xfrm>
            <a:prstGeom prst="ellipse">
              <a:avLst/>
            </a:prstGeom>
            <a:solidFill>
              <a:srgbClr val="7F8C97">
                <a:alpha val="48000"/>
              </a:srgbClr>
            </a:solidFill>
            <a:ln w="0">
              <a:noFill/>
              <a:prstDash val="solid"/>
            </a:ln>
          </p:spPr>
        </p:sp>
        <p:sp>
          <p:nvSpPr>
            <p:cNvPr id="3345" name="03_assume_matched_3344">
              <a:extLst>
                <a:ext uri="{FF2B5EF4-FFF2-40B4-BE49-F238E27FC236}">
                  <a16:creationId xmlns:a16="http://schemas.microsoft.com/office/drawing/2014/main" id="{A180D125-F875-48C0-A2A2-257E7CDD17FA}"/>
                </a:ext>
              </a:extLst>
            </p:cNvPr>
            <p:cNvSpPr>
              <a:spLocks/>
            </p:cNvSpPr>
            <p:nvPr/>
          </p:nvSpPr>
          <p:spPr>
            <a:xfrm>
              <a:off x="6064914" y="6595037"/>
              <a:ext cx="28398" cy="28398"/>
            </a:xfrm>
            <a:prstGeom prst="ellipse">
              <a:avLst/>
            </a:prstGeom>
            <a:solidFill>
              <a:srgbClr val="7F8C97">
                <a:alpha val="48000"/>
              </a:srgbClr>
            </a:solidFill>
            <a:ln w="0">
              <a:noFill/>
              <a:prstDash val="solid"/>
            </a:ln>
          </p:spPr>
        </p:sp>
        <p:sp>
          <p:nvSpPr>
            <p:cNvPr id="3346" name="03_assume_matched_3345">
              <a:extLst>
                <a:ext uri="{FF2B5EF4-FFF2-40B4-BE49-F238E27FC236}">
                  <a16:creationId xmlns:a16="http://schemas.microsoft.com/office/drawing/2014/main" id="{432D4FB1-2574-448A-907E-A5B27895D2DF}"/>
                </a:ext>
              </a:extLst>
            </p:cNvPr>
            <p:cNvSpPr>
              <a:spLocks/>
            </p:cNvSpPr>
            <p:nvPr/>
          </p:nvSpPr>
          <p:spPr>
            <a:xfrm>
              <a:off x="6072254" y="6010168"/>
              <a:ext cx="28398" cy="28398"/>
            </a:xfrm>
            <a:prstGeom prst="ellipse">
              <a:avLst/>
            </a:prstGeom>
            <a:solidFill>
              <a:srgbClr val="7F8C97">
                <a:alpha val="48000"/>
              </a:srgbClr>
            </a:solidFill>
            <a:ln w="0">
              <a:noFill/>
              <a:prstDash val="solid"/>
            </a:ln>
          </p:spPr>
        </p:sp>
        <p:sp>
          <p:nvSpPr>
            <p:cNvPr id="3347" name="03_assume_matched_3346">
              <a:extLst>
                <a:ext uri="{FF2B5EF4-FFF2-40B4-BE49-F238E27FC236}">
                  <a16:creationId xmlns:a16="http://schemas.microsoft.com/office/drawing/2014/main" id="{7A6EFF1F-A50D-4042-8EBC-A49475F54608}"/>
                </a:ext>
              </a:extLst>
            </p:cNvPr>
            <p:cNvSpPr>
              <a:spLocks/>
            </p:cNvSpPr>
            <p:nvPr/>
          </p:nvSpPr>
          <p:spPr>
            <a:xfrm>
              <a:off x="6083479" y="6400080"/>
              <a:ext cx="28398" cy="28398"/>
            </a:xfrm>
            <a:prstGeom prst="ellipse">
              <a:avLst/>
            </a:prstGeom>
            <a:solidFill>
              <a:srgbClr val="7F8C97">
                <a:alpha val="48000"/>
              </a:srgbClr>
            </a:solidFill>
            <a:ln w="0">
              <a:noFill/>
              <a:prstDash val="solid"/>
            </a:ln>
          </p:spPr>
        </p:sp>
        <p:sp>
          <p:nvSpPr>
            <p:cNvPr id="3348" name="03_assume_matched_3347">
              <a:extLst>
                <a:ext uri="{FF2B5EF4-FFF2-40B4-BE49-F238E27FC236}">
                  <a16:creationId xmlns:a16="http://schemas.microsoft.com/office/drawing/2014/main" id="{AFEC0B58-2346-436D-ADC6-1ECA1639753F}"/>
                </a:ext>
              </a:extLst>
            </p:cNvPr>
            <p:cNvSpPr>
              <a:spLocks/>
            </p:cNvSpPr>
            <p:nvPr/>
          </p:nvSpPr>
          <p:spPr>
            <a:xfrm>
              <a:off x="6172846" y="6010168"/>
              <a:ext cx="28398" cy="28398"/>
            </a:xfrm>
            <a:prstGeom prst="ellipse">
              <a:avLst/>
            </a:prstGeom>
            <a:solidFill>
              <a:srgbClr val="7F8C97">
                <a:alpha val="48000"/>
              </a:srgbClr>
            </a:solidFill>
            <a:ln w="0">
              <a:noFill/>
              <a:prstDash val="solid"/>
            </a:ln>
          </p:spPr>
        </p:sp>
        <p:sp>
          <p:nvSpPr>
            <p:cNvPr id="3349" name="03_assume_matched_3348">
              <a:extLst>
                <a:ext uri="{FF2B5EF4-FFF2-40B4-BE49-F238E27FC236}">
                  <a16:creationId xmlns:a16="http://schemas.microsoft.com/office/drawing/2014/main" id="{E7F68400-5D1A-4693-B648-555D89EB13EF}"/>
                </a:ext>
              </a:extLst>
            </p:cNvPr>
            <p:cNvSpPr>
              <a:spLocks/>
            </p:cNvSpPr>
            <p:nvPr/>
          </p:nvSpPr>
          <p:spPr>
            <a:xfrm>
              <a:off x="6085781" y="6010168"/>
              <a:ext cx="28398" cy="28398"/>
            </a:xfrm>
            <a:prstGeom prst="ellipse">
              <a:avLst/>
            </a:prstGeom>
            <a:solidFill>
              <a:srgbClr val="7F8C97">
                <a:alpha val="48000"/>
              </a:srgbClr>
            </a:solidFill>
            <a:ln w="0">
              <a:noFill/>
              <a:prstDash val="solid"/>
            </a:ln>
          </p:spPr>
        </p:sp>
        <p:sp>
          <p:nvSpPr>
            <p:cNvPr id="3350" name="03_assume_matched_3349">
              <a:extLst>
                <a:ext uri="{FF2B5EF4-FFF2-40B4-BE49-F238E27FC236}">
                  <a16:creationId xmlns:a16="http://schemas.microsoft.com/office/drawing/2014/main" id="{57367AA0-5DFB-4198-A99D-F3900D41C953}"/>
                </a:ext>
              </a:extLst>
            </p:cNvPr>
            <p:cNvSpPr>
              <a:spLocks/>
            </p:cNvSpPr>
            <p:nvPr/>
          </p:nvSpPr>
          <p:spPr>
            <a:xfrm>
              <a:off x="6164787" y="6400080"/>
              <a:ext cx="28398" cy="28398"/>
            </a:xfrm>
            <a:prstGeom prst="ellipse">
              <a:avLst/>
            </a:prstGeom>
            <a:solidFill>
              <a:srgbClr val="7F8C97">
                <a:alpha val="48000"/>
              </a:srgbClr>
            </a:solidFill>
            <a:ln w="0">
              <a:noFill/>
              <a:prstDash val="solid"/>
            </a:ln>
          </p:spPr>
        </p:sp>
        <p:sp>
          <p:nvSpPr>
            <p:cNvPr id="3351" name="03_assume_matched_3350">
              <a:extLst>
                <a:ext uri="{FF2B5EF4-FFF2-40B4-BE49-F238E27FC236}">
                  <a16:creationId xmlns:a16="http://schemas.microsoft.com/office/drawing/2014/main" id="{817B71C9-809B-4027-86C2-0F50CA5558E1}"/>
                </a:ext>
              </a:extLst>
            </p:cNvPr>
            <p:cNvSpPr>
              <a:spLocks/>
            </p:cNvSpPr>
            <p:nvPr/>
          </p:nvSpPr>
          <p:spPr>
            <a:xfrm>
              <a:off x="6165938" y="6010168"/>
              <a:ext cx="28398" cy="28398"/>
            </a:xfrm>
            <a:prstGeom prst="ellipse">
              <a:avLst/>
            </a:prstGeom>
            <a:solidFill>
              <a:srgbClr val="7F8C97">
                <a:alpha val="48000"/>
              </a:srgbClr>
            </a:solidFill>
            <a:ln w="0">
              <a:noFill/>
              <a:prstDash val="solid"/>
            </a:ln>
          </p:spPr>
        </p:sp>
        <p:sp>
          <p:nvSpPr>
            <p:cNvPr id="3352" name="03_assume_matched_3351">
              <a:extLst>
                <a:ext uri="{FF2B5EF4-FFF2-40B4-BE49-F238E27FC236}">
                  <a16:creationId xmlns:a16="http://schemas.microsoft.com/office/drawing/2014/main" id="{E01FCEC6-D801-4377-898D-6B23DE9A1FAF}"/>
                </a:ext>
              </a:extLst>
            </p:cNvPr>
            <p:cNvSpPr>
              <a:spLocks/>
            </p:cNvSpPr>
            <p:nvPr/>
          </p:nvSpPr>
          <p:spPr>
            <a:xfrm>
              <a:off x="6169680" y="6595037"/>
              <a:ext cx="28398" cy="28398"/>
            </a:xfrm>
            <a:prstGeom prst="ellipse">
              <a:avLst/>
            </a:prstGeom>
            <a:solidFill>
              <a:srgbClr val="7F8C97">
                <a:alpha val="48000"/>
              </a:srgbClr>
            </a:solidFill>
            <a:ln w="0">
              <a:noFill/>
              <a:prstDash val="solid"/>
            </a:ln>
          </p:spPr>
        </p:sp>
        <p:sp>
          <p:nvSpPr>
            <p:cNvPr id="3353" name="03_assume_matched_3352">
              <a:extLst>
                <a:ext uri="{FF2B5EF4-FFF2-40B4-BE49-F238E27FC236}">
                  <a16:creationId xmlns:a16="http://schemas.microsoft.com/office/drawing/2014/main" id="{38E175DF-7FB7-4DE3-8F31-2488AA0E9903}"/>
                </a:ext>
              </a:extLst>
            </p:cNvPr>
            <p:cNvSpPr>
              <a:spLocks/>
            </p:cNvSpPr>
            <p:nvPr/>
          </p:nvSpPr>
          <p:spPr>
            <a:xfrm>
              <a:off x="6086932" y="6595037"/>
              <a:ext cx="28398" cy="28398"/>
            </a:xfrm>
            <a:prstGeom prst="ellipse">
              <a:avLst/>
            </a:prstGeom>
            <a:solidFill>
              <a:srgbClr val="7F8C97">
                <a:alpha val="48000"/>
              </a:srgbClr>
            </a:solidFill>
            <a:ln w="0">
              <a:noFill/>
              <a:prstDash val="solid"/>
            </a:ln>
          </p:spPr>
        </p:sp>
        <p:sp>
          <p:nvSpPr>
            <p:cNvPr id="3354" name="03_assume_matched_3353">
              <a:extLst>
                <a:ext uri="{FF2B5EF4-FFF2-40B4-BE49-F238E27FC236}">
                  <a16:creationId xmlns:a16="http://schemas.microsoft.com/office/drawing/2014/main" id="{6804DFC7-7CC8-4A3D-8A9F-0FA8B86BB102}"/>
                </a:ext>
              </a:extLst>
            </p:cNvPr>
            <p:cNvSpPr>
              <a:spLocks/>
            </p:cNvSpPr>
            <p:nvPr/>
          </p:nvSpPr>
          <p:spPr>
            <a:xfrm>
              <a:off x="6065202" y="6010168"/>
              <a:ext cx="28398" cy="28398"/>
            </a:xfrm>
            <a:prstGeom prst="ellipse">
              <a:avLst/>
            </a:prstGeom>
            <a:solidFill>
              <a:srgbClr val="7F8C97">
                <a:alpha val="48000"/>
              </a:srgbClr>
            </a:solidFill>
            <a:ln w="0">
              <a:noFill/>
              <a:prstDash val="solid"/>
            </a:ln>
          </p:spPr>
        </p:sp>
        <p:sp>
          <p:nvSpPr>
            <p:cNvPr id="3355" name="03_assume_matched_3354">
              <a:extLst>
                <a:ext uri="{FF2B5EF4-FFF2-40B4-BE49-F238E27FC236}">
                  <a16:creationId xmlns:a16="http://schemas.microsoft.com/office/drawing/2014/main" id="{340C0AAC-7328-4903-90AD-ABF375D8AC80}"/>
                </a:ext>
              </a:extLst>
            </p:cNvPr>
            <p:cNvSpPr>
              <a:spLocks/>
            </p:cNvSpPr>
            <p:nvPr/>
          </p:nvSpPr>
          <p:spPr>
            <a:xfrm>
              <a:off x="6148957" y="6010168"/>
              <a:ext cx="28398" cy="28398"/>
            </a:xfrm>
            <a:prstGeom prst="ellipse">
              <a:avLst/>
            </a:prstGeom>
            <a:solidFill>
              <a:srgbClr val="7F8C97">
                <a:alpha val="48000"/>
              </a:srgbClr>
            </a:solidFill>
            <a:ln w="0">
              <a:noFill/>
              <a:prstDash val="solid"/>
            </a:ln>
          </p:spPr>
        </p:sp>
        <p:sp>
          <p:nvSpPr>
            <p:cNvPr id="3356" name="03_assume_matched_3355">
              <a:extLst>
                <a:ext uri="{FF2B5EF4-FFF2-40B4-BE49-F238E27FC236}">
                  <a16:creationId xmlns:a16="http://schemas.microsoft.com/office/drawing/2014/main" id="{3FDF093F-B740-4B05-A860-F7B188A91B8A}"/>
                </a:ext>
              </a:extLst>
            </p:cNvPr>
            <p:cNvSpPr>
              <a:spLocks/>
            </p:cNvSpPr>
            <p:nvPr/>
          </p:nvSpPr>
          <p:spPr>
            <a:xfrm>
              <a:off x="6058438" y="6010168"/>
              <a:ext cx="28398" cy="28398"/>
            </a:xfrm>
            <a:prstGeom prst="ellipse">
              <a:avLst/>
            </a:prstGeom>
            <a:solidFill>
              <a:srgbClr val="7F8C97">
                <a:alpha val="48000"/>
              </a:srgbClr>
            </a:solidFill>
            <a:ln w="0">
              <a:noFill/>
              <a:prstDash val="solid"/>
            </a:ln>
          </p:spPr>
        </p:sp>
        <p:sp>
          <p:nvSpPr>
            <p:cNvPr id="3357" name="03_assume_matched_3356">
              <a:extLst>
                <a:ext uri="{FF2B5EF4-FFF2-40B4-BE49-F238E27FC236}">
                  <a16:creationId xmlns:a16="http://schemas.microsoft.com/office/drawing/2014/main" id="{42EA05EA-75E6-4F85-8B44-1A0ABB4FC3CD}"/>
                </a:ext>
              </a:extLst>
            </p:cNvPr>
            <p:cNvSpPr>
              <a:spLocks/>
            </p:cNvSpPr>
            <p:nvPr/>
          </p:nvSpPr>
          <p:spPr>
            <a:xfrm>
              <a:off x="6152555" y="6010168"/>
              <a:ext cx="28398" cy="28398"/>
            </a:xfrm>
            <a:prstGeom prst="ellipse">
              <a:avLst/>
            </a:prstGeom>
            <a:solidFill>
              <a:srgbClr val="7F8C97">
                <a:alpha val="48000"/>
              </a:srgbClr>
            </a:solidFill>
            <a:ln w="0">
              <a:noFill/>
              <a:prstDash val="solid"/>
            </a:ln>
          </p:spPr>
        </p:sp>
        <p:sp>
          <p:nvSpPr>
            <p:cNvPr id="3358" name="03_assume_matched_3357">
              <a:extLst>
                <a:ext uri="{FF2B5EF4-FFF2-40B4-BE49-F238E27FC236}">
                  <a16:creationId xmlns:a16="http://schemas.microsoft.com/office/drawing/2014/main" id="{075E0CEE-104E-4C29-8D60-171626340DC6}"/>
                </a:ext>
              </a:extLst>
            </p:cNvPr>
            <p:cNvSpPr>
              <a:spLocks/>
            </p:cNvSpPr>
            <p:nvPr/>
          </p:nvSpPr>
          <p:spPr>
            <a:xfrm>
              <a:off x="6059734" y="6595037"/>
              <a:ext cx="28398" cy="28398"/>
            </a:xfrm>
            <a:prstGeom prst="ellipse">
              <a:avLst/>
            </a:prstGeom>
            <a:solidFill>
              <a:srgbClr val="7F8C97">
                <a:alpha val="48000"/>
              </a:srgbClr>
            </a:solidFill>
            <a:ln w="0">
              <a:noFill/>
              <a:prstDash val="solid"/>
            </a:ln>
          </p:spPr>
        </p:sp>
        <p:sp>
          <p:nvSpPr>
            <p:cNvPr id="3359" name="03_assume_matched_3358">
              <a:extLst>
                <a:ext uri="{FF2B5EF4-FFF2-40B4-BE49-F238E27FC236}">
                  <a16:creationId xmlns:a16="http://schemas.microsoft.com/office/drawing/2014/main" id="{6B5E696E-2113-4BDD-99A3-54245106E768}"/>
                </a:ext>
              </a:extLst>
            </p:cNvPr>
            <p:cNvSpPr>
              <a:spLocks/>
            </p:cNvSpPr>
            <p:nvPr/>
          </p:nvSpPr>
          <p:spPr>
            <a:xfrm>
              <a:off x="6180185" y="6010168"/>
              <a:ext cx="28398" cy="28398"/>
            </a:xfrm>
            <a:prstGeom prst="ellipse">
              <a:avLst/>
            </a:prstGeom>
            <a:solidFill>
              <a:srgbClr val="7F8C97">
                <a:alpha val="48000"/>
              </a:srgbClr>
            </a:solidFill>
            <a:ln w="0">
              <a:noFill/>
              <a:prstDash val="solid"/>
            </a:ln>
          </p:spPr>
        </p:sp>
        <p:sp>
          <p:nvSpPr>
            <p:cNvPr id="3360" name="03_assume_matched_3359">
              <a:extLst>
                <a:ext uri="{FF2B5EF4-FFF2-40B4-BE49-F238E27FC236}">
                  <a16:creationId xmlns:a16="http://schemas.microsoft.com/office/drawing/2014/main" id="{AD653D5C-6DF3-43FD-A734-E77604FA48CA}"/>
                </a:ext>
              </a:extLst>
            </p:cNvPr>
            <p:cNvSpPr>
              <a:spLocks/>
            </p:cNvSpPr>
            <p:nvPr/>
          </p:nvSpPr>
          <p:spPr>
            <a:xfrm>
              <a:off x="6158167" y="6010168"/>
              <a:ext cx="28398" cy="28398"/>
            </a:xfrm>
            <a:prstGeom prst="ellipse">
              <a:avLst/>
            </a:prstGeom>
            <a:solidFill>
              <a:srgbClr val="7F8C97">
                <a:alpha val="48000"/>
              </a:srgbClr>
            </a:solidFill>
            <a:ln w="0">
              <a:noFill/>
              <a:prstDash val="solid"/>
            </a:ln>
          </p:spPr>
        </p:sp>
        <p:sp>
          <p:nvSpPr>
            <p:cNvPr id="3361" name="03_assume_matched_3360">
              <a:extLst>
                <a:ext uri="{FF2B5EF4-FFF2-40B4-BE49-F238E27FC236}">
                  <a16:creationId xmlns:a16="http://schemas.microsoft.com/office/drawing/2014/main" id="{758BFFF8-3881-4324-B25B-E8EA81ACDA53}"/>
                </a:ext>
              </a:extLst>
            </p:cNvPr>
            <p:cNvSpPr>
              <a:spLocks/>
            </p:cNvSpPr>
            <p:nvPr/>
          </p:nvSpPr>
          <p:spPr>
            <a:xfrm>
              <a:off x="6106072" y="6010168"/>
              <a:ext cx="28398" cy="28398"/>
            </a:xfrm>
            <a:prstGeom prst="ellipse">
              <a:avLst/>
            </a:prstGeom>
            <a:solidFill>
              <a:srgbClr val="7F8C97">
                <a:alpha val="48000"/>
              </a:srgbClr>
            </a:solidFill>
            <a:ln w="0">
              <a:noFill/>
              <a:prstDash val="solid"/>
            </a:ln>
          </p:spPr>
        </p:sp>
        <p:sp>
          <p:nvSpPr>
            <p:cNvPr id="3362" name="03_assume_matched_3361">
              <a:extLst>
                <a:ext uri="{FF2B5EF4-FFF2-40B4-BE49-F238E27FC236}">
                  <a16:creationId xmlns:a16="http://schemas.microsoft.com/office/drawing/2014/main" id="{2C480528-C9D0-4511-B1E3-58C143B0EA28}"/>
                </a:ext>
              </a:extLst>
            </p:cNvPr>
            <p:cNvSpPr>
              <a:spLocks/>
            </p:cNvSpPr>
            <p:nvPr/>
          </p:nvSpPr>
          <p:spPr>
            <a:xfrm>
              <a:off x="6081752" y="6595037"/>
              <a:ext cx="28398" cy="28398"/>
            </a:xfrm>
            <a:prstGeom prst="ellipse">
              <a:avLst/>
            </a:prstGeom>
            <a:solidFill>
              <a:srgbClr val="7F8C97">
                <a:alpha val="48000"/>
              </a:srgbClr>
            </a:solidFill>
            <a:ln w="0">
              <a:noFill/>
              <a:prstDash val="solid"/>
            </a:ln>
          </p:spPr>
        </p:sp>
        <p:sp>
          <p:nvSpPr>
            <p:cNvPr id="3363" name="03_assume_matched_3362">
              <a:extLst>
                <a:ext uri="{FF2B5EF4-FFF2-40B4-BE49-F238E27FC236}">
                  <a16:creationId xmlns:a16="http://schemas.microsoft.com/office/drawing/2014/main" id="{E957373A-186D-4CFA-8964-4A50B2AAC9E8}"/>
                </a:ext>
              </a:extLst>
            </p:cNvPr>
            <p:cNvSpPr>
              <a:spLocks/>
            </p:cNvSpPr>
            <p:nvPr/>
          </p:nvSpPr>
          <p:spPr>
            <a:xfrm>
              <a:off x="6184215" y="6595037"/>
              <a:ext cx="28398" cy="28398"/>
            </a:xfrm>
            <a:prstGeom prst="ellipse">
              <a:avLst/>
            </a:prstGeom>
            <a:solidFill>
              <a:srgbClr val="7F8C97">
                <a:alpha val="48000"/>
              </a:srgbClr>
            </a:solidFill>
            <a:ln w="0">
              <a:noFill/>
              <a:prstDash val="solid"/>
            </a:ln>
          </p:spPr>
        </p:sp>
        <p:sp>
          <p:nvSpPr>
            <p:cNvPr id="3364" name="03_assume_matched_3363">
              <a:extLst>
                <a:ext uri="{FF2B5EF4-FFF2-40B4-BE49-F238E27FC236}">
                  <a16:creationId xmlns:a16="http://schemas.microsoft.com/office/drawing/2014/main" id="{F11DDEAA-E722-4AA3-8AC2-7CA09BEB97EC}"/>
                </a:ext>
              </a:extLst>
            </p:cNvPr>
            <p:cNvSpPr>
              <a:spLocks/>
            </p:cNvSpPr>
            <p:nvPr/>
          </p:nvSpPr>
          <p:spPr>
            <a:xfrm>
              <a:off x="6131976" y="6595037"/>
              <a:ext cx="28398" cy="28398"/>
            </a:xfrm>
            <a:prstGeom prst="ellipse">
              <a:avLst/>
            </a:prstGeom>
            <a:solidFill>
              <a:srgbClr val="7F8C97">
                <a:alpha val="48000"/>
              </a:srgbClr>
            </a:solidFill>
            <a:ln w="0">
              <a:noFill/>
              <a:prstDash val="solid"/>
            </a:ln>
          </p:spPr>
        </p:sp>
        <p:sp>
          <p:nvSpPr>
            <p:cNvPr id="3365" name="03_assume_matched_3364">
              <a:extLst>
                <a:ext uri="{FF2B5EF4-FFF2-40B4-BE49-F238E27FC236}">
                  <a16:creationId xmlns:a16="http://schemas.microsoft.com/office/drawing/2014/main" id="{15E16CE9-9656-43E3-A55C-8AAAAF0E7E3F}"/>
                </a:ext>
              </a:extLst>
            </p:cNvPr>
            <p:cNvSpPr>
              <a:spLocks/>
            </p:cNvSpPr>
            <p:nvPr/>
          </p:nvSpPr>
          <p:spPr>
            <a:xfrm>
              <a:off x="6164787" y="6595037"/>
              <a:ext cx="28398" cy="28398"/>
            </a:xfrm>
            <a:prstGeom prst="ellipse">
              <a:avLst/>
            </a:prstGeom>
            <a:solidFill>
              <a:srgbClr val="7F8C97">
                <a:alpha val="48000"/>
              </a:srgbClr>
            </a:solidFill>
            <a:ln w="0">
              <a:noFill/>
              <a:prstDash val="solid"/>
            </a:ln>
          </p:spPr>
        </p:sp>
        <p:sp>
          <p:nvSpPr>
            <p:cNvPr id="3366" name="03_assume_matched_3365">
              <a:extLst>
                <a:ext uri="{FF2B5EF4-FFF2-40B4-BE49-F238E27FC236}">
                  <a16:creationId xmlns:a16="http://schemas.microsoft.com/office/drawing/2014/main" id="{F2CAAE4B-36C2-480C-A508-94993527A3BB}"/>
                </a:ext>
              </a:extLst>
            </p:cNvPr>
            <p:cNvSpPr>
              <a:spLocks/>
            </p:cNvSpPr>
            <p:nvPr/>
          </p:nvSpPr>
          <p:spPr>
            <a:xfrm>
              <a:off x="6063907" y="6478063"/>
              <a:ext cx="28398" cy="28398"/>
            </a:xfrm>
            <a:prstGeom prst="ellipse">
              <a:avLst/>
            </a:prstGeom>
            <a:solidFill>
              <a:srgbClr val="7F8C97">
                <a:alpha val="48000"/>
              </a:srgbClr>
            </a:solidFill>
            <a:ln w="0">
              <a:noFill/>
              <a:prstDash val="solid"/>
            </a:ln>
          </p:spPr>
        </p:sp>
        <p:sp>
          <p:nvSpPr>
            <p:cNvPr id="3367" name="03_assume_matched_3366">
              <a:extLst>
                <a:ext uri="{FF2B5EF4-FFF2-40B4-BE49-F238E27FC236}">
                  <a16:creationId xmlns:a16="http://schemas.microsoft.com/office/drawing/2014/main" id="{2A7055C0-1B34-4ABB-8545-CA6C073F8C95}"/>
                </a:ext>
              </a:extLst>
            </p:cNvPr>
            <p:cNvSpPr>
              <a:spLocks/>
            </p:cNvSpPr>
            <p:nvPr/>
          </p:nvSpPr>
          <p:spPr>
            <a:xfrm>
              <a:off x="6155865" y="6595037"/>
              <a:ext cx="28398" cy="28398"/>
            </a:xfrm>
            <a:prstGeom prst="ellipse">
              <a:avLst/>
            </a:prstGeom>
            <a:solidFill>
              <a:srgbClr val="7F8C97">
                <a:alpha val="48000"/>
              </a:srgbClr>
            </a:solidFill>
            <a:ln w="0">
              <a:noFill/>
              <a:prstDash val="solid"/>
            </a:ln>
          </p:spPr>
        </p:sp>
        <p:sp>
          <p:nvSpPr>
            <p:cNvPr id="3368" name="03_assume_matched_3367">
              <a:extLst>
                <a:ext uri="{FF2B5EF4-FFF2-40B4-BE49-F238E27FC236}">
                  <a16:creationId xmlns:a16="http://schemas.microsoft.com/office/drawing/2014/main" id="{04AABDEE-1B94-4958-A055-5FD4F074F3B8}"/>
                </a:ext>
              </a:extLst>
            </p:cNvPr>
            <p:cNvSpPr>
              <a:spLocks/>
            </p:cNvSpPr>
            <p:nvPr/>
          </p:nvSpPr>
          <p:spPr>
            <a:xfrm>
              <a:off x="6134998" y="6010168"/>
              <a:ext cx="28398" cy="28398"/>
            </a:xfrm>
            <a:prstGeom prst="ellipse">
              <a:avLst/>
            </a:prstGeom>
            <a:solidFill>
              <a:srgbClr val="7F8C97">
                <a:alpha val="48000"/>
              </a:srgbClr>
            </a:solidFill>
            <a:ln w="0">
              <a:noFill/>
              <a:prstDash val="solid"/>
            </a:ln>
          </p:spPr>
        </p:sp>
        <p:sp>
          <p:nvSpPr>
            <p:cNvPr id="3369" name="03_assume_matched_3368">
              <a:extLst>
                <a:ext uri="{FF2B5EF4-FFF2-40B4-BE49-F238E27FC236}">
                  <a16:creationId xmlns:a16="http://schemas.microsoft.com/office/drawing/2014/main" id="{FB20F4A5-A5C9-4082-BC17-E5106DEE82D7}"/>
                </a:ext>
              </a:extLst>
            </p:cNvPr>
            <p:cNvSpPr>
              <a:spLocks/>
            </p:cNvSpPr>
            <p:nvPr/>
          </p:nvSpPr>
          <p:spPr>
            <a:xfrm>
              <a:off x="6043616" y="6010168"/>
              <a:ext cx="28398" cy="28398"/>
            </a:xfrm>
            <a:prstGeom prst="ellipse">
              <a:avLst/>
            </a:prstGeom>
            <a:solidFill>
              <a:srgbClr val="7F8C97">
                <a:alpha val="48000"/>
              </a:srgbClr>
            </a:solidFill>
            <a:ln w="0">
              <a:noFill/>
              <a:prstDash val="solid"/>
            </a:ln>
          </p:spPr>
        </p:sp>
        <p:sp>
          <p:nvSpPr>
            <p:cNvPr id="3370" name="03_assume_matched_3369">
              <a:extLst>
                <a:ext uri="{FF2B5EF4-FFF2-40B4-BE49-F238E27FC236}">
                  <a16:creationId xmlns:a16="http://schemas.microsoft.com/office/drawing/2014/main" id="{14E3019B-EAD2-4F39-B2B9-5503B80A7417}"/>
                </a:ext>
              </a:extLst>
            </p:cNvPr>
            <p:cNvSpPr>
              <a:spLocks/>
            </p:cNvSpPr>
            <p:nvPr/>
          </p:nvSpPr>
          <p:spPr>
            <a:xfrm>
              <a:off x="6102906" y="6595037"/>
              <a:ext cx="28398" cy="28398"/>
            </a:xfrm>
            <a:prstGeom prst="ellipse">
              <a:avLst/>
            </a:prstGeom>
            <a:solidFill>
              <a:srgbClr val="7F8C97">
                <a:alpha val="48000"/>
              </a:srgbClr>
            </a:solidFill>
            <a:ln w="0">
              <a:noFill/>
              <a:prstDash val="solid"/>
            </a:ln>
          </p:spPr>
        </p:sp>
        <p:sp>
          <p:nvSpPr>
            <p:cNvPr id="3371" name="03_assume_matched_3370">
              <a:extLst>
                <a:ext uri="{FF2B5EF4-FFF2-40B4-BE49-F238E27FC236}">
                  <a16:creationId xmlns:a16="http://schemas.microsoft.com/office/drawing/2014/main" id="{33ADEC60-7425-4F6E-ACA0-381479F341A9}"/>
                </a:ext>
              </a:extLst>
            </p:cNvPr>
            <p:cNvSpPr>
              <a:spLocks/>
            </p:cNvSpPr>
            <p:nvPr/>
          </p:nvSpPr>
          <p:spPr>
            <a:xfrm>
              <a:off x="6085062" y="6595037"/>
              <a:ext cx="28398" cy="28398"/>
            </a:xfrm>
            <a:prstGeom prst="ellipse">
              <a:avLst/>
            </a:prstGeom>
            <a:solidFill>
              <a:srgbClr val="7F8C97">
                <a:alpha val="48000"/>
              </a:srgbClr>
            </a:solidFill>
            <a:ln w="0">
              <a:noFill/>
              <a:prstDash val="solid"/>
            </a:ln>
          </p:spPr>
        </p:sp>
        <p:sp>
          <p:nvSpPr>
            <p:cNvPr id="3372" name="03_assume_matched_3371">
              <a:extLst>
                <a:ext uri="{FF2B5EF4-FFF2-40B4-BE49-F238E27FC236}">
                  <a16:creationId xmlns:a16="http://schemas.microsoft.com/office/drawing/2014/main" id="{5466B0DC-14D8-4486-B8E3-B11E24782817}"/>
                </a:ext>
              </a:extLst>
            </p:cNvPr>
            <p:cNvSpPr>
              <a:spLocks/>
            </p:cNvSpPr>
            <p:nvPr/>
          </p:nvSpPr>
          <p:spPr>
            <a:xfrm>
              <a:off x="6117297" y="6010168"/>
              <a:ext cx="28398" cy="28398"/>
            </a:xfrm>
            <a:prstGeom prst="ellipse">
              <a:avLst/>
            </a:prstGeom>
            <a:solidFill>
              <a:srgbClr val="7F8C97">
                <a:alpha val="48000"/>
              </a:srgbClr>
            </a:solidFill>
            <a:ln w="0">
              <a:noFill/>
              <a:prstDash val="solid"/>
            </a:ln>
          </p:spPr>
        </p:sp>
        <p:sp>
          <p:nvSpPr>
            <p:cNvPr id="3373" name="03_assume_matched_3372">
              <a:extLst>
                <a:ext uri="{FF2B5EF4-FFF2-40B4-BE49-F238E27FC236}">
                  <a16:creationId xmlns:a16="http://schemas.microsoft.com/office/drawing/2014/main" id="{4178DED0-364B-40CD-BD38-E1E6DEEF921E}"/>
                </a:ext>
              </a:extLst>
            </p:cNvPr>
            <p:cNvSpPr>
              <a:spLocks/>
            </p:cNvSpPr>
            <p:nvPr/>
          </p:nvSpPr>
          <p:spPr>
            <a:xfrm>
              <a:off x="6099165" y="6546298"/>
              <a:ext cx="28398" cy="28398"/>
            </a:xfrm>
            <a:prstGeom prst="ellipse">
              <a:avLst/>
            </a:prstGeom>
            <a:solidFill>
              <a:srgbClr val="7F8C97">
                <a:alpha val="48000"/>
              </a:srgbClr>
            </a:solidFill>
            <a:ln w="0">
              <a:noFill/>
              <a:prstDash val="solid"/>
            </a:ln>
          </p:spPr>
        </p:sp>
        <p:sp>
          <p:nvSpPr>
            <p:cNvPr id="3374" name="03_assume_matched_3373">
              <a:extLst>
                <a:ext uri="{FF2B5EF4-FFF2-40B4-BE49-F238E27FC236}">
                  <a16:creationId xmlns:a16="http://schemas.microsoft.com/office/drawing/2014/main" id="{92FA2BD0-B1BD-4914-8CC3-13314C6AFDBB}"/>
                </a:ext>
              </a:extLst>
            </p:cNvPr>
            <p:cNvSpPr>
              <a:spLocks/>
            </p:cNvSpPr>
            <p:nvPr/>
          </p:nvSpPr>
          <p:spPr>
            <a:xfrm>
              <a:off x="6161333" y="6448819"/>
              <a:ext cx="28398" cy="28398"/>
            </a:xfrm>
            <a:prstGeom prst="ellipse">
              <a:avLst/>
            </a:prstGeom>
            <a:solidFill>
              <a:srgbClr val="7F8C97">
                <a:alpha val="48000"/>
              </a:srgbClr>
            </a:solidFill>
            <a:ln w="0">
              <a:noFill/>
              <a:prstDash val="solid"/>
            </a:ln>
          </p:spPr>
        </p:sp>
        <p:sp>
          <p:nvSpPr>
            <p:cNvPr id="3375" name="03_assume_matched_3374">
              <a:extLst>
                <a:ext uri="{FF2B5EF4-FFF2-40B4-BE49-F238E27FC236}">
                  <a16:creationId xmlns:a16="http://schemas.microsoft.com/office/drawing/2014/main" id="{85225859-609B-4500-AFA1-7ED8087FD340}"/>
                </a:ext>
              </a:extLst>
            </p:cNvPr>
            <p:cNvSpPr>
              <a:spLocks/>
            </p:cNvSpPr>
            <p:nvPr/>
          </p:nvSpPr>
          <p:spPr>
            <a:xfrm>
              <a:off x="6059446" y="6010168"/>
              <a:ext cx="28398" cy="28398"/>
            </a:xfrm>
            <a:prstGeom prst="ellipse">
              <a:avLst/>
            </a:prstGeom>
            <a:solidFill>
              <a:srgbClr val="7F8C97">
                <a:alpha val="48000"/>
              </a:srgbClr>
            </a:solidFill>
            <a:ln w="0">
              <a:noFill/>
              <a:prstDash val="solid"/>
            </a:ln>
          </p:spPr>
        </p:sp>
        <p:sp>
          <p:nvSpPr>
            <p:cNvPr id="3376" name="03_assume_matched_3375">
              <a:extLst>
                <a:ext uri="{FF2B5EF4-FFF2-40B4-BE49-F238E27FC236}">
                  <a16:creationId xmlns:a16="http://schemas.microsoft.com/office/drawing/2014/main" id="{7F87D697-083D-4204-A138-B129CE833E31}"/>
                </a:ext>
              </a:extLst>
            </p:cNvPr>
            <p:cNvSpPr>
              <a:spLocks/>
            </p:cNvSpPr>
            <p:nvPr/>
          </p:nvSpPr>
          <p:spPr>
            <a:xfrm>
              <a:off x="6066066" y="6010168"/>
              <a:ext cx="28398" cy="28398"/>
            </a:xfrm>
            <a:prstGeom prst="ellipse">
              <a:avLst/>
            </a:prstGeom>
            <a:solidFill>
              <a:srgbClr val="7F8C97">
                <a:alpha val="48000"/>
              </a:srgbClr>
            </a:solidFill>
            <a:ln w="0">
              <a:noFill/>
              <a:prstDash val="solid"/>
            </a:ln>
          </p:spPr>
        </p:sp>
        <p:sp>
          <p:nvSpPr>
            <p:cNvPr id="3377" name="03_assume_matched_3376">
              <a:extLst>
                <a:ext uri="{FF2B5EF4-FFF2-40B4-BE49-F238E27FC236}">
                  <a16:creationId xmlns:a16="http://schemas.microsoft.com/office/drawing/2014/main" id="{131FCE6F-6A47-4E81-B9DF-2E317A3A2C7C}"/>
                </a:ext>
              </a:extLst>
            </p:cNvPr>
            <p:cNvSpPr>
              <a:spLocks/>
            </p:cNvSpPr>
            <p:nvPr/>
          </p:nvSpPr>
          <p:spPr>
            <a:xfrm>
              <a:off x="6125932" y="6010168"/>
              <a:ext cx="28398" cy="28398"/>
            </a:xfrm>
            <a:prstGeom prst="ellipse">
              <a:avLst/>
            </a:prstGeom>
            <a:solidFill>
              <a:srgbClr val="7F8C97">
                <a:alpha val="48000"/>
              </a:srgbClr>
            </a:solidFill>
            <a:ln w="0">
              <a:noFill/>
              <a:prstDash val="solid"/>
            </a:ln>
          </p:spPr>
        </p:sp>
        <p:sp>
          <p:nvSpPr>
            <p:cNvPr id="3378" name="03_assume_matched_3377">
              <a:extLst>
                <a:ext uri="{FF2B5EF4-FFF2-40B4-BE49-F238E27FC236}">
                  <a16:creationId xmlns:a16="http://schemas.microsoft.com/office/drawing/2014/main" id="{2E2EC603-B6CF-4A3E-9D71-0005198AD6D7}"/>
                </a:ext>
              </a:extLst>
            </p:cNvPr>
            <p:cNvSpPr>
              <a:spLocks/>
            </p:cNvSpPr>
            <p:nvPr/>
          </p:nvSpPr>
          <p:spPr>
            <a:xfrm>
              <a:off x="6124637" y="6010168"/>
              <a:ext cx="28398" cy="28398"/>
            </a:xfrm>
            <a:prstGeom prst="ellipse">
              <a:avLst/>
            </a:prstGeom>
            <a:solidFill>
              <a:srgbClr val="7F8C97">
                <a:alpha val="48000"/>
              </a:srgbClr>
            </a:solidFill>
            <a:ln w="0">
              <a:noFill/>
              <a:prstDash val="solid"/>
            </a:ln>
          </p:spPr>
        </p:sp>
        <p:sp>
          <p:nvSpPr>
            <p:cNvPr id="3379" name="03_assume_matched_3378">
              <a:extLst>
                <a:ext uri="{FF2B5EF4-FFF2-40B4-BE49-F238E27FC236}">
                  <a16:creationId xmlns:a16="http://schemas.microsoft.com/office/drawing/2014/main" id="{8EB42C38-485E-48F2-9219-5460C96C266A}"/>
                </a:ext>
              </a:extLst>
            </p:cNvPr>
            <p:cNvSpPr>
              <a:spLocks/>
            </p:cNvSpPr>
            <p:nvPr/>
          </p:nvSpPr>
          <p:spPr>
            <a:xfrm>
              <a:off x="6171407" y="6010168"/>
              <a:ext cx="28398" cy="28398"/>
            </a:xfrm>
            <a:prstGeom prst="ellipse">
              <a:avLst/>
            </a:prstGeom>
            <a:solidFill>
              <a:srgbClr val="7F8C97">
                <a:alpha val="48000"/>
              </a:srgbClr>
            </a:solidFill>
            <a:ln w="0">
              <a:noFill/>
              <a:prstDash val="solid"/>
            </a:ln>
          </p:spPr>
        </p:sp>
        <p:sp>
          <p:nvSpPr>
            <p:cNvPr id="3380" name="03_assume_matched_3379">
              <a:extLst>
                <a:ext uri="{FF2B5EF4-FFF2-40B4-BE49-F238E27FC236}">
                  <a16:creationId xmlns:a16="http://schemas.microsoft.com/office/drawing/2014/main" id="{050BE465-D37E-4F59-8897-A36C0DD8CCFC}"/>
                </a:ext>
              </a:extLst>
            </p:cNvPr>
            <p:cNvSpPr>
              <a:spLocks/>
            </p:cNvSpPr>
            <p:nvPr/>
          </p:nvSpPr>
          <p:spPr>
            <a:xfrm>
              <a:off x="6149677" y="6010168"/>
              <a:ext cx="28398" cy="28398"/>
            </a:xfrm>
            <a:prstGeom prst="ellipse">
              <a:avLst/>
            </a:prstGeom>
            <a:solidFill>
              <a:srgbClr val="7F8C97">
                <a:alpha val="48000"/>
              </a:srgbClr>
            </a:solidFill>
            <a:ln w="0">
              <a:noFill/>
              <a:prstDash val="solid"/>
            </a:ln>
          </p:spPr>
        </p:sp>
        <p:sp>
          <p:nvSpPr>
            <p:cNvPr id="3381" name="03_assume_matched_3380">
              <a:extLst>
                <a:ext uri="{FF2B5EF4-FFF2-40B4-BE49-F238E27FC236}">
                  <a16:creationId xmlns:a16="http://schemas.microsoft.com/office/drawing/2014/main" id="{34BB7903-6104-4A46-A693-33861ED149AC}"/>
                </a:ext>
              </a:extLst>
            </p:cNvPr>
            <p:cNvSpPr>
              <a:spLocks/>
            </p:cNvSpPr>
            <p:nvPr/>
          </p:nvSpPr>
          <p:spPr>
            <a:xfrm>
              <a:off x="6081752" y="6595037"/>
              <a:ext cx="28398" cy="28398"/>
            </a:xfrm>
            <a:prstGeom prst="ellipse">
              <a:avLst/>
            </a:prstGeom>
            <a:solidFill>
              <a:srgbClr val="7F8C97">
                <a:alpha val="48000"/>
              </a:srgbClr>
            </a:solidFill>
            <a:ln w="0">
              <a:noFill/>
              <a:prstDash val="solid"/>
            </a:ln>
          </p:spPr>
        </p:sp>
        <p:sp>
          <p:nvSpPr>
            <p:cNvPr id="3382" name="03_assume_matched_3381">
              <a:extLst>
                <a:ext uri="{FF2B5EF4-FFF2-40B4-BE49-F238E27FC236}">
                  <a16:creationId xmlns:a16="http://schemas.microsoft.com/office/drawing/2014/main" id="{C399A756-4DC9-4ED0-8D2B-003810B0078D}"/>
                </a:ext>
              </a:extLst>
            </p:cNvPr>
            <p:cNvSpPr>
              <a:spLocks/>
            </p:cNvSpPr>
            <p:nvPr/>
          </p:nvSpPr>
          <p:spPr>
            <a:xfrm>
              <a:off x="6152555" y="6595037"/>
              <a:ext cx="28398" cy="28398"/>
            </a:xfrm>
            <a:prstGeom prst="ellipse">
              <a:avLst/>
            </a:prstGeom>
            <a:solidFill>
              <a:srgbClr val="7F8C97">
                <a:alpha val="48000"/>
              </a:srgbClr>
            </a:solidFill>
            <a:ln w="0">
              <a:noFill/>
              <a:prstDash val="solid"/>
            </a:ln>
          </p:spPr>
        </p:sp>
        <p:sp>
          <p:nvSpPr>
            <p:cNvPr id="3383" name="03_assume_matched_3382">
              <a:extLst>
                <a:ext uri="{FF2B5EF4-FFF2-40B4-BE49-F238E27FC236}">
                  <a16:creationId xmlns:a16="http://schemas.microsoft.com/office/drawing/2014/main" id="{455142FB-5926-4AA4-B32C-BFF257E226E1}"/>
                </a:ext>
              </a:extLst>
            </p:cNvPr>
            <p:cNvSpPr>
              <a:spLocks/>
            </p:cNvSpPr>
            <p:nvPr/>
          </p:nvSpPr>
          <p:spPr>
            <a:xfrm>
              <a:off x="6140898" y="6205124"/>
              <a:ext cx="28398" cy="28398"/>
            </a:xfrm>
            <a:prstGeom prst="ellipse">
              <a:avLst/>
            </a:prstGeom>
            <a:solidFill>
              <a:srgbClr val="7F8C97">
                <a:alpha val="48000"/>
              </a:srgbClr>
            </a:solidFill>
            <a:ln w="0">
              <a:noFill/>
              <a:prstDash val="solid"/>
            </a:ln>
          </p:spPr>
        </p:sp>
        <p:sp>
          <p:nvSpPr>
            <p:cNvPr id="3384" name="03_assume_matched_3383">
              <a:extLst>
                <a:ext uri="{FF2B5EF4-FFF2-40B4-BE49-F238E27FC236}">
                  <a16:creationId xmlns:a16="http://schemas.microsoft.com/office/drawing/2014/main" id="{78E241AA-8A2E-4E03-A6E1-0A01B3C9217F}"/>
                </a:ext>
              </a:extLst>
            </p:cNvPr>
            <p:cNvSpPr>
              <a:spLocks/>
            </p:cNvSpPr>
            <p:nvPr/>
          </p:nvSpPr>
          <p:spPr>
            <a:xfrm>
              <a:off x="6147086" y="6010168"/>
              <a:ext cx="28398" cy="28398"/>
            </a:xfrm>
            <a:prstGeom prst="ellipse">
              <a:avLst/>
            </a:prstGeom>
            <a:solidFill>
              <a:srgbClr val="7F8C97">
                <a:alpha val="48000"/>
              </a:srgbClr>
            </a:solidFill>
            <a:ln w="0">
              <a:noFill/>
              <a:prstDash val="solid"/>
            </a:ln>
          </p:spPr>
        </p:sp>
        <p:sp>
          <p:nvSpPr>
            <p:cNvPr id="3385" name="03_assume_matched_3384">
              <a:extLst>
                <a:ext uri="{FF2B5EF4-FFF2-40B4-BE49-F238E27FC236}">
                  <a16:creationId xmlns:a16="http://schemas.microsoft.com/office/drawing/2014/main" id="{50641EEB-3385-4811-B485-4FCDD5DE3B34}"/>
                </a:ext>
              </a:extLst>
            </p:cNvPr>
            <p:cNvSpPr>
              <a:spLocks/>
            </p:cNvSpPr>
            <p:nvPr/>
          </p:nvSpPr>
          <p:spPr>
            <a:xfrm>
              <a:off x="6160470" y="6595037"/>
              <a:ext cx="28398" cy="28398"/>
            </a:xfrm>
            <a:prstGeom prst="ellipse">
              <a:avLst/>
            </a:prstGeom>
            <a:solidFill>
              <a:srgbClr val="7F8C97">
                <a:alpha val="48000"/>
              </a:srgbClr>
            </a:solidFill>
            <a:ln w="0">
              <a:noFill/>
              <a:prstDash val="solid"/>
            </a:ln>
          </p:spPr>
        </p:sp>
        <p:sp>
          <p:nvSpPr>
            <p:cNvPr id="3386" name="03_assume_matched_3385">
              <a:extLst>
                <a:ext uri="{FF2B5EF4-FFF2-40B4-BE49-F238E27FC236}">
                  <a16:creationId xmlns:a16="http://schemas.microsoft.com/office/drawing/2014/main" id="{B66E8B7C-2D8B-451C-861A-D4C0AF5679C1}"/>
                </a:ext>
              </a:extLst>
            </p:cNvPr>
            <p:cNvSpPr>
              <a:spLocks/>
            </p:cNvSpPr>
            <p:nvPr/>
          </p:nvSpPr>
          <p:spPr>
            <a:xfrm>
              <a:off x="6069088" y="6010168"/>
              <a:ext cx="28398" cy="28398"/>
            </a:xfrm>
            <a:prstGeom prst="ellipse">
              <a:avLst/>
            </a:prstGeom>
            <a:solidFill>
              <a:srgbClr val="7F8C97">
                <a:alpha val="48000"/>
              </a:srgbClr>
            </a:solidFill>
            <a:ln w="0">
              <a:noFill/>
              <a:prstDash val="solid"/>
            </a:ln>
          </p:spPr>
        </p:sp>
        <p:sp>
          <p:nvSpPr>
            <p:cNvPr id="3387" name="03_assume_matched_3386">
              <a:extLst>
                <a:ext uri="{FF2B5EF4-FFF2-40B4-BE49-F238E27FC236}">
                  <a16:creationId xmlns:a16="http://schemas.microsoft.com/office/drawing/2014/main" id="{5A1DC804-70FC-4F55-96FD-94FAF06228EF}"/>
                </a:ext>
              </a:extLst>
            </p:cNvPr>
            <p:cNvSpPr>
              <a:spLocks/>
            </p:cNvSpPr>
            <p:nvPr/>
          </p:nvSpPr>
          <p:spPr>
            <a:xfrm>
              <a:off x="6058295" y="6010168"/>
              <a:ext cx="28398" cy="28398"/>
            </a:xfrm>
            <a:prstGeom prst="ellipse">
              <a:avLst/>
            </a:prstGeom>
            <a:solidFill>
              <a:srgbClr val="7F8C97">
                <a:alpha val="48000"/>
              </a:srgbClr>
            </a:solidFill>
            <a:ln w="0">
              <a:noFill/>
              <a:prstDash val="solid"/>
            </a:ln>
          </p:spPr>
        </p:sp>
        <p:sp>
          <p:nvSpPr>
            <p:cNvPr id="3388" name="03_assume_matched_3387">
              <a:extLst>
                <a:ext uri="{FF2B5EF4-FFF2-40B4-BE49-F238E27FC236}">
                  <a16:creationId xmlns:a16="http://schemas.microsoft.com/office/drawing/2014/main" id="{762C0F49-0CBB-49D2-BCC8-D14F2CD75F29}"/>
                </a:ext>
              </a:extLst>
            </p:cNvPr>
            <p:cNvSpPr>
              <a:spLocks/>
            </p:cNvSpPr>
            <p:nvPr/>
          </p:nvSpPr>
          <p:spPr>
            <a:xfrm>
              <a:off x="6141186" y="6156385"/>
              <a:ext cx="28398" cy="28398"/>
            </a:xfrm>
            <a:prstGeom prst="ellipse">
              <a:avLst/>
            </a:prstGeom>
            <a:solidFill>
              <a:srgbClr val="7F8C97">
                <a:alpha val="48000"/>
              </a:srgbClr>
            </a:solidFill>
            <a:ln w="0">
              <a:noFill/>
              <a:prstDash val="solid"/>
            </a:ln>
          </p:spPr>
        </p:sp>
        <p:sp>
          <p:nvSpPr>
            <p:cNvPr id="3389" name="03_assume_matched_3388">
              <a:extLst>
                <a:ext uri="{FF2B5EF4-FFF2-40B4-BE49-F238E27FC236}">
                  <a16:creationId xmlns:a16="http://schemas.microsoft.com/office/drawing/2014/main" id="{5772FD7D-D643-4E77-9500-D8B6A16081BB}"/>
                </a:ext>
              </a:extLst>
            </p:cNvPr>
            <p:cNvSpPr>
              <a:spLocks/>
            </p:cNvSpPr>
            <p:nvPr/>
          </p:nvSpPr>
          <p:spPr>
            <a:xfrm>
              <a:off x="6178315" y="6135497"/>
              <a:ext cx="28398" cy="28398"/>
            </a:xfrm>
            <a:prstGeom prst="ellipse">
              <a:avLst/>
            </a:prstGeom>
            <a:solidFill>
              <a:srgbClr val="7F8C97">
                <a:alpha val="48000"/>
              </a:srgbClr>
            </a:solidFill>
            <a:ln w="0">
              <a:noFill/>
              <a:prstDash val="solid"/>
            </a:ln>
          </p:spPr>
        </p:sp>
        <p:sp>
          <p:nvSpPr>
            <p:cNvPr id="3390" name="03_assume_matched_3389">
              <a:extLst>
                <a:ext uri="{FF2B5EF4-FFF2-40B4-BE49-F238E27FC236}">
                  <a16:creationId xmlns:a16="http://schemas.microsoft.com/office/drawing/2014/main" id="{8DFC6B93-6275-496E-B99E-B8AD99E84C55}"/>
                </a:ext>
              </a:extLst>
            </p:cNvPr>
            <p:cNvSpPr>
              <a:spLocks/>
            </p:cNvSpPr>
            <p:nvPr/>
          </p:nvSpPr>
          <p:spPr>
            <a:xfrm>
              <a:off x="6184503" y="6010168"/>
              <a:ext cx="28398" cy="28398"/>
            </a:xfrm>
            <a:prstGeom prst="ellipse">
              <a:avLst/>
            </a:prstGeom>
            <a:solidFill>
              <a:srgbClr val="7F8C97">
                <a:alpha val="48000"/>
              </a:srgbClr>
            </a:solidFill>
            <a:ln w="0">
              <a:noFill/>
              <a:prstDash val="solid"/>
            </a:ln>
          </p:spPr>
        </p:sp>
        <p:sp>
          <p:nvSpPr>
            <p:cNvPr id="3391" name="03_assume_matched_3390">
              <a:extLst>
                <a:ext uri="{FF2B5EF4-FFF2-40B4-BE49-F238E27FC236}">
                  <a16:creationId xmlns:a16="http://schemas.microsoft.com/office/drawing/2014/main" id="{D572E85E-CC1F-4054-9E41-690D40040019}"/>
                </a:ext>
              </a:extLst>
            </p:cNvPr>
            <p:cNvSpPr>
              <a:spLocks/>
            </p:cNvSpPr>
            <p:nvPr/>
          </p:nvSpPr>
          <p:spPr>
            <a:xfrm>
              <a:off x="6095567" y="6302602"/>
              <a:ext cx="28398" cy="28398"/>
            </a:xfrm>
            <a:prstGeom prst="ellipse">
              <a:avLst/>
            </a:prstGeom>
            <a:solidFill>
              <a:srgbClr val="7F8C97">
                <a:alpha val="48000"/>
              </a:srgbClr>
            </a:solidFill>
            <a:ln w="0">
              <a:noFill/>
              <a:prstDash val="solid"/>
            </a:ln>
          </p:spPr>
        </p:sp>
        <p:sp>
          <p:nvSpPr>
            <p:cNvPr id="3392" name="03_assume_matched_3391">
              <a:extLst>
                <a:ext uri="{FF2B5EF4-FFF2-40B4-BE49-F238E27FC236}">
                  <a16:creationId xmlns:a16="http://schemas.microsoft.com/office/drawing/2014/main" id="{D6D4D87B-6C2F-4074-BE01-F12A150466E9}"/>
                </a:ext>
              </a:extLst>
            </p:cNvPr>
            <p:cNvSpPr>
              <a:spLocks/>
            </p:cNvSpPr>
            <p:nvPr/>
          </p:nvSpPr>
          <p:spPr>
            <a:xfrm>
              <a:off x="6148382" y="6400080"/>
              <a:ext cx="28398" cy="28398"/>
            </a:xfrm>
            <a:prstGeom prst="ellipse">
              <a:avLst/>
            </a:prstGeom>
            <a:solidFill>
              <a:srgbClr val="7F8C97">
                <a:alpha val="48000"/>
              </a:srgbClr>
            </a:solidFill>
            <a:ln w="0">
              <a:noFill/>
              <a:prstDash val="solid"/>
            </a:ln>
          </p:spPr>
        </p:sp>
        <p:sp>
          <p:nvSpPr>
            <p:cNvPr id="3393" name="03_assume_matched_3392">
              <a:extLst>
                <a:ext uri="{FF2B5EF4-FFF2-40B4-BE49-F238E27FC236}">
                  <a16:creationId xmlns:a16="http://schemas.microsoft.com/office/drawing/2014/main" id="{17FB1CA2-5342-4F4D-A8CC-D89BE9FBFA67}"/>
                </a:ext>
              </a:extLst>
            </p:cNvPr>
            <p:cNvSpPr>
              <a:spLocks/>
            </p:cNvSpPr>
            <p:nvPr/>
          </p:nvSpPr>
          <p:spPr>
            <a:xfrm>
              <a:off x="6159319" y="6010168"/>
              <a:ext cx="28398" cy="28398"/>
            </a:xfrm>
            <a:prstGeom prst="ellipse">
              <a:avLst/>
            </a:prstGeom>
            <a:solidFill>
              <a:srgbClr val="7F8C97">
                <a:alpha val="48000"/>
              </a:srgbClr>
            </a:solidFill>
            <a:ln w="0">
              <a:noFill/>
              <a:prstDash val="solid"/>
            </a:ln>
          </p:spPr>
        </p:sp>
        <p:sp>
          <p:nvSpPr>
            <p:cNvPr id="3394" name="03_assume_matched_3393">
              <a:extLst>
                <a:ext uri="{FF2B5EF4-FFF2-40B4-BE49-F238E27FC236}">
                  <a16:creationId xmlns:a16="http://schemas.microsoft.com/office/drawing/2014/main" id="{CAB00EEC-816D-4BB8-A8CF-7D3B82806F63}"/>
                </a:ext>
              </a:extLst>
            </p:cNvPr>
            <p:cNvSpPr>
              <a:spLocks/>
            </p:cNvSpPr>
            <p:nvPr/>
          </p:nvSpPr>
          <p:spPr>
            <a:xfrm>
              <a:off x="6176732" y="6010168"/>
              <a:ext cx="28398" cy="28398"/>
            </a:xfrm>
            <a:prstGeom prst="ellipse">
              <a:avLst/>
            </a:prstGeom>
            <a:solidFill>
              <a:srgbClr val="7F8C97">
                <a:alpha val="48000"/>
              </a:srgbClr>
            </a:solidFill>
            <a:ln w="0">
              <a:noFill/>
              <a:prstDash val="solid"/>
            </a:ln>
          </p:spPr>
        </p:sp>
        <p:sp>
          <p:nvSpPr>
            <p:cNvPr id="3395" name="03_assume_matched_3394">
              <a:extLst>
                <a:ext uri="{FF2B5EF4-FFF2-40B4-BE49-F238E27FC236}">
                  <a16:creationId xmlns:a16="http://schemas.microsoft.com/office/drawing/2014/main" id="{B0296AB2-0B32-4556-96CA-E3EF6D0DD150}"/>
                </a:ext>
              </a:extLst>
            </p:cNvPr>
            <p:cNvSpPr>
              <a:spLocks/>
            </p:cNvSpPr>
            <p:nvPr/>
          </p:nvSpPr>
          <p:spPr>
            <a:xfrm>
              <a:off x="6161477" y="6010168"/>
              <a:ext cx="28398" cy="28398"/>
            </a:xfrm>
            <a:prstGeom prst="ellipse">
              <a:avLst/>
            </a:prstGeom>
            <a:solidFill>
              <a:srgbClr val="7F8C97">
                <a:alpha val="48000"/>
              </a:srgbClr>
            </a:solidFill>
            <a:ln w="0">
              <a:noFill/>
              <a:prstDash val="solid"/>
            </a:ln>
          </p:spPr>
        </p:sp>
        <p:sp>
          <p:nvSpPr>
            <p:cNvPr id="3396" name="03_assume_matched_3395">
              <a:extLst>
                <a:ext uri="{FF2B5EF4-FFF2-40B4-BE49-F238E27FC236}">
                  <a16:creationId xmlns:a16="http://schemas.microsoft.com/office/drawing/2014/main" id="{4477BCAC-6104-49B0-93A8-B92FCE41501B}"/>
                </a:ext>
              </a:extLst>
            </p:cNvPr>
            <p:cNvSpPr>
              <a:spLocks/>
            </p:cNvSpPr>
            <p:nvPr/>
          </p:nvSpPr>
          <p:spPr>
            <a:xfrm>
              <a:off x="6139747" y="6010168"/>
              <a:ext cx="28398" cy="28398"/>
            </a:xfrm>
            <a:prstGeom prst="ellipse">
              <a:avLst/>
            </a:prstGeom>
            <a:solidFill>
              <a:srgbClr val="7F8C97">
                <a:alpha val="48000"/>
              </a:srgbClr>
            </a:solidFill>
            <a:ln w="0">
              <a:noFill/>
              <a:prstDash val="solid"/>
            </a:ln>
          </p:spPr>
        </p:sp>
        <p:sp>
          <p:nvSpPr>
            <p:cNvPr id="3397" name="03_assume_matched_3396">
              <a:extLst>
                <a:ext uri="{FF2B5EF4-FFF2-40B4-BE49-F238E27FC236}">
                  <a16:creationId xmlns:a16="http://schemas.microsoft.com/office/drawing/2014/main" id="{B62E2541-FD4D-4119-BF9C-1BB5C8A86B85}"/>
                </a:ext>
              </a:extLst>
            </p:cNvPr>
            <p:cNvSpPr>
              <a:spLocks/>
            </p:cNvSpPr>
            <p:nvPr/>
          </p:nvSpPr>
          <p:spPr>
            <a:xfrm>
              <a:off x="6051531" y="6010168"/>
              <a:ext cx="28398" cy="28398"/>
            </a:xfrm>
            <a:prstGeom prst="ellipse">
              <a:avLst/>
            </a:prstGeom>
            <a:solidFill>
              <a:srgbClr val="7F8C97">
                <a:alpha val="48000"/>
              </a:srgbClr>
            </a:solidFill>
            <a:ln w="0">
              <a:noFill/>
              <a:prstDash val="solid"/>
            </a:ln>
          </p:spPr>
        </p:sp>
        <p:sp>
          <p:nvSpPr>
            <p:cNvPr id="3398" name="03_assume_matched_3397">
              <a:extLst>
                <a:ext uri="{FF2B5EF4-FFF2-40B4-BE49-F238E27FC236}">
                  <a16:creationId xmlns:a16="http://schemas.microsoft.com/office/drawing/2014/main" id="{BE373EB1-AE2C-4CE8-B346-8BC311F46307}"/>
                </a:ext>
              </a:extLst>
            </p:cNvPr>
            <p:cNvSpPr>
              <a:spLocks/>
            </p:cNvSpPr>
            <p:nvPr/>
          </p:nvSpPr>
          <p:spPr>
            <a:xfrm>
              <a:off x="6065490" y="6595037"/>
              <a:ext cx="28398" cy="28398"/>
            </a:xfrm>
            <a:prstGeom prst="ellipse">
              <a:avLst/>
            </a:prstGeom>
            <a:solidFill>
              <a:srgbClr val="7F8C97">
                <a:alpha val="48000"/>
              </a:srgbClr>
            </a:solidFill>
            <a:ln w="0">
              <a:noFill/>
              <a:prstDash val="solid"/>
            </a:ln>
          </p:spPr>
        </p:sp>
        <p:sp>
          <p:nvSpPr>
            <p:cNvPr id="3399" name="03_assume_matched_3398">
              <a:extLst>
                <a:ext uri="{FF2B5EF4-FFF2-40B4-BE49-F238E27FC236}">
                  <a16:creationId xmlns:a16="http://schemas.microsoft.com/office/drawing/2014/main" id="{EB155C09-CD7A-4B89-B559-58EAEFEDB30E}"/>
                </a:ext>
              </a:extLst>
            </p:cNvPr>
            <p:cNvSpPr>
              <a:spLocks/>
            </p:cNvSpPr>
            <p:nvPr/>
          </p:nvSpPr>
          <p:spPr>
            <a:xfrm>
              <a:off x="6126651" y="6010168"/>
              <a:ext cx="28398" cy="28398"/>
            </a:xfrm>
            <a:prstGeom prst="ellipse">
              <a:avLst/>
            </a:prstGeom>
            <a:solidFill>
              <a:srgbClr val="7F8C97">
                <a:alpha val="48000"/>
              </a:srgbClr>
            </a:solidFill>
            <a:ln w="0">
              <a:noFill/>
              <a:prstDash val="solid"/>
            </a:ln>
          </p:spPr>
        </p:sp>
        <p:sp>
          <p:nvSpPr>
            <p:cNvPr id="3400" name="03_assume_matched_3399">
              <a:extLst>
                <a:ext uri="{FF2B5EF4-FFF2-40B4-BE49-F238E27FC236}">
                  <a16:creationId xmlns:a16="http://schemas.microsoft.com/office/drawing/2014/main" id="{F425D4AE-3E89-455F-BE98-95716F7E431B}"/>
                </a:ext>
              </a:extLst>
            </p:cNvPr>
            <p:cNvSpPr>
              <a:spLocks/>
            </p:cNvSpPr>
            <p:nvPr/>
          </p:nvSpPr>
          <p:spPr>
            <a:xfrm>
              <a:off x="6071534" y="6595037"/>
              <a:ext cx="28398" cy="28398"/>
            </a:xfrm>
            <a:prstGeom prst="ellipse">
              <a:avLst/>
            </a:prstGeom>
            <a:solidFill>
              <a:srgbClr val="7F8C97">
                <a:alpha val="48000"/>
              </a:srgbClr>
            </a:solidFill>
            <a:ln w="0">
              <a:noFill/>
              <a:prstDash val="solid"/>
            </a:ln>
          </p:spPr>
        </p:sp>
        <p:sp>
          <p:nvSpPr>
            <p:cNvPr id="3401" name="03_assume_matched_3400">
              <a:extLst>
                <a:ext uri="{FF2B5EF4-FFF2-40B4-BE49-F238E27FC236}">
                  <a16:creationId xmlns:a16="http://schemas.microsoft.com/office/drawing/2014/main" id="{5AD4B613-5476-4AAD-9F92-2BC84C6D8F3B}"/>
                </a:ext>
              </a:extLst>
            </p:cNvPr>
            <p:cNvSpPr>
              <a:spLocks/>
            </p:cNvSpPr>
            <p:nvPr/>
          </p:nvSpPr>
          <p:spPr>
            <a:xfrm>
              <a:off x="6097582" y="6010168"/>
              <a:ext cx="28398" cy="28398"/>
            </a:xfrm>
            <a:prstGeom prst="ellipse">
              <a:avLst/>
            </a:prstGeom>
            <a:solidFill>
              <a:srgbClr val="7F8C97">
                <a:alpha val="48000"/>
              </a:srgbClr>
            </a:solidFill>
            <a:ln w="0">
              <a:noFill/>
              <a:prstDash val="solid"/>
            </a:ln>
          </p:spPr>
        </p:sp>
        <p:sp>
          <p:nvSpPr>
            <p:cNvPr id="3402" name="03_assume_matched_3401">
              <a:extLst>
                <a:ext uri="{FF2B5EF4-FFF2-40B4-BE49-F238E27FC236}">
                  <a16:creationId xmlns:a16="http://schemas.microsoft.com/office/drawing/2014/main" id="{D8FED49E-14B9-4075-9B17-C3FD34AD03E4}"/>
                </a:ext>
              </a:extLst>
            </p:cNvPr>
            <p:cNvSpPr>
              <a:spLocks/>
            </p:cNvSpPr>
            <p:nvPr/>
          </p:nvSpPr>
          <p:spPr>
            <a:xfrm>
              <a:off x="6046638" y="6595037"/>
              <a:ext cx="28398" cy="28398"/>
            </a:xfrm>
            <a:prstGeom prst="ellipse">
              <a:avLst/>
            </a:prstGeom>
            <a:solidFill>
              <a:srgbClr val="7F8C97">
                <a:alpha val="48000"/>
              </a:srgbClr>
            </a:solidFill>
            <a:ln w="0">
              <a:noFill/>
              <a:prstDash val="solid"/>
            </a:ln>
          </p:spPr>
        </p:sp>
        <p:sp>
          <p:nvSpPr>
            <p:cNvPr id="3403" name="03_assume_matched_3402">
              <a:extLst>
                <a:ext uri="{FF2B5EF4-FFF2-40B4-BE49-F238E27FC236}">
                  <a16:creationId xmlns:a16="http://schemas.microsoft.com/office/drawing/2014/main" id="{4C0B4435-6E9D-4C93-A97C-26EB308C6EA1}"/>
                </a:ext>
              </a:extLst>
            </p:cNvPr>
            <p:cNvSpPr>
              <a:spLocks/>
            </p:cNvSpPr>
            <p:nvPr/>
          </p:nvSpPr>
          <p:spPr>
            <a:xfrm>
              <a:off x="3841389" y="5995123"/>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404" name="03_assume_matched_3403">
              <a:extLst>
                <a:ext uri="{FF2B5EF4-FFF2-40B4-BE49-F238E27FC236}">
                  <a16:creationId xmlns:a16="http://schemas.microsoft.com/office/drawing/2014/main" id="{C54CBD4A-0FF6-40A0-87C3-7A7484587BB3}"/>
                </a:ext>
              </a:extLst>
            </p:cNvPr>
            <p:cNvSpPr>
              <a:spLocks/>
            </p:cNvSpPr>
            <p:nvPr/>
          </p:nvSpPr>
          <p:spPr>
            <a:xfrm>
              <a:off x="3841389" y="6638479"/>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405" name="text_3404">
              <a:extLst>
                <a:ext uri="{FF2B5EF4-FFF2-40B4-BE49-F238E27FC236}">
                  <a16:creationId xmlns:a16="http://schemas.microsoft.com/office/drawing/2014/main" id="{25FCB150-3C95-4CEC-B7C6-D2AB23D8615F}"/>
                </a:ext>
              </a:extLst>
            </p:cNvPr>
            <p:cNvSpPr>
              <a:spLocks/>
            </p:cNvSpPr>
            <p:nvPr/>
          </p:nvSpPr>
          <p:spPr>
            <a:xfrm>
              <a:off x="3499200" y="5696187"/>
              <a:ext cx="48006"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j</a:t>
              </a:r>
            </a:p>
          </p:txBody>
        </p:sp>
        <p:sp>
          <p:nvSpPr>
            <p:cNvPr id="3406" name="text_3405">
              <a:extLst>
                <a:ext uri="{FF2B5EF4-FFF2-40B4-BE49-F238E27FC236}">
                  <a16:creationId xmlns:a16="http://schemas.microsoft.com/office/drawing/2014/main" id="{BB713784-1E1D-41FE-AB9B-E8964517F81E}"/>
                </a:ext>
              </a:extLst>
            </p:cNvPr>
            <p:cNvSpPr>
              <a:spLocks/>
            </p:cNvSpPr>
            <p:nvPr/>
          </p:nvSpPr>
          <p:spPr>
            <a:xfrm>
              <a:off x="3841389" y="5795543"/>
              <a:ext cx="927389"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Top-1, RMSD &lt;3 Å</a:t>
              </a:r>
            </a:p>
          </p:txBody>
        </p:sp>
        <p:sp>
          <p:nvSpPr>
            <p:cNvPr id="3407" name="03_assume_matched_3406">
              <a:extLst>
                <a:ext uri="{FF2B5EF4-FFF2-40B4-BE49-F238E27FC236}">
                  <a16:creationId xmlns:a16="http://schemas.microsoft.com/office/drawing/2014/main" id="{AB69E9E8-DA84-4D08-A687-B2F8262C73B2}"/>
                </a:ext>
              </a:extLst>
            </p:cNvPr>
            <p:cNvSpPr>
              <a:spLocks/>
            </p:cNvSpPr>
            <p:nvPr/>
          </p:nvSpPr>
          <p:spPr>
            <a:xfrm>
              <a:off x="3864021" y="6233779"/>
              <a:ext cx="2263158" cy="375457"/>
            </a:xfrm>
            <a:custGeom>
              <a:avLst/>
              <a:gdLst/>
              <a:ahLst/>
              <a:cxnLst/>
              <a:rect l="0" t="0" r="0" b="0"/>
              <a:pathLst>
                <a:path w="2263158" h="375457">
                  <a:moveTo>
                    <a:pt x="0" y="375457"/>
                  </a:moveTo>
                  <a:lnTo>
                    <a:pt x="53885" y="374231"/>
                  </a:lnTo>
                  <a:lnTo>
                    <a:pt x="53885" y="373689"/>
                  </a:lnTo>
                  <a:lnTo>
                    <a:pt x="68581" y="372545"/>
                  </a:lnTo>
                  <a:lnTo>
                    <a:pt x="68581" y="371164"/>
                  </a:lnTo>
                  <a:lnTo>
                    <a:pt x="83821" y="370307"/>
                  </a:lnTo>
                  <a:lnTo>
                    <a:pt x="83821" y="369041"/>
                  </a:lnTo>
                  <a:lnTo>
                    <a:pt x="107769" y="368432"/>
                  </a:lnTo>
                  <a:lnTo>
                    <a:pt x="107769" y="366804"/>
                  </a:lnTo>
                  <a:lnTo>
                    <a:pt x="125731" y="366707"/>
                  </a:lnTo>
                  <a:lnTo>
                    <a:pt x="125731" y="359330"/>
                  </a:lnTo>
                  <a:lnTo>
                    <a:pt x="137161" y="359233"/>
                  </a:lnTo>
                  <a:lnTo>
                    <a:pt x="137161" y="357852"/>
                  </a:lnTo>
                  <a:lnTo>
                    <a:pt x="150877" y="357755"/>
                  </a:lnTo>
                  <a:lnTo>
                    <a:pt x="150877" y="353957"/>
                  </a:lnTo>
                  <a:lnTo>
                    <a:pt x="167641" y="352903"/>
                  </a:lnTo>
                  <a:lnTo>
                    <a:pt x="167641" y="352059"/>
                  </a:lnTo>
                  <a:lnTo>
                    <a:pt x="188596" y="351864"/>
                  </a:lnTo>
                  <a:lnTo>
                    <a:pt x="188596" y="336356"/>
                  </a:lnTo>
                  <a:lnTo>
                    <a:pt x="205742" y="336162"/>
                  </a:lnTo>
                  <a:lnTo>
                    <a:pt x="205742" y="334781"/>
                  </a:lnTo>
                  <a:lnTo>
                    <a:pt x="215539" y="334683"/>
                  </a:lnTo>
                  <a:lnTo>
                    <a:pt x="215539" y="333056"/>
                  </a:lnTo>
                  <a:lnTo>
                    <a:pt x="251462" y="332004"/>
                  </a:lnTo>
                  <a:lnTo>
                    <a:pt x="251462" y="320513"/>
                  </a:lnTo>
                  <a:lnTo>
                    <a:pt x="274322" y="319776"/>
                  </a:lnTo>
                  <a:lnTo>
                    <a:pt x="274322" y="318395"/>
                  </a:lnTo>
                  <a:lnTo>
                    <a:pt x="301754" y="318102"/>
                  </a:lnTo>
                  <a:lnTo>
                    <a:pt x="301754" y="312785"/>
                  </a:lnTo>
                  <a:lnTo>
                    <a:pt x="323308" y="311958"/>
                  </a:lnTo>
                  <a:lnTo>
                    <a:pt x="323308" y="310873"/>
                  </a:lnTo>
                  <a:lnTo>
                    <a:pt x="342903" y="309834"/>
                  </a:lnTo>
                  <a:lnTo>
                    <a:pt x="342903" y="308453"/>
                  </a:lnTo>
                  <a:lnTo>
                    <a:pt x="377193" y="308161"/>
                  </a:lnTo>
                  <a:lnTo>
                    <a:pt x="377193" y="258655"/>
                  </a:lnTo>
                  <a:lnTo>
                    <a:pt x="411483" y="258363"/>
                  </a:lnTo>
                  <a:lnTo>
                    <a:pt x="411483" y="256982"/>
                  </a:lnTo>
                  <a:lnTo>
                    <a:pt x="431078" y="256787"/>
                  </a:lnTo>
                  <a:lnTo>
                    <a:pt x="431078" y="255159"/>
                  </a:lnTo>
                  <a:lnTo>
                    <a:pt x="452632" y="254332"/>
                  </a:lnTo>
                  <a:lnTo>
                    <a:pt x="452632" y="250534"/>
                  </a:lnTo>
                  <a:lnTo>
                    <a:pt x="480064" y="250242"/>
                  </a:lnTo>
                  <a:lnTo>
                    <a:pt x="480064" y="248861"/>
                  </a:lnTo>
                  <a:lnTo>
                    <a:pt x="502924" y="248666"/>
                  </a:lnTo>
                  <a:lnTo>
                    <a:pt x="502924" y="236542"/>
                  </a:lnTo>
                  <a:lnTo>
                    <a:pt x="538847" y="235490"/>
                  </a:lnTo>
                  <a:lnTo>
                    <a:pt x="538847" y="233863"/>
                  </a:lnTo>
                  <a:lnTo>
                    <a:pt x="548644" y="233765"/>
                  </a:lnTo>
                  <a:lnTo>
                    <a:pt x="548644" y="232384"/>
                  </a:lnTo>
                  <a:lnTo>
                    <a:pt x="565789" y="232189"/>
                  </a:lnTo>
                  <a:lnTo>
                    <a:pt x="565789" y="220796"/>
                  </a:lnTo>
                  <a:lnTo>
                    <a:pt x="603509" y="219864"/>
                  </a:lnTo>
                  <a:lnTo>
                    <a:pt x="603509" y="216066"/>
                  </a:lnTo>
                  <a:lnTo>
                    <a:pt x="617225" y="215969"/>
                  </a:lnTo>
                  <a:lnTo>
                    <a:pt x="617225" y="214588"/>
                  </a:lnTo>
                  <a:lnTo>
                    <a:pt x="628655" y="214490"/>
                  </a:lnTo>
                  <a:lnTo>
                    <a:pt x="628655" y="208063"/>
                  </a:lnTo>
                  <a:lnTo>
                    <a:pt x="646617" y="207966"/>
                  </a:lnTo>
                  <a:lnTo>
                    <a:pt x="647998" y="206241"/>
                  </a:lnTo>
                  <a:lnTo>
                    <a:pt x="685805" y="205189"/>
                  </a:lnTo>
                  <a:lnTo>
                    <a:pt x="686685" y="203711"/>
                  </a:lnTo>
                  <a:lnTo>
                    <a:pt x="754386" y="203126"/>
                  </a:lnTo>
                  <a:lnTo>
                    <a:pt x="754386" y="5697"/>
                  </a:lnTo>
                  <a:lnTo>
                    <a:pt x="1131579" y="5697"/>
                  </a:lnTo>
                  <a:lnTo>
                    <a:pt x="1131579" y="0"/>
                  </a:lnTo>
                  <a:lnTo>
                    <a:pt x="2263158" y="0"/>
                  </a:lnTo>
                  <a:lnTo>
                    <a:pt x="2263158" y="0"/>
                  </a:lnTo>
                </a:path>
              </a:pathLst>
            </a:custGeom>
            <a:noFill/>
            <a:ln w="22860">
              <a:solidFill>
                <a:srgbClr val="00878B"/>
              </a:solidFill>
              <a:prstDash val="solid"/>
            </a:ln>
          </p:spPr>
        </p:sp>
        <p:sp>
          <p:nvSpPr>
            <p:cNvPr id="3408" name="03_assume_matched_3407">
              <a:extLst>
                <a:ext uri="{FF2B5EF4-FFF2-40B4-BE49-F238E27FC236}">
                  <a16:creationId xmlns:a16="http://schemas.microsoft.com/office/drawing/2014/main" id="{5DC975E1-4114-4956-A390-D2A071B687EB}"/>
                </a:ext>
              </a:extLst>
            </p:cNvPr>
            <p:cNvSpPr>
              <a:spLocks/>
            </p:cNvSpPr>
            <p:nvPr/>
          </p:nvSpPr>
          <p:spPr>
            <a:xfrm>
              <a:off x="3864021" y="6024367"/>
              <a:ext cx="2263158" cy="584869"/>
            </a:xfrm>
            <a:custGeom>
              <a:avLst/>
              <a:gdLst/>
              <a:ahLst/>
              <a:cxnLst/>
              <a:rect l="0" t="0" r="0" b="0"/>
              <a:pathLst>
                <a:path w="2263158" h="584869">
                  <a:moveTo>
                    <a:pt x="0" y="584869"/>
                  </a:moveTo>
                  <a:lnTo>
                    <a:pt x="754386" y="584869"/>
                  </a:lnTo>
                  <a:lnTo>
                    <a:pt x="754386" y="0"/>
                  </a:lnTo>
                  <a:lnTo>
                    <a:pt x="2263158" y="0"/>
                  </a:lnTo>
                  <a:lnTo>
                    <a:pt x="2263158" y="0"/>
                  </a:lnTo>
                </a:path>
              </a:pathLst>
            </a:custGeom>
            <a:noFill/>
            <a:ln w="13335">
              <a:solidFill>
                <a:srgbClr val="3A64C8"/>
              </a:solidFill>
              <a:prstDash val="solid"/>
            </a:ln>
          </p:spPr>
        </p:sp>
        <p:sp>
          <p:nvSpPr>
            <p:cNvPr id="3409" name="03_assume_matched_3408">
              <a:extLst>
                <a:ext uri="{FF2B5EF4-FFF2-40B4-BE49-F238E27FC236}">
                  <a16:creationId xmlns:a16="http://schemas.microsoft.com/office/drawing/2014/main" id="{3A72B44C-292D-4387-BF82-A77E65572C9D}"/>
                </a:ext>
              </a:extLst>
            </p:cNvPr>
            <p:cNvSpPr>
              <a:spLocks/>
            </p:cNvSpPr>
            <p:nvPr/>
          </p:nvSpPr>
          <p:spPr>
            <a:xfrm>
              <a:off x="4219624" y="6470844"/>
              <a:ext cx="43180" cy="43180"/>
            </a:xfrm>
            <a:prstGeom prst="ellipse">
              <a:avLst/>
            </a:prstGeom>
            <a:solidFill>
              <a:srgbClr val="00878B"/>
            </a:solidFill>
            <a:ln w="4445">
              <a:solidFill>
                <a:srgbClr val="FFFFFF"/>
              </a:solidFill>
              <a:prstDash val="solid"/>
            </a:ln>
          </p:spPr>
        </p:sp>
        <p:sp>
          <p:nvSpPr>
            <p:cNvPr id="3410" name="03_assume_matched_3409">
              <a:extLst>
                <a:ext uri="{FF2B5EF4-FFF2-40B4-BE49-F238E27FC236}">
                  <a16:creationId xmlns:a16="http://schemas.microsoft.com/office/drawing/2014/main" id="{7CB2E2F6-CD30-4A88-AC63-59636C60B988}"/>
                </a:ext>
              </a:extLst>
            </p:cNvPr>
            <p:cNvSpPr>
              <a:spLocks/>
            </p:cNvSpPr>
            <p:nvPr/>
          </p:nvSpPr>
          <p:spPr>
            <a:xfrm>
              <a:off x="4596817" y="6217886"/>
              <a:ext cx="43180" cy="43180"/>
            </a:xfrm>
            <a:prstGeom prst="ellipse">
              <a:avLst/>
            </a:prstGeom>
            <a:solidFill>
              <a:srgbClr val="00878B"/>
            </a:solidFill>
            <a:ln w="4445">
              <a:solidFill>
                <a:srgbClr val="FFFFFF"/>
              </a:solidFill>
              <a:prstDash val="solid"/>
            </a:ln>
          </p:spPr>
        </p:sp>
        <p:sp>
          <p:nvSpPr>
            <p:cNvPr id="3411" name="03_assume_matched_3410">
              <a:extLst>
                <a:ext uri="{FF2B5EF4-FFF2-40B4-BE49-F238E27FC236}">
                  <a16:creationId xmlns:a16="http://schemas.microsoft.com/office/drawing/2014/main" id="{2703101B-1A31-482C-A84E-E3831637FB6C}"/>
                </a:ext>
              </a:extLst>
            </p:cNvPr>
            <p:cNvSpPr>
              <a:spLocks/>
            </p:cNvSpPr>
            <p:nvPr/>
          </p:nvSpPr>
          <p:spPr>
            <a:xfrm>
              <a:off x="5351203" y="6212189"/>
              <a:ext cx="43180" cy="43180"/>
            </a:xfrm>
            <a:prstGeom prst="ellipse">
              <a:avLst/>
            </a:prstGeom>
            <a:solidFill>
              <a:srgbClr val="00878B"/>
            </a:solidFill>
            <a:ln w="4445">
              <a:solidFill>
                <a:srgbClr val="FFFFFF"/>
              </a:solidFill>
              <a:prstDash val="solid"/>
            </a:ln>
          </p:spPr>
        </p:sp>
        <p:sp>
          <p:nvSpPr>
            <p:cNvPr id="3412" name="03_assume_matched_3411">
              <a:extLst>
                <a:ext uri="{FF2B5EF4-FFF2-40B4-BE49-F238E27FC236}">
                  <a16:creationId xmlns:a16="http://schemas.microsoft.com/office/drawing/2014/main" id="{7518EAB8-7C4C-4CE6-A82A-1720206A05E6}"/>
                </a:ext>
              </a:extLst>
            </p:cNvPr>
            <p:cNvSpPr>
              <a:spLocks/>
            </p:cNvSpPr>
            <p:nvPr/>
          </p:nvSpPr>
          <p:spPr>
            <a:xfrm>
              <a:off x="6105589" y="6212189"/>
              <a:ext cx="43180" cy="43180"/>
            </a:xfrm>
            <a:prstGeom prst="ellipse">
              <a:avLst/>
            </a:prstGeom>
            <a:solidFill>
              <a:srgbClr val="00878B"/>
            </a:solidFill>
            <a:ln w="4445">
              <a:solidFill>
                <a:srgbClr val="FFFFFF"/>
              </a:solidFill>
              <a:prstDash val="solid"/>
            </a:ln>
          </p:spPr>
        </p:sp>
        <p:sp>
          <p:nvSpPr>
            <p:cNvPr id="3413" name="03_assume_matched_3412">
              <a:extLst>
                <a:ext uri="{FF2B5EF4-FFF2-40B4-BE49-F238E27FC236}">
                  <a16:creationId xmlns:a16="http://schemas.microsoft.com/office/drawing/2014/main" id="{2773A819-B589-4362-86A6-0577CBB87241}"/>
                </a:ext>
              </a:extLst>
            </p:cNvPr>
            <p:cNvSpPr>
              <a:spLocks/>
            </p:cNvSpPr>
            <p:nvPr/>
          </p:nvSpPr>
          <p:spPr>
            <a:xfrm>
              <a:off x="4205293" y="6573315"/>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4" name="03_assume_matched_3413">
              <a:extLst>
                <a:ext uri="{FF2B5EF4-FFF2-40B4-BE49-F238E27FC236}">
                  <a16:creationId xmlns:a16="http://schemas.microsoft.com/office/drawing/2014/main" id="{98C9B072-040B-4007-A2DF-810278411F0E}"/>
                </a:ext>
              </a:extLst>
            </p:cNvPr>
            <p:cNvSpPr>
              <a:spLocks/>
            </p:cNvSpPr>
            <p:nvPr/>
          </p:nvSpPr>
          <p:spPr>
            <a:xfrm>
              <a:off x="4582486" y="598844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5" name="03_assume_matched_3414">
              <a:extLst>
                <a:ext uri="{FF2B5EF4-FFF2-40B4-BE49-F238E27FC236}">
                  <a16:creationId xmlns:a16="http://schemas.microsoft.com/office/drawing/2014/main" id="{3AA0F71D-BF94-49D1-A433-0E7C19489B96}"/>
                </a:ext>
              </a:extLst>
            </p:cNvPr>
            <p:cNvSpPr>
              <a:spLocks/>
            </p:cNvSpPr>
            <p:nvPr/>
          </p:nvSpPr>
          <p:spPr>
            <a:xfrm>
              <a:off x="5336872" y="598844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6" name="03_assume_matched_3415">
              <a:extLst>
                <a:ext uri="{FF2B5EF4-FFF2-40B4-BE49-F238E27FC236}">
                  <a16:creationId xmlns:a16="http://schemas.microsoft.com/office/drawing/2014/main" id="{343D1D90-BA98-4D80-9C5E-F74091D7CFCC}"/>
                </a:ext>
              </a:extLst>
            </p:cNvPr>
            <p:cNvSpPr>
              <a:spLocks/>
            </p:cNvSpPr>
            <p:nvPr/>
          </p:nvSpPr>
          <p:spPr>
            <a:xfrm>
              <a:off x="6091258" y="598844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417" name="03_assume_matched_3416">
              <a:extLst>
                <a:ext uri="{FF2B5EF4-FFF2-40B4-BE49-F238E27FC236}">
                  <a16:creationId xmlns:a16="http://schemas.microsoft.com/office/drawing/2014/main" id="{E5A041E8-265E-4C80-9F3A-52DBD458F4F0}"/>
                </a:ext>
              </a:extLst>
            </p:cNvPr>
            <p:cNvSpPr>
              <a:spLocks/>
            </p:cNvSpPr>
            <p:nvPr/>
          </p:nvSpPr>
          <p:spPr>
            <a:xfrm>
              <a:off x="712800" y="7153164"/>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418" name="03_assume_matched_3417">
              <a:extLst>
                <a:ext uri="{FF2B5EF4-FFF2-40B4-BE49-F238E27FC236}">
                  <a16:creationId xmlns:a16="http://schemas.microsoft.com/office/drawing/2014/main" id="{D088CD1B-F4EE-4F58-B0BD-4B73B0329F45}"/>
                </a:ext>
              </a:extLst>
            </p:cNvPr>
            <p:cNvSpPr>
              <a:spLocks/>
            </p:cNvSpPr>
            <p:nvPr/>
          </p:nvSpPr>
          <p:spPr>
            <a:xfrm>
              <a:off x="1014554" y="7182407"/>
              <a:ext cx="196140" cy="584869"/>
            </a:xfrm>
            <a:custGeom>
              <a:avLst/>
              <a:gdLst/>
              <a:ahLst/>
              <a:cxnLst/>
              <a:rect l="0" t="0" r="0" b="0"/>
              <a:pathLst>
                <a:path w="196140" h="584869">
                  <a:moveTo>
                    <a:pt x="196140" y="584869"/>
                  </a:moveTo>
                  <a:lnTo>
                    <a:pt x="0" y="584869"/>
                  </a:lnTo>
                  <a:lnTo>
                    <a:pt x="1078" y="579995"/>
                  </a:lnTo>
                  <a:lnTo>
                    <a:pt x="4239" y="575121"/>
                  </a:lnTo>
                  <a:lnTo>
                    <a:pt x="9269" y="570247"/>
                  </a:lnTo>
                  <a:lnTo>
                    <a:pt x="15840" y="565373"/>
                  </a:lnTo>
                  <a:lnTo>
                    <a:pt x="23543" y="560500"/>
                  </a:lnTo>
                  <a:lnTo>
                    <a:pt x="31931" y="555626"/>
                  </a:lnTo>
                  <a:lnTo>
                    <a:pt x="40562" y="550752"/>
                  </a:lnTo>
                  <a:lnTo>
                    <a:pt x="49034" y="545878"/>
                  </a:lnTo>
                  <a:lnTo>
                    <a:pt x="57015" y="541004"/>
                  </a:lnTo>
                  <a:lnTo>
                    <a:pt x="64259" y="536130"/>
                  </a:lnTo>
                  <a:lnTo>
                    <a:pt x="70611" y="531256"/>
                  </a:lnTo>
                  <a:lnTo>
                    <a:pt x="76000" y="526382"/>
                  </a:lnTo>
                  <a:lnTo>
                    <a:pt x="80429" y="521508"/>
                  </a:lnTo>
                  <a:lnTo>
                    <a:pt x="83955" y="516634"/>
                  </a:lnTo>
                  <a:lnTo>
                    <a:pt x="86671" y="511760"/>
                  </a:lnTo>
                  <a:lnTo>
                    <a:pt x="88690" y="506887"/>
                  </a:lnTo>
                  <a:lnTo>
                    <a:pt x="90129" y="502013"/>
                  </a:lnTo>
                  <a:lnTo>
                    <a:pt x="91101" y="497139"/>
                  </a:lnTo>
                  <a:lnTo>
                    <a:pt x="91707" y="492265"/>
                  </a:lnTo>
                  <a:lnTo>
                    <a:pt x="92032" y="487391"/>
                  </a:lnTo>
                  <a:lnTo>
                    <a:pt x="92148" y="482517"/>
                  </a:lnTo>
                  <a:lnTo>
                    <a:pt x="92112" y="477643"/>
                  </a:lnTo>
                  <a:lnTo>
                    <a:pt x="91970" y="472769"/>
                  </a:lnTo>
                  <a:lnTo>
                    <a:pt x="91758" y="467895"/>
                  </a:lnTo>
                  <a:lnTo>
                    <a:pt x="91505" y="463021"/>
                  </a:lnTo>
                  <a:lnTo>
                    <a:pt x="91236" y="458147"/>
                  </a:lnTo>
                  <a:lnTo>
                    <a:pt x="90970" y="453274"/>
                  </a:lnTo>
                  <a:lnTo>
                    <a:pt x="90721" y="448400"/>
                  </a:lnTo>
                  <a:lnTo>
                    <a:pt x="90502" y="443526"/>
                  </a:lnTo>
                  <a:lnTo>
                    <a:pt x="90319" y="438652"/>
                  </a:lnTo>
                  <a:lnTo>
                    <a:pt x="90177" y="433778"/>
                  </a:lnTo>
                  <a:lnTo>
                    <a:pt x="90077" y="428904"/>
                  </a:lnTo>
                  <a:lnTo>
                    <a:pt x="90015" y="424030"/>
                  </a:lnTo>
                  <a:lnTo>
                    <a:pt x="89987" y="419156"/>
                  </a:lnTo>
                  <a:lnTo>
                    <a:pt x="89983" y="414282"/>
                  </a:lnTo>
                  <a:lnTo>
                    <a:pt x="89994" y="409408"/>
                  </a:lnTo>
                  <a:lnTo>
                    <a:pt x="90009" y="404534"/>
                  </a:lnTo>
                  <a:lnTo>
                    <a:pt x="90014" y="399661"/>
                  </a:lnTo>
                  <a:lnTo>
                    <a:pt x="89994" y="394787"/>
                  </a:lnTo>
                  <a:lnTo>
                    <a:pt x="89930" y="389913"/>
                  </a:lnTo>
                  <a:lnTo>
                    <a:pt x="89801" y="385039"/>
                  </a:lnTo>
                  <a:lnTo>
                    <a:pt x="89582" y="380165"/>
                  </a:lnTo>
                  <a:lnTo>
                    <a:pt x="89242" y="375291"/>
                  </a:lnTo>
                  <a:lnTo>
                    <a:pt x="88751" y="370417"/>
                  </a:lnTo>
                  <a:lnTo>
                    <a:pt x="88072" y="365543"/>
                  </a:lnTo>
                  <a:lnTo>
                    <a:pt x="87173" y="360669"/>
                  </a:lnTo>
                  <a:lnTo>
                    <a:pt x="86023" y="355795"/>
                  </a:lnTo>
                  <a:lnTo>
                    <a:pt x="84599" y="350921"/>
                  </a:lnTo>
                  <a:lnTo>
                    <a:pt x="82894" y="346048"/>
                  </a:lnTo>
                  <a:lnTo>
                    <a:pt x="80916" y="341174"/>
                  </a:lnTo>
                  <a:lnTo>
                    <a:pt x="78697" y="336300"/>
                  </a:lnTo>
                  <a:lnTo>
                    <a:pt x="76295" y="331426"/>
                  </a:lnTo>
                  <a:lnTo>
                    <a:pt x="73795" y="326552"/>
                  </a:lnTo>
                  <a:lnTo>
                    <a:pt x="71304" y="321678"/>
                  </a:lnTo>
                  <a:lnTo>
                    <a:pt x="68950" y="316804"/>
                  </a:lnTo>
                  <a:lnTo>
                    <a:pt x="66870" y="311930"/>
                  </a:lnTo>
                  <a:lnTo>
                    <a:pt x="65198" y="307056"/>
                  </a:lnTo>
                  <a:lnTo>
                    <a:pt x="64055" y="302182"/>
                  </a:lnTo>
                  <a:lnTo>
                    <a:pt x="63533" y="297308"/>
                  </a:lnTo>
                  <a:lnTo>
                    <a:pt x="63688" y="292435"/>
                  </a:lnTo>
                  <a:lnTo>
                    <a:pt x="64530" y="287561"/>
                  </a:lnTo>
                  <a:lnTo>
                    <a:pt x="66025" y="282687"/>
                  </a:lnTo>
                  <a:lnTo>
                    <a:pt x="68096" y="277813"/>
                  </a:lnTo>
                  <a:lnTo>
                    <a:pt x="70629" y="272939"/>
                  </a:lnTo>
                  <a:lnTo>
                    <a:pt x="73488" y="268065"/>
                  </a:lnTo>
                  <a:lnTo>
                    <a:pt x="76527" y="263191"/>
                  </a:lnTo>
                  <a:lnTo>
                    <a:pt x="79604" y="258317"/>
                  </a:lnTo>
                  <a:lnTo>
                    <a:pt x="82589" y="253443"/>
                  </a:lnTo>
                  <a:lnTo>
                    <a:pt x="85379" y="248569"/>
                  </a:lnTo>
                  <a:lnTo>
                    <a:pt x="87897" y="243695"/>
                  </a:lnTo>
                  <a:lnTo>
                    <a:pt x="90097" y="238822"/>
                  </a:lnTo>
                  <a:lnTo>
                    <a:pt x="91961" y="233948"/>
                  </a:lnTo>
                  <a:lnTo>
                    <a:pt x="93494" y="229074"/>
                  </a:lnTo>
                  <a:lnTo>
                    <a:pt x="94719" y="224200"/>
                  </a:lnTo>
                  <a:lnTo>
                    <a:pt x="95672" y="219326"/>
                  </a:lnTo>
                  <a:lnTo>
                    <a:pt x="96392" y="214452"/>
                  </a:lnTo>
                  <a:lnTo>
                    <a:pt x="96922" y="209578"/>
                  </a:lnTo>
                  <a:lnTo>
                    <a:pt x="97303" y="204704"/>
                  </a:lnTo>
                  <a:lnTo>
                    <a:pt x="97569" y="199830"/>
                  </a:lnTo>
                  <a:lnTo>
                    <a:pt x="97750" y="194956"/>
                  </a:lnTo>
                  <a:lnTo>
                    <a:pt x="97870" y="190082"/>
                  </a:lnTo>
                  <a:lnTo>
                    <a:pt x="97948" y="185209"/>
                  </a:lnTo>
                  <a:lnTo>
                    <a:pt x="97997" y="180335"/>
                  </a:lnTo>
                  <a:lnTo>
                    <a:pt x="98028" y="175461"/>
                  </a:lnTo>
                  <a:lnTo>
                    <a:pt x="98046" y="170587"/>
                  </a:lnTo>
                  <a:lnTo>
                    <a:pt x="98057" y="165713"/>
                  </a:lnTo>
                  <a:lnTo>
                    <a:pt x="98063" y="160839"/>
                  </a:lnTo>
                  <a:lnTo>
                    <a:pt x="98066" y="155965"/>
                  </a:lnTo>
                  <a:lnTo>
                    <a:pt x="98068"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4" y="155965"/>
                  </a:lnTo>
                  <a:lnTo>
                    <a:pt x="98077" y="160839"/>
                  </a:lnTo>
                  <a:lnTo>
                    <a:pt x="98084" y="165713"/>
                  </a:lnTo>
                  <a:lnTo>
                    <a:pt x="98094" y="170587"/>
                  </a:lnTo>
                  <a:lnTo>
                    <a:pt x="98113" y="175461"/>
                  </a:lnTo>
                  <a:lnTo>
                    <a:pt x="98143" y="180335"/>
                  </a:lnTo>
                  <a:lnTo>
                    <a:pt x="98192" y="185209"/>
                  </a:lnTo>
                  <a:lnTo>
                    <a:pt x="98270" y="190082"/>
                  </a:lnTo>
                  <a:lnTo>
                    <a:pt x="98390" y="194956"/>
                  </a:lnTo>
                  <a:lnTo>
                    <a:pt x="98572" y="199830"/>
                  </a:lnTo>
                  <a:lnTo>
                    <a:pt x="98838" y="204704"/>
                  </a:lnTo>
                  <a:lnTo>
                    <a:pt x="99218" y="209578"/>
                  </a:lnTo>
                  <a:lnTo>
                    <a:pt x="99748" y="214452"/>
                  </a:lnTo>
                  <a:lnTo>
                    <a:pt x="100469" y="219326"/>
                  </a:lnTo>
                  <a:lnTo>
                    <a:pt x="101421" y="224200"/>
                  </a:lnTo>
                  <a:lnTo>
                    <a:pt x="102646" y="229074"/>
                  </a:lnTo>
                  <a:lnTo>
                    <a:pt x="104179" y="233948"/>
                  </a:lnTo>
                  <a:lnTo>
                    <a:pt x="106043" y="238822"/>
                  </a:lnTo>
                  <a:lnTo>
                    <a:pt x="108243" y="243695"/>
                  </a:lnTo>
                  <a:lnTo>
                    <a:pt x="110762" y="248569"/>
                  </a:lnTo>
                  <a:lnTo>
                    <a:pt x="113551" y="253443"/>
                  </a:lnTo>
                  <a:lnTo>
                    <a:pt x="116537" y="258317"/>
                  </a:lnTo>
                  <a:lnTo>
                    <a:pt x="119613" y="263191"/>
                  </a:lnTo>
                  <a:lnTo>
                    <a:pt x="122653" y="268065"/>
                  </a:lnTo>
                  <a:lnTo>
                    <a:pt x="125512" y="272939"/>
                  </a:lnTo>
                  <a:lnTo>
                    <a:pt x="128045" y="277813"/>
                  </a:lnTo>
                  <a:lnTo>
                    <a:pt x="130115" y="282687"/>
                  </a:lnTo>
                  <a:lnTo>
                    <a:pt x="131610" y="287561"/>
                  </a:lnTo>
                  <a:lnTo>
                    <a:pt x="132453" y="292435"/>
                  </a:lnTo>
                  <a:lnTo>
                    <a:pt x="132607" y="297308"/>
                  </a:lnTo>
                  <a:lnTo>
                    <a:pt x="132085" y="302182"/>
                  </a:lnTo>
                  <a:lnTo>
                    <a:pt x="130942" y="307056"/>
                  </a:lnTo>
                  <a:lnTo>
                    <a:pt x="129270" y="311930"/>
                  </a:lnTo>
                  <a:lnTo>
                    <a:pt x="127190" y="316804"/>
                  </a:lnTo>
                  <a:lnTo>
                    <a:pt x="124836" y="321678"/>
                  </a:lnTo>
                  <a:lnTo>
                    <a:pt x="122346" y="326552"/>
                  </a:lnTo>
                  <a:lnTo>
                    <a:pt x="119845" y="331426"/>
                  </a:lnTo>
                  <a:lnTo>
                    <a:pt x="117443" y="336300"/>
                  </a:lnTo>
                  <a:lnTo>
                    <a:pt x="115225" y="341174"/>
                  </a:lnTo>
                  <a:lnTo>
                    <a:pt x="113246" y="346048"/>
                  </a:lnTo>
                  <a:lnTo>
                    <a:pt x="111541" y="350921"/>
                  </a:lnTo>
                  <a:lnTo>
                    <a:pt x="110118" y="355795"/>
                  </a:lnTo>
                  <a:lnTo>
                    <a:pt x="108967" y="360669"/>
                  </a:lnTo>
                  <a:lnTo>
                    <a:pt x="108068" y="365543"/>
                  </a:lnTo>
                  <a:lnTo>
                    <a:pt x="107390" y="370417"/>
                  </a:lnTo>
                  <a:lnTo>
                    <a:pt x="106898" y="375291"/>
                  </a:lnTo>
                  <a:lnTo>
                    <a:pt x="106559" y="380165"/>
                  </a:lnTo>
                  <a:lnTo>
                    <a:pt x="106339" y="385039"/>
                  </a:lnTo>
                  <a:lnTo>
                    <a:pt x="106210" y="389913"/>
                  </a:lnTo>
                  <a:lnTo>
                    <a:pt x="106146" y="394787"/>
                  </a:lnTo>
                  <a:lnTo>
                    <a:pt x="106126" y="399661"/>
                  </a:lnTo>
                  <a:lnTo>
                    <a:pt x="106131" y="404534"/>
                  </a:lnTo>
                  <a:lnTo>
                    <a:pt x="106146" y="409408"/>
                  </a:lnTo>
                  <a:lnTo>
                    <a:pt x="106158" y="414282"/>
                  </a:lnTo>
                  <a:lnTo>
                    <a:pt x="106154" y="419156"/>
                  </a:lnTo>
                  <a:lnTo>
                    <a:pt x="106125" y="424030"/>
                  </a:lnTo>
                  <a:lnTo>
                    <a:pt x="106063" y="428904"/>
                  </a:lnTo>
                  <a:lnTo>
                    <a:pt x="105963" y="433778"/>
                  </a:lnTo>
                  <a:lnTo>
                    <a:pt x="105821" y="438652"/>
                  </a:lnTo>
                  <a:lnTo>
                    <a:pt x="105639" y="443526"/>
                  </a:lnTo>
                  <a:lnTo>
                    <a:pt x="105419" y="448400"/>
                  </a:lnTo>
                  <a:lnTo>
                    <a:pt x="105171" y="453274"/>
                  </a:lnTo>
                  <a:lnTo>
                    <a:pt x="104904" y="458147"/>
                  </a:lnTo>
                  <a:lnTo>
                    <a:pt x="104635" y="463021"/>
                  </a:lnTo>
                  <a:lnTo>
                    <a:pt x="104383" y="467895"/>
                  </a:lnTo>
                  <a:lnTo>
                    <a:pt x="104171" y="472769"/>
                  </a:lnTo>
                  <a:lnTo>
                    <a:pt x="104029" y="477643"/>
                  </a:lnTo>
                  <a:lnTo>
                    <a:pt x="103993" y="482517"/>
                  </a:lnTo>
                  <a:lnTo>
                    <a:pt x="104109" y="487391"/>
                  </a:lnTo>
                  <a:lnTo>
                    <a:pt x="104434" y="492265"/>
                  </a:lnTo>
                  <a:lnTo>
                    <a:pt x="105039" y="497139"/>
                  </a:lnTo>
                  <a:lnTo>
                    <a:pt x="106011" y="502013"/>
                  </a:lnTo>
                  <a:lnTo>
                    <a:pt x="107450" y="506887"/>
                  </a:lnTo>
                  <a:lnTo>
                    <a:pt x="109469" y="511760"/>
                  </a:lnTo>
                  <a:lnTo>
                    <a:pt x="112185" y="516634"/>
                  </a:lnTo>
                  <a:lnTo>
                    <a:pt x="115711" y="521508"/>
                  </a:lnTo>
                  <a:lnTo>
                    <a:pt x="120140" y="526382"/>
                  </a:lnTo>
                  <a:lnTo>
                    <a:pt x="125530" y="531256"/>
                  </a:lnTo>
                  <a:lnTo>
                    <a:pt x="131882" y="536130"/>
                  </a:lnTo>
                  <a:lnTo>
                    <a:pt x="139126" y="541004"/>
                  </a:lnTo>
                  <a:lnTo>
                    <a:pt x="147107" y="545878"/>
                  </a:lnTo>
                  <a:lnTo>
                    <a:pt x="155578" y="550752"/>
                  </a:lnTo>
                  <a:lnTo>
                    <a:pt x="164209" y="555626"/>
                  </a:lnTo>
                  <a:lnTo>
                    <a:pt x="172597" y="560500"/>
                  </a:lnTo>
                  <a:lnTo>
                    <a:pt x="180300" y="565373"/>
                  </a:lnTo>
                  <a:lnTo>
                    <a:pt x="186871" y="570247"/>
                  </a:lnTo>
                  <a:lnTo>
                    <a:pt x="191901" y="575121"/>
                  </a:lnTo>
                  <a:lnTo>
                    <a:pt x="195062"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3419" name="03_assume_matched_3418">
              <a:extLst>
                <a:ext uri="{FF2B5EF4-FFF2-40B4-BE49-F238E27FC236}">
                  <a16:creationId xmlns:a16="http://schemas.microsoft.com/office/drawing/2014/main" id="{5D3B66C3-CB6C-4888-A160-8BC38DD93020}"/>
                </a:ext>
              </a:extLst>
            </p:cNvPr>
            <p:cNvSpPr>
              <a:spLocks/>
            </p:cNvSpPr>
            <p:nvPr/>
          </p:nvSpPr>
          <p:spPr>
            <a:xfrm>
              <a:off x="1391747" y="7182407"/>
              <a:ext cx="196140" cy="584869"/>
            </a:xfrm>
            <a:custGeom>
              <a:avLst/>
              <a:gdLst/>
              <a:ahLst/>
              <a:cxnLst/>
              <a:rect l="0" t="0" r="0" b="0"/>
              <a:pathLst>
                <a:path w="196140" h="584869">
                  <a:moveTo>
                    <a:pt x="133134" y="584869"/>
                  </a:moveTo>
                  <a:lnTo>
                    <a:pt x="63006" y="584869"/>
                  </a:lnTo>
                  <a:lnTo>
                    <a:pt x="63376" y="579995"/>
                  </a:lnTo>
                  <a:lnTo>
                    <a:pt x="64459" y="575121"/>
                  </a:lnTo>
                  <a:lnTo>
                    <a:pt x="66184" y="570247"/>
                  </a:lnTo>
                  <a:lnTo>
                    <a:pt x="68438" y="565373"/>
                  </a:lnTo>
                  <a:lnTo>
                    <a:pt x="71084" y="560500"/>
                  </a:lnTo>
                  <a:lnTo>
                    <a:pt x="73970" y="555626"/>
                  </a:lnTo>
                  <a:lnTo>
                    <a:pt x="76947" y="550752"/>
                  </a:lnTo>
                  <a:lnTo>
                    <a:pt x="79881" y="545878"/>
                  </a:lnTo>
                  <a:lnTo>
                    <a:pt x="82661" y="541004"/>
                  </a:lnTo>
                  <a:lnTo>
                    <a:pt x="85207" y="536130"/>
                  </a:lnTo>
                  <a:lnTo>
                    <a:pt x="87467" y="531256"/>
                  </a:lnTo>
                  <a:lnTo>
                    <a:pt x="89419" y="526382"/>
                  </a:lnTo>
                  <a:lnTo>
                    <a:pt x="91060" y="521508"/>
                  </a:lnTo>
                  <a:lnTo>
                    <a:pt x="92410" y="516634"/>
                  </a:lnTo>
                  <a:lnTo>
                    <a:pt x="93494" y="511760"/>
                  </a:lnTo>
                  <a:lnTo>
                    <a:pt x="94344" y="506887"/>
                  </a:lnTo>
                  <a:lnTo>
                    <a:pt x="94994" y="502013"/>
                  </a:lnTo>
                  <a:lnTo>
                    <a:pt x="95472" y="497139"/>
                  </a:lnTo>
                  <a:lnTo>
                    <a:pt x="95806" y="492265"/>
                  </a:lnTo>
                  <a:lnTo>
                    <a:pt x="96016" y="487391"/>
                  </a:lnTo>
                  <a:lnTo>
                    <a:pt x="96120" y="482517"/>
                  </a:lnTo>
                  <a:lnTo>
                    <a:pt x="96132" y="477643"/>
                  </a:lnTo>
                  <a:lnTo>
                    <a:pt x="96066" y="472769"/>
                  </a:lnTo>
                  <a:lnTo>
                    <a:pt x="95931" y="467895"/>
                  </a:lnTo>
                  <a:lnTo>
                    <a:pt x="95737" y="463021"/>
                  </a:lnTo>
                  <a:lnTo>
                    <a:pt x="95494" y="458147"/>
                  </a:lnTo>
                  <a:lnTo>
                    <a:pt x="95210" y="453274"/>
                  </a:lnTo>
                  <a:lnTo>
                    <a:pt x="94892" y="448400"/>
                  </a:lnTo>
                  <a:lnTo>
                    <a:pt x="94550" y="443526"/>
                  </a:lnTo>
                  <a:lnTo>
                    <a:pt x="94189" y="438652"/>
                  </a:lnTo>
                  <a:lnTo>
                    <a:pt x="93819" y="433778"/>
                  </a:lnTo>
                  <a:lnTo>
                    <a:pt x="93448" y="428904"/>
                  </a:lnTo>
                  <a:lnTo>
                    <a:pt x="93086" y="424030"/>
                  </a:lnTo>
                  <a:lnTo>
                    <a:pt x="92746" y="419156"/>
                  </a:lnTo>
                  <a:lnTo>
                    <a:pt x="92441" y="414282"/>
                  </a:lnTo>
                  <a:lnTo>
                    <a:pt x="92186" y="409408"/>
                  </a:lnTo>
                  <a:lnTo>
                    <a:pt x="91994" y="404534"/>
                  </a:lnTo>
                  <a:lnTo>
                    <a:pt x="91880" y="399661"/>
                  </a:lnTo>
                  <a:lnTo>
                    <a:pt x="91852" y="394787"/>
                  </a:lnTo>
                  <a:lnTo>
                    <a:pt x="91914" y="389913"/>
                  </a:lnTo>
                  <a:lnTo>
                    <a:pt x="92067" y="385039"/>
                  </a:lnTo>
                  <a:lnTo>
                    <a:pt x="92301" y="380165"/>
                  </a:lnTo>
                  <a:lnTo>
                    <a:pt x="92606" y="375291"/>
                  </a:lnTo>
                  <a:lnTo>
                    <a:pt x="92961" y="370417"/>
                  </a:lnTo>
                  <a:lnTo>
                    <a:pt x="93348" y="365543"/>
                  </a:lnTo>
                  <a:lnTo>
                    <a:pt x="93744" y="360669"/>
                  </a:lnTo>
                  <a:lnTo>
                    <a:pt x="94130" y="355795"/>
                  </a:lnTo>
                  <a:lnTo>
                    <a:pt x="94489" y="350921"/>
                  </a:lnTo>
                  <a:lnTo>
                    <a:pt x="94808" y="346048"/>
                  </a:lnTo>
                  <a:lnTo>
                    <a:pt x="95081" y="341174"/>
                  </a:lnTo>
                  <a:lnTo>
                    <a:pt x="95306" y="336300"/>
                  </a:lnTo>
                  <a:lnTo>
                    <a:pt x="95486" y="331426"/>
                  </a:lnTo>
                  <a:lnTo>
                    <a:pt x="95627" y="326552"/>
                  </a:lnTo>
                  <a:lnTo>
                    <a:pt x="95740" y="321678"/>
                  </a:lnTo>
                  <a:lnTo>
                    <a:pt x="95833" y="316804"/>
                  </a:lnTo>
                  <a:lnTo>
                    <a:pt x="95918" y="311930"/>
                  </a:lnTo>
                  <a:lnTo>
                    <a:pt x="96002" y="307056"/>
                  </a:lnTo>
                  <a:lnTo>
                    <a:pt x="96092" y="302182"/>
                  </a:lnTo>
                  <a:lnTo>
                    <a:pt x="96194" y="297308"/>
                  </a:lnTo>
                  <a:lnTo>
                    <a:pt x="96310" y="292435"/>
                  </a:lnTo>
                  <a:lnTo>
                    <a:pt x="96439" y="287561"/>
                  </a:lnTo>
                  <a:lnTo>
                    <a:pt x="96581" y="282687"/>
                  </a:lnTo>
                  <a:lnTo>
                    <a:pt x="96731" y="277813"/>
                  </a:lnTo>
                  <a:lnTo>
                    <a:pt x="96886" y="272939"/>
                  </a:lnTo>
                  <a:lnTo>
                    <a:pt x="97040" y="268065"/>
                  </a:lnTo>
                  <a:lnTo>
                    <a:pt x="97189" y="263191"/>
                  </a:lnTo>
                  <a:lnTo>
                    <a:pt x="97329" y="258317"/>
                  </a:lnTo>
                  <a:lnTo>
                    <a:pt x="97455" y="253443"/>
                  </a:lnTo>
                  <a:lnTo>
                    <a:pt x="97565" y="248569"/>
                  </a:lnTo>
                  <a:lnTo>
                    <a:pt x="97655" y="243695"/>
                  </a:lnTo>
                  <a:lnTo>
                    <a:pt x="97723" y="238822"/>
                  </a:lnTo>
                  <a:lnTo>
                    <a:pt x="97767" y="233948"/>
                  </a:lnTo>
                  <a:lnTo>
                    <a:pt x="97786" y="229074"/>
                  </a:lnTo>
                  <a:lnTo>
                    <a:pt x="97776" y="224200"/>
                  </a:lnTo>
                  <a:lnTo>
                    <a:pt x="97736" y="219326"/>
                  </a:lnTo>
                  <a:lnTo>
                    <a:pt x="97663" y="214452"/>
                  </a:lnTo>
                  <a:lnTo>
                    <a:pt x="97553" y="209578"/>
                  </a:lnTo>
                  <a:lnTo>
                    <a:pt x="97405" y="204704"/>
                  </a:lnTo>
                  <a:lnTo>
                    <a:pt x="97217" y="199830"/>
                  </a:lnTo>
                  <a:lnTo>
                    <a:pt x="96988" y="194956"/>
                  </a:lnTo>
                  <a:lnTo>
                    <a:pt x="96721" y="190082"/>
                  </a:lnTo>
                  <a:lnTo>
                    <a:pt x="96420" y="185209"/>
                  </a:lnTo>
                  <a:lnTo>
                    <a:pt x="96092" y="180335"/>
                  </a:lnTo>
                  <a:lnTo>
                    <a:pt x="95749" y="175461"/>
                  </a:lnTo>
                  <a:lnTo>
                    <a:pt x="95403" y="170587"/>
                  </a:lnTo>
                  <a:lnTo>
                    <a:pt x="95070" y="165713"/>
                  </a:lnTo>
                  <a:lnTo>
                    <a:pt x="94765" y="160839"/>
                  </a:lnTo>
                  <a:lnTo>
                    <a:pt x="94504" y="155965"/>
                  </a:lnTo>
                  <a:lnTo>
                    <a:pt x="94300" y="151091"/>
                  </a:lnTo>
                  <a:lnTo>
                    <a:pt x="94164" y="146217"/>
                  </a:lnTo>
                  <a:lnTo>
                    <a:pt x="94102" y="141343"/>
                  </a:lnTo>
                  <a:lnTo>
                    <a:pt x="94117" y="136469"/>
                  </a:lnTo>
                  <a:lnTo>
                    <a:pt x="94202" y="131596"/>
                  </a:lnTo>
                  <a:lnTo>
                    <a:pt x="94349" y="126722"/>
                  </a:lnTo>
                  <a:lnTo>
                    <a:pt x="94541" y="121848"/>
                  </a:lnTo>
                  <a:lnTo>
                    <a:pt x="94757" y="116974"/>
                  </a:lnTo>
                  <a:lnTo>
                    <a:pt x="94968" y="112100"/>
                  </a:lnTo>
                  <a:lnTo>
                    <a:pt x="95139" y="107226"/>
                  </a:lnTo>
                  <a:lnTo>
                    <a:pt x="95226" y="102352"/>
                  </a:lnTo>
                  <a:lnTo>
                    <a:pt x="95174" y="97478"/>
                  </a:lnTo>
                  <a:lnTo>
                    <a:pt x="94917" y="92604"/>
                  </a:lnTo>
                  <a:lnTo>
                    <a:pt x="94374" y="87730"/>
                  </a:lnTo>
                  <a:lnTo>
                    <a:pt x="93448" y="82856"/>
                  </a:lnTo>
                  <a:lnTo>
                    <a:pt x="92029" y="77983"/>
                  </a:lnTo>
                  <a:lnTo>
                    <a:pt x="89997" y="73109"/>
                  </a:lnTo>
                  <a:lnTo>
                    <a:pt x="87224" y="68235"/>
                  </a:lnTo>
                  <a:lnTo>
                    <a:pt x="83594" y="63361"/>
                  </a:lnTo>
                  <a:lnTo>
                    <a:pt x="79009" y="58487"/>
                  </a:lnTo>
                  <a:lnTo>
                    <a:pt x="73413" y="53613"/>
                  </a:lnTo>
                  <a:lnTo>
                    <a:pt x="66807" y="48739"/>
                  </a:lnTo>
                  <a:lnTo>
                    <a:pt x="59267" y="43865"/>
                  </a:lnTo>
                  <a:lnTo>
                    <a:pt x="50960" y="38991"/>
                  </a:lnTo>
                  <a:lnTo>
                    <a:pt x="42144" y="34117"/>
                  </a:lnTo>
                  <a:lnTo>
                    <a:pt x="33167" y="29243"/>
                  </a:lnTo>
                  <a:lnTo>
                    <a:pt x="24447" y="24370"/>
                  </a:lnTo>
                  <a:lnTo>
                    <a:pt x="16444" y="19496"/>
                  </a:lnTo>
                  <a:lnTo>
                    <a:pt x="9620" y="14622"/>
                  </a:lnTo>
                  <a:lnTo>
                    <a:pt x="4399" y="9748"/>
                  </a:lnTo>
                  <a:lnTo>
                    <a:pt x="1119" y="4874"/>
                  </a:lnTo>
                  <a:lnTo>
                    <a:pt x="0" y="0"/>
                  </a:lnTo>
                  <a:lnTo>
                    <a:pt x="196140" y="0"/>
                  </a:lnTo>
                  <a:lnTo>
                    <a:pt x="196140" y="0"/>
                  </a:lnTo>
                  <a:lnTo>
                    <a:pt x="195022" y="4874"/>
                  </a:lnTo>
                  <a:lnTo>
                    <a:pt x="191741" y="9748"/>
                  </a:lnTo>
                  <a:lnTo>
                    <a:pt x="186520" y="14622"/>
                  </a:lnTo>
                  <a:lnTo>
                    <a:pt x="179696" y="19496"/>
                  </a:lnTo>
                  <a:lnTo>
                    <a:pt x="171693" y="24370"/>
                  </a:lnTo>
                  <a:lnTo>
                    <a:pt x="162973" y="29243"/>
                  </a:lnTo>
                  <a:lnTo>
                    <a:pt x="153996" y="34117"/>
                  </a:lnTo>
                  <a:lnTo>
                    <a:pt x="145181" y="38991"/>
                  </a:lnTo>
                  <a:lnTo>
                    <a:pt x="136873" y="43865"/>
                  </a:lnTo>
                  <a:lnTo>
                    <a:pt x="129334" y="48739"/>
                  </a:lnTo>
                  <a:lnTo>
                    <a:pt x="122727" y="53613"/>
                  </a:lnTo>
                  <a:lnTo>
                    <a:pt x="117131" y="58487"/>
                  </a:lnTo>
                  <a:lnTo>
                    <a:pt x="112547" y="63361"/>
                  </a:lnTo>
                  <a:lnTo>
                    <a:pt x="108916" y="68235"/>
                  </a:lnTo>
                  <a:lnTo>
                    <a:pt x="106144" y="73109"/>
                  </a:lnTo>
                  <a:lnTo>
                    <a:pt x="104111" y="77983"/>
                  </a:lnTo>
                  <a:lnTo>
                    <a:pt x="102692" y="82856"/>
                  </a:lnTo>
                  <a:lnTo>
                    <a:pt x="101767" y="87730"/>
                  </a:lnTo>
                  <a:lnTo>
                    <a:pt x="101223" y="92604"/>
                  </a:lnTo>
                  <a:lnTo>
                    <a:pt x="100966" y="97478"/>
                  </a:lnTo>
                  <a:lnTo>
                    <a:pt x="100915" y="102352"/>
                  </a:lnTo>
                  <a:lnTo>
                    <a:pt x="101001" y="107226"/>
                  </a:lnTo>
                  <a:lnTo>
                    <a:pt x="101172" y="112100"/>
                  </a:lnTo>
                  <a:lnTo>
                    <a:pt x="101383" y="116974"/>
                  </a:lnTo>
                  <a:lnTo>
                    <a:pt x="101599" y="121848"/>
                  </a:lnTo>
                  <a:lnTo>
                    <a:pt x="101791" y="126722"/>
                  </a:lnTo>
                  <a:lnTo>
                    <a:pt x="101938" y="131596"/>
                  </a:lnTo>
                  <a:lnTo>
                    <a:pt x="102024" y="136469"/>
                  </a:lnTo>
                  <a:lnTo>
                    <a:pt x="102038" y="141343"/>
                  </a:lnTo>
                  <a:lnTo>
                    <a:pt x="101976" y="146217"/>
                  </a:lnTo>
                  <a:lnTo>
                    <a:pt x="101841" y="151091"/>
                  </a:lnTo>
                  <a:lnTo>
                    <a:pt x="101637" y="155965"/>
                  </a:lnTo>
                  <a:lnTo>
                    <a:pt x="101375" y="160839"/>
                  </a:lnTo>
                  <a:lnTo>
                    <a:pt x="101070" y="165713"/>
                  </a:lnTo>
                  <a:lnTo>
                    <a:pt x="100737" y="170587"/>
                  </a:lnTo>
                  <a:lnTo>
                    <a:pt x="100391" y="175461"/>
                  </a:lnTo>
                  <a:lnTo>
                    <a:pt x="100048" y="180335"/>
                  </a:lnTo>
                  <a:lnTo>
                    <a:pt x="99721" y="185209"/>
                  </a:lnTo>
                  <a:lnTo>
                    <a:pt x="99420" y="190082"/>
                  </a:lnTo>
                  <a:lnTo>
                    <a:pt x="99152" y="194956"/>
                  </a:lnTo>
                  <a:lnTo>
                    <a:pt x="98924" y="199830"/>
                  </a:lnTo>
                  <a:lnTo>
                    <a:pt x="98735" y="204704"/>
                  </a:lnTo>
                  <a:lnTo>
                    <a:pt x="98587" y="209578"/>
                  </a:lnTo>
                  <a:lnTo>
                    <a:pt x="98477" y="214452"/>
                  </a:lnTo>
                  <a:lnTo>
                    <a:pt x="98404" y="219326"/>
                  </a:lnTo>
                  <a:lnTo>
                    <a:pt x="98364" y="224200"/>
                  </a:lnTo>
                  <a:lnTo>
                    <a:pt x="98354" y="229074"/>
                  </a:lnTo>
                  <a:lnTo>
                    <a:pt x="98373" y="233948"/>
                  </a:lnTo>
                  <a:lnTo>
                    <a:pt x="98417" y="238822"/>
                  </a:lnTo>
                  <a:lnTo>
                    <a:pt x="98485" y="243695"/>
                  </a:lnTo>
                  <a:lnTo>
                    <a:pt x="98575" y="248569"/>
                  </a:lnTo>
                  <a:lnTo>
                    <a:pt x="98685" y="253443"/>
                  </a:lnTo>
                  <a:lnTo>
                    <a:pt x="98811" y="258317"/>
                  </a:lnTo>
                  <a:lnTo>
                    <a:pt x="98951" y="263191"/>
                  </a:lnTo>
                  <a:lnTo>
                    <a:pt x="99100" y="268065"/>
                  </a:lnTo>
                  <a:lnTo>
                    <a:pt x="99255" y="272939"/>
                  </a:lnTo>
                  <a:lnTo>
                    <a:pt x="99409" y="277813"/>
                  </a:lnTo>
                  <a:lnTo>
                    <a:pt x="99559" y="282687"/>
                  </a:lnTo>
                  <a:lnTo>
                    <a:pt x="99701" y="287561"/>
                  </a:lnTo>
                  <a:lnTo>
                    <a:pt x="99830" y="292435"/>
                  </a:lnTo>
                  <a:lnTo>
                    <a:pt x="99946" y="297308"/>
                  </a:lnTo>
                  <a:lnTo>
                    <a:pt x="100048" y="302182"/>
                  </a:lnTo>
                  <a:lnTo>
                    <a:pt x="100139" y="307056"/>
                  </a:lnTo>
                  <a:lnTo>
                    <a:pt x="100223" y="311930"/>
                  </a:lnTo>
                  <a:lnTo>
                    <a:pt x="100307" y="316804"/>
                  </a:lnTo>
                  <a:lnTo>
                    <a:pt x="100401" y="321678"/>
                  </a:lnTo>
                  <a:lnTo>
                    <a:pt x="100513" y="326552"/>
                  </a:lnTo>
                  <a:lnTo>
                    <a:pt x="100655" y="331426"/>
                  </a:lnTo>
                  <a:lnTo>
                    <a:pt x="100835" y="336300"/>
                  </a:lnTo>
                  <a:lnTo>
                    <a:pt x="101060" y="341174"/>
                  </a:lnTo>
                  <a:lnTo>
                    <a:pt x="101332" y="346048"/>
                  </a:lnTo>
                  <a:lnTo>
                    <a:pt x="101652" y="350921"/>
                  </a:lnTo>
                  <a:lnTo>
                    <a:pt x="102010" y="355795"/>
                  </a:lnTo>
                  <a:lnTo>
                    <a:pt x="102396" y="360669"/>
                  </a:lnTo>
                  <a:lnTo>
                    <a:pt x="102792" y="365543"/>
                  </a:lnTo>
                  <a:lnTo>
                    <a:pt x="103179" y="370417"/>
                  </a:lnTo>
                  <a:lnTo>
                    <a:pt x="103535" y="375291"/>
                  </a:lnTo>
                  <a:lnTo>
                    <a:pt x="103839" y="380165"/>
                  </a:lnTo>
                  <a:lnTo>
                    <a:pt x="104074" y="385039"/>
                  </a:lnTo>
                  <a:lnTo>
                    <a:pt x="104226" y="389913"/>
                  </a:lnTo>
                  <a:lnTo>
                    <a:pt x="104289" y="394787"/>
                  </a:lnTo>
                  <a:lnTo>
                    <a:pt x="104260" y="399661"/>
                  </a:lnTo>
                  <a:lnTo>
                    <a:pt x="104146" y="404534"/>
                  </a:lnTo>
                  <a:lnTo>
                    <a:pt x="103955" y="409408"/>
                  </a:lnTo>
                  <a:lnTo>
                    <a:pt x="103699" y="414282"/>
                  </a:lnTo>
                  <a:lnTo>
                    <a:pt x="103395" y="419156"/>
                  </a:lnTo>
                  <a:lnTo>
                    <a:pt x="103054" y="424030"/>
                  </a:lnTo>
                  <a:lnTo>
                    <a:pt x="102693" y="428904"/>
                  </a:lnTo>
                  <a:lnTo>
                    <a:pt x="102322" y="433778"/>
                  </a:lnTo>
                  <a:lnTo>
                    <a:pt x="101951" y="438652"/>
                  </a:lnTo>
                  <a:lnTo>
                    <a:pt x="101591" y="443526"/>
                  </a:lnTo>
                  <a:lnTo>
                    <a:pt x="101248" y="448400"/>
                  </a:lnTo>
                  <a:lnTo>
                    <a:pt x="100931" y="453274"/>
                  </a:lnTo>
                  <a:lnTo>
                    <a:pt x="100646" y="458147"/>
                  </a:lnTo>
                  <a:lnTo>
                    <a:pt x="100403" y="463021"/>
                  </a:lnTo>
                  <a:lnTo>
                    <a:pt x="100210" y="467895"/>
                  </a:lnTo>
                  <a:lnTo>
                    <a:pt x="100075" y="472769"/>
                  </a:lnTo>
                  <a:lnTo>
                    <a:pt x="100008" y="477643"/>
                  </a:lnTo>
                  <a:lnTo>
                    <a:pt x="100021" y="482517"/>
                  </a:lnTo>
                  <a:lnTo>
                    <a:pt x="100125" y="487391"/>
                  </a:lnTo>
                  <a:lnTo>
                    <a:pt x="100335" y="492265"/>
                  </a:lnTo>
                  <a:lnTo>
                    <a:pt x="100668" y="497139"/>
                  </a:lnTo>
                  <a:lnTo>
                    <a:pt x="101147" y="502013"/>
                  </a:lnTo>
                  <a:lnTo>
                    <a:pt x="101796" y="506887"/>
                  </a:lnTo>
                  <a:lnTo>
                    <a:pt x="102647" y="511760"/>
                  </a:lnTo>
                  <a:lnTo>
                    <a:pt x="103731" y="516634"/>
                  </a:lnTo>
                  <a:lnTo>
                    <a:pt x="105080" y="521508"/>
                  </a:lnTo>
                  <a:lnTo>
                    <a:pt x="106722" y="526382"/>
                  </a:lnTo>
                  <a:lnTo>
                    <a:pt x="108673" y="531256"/>
                  </a:lnTo>
                  <a:lnTo>
                    <a:pt x="110933" y="536130"/>
                  </a:lnTo>
                  <a:lnTo>
                    <a:pt x="113479" y="541004"/>
                  </a:lnTo>
                  <a:lnTo>
                    <a:pt x="116259" y="545878"/>
                  </a:lnTo>
                  <a:lnTo>
                    <a:pt x="119194" y="550752"/>
                  </a:lnTo>
                  <a:lnTo>
                    <a:pt x="122171" y="555626"/>
                  </a:lnTo>
                  <a:lnTo>
                    <a:pt x="125056" y="560500"/>
                  </a:lnTo>
                  <a:lnTo>
                    <a:pt x="127702" y="565373"/>
                  </a:lnTo>
                  <a:lnTo>
                    <a:pt x="129956" y="570247"/>
                  </a:lnTo>
                  <a:lnTo>
                    <a:pt x="131681" y="575121"/>
                  </a:lnTo>
                  <a:lnTo>
                    <a:pt x="132765" y="579995"/>
                  </a:lnTo>
                  <a:lnTo>
                    <a:pt x="133134" y="584869"/>
                  </a:lnTo>
                  <a:lnTo>
                    <a:pt x="133134" y="584869"/>
                  </a:lnTo>
                  <a:close/>
                </a:path>
              </a:pathLst>
            </a:custGeom>
            <a:solidFill>
              <a:srgbClr val="00878B">
                <a:alpha val="12000"/>
              </a:srgbClr>
            </a:solidFill>
            <a:ln w="6985">
              <a:solidFill>
                <a:srgbClr val="00878B">
                  <a:alpha val="12000"/>
                </a:srgbClr>
              </a:solidFill>
              <a:prstDash val="solid"/>
            </a:ln>
          </p:spPr>
        </p:sp>
        <p:sp>
          <p:nvSpPr>
            <p:cNvPr id="3420" name="03_assume_matched_3419">
              <a:extLst>
                <a:ext uri="{FF2B5EF4-FFF2-40B4-BE49-F238E27FC236}">
                  <a16:creationId xmlns:a16="http://schemas.microsoft.com/office/drawing/2014/main" id="{DC5C4A2B-D08D-49C6-AFB2-7DC48637736A}"/>
                </a:ext>
              </a:extLst>
            </p:cNvPr>
            <p:cNvSpPr>
              <a:spLocks/>
            </p:cNvSpPr>
            <p:nvPr/>
          </p:nvSpPr>
          <p:spPr>
            <a:xfrm>
              <a:off x="2146133" y="7182407"/>
              <a:ext cx="196140" cy="584869"/>
            </a:xfrm>
            <a:custGeom>
              <a:avLst/>
              <a:gdLst/>
              <a:ahLst/>
              <a:cxnLst/>
              <a:rect l="0" t="0" r="0" b="0"/>
              <a:pathLst>
                <a:path w="196140" h="584869">
                  <a:moveTo>
                    <a:pt x="131673" y="584869"/>
                  </a:moveTo>
                  <a:lnTo>
                    <a:pt x="64467" y="584869"/>
                  </a:lnTo>
                  <a:lnTo>
                    <a:pt x="64821" y="579995"/>
                  </a:lnTo>
                  <a:lnTo>
                    <a:pt x="65860" y="575121"/>
                  </a:lnTo>
                  <a:lnTo>
                    <a:pt x="67512" y="570247"/>
                  </a:lnTo>
                  <a:lnTo>
                    <a:pt x="69673" y="565373"/>
                  </a:lnTo>
                  <a:lnTo>
                    <a:pt x="72208" y="560500"/>
                  </a:lnTo>
                  <a:lnTo>
                    <a:pt x="74974" y="555626"/>
                  </a:lnTo>
                  <a:lnTo>
                    <a:pt x="77827" y="550752"/>
                  </a:lnTo>
                  <a:lnTo>
                    <a:pt x="80639" y="545878"/>
                  </a:lnTo>
                  <a:lnTo>
                    <a:pt x="83303" y="541004"/>
                  </a:lnTo>
                  <a:lnTo>
                    <a:pt x="85743" y="536130"/>
                  </a:lnTo>
                  <a:lnTo>
                    <a:pt x="87909" y="531256"/>
                  </a:lnTo>
                  <a:lnTo>
                    <a:pt x="89779" y="526382"/>
                  </a:lnTo>
                  <a:lnTo>
                    <a:pt x="91352" y="521508"/>
                  </a:lnTo>
                  <a:lnTo>
                    <a:pt x="92646" y="516634"/>
                  </a:lnTo>
                  <a:lnTo>
                    <a:pt x="93684" y="511760"/>
                  </a:lnTo>
                  <a:lnTo>
                    <a:pt x="94499" y="506887"/>
                  </a:lnTo>
                  <a:lnTo>
                    <a:pt x="95122" y="502013"/>
                  </a:lnTo>
                  <a:lnTo>
                    <a:pt x="95580" y="497139"/>
                  </a:lnTo>
                  <a:lnTo>
                    <a:pt x="95900" y="492265"/>
                  </a:lnTo>
                  <a:lnTo>
                    <a:pt x="96101" y="487391"/>
                  </a:lnTo>
                  <a:lnTo>
                    <a:pt x="96201" y="482517"/>
                  </a:lnTo>
                  <a:lnTo>
                    <a:pt x="96213" y="477643"/>
                  </a:lnTo>
                  <a:lnTo>
                    <a:pt x="96149" y="472769"/>
                  </a:lnTo>
                  <a:lnTo>
                    <a:pt x="96020" y="467895"/>
                  </a:lnTo>
                  <a:lnTo>
                    <a:pt x="95834" y="463021"/>
                  </a:lnTo>
                  <a:lnTo>
                    <a:pt x="95601" y="458147"/>
                  </a:lnTo>
                  <a:lnTo>
                    <a:pt x="95329" y="453274"/>
                  </a:lnTo>
                  <a:lnTo>
                    <a:pt x="95025" y="448400"/>
                  </a:lnTo>
                  <a:lnTo>
                    <a:pt x="94696" y="443526"/>
                  </a:lnTo>
                  <a:lnTo>
                    <a:pt x="94351" y="438652"/>
                  </a:lnTo>
                  <a:lnTo>
                    <a:pt x="93996" y="433778"/>
                  </a:lnTo>
                  <a:lnTo>
                    <a:pt x="93640" y="428904"/>
                  </a:lnTo>
                  <a:lnTo>
                    <a:pt x="93294" y="424030"/>
                  </a:lnTo>
                  <a:lnTo>
                    <a:pt x="92968" y="419156"/>
                  </a:lnTo>
                  <a:lnTo>
                    <a:pt x="92676" y="414282"/>
                  </a:lnTo>
                  <a:lnTo>
                    <a:pt x="92432" y="409408"/>
                  </a:lnTo>
                  <a:lnTo>
                    <a:pt x="92250" y="404534"/>
                  </a:lnTo>
                  <a:lnTo>
                    <a:pt x="92142" y="399661"/>
                  </a:lnTo>
                  <a:lnTo>
                    <a:pt x="92117" y="394787"/>
                  </a:lnTo>
                  <a:lnTo>
                    <a:pt x="92181" y="389913"/>
                  </a:lnTo>
                  <a:lnTo>
                    <a:pt x="92333" y="385039"/>
                  </a:lnTo>
                  <a:lnTo>
                    <a:pt x="92567" y="380165"/>
                  </a:lnTo>
                  <a:lnTo>
                    <a:pt x="92870" y="375291"/>
                  </a:lnTo>
                  <a:lnTo>
                    <a:pt x="93228" y="370417"/>
                  </a:lnTo>
                  <a:lnTo>
                    <a:pt x="93622" y="365543"/>
                  </a:lnTo>
                  <a:lnTo>
                    <a:pt x="94032" y="360669"/>
                  </a:lnTo>
                  <a:lnTo>
                    <a:pt x="94441" y="355795"/>
                  </a:lnTo>
                  <a:lnTo>
                    <a:pt x="94834" y="350921"/>
                  </a:lnTo>
                  <a:lnTo>
                    <a:pt x="95199" y="346048"/>
                  </a:lnTo>
                  <a:lnTo>
                    <a:pt x="95529" y="341174"/>
                  </a:lnTo>
                  <a:lnTo>
                    <a:pt x="95824" y="336300"/>
                  </a:lnTo>
                  <a:lnTo>
                    <a:pt x="96083" y="331426"/>
                  </a:lnTo>
                  <a:lnTo>
                    <a:pt x="96311" y="326552"/>
                  </a:lnTo>
                  <a:lnTo>
                    <a:pt x="96513" y="321678"/>
                  </a:lnTo>
                  <a:lnTo>
                    <a:pt x="96693" y="316804"/>
                  </a:lnTo>
                  <a:lnTo>
                    <a:pt x="96857" y="311930"/>
                  </a:lnTo>
                  <a:lnTo>
                    <a:pt x="97009" y="307056"/>
                  </a:lnTo>
                  <a:lnTo>
                    <a:pt x="97150" y="302182"/>
                  </a:lnTo>
                  <a:lnTo>
                    <a:pt x="97282" y="297308"/>
                  </a:lnTo>
                  <a:lnTo>
                    <a:pt x="97405" y="292435"/>
                  </a:lnTo>
                  <a:lnTo>
                    <a:pt x="97517" y="287561"/>
                  </a:lnTo>
                  <a:lnTo>
                    <a:pt x="97619" y="282687"/>
                  </a:lnTo>
                  <a:lnTo>
                    <a:pt x="97708" y="277813"/>
                  </a:lnTo>
                  <a:lnTo>
                    <a:pt x="97786" y="272939"/>
                  </a:lnTo>
                  <a:lnTo>
                    <a:pt x="97851" y="268065"/>
                  </a:lnTo>
                  <a:lnTo>
                    <a:pt x="97903" y="263191"/>
                  </a:lnTo>
                  <a:lnTo>
                    <a:pt x="97944" y="258317"/>
                  </a:lnTo>
                  <a:lnTo>
                    <a:pt x="97975" y="253443"/>
                  </a:lnTo>
                  <a:lnTo>
                    <a:pt x="97996" y="248569"/>
                  </a:lnTo>
                  <a:lnTo>
                    <a:pt x="98007" y="243695"/>
                  </a:lnTo>
                  <a:lnTo>
                    <a:pt x="98008" y="238822"/>
                  </a:lnTo>
                  <a:lnTo>
                    <a:pt x="98000" y="233948"/>
                  </a:lnTo>
                  <a:lnTo>
                    <a:pt x="97982" y="229074"/>
                  </a:lnTo>
                  <a:lnTo>
                    <a:pt x="97950" y="224200"/>
                  </a:lnTo>
                  <a:lnTo>
                    <a:pt x="97905" y="219326"/>
                  </a:lnTo>
                  <a:lnTo>
                    <a:pt x="97842" y="214452"/>
                  </a:lnTo>
                  <a:lnTo>
                    <a:pt x="97759" y="209578"/>
                  </a:lnTo>
                  <a:lnTo>
                    <a:pt x="97653" y="204704"/>
                  </a:lnTo>
                  <a:lnTo>
                    <a:pt x="97523" y="199830"/>
                  </a:lnTo>
                  <a:lnTo>
                    <a:pt x="97367" y="194956"/>
                  </a:lnTo>
                  <a:lnTo>
                    <a:pt x="97187" y="190082"/>
                  </a:lnTo>
                  <a:lnTo>
                    <a:pt x="96982" y="185209"/>
                  </a:lnTo>
                  <a:lnTo>
                    <a:pt x="96759" y="180335"/>
                  </a:lnTo>
                  <a:lnTo>
                    <a:pt x="96523" y="175461"/>
                  </a:lnTo>
                  <a:lnTo>
                    <a:pt x="96282" y="170587"/>
                  </a:lnTo>
                  <a:lnTo>
                    <a:pt x="96046" y="165713"/>
                  </a:lnTo>
                  <a:lnTo>
                    <a:pt x="95824" y="160839"/>
                  </a:lnTo>
                  <a:lnTo>
                    <a:pt x="95628" y="155965"/>
                  </a:lnTo>
                  <a:lnTo>
                    <a:pt x="95467" y="151091"/>
                  </a:lnTo>
                  <a:lnTo>
                    <a:pt x="95348" y="146217"/>
                  </a:lnTo>
                  <a:lnTo>
                    <a:pt x="95277" y="141343"/>
                  </a:lnTo>
                  <a:lnTo>
                    <a:pt x="95257" y="136469"/>
                  </a:lnTo>
                  <a:lnTo>
                    <a:pt x="95284" y="131596"/>
                  </a:lnTo>
                  <a:lnTo>
                    <a:pt x="95352" y="126722"/>
                  </a:lnTo>
                  <a:lnTo>
                    <a:pt x="95452" y="121848"/>
                  </a:lnTo>
                  <a:lnTo>
                    <a:pt x="95565" y="116974"/>
                  </a:lnTo>
                  <a:lnTo>
                    <a:pt x="95670" y="112100"/>
                  </a:lnTo>
                  <a:lnTo>
                    <a:pt x="95735" y="107226"/>
                  </a:lnTo>
                  <a:lnTo>
                    <a:pt x="95722" y="102352"/>
                  </a:lnTo>
                  <a:lnTo>
                    <a:pt x="95577" y="97478"/>
                  </a:lnTo>
                  <a:lnTo>
                    <a:pt x="95238" y="92604"/>
                  </a:lnTo>
                  <a:lnTo>
                    <a:pt x="94624" y="87730"/>
                  </a:lnTo>
                  <a:lnTo>
                    <a:pt x="93639" y="82856"/>
                  </a:lnTo>
                  <a:lnTo>
                    <a:pt x="92172" y="77983"/>
                  </a:lnTo>
                  <a:lnTo>
                    <a:pt x="90101" y="73109"/>
                  </a:lnTo>
                  <a:lnTo>
                    <a:pt x="87299" y="68235"/>
                  </a:lnTo>
                  <a:lnTo>
                    <a:pt x="83647" y="63361"/>
                  </a:lnTo>
                  <a:lnTo>
                    <a:pt x="79046" y="58487"/>
                  </a:lnTo>
                  <a:lnTo>
                    <a:pt x="73438" y="53613"/>
                  </a:lnTo>
                  <a:lnTo>
                    <a:pt x="66823" y="48739"/>
                  </a:lnTo>
                  <a:lnTo>
                    <a:pt x="59278" y="43865"/>
                  </a:lnTo>
                  <a:lnTo>
                    <a:pt x="50966" y="38991"/>
                  </a:lnTo>
                  <a:lnTo>
                    <a:pt x="42148" y="34117"/>
                  </a:lnTo>
                  <a:lnTo>
                    <a:pt x="33170" y="29243"/>
                  </a:lnTo>
                  <a:lnTo>
                    <a:pt x="24449" y="24370"/>
                  </a:lnTo>
                  <a:lnTo>
                    <a:pt x="16445" y="19496"/>
                  </a:lnTo>
                  <a:lnTo>
                    <a:pt x="9621" y="14622"/>
                  </a:lnTo>
                  <a:lnTo>
                    <a:pt x="4399" y="9748"/>
                  </a:lnTo>
                  <a:lnTo>
                    <a:pt x="1119" y="4874"/>
                  </a:lnTo>
                  <a:lnTo>
                    <a:pt x="0" y="0"/>
                  </a:lnTo>
                  <a:lnTo>
                    <a:pt x="196140" y="0"/>
                  </a:lnTo>
                  <a:lnTo>
                    <a:pt x="196140" y="0"/>
                  </a:lnTo>
                  <a:lnTo>
                    <a:pt x="195022" y="4874"/>
                  </a:lnTo>
                  <a:lnTo>
                    <a:pt x="191741" y="9748"/>
                  </a:lnTo>
                  <a:lnTo>
                    <a:pt x="186519" y="14622"/>
                  </a:lnTo>
                  <a:lnTo>
                    <a:pt x="179695" y="19496"/>
                  </a:lnTo>
                  <a:lnTo>
                    <a:pt x="171692" y="24370"/>
                  </a:lnTo>
                  <a:lnTo>
                    <a:pt x="162971" y="29243"/>
                  </a:lnTo>
                  <a:lnTo>
                    <a:pt x="153992" y="34117"/>
                  </a:lnTo>
                  <a:lnTo>
                    <a:pt x="145174" y="38991"/>
                  </a:lnTo>
                  <a:lnTo>
                    <a:pt x="136863" y="43865"/>
                  </a:lnTo>
                  <a:lnTo>
                    <a:pt x="129317" y="48739"/>
                  </a:lnTo>
                  <a:lnTo>
                    <a:pt x="122703" y="53613"/>
                  </a:lnTo>
                  <a:lnTo>
                    <a:pt x="117095" y="58487"/>
                  </a:lnTo>
                  <a:lnTo>
                    <a:pt x="112494" y="63361"/>
                  </a:lnTo>
                  <a:lnTo>
                    <a:pt x="108841" y="68235"/>
                  </a:lnTo>
                  <a:lnTo>
                    <a:pt x="106039" y="73109"/>
                  </a:lnTo>
                  <a:lnTo>
                    <a:pt x="103968" y="77983"/>
                  </a:lnTo>
                  <a:lnTo>
                    <a:pt x="102501" y="82856"/>
                  </a:lnTo>
                  <a:lnTo>
                    <a:pt x="101516" y="87730"/>
                  </a:lnTo>
                  <a:lnTo>
                    <a:pt x="100902" y="92604"/>
                  </a:lnTo>
                  <a:lnTo>
                    <a:pt x="100563" y="97478"/>
                  </a:lnTo>
                  <a:lnTo>
                    <a:pt x="100419" y="102352"/>
                  </a:lnTo>
                  <a:lnTo>
                    <a:pt x="100405" y="107226"/>
                  </a:lnTo>
                  <a:lnTo>
                    <a:pt x="100470" y="112100"/>
                  </a:lnTo>
                  <a:lnTo>
                    <a:pt x="100575" y="116974"/>
                  </a:lnTo>
                  <a:lnTo>
                    <a:pt x="100689" y="121848"/>
                  </a:lnTo>
                  <a:lnTo>
                    <a:pt x="100788" y="126722"/>
                  </a:lnTo>
                  <a:lnTo>
                    <a:pt x="100857" y="131596"/>
                  </a:lnTo>
                  <a:lnTo>
                    <a:pt x="100884" y="136469"/>
                  </a:lnTo>
                  <a:lnTo>
                    <a:pt x="100863" y="141343"/>
                  </a:lnTo>
                  <a:lnTo>
                    <a:pt x="100792" y="146217"/>
                  </a:lnTo>
                  <a:lnTo>
                    <a:pt x="100674" y="151091"/>
                  </a:lnTo>
                  <a:lnTo>
                    <a:pt x="100512" y="155965"/>
                  </a:lnTo>
                  <a:lnTo>
                    <a:pt x="100316" y="160839"/>
                  </a:lnTo>
                  <a:lnTo>
                    <a:pt x="100095" y="165713"/>
                  </a:lnTo>
                  <a:lnTo>
                    <a:pt x="99858" y="170587"/>
                  </a:lnTo>
                  <a:lnTo>
                    <a:pt x="99617" y="175461"/>
                  </a:lnTo>
                  <a:lnTo>
                    <a:pt x="99381" y="180335"/>
                  </a:lnTo>
                  <a:lnTo>
                    <a:pt x="99158" y="185209"/>
                  </a:lnTo>
                  <a:lnTo>
                    <a:pt x="98954" y="190082"/>
                  </a:lnTo>
                  <a:lnTo>
                    <a:pt x="98773" y="194956"/>
                  </a:lnTo>
                  <a:lnTo>
                    <a:pt x="98617" y="199830"/>
                  </a:lnTo>
                  <a:lnTo>
                    <a:pt x="98487" y="204704"/>
                  </a:lnTo>
                  <a:lnTo>
                    <a:pt x="98382" y="209578"/>
                  </a:lnTo>
                  <a:lnTo>
                    <a:pt x="98299" y="214452"/>
                  </a:lnTo>
                  <a:lnTo>
                    <a:pt x="98236" y="219326"/>
                  </a:lnTo>
                  <a:lnTo>
                    <a:pt x="98190" y="224200"/>
                  </a:lnTo>
                  <a:lnTo>
                    <a:pt x="98159" y="229074"/>
                  </a:lnTo>
                  <a:lnTo>
                    <a:pt x="98140" y="233948"/>
                  </a:lnTo>
                  <a:lnTo>
                    <a:pt x="98132" y="238822"/>
                  </a:lnTo>
                  <a:lnTo>
                    <a:pt x="98134" y="243695"/>
                  </a:lnTo>
                  <a:lnTo>
                    <a:pt x="98145" y="248569"/>
                  </a:lnTo>
                  <a:lnTo>
                    <a:pt x="98165" y="253443"/>
                  </a:lnTo>
                  <a:lnTo>
                    <a:pt x="98196" y="258317"/>
                  </a:lnTo>
                  <a:lnTo>
                    <a:pt x="98237" y="263191"/>
                  </a:lnTo>
                  <a:lnTo>
                    <a:pt x="98290" y="268065"/>
                  </a:lnTo>
                  <a:lnTo>
                    <a:pt x="98355" y="272939"/>
                  </a:lnTo>
                  <a:lnTo>
                    <a:pt x="98432" y="277813"/>
                  </a:lnTo>
                  <a:lnTo>
                    <a:pt x="98522" y="282687"/>
                  </a:lnTo>
                  <a:lnTo>
                    <a:pt x="98623" y="287561"/>
                  </a:lnTo>
                  <a:lnTo>
                    <a:pt x="98735" y="292435"/>
                  </a:lnTo>
                  <a:lnTo>
                    <a:pt x="98858" y="297308"/>
                  </a:lnTo>
                  <a:lnTo>
                    <a:pt x="98990" y="302182"/>
                  </a:lnTo>
                  <a:lnTo>
                    <a:pt x="99131" y="307056"/>
                  </a:lnTo>
                  <a:lnTo>
                    <a:pt x="99283" y="311930"/>
                  </a:lnTo>
                  <a:lnTo>
                    <a:pt x="99447" y="316804"/>
                  </a:lnTo>
                  <a:lnTo>
                    <a:pt x="99628" y="321678"/>
                  </a:lnTo>
                  <a:lnTo>
                    <a:pt x="99829" y="326552"/>
                  </a:lnTo>
                  <a:lnTo>
                    <a:pt x="100057" y="331426"/>
                  </a:lnTo>
                  <a:lnTo>
                    <a:pt x="100316" y="336300"/>
                  </a:lnTo>
                  <a:lnTo>
                    <a:pt x="100611" y="341174"/>
                  </a:lnTo>
                  <a:lnTo>
                    <a:pt x="100942" y="346048"/>
                  </a:lnTo>
                  <a:lnTo>
                    <a:pt x="101307" y="350921"/>
                  </a:lnTo>
                  <a:lnTo>
                    <a:pt x="101699" y="355795"/>
                  </a:lnTo>
                  <a:lnTo>
                    <a:pt x="102108" y="360669"/>
                  </a:lnTo>
                  <a:lnTo>
                    <a:pt x="102518" y="365543"/>
                  </a:lnTo>
                  <a:lnTo>
                    <a:pt x="102912" y="370417"/>
                  </a:lnTo>
                  <a:lnTo>
                    <a:pt x="103270" y="375291"/>
                  </a:lnTo>
                  <a:lnTo>
                    <a:pt x="103574" y="380165"/>
                  </a:lnTo>
                  <a:lnTo>
                    <a:pt x="103807" y="385039"/>
                  </a:lnTo>
                  <a:lnTo>
                    <a:pt x="103959" y="389913"/>
                  </a:lnTo>
                  <a:lnTo>
                    <a:pt x="104023" y="394787"/>
                  </a:lnTo>
                  <a:lnTo>
                    <a:pt x="103998" y="399661"/>
                  </a:lnTo>
                  <a:lnTo>
                    <a:pt x="103890" y="404534"/>
                  </a:lnTo>
                  <a:lnTo>
                    <a:pt x="103708" y="409408"/>
                  </a:lnTo>
                  <a:lnTo>
                    <a:pt x="103464" y="414282"/>
                  </a:lnTo>
                  <a:lnTo>
                    <a:pt x="103172" y="419156"/>
                  </a:lnTo>
                  <a:lnTo>
                    <a:pt x="102847" y="424030"/>
                  </a:lnTo>
                  <a:lnTo>
                    <a:pt x="102500" y="428904"/>
                  </a:lnTo>
                  <a:lnTo>
                    <a:pt x="102144" y="433778"/>
                  </a:lnTo>
                  <a:lnTo>
                    <a:pt x="101790" y="438652"/>
                  </a:lnTo>
                  <a:lnTo>
                    <a:pt x="101444" y="443526"/>
                  </a:lnTo>
                  <a:lnTo>
                    <a:pt x="101116" y="448400"/>
                  </a:lnTo>
                  <a:lnTo>
                    <a:pt x="100812" y="453274"/>
                  </a:lnTo>
                  <a:lnTo>
                    <a:pt x="100539" y="458147"/>
                  </a:lnTo>
                  <a:lnTo>
                    <a:pt x="100306" y="463021"/>
                  </a:lnTo>
                  <a:lnTo>
                    <a:pt x="100121" y="467895"/>
                  </a:lnTo>
                  <a:lnTo>
                    <a:pt x="99991" y="472769"/>
                  </a:lnTo>
                  <a:lnTo>
                    <a:pt x="99927" y="477643"/>
                  </a:lnTo>
                  <a:lnTo>
                    <a:pt x="99940" y="482517"/>
                  </a:lnTo>
                  <a:lnTo>
                    <a:pt x="100039" y="487391"/>
                  </a:lnTo>
                  <a:lnTo>
                    <a:pt x="100240" y="492265"/>
                  </a:lnTo>
                  <a:lnTo>
                    <a:pt x="100560" y="497139"/>
                  </a:lnTo>
                  <a:lnTo>
                    <a:pt x="101018" y="502013"/>
                  </a:lnTo>
                  <a:lnTo>
                    <a:pt x="101641" y="506887"/>
                  </a:lnTo>
                  <a:lnTo>
                    <a:pt x="102456" y="511760"/>
                  </a:lnTo>
                  <a:lnTo>
                    <a:pt x="103495" y="516634"/>
                  </a:lnTo>
                  <a:lnTo>
                    <a:pt x="104788" y="521508"/>
                  </a:lnTo>
                  <a:lnTo>
                    <a:pt x="106361" y="526382"/>
                  </a:lnTo>
                  <a:lnTo>
                    <a:pt x="108231" y="531256"/>
                  </a:lnTo>
                  <a:lnTo>
                    <a:pt x="110397" y="536130"/>
                  </a:lnTo>
                  <a:lnTo>
                    <a:pt x="112837" y="541004"/>
                  </a:lnTo>
                  <a:lnTo>
                    <a:pt x="115502" y="545878"/>
                  </a:lnTo>
                  <a:lnTo>
                    <a:pt x="118313" y="550752"/>
                  </a:lnTo>
                  <a:lnTo>
                    <a:pt x="121166" y="555626"/>
                  </a:lnTo>
                  <a:lnTo>
                    <a:pt x="123932" y="560500"/>
                  </a:lnTo>
                  <a:lnTo>
                    <a:pt x="126467" y="565373"/>
                  </a:lnTo>
                  <a:lnTo>
                    <a:pt x="128628" y="570247"/>
                  </a:lnTo>
                  <a:lnTo>
                    <a:pt x="130281" y="575121"/>
                  </a:lnTo>
                  <a:lnTo>
                    <a:pt x="131319" y="579995"/>
                  </a:lnTo>
                  <a:lnTo>
                    <a:pt x="131673" y="584869"/>
                  </a:lnTo>
                  <a:lnTo>
                    <a:pt x="131673" y="584869"/>
                  </a:lnTo>
                  <a:close/>
                </a:path>
              </a:pathLst>
            </a:custGeom>
            <a:solidFill>
              <a:srgbClr val="00878B">
                <a:alpha val="12000"/>
              </a:srgbClr>
            </a:solidFill>
            <a:ln w="6985">
              <a:solidFill>
                <a:srgbClr val="00878B">
                  <a:alpha val="12000"/>
                </a:srgbClr>
              </a:solidFill>
              <a:prstDash val="solid"/>
            </a:ln>
          </p:spPr>
        </p:sp>
        <p:sp>
          <p:nvSpPr>
            <p:cNvPr id="3421" name="03_assume_matched_3420">
              <a:extLst>
                <a:ext uri="{FF2B5EF4-FFF2-40B4-BE49-F238E27FC236}">
                  <a16:creationId xmlns:a16="http://schemas.microsoft.com/office/drawing/2014/main" id="{23285EB8-8B5B-4FD5-9BB1-1AD1FFCEB487}"/>
                </a:ext>
              </a:extLst>
            </p:cNvPr>
            <p:cNvSpPr>
              <a:spLocks/>
            </p:cNvSpPr>
            <p:nvPr/>
          </p:nvSpPr>
          <p:spPr>
            <a:xfrm>
              <a:off x="2900519" y="7182407"/>
              <a:ext cx="196140" cy="584869"/>
            </a:xfrm>
            <a:custGeom>
              <a:avLst/>
              <a:gdLst/>
              <a:ahLst/>
              <a:cxnLst/>
              <a:rect l="0" t="0" r="0" b="0"/>
              <a:pathLst>
                <a:path w="196140" h="584869">
                  <a:moveTo>
                    <a:pt x="131673" y="584869"/>
                  </a:moveTo>
                  <a:lnTo>
                    <a:pt x="64467" y="584869"/>
                  </a:lnTo>
                  <a:lnTo>
                    <a:pt x="64821" y="579995"/>
                  </a:lnTo>
                  <a:lnTo>
                    <a:pt x="65860" y="575121"/>
                  </a:lnTo>
                  <a:lnTo>
                    <a:pt x="67512" y="570247"/>
                  </a:lnTo>
                  <a:lnTo>
                    <a:pt x="69673" y="565373"/>
                  </a:lnTo>
                  <a:lnTo>
                    <a:pt x="72208" y="560500"/>
                  </a:lnTo>
                  <a:lnTo>
                    <a:pt x="74974" y="555626"/>
                  </a:lnTo>
                  <a:lnTo>
                    <a:pt x="77827" y="550752"/>
                  </a:lnTo>
                  <a:lnTo>
                    <a:pt x="80639" y="545878"/>
                  </a:lnTo>
                  <a:lnTo>
                    <a:pt x="83303" y="541004"/>
                  </a:lnTo>
                  <a:lnTo>
                    <a:pt x="85743" y="536130"/>
                  </a:lnTo>
                  <a:lnTo>
                    <a:pt x="87909" y="531256"/>
                  </a:lnTo>
                  <a:lnTo>
                    <a:pt x="89779" y="526382"/>
                  </a:lnTo>
                  <a:lnTo>
                    <a:pt x="91352" y="521508"/>
                  </a:lnTo>
                  <a:lnTo>
                    <a:pt x="92646" y="516634"/>
                  </a:lnTo>
                  <a:lnTo>
                    <a:pt x="93684" y="511760"/>
                  </a:lnTo>
                  <a:lnTo>
                    <a:pt x="94499" y="506887"/>
                  </a:lnTo>
                  <a:lnTo>
                    <a:pt x="95122" y="502013"/>
                  </a:lnTo>
                  <a:lnTo>
                    <a:pt x="95580" y="497139"/>
                  </a:lnTo>
                  <a:lnTo>
                    <a:pt x="95900" y="492265"/>
                  </a:lnTo>
                  <a:lnTo>
                    <a:pt x="96101" y="487391"/>
                  </a:lnTo>
                  <a:lnTo>
                    <a:pt x="96201" y="482517"/>
                  </a:lnTo>
                  <a:lnTo>
                    <a:pt x="96213" y="477643"/>
                  </a:lnTo>
                  <a:lnTo>
                    <a:pt x="96149" y="472769"/>
                  </a:lnTo>
                  <a:lnTo>
                    <a:pt x="96020" y="467895"/>
                  </a:lnTo>
                  <a:lnTo>
                    <a:pt x="95834" y="463021"/>
                  </a:lnTo>
                  <a:lnTo>
                    <a:pt x="95601" y="458147"/>
                  </a:lnTo>
                  <a:lnTo>
                    <a:pt x="95329" y="453274"/>
                  </a:lnTo>
                  <a:lnTo>
                    <a:pt x="95025" y="448400"/>
                  </a:lnTo>
                  <a:lnTo>
                    <a:pt x="94696" y="443526"/>
                  </a:lnTo>
                  <a:lnTo>
                    <a:pt x="94351" y="438652"/>
                  </a:lnTo>
                  <a:lnTo>
                    <a:pt x="93996" y="433778"/>
                  </a:lnTo>
                  <a:lnTo>
                    <a:pt x="93640" y="428904"/>
                  </a:lnTo>
                  <a:lnTo>
                    <a:pt x="93294" y="424030"/>
                  </a:lnTo>
                  <a:lnTo>
                    <a:pt x="92968" y="419156"/>
                  </a:lnTo>
                  <a:lnTo>
                    <a:pt x="92676" y="414282"/>
                  </a:lnTo>
                  <a:lnTo>
                    <a:pt x="92432" y="409408"/>
                  </a:lnTo>
                  <a:lnTo>
                    <a:pt x="92250" y="404534"/>
                  </a:lnTo>
                  <a:lnTo>
                    <a:pt x="92142" y="399661"/>
                  </a:lnTo>
                  <a:lnTo>
                    <a:pt x="92117" y="394787"/>
                  </a:lnTo>
                  <a:lnTo>
                    <a:pt x="92181" y="389913"/>
                  </a:lnTo>
                  <a:lnTo>
                    <a:pt x="92333" y="385039"/>
                  </a:lnTo>
                  <a:lnTo>
                    <a:pt x="92567" y="380165"/>
                  </a:lnTo>
                  <a:lnTo>
                    <a:pt x="92870" y="375291"/>
                  </a:lnTo>
                  <a:lnTo>
                    <a:pt x="93228" y="370417"/>
                  </a:lnTo>
                  <a:lnTo>
                    <a:pt x="93622" y="365543"/>
                  </a:lnTo>
                  <a:lnTo>
                    <a:pt x="94032" y="360669"/>
                  </a:lnTo>
                  <a:lnTo>
                    <a:pt x="94441" y="355795"/>
                  </a:lnTo>
                  <a:lnTo>
                    <a:pt x="94834" y="350921"/>
                  </a:lnTo>
                  <a:lnTo>
                    <a:pt x="95199" y="346048"/>
                  </a:lnTo>
                  <a:lnTo>
                    <a:pt x="95529" y="341174"/>
                  </a:lnTo>
                  <a:lnTo>
                    <a:pt x="95824" y="336300"/>
                  </a:lnTo>
                  <a:lnTo>
                    <a:pt x="96083" y="331426"/>
                  </a:lnTo>
                  <a:lnTo>
                    <a:pt x="96311" y="326552"/>
                  </a:lnTo>
                  <a:lnTo>
                    <a:pt x="96513" y="321678"/>
                  </a:lnTo>
                  <a:lnTo>
                    <a:pt x="96693" y="316804"/>
                  </a:lnTo>
                  <a:lnTo>
                    <a:pt x="96857" y="311930"/>
                  </a:lnTo>
                  <a:lnTo>
                    <a:pt x="97009" y="307056"/>
                  </a:lnTo>
                  <a:lnTo>
                    <a:pt x="97150" y="302182"/>
                  </a:lnTo>
                  <a:lnTo>
                    <a:pt x="97282" y="297308"/>
                  </a:lnTo>
                  <a:lnTo>
                    <a:pt x="97405" y="292435"/>
                  </a:lnTo>
                  <a:lnTo>
                    <a:pt x="97517" y="287561"/>
                  </a:lnTo>
                  <a:lnTo>
                    <a:pt x="97619" y="282687"/>
                  </a:lnTo>
                  <a:lnTo>
                    <a:pt x="97708" y="277813"/>
                  </a:lnTo>
                  <a:lnTo>
                    <a:pt x="97786" y="272939"/>
                  </a:lnTo>
                  <a:lnTo>
                    <a:pt x="97851" y="268065"/>
                  </a:lnTo>
                  <a:lnTo>
                    <a:pt x="97903" y="263191"/>
                  </a:lnTo>
                  <a:lnTo>
                    <a:pt x="97944" y="258317"/>
                  </a:lnTo>
                  <a:lnTo>
                    <a:pt x="97975" y="253443"/>
                  </a:lnTo>
                  <a:lnTo>
                    <a:pt x="97996" y="248569"/>
                  </a:lnTo>
                  <a:lnTo>
                    <a:pt x="98007" y="243695"/>
                  </a:lnTo>
                  <a:lnTo>
                    <a:pt x="98009" y="238822"/>
                  </a:lnTo>
                  <a:lnTo>
                    <a:pt x="98000" y="233948"/>
                  </a:lnTo>
                  <a:lnTo>
                    <a:pt x="97982" y="229074"/>
                  </a:lnTo>
                  <a:lnTo>
                    <a:pt x="97950" y="224200"/>
                  </a:lnTo>
                  <a:lnTo>
                    <a:pt x="97905" y="219326"/>
                  </a:lnTo>
                  <a:lnTo>
                    <a:pt x="97842" y="214452"/>
                  </a:lnTo>
                  <a:lnTo>
                    <a:pt x="97759" y="209578"/>
                  </a:lnTo>
                  <a:lnTo>
                    <a:pt x="97653" y="204704"/>
                  </a:lnTo>
                  <a:lnTo>
                    <a:pt x="97523" y="199830"/>
                  </a:lnTo>
                  <a:lnTo>
                    <a:pt x="97367" y="194956"/>
                  </a:lnTo>
                  <a:lnTo>
                    <a:pt x="97187" y="190082"/>
                  </a:lnTo>
                  <a:lnTo>
                    <a:pt x="96982" y="185209"/>
                  </a:lnTo>
                  <a:lnTo>
                    <a:pt x="96759" y="180335"/>
                  </a:lnTo>
                  <a:lnTo>
                    <a:pt x="96523" y="175461"/>
                  </a:lnTo>
                  <a:lnTo>
                    <a:pt x="96282" y="170587"/>
                  </a:lnTo>
                  <a:lnTo>
                    <a:pt x="96046" y="165713"/>
                  </a:lnTo>
                  <a:lnTo>
                    <a:pt x="95824" y="160839"/>
                  </a:lnTo>
                  <a:lnTo>
                    <a:pt x="95628" y="155965"/>
                  </a:lnTo>
                  <a:lnTo>
                    <a:pt x="95467" y="151091"/>
                  </a:lnTo>
                  <a:lnTo>
                    <a:pt x="95348" y="146217"/>
                  </a:lnTo>
                  <a:lnTo>
                    <a:pt x="95277" y="141343"/>
                  </a:lnTo>
                  <a:lnTo>
                    <a:pt x="95257" y="136469"/>
                  </a:lnTo>
                  <a:lnTo>
                    <a:pt x="95284" y="131596"/>
                  </a:lnTo>
                  <a:lnTo>
                    <a:pt x="95352" y="126722"/>
                  </a:lnTo>
                  <a:lnTo>
                    <a:pt x="95452" y="121848"/>
                  </a:lnTo>
                  <a:lnTo>
                    <a:pt x="95565" y="116974"/>
                  </a:lnTo>
                  <a:lnTo>
                    <a:pt x="95670" y="112100"/>
                  </a:lnTo>
                  <a:lnTo>
                    <a:pt x="95735" y="107226"/>
                  </a:lnTo>
                  <a:lnTo>
                    <a:pt x="95722" y="102352"/>
                  </a:lnTo>
                  <a:lnTo>
                    <a:pt x="95577" y="97478"/>
                  </a:lnTo>
                  <a:lnTo>
                    <a:pt x="95238" y="92604"/>
                  </a:lnTo>
                  <a:lnTo>
                    <a:pt x="94624" y="87730"/>
                  </a:lnTo>
                  <a:lnTo>
                    <a:pt x="93639" y="82856"/>
                  </a:lnTo>
                  <a:lnTo>
                    <a:pt x="92172" y="77983"/>
                  </a:lnTo>
                  <a:lnTo>
                    <a:pt x="90101" y="73109"/>
                  </a:lnTo>
                  <a:lnTo>
                    <a:pt x="87299" y="68235"/>
                  </a:lnTo>
                  <a:lnTo>
                    <a:pt x="83647" y="63361"/>
                  </a:lnTo>
                  <a:lnTo>
                    <a:pt x="79046" y="58487"/>
                  </a:lnTo>
                  <a:lnTo>
                    <a:pt x="73438" y="53613"/>
                  </a:lnTo>
                  <a:lnTo>
                    <a:pt x="66823" y="48739"/>
                  </a:lnTo>
                  <a:lnTo>
                    <a:pt x="59278" y="43865"/>
                  </a:lnTo>
                  <a:lnTo>
                    <a:pt x="50966" y="38991"/>
                  </a:lnTo>
                  <a:lnTo>
                    <a:pt x="42148" y="34117"/>
                  </a:lnTo>
                  <a:lnTo>
                    <a:pt x="33170" y="29243"/>
                  </a:lnTo>
                  <a:lnTo>
                    <a:pt x="24449" y="24370"/>
                  </a:lnTo>
                  <a:lnTo>
                    <a:pt x="16445" y="19496"/>
                  </a:lnTo>
                  <a:lnTo>
                    <a:pt x="9621" y="14622"/>
                  </a:lnTo>
                  <a:lnTo>
                    <a:pt x="4399" y="9748"/>
                  </a:lnTo>
                  <a:lnTo>
                    <a:pt x="1119" y="4874"/>
                  </a:lnTo>
                  <a:lnTo>
                    <a:pt x="0" y="0"/>
                  </a:lnTo>
                  <a:lnTo>
                    <a:pt x="196140" y="0"/>
                  </a:lnTo>
                  <a:lnTo>
                    <a:pt x="196140" y="0"/>
                  </a:lnTo>
                  <a:lnTo>
                    <a:pt x="195022" y="4874"/>
                  </a:lnTo>
                  <a:lnTo>
                    <a:pt x="191741" y="9748"/>
                  </a:lnTo>
                  <a:lnTo>
                    <a:pt x="186519" y="14622"/>
                  </a:lnTo>
                  <a:lnTo>
                    <a:pt x="179695" y="19496"/>
                  </a:lnTo>
                  <a:lnTo>
                    <a:pt x="171692" y="24370"/>
                  </a:lnTo>
                  <a:lnTo>
                    <a:pt x="162971" y="29243"/>
                  </a:lnTo>
                  <a:lnTo>
                    <a:pt x="153992" y="34117"/>
                  </a:lnTo>
                  <a:lnTo>
                    <a:pt x="145174" y="38991"/>
                  </a:lnTo>
                  <a:lnTo>
                    <a:pt x="136863" y="43865"/>
                  </a:lnTo>
                  <a:lnTo>
                    <a:pt x="129317" y="48739"/>
                  </a:lnTo>
                  <a:lnTo>
                    <a:pt x="122703" y="53613"/>
                  </a:lnTo>
                  <a:lnTo>
                    <a:pt x="117095" y="58487"/>
                  </a:lnTo>
                  <a:lnTo>
                    <a:pt x="112494" y="63361"/>
                  </a:lnTo>
                  <a:lnTo>
                    <a:pt x="108841" y="68235"/>
                  </a:lnTo>
                  <a:lnTo>
                    <a:pt x="106039" y="73109"/>
                  </a:lnTo>
                  <a:lnTo>
                    <a:pt x="103968" y="77983"/>
                  </a:lnTo>
                  <a:lnTo>
                    <a:pt x="102501" y="82856"/>
                  </a:lnTo>
                  <a:lnTo>
                    <a:pt x="101516" y="87730"/>
                  </a:lnTo>
                  <a:lnTo>
                    <a:pt x="100902" y="92604"/>
                  </a:lnTo>
                  <a:lnTo>
                    <a:pt x="100563" y="97478"/>
                  </a:lnTo>
                  <a:lnTo>
                    <a:pt x="100419" y="102352"/>
                  </a:lnTo>
                  <a:lnTo>
                    <a:pt x="100405" y="107226"/>
                  </a:lnTo>
                  <a:lnTo>
                    <a:pt x="100470" y="112100"/>
                  </a:lnTo>
                  <a:lnTo>
                    <a:pt x="100575" y="116974"/>
                  </a:lnTo>
                  <a:lnTo>
                    <a:pt x="100689" y="121848"/>
                  </a:lnTo>
                  <a:lnTo>
                    <a:pt x="100788" y="126722"/>
                  </a:lnTo>
                  <a:lnTo>
                    <a:pt x="100857" y="131596"/>
                  </a:lnTo>
                  <a:lnTo>
                    <a:pt x="100884" y="136469"/>
                  </a:lnTo>
                  <a:lnTo>
                    <a:pt x="100863" y="141343"/>
                  </a:lnTo>
                  <a:lnTo>
                    <a:pt x="100792" y="146217"/>
                  </a:lnTo>
                  <a:lnTo>
                    <a:pt x="100674" y="151091"/>
                  </a:lnTo>
                  <a:lnTo>
                    <a:pt x="100512" y="155965"/>
                  </a:lnTo>
                  <a:lnTo>
                    <a:pt x="100316" y="160839"/>
                  </a:lnTo>
                  <a:lnTo>
                    <a:pt x="100095" y="165713"/>
                  </a:lnTo>
                  <a:lnTo>
                    <a:pt x="99858" y="170587"/>
                  </a:lnTo>
                  <a:lnTo>
                    <a:pt x="99617" y="175461"/>
                  </a:lnTo>
                  <a:lnTo>
                    <a:pt x="99381" y="180335"/>
                  </a:lnTo>
                  <a:lnTo>
                    <a:pt x="99158" y="185209"/>
                  </a:lnTo>
                  <a:lnTo>
                    <a:pt x="98954" y="190082"/>
                  </a:lnTo>
                  <a:lnTo>
                    <a:pt x="98773" y="194956"/>
                  </a:lnTo>
                  <a:lnTo>
                    <a:pt x="98617" y="199830"/>
                  </a:lnTo>
                  <a:lnTo>
                    <a:pt x="98487" y="204704"/>
                  </a:lnTo>
                  <a:lnTo>
                    <a:pt x="98382" y="209578"/>
                  </a:lnTo>
                  <a:lnTo>
                    <a:pt x="98299" y="214452"/>
                  </a:lnTo>
                  <a:lnTo>
                    <a:pt x="98236" y="219326"/>
                  </a:lnTo>
                  <a:lnTo>
                    <a:pt x="98190" y="224200"/>
                  </a:lnTo>
                  <a:lnTo>
                    <a:pt x="98159" y="229074"/>
                  </a:lnTo>
                  <a:lnTo>
                    <a:pt x="98140" y="233948"/>
                  </a:lnTo>
                  <a:lnTo>
                    <a:pt x="98132" y="238822"/>
                  </a:lnTo>
                  <a:lnTo>
                    <a:pt x="98134" y="243695"/>
                  </a:lnTo>
                  <a:lnTo>
                    <a:pt x="98145" y="248569"/>
                  </a:lnTo>
                  <a:lnTo>
                    <a:pt x="98165" y="253443"/>
                  </a:lnTo>
                  <a:lnTo>
                    <a:pt x="98196" y="258317"/>
                  </a:lnTo>
                  <a:lnTo>
                    <a:pt x="98237" y="263191"/>
                  </a:lnTo>
                  <a:lnTo>
                    <a:pt x="98290" y="268065"/>
                  </a:lnTo>
                  <a:lnTo>
                    <a:pt x="98355" y="272939"/>
                  </a:lnTo>
                  <a:lnTo>
                    <a:pt x="98432" y="277813"/>
                  </a:lnTo>
                  <a:lnTo>
                    <a:pt x="98522" y="282687"/>
                  </a:lnTo>
                  <a:lnTo>
                    <a:pt x="98623" y="287561"/>
                  </a:lnTo>
                  <a:lnTo>
                    <a:pt x="98735" y="292435"/>
                  </a:lnTo>
                  <a:lnTo>
                    <a:pt x="98858" y="297308"/>
                  </a:lnTo>
                  <a:lnTo>
                    <a:pt x="98990" y="302182"/>
                  </a:lnTo>
                  <a:lnTo>
                    <a:pt x="99131" y="307056"/>
                  </a:lnTo>
                  <a:lnTo>
                    <a:pt x="99283" y="311930"/>
                  </a:lnTo>
                  <a:lnTo>
                    <a:pt x="99447" y="316804"/>
                  </a:lnTo>
                  <a:lnTo>
                    <a:pt x="99628" y="321678"/>
                  </a:lnTo>
                  <a:lnTo>
                    <a:pt x="99829" y="326552"/>
                  </a:lnTo>
                  <a:lnTo>
                    <a:pt x="100057" y="331426"/>
                  </a:lnTo>
                  <a:lnTo>
                    <a:pt x="100316" y="336300"/>
                  </a:lnTo>
                  <a:lnTo>
                    <a:pt x="100611" y="341174"/>
                  </a:lnTo>
                  <a:lnTo>
                    <a:pt x="100942" y="346048"/>
                  </a:lnTo>
                  <a:lnTo>
                    <a:pt x="101307" y="350921"/>
                  </a:lnTo>
                  <a:lnTo>
                    <a:pt x="101699" y="355795"/>
                  </a:lnTo>
                  <a:lnTo>
                    <a:pt x="102108" y="360669"/>
                  </a:lnTo>
                  <a:lnTo>
                    <a:pt x="102518" y="365543"/>
                  </a:lnTo>
                  <a:lnTo>
                    <a:pt x="102912" y="370417"/>
                  </a:lnTo>
                  <a:lnTo>
                    <a:pt x="103270" y="375291"/>
                  </a:lnTo>
                  <a:lnTo>
                    <a:pt x="103574" y="380165"/>
                  </a:lnTo>
                  <a:lnTo>
                    <a:pt x="103807" y="385039"/>
                  </a:lnTo>
                  <a:lnTo>
                    <a:pt x="103959" y="389913"/>
                  </a:lnTo>
                  <a:lnTo>
                    <a:pt x="104023" y="394787"/>
                  </a:lnTo>
                  <a:lnTo>
                    <a:pt x="103998" y="399661"/>
                  </a:lnTo>
                  <a:lnTo>
                    <a:pt x="103890" y="404534"/>
                  </a:lnTo>
                  <a:lnTo>
                    <a:pt x="103708" y="409408"/>
                  </a:lnTo>
                  <a:lnTo>
                    <a:pt x="103464" y="414282"/>
                  </a:lnTo>
                  <a:lnTo>
                    <a:pt x="103172" y="419156"/>
                  </a:lnTo>
                  <a:lnTo>
                    <a:pt x="102847" y="424030"/>
                  </a:lnTo>
                  <a:lnTo>
                    <a:pt x="102500" y="428904"/>
                  </a:lnTo>
                  <a:lnTo>
                    <a:pt x="102144" y="433778"/>
                  </a:lnTo>
                  <a:lnTo>
                    <a:pt x="101790" y="438652"/>
                  </a:lnTo>
                  <a:lnTo>
                    <a:pt x="101444" y="443526"/>
                  </a:lnTo>
                  <a:lnTo>
                    <a:pt x="101116" y="448400"/>
                  </a:lnTo>
                  <a:lnTo>
                    <a:pt x="100812" y="453274"/>
                  </a:lnTo>
                  <a:lnTo>
                    <a:pt x="100539" y="458147"/>
                  </a:lnTo>
                  <a:lnTo>
                    <a:pt x="100306" y="463021"/>
                  </a:lnTo>
                  <a:lnTo>
                    <a:pt x="100121" y="467895"/>
                  </a:lnTo>
                  <a:lnTo>
                    <a:pt x="99991" y="472769"/>
                  </a:lnTo>
                  <a:lnTo>
                    <a:pt x="99927" y="477643"/>
                  </a:lnTo>
                  <a:lnTo>
                    <a:pt x="99940" y="482517"/>
                  </a:lnTo>
                  <a:lnTo>
                    <a:pt x="100039" y="487391"/>
                  </a:lnTo>
                  <a:lnTo>
                    <a:pt x="100240" y="492265"/>
                  </a:lnTo>
                  <a:lnTo>
                    <a:pt x="100560" y="497139"/>
                  </a:lnTo>
                  <a:lnTo>
                    <a:pt x="101018" y="502013"/>
                  </a:lnTo>
                  <a:lnTo>
                    <a:pt x="101641" y="506887"/>
                  </a:lnTo>
                  <a:lnTo>
                    <a:pt x="102456" y="511760"/>
                  </a:lnTo>
                  <a:lnTo>
                    <a:pt x="103495" y="516634"/>
                  </a:lnTo>
                  <a:lnTo>
                    <a:pt x="104788" y="521508"/>
                  </a:lnTo>
                  <a:lnTo>
                    <a:pt x="106361" y="526382"/>
                  </a:lnTo>
                  <a:lnTo>
                    <a:pt x="108231" y="531256"/>
                  </a:lnTo>
                  <a:lnTo>
                    <a:pt x="110397" y="536130"/>
                  </a:lnTo>
                  <a:lnTo>
                    <a:pt x="112837" y="541004"/>
                  </a:lnTo>
                  <a:lnTo>
                    <a:pt x="115502" y="545878"/>
                  </a:lnTo>
                  <a:lnTo>
                    <a:pt x="118313" y="550752"/>
                  </a:lnTo>
                  <a:lnTo>
                    <a:pt x="121167" y="555626"/>
                  </a:lnTo>
                  <a:lnTo>
                    <a:pt x="123932" y="560500"/>
                  </a:lnTo>
                  <a:lnTo>
                    <a:pt x="126467" y="565373"/>
                  </a:lnTo>
                  <a:lnTo>
                    <a:pt x="128628" y="570247"/>
                  </a:lnTo>
                  <a:lnTo>
                    <a:pt x="130281" y="575121"/>
                  </a:lnTo>
                  <a:lnTo>
                    <a:pt x="131319" y="579995"/>
                  </a:lnTo>
                  <a:lnTo>
                    <a:pt x="131673" y="584869"/>
                  </a:lnTo>
                  <a:lnTo>
                    <a:pt x="131673" y="584869"/>
                  </a:lnTo>
                  <a:close/>
                </a:path>
              </a:pathLst>
            </a:custGeom>
            <a:solidFill>
              <a:srgbClr val="00878B">
                <a:alpha val="12000"/>
              </a:srgbClr>
            </a:solidFill>
            <a:ln w="6985">
              <a:solidFill>
                <a:srgbClr val="00878B">
                  <a:alpha val="12000"/>
                </a:srgbClr>
              </a:solidFill>
              <a:prstDash val="solid"/>
            </a:ln>
          </p:spPr>
        </p:sp>
        <p:sp>
          <p:nvSpPr>
            <p:cNvPr id="3422" name="03_assume_matched_3421">
              <a:extLst>
                <a:ext uri="{FF2B5EF4-FFF2-40B4-BE49-F238E27FC236}">
                  <a16:creationId xmlns:a16="http://schemas.microsoft.com/office/drawing/2014/main" id="{598FEA45-6779-4830-B774-E34031BEA9F4}"/>
                </a:ext>
              </a:extLst>
            </p:cNvPr>
            <p:cNvSpPr>
              <a:spLocks/>
            </p:cNvSpPr>
            <p:nvPr/>
          </p:nvSpPr>
          <p:spPr>
            <a:xfrm>
              <a:off x="735432"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3" name="text_3422">
              <a:extLst>
                <a:ext uri="{FF2B5EF4-FFF2-40B4-BE49-F238E27FC236}">
                  <a16:creationId xmlns:a16="http://schemas.microsoft.com/office/drawing/2014/main" id="{BB2756C0-BC04-401A-9AC9-C7916934278D}"/>
                </a:ext>
              </a:extLst>
            </p:cNvPr>
            <p:cNvSpPr>
              <a:spLocks/>
            </p:cNvSpPr>
            <p:nvPr/>
          </p:nvSpPr>
          <p:spPr>
            <a:xfrm>
              <a:off x="709658" y="786583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3424" name="03_assume_matched_3423">
              <a:extLst>
                <a:ext uri="{FF2B5EF4-FFF2-40B4-BE49-F238E27FC236}">
                  <a16:creationId xmlns:a16="http://schemas.microsoft.com/office/drawing/2014/main" id="{C241D84B-B993-4763-89EC-D12200479A0C}"/>
                </a:ext>
              </a:extLst>
            </p:cNvPr>
            <p:cNvSpPr>
              <a:spLocks/>
            </p:cNvSpPr>
            <p:nvPr/>
          </p:nvSpPr>
          <p:spPr>
            <a:xfrm>
              <a:off x="1112625"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5" name="text_3424">
              <a:extLst>
                <a:ext uri="{FF2B5EF4-FFF2-40B4-BE49-F238E27FC236}">
                  <a16:creationId xmlns:a16="http://schemas.microsoft.com/office/drawing/2014/main" id="{E436042E-F638-4C6C-8BFB-EC18ED8E9B7E}"/>
                </a:ext>
              </a:extLst>
            </p:cNvPr>
            <p:cNvSpPr>
              <a:spLocks/>
            </p:cNvSpPr>
            <p:nvPr/>
          </p:nvSpPr>
          <p:spPr>
            <a:xfrm>
              <a:off x="1061078" y="786583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3426" name="03_assume_matched_3425">
              <a:extLst>
                <a:ext uri="{FF2B5EF4-FFF2-40B4-BE49-F238E27FC236}">
                  <a16:creationId xmlns:a16="http://schemas.microsoft.com/office/drawing/2014/main" id="{E6E2745F-EE3C-43A1-A9DD-88209116B357}"/>
                </a:ext>
              </a:extLst>
            </p:cNvPr>
            <p:cNvSpPr>
              <a:spLocks/>
            </p:cNvSpPr>
            <p:nvPr/>
          </p:nvSpPr>
          <p:spPr>
            <a:xfrm>
              <a:off x="1489818"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7" name="text_3426">
              <a:extLst>
                <a:ext uri="{FF2B5EF4-FFF2-40B4-BE49-F238E27FC236}">
                  <a16:creationId xmlns:a16="http://schemas.microsoft.com/office/drawing/2014/main" id="{069ACA5B-8C29-4416-9F57-B24220D9C208}"/>
                </a:ext>
              </a:extLst>
            </p:cNvPr>
            <p:cNvSpPr>
              <a:spLocks/>
            </p:cNvSpPr>
            <p:nvPr/>
          </p:nvSpPr>
          <p:spPr>
            <a:xfrm>
              <a:off x="1412497"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3428" name="03_assume_matched_3427">
              <a:extLst>
                <a:ext uri="{FF2B5EF4-FFF2-40B4-BE49-F238E27FC236}">
                  <a16:creationId xmlns:a16="http://schemas.microsoft.com/office/drawing/2014/main" id="{CC3BF3E6-D4BC-437A-AC60-3AD6C8E8E145}"/>
                </a:ext>
              </a:extLst>
            </p:cNvPr>
            <p:cNvSpPr>
              <a:spLocks/>
            </p:cNvSpPr>
            <p:nvPr/>
          </p:nvSpPr>
          <p:spPr>
            <a:xfrm>
              <a:off x="2244204"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29" name="text_3428">
              <a:extLst>
                <a:ext uri="{FF2B5EF4-FFF2-40B4-BE49-F238E27FC236}">
                  <a16:creationId xmlns:a16="http://schemas.microsoft.com/office/drawing/2014/main" id="{3BBA5422-9DEC-462A-B61F-1A1CDD4812BF}"/>
                </a:ext>
              </a:extLst>
            </p:cNvPr>
            <p:cNvSpPr>
              <a:spLocks/>
            </p:cNvSpPr>
            <p:nvPr/>
          </p:nvSpPr>
          <p:spPr>
            <a:xfrm>
              <a:off x="2166883"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200</a:t>
              </a:r>
            </a:p>
          </p:txBody>
        </p:sp>
        <p:sp>
          <p:nvSpPr>
            <p:cNvPr id="3430" name="03_assume_matched_3429">
              <a:extLst>
                <a:ext uri="{FF2B5EF4-FFF2-40B4-BE49-F238E27FC236}">
                  <a16:creationId xmlns:a16="http://schemas.microsoft.com/office/drawing/2014/main" id="{A6256DBF-3D50-46C4-B932-BD50127469DB}"/>
                </a:ext>
              </a:extLst>
            </p:cNvPr>
            <p:cNvSpPr>
              <a:spLocks/>
            </p:cNvSpPr>
            <p:nvPr/>
          </p:nvSpPr>
          <p:spPr>
            <a:xfrm>
              <a:off x="2998589"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431" name="text_3430">
              <a:extLst>
                <a:ext uri="{FF2B5EF4-FFF2-40B4-BE49-F238E27FC236}">
                  <a16:creationId xmlns:a16="http://schemas.microsoft.com/office/drawing/2014/main" id="{F178C8AF-543B-4560-BCF3-A06DAA0B8E6B}"/>
                </a:ext>
              </a:extLst>
            </p:cNvPr>
            <p:cNvSpPr>
              <a:spLocks/>
            </p:cNvSpPr>
            <p:nvPr/>
          </p:nvSpPr>
          <p:spPr>
            <a:xfrm>
              <a:off x="2921269"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300</a:t>
              </a:r>
            </a:p>
          </p:txBody>
        </p:sp>
        <p:sp>
          <p:nvSpPr>
            <p:cNvPr id="3432" name="text_3431">
              <a:extLst>
                <a:ext uri="{FF2B5EF4-FFF2-40B4-BE49-F238E27FC236}">
                  <a16:creationId xmlns:a16="http://schemas.microsoft.com/office/drawing/2014/main" id="{392D0E2B-FC2C-40CA-8754-5BFF448BEFD3}"/>
                </a:ext>
              </a:extLst>
            </p:cNvPr>
            <p:cNvSpPr>
              <a:spLocks/>
            </p:cNvSpPr>
            <p:nvPr/>
          </p:nvSpPr>
          <p:spPr>
            <a:xfrm>
              <a:off x="1305290" y="8002004"/>
              <a:ext cx="1271930"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t>Relative attempt budget (%)</a:t>
              </a:r>
            </a:p>
          </p:txBody>
        </p:sp>
        <p:sp>
          <p:nvSpPr>
            <p:cNvPr id="3433" name="03_assume_matched_3432">
              <a:extLst>
                <a:ext uri="{FF2B5EF4-FFF2-40B4-BE49-F238E27FC236}">
                  <a16:creationId xmlns:a16="http://schemas.microsoft.com/office/drawing/2014/main" id="{2185CCA5-B0C9-4C5B-8034-71460783E6F0}"/>
                </a:ext>
              </a:extLst>
            </p:cNvPr>
            <p:cNvSpPr>
              <a:spLocks/>
            </p:cNvSpPr>
            <p:nvPr/>
          </p:nvSpPr>
          <p:spPr>
            <a:xfrm>
              <a:off x="712800" y="776727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434" name="03_assume_matched_3433">
              <a:extLst>
                <a:ext uri="{FF2B5EF4-FFF2-40B4-BE49-F238E27FC236}">
                  <a16:creationId xmlns:a16="http://schemas.microsoft.com/office/drawing/2014/main" id="{DCDC40F4-4F4A-45DE-83AB-6080A03B5621}"/>
                </a:ext>
              </a:extLst>
            </p:cNvPr>
            <p:cNvSpPr>
              <a:spLocks/>
            </p:cNvSpPr>
            <p:nvPr/>
          </p:nvSpPr>
          <p:spPr>
            <a:xfrm>
              <a:off x="674700" y="776727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435" name="text_3434">
              <a:extLst>
                <a:ext uri="{FF2B5EF4-FFF2-40B4-BE49-F238E27FC236}">
                  <a16:creationId xmlns:a16="http://schemas.microsoft.com/office/drawing/2014/main" id="{A85003E8-1C56-49A6-A72C-E009DD903A52}"/>
                </a:ext>
              </a:extLst>
            </p:cNvPr>
            <p:cNvSpPr>
              <a:spLocks/>
            </p:cNvSpPr>
            <p:nvPr/>
          </p:nvSpPr>
          <p:spPr>
            <a:xfrm>
              <a:off x="585053" y="7727216"/>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3436" name="03_assume_matched_3435">
              <a:extLst>
                <a:ext uri="{FF2B5EF4-FFF2-40B4-BE49-F238E27FC236}">
                  <a16:creationId xmlns:a16="http://schemas.microsoft.com/office/drawing/2014/main" id="{93CC8B05-F2D4-40A6-B95A-86EDB6AC02FF}"/>
                </a:ext>
              </a:extLst>
            </p:cNvPr>
            <p:cNvSpPr>
              <a:spLocks/>
            </p:cNvSpPr>
            <p:nvPr/>
          </p:nvSpPr>
          <p:spPr>
            <a:xfrm>
              <a:off x="712800" y="7474842"/>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437" name="03_assume_matched_3436">
              <a:extLst>
                <a:ext uri="{FF2B5EF4-FFF2-40B4-BE49-F238E27FC236}">
                  <a16:creationId xmlns:a16="http://schemas.microsoft.com/office/drawing/2014/main" id="{35D3AF00-7E3B-4310-942C-E438D678D6EB}"/>
                </a:ext>
              </a:extLst>
            </p:cNvPr>
            <p:cNvSpPr>
              <a:spLocks/>
            </p:cNvSpPr>
            <p:nvPr/>
          </p:nvSpPr>
          <p:spPr>
            <a:xfrm>
              <a:off x="674700" y="7474842"/>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438" name="text_3437">
              <a:extLst>
                <a:ext uri="{FF2B5EF4-FFF2-40B4-BE49-F238E27FC236}">
                  <a16:creationId xmlns:a16="http://schemas.microsoft.com/office/drawing/2014/main" id="{5E5BF559-C217-4050-B12B-91E17592B916}"/>
                </a:ext>
              </a:extLst>
            </p:cNvPr>
            <p:cNvSpPr>
              <a:spLocks/>
            </p:cNvSpPr>
            <p:nvPr/>
          </p:nvSpPr>
          <p:spPr>
            <a:xfrm>
              <a:off x="533506" y="7434781"/>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3439" name="03_assume_matched_3438">
              <a:extLst>
                <a:ext uri="{FF2B5EF4-FFF2-40B4-BE49-F238E27FC236}">
                  <a16:creationId xmlns:a16="http://schemas.microsoft.com/office/drawing/2014/main" id="{5FE63E0F-5EF2-40F2-966C-2D58F84D3E37}"/>
                </a:ext>
              </a:extLst>
            </p:cNvPr>
            <p:cNvSpPr>
              <a:spLocks/>
            </p:cNvSpPr>
            <p:nvPr/>
          </p:nvSpPr>
          <p:spPr>
            <a:xfrm>
              <a:off x="712800" y="718240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440" name="03_assume_matched_3439">
              <a:extLst>
                <a:ext uri="{FF2B5EF4-FFF2-40B4-BE49-F238E27FC236}">
                  <a16:creationId xmlns:a16="http://schemas.microsoft.com/office/drawing/2014/main" id="{DA089330-EAB7-40AE-B05D-760029CBAD8D}"/>
                </a:ext>
              </a:extLst>
            </p:cNvPr>
            <p:cNvSpPr>
              <a:spLocks/>
            </p:cNvSpPr>
            <p:nvPr/>
          </p:nvSpPr>
          <p:spPr>
            <a:xfrm>
              <a:off x="674700" y="718240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441" name="text_3440">
              <a:extLst>
                <a:ext uri="{FF2B5EF4-FFF2-40B4-BE49-F238E27FC236}">
                  <a16:creationId xmlns:a16="http://schemas.microsoft.com/office/drawing/2014/main" id="{7CA9C195-08FA-40FA-8C64-1EC87CEB925A}"/>
                </a:ext>
              </a:extLst>
            </p:cNvPr>
            <p:cNvSpPr>
              <a:spLocks/>
            </p:cNvSpPr>
            <p:nvPr/>
          </p:nvSpPr>
          <p:spPr>
            <a:xfrm>
              <a:off x="481960" y="714234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3442" name="text_3441">
              <a:extLst>
                <a:ext uri="{FF2B5EF4-FFF2-40B4-BE49-F238E27FC236}">
                  <a16:creationId xmlns:a16="http://schemas.microsoft.com/office/drawing/2014/main" id="{F5EB4365-A492-4173-B462-0A97B9D24D16}"/>
                </a:ext>
              </a:extLst>
            </p:cNvPr>
            <p:cNvSpPr>
              <a:spLocks/>
            </p:cNvSpPr>
            <p:nvPr/>
          </p:nvSpPr>
          <p:spPr>
            <a:xfrm rot="-5400000">
              <a:off x="67234" y="7415311"/>
              <a:ext cx="668972"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t>Completion (%)</a:t>
              </a:r>
            </a:p>
          </p:txBody>
        </p:sp>
        <p:sp>
          <p:nvSpPr>
            <p:cNvPr id="3443" name="03_assume_matched_3442">
              <a:extLst>
                <a:ext uri="{FF2B5EF4-FFF2-40B4-BE49-F238E27FC236}">
                  <a16:creationId xmlns:a16="http://schemas.microsoft.com/office/drawing/2014/main" id="{544F075F-865E-4035-9DEF-8E9A1318BB0A}"/>
                </a:ext>
              </a:extLst>
            </p:cNvPr>
            <p:cNvSpPr>
              <a:spLocks/>
            </p:cNvSpPr>
            <p:nvPr/>
          </p:nvSpPr>
          <p:spPr>
            <a:xfrm>
              <a:off x="1150377" y="7460643"/>
              <a:ext cx="28398" cy="28398"/>
            </a:xfrm>
            <a:prstGeom prst="ellipse">
              <a:avLst/>
            </a:prstGeom>
            <a:solidFill>
              <a:srgbClr val="7F8C97">
                <a:alpha val="48000"/>
              </a:srgbClr>
            </a:solidFill>
            <a:ln w="0">
              <a:noFill/>
              <a:prstDash val="solid"/>
            </a:ln>
          </p:spPr>
        </p:sp>
        <p:sp>
          <p:nvSpPr>
            <p:cNvPr id="3444" name="03_assume_matched_3443">
              <a:extLst>
                <a:ext uri="{FF2B5EF4-FFF2-40B4-BE49-F238E27FC236}">
                  <a16:creationId xmlns:a16="http://schemas.microsoft.com/office/drawing/2014/main" id="{6FD08D62-7926-49F2-9D5C-00DA5C37A02D}"/>
                </a:ext>
              </a:extLst>
            </p:cNvPr>
            <p:cNvSpPr>
              <a:spLocks/>
            </p:cNvSpPr>
            <p:nvPr/>
          </p:nvSpPr>
          <p:spPr>
            <a:xfrm>
              <a:off x="1138864" y="7753078"/>
              <a:ext cx="28398" cy="28398"/>
            </a:xfrm>
            <a:prstGeom prst="ellipse">
              <a:avLst/>
            </a:prstGeom>
            <a:solidFill>
              <a:srgbClr val="7F8C97">
                <a:alpha val="48000"/>
              </a:srgbClr>
            </a:solidFill>
            <a:ln w="0">
              <a:noFill/>
              <a:prstDash val="solid"/>
            </a:ln>
          </p:spPr>
        </p:sp>
        <p:sp>
          <p:nvSpPr>
            <p:cNvPr id="3445" name="03_assume_matched_3444">
              <a:extLst>
                <a:ext uri="{FF2B5EF4-FFF2-40B4-BE49-F238E27FC236}">
                  <a16:creationId xmlns:a16="http://schemas.microsoft.com/office/drawing/2014/main" id="{2A0B265E-B840-4835-AC58-764F3FD3973D}"/>
                </a:ext>
              </a:extLst>
            </p:cNvPr>
            <p:cNvSpPr>
              <a:spLocks/>
            </p:cNvSpPr>
            <p:nvPr/>
          </p:nvSpPr>
          <p:spPr>
            <a:xfrm>
              <a:off x="1081732" y="7753078"/>
              <a:ext cx="28398" cy="28398"/>
            </a:xfrm>
            <a:prstGeom prst="ellipse">
              <a:avLst/>
            </a:prstGeom>
            <a:solidFill>
              <a:srgbClr val="7F8C97">
                <a:alpha val="48000"/>
              </a:srgbClr>
            </a:solidFill>
            <a:ln w="0">
              <a:noFill/>
              <a:prstDash val="solid"/>
            </a:ln>
          </p:spPr>
        </p:sp>
        <p:sp>
          <p:nvSpPr>
            <p:cNvPr id="3446" name="03_assume_matched_3445">
              <a:extLst>
                <a:ext uri="{FF2B5EF4-FFF2-40B4-BE49-F238E27FC236}">
                  <a16:creationId xmlns:a16="http://schemas.microsoft.com/office/drawing/2014/main" id="{CBE75BCD-CF2F-4E76-A36E-1D19524626D7}"/>
                </a:ext>
              </a:extLst>
            </p:cNvPr>
            <p:cNvSpPr>
              <a:spLocks/>
            </p:cNvSpPr>
            <p:nvPr/>
          </p:nvSpPr>
          <p:spPr>
            <a:xfrm>
              <a:off x="1160594" y="7460643"/>
              <a:ext cx="28398" cy="28398"/>
            </a:xfrm>
            <a:prstGeom prst="ellipse">
              <a:avLst/>
            </a:prstGeom>
            <a:solidFill>
              <a:srgbClr val="7F8C97">
                <a:alpha val="48000"/>
              </a:srgbClr>
            </a:solidFill>
            <a:ln w="0">
              <a:noFill/>
              <a:prstDash val="solid"/>
            </a:ln>
          </p:spPr>
        </p:sp>
        <p:sp>
          <p:nvSpPr>
            <p:cNvPr id="3447" name="03_assume_matched_3446">
              <a:extLst>
                <a:ext uri="{FF2B5EF4-FFF2-40B4-BE49-F238E27FC236}">
                  <a16:creationId xmlns:a16="http://schemas.microsoft.com/office/drawing/2014/main" id="{D6A90243-CB1E-465A-B837-0285FE2CB635}"/>
                </a:ext>
              </a:extLst>
            </p:cNvPr>
            <p:cNvSpPr>
              <a:spLocks/>
            </p:cNvSpPr>
            <p:nvPr/>
          </p:nvSpPr>
          <p:spPr>
            <a:xfrm>
              <a:off x="1128359" y="7502419"/>
              <a:ext cx="28398" cy="28398"/>
            </a:xfrm>
            <a:prstGeom prst="ellipse">
              <a:avLst/>
            </a:prstGeom>
            <a:solidFill>
              <a:srgbClr val="7F8C97">
                <a:alpha val="48000"/>
              </a:srgbClr>
            </a:solidFill>
            <a:ln w="0">
              <a:noFill/>
              <a:prstDash val="solid"/>
            </a:ln>
          </p:spPr>
        </p:sp>
        <p:sp>
          <p:nvSpPr>
            <p:cNvPr id="3448" name="03_assume_matched_3447">
              <a:extLst>
                <a:ext uri="{FF2B5EF4-FFF2-40B4-BE49-F238E27FC236}">
                  <a16:creationId xmlns:a16="http://schemas.microsoft.com/office/drawing/2014/main" id="{9C2BB48A-BC9D-4295-BBB1-FE340099EB94}"/>
                </a:ext>
              </a:extLst>
            </p:cNvPr>
            <p:cNvSpPr>
              <a:spLocks/>
            </p:cNvSpPr>
            <p:nvPr/>
          </p:nvSpPr>
          <p:spPr>
            <a:xfrm>
              <a:off x="1033091" y="7487228"/>
              <a:ext cx="28398" cy="28398"/>
            </a:xfrm>
            <a:prstGeom prst="ellipse">
              <a:avLst/>
            </a:prstGeom>
            <a:solidFill>
              <a:srgbClr val="7F8C97">
                <a:alpha val="48000"/>
              </a:srgbClr>
            </a:solidFill>
            <a:ln w="0">
              <a:noFill/>
              <a:prstDash val="solid"/>
            </a:ln>
          </p:spPr>
        </p:sp>
        <p:sp>
          <p:nvSpPr>
            <p:cNvPr id="3449" name="03_assume_matched_3448">
              <a:extLst>
                <a:ext uri="{FF2B5EF4-FFF2-40B4-BE49-F238E27FC236}">
                  <a16:creationId xmlns:a16="http://schemas.microsoft.com/office/drawing/2014/main" id="{CE084898-70C4-4DCF-B3A5-C3FCE8308F15}"/>
                </a:ext>
              </a:extLst>
            </p:cNvPr>
            <p:cNvSpPr>
              <a:spLocks/>
            </p:cNvSpPr>
            <p:nvPr/>
          </p:nvSpPr>
          <p:spPr>
            <a:xfrm>
              <a:off x="1063743" y="7753078"/>
              <a:ext cx="28398" cy="28398"/>
            </a:xfrm>
            <a:prstGeom prst="ellipse">
              <a:avLst/>
            </a:prstGeom>
            <a:solidFill>
              <a:srgbClr val="7F8C97">
                <a:alpha val="48000"/>
              </a:srgbClr>
            </a:solidFill>
            <a:ln w="0">
              <a:noFill/>
              <a:prstDash val="solid"/>
            </a:ln>
          </p:spPr>
        </p:sp>
        <p:sp>
          <p:nvSpPr>
            <p:cNvPr id="3450" name="03_assume_matched_3449">
              <a:extLst>
                <a:ext uri="{FF2B5EF4-FFF2-40B4-BE49-F238E27FC236}">
                  <a16:creationId xmlns:a16="http://schemas.microsoft.com/office/drawing/2014/main" id="{1C8A718D-E648-4452-B4F3-47C3DBD2BDC3}"/>
                </a:ext>
              </a:extLst>
            </p:cNvPr>
            <p:cNvSpPr>
              <a:spLocks/>
            </p:cNvSpPr>
            <p:nvPr/>
          </p:nvSpPr>
          <p:spPr>
            <a:xfrm>
              <a:off x="1032803" y="7606860"/>
              <a:ext cx="28398" cy="28398"/>
            </a:xfrm>
            <a:prstGeom prst="ellipse">
              <a:avLst/>
            </a:prstGeom>
            <a:solidFill>
              <a:srgbClr val="7F8C97">
                <a:alpha val="48000"/>
              </a:srgbClr>
            </a:solidFill>
            <a:ln w="0">
              <a:noFill/>
              <a:prstDash val="solid"/>
            </a:ln>
          </p:spPr>
        </p:sp>
        <p:sp>
          <p:nvSpPr>
            <p:cNvPr id="3451" name="03_assume_matched_3450">
              <a:extLst>
                <a:ext uri="{FF2B5EF4-FFF2-40B4-BE49-F238E27FC236}">
                  <a16:creationId xmlns:a16="http://schemas.microsoft.com/office/drawing/2014/main" id="{62D50731-027B-4C5A-A8FE-16E7D4AD77DE}"/>
                </a:ext>
              </a:extLst>
            </p:cNvPr>
            <p:cNvSpPr>
              <a:spLocks/>
            </p:cNvSpPr>
            <p:nvPr/>
          </p:nvSpPr>
          <p:spPr>
            <a:xfrm>
              <a:off x="1114112" y="7460643"/>
              <a:ext cx="28398" cy="28398"/>
            </a:xfrm>
            <a:prstGeom prst="ellipse">
              <a:avLst/>
            </a:prstGeom>
            <a:solidFill>
              <a:srgbClr val="7F8C97">
                <a:alpha val="48000"/>
              </a:srgbClr>
            </a:solidFill>
            <a:ln w="0">
              <a:noFill/>
              <a:prstDash val="solid"/>
            </a:ln>
          </p:spPr>
        </p:sp>
        <p:sp>
          <p:nvSpPr>
            <p:cNvPr id="3452" name="03_assume_matched_3451">
              <a:extLst>
                <a:ext uri="{FF2B5EF4-FFF2-40B4-BE49-F238E27FC236}">
                  <a16:creationId xmlns:a16="http://schemas.microsoft.com/office/drawing/2014/main" id="{D321DDAD-BDF3-496A-AE93-BBC60E93D159}"/>
                </a:ext>
              </a:extLst>
            </p:cNvPr>
            <p:cNvSpPr>
              <a:spLocks/>
            </p:cNvSpPr>
            <p:nvPr/>
          </p:nvSpPr>
          <p:spPr>
            <a:xfrm>
              <a:off x="1095403" y="7460643"/>
              <a:ext cx="28398" cy="28398"/>
            </a:xfrm>
            <a:prstGeom prst="ellipse">
              <a:avLst/>
            </a:prstGeom>
            <a:solidFill>
              <a:srgbClr val="7F8C97">
                <a:alpha val="48000"/>
              </a:srgbClr>
            </a:solidFill>
            <a:ln w="0">
              <a:noFill/>
              <a:prstDash val="solid"/>
            </a:ln>
          </p:spPr>
        </p:sp>
        <p:sp>
          <p:nvSpPr>
            <p:cNvPr id="3453" name="03_assume_matched_3452">
              <a:extLst>
                <a:ext uri="{FF2B5EF4-FFF2-40B4-BE49-F238E27FC236}">
                  <a16:creationId xmlns:a16="http://schemas.microsoft.com/office/drawing/2014/main" id="{42B94C1C-AF90-4E79-A161-AFAEB09623CB}"/>
                </a:ext>
              </a:extLst>
            </p:cNvPr>
            <p:cNvSpPr>
              <a:spLocks/>
            </p:cNvSpPr>
            <p:nvPr/>
          </p:nvSpPr>
          <p:spPr>
            <a:xfrm>
              <a:off x="1080149" y="7753078"/>
              <a:ext cx="28398" cy="28398"/>
            </a:xfrm>
            <a:prstGeom prst="ellipse">
              <a:avLst/>
            </a:prstGeom>
            <a:solidFill>
              <a:srgbClr val="7F8C97">
                <a:alpha val="48000"/>
              </a:srgbClr>
            </a:solidFill>
            <a:ln w="0">
              <a:noFill/>
              <a:prstDash val="solid"/>
            </a:ln>
          </p:spPr>
        </p:sp>
        <p:sp>
          <p:nvSpPr>
            <p:cNvPr id="3454" name="03_assume_matched_3453">
              <a:extLst>
                <a:ext uri="{FF2B5EF4-FFF2-40B4-BE49-F238E27FC236}">
                  <a16:creationId xmlns:a16="http://schemas.microsoft.com/office/drawing/2014/main" id="{4954DB7E-AFB4-457E-B126-70D8BD0A5230}"/>
                </a:ext>
              </a:extLst>
            </p:cNvPr>
            <p:cNvSpPr>
              <a:spLocks/>
            </p:cNvSpPr>
            <p:nvPr/>
          </p:nvSpPr>
          <p:spPr>
            <a:xfrm>
              <a:off x="1065902" y="7753078"/>
              <a:ext cx="28398" cy="28398"/>
            </a:xfrm>
            <a:prstGeom prst="ellipse">
              <a:avLst/>
            </a:prstGeom>
            <a:solidFill>
              <a:srgbClr val="7F8C97">
                <a:alpha val="48000"/>
              </a:srgbClr>
            </a:solidFill>
            <a:ln w="0">
              <a:noFill/>
              <a:prstDash val="solid"/>
            </a:ln>
          </p:spPr>
        </p:sp>
        <p:sp>
          <p:nvSpPr>
            <p:cNvPr id="3455" name="03_assume_matched_3454">
              <a:extLst>
                <a:ext uri="{FF2B5EF4-FFF2-40B4-BE49-F238E27FC236}">
                  <a16:creationId xmlns:a16="http://schemas.microsoft.com/office/drawing/2014/main" id="{7D73E839-BB09-4407-B848-8B353BCF5EFC}"/>
                </a:ext>
              </a:extLst>
            </p:cNvPr>
            <p:cNvSpPr>
              <a:spLocks/>
            </p:cNvSpPr>
            <p:nvPr/>
          </p:nvSpPr>
          <p:spPr>
            <a:xfrm>
              <a:off x="1082308" y="7753078"/>
              <a:ext cx="28398" cy="28398"/>
            </a:xfrm>
            <a:prstGeom prst="ellipse">
              <a:avLst/>
            </a:prstGeom>
            <a:solidFill>
              <a:srgbClr val="7F8C97">
                <a:alpha val="48000"/>
              </a:srgbClr>
            </a:solidFill>
            <a:ln w="0">
              <a:noFill/>
              <a:prstDash val="solid"/>
            </a:ln>
          </p:spPr>
        </p:sp>
        <p:sp>
          <p:nvSpPr>
            <p:cNvPr id="3456" name="03_assume_matched_3455">
              <a:extLst>
                <a:ext uri="{FF2B5EF4-FFF2-40B4-BE49-F238E27FC236}">
                  <a16:creationId xmlns:a16="http://schemas.microsoft.com/office/drawing/2014/main" id="{A72F0641-F3E7-4AAC-AE4B-398687EA1D44}"/>
                </a:ext>
              </a:extLst>
            </p:cNvPr>
            <p:cNvSpPr>
              <a:spLocks/>
            </p:cNvSpPr>
            <p:nvPr/>
          </p:nvSpPr>
          <p:spPr>
            <a:xfrm>
              <a:off x="1167502" y="7460643"/>
              <a:ext cx="28398" cy="28398"/>
            </a:xfrm>
            <a:prstGeom prst="ellipse">
              <a:avLst/>
            </a:prstGeom>
            <a:solidFill>
              <a:srgbClr val="7F8C97">
                <a:alpha val="48000"/>
              </a:srgbClr>
            </a:solidFill>
            <a:ln w="0">
              <a:noFill/>
              <a:prstDash val="solid"/>
            </a:ln>
          </p:spPr>
        </p:sp>
        <p:sp>
          <p:nvSpPr>
            <p:cNvPr id="3457" name="03_assume_matched_3456">
              <a:extLst>
                <a:ext uri="{FF2B5EF4-FFF2-40B4-BE49-F238E27FC236}">
                  <a16:creationId xmlns:a16="http://schemas.microsoft.com/office/drawing/2014/main" id="{35443FAE-C1F3-4359-BB82-C94C6CD2CA89}"/>
                </a:ext>
              </a:extLst>
            </p:cNvPr>
            <p:cNvSpPr>
              <a:spLocks/>
            </p:cNvSpPr>
            <p:nvPr/>
          </p:nvSpPr>
          <p:spPr>
            <a:xfrm>
              <a:off x="1122458" y="7558121"/>
              <a:ext cx="28398" cy="28398"/>
            </a:xfrm>
            <a:prstGeom prst="ellipse">
              <a:avLst/>
            </a:prstGeom>
            <a:solidFill>
              <a:srgbClr val="7F8C97">
                <a:alpha val="48000"/>
              </a:srgbClr>
            </a:solidFill>
            <a:ln w="0">
              <a:noFill/>
              <a:prstDash val="solid"/>
            </a:ln>
          </p:spPr>
        </p:sp>
        <p:sp>
          <p:nvSpPr>
            <p:cNvPr id="3458" name="03_assume_matched_3457">
              <a:extLst>
                <a:ext uri="{FF2B5EF4-FFF2-40B4-BE49-F238E27FC236}">
                  <a16:creationId xmlns:a16="http://schemas.microsoft.com/office/drawing/2014/main" id="{FA236909-ADAA-4D2D-A29F-CD72EF4BAAC8}"/>
                </a:ext>
              </a:extLst>
            </p:cNvPr>
            <p:cNvSpPr>
              <a:spLocks/>
            </p:cNvSpPr>
            <p:nvPr/>
          </p:nvSpPr>
          <p:spPr>
            <a:xfrm>
              <a:off x="1132244" y="7688092"/>
              <a:ext cx="28398" cy="28398"/>
            </a:xfrm>
            <a:prstGeom prst="ellipse">
              <a:avLst/>
            </a:prstGeom>
            <a:solidFill>
              <a:srgbClr val="7F8C97">
                <a:alpha val="48000"/>
              </a:srgbClr>
            </a:solidFill>
            <a:ln w="0">
              <a:noFill/>
              <a:prstDash val="solid"/>
            </a:ln>
          </p:spPr>
        </p:sp>
        <p:sp>
          <p:nvSpPr>
            <p:cNvPr id="3459" name="03_assume_matched_3458">
              <a:extLst>
                <a:ext uri="{FF2B5EF4-FFF2-40B4-BE49-F238E27FC236}">
                  <a16:creationId xmlns:a16="http://schemas.microsoft.com/office/drawing/2014/main" id="{CA10A2B8-F56B-4A14-94E6-E6908035DCF2}"/>
                </a:ext>
              </a:extLst>
            </p:cNvPr>
            <p:cNvSpPr>
              <a:spLocks/>
            </p:cNvSpPr>
            <p:nvPr/>
          </p:nvSpPr>
          <p:spPr>
            <a:xfrm>
              <a:off x="1069068" y="7590614"/>
              <a:ext cx="28398" cy="28398"/>
            </a:xfrm>
            <a:prstGeom prst="ellipse">
              <a:avLst/>
            </a:prstGeom>
            <a:solidFill>
              <a:srgbClr val="7F8C97">
                <a:alpha val="48000"/>
              </a:srgbClr>
            </a:solidFill>
            <a:ln w="0">
              <a:noFill/>
              <a:prstDash val="solid"/>
            </a:ln>
          </p:spPr>
        </p:sp>
        <p:sp>
          <p:nvSpPr>
            <p:cNvPr id="3460" name="03_assume_matched_3459">
              <a:extLst>
                <a:ext uri="{FF2B5EF4-FFF2-40B4-BE49-F238E27FC236}">
                  <a16:creationId xmlns:a16="http://schemas.microsoft.com/office/drawing/2014/main" id="{43872D3D-807B-4A87-9587-97D9E1ED0A7F}"/>
                </a:ext>
              </a:extLst>
            </p:cNvPr>
            <p:cNvSpPr>
              <a:spLocks/>
            </p:cNvSpPr>
            <p:nvPr/>
          </p:nvSpPr>
          <p:spPr>
            <a:xfrm>
              <a:off x="1159443" y="7558121"/>
              <a:ext cx="28398" cy="28398"/>
            </a:xfrm>
            <a:prstGeom prst="ellipse">
              <a:avLst/>
            </a:prstGeom>
            <a:solidFill>
              <a:srgbClr val="7F8C97">
                <a:alpha val="48000"/>
              </a:srgbClr>
            </a:solidFill>
            <a:ln w="0">
              <a:noFill/>
              <a:prstDash val="solid"/>
            </a:ln>
          </p:spPr>
        </p:sp>
        <p:sp>
          <p:nvSpPr>
            <p:cNvPr id="3461" name="03_assume_matched_3460">
              <a:extLst>
                <a:ext uri="{FF2B5EF4-FFF2-40B4-BE49-F238E27FC236}">
                  <a16:creationId xmlns:a16="http://schemas.microsoft.com/office/drawing/2014/main" id="{F31A74D2-A1E3-4A8F-AE2A-FB1245036059}"/>
                </a:ext>
              </a:extLst>
            </p:cNvPr>
            <p:cNvSpPr>
              <a:spLocks/>
            </p:cNvSpPr>
            <p:nvPr/>
          </p:nvSpPr>
          <p:spPr>
            <a:xfrm>
              <a:off x="1132532" y="7487228"/>
              <a:ext cx="28398" cy="28398"/>
            </a:xfrm>
            <a:prstGeom prst="ellipse">
              <a:avLst/>
            </a:prstGeom>
            <a:solidFill>
              <a:srgbClr val="7F8C97">
                <a:alpha val="48000"/>
              </a:srgbClr>
            </a:solidFill>
            <a:ln w="0">
              <a:noFill/>
              <a:prstDash val="solid"/>
            </a:ln>
          </p:spPr>
        </p:sp>
        <p:sp>
          <p:nvSpPr>
            <p:cNvPr id="3462" name="03_assume_matched_3461">
              <a:extLst>
                <a:ext uri="{FF2B5EF4-FFF2-40B4-BE49-F238E27FC236}">
                  <a16:creationId xmlns:a16="http://schemas.microsoft.com/office/drawing/2014/main" id="{DAC20B44-4884-4282-9A17-E469C8923D34}"/>
                </a:ext>
              </a:extLst>
            </p:cNvPr>
            <p:cNvSpPr>
              <a:spLocks/>
            </p:cNvSpPr>
            <p:nvPr/>
          </p:nvSpPr>
          <p:spPr>
            <a:xfrm>
              <a:off x="1050360" y="7753078"/>
              <a:ext cx="28398" cy="28398"/>
            </a:xfrm>
            <a:prstGeom prst="ellipse">
              <a:avLst/>
            </a:prstGeom>
            <a:solidFill>
              <a:srgbClr val="7F8C97">
                <a:alpha val="48000"/>
              </a:srgbClr>
            </a:solidFill>
            <a:ln w="0">
              <a:noFill/>
              <a:prstDash val="solid"/>
            </a:ln>
          </p:spPr>
        </p:sp>
        <p:sp>
          <p:nvSpPr>
            <p:cNvPr id="3463" name="03_assume_matched_3462">
              <a:extLst>
                <a:ext uri="{FF2B5EF4-FFF2-40B4-BE49-F238E27FC236}">
                  <a16:creationId xmlns:a16="http://schemas.microsoft.com/office/drawing/2014/main" id="{9665E51A-5D91-4141-A1C6-26A837EBA78C}"/>
                </a:ext>
              </a:extLst>
            </p:cNvPr>
            <p:cNvSpPr>
              <a:spLocks/>
            </p:cNvSpPr>
            <p:nvPr/>
          </p:nvSpPr>
          <p:spPr>
            <a:xfrm>
              <a:off x="1057699" y="7519130"/>
              <a:ext cx="28398" cy="28398"/>
            </a:xfrm>
            <a:prstGeom prst="ellipse">
              <a:avLst/>
            </a:prstGeom>
            <a:solidFill>
              <a:srgbClr val="7F8C97">
                <a:alpha val="48000"/>
              </a:srgbClr>
            </a:solidFill>
            <a:ln w="0">
              <a:noFill/>
              <a:prstDash val="solid"/>
            </a:ln>
          </p:spPr>
        </p:sp>
        <p:sp>
          <p:nvSpPr>
            <p:cNvPr id="3464" name="03_assume_matched_3463">
              <a:extLst>
                <a:ext uri="{FF2B5EF4-FFF2-40B4-BE49-F238E27FC236}">
                  <a16:creationId xmlns:a16="http://schemas.microsoft.com/office/drawing/2014/main" id="{54407372-29D8-4CAD-9C3B-999BA554CEFA}"/>
                </a:ext>
              </a:extLst>
            </p:cNvPr>
            <p:cNvSpPr>
              <a:spLocks/>
            </p:cNvSpPr>
            <p:nvPr/>
          </p:nvSpPr>
          <p:spPr>
            <a:xfrm>
              <a:off x="1068924" y="7655599"/>
              <a:ext cx="28398" cy="28398"/>
            </a:xfrm>
            <a:prstGeom prst="ellipse">
              <a:avLst/>
            </a:prstGeom>
            <a:solidFill>
              <a:srgbClr val="7F8C97">
                <a:alpha val="48000"/>
              </a:srgbClr>
            </a:solidFill>
            <a:ln w="0">
              <a:noFill/>
              <a:prstDash val="solid"/>
            </a:ln>
          </p:spPr>
        </p:sp>
        <p:sp>
          <p:nvSpPr>
            <p:cNvPr id="3465" name="03_assume_matched_3464">
              <a:extLst>
                <a:ext uri="{FF2B5EF4-FFF2-40B4-BE49-F238E27FC236}">
                  <a16:creationId xmlns:a16="http://schemas.microsoft.com/office/drawing/2014/main" id="{5AE68E7A-B9A4-46EA-A0AA-4C07A22636DA}"/>
                </a:ext>
              </a:extLst>
            </p:cNvPr>
            <p:cNvSpPr>
              <a:spLocks/>
            </p:cNvSpPr>
            <p:nvPr/>
          </p:nvSpPr>
          <p:spPr>
            <a:xfrm>
              <a:off x="1158292" y="7460643"/>
              <a:ext cx="28398" cy="28398"/>
            </a:xfrm>
            <a:prstGeom prst="ellipse">
              <a:avLst/>
            </a:prstGeom>
            <a:solidFill>
              <a:srgbClr val="7F8C97">
                <a:alpha val="48000"/>
              </a:srgbClr>
            </a:solidFill>
            <a:ln w="0">
              <a:noFill/>
              <a:prstDash val="solid"/>
            </a:ln>
          </p:spPr>
        </p:sp>
        <p:sp>
          <p:nvSpPr>
            <p:cNvPr id="3466" name="03_assume_matched_3465">
              <a:extLst>
                <a:ext uri="{FF2B5EF4-FFF2-40B4-BE49-F238E27FC236}">
                  <a16:creationId xmlns:a16="http://schemas.microsoft.com/office/drawing/2014/main" id="{D41642F3-CB45-4495-A519-052DE5969A61}"/>
                </a:ext>
              </a:extLst>
            </p:cNvPr>
            <p:cNvSpPr>
              <a:spLocks/>
            </p:cNvSpPr>
            <p:nvPr/>
          </p:nvSpPr>
          <p:spPr>
            <a:xfrm>
              <a:off x="1071227" y="7460643"/>
              <a:ext cx="28398" cy="28398"/>
            </a:xfrm>
            <a:prstGeom prst="ellipse">
              <a:avLst/>
            </a:prstGeom>
            <a:solidFill>
              <a:srgbClr val="7F8C97">
                <a:alpha val="48000"/>
              </a:srgbClr>
            </a:solidFill>
            <a:ln w="0">
              <a:noFill/>
              <a:prstDash val="solid"/>
            </a:ln>
          </p:spPr>
        </p:sp>
        <p:sp>
          <p:nvSpPr>
            <p:cNvPr id="3467" name="03_assume_matched_3466">
              <a:extLst>
                <a:ext uri="{FF2B5EF4-FFF2-40B4-BE49-F238E27FC236}">
                  <a16:creationId xmlns:a16="http://schemas.microsoft.com/office/drawing/2014/main" id="{1CDAE169-34A7-4D8B-AB85-4AAA1A6006F4}"/>
                </a:ext>
              </a:extLst>
            </p:cNvPr>
            <p:cNvSpPr>
              <a:spLocks/>
            </p:cNvSpPr>
            <p:nvPr/>
          </p:nvSpPr>
          <p:spPr>
            <a:xfrm>
              <a:off x="1150233" y="7558121"/>
              <a:ext cx="28398" cy="28398"/>
            </a:xfrm>
            <a:prstGeom prst="ellipse">
              <a:avLst/>
            </a:prstGeom>
            <a:solidFill>
              <a:srgbClr val="7F8C97">
                <a:alpha val="48000"/>
              </a:srgbClr>
            </a:solidFill>
            <a:ln w="0">
              <a:noFill/>
              <a:prstDash val="solid"/>
            </a:ln>
          </p:spPr>
        </p:sp>
        <p:sp>
          <p:nvSpPr>
            <p:cNvPr id="3468" name="03_assume_matched_3467">
              <a:extLst>
                <a:ext uri="{FF2B5EF4-FFF2-40B4-BE49-F238E27FC236}">
                  <a16:creationId xmlns:a16="http://schemas.microsoft.com/office/drawing/2014/main" id="{AAF03C96-3C99-4322-A783-8A2626DEDF14}"/>
                </a:ext>
              </a:extLst>
            </p:cNvPr>
            <p:cNvSpPr>
              <a:spLocks/>
            </p:cNvSpPr>
            <p:nvPr/>
          </p:nvSpPr>
          <p:spPr>
            <a:xfrm>
              <a:off x="1151384" y="7460643"/>
              <a:ext cx="28398" cy="28398"/>
            </a:xfrm>
            <a:prstGeom prst="ellipse">
              <a:avLst/>
            </a:prstGeom>
            <a:solidFill>
              <a:srgbClr val="7F8C97">
                <a:alpha val="48000"/>
              </a:srgbClr>
            </a:solidFill>
            <a:ln w="0">
              <a:noFill/>
              <a:prstDash val="solid"/>
            </a:ln>
          </p:spPr>
        </p:sp>
        <p:sp>
          <p:nvSpPr>
            <p:cNvPr id="3469" name="03_assume_matched_3468">
              <a:extLst>
                <a:ext uri="{FF2B5EF4-FFF2-40B4-BE49-F238E27FC236}">
                  <a16:creationId xmlns:a16="http://schemas.microsoft.com/office/drawing/2014/main" id="{3495C115-B37B-4687-A506-AAFC1635BC39}"/>
                </a:ext>
              </a:extLst>
            </p:cNvPr>
            <p:cNvSpPr>
              <a:spLocks/>
            </p:cNvSpPr>
            <p:nvPr/>
          </p:nvSpPr>
          <p:spPr>
            <a:xfrm>
              <a:off x="1155126" y="7753078"/>
              <a:ext cx="28398" cy="28398"/>
            </a:xfrm>
            <a:prstGeom prst="ellipse">
              <a:avLst/>
            </a:prstGeom>
            <a:solidFill>
              <a:srgbClr val="7F8C97">
                <a:alpha val="48000"/>
              </a:srgbClr>
            </a:solidFill>
            <a:ln w="0">
              <a:noFill/>
              <a:prstDash val="solid"/>
            </a:ln>
          </p:spPr>
        </p:sp>
        <p:sp>
          <p:nvSpPr>
            <p:cNvPr id="3470" name="03_assume_matched_3469">
              <a:extLst>
                <a:ext uri="{FF2B5EF4-FFF2-40B4-BE49-F238E27FC236}">
                  <a16:creationId xmlns:a16="http://schemas.microsoft.com/office/drawing/2014/main" id="{090E89D6-8686-474B-90F2-97F4ED43AB83}"/>
                </a:ext>
              </a:extLst>
            </p:cNvPr>
            <p:cNvSpPr>
              <a:spLocks/>
            </p:cNvSpPr>
            <p:nvPr/>
          </p:nvSpPr>
          <p:spPr>
            <a:xfrm>
              <a:off x="1072378" y="7753078"/>
              <a:ext cx="28398" cy="28398"/>
            </a:xfrm>
            <a:prstGeom prst="ellipse">
              <a:avLst/>
            </a:prstGeom>
            <a:solidFill>
              <a:srgbClr val="7F8C97">
                <a:alpha val="48000"/>
              </a:srgbClr>
            </a:solidFill>
            <a:ln w="0">
              <a:noFill/>
              <a:prstDash val="solid"/>
            </a:ln>
          </p:spPr>
        </p:sp>
        <p:sp>
          <p:nvSpPr>
            <p:cNvPr id="3471" name="03_assume_matched_3470">
              <a:extLst>
                <a:ext uri="{FF2B5EF4-FFF2-40B4-BE49-F238E27FC236}">
                  <a16:creationId xmlns:a16="http://schemas.microsoft.com/office/drawing/2014/main" id="{96683E09-5D10-4577-930A-B7A4AF8796A2}"/>
                </a:ext>
              </a:extLst>
            </p:cNvPr>
            <p:cNvSpPr>
              <a:spLocks/>
            </p:cNvSpPr>
            <p:nvPr/>
          </p:nvSpPr>
          <p:spPr>
            <a:xfrm>
              <a:off x="1050648" y="7460643"/>
              <a:ext cx="28398" cy="28398"/>
            </a:xfrm>
            <a:prstGeom prst="ellipse">
              <a:avLst/>
            </a:prstGeom>
            <a:solidFill>
              <a:srgbClr val="7F8C97">
                <a:alpha val="48000"/>
              </a:srgbClr>
            </a:solidFill>
            <a:ln w="0">
              <a:noFill/>
              <a:prstDash val="solid"/>
            </a:ln>
          </p:spPr>
        </p:sp>
        <p:sp>
          <p:nvSpPr>
            <p:cNvPr id="3472" name="03_assume_matched_3471">
              <a:extLst>
                <a:ext uri="{FF2B5EF4-FFF2-40B4-BE49-F238E27FC236}">
                  <a16:creationId xmlns:a16="http://schemas.microsoft.com/office/drawing/2014/main" id="{F5CE96B8-5169-4411-8923-4D52929E1984}"/>
                </a:ext>
              </a:extLst>
            </p:cNvPr>
            <p:cNvSpPr>
              <a:spLocks/>
            </p:cNvSpPr>
            <p:nvPr/>
          </p:nvSpPr>
          <p:spPr>
            <a:xfrm>
              <a:off x="1134403" y="7753078"/>
              <a:ext cx="28398" cy="28398"/>
            </a:xfrm>
            <a:prstGeom prst="ellipse">
              <a:avLst/>
            </a:prstGeom>
            <a:solidFill>
              <a:srgbClr val="7F8C97">
                <a:alpha val="48000"/>
              </a:srgbClr>
            </a:solidFill>
            <a:ln w="0">
              <a:noFill/>
              <a:prstDash val="solid"/>
            </a:ln>
          </p:spPr>
        </p:sp>
        <p:sp>
          <p:nvSpPr>
            <p:cNvPr id="3473" name="03_assume_matched_3472">
              <a:extLst>
                <a:ext uri="{FF2B5EF4-FFF2-40B4-BE49-F238E27FC236}">
                  <a16:creationId xmlns:a16="http://schemas.microsoft.com/office/drawing/2014/main" id="{B5F8D295-4F7E-48C9-AB87-CC831140C827}"/>
                </a:ext>
              </a:extLst>
            </p:cNvPr>
            <p:cNvSpPr>
              <a:spLocks/>
            </p:cNvSpPr>
            <p:nvPr/>
          </p:nvSpPr>
          <p:spPr>
            <a:xfrm>
              <a:off x="1043884" y="7753078"/>
              <a:ext cx="28398" cy="28398"/>
            </a:xfrm>
            <a:prstGeom prst="ellipse">
              <a:avLst/>
            </a:prstGeom>
            <a:solidFill>
              <a:srgbClr val="7F8C97">
                <a:alpha val="48000"/>
              </a:srgbClr>
            </a:solidFill>
            <a:ln w="0">
              <a:noFill/>
              <a:prstDash val="solid"/>
            </a:ln>
          </p:spPr>
        </p:sp>
        <p:sp>
          <p:nvSpPr>
            <p:cNvPr id="3474" name="03_assume_matched_3473">
              <a:extLst>
                <a:ext uri="{FF2B5EF4-FFF2-40B4-BE49-F238E27FC236}">
                  <a16:creationId xmlns:a16="http://schemas.microsoft.com/office/drawing/2014/main" id="{30F3CF3A-BB83-4174-BE25-6F4E5F19BFEC}"/>
                </a:ext>
              </a:extLst>
            </p:cNvPr>
            <p:cNvSpPr>
              <a:spLocks/>
            </p:cNvSpPr>
            <p:nvPr/>
          </p:nvSpPr>
          <p:spPr>
            <a:xfrm>
              <a:off x="1138000" y="7519130"/>
              <a:ext cx="28398" cy="28398"/>
            </a:xfrm>
            <a:prstGeom prst="ellipse">
              <a:avLst/>
            </a:prstGeom>
            <a:solidFill>
              <a:srgbClr val="7F8C97">
                <a:alpha val="48000"/>
              </a:srgbClr>
            </a:solidFill>
            <a:ln w="0">
              <a:noFill/>
              <a:prstDash val="solid"/>
            </a:ln>
          </p:spPr>
        </p:sp>
        <p:sp>
          <p:nvSpPr>
            <p:cNvPr id="3475" name="03_assume_matched_3474">
              <a:extLst>
                <a:ext uri="{FF2B5EF4-FFF2-40B4-BE49-F238E27FC236}">
                  <a16:creationId xmlns:a16="http://schemas.microsoft.com/office/drawing/2014/main" id="{03CF4FF2-7EF8-4363-9E4C-1845E8132819}"/>
                </a:ext>
              </a:extLst>
            </p:cNvPr>
            <p:cNvSpPr>
              <a:spLocks/>
            </p:cNvSpPr>
            <p:nvPr/>
          </p:nvSpPr>
          <p:spPr>
            <a:xfrm>
              <a:off x="1045179" y="7753078"/>
              <a:ext cx="28398" cy="28398"/>
            </a:xfrm>
            <a:prstGeom prst="ellipse">
              <a:avLst/>
            </a:prstGeom>
            <a:solidFill>
              <a:srgbClr val="7F8C97">
                <a:alpha val="48000"/>
              </a:srgbClr>
            </a:solidFill>
            <a:ln w="0">
              <a:noFill/>
              <a:prstDash val="solid"/>
            </a:ln>
          </p:spPr>
        </p:sp>
        <p:sp>
          <p:nvSpPr>
            <p:cNvPr id="3476" name="03_assume_matched_3475">
              <a:extLst>
                <a:ext uri="{FF2B5EF4-FFF2-40B4-BE49-F238E27FC236}">
                  <a16:creationId xmlns:a16="http://schemas.microsoft.com/office/drawing/2014/main" id="{00CB5C9C-E98C-467F-B66B-D61D75F7E08F}"/>
                </a:ext>
              </a:extLst>
            </p:cNvPr>
            <p:cNvSpPr>
              <a:spLocks/>
            </p:cNvSpPr>
            <p:nvPr/>
          </p:nvSpPr>
          <p:spPr>
            <a:xfrm>
              <a:off x="1165631" y="7753078"/>
              <a:ext cx="28398" cy="28398"/>
            </a:xfrm>
            <a:prstGeom prst="ellipse">
              <a:avLst/>
            </a:prstGeom>
            <a:solidFill>
              <a:srgbClr val="7F8C97">
                <a:alpha val="48000"/>
              </a:srgbClr>
            </a:solidFill>
            <a:ln w="0">
              <a:noFill/>
              <a:prstDash val="solid"/>
            </a:ln>
          </p:spPr>
        </p:sp>
        <p:sp>
          <p:nvSpPr>
            <p:cNvPr id="3477" name="03_assume_matched_3476">
              <a:extLst>
                <a:ext uri="{FF2B5EF4-FFF2-40B4-BE49-F238E27FC236}">
                  <a16:creationId xmlns:a16="http://schemas.microsoft.com/office/drawing/2014/main" id="{E60F3573-7A35-4DA5-81C2-BCC1FE1C2558}"/>
                </a:ext>
              </a:extLst>
            </p:cNvPr>
            <p:cNvSpPr>
              <a:spLocks/>
            </p:cNvSpPr>
            <p:nvPr/>
          </p:nvSpPr>
          <p:spPr>
            <a:xfrm>
              <a:off x="1143613" y="7753078"/>
              <a:ext cx="28398" cy="28398"/>
            </a:xfrm>
            <a:prstGeom prst="ellipse">
              <a:avLst/>
            </a:prstGeom>
            <a:solidFill>
              <a:srgbClr val="7F8C97">
                <a:alpha val="48000"/>
              </a:srgbClr>
            </a:solidFill>
            <a:ln w="0">
              <a:noFill/>
              <a:prstDash val="solid"/>
            </a:ln>
          </p:spPr>
        </p:sp>
        <p:sp>
          <p:nvSpPr>
            <p:cNvPr id="3478" name="03_assume_matched_3477">
              <a:extLst>
                <a:ext uri="{FF2B5EF4-FFF2-40B4-BE49-F238E27FC236}">
                  <a16:creationId xmlns:a16="http://schemas.microsoft.com/office/drawing/2014/main" id="{509C9A2F-6CDA-4109-BC76-D2A3805F415E}"/>
                </a:ext>
              </a:extLst>
            </p:cNvPr>
            <p:cNvSpPr>
              <a:spLocks/>
            </p:cNvSpPr>
            <p:nvPr/>
          </p:nvSpPr>
          <p:spPr>
            <a:xfrm>
              <a:off x="1091518" y="7753078"/>
              <a:ext cx="28398" cy="28398"/>
            </a:xfrm>
            <a:prstGeom prst="ellipse">
              <a:avLst/>
            </a:prstGeom>
            <a:solidFill>
              <a:srgbClr val="7F8C97">
                <a:alpha val="48000"/>
              </a:srgbClr>
            </a:solidFill>
            <a:ln w="0">
              <a:noFill/>
              <a:prstDash val="solid"/>
            </a:ln>
          </p:spPr>
        </p:sp>
        <p:sp>
          <p:nvSpPr>
            <p:cNvPr id="3479" name="03_assume_matched_3478">
              <a:extLst>
                <a:ext uri="{FF2B5EF4-FFF2-40B4-BE49-F238E27FC236}">
                  <a16:creationId xmlns:a16="http://schemas.microsoft.com/office/drawing/2014/main" id="{945491B6-816F-4546-95C8-EDB473A53642}"/>
                </a:ext>
              </a:extLst>
            </p:cNvPr>
            <p:cNvSpPr>
              <a:spLocks/>
            </p:cNvSpPr>
            <p:nvPr/>
          </p:nvSpPr>
          <p:spPr>
            <a:xfrm>
              <a:off x="1067197" y="7753078"/>
              <a:ext cx="28398" cy="28398"/>
            </a:xfrm>
            <a:prstGeom prst="ellipse">
              <a:avLst/>
            </a:prstGeom>
            <a:solidFill>
              <a:srgbClr val="7F8C97">
                <a:alpha val="48000"/>
              </a:srgbClr>
            </a:solidFill>
            <a:ln w="0">
              <a:noFill/>
              <a:prstDash val="solid"/>
            </a:ln>
          </p:spPr>
        </p:sp>
        <p:sp>
          <p:nvSpPr>
            <p:cNvPr id="3480" name="03_assume_matched_3479">
              <a:extLst>
                <a:ext uri="{FF2B5EF4-FFF2-40B4-BE49-F238E27FC236}">
                  <a16:creationId xmlns:a16="http://schemas.microsoft.com/office/drawing/2014/main" id="{7A10A024-8873-422C-8FEE-CFAAB020DADB}"/>
                </a:ext>
              </a:extLst>
            </p:cNvPr>
            <p:cNvSpPr>
              <a:spLocks/>
            </p:cNvSpPr>
            <p:nvPr/>
          </p:nvSpPr>
          <p:spPr>
            <a:xfrm>
              <a:off x="1169660" y="7753078"/>
              <a:ext cx="28398" cy="28398"/>
            </a:xfrm>
            <a:prstGeom prst="ellipse">
              <a:avLst/>
            </a:prstGeom>
            <a:solidFill>
              <a:srgbClr val="7F8C97">
                <a:alpha val="48000"/>
              </a:srgbClr>
            </a:solidFill>
            <a:ln w="0">
              <a:noFill/>
              <a:prstDash val="solid"/>
            </a:ln>
          </p:spPr>
        </p:sp>
        <p:sp>
          <p:nvSpPr>
            <p:cNvPr id="3481" name="03_assume_matched_3480">
              <a:extLst>
                <a:ext uri="{FF2B5EF4-FFF2-40B4-BE49-F238E27FC236}">
                  <a16:creationId xmlns:a16="http://schemas.microsoft.com/office/drawing/2014/main" id="{B0CCF88C-E610-4D33-8ED2-B5FE99B4B4D8}"/>
                </a:ext>
              </a:extLst>
            </p:cNvPr>
            <p:cNvSpPr>
              <a:spLocks/>
            </p:cNvSpPr>
            <p:nvPr/>
          </p:nvSpPr>
          <p:spPr>
            <a:xfrm>
              <a:off x="1117422" y="7753078"/>
              <a:ext cx="28398" cy="28398"/>
            </a:xfrm>
            <a:prstGeom prst="ellipse">
              <a:avLst/>
            </a:prstGeom>
            <a:solidFill>
              <a:srgbClr val="7F8C97">
                <a:alpha val="48000"/>
              </a:srgbClr>
            </a:solidFill>
            <a:ln w="0">
              <a:noFill/>
              <a:prstDash val="solid"/>
            </a:ln>
          </p:spPr>
        </p:sp>
        <p:sp>
          <p:nvSpPr>
            <p:cNvPr id="3482" name="03_assume_matched_3481">
              <a:extLst>
                <a:ext uri="{FF2B5EF4-FFF2-40B4-BE49-F238E27FC236}">
                  <a16:creationId xmlns:a16="http://schemas.microsoft.com/office/drawing/2014/main" id="{FEDEE014-D66A-40C0-B7C3-C49C608722D5}"/>
                </a:ext>
              </a:extLst>
            </p:cNvPr>
            <p:cNvSpPr>
              <a:spLocks/>
            </p:cNvSpPr>
            <p:nvPr/>
          </p:nvSpPr>
          <p:spPr>
            <a:xfrm>
              <a:off x="1150233" y="7753078"/>
              <a:ext cx="28398" cy="28398"/>
            </a:xfrm>
            <a:prstGeom prst="ellipse">
              <a:avLst/>
            </a:prstGeom>
            <a:solidFill>
              <a:srgbClr val="7F8C97">
                <a:alpha val="48000"/>
              </a:srgbClr>
            </a:solidFill>
            <a:ln w="0">
              <a:noFill/>
              <a:prstDash val="solid"/>
            </a:ln>
          </p:spPr>
        </p:sp>
        <p:sp>
          <p:nvSpPr>
            <p:cNvPr id="3483" name="03_assume_matched_3482">
              <a:extLst>
                <a:ext uri="{FF2B5EF4-FFF2-40B4-BE49-F238E27FC236}">
                  <a16:creationId xmlns:a16="http://schemas.microsoft.com/office/drawing/2014/main" id="{F8C8C137-EE81-455E-8AFF-D4B2D519277E}"/>
                </a:ext>
              </a:extLst>
            </p:cNvPr>
            <p:cNvSpPr>
              <a:spLocks/>
            </p:cNvSpPr>
            <p:nvPr/>
          </p:nvSpPr>
          <p:spPr>
            <a:xfrm>
              <a:off x="1049353" y="7636104"/>
              <a:ext cx="28398" cy="28398"/>
            </a:xfrm>
            <a:prstGeom prst="ellipse">
              <a:avLst/>
            </a:prstGeom>
            <a:solidFill>
              <a:srgbClr val="7F8C97">
                <a:alpha val="48000"/>
              </a:srgbClr>
            </a:solidFill>
            <a:ln w="0">
              <a:noFill/>
              <a:prstDash val="solid"/>
            </a:ln>
          </p:spPr>
        </p:sp>
        <p:sp>
          <p:nvSpPr>
            <p:cNvPr id="3484" name="03_assume_matched_3483">
              <a:extLst>
                <a:ext uri="{FF2B5EF4-FFF2-40B4-BE49-F238E27FC236}">
                  <a16:creationId xmlns:a16="http://schemas.microsoft.com/office/drawing/2014/main" id="{B27FDEA3-A3B2-48D2-A9C5-6B514B7BD916}"/>
                </a:ext>
              </a:extLst>
            </p:cNvPr>
            <p:cNvSpPr>
              <a:spLocks/>
            </p:cNvSpPr>
            <p:nvPr/>
          </p:nvSpPr>
          <p:spPr>
            <a:xfrm>
              <a:off x="1141310" y="7753078"/>
              <a:ext cx="28398" cy="28398"/>
            </a:xfrm>
            <a:prstGeom prst="ellipse">
              <a:avLst/>
            </a:prstGeom>
            <a:solidFill>
              <a:srgbClr val="7F8C97">
                <a:alpha val="48000"/>
              </a:srgbClr>
            </a:solidFill>
            <a:ln w="0">
              <a:noFill/>
              <a:prstDash val="solid"/>
            </a:ln>
          </p:spPr>
        </p:sp>
        <p:sp>
          <p:nvSpPr>
            <p:cNvPr id="3485" name="03_assume_matched_3484">
              <a:extLst>
                <a:ext uri="{FF2B5EF4-FFF2-40B4-BE49-F238E27FC236}">
                  <a16:creationId xmlns:a16="http://schemas.microsoft.com/office/drawing/2014/main" id="{9DC848DE-C557-4DD3-98F2-B439B2FC0F8E}"/>
                </a:ext>
              </a:extLst>
            </p:cNvPr>
            <p:cNvSpPr>
              <a:spLocks/>
            </p:cNvSpPr>
            <p:nvPr/>
          </p:nvSpPr>
          <p:spPr>
            <a:xfrm>
              <a:off x="1120444" y="7460643"/>
              <a:ext cx="28398" cy="28398"/>
            </a:xfrm>
            <a:prstGeom prst="ellipse">
              <a:avLst/>
            </a:prstGeom>
            <a:solidFill>
              <a:srgbClr val="7F8C97">
                <a:alpha val="48000"/>
              </a:srgbClr>
            </a:solidFill>
            <a:ln w="0">
              <a:noFill/>
              <a:prstDash val="solid"/>
            </a:ln>
          </p:spPr>
        </p:sp>
        <p:sp>
          <p:nvSpPr>
            <p:cNvPr id="3486" name="03_assume_matched_3485">
              <a:extLst>
                <a:ext uri="{FF2B5EF4-FFF2-40B4-BE49-F238E27FC236}">
                  <a16:creationId xmlns:a16="http://schemas.microsoft.com/office/drawing/2014/main" id="{41B00D14-DC9C-41DC-9F35-F0C13F65F068}"/>
                </a:ext>
              </a:extLst>
            </p:cNvPr>
            <p:cNvSpPr>
              <a:spLocks/>
            </p:cNvSpPr>
            <p:nvPr/>
          </p:nvSpPr>
          <p:spPr>
            <a:xfrm>
              <a:off x="1029061" y="7460643"/>
              <a:ext cx="28398" cy="28398"/>
            </a:xfrm>
            <a:prstGeom prst="ellipse">
              <a:avLst/>
            </a:prstGeom>
            <a:solidFill>
              <a:srgbClr val="7F8C97">
                <a:alpha val="48000"/>
              </a:srgbClr>
            </a:solidFill>
            <a:ln w="0">
              <a:noFill/>
              <a:prstDash val="solid"/>
            </a:ln>
          </p:spPr>
        </p:sp>
        <p:sp>
          <p:nvSpPr>
            <p:cNvPr id="3487" name="03_assume_matched_3486">
              <a:extLst>
                <a:ext uri="{FF2B5EF4-FFF2-40B4-BE49-F238E27FC236}">
                  <a16:creationId xmlns:a16="http://schemas.microsoft.com/office/drawing/2014/main" id="{C84C56AC-69AE-474C-9A94-3FC90C9955F1}"/>
                </a:ext>
              </a:extLst>
            </p:cNvPr>
            <p:cNvSpPr>
              <a:spLocks/>
            </p:cNvSpPr>
            <p:nvPr/>
          </p:nvSpPr>
          <p:spPr>
            <a:xfrm>
              <a:off x="1088352" y="7753078"/>
              <a:ext cx="28398" cy="28398"/>
            </a:xfrm>
            <a:prstGeom prst="ellipse">
              <a:avLst/>
            </a:prstGeom>
            <a:solidFill>
              <a:srgbClr val="7F8C97">
                <a:alpha val="48000"/>
              </a:srgbClr>
            </a:solidFill>
            <a:ln w="0">
              <a:noFill/>
              <a:prstDash val="solid"/>
            </a:ln>
          </p:spPr>
        </p:sp>
        <p:sp>
          <p:nvSpPr>
            <p:cNvPr id="3488" name="03_assume_matched_3487">
              <a:extLst>
                <a:ext uri="{FF2B5EF4-FFF2-40B4-BE49-F238E27FC236}">
                  <a16:creationId xmlns:a16="http://schemas.microsoft.com/office/drawing/2014/main" id="{0183C08D-377D-4F69-A010-656F239DF6DB}"/>
                </a:ext>
              </a:extLst>
            </p:cNvPr>
            <p:cNvSpPr>
              <a:spLocks/>
            </p:cNvSpPr>
            <p:nvPr/>
          </p:nvSpPr>
          <p:spPr>
            <a:xfrm>
              <a:off x="1070507" y="7753078"/>
              <a:ext cx="28398" cy="28398"/>
            </a:xfrm>
            <a:prstGeom prst="ellipse">
              <a:avLst/>
            </a:prstGeom>
            <a:solidFill>
              <a:srgbClr val="7F8C97">
                <a:alpha val="48000"/>
              </a:srgbClr>
            </a:solidFill>
            <a:ln w="0">
              <a:noFill/>
              <a:prstDash val="solid"/>
            </a:ln>
          </p:spPr>
        </p:sp>
        <p:sp>
          <p:nvSpPr>
            <p:cNvPr id="3489" name="03_assume_matched_3488">
              <a:extLst>
                <a:ext uri="{FF2B5EF4-FFF2-40B4-BE49-F238E27FC236}">
                  <a16:creationId xmlns:a16="http://schemas.microsoft.com/office/drawing/2014/main" id="{6F1DD0A9-90CE-4671-8C41-C5D665831DFA}"/>
                </a:ext>
              </a:extLst>
            </p:cNvPr>
            <p:cNvSpPr>
              <a:spLocks/>
            </p:cNvSpPr>
            <p:nvPr/>
          </p:nvSpPr>
          <p:spPr>
            <a:xfrm>
              <a:off x="1102743" y="7460643"/>
              <a:ext cx="28398" cy="28398"/>
            </a:xfrm>
            <a:prstGeom prst="ellipse">
              <a:avLst/>
            </a:prstGeom>
            <a:solidFill>
              <a:srgbClr val="7F8C97">
                <a:alpha val="48000"/>
              </a:srgbClr>
            </a:solidFill>
            <a:ln w="0">
              <a:noFill/>
              <a:prstDash val="solid"/>
            </a:ln>
          </p:spPr>
        </p:sp>
        <p:sp>
          <p:nvSpPr>
            <p:cNvPr id="3490" name="03_assume_matched_3489">
              <a:extLst>
                <a:ext uri="{FF2B5EF4-FFF2-40B4-BE49-F238E27FC236}">
                  <a16:creationId xmlns:a16="http://schemas.microsoft.com/office/drawing/2014/main" id="{127E9C5E-493C-4E6D-8E71-47FCA97AF7EC}"/>
                </a:ext>
              </a:extLst>
            </p:cNvPr>
            <p:cNvSpPr>
              <a:spLocks/>
            </p:cNvSpPr>
            <p:nvPr/>
          </p:nvSpPr>
          <p:spPr>
            <a:xfrm>
              <a:off x="1084610" y="7704338"/>
              <a:ext cx="28398" cy="28398"/>
            </a:xfrm>
            <a:prstGeom prst="ellipse">
              <a:avLst/>
            </a:prstGeom>
            <a:solidFill>
              <a:srgbClr val="7F8C97">
                <a:alpha val="48000"/>
              </a:srgbClr>
            </a:solidFill>
            <a:ln w="0">
              <a:noFill/>
              <a:prstDash val="solid"/>
            </a:ln>
          </p:spPr>
        </p:sp>
        <p:sp>
          <p:nvSpPr>
            <p:cNvPr id="3491" name="03_assume_matched_3490">
              <a:extLst>
                <a:ext uri="{FF2B5EF4-FFF2-40B4-BE49-F238E27FC236}">
                  <a16:creationId xmlns:a16="http://schemas.microsoft.com/office/drawing/2014/main" id="{0034CA4D-D3CD-4F18-B92E-6052B2917B40}"/>
                </a:ext>
              </a:extLst>
            </p:cNvPr>
            <p:cNvSpPr>
              <a:spLocks/>
            </p:cNvSpPr>
            <p:nvPr/>
          </p:nvSpPr>
          <p:spPr>
            <a:xfrm>
              <a:off x="1146779" y="7606860"/>
              <a:ext cx="28398" cy="28398"/>
            </a:xfrm>
            <a:prstGeom prst="ellipse">
              <a:avLst/>
            </a:prstGeom>
            <a:solidFill>
              <a:srgbClr val="7F8C97">
                <a:alpha val="48000"/>
              </a:srgbClr>
            </a:solidFill>
            <a:ln w="0">
              <a:noFill/>
              <a:prstDash val="solid"/>
            </a:ln>
          </p:spPr>
        </p:sp>
        <p:sp>
          <p:nvSpPr>
            <p:cNvPr id="3492" name="03_assume_matched_3491">
              <a:extLst>
                <a:ext uri="{FF2B5EF4-FFF2-40B4-BE49-F238E27FC236}">
                  <a16:creationId xmlns:a16="http://schemas.microsoft.com/office/drawing/2014/main" id="{1B810600-2DED-4862-A888-5F93C22B600C}"/>
                </a:ext>
              </a:extLst>
            </p:cNvPr>
            <p:cNvSpPr>
              <a:spLocks/>
            </p:cNvSpPr>
            <p:nvPr/>
          </p:nvSpPr>
          <p:spPr>
            <a:xfrm>
              <a:off x="1044891" y="7460643"/>
              <a:ext cx="28398" cy="28398"/>
            </a:xfrm>
            <a:prstGeom prst="ellipse">
              <a:avLst/>
            </a:prstGeom>
            <a:solidFill>
              <a:srgbClr val="7F8C97">
                <a:alpha val="48000"/>
              </a:srgbClr>
            </a:solidFill>
            <a:ln w="0">
              <a:noFill/>
              <a:prstDash val="solid"/>
            </a:ln>
          </p:spPr>
        </p:sp>
        <p:sp>
          <p:nvSpPr>
            <p:cNvPr id="3493" name="03_assume_matched_3492">
              <a:extLst>
                <a:ext uri="{FF2B5EF4-FFF2-40B4-BE49-F238E27FC236}">
                  <a16:creationId xmlns:a16="http://schemas.microsoft.com/office/drawing/2014/main" id="{B9D9507A-AC14-4C46-850E-E5989329402A}"/>
                </a:ext>
              </a:extLst>
            </p:cNvPr>
            <p:cNvSpPr>
              <a:spLocks/>
            </p:cNvSpPr>
            <p:nvPr/>
          </p:nvSpPr>
          <p:spPr>
            <a:xfrm>
              <a:off x="1051511" y="7753078"/>
              <a:ext cx="28398" cy="28398"/>
            </a:xfrm>
            <a:prstGeom prst="ellipse">
              <a:avLst/>
            </a:prstGeom>
            <a:solidFill>
              <a:srgbClr val="7F8C97">
                <a:alpha val="48000"/>
              </a:srgbClr>
            </a:solidFill>
            <a:ln w="0">
              <a:noFill/>
              <a:prstDash val="solid"/>
            </a:ln>
          </p:spPr>
        </p:sp>
        <p:sp>
          <p:nvSpPr>
            <p:cNvPr id="3494" name="03_assume_matched_3493">
              <a:extLst>
                <a:ext uri="{FF2B5EF4-FFF2-40B4-BE49-F238E27FC236}">
                  <a16:creationId xmlns:a16="http://schemas.microsoft.com/office/drawing/2014/main" id="{07E4BD2F-1302-41F4-887E-200C7FB57D08}"/>
                </a:ext>
              </a:extLst>
            </p:cNvPr>
            <p:cNvSpPr>
              <a:spLocks/>
            </p:cNvSpPr>
            <p:nvPr/>
          </p:nvSpPr>
          <p:spPr>
            <a:xfrm>
              <a:off x="1111377" y="7460643"/>
              <a:ext cx="28398" cy="28398"/>
            </a:xfrm>
            <a:prstGeom prst="ellipse">
              <a:avLst/>
            </a:prstGeom>
            <a:solidFill>
              <a:srgbClr val="7F8C97">
                <a:alpha val="48000"/>
              </a:srgbClr>
            </a:solidFill>
            <a:ln w="0">
              <a:noFill/>
              <a:prstDash val="solid"/>
            </a:ln>
          </p:spPr>
        </p:sp>
        <p:sp>
          <p:nvSpPr>
            <p:cNvPr id="3495" name="03_assume_matched_3494">
              <a:extLst>
                <a:ext uri="{FF2B5EF4-FFF2-40B4-BE49-F238E27FC236}">
                  <a16:creationId xmlns:a16="http://schemas.microsoft.com/office/drawing/2014/main" id="{73B27960-C661-48FA-B726-9204FBACE8D8}"/>
                </a:ext>
              </a:extLst>
            </p:cNvPr>
            <p:cNvSpPr>
              <a:spLocks/>
            </p:cNvSpPr>
            <p:nvPr/>
          </p:nvSpPr>
          <p:spPr>
            <a:xfrm>
              <a:off x="1110082" y="7460643"/>
              <a:ext cx="28398" cy="28398"/>
            </a:xfrm>
            <a:prstGeom prst="ellipse">
              <a:avLst/>
            </a:prstGeom>
            <a:solidFill>
              <a:srgbClr val="7F8C97">
                <a:alpha val="48000"/>
              </a:srgbClr>
            </a:solidFill>
            <a:ln w="0">
              <a:noFill/>
              <a:prstDash val="solid"/>
            </a:ln>
          </p:spPr>
        </p:sp>
        <p:sp>
          <p:nvSpPr>
            <p:cNvPr id="3496" name="03_assume_matched_3495">
              <a:extLst>
                <a:ext uri="{FF2B5EF4-FFF2-40B4-BE49-F238E27FC236}">
                  <a16:creationId xmlns:a16="http://schemas.microsoft.com/office/drawing/2014/main" id="{F1952C0C-679B-4284-BED7-29592E8FFBAC}"/>
                </a:ext>
              </a:extLst>
            </p:cNvPr>
            <p:cNvSpPr>
              <a:spLocks/>
            </p:cNvSpPr>
            <p:nvPr/>
          </p:nvSpPr>
          <p:spPr>
            <a:xfrm>
              <a:off x="1156853" y="7753078"/>
              <a:ext cx="28398" cy="28398"/>
            </a:xfrm>
            <a:prstGeom prst="ellipse">
              <a:avLst/>
            </a:prstGeom>
            <a:solidFill>
              <a:srgbClr val="7F8C97">
                <a:alpha val="48000"/>
              </a:srgbClr>
            </a:solidFill>
            <a:ln w="0">
              <a:noFill/>
              <a:prstDash val="solid"/>
            </a:ln>
          </p:spPr>
        </p:sp>
        <p:sp>
          <p:nvSpPr>
            <p:cNvPr id="3497" name="03_assume_matched_3496">
              <a:extLst>
                <a:ext uri="{FF2B5EF4-FFF2-40B4-BE49-F238E27FC236}">
                  <a16:creationId xmlns:a16="http://schemas.microsoft.com/office/drawing/2014/main" id="{12E42685-1D23-4B77-8EFB-654E949FEEFD}"/>
                </a:ext>
              </a:extLst>
            </p:cNvPr>
            <p:cNvSpPr>
              <a:spLocks/>
            </p:cNvSpPr>
            <p:nvPr/>
          </p:nvSpPr>
          <p:spPr>
            <a:xfrm>
              <a:off x="1135122" y="7606860"/>
              <a:ext cx="28398" cy="28398"/>
            </a:xfrm>
            <a:prstGeom prst="ellipse">
              <a:avLst/>
            </a:prstGeom>
            <a:solidFill>
              <a:srgbClr val="7F8C97">
                <a:alpha val="48000"/>
              </a:srgbClr>
            </a:solidFill>
            <a:ln w="0">
              <a:noFill/>
              <a:prstDash val="solid"/>
            </a:ln>
          </p:spPr>
        </p:sp>
        <p:sp>
          <p:nvSpPr>
            <p:cNvPr id="3498" name="03_assume_matched_3497">
              <a:extLst>
                <a:ext uri="{FF2B5EF4-FFF2-40B4-BE49-F238E27FC236}">
                  <a16:creationId xmlns:a16="http://schemas.microsoft.com/office/drawing/2014/main" id="{91D7A77D-377A-4B17-984D-2C8EFBBCF9F7}"/>
                </a:ext>
              </a:extLst>
            </p:cNvPr>
            <p:cNvSpPr>
              <a:spLocks/>
            </p:cNvSpPr>
            <p:nvPr/>
          </p:nvSpPr>
          <p:spPr>
            <a:xfrm>
              <a:off x="1067197" y="7753078"/>
              <a:ext cx="28398" cy="28398"/>
            </a:xfrm>
            <a:prstGeom prst="ellipse">
              <a:avLst/>
            </a:prstGeom>
            <a:solidFill>
              <a:srgbClr val="7F8C97">
                <a:alpha val="48000"/>
              </a:srgbClr>
            </a:solidFill>
            <a:ln w="0">
              <a:noFill/>
              <a:prstDash val="solid"/>
            </a:ln>
          </p:spPr>
        </p:sp>
        <p:sp>
          <p:nvSpPr>
            <p:cNvPr id="3499" name="03_assume_matched_3498">
              <a:extLst>
                <a:ext uri="{FF2B5EF4-FFF2-40B4-BE49-F238E27FC236}">
                  <a16:creationId xmlns:a16="http://schemas.microsoft.com/office/drawing/2014/main" id="{0A4FFFDD-DF08-42D9-A062-7709A8F975D9}"/>
                </a:ext>
              </a:extLst>
            </p:cNvPr>
            <p:cNvSpPr>
              <a:spLocks/>
            </p:cNvSpPr>
            <p:nvPr/>
          </p:nvSpPr>
          <p:spPr>
            <a:xfrm>
              <a:off x="1138000" y="7753078"/>
              <a:ext cx="28398" cy="28398"/>
            </a:xfrm>
            <a:prstGeom prst="ellipse">
              <a:avLst/>
            </a:prstGeom>
            <a:solidFill>
              <a:srgbClr val="7F8C97">
                <a:alpha val="48000"/>
              </a:srgbClr>
            </a:solidFill>
            <a:ln w="0">
              <a:noFill/>
              <a:prstDash val="solid"/>
            </a:ln>
          </p:spPr>
        </p:sp>
        <p:sp>
          <p:nvSpPr>
            <p:cNvPr id="3500" name="03_assume_matched_3499">
              <a:extLst>
                <a:ext uri="{FF2B5EF4-FFF2-40B4-BE49-F238E27FC236}">
                  <a16:creationId xmlns:a16="http://schemas.microsoft.com/office/drawing/2014/main" id="{45CC3C6C-E6FC-48EF-96DF-52D6C93DF6CA}"/>
                </a:ext>
              </a:extLst>
            </p:cNvPr>
            <p:cNvSpPr>
              <a:spLocks/>
            </p:cNvSpPr>
            <p:nvPr/>
          </p:nvSpPr>
          <p:spPr>
            <a:xfrm>
              <a:off x="1126344" y="7753078"/>
              <a:ext cx="28398" cy="28398"/>
            </a:xfrm>
            <a:prstGeom prst="ellipse">
              <a:avLst/>
            </a:prstGeom>
            <a:solidFill>
              <a:srgbClr val="7F8C97">
                <a:alpha val="48000"/>
              </a:srgbClr>
            </a:solidFill>
            <a:ln w="0">
              <a:noFill/>
              <a:prstDash val="solid"/>
            </a:ln>
          </p:spPr>
        </p:sp>
        <p:sp>
          <p:nvSpPr>
            <p:cNvPr id="3501" name="03_assume_matched_3500">
              <a:extLst>
                <a:ext uri="{FF2B5EF4-FFF2-40B4-BE49-F238E27FC236}">
                  <a16:creationId xmlns:a16="http://schemas.microsoft.com/office/drawing/2014/main" id="{362036FB-18A4-40D8-9A4A-58E7997C0958}"/>
                </a:ext>
              </a:extLst>
            </p:cNvPr>
            <p:cNvSpPr>
              <a:spLocks/>
            </p:cNvSpPr>
            <p:nvPr/>
          </p:nvSpPr>
          <p:spPr>
            <a:xfrm>
              <a:off x="1132532" y="7753078"/>
              <a:ext cx="28398" cy="28398"/>
            </a:xfrm>
            <a:prstGeom prst="ellipse">
              <a:avLst/>
            </a:prstGeom>
            <a:solidFill>
              <a:srgbClr val="7F8C97">
                <a:alpha val="48000"/>
              </a:srgbClr>
            </a:solidFill>
            <a:ln w="0">
              <a:noFill/>
              <a:prstDash val="solid"/>
            </a:ln>
          </p:spPr>
        </p:sp>
        <p:sp>
          <p:nvSpPr>
            <p:cNvPr id="3502" name="03_assume_matched_3501">
              <a:extLst>
                <a:ext uri="{FF2B5EF4-FFF2-40B4-BE49-F238E27FC236}">
                  <a16:creationId xmlns:a16="http://schemas.microsoft.com/office/drawing/2014/main" id="{0729B77B-BCDF-4630-BA3E-714C81BE8B32}"/>
                </a:ext>
              </a:extLst>
            </p:cNvPr>
            <p:cNvSpPr>
              <a:spLocks/>
            </p:cNvSpPr>
            <p:nvPr/>
          </p:nvSpPr>
          <p:spPr>
            <a:xfrm>
              <a:off x="1145915" y="7753078"/>
              <a:ext cx="28398" cy="28398"/>
            </a:xfrm>
            <a:prstGeom prst="ellipse">
              <a:avLst/>
            </a:prstGeom>
            <a:solidFill>
              <a:srgbClr val="7F8C97">
                <a:alpha val="48000"/>
              </a:srgbClr>
            </a:solidFill>
            <a:ln w="0">
              <a:noFill/>
              <a:prstDash val="solid"/>
            </a:ln>
          </p:spPr>
        </p:sp>
        <p:sp>
          <p:nvSpPr>
            <p:cNvPr id="3503" name="03_assume_matched_3502">
              <a:extLst>
                <a:ext uri="{FF2B5EF4-FFF2-40B4-BE49-F238E27FC236}">
                  <a16:creationId xmlns:a16="http://schemas.microsoft.com/office/drawing/2014/main" id="{0C25DA6E-5735-4EA5-A598-80E6CC6988EE}"/>
                </a:ext>
              </a:extLst>
            </p:cNvPr>
            <p:cNvSpPr>
              <a:spLocks/>
            </p:cNvSpPr>
            <p:nvPr/>
          </p:nvSpPr>
          <p:spPr>
            <a:xfrm>
              <a:off x="1054533" y="7460643"/>
              <a:ext cx="28398" cy="28398"/>
            </a:xfrm>
            <a:prstGeom prst="ellipse">
              <a:avLst/>
            </a:prstGeom>
            <a:solidFill>
              <a:srgbClr val="7F8C97">
                <a:alpha val="48000"/>
              </a:srgbClr>
            </a:solidFill>
            <a:ln w="0">
              <a:noFill/>
              <a:prstDash val="solid"/>
            </a:ln>
          </p:spPr>
        </p:sp>
        <p:sp>
          <p:nvSpPr>
            <p:cNvPr id="3504" name="03_assume_matched_3503">
              <a:extLst>
                <a:ext uri="{FF2B5EF4-FFF2-40B4-BE49-F238E27FC236}">
                  <a16:creationId xmlns:a16="http://schemas.microsoft.com/office/drawing/2014/main" id="{F75CA918-A13E-462B-9093-46831EF67600}"/>
                </a:ext>
              </a:extLst>
            </p:cNvPr>
            <p:cNvSpPr>
              <a:spLocks/>
            </p:cNvSpPr>
            <p:nvPr/>
          </p:nvSpPr>
          <p:spPr>
            <a:xfrm>
              <a:off x="1043740" y="7460643"/>
              <a:ext cx="28398" cy="28398"/>
            </a:xfrm>
            <a:prstGeom prst="ellipse">
              <a:avLst/>
            </a:prstGeom>
            <a:solidFill>
              <a:srgbClr val="7F8C97">
                <a:alpha val="48000"/>
              </a:srgbClr>
            </a:solidFill>
            <a:ln w="0">
              <a:noFill/>
              <a:prstDash val="solid"/>
            </a:ln>
          </p:spPr>
        </p:sp>
        <p:sp>
          <p:nvSpPr>
            <p:cNvPr id="3505" name="03_assume_matched_3504">
              <a:extLst>
                <a:ext uri="{FF2B5EF4-FFF2-40B4-BE49-F238E27FC236}">
                  <a16:creationId xmlns:a16="http://schemas.microsoft.com/office/drawing/2014/main" id="{9599A000-A5CA-43A5-8C45-F0074E3F5B7B}"/>
                </a:ext>
              </a:extLst>
            </p:cNvPr>
            <p:cNvSpPr>
              <a:spLocks/>
            </p:cNvSpPr>
            <p:nvPr/>
          </p:nvSpPr>
          <p:spPr>
            <a:xfrm>
              <a:off x="1126632" y="7460643"/>
              <a:ext cx="28398" cy="28398"/>
            </a:xfrm>
            <a:prstGeom prst="ellipse">
              <a:avLst/>
            </a:prstGeom>
            <a:solidFill>
              <a:srgbClr val="7F8C97">
                <a:alpha val="48000"/>
              </a:srgbClr>
            </a:solidFill>
            <a:ln w="0">
              <a:noFill/>
              <a:prstDash val="solid"/>
            </a:ln>
          </p:spPr>
        </p:sp>
        <p:sp>
          <p:nvSpPr>
            <p:cNvPr id="3506" name="03_assume_matched_3505">
              <a:extLst>
                <a:ext uri="{FF2B5EF4-FFF2-40B4-BE49-F238E27FC236}">
                  <a16:creationId xmlns:a16="http://schemas.microsoft.com/office/drawing/2014/main" id="{C9D3F33B-A29E-4343-A0C0-CC26D025715D}"/>
                </a:ext>
              </a:extLst>
            </p:cNvPr>
            <p:cNvSpPr>
              <a:spLocks/>
            </p:cNvSpPr>
            <p:nvPr/>
          </p:nvSpPr>
          <p:spPr>
            <a:xfrm>
              <a:off x="1163760" y="7460643"/>
              <a:ext cx="28398" cy="28398"/>
            </a:xfrm>
            <a:prstGeom prst="ellipse">
              <a:avLst/>
            </a:prstGeom>
            <a:solidFill>
              <a:srgbClr val="7F8C97">
                <a:alpha val="48000"/>
              </a:srgbClr>
            </a:solidFill>
            <a:ln w="0">
              <a:noFill/>
              <a:prstDash val="solid"/>
            </a:ln>
          </p:spPr>
        </p:sp>
        <p:sp>
          <p:nvSpPr>
            <p:cNvPr id="3507" name="03_assume_matched_3506">
              <a:extLst>
                <a:ext uri="{FF2B5EF4-FFF2-40B4-BE49-F238E27FC236}">
                  <a16:creationId xmlns:a16="http://schemas.microsoft.com/office/drawing/2014/main" id="{427419A6-E0F4-43A8-8C95-5CADD28771FE}"/>
                </a:ext>
              </a:extLst>
            </p:cNvPr>
            <p:cNvSpPr>
              <a:spLocks/>
            </p:cNvSpPr>
            <p:nvPr/>
          </p:nvSpPr>
          <p:spPr>
            <a:xfrm>
              <a:off x="1169948" y="7460643"/>
              <a:ext cx="28398" cy="28398"/>
            </a:xfrm>
            <a:prstGeom prst="ellipse">
              <a:avLst/>
            </a:prstGeom>
            <a:solidFill>
              <a:srgbClr val="7F8C97">
                <a:alpha val="48000"/>
              </a:srgbClr>
            </a:solidFill>
            <a:ln w="0">
              <a:noFill/>
              <a:prstDash val="solid"/>
            </a:ln>
          </p:spPr>
        </p:sp>
        <p:sp>
          <p:nvSpPr>
            <p:cNvPr id="3508" name="03_assume_matched_3507">
              <a:extLst>
                <a:ext uri="{FF2B5EF4-FFF2-40B4-BE49-F238E27FC236}">
                  <a16:creationId xmlns:a16="http://schemas.microsoft.com/office/drawing/2014/main" id="{DC5DF9B4-1560-4EB2-878D-0E0DD3FF4961}"/>
                </a:ext>
              </a:extLst>
            </p:cNvPr>
            <p:cNvSpPr>
              <a:spLocks/>
            </p:cNvSpPr>
            <p:nvPr/>
          </p:nvSpPr>
          <p:spPr>
            <a:xfrm>
              <a:off x="1081013" y="7460643"/>
              <a:ext cx="28398" cy="28398"/>
            </a:xfrm>
            <a:prstGeom prst="ellipse">
              <a:avLst/>
            </a:prstGeom>
            <a:solidFill>
              <a:srgbClr val="7F8C97">
                <a:alpha val="48000"/>
              </a:srgbClr>
            </a:solidFill>
            <a:ln w="0">
              <a:noFill/>
              <a:prstDash val="solid"/>
            </a:ln>
          </p:spPr>
        </p:sp>
        <p:sp>
          <p:nvSpPr>
            <p:cNvPr id="3509" name="03_assume_matched_3508">
              <a:extLst>
                <a:ext uri="{FF2B5EF4-FFF2-40B4-BE49-F238E27FC236}">
                  <a16:creationId xmlns:a16="http://schemas.microsoft.com/office/drawing/2014/main" id="{FF2184CB-0AF8-42FC-9186-3CA38B958F05}"/>
                </a:ext>
              </a:extLst>
            </p:cNvPr>
            <p:cNvSpPr>
              <a:spLocks/>
            </p:cNvSpPr>
            <p:nvPr/>
          </p:nvSpPr>
          <p:spPr>
            <a:xfrm>
              <a:off x="1133827" y="7753078"/>
              <a:ext cx="28398" cy="28398"/>
            </a:xfrm>
            <a:prstGeom prst="ellipse">
              <a:avLst/>
            </a:prstGeom>
            <a:solidFill>
              <a:srgbClr val="7F8C97">
                <a:alpha val="48000"/>
              </a:srgbClr>
            </a:solidFill>
            <a:ln w="0">
              <a:noFill/>
              <a:prstDash val="solid"/>
            </a:ln>
          </p:spPr>
        </p:sp>
        <p:sp>
          <p:nvSpPr>
            <p:cNvPr id="3510" name="03_assume_matched_3509">
              <a:extLst>
                <a:ext uri="{FF2B5EF4-FFF2-40B4-BE49-F238E27FC236}">
                  <a16:creationId xmlns:a16="http://schemas.microsoft.com/office/drawing/2014/main" id="{E140FDEF-F3B4-4651-9421-3227BE634DAA}"/>
                </a:ext>
              </a:extLst>
            </p:cNvPr>
            <p:cNvSpPr>
              <a:spLocks/>
            </p:cNvSpPr>
            <p:nvPr/>
          </p:nvSpPr>
          <p:spPr>
            <a:xfrm>
              <a:off x="1144764" y="7753078"/>
              <a:ext cx="28398" cy="28398"/>
            </a:xfrm>
            <a:prstGeom prst="ellipse">
              <a:avLst/>
            </a:prstGeom>
            <a:solidFill>
              <a:srgbClr val="7F8C97">
                <a:alpha val="48000"/>
              </a:srgbClr>
            </a:solidFill>
            <a:ln w="0">
              <a:noFill/>
              <a:prstDash val="solid"/>
            </a:ln>
          </p:spPr>
        </p:sp>
        <p:sp>
          <p:nvSpPr>
            <p:cNvPr id="3511" name="03_assume_matched_3510">
              <a:extLst>
                <a:ext uri="{FF2B5EF4-FFF2-40B4-BE49-F238E27FC236}">
                  <a16:creationId xmlns:a16="http://schemas.microsoft.com/office/drawing/2014/main" id="{CDC881EC-BBAA-43E2-A71A-FD0B3E73075F}"/>
                </a:ext>
              </a:extLst>
            </p:cNvPr>
            <p:cNvSpPr>
              <a:spLocks/>
            </p:cNvSpPr>
            <p:nvPr/>
          </p:nvSpPr>
          <p:spPr>
            <a:xfrm>
              <a:off x="1162177" y="7753078"/>
              <a:ext cx="28398" cy="28398"/>
            </a:xfrm>
            <a:prstGeom prst="ellipse">
              <a:avLst/>
            </a:prstGeom>
            <a:solidFill>
              <a:srgbClr val="7F8C97">
                <a:alpha val="48000"/>
              </a:srgbClr>
            </a:solidFill>
            <a:ln w="0">
              <a:noFill/>
              <a:prstDash val="solid"/>
            </a:ln>
          </p:spPr>
        </p:sp>
        <p:sp>
          <p:nvSpPr>
            <p:cNvPr id="3512" name="03_assume_matched_3511">
              <a:extLst>
                <a:ext uri="{FF2B5EF4-FFF2-40B4-BE49-F238E27FC236}">
                  <a16:creationId xmlns:a16="http://schemas.microsoft.com/office/drawing/2014/main" id="{5A593A5D-05A3-4107-80D4-E5648C8533CC}"/>
                </a:ext>
              </a:extLst>
            </p:cNvPr>
            <p:cNvSpPr>
              <a:spLocks/>
            </p:cNvSpPr>
            <p:nvPr/>
          </p:nvSpPr>
          <p:spPr>
            <a:xfrm>
              <a:off x="1146923" y="7753078"/>
              <a:ext cx="28398" cy="28398"/>
            </a:xfrm>
            <a:prstGeom prst="ellipse">
              <a:avLst/>
            </a:prstGeom>
            <a:solidFill>
              <a:srgbClr val="7F8C97">
                <a:alpha val="48000"/>
              </a:srgbClr>
            </a:solidFill>
            <a:ln w="0">
              <a:noFill/>
              <a:prstDash val="solid"/>
            </a:ln>
          </p:spPr>
        </p:sp>
        <p:sp>
          <p:nvSpPr>
            <p:cNvPr id="3513" name="03_assume_matched_3512">
              <a:extLst>
                <a:ext uri="{FF2B5EF4-FFF2-40B4-BE49-F238E27FC236}">
                  <a16:creationId xmlns:a16="http://schemas.microsoft.com/office/drawing/2014/main" id="{F2B74FEB-F9D3-44FD-B5E6-561632E64194}"/>
                </a:ext>
              </a:extLst>
            </p:cNvPr>
            <p:cNvSpPr>
              <a:spLocks/>
            </p:cNvSpPr>
            <p:nvPr/>
          </p:nvSpPr>
          <p:spPr>
            <a:xfrm>
              <a:off x="1125193" y="7753078"/>
              <a:ext cx="28398" cy="28398"/>
            </a:xfrm>
            <a:prstGeom prst="ellipse">
              <a:avLst/>
            </a:prstGeom>
            <a:solidFill>
              <a:srgbClr val="7F8C97">
                <a:alpha val="48000"/>
              </a:srgbClr>
            </a:solidFill>
            <a:ln w="0">
              <a:noFill/>
              <a:prstDash val="solid"/>
            </a:ln>
          </p:spPr>
        </p:sp>
        <p:sp>
          <p:nvSpPr>
            <p:cNvPr id="3514" name="03_assume_matched_3513">
              <a:extLst>
                <a:ext uri="{FF2B5EF4-FFF2-40B4-BE49-F238E27FC236}">
                  <a16:creationId xmlns:a16="http://schemas.microsoft.com/office/drawing/2014/main" id="{C4A8C15F-50CD-4AE5-B6BD-3CAF4F42C26E}"/>
                </a:ext>
              </a:extLst>
            </p:cNvPr>
            <p:cNvSpPr>
              <a:spLocks/>
            </p:cNvSpPr>
            <p:nvPr/>
          </p:nvSpPr>
          <p:spPr>
            <a:xfrm>
              <a:off x="1036976" y="7460643"/>
              <a:ext cx="28398" cy="28398"/>
            </a:xfrm>
            <a:prstGeom prst="ellipse">
              <a:avLst/>
            </a:prstGeom>
            <a:solidFill>
              <a:srgbClr val="7F8C97">
                <a:alpha val="48000"/>
              </a:srgbClr>
            </a:solidFill>
            <a:ln w="0">
              <a:noFill/>
              <a:prstDash val="solid"/>
            </a:ln>
          </p:spPr>
        </p:sp>
        <p:sp>
          <p:nvSpPr>
            <p:cNvPr id="3515" name="03_assume_matched_3514">
              <a:extLst>
                <a:ext uri="{FF2B5EF4-FFF2-40B4-BE49-F238E27FC236}">
                  <a16:creationId xmlns:a16="http://schemas.microsoft.com/office/drawing/2014/main" id="{F7FF9A5F-B99A-4D0D-BC6B-7D23409A5D36}"/>
                </a:ext>
              </a:extLst>
            </p:cNvPr>
            <p:cNvSpPr>
              <a:spLocks/>
            </p:cNvSpPr>
            <p:nvPr/>
          </p:nvSpPr>
          <p:spPr>
            <a:xfrm>
              <a:off x="1050936" y="7460643"/>
              <a:ext cx="28398" cy="28398"/>
            </a:xfrm>
            <a:prstGeom prst="ellipse">
              <a:avLst/>
            </a:prstGeom>
            <a:solidFill>
              <a:srgbClr val="7F8C97">
                <a:alpha val="48000"/>
              </a:srgbClr>
            </a:solidFill>
            <a:ln w="0">
              <a:noFill/>
              <a:prstDash val="solid"/>
            </a:ln>
          </p:spPr>
        </p:sp>
        <p:sp>
          <p:nvSpPr>
            <p:cNvPr id="3516" name="03_assume_matched_3515">
              <a:extLst>
                <a:ext uri="{FF2B5EF4-FFF2-40B4-BE49-F238E27FC236}">
                  <a16:creationId xmlns:a16="http://schemas.microsoft.com/office/drawing/2014/main" id="{4F6BAB16-4D91-491F-AB0F-38D1702B06DD}"/>
                </a:ext>
              </a:extLst>
            </p:cNvPr>
            <p:cNvSpPr>
              <a:spLocks/>
            </p:cNvSpPr>
            <p:nvPr/>
          </p:nvSpPr>
          <p:spPr>
            <a:xfrm>
              <a:off x="1112097" y="7460643"/>
              <a:ext cx="28398" cy="28398"/>
            </a:xfrm>
            <a:prstGeom prst="ellipse">
              <a:avLst/>
            </a:prstGeom>
            <a:solidFill>
              <a:srgbClr val="7F8C97">
                <a:alpha val="48000"/>
              </a:srgbClr>
            </a:solidFill>
            <a:ln w="0">
              <a:noFill/>
              <a:prstDash val="solid"/>
            </a:ln>
          </p:spPr>
        </p:sp>
        <p:sp>
          <p:nvSpPr>
            <p:cNvPr id="3517" name="03_assume_matched_3516">
              <a:extLst>
                <a:ext uri="{FF2B5EF4-FFF2-40B4-BE49-F238E27FC236}">
                  <a16:creationId xmlns:a16="http://schemas.microsoft.com/office/drawing/2014/main" id="{FDD9267D-4EDD-4E2A-888F-15700FADB283}"/>
                </a:ext>
              </a:extLst>
            </p:cNvPr>
            <p:cNvSpPr>
              <a:spLocks/>
            </p:cNvSpPr>
            <p:nvPr/>
          </p:nvSpPr>
          <p:spPr>
            <a:xfrm>
              <a:off x="1056980" y="7753078"/>
              <a:ext cx="28398" cy="28398"/>
            </a:xfrm>
            <a:prstGeom prst="ellipse">
              <a:avLst/>
            </a:prstGeom>
            <a:solidFill>
              <a:srgbClr val="7F8C97">
                <a:alpha val="48000"/>
              </a:srgbClr>
            </a:solidFill>
            <a:ln w="0">
              <a:noFill/>
              <a:prstDash val="solid"/>
            </a:ln>
          </p:spPr>
        </p:sp>
        <p:sp>
          <p:nvSpPr>
            <p:cNvPr id="3518" name="03_assume_matched_3517">
              <a:extLst>
                <a:ext uri="{FF2B5EF4-FFF2-40B4-BE49-F238E27FC236}">
                  <a16:creationId xmlns:a16="http://schemas.microsoft.com/office/drawing/2014/main" id="{7741A9EE-8F01-4A70-B31D-C5E399D14928}"/>
                </a:ext>
              </a:extLst>
            </p:cNvPr>
            <p:cNvSpPr>
              <a:spLocks/>
            </p:cNvSpPr>
            <p:nvPr/>
          </p:nvSpPr>
          <p:spPr>
            <a:xfrm>
              <a:off x="1083027" y="7753078"/>
              <a:ext cx="28398" cy="28398"/>
            </a:xfrm>
            <a:prstGeom prst="ellipse">
              <a:avLst/>
            </a:prstGeom>
            <a:solidFill>
              <a:srgbClr val="7F8C97">
                <a:alpha val="48000"/>
              </a:srgbClr>
            </a:solidFill>
            <a:ln w="0">
              <a:noFill/>
              <a:prstDash val="solid"/>
            </a:ln>
          </p:spPr>
        </p:sp>
        <p:sp>
          <p:nvSpPr>
            <p:cNvPr id="3519" name="03_assume_matched_3518">
              <a:extLst>
                <a:ext uri="{FF2B5EF4-FFF2-40B4-BE49-F238E27FC236}">
                  <a16:creationId xmlns:a16="http://schemas.microsoft.com/office/drawing/2014/main" id="{C7DCA6BC-B55B-4E33-9494-A9BB6A3195E5}"/>
                </a:ext>
              </a:extLst>
            </p:cNvPr>
            <p:cNvSpPr>
              <a:spLocks/>
            </p:cNvSpPr>
            <p:nvPr/>
          </p:nvSpPr>
          <p:spPr>
            <a:xfrm>
              <a:off x="1032083" y="7753078"/>
              <a:ext cx="28398" cy="28398"/>
            </a:xfrm>
            <a:prstGeom prst="ellipse">
              <a:avLst/>
            </a:prstGeom>
            <a:solidFill>
              <a:srgbClr val="7F8C97">
                <a:alpha val="48000"/>
              </a:srgbClr>
            </a:solidFill>
            <a:ln w="0">
              <a:noFill/>
              <a:prstDash val="solid"/>
            </a:ln>
          </p:spPr>
        </p:sp>
        <p:sp>
          <p:nvSpPr>
            <p:cNvPr id="3520" name="03_assume_matched_3519">
              <a:extLst>
                <a:ext uri="{FF2B5EF4-FFF2-40B4-BE49-F238E27FC236}">
                  <a16:creationId xmlns:a16="http://schemas.microsoft.com/office/drawing/2014/main" id="{2826D2E5-76D8-47B1-9B14-8E25D3F20381}"/>
                </a:ext>
              </a:extLst>
            </p:cNvPr>
            <p:cNvSpPr>
              <a:spLocks/>
            </p:cNvSpPr>
            <p:nvPr/>
          </p:nvSpPr>
          <p:spPr>
            <a:xfrm>
              <a:off x="1527570" y="7168208"/>
              <a:ext cx="28398" cy="28398"/>
            </a:xfrm>
            <a:prstGeom prst="ellipse">
              <a:avLst/>
            </a:prstGeom>
            <a:solidFill>
              <a:srgbClr val="7F8C97">
                <a:alpha val="48000"/>
              </a:srgbClr>
            </a:solidFill>
            <a:ln w="0">
              <a:noFill/>
              <a:prstDash val="solid"/>
            </a:ln>
          </p:spPr>
        </p:sp>
        <p:sp>
          <p:nvSpPr>
            <p:cNvPr id="3521" name="03_assume_matched_3520">
              <a:extLst>
                <a:ext uri="{FF2B5EF4-FFF2-40B4-BE49-F238E27FC236}">
                  <a16:creationId xmlns:a16="http://schemas.microsoft.com/office/drawing/2014/main" id="{74994723-0A0F-4E11-87A7-A6F52B64EA88}"/>
                </a:ext>
              </a:extLst>
            </p:cNvPr>
            <p:cNvSpPr>
              <a:spLocks/>
            </p:cNvSpPr>
            <p:nvPr/>
          </p:nvSpPr>
          <p:spPr>
            <a:xfrm>
              <a:off x="1516057" y="7168208"/>
              <a:ext cx="28398" cy="28398"/>
            </a:xfrm>
            <a:prstGeom prst="ellipse">
              <a:avLst/>
            </a:prstGeom>
            <a:solidFill>
              <a:srgbClr val="7F8C97">
                <a:alpha val="48000"/>
              </a:srgbClr>
            </a:solidFill>
            <a:ln w="0">
              <a:noFill/>
              <a:prstDash val="solid"/>
            </a:ln>
          </p:spPr>
        </p:sp>
        <p:sp>
          <p:nvSpPr>
            <p:cNvPr id="3522" name="03_assume_matched_3521">
              <a:extLst>
                <a:ext uri="{FF2B5EF4-FFF2-40B4-BE49-F238E27FC236}">
                  <a16:creationId xmlns:a16="http://schemas.microsoft.com/office/drawing/2014/main" id="{337A13CB-C5BF-48E6-8315-7FAA03FAA8B6}"/>
                </a:ext>
              </a:extLst>
            </p:cNvPr>
            <p:cNvSpPr>
              <a:spLocks/>
            </p:cNvSpPr>
            <p:nvPr/>
          </p:nvSpPr>
          <p:spPr>
            <a:xfrm>
              <a:off x="1458925" y="7168208"/>
              <a:ext cx="28398" cy="28398"/>
            </a:xfrm>
            <a:prstGeom prst="ellipse">
              <a:avLst/>
            </a:prstGeom>
            <a:solidFill>
              <a:srgbClr val="7F8C97">
                <a:alpha val="48000"/>
              </a:srgbClr>
            </a:solidFill>
            <a:ln w="0">
              <a:noFill/>
              <a:prstDash val="solid"/>
            </a:ln>
          </p:spPr>
        </p:sp>
        <p:sp>
          <p:nvSpPr>
            <p:cNvPr id="3523" name="03_assume_matched_3522">
              <a:extLst>
                <a:ext uri="{FF2B5EF4-FFF2-40B4-BE49-F238E27FC236}">
                  <a16:creationId xmlns:a16="http://schemas.microsoft.com/office/drawing/2014/main" id="{A6BD8183-CE4E-4264-882A-2DB7AFB21A2A}"/>
                </a:ext>
              </a:extLst>
            </p:cNvPr>
            <p:cNvSpPr>
              <a:spLocks/>
            </p:cNvSpPr>
            <p:nvPr/>
          </p:nvSpPr>
          <p:spPr>
            <a:xfrm>
              <a:off x="1537787" y="7168208"/>
              <a:ext cx="28398" cy="28398"/>
            </a:xfrm>
            <a:prstGeom prst="ellipse">
              <a:avLst/>
            </a:prstGeom>
            <a:solidFill>
              <a:srgbClr val="7F8C97">
                <a:alpha val="48000"/>
              </a:srgbClr>
            </a:solidFill>
            <a:ln w="0">
              <a:noFill/>
              <a:prstDash val="solid"/>
            </a:ln>
          </p:spPr>
        </p:sp>
        <p:sp>
          <p:nvSpPr>
            <p:cNvPr id="3524" name="03_assume_matched_3523">
              <a:extLst>
                <a:ext uri="{FF2B5EF4-FFF2-40B4-BE49-F238E27FC236}">
                  <a16:creationId xmlns:a16="http://schemas.microsoft.com/office/drawing/2014/main" id="{CD0E1644-277D-482F-B2F2-FDED3F64431E}"/>
                </a:ext>
              </a:extLst>
            </p:cNvPr>
            <p:cNvSpPr>
              <a:spLocks/>
            </p:cNvSpPr>
            <p:nvPr/>
          </p:nvSpPr>
          <p:spPr>
            <a:xfrm>
              <a:off x="1505552" y="7168208"/>
              <a:ext cx="28398" cy="28398"/>
            </a:xfrm>
            <a:prstGeom prst="ellipse">
              <a:avLst/>
            </a:prstGeom>
            <a:solidFill>
              <a:srgbClr val="7F8C97">
                <a:alpha val="48000"/>
              </a:srgbClr>
            </a:solidFill>
            <a:ln w="0">
              <a:noFill/>
              <a:prstDash val="solid"/>
            </a:ln>
          </p:spPr>
        </p:sp>
        <p:sp>
          <p:nvSpPr>
            <p:cNvPr id="3525" name="03_assume_matched_3524">
              <a:extLst>
                <a:ext uri="{FF2B5EF4-FFF2-40B4-BE49-F238E27FC236}">
                  <a16:creationId xmlns:a16="http://schemas.microsoft.com/office/drawing/2014/main" id="{121431CC-1BD1-4815-A500-26E4A85BC583}"/>
                </a:ext>
              </a:extLst>
            </p:cNvPr>
            <p:cNvSpPr>
              <a:spLocks/>
            </p:cNvSpPr>
            <p:nvPr/>
          </p:nvSpPr>
          <p:spPr>
            <a:xfrm>
              <a:off x="1410284" y="7168208"/>
              <a:ext cx="28398" cy="28398"/>
            </a:xfrm>
            <a:prstGeom prst="ellipse">
              <a:avLst/>
            </a:prstGeom>
            <a:solidFill>
              <a:srgbClr val="7F8C97">
                <a:alpha val="48000"/>
              </a:srgbClr>
            </a:solidFill>
            <a:ln w="0">
              <a:noFill/>
              <a:prstDash val="solid"/>
            </a:ln>
          </p:spPr>
        </p:sp>
        <p:sp>
          <p:nvSpPr>
            <p:cNvPr id="3526" name="03_assume_matched_3525">
              <a:extLst>
                <a:ext uri="{FF2B5EF4-FFF2-40B4-BE49-F238E27FC236}">
                  <a16:creationId xmlns:a16="http://schemas.microsoft.com/office/drawing/2014/main" id="{E08FC11F-69F3-44E2-9265-0FD3D29A1C88}"/>
                </a:ext>
              </a:extLst>
            </p:cNvPr>
            <p:cNvSpPr>
              <a:spLocks/>
            </p:cNvSpPr>
            <p:nvPr/>
          </p:nvSpPr>
          <p:spPr>
            <a:xfrm>
              <a:off x="1440936" y="7460643"/>
              <a:ext cx="28398" cy="28398"/>
            </a:xfrm>
            <a:prstGeom prst="ellipse">
              <a:avLst/>
            </a:prstGeom>
            <a:solidFill>
              <a:srgbClr val="7F8C97">
                <a:alpha val="48000"/>
              </a:srgbClr>
            </a:solidFill>
            <a:ln w="0">
              <a:noFill/>
              <a:prstDash val="solid"/>
            </a:ln>
          </p:spPr>
        </p:sp>
        <p:sp>
          <p:nvSpPr>
            <p:cNvPr id="3527" name="03_assume_matched_3526">
              <a:extLst>
                <a:ext uri="{FF2B5EF4-FFF2-40B4-BE49-F238E27FC236}">
                  <a16:creationId xmlns:a16="http://schemas.microsoft.com/office/drawing/2014/main" id="{3B87C221-866A-4DB8-8AE6-BC5CA93E8917}"/>
                </a:ext>
              </a:extLst>
            </p:cNvPr>
            <p:cNvSpPr>
              <a:spLocks/>
            </p:cNvSpPr>
            <p:nvPr/>
          </p:nvSpPr>
          <p:spPr>
            <a:xfrm>
              <a:off x="1409996" y="7606860"/>
              <a:ext cx="28398" cy="28398"/>
            </a:xfrm>
            <a:prstGeom prst="ellipse">
              <a:avLst/>
            </a:prstGeom>
            <a:solidFill>
              <a:srgbClr val="7F8C97">
                <a:alpha val="48000"/>
              </a:srgbClr>
            </a:solidFill>
            <a:ln w="0">
              <a:noFill/>
              <a:prstDash val="solid"/>
            </a:ln>
          </p:spPr>
        </p:sp>
        <p:sp>
          <p:nvSpPr>
            <p:cNvPr id="3528" name="03_assume_matched_3527">
              <a:extLst>
                <a:ext uri="{FF2B5EF4-FFF2-40B4-BE49-F238E27FC236}">
                  <a16:creationId xmlns:a16="http://schemas.microsoft.com/office/drawing/2014/main" id="{7D8CAEAD-7A23-4365-89FB-A55ED8E64BE7}"/>
                </a:ext>
              </a:extLst>
            </p:cNvPr>
            <p:cNvSpPr>
              <a:spLocks/>
            </p:cNvSpPr>
            <p:nvPr/>
          </p:nvSpPr>
          <p:spPr>
            <a:xfrm>
              <a:off x="1491305" y="7168208"/>
              <a:ext cx="28398" cy="28398"/>
            </a:xfrm>
            <a:prstGeom prst="ellipse">
              <a:avLst/>
            </a:prstGeom>
            <a:solidFill>
              <a:srgbClr val="7F8C97">
                <a:alpha val="48000"/>
              </a:srgbClr>
            </a:solidFill>
            <a:ln w="0">
              <a:noFill/>
              <a:prstDash val="solid"/>
            </a:ln>
          </p:spPr>
        </p:sp>
        <p:sp>
          <p:nvSpPr>
            <p:cNvPr id="3529" name="03_assume_matched_3528">
              <a:extLst>
                <a:ext uri="{FF2B5EF4-FFF2-40B4-BE49-F238E27FC236}">
                  <a16:creationId xmlns:a16="http://schemas.microsoft.com/office/drawing/2014/main" id="{2929685A-374E-45ED-BC85-322D1BA46E6A}"/>
                </a:ext>
              </a:extLst>
            </p:cNvPr>
            <p:cNvSpPr>
              <a:spLocks/>
            </p:cNvSpPr>
            <p:nvPr/>
          </p:nvSpPr>
          <p:spPr>
            <a:xfrm>
              <a:off x="1472596" y="7168208"/>
              <a:ext cx="28398" cy="28398"/>
            </a:xfrm>
            <a:prstGeom prst="ellipse">
              <a:avLst/>
            </a:prstGeom>
            <a:solidFill>
              <a:srgbClr val="7F8C97">
                <a:alpha val="48000"/>
              </a:srgbClr>
            </a:solidFill>
            <a:ln w="0">
              <a:noFill/>
              <a:prstDash val="solid"/>
            </a:ln>
          </p:spPr>
        </p:sp>
        <p:sp>
          <p:nvSpPr>
            <p:cNvPr id="3530" name="03_assume_matched_3529">
              <a:extLst>
                <a:ext uri="{FF2B5EF4-FFF2-40B4-BE49-F238E27FC236}">
                  <a16:creationId xmlns:a16="http://schemas.microsoft.com/office/drawing/2014/main" id="{E0CA51CE-98D1-4C0A-B616-666299C9CBD2}"/>
                </a:ext>
              </a:extLst>
            </p:cNvPr>
            <p:cNvSpPr>
              <a:spLocks/>
            </p:cNvSpPr>
            <p:nvPr/>
          </p:nvSpPr>
          <p:spPr>
            <a:xfrm>
              <a:off x="1457342" y="7168208"/>
              <a:ext cx="28398" cy="28398"/>
            </a:xfrm>
            <a:prstGeom prst="ellipse">
              <a:avLst/>
            </a:prstGeom>
            <a:solidFill>
              <a:srgbClr val="7F8C97">
                <a:alpha val="48000"/>
              </a:srgbClr>
            </a:solidFill>
            <a:ln w="0">
              <a:noFill/>
              <a:prstDash val="solid"/>
            </a:ln>
          </p:spPr>
        </p:sp>
        <p:sp>
          <p:nvSpPr>
            <p:cNvPr id="3531" name="03_assume_matched_3530">
              <a:extLst>
                <a:ext uri="{FF2B5EF4-FFF2-40B4-BE49-F238E27FC236}">
                  <a16:creationId xmlns:a16="http://schemas.microsoft.com/office/drawing/2014/main" id="{31EC09D0-5425-499D-862C-A2E59CAE0E57}"/>
                </a:ext>
              </a:extLst>
            </p:cNvPr>
            <p:cNvSpPr>
              <a:spLocks/>
            </p:cNvSpPr>
            <p:nvPr/>
          </p:nvSpPr>
          <p:spPr>
            <a:xfrm>
              <a:off x="1443095" y="7753078"/>
              <a:ext cx="28398" cy="28398"/>
            </a:xfrm>
            <a:prstGeom prst="ellipse">
              <a:avLst/>
            </a:prstGeom>
            <a:solidFill>
              <a:srgbClr val="7F8C97">
                <a:alpha val="48000"/>
              </a:srgbClr>
            </a:solidFill>
            <a:ln w="0">
              <a:noFill/>
              <a:prstDash val="solid"/>
            </a:ln>
          </p:spPr>
        </p:sp>
        <p:sp>
          <p:nvSpPr>
            <p:cNvPr id="3532" name="03_assume_matched_3531">
              <a:extLst>
                <a:ext uri="{FF2B5EF4-FFF2-40B4-BE49-F238E27FC236}">
                  <a16:creationId xmlns:a16="http://schemas.microsoft.com/office/drawing/2014/main" id="{EBE74010-3CA3-4242-8EA1-8189D305BA90}"/>
                </a:ext>
              </a:extLst>
            </p:cNvPr>
            <p:cNvSpPr>
              <a:spLocks/>
            </p:cNvSpPr>
            <p:nvPr/>
          </p:nvSpPr>
          <p:spPr>
            <a:xfrm>
              <a:off x="1459501" y="7168208"/>
              <a:ext cx="28398" cy="28398"/>
            </a:xfrm>
            <a:prstGeom prst="ellipse">
              <a:avLst/>
            </a:prstGeom>
            <a:solidFill>
              <a:srgbClr val="7F8C97">
                <a:alpha val="48000"/>
              </a:srgbClr>
            </a:solidFill>
            <a:ln w="0">
              <a:noFill/>
              <a:prstDash val="solid"/>
            </a:ln>
          </p:spPr>
        </p:sp>
        <p:sp>
          <p:nvSpPr>
            <p:cNvPr id="3533" name="03_assume_matched_3532">
              <a:extLst>
                <a:ext uri="{FF2B5EF4-FFF2-40B4-BE49-F238E27FC236}">
                  <a16:creationId xmlns:a16="http://schemas.microsoft.com/office/drawing/2014/main" id="{C6FCA32A-BF9B-4C47-907B-6957849BDD77}"/>
                </a:ext>
              </a:extLst>
            </p:cNvPr>
            <p:cNvSpPr>
              <a:spLocks/>
            </p:cNvSpPr>
            <p:nvPr/>
          </p:nvSpPr>
          <p:spPr>
            <a:xfrm>
              <a:off x="1544695" y="7314426"/>
              <a:ext cx="28398" cy="28398"/>
            </a:xfrm>
            <a:prstGeom prst="ellipse">
              <a:avLst/>
            </a:prstGeom>
            <a:solidFill>
              <a:srgbClr val="7F8C97">
                <a:alpha val="48000"/>
              </a:srgbClr>
            </a:solidFill>
            <a:ln w="0">
              <a:noFill/>
              <a:prstDash val="solid"/>
            </a:ln>
          </p:spPr>
        </p:sp>
        <p:sp>
          <p:nvSpPr>
            <p:cNvPr id="3534" name="03_assume_matched_3533">
              <a:extLst>
                <a:ext uri="{FF2B5EF4-FFF2-40B4-BE49-F238E27FC236}">
                  <a16:creationId xmlns:a16="http://schemas.microsoft.com/office/drawing/2014/main" id="{5F6D8399-3F4D-401E-808F-E7C6A67676D4}"/>
                </a:ext>
              </a:extLst>
            </p:cNvPr>
            <p:cNvSpPr>
              <a:spLocks/>
            </p:cNvSpPr>
            <p:nvPr/>
          </p:nvSpPr>
          <p:spPr>
            <a:xfrm>
              <a:off x="1499651" y="7168208"/>
              <a:ext cx="28398" cy="28398"/>
            </a:xfrm>
            <a:prstGeom prst="ellipse">
              <a:avLst/>
            </a:prstGeom>
            <a:solidFill>
              <a:srgbClr val="7F8C97">
                <a:alpha val="48000"/>
              </a:srgbClr>
            </a:solidFill>
            <a:ln w="0">
              <a:noFill/>
              <a:prstDash val="solid"/>
            </a:ln>
          </p:spPr>
        </p:sp>
        <p:sp>
          <p:nvSpPr>
            <p:cNvPr id="3535" name="03_assume_matched_3534">
              <a:extLst>
                <a:ext uri="{FF2B5EF4-FFF2-40B4-BE49-F238E27FC236}">
                  <a16:creationId xmlns:a16="http://schemas.microsoft.com/office/drawing/2014/main" id="{2992C84D-5711-437E-B7A5-190D6E4AA4C1}"/>
                </a:ext>
              </a:extLst>
            </p:cNvPr>
            <p:cNvSpPr>
              <a:spLocks/>
            </p:cNvSpPr>
            <p:nvPr/>
          </p:nvSpPr>
          <p:spPr>
            <a:xfrm>
              <a:off x="1509437" y="7688092"/>
              <a:ext cx="28398" cy="28398"/>
            </a:xfrm>
            <a:prstGeom prst="ellipse">
              <a:avLst/>
            </a:prstGeom>
            <a:solidFill>
              <a:srgbClr val="7F8C97">
                <a:alpha val="48000"/>
              </a:srgbClr>
            </a:solidFill>
            <a:ln w="0">
              <a:noFill/>
              <a:prstDash val="solid"/>
            </a:ln>
          </p:spPr>
        </p:sp>
        <p:sp>
          <p:nvSpPr>
            <p:cNvPr id="3536" name="03_assume_matched_3535">
              <a:extLst>
                <a:ext uri="{FF2B5EF4-FFF2-40B4-BE49-F238E27FC236}">
                  <a16:creationId xmlns:a16="http://schemas.microsoft.com/office/drawing/2014/main" id="{24A9EC5E-48EA-41F3-A183-EA719392D31B}"/>
                </a:ext>
              </a:extLst>
            </p:cNvPr>
            <p:cNvSpPr>
              <a:spLocks/>
            </p:cNvSpPr>
            <p:nvPr/>
          </p:nvSpPr>
          <p:spPr>
            <a:xfrm>
              <a:off x="1446261" y="7558121"/>
              <a:ext cx="28398" cy="28398"/>
            </a:xfrm>
            <a:prstGeom prst="ellipse">
              <a:avLst/>
            </a:prstGeom>
            <a:solidFill>
              <a:srgbClr val="7F8C97">
                <a:alpha val="48000"/>
              </a:srgbClr>
            </a:solidFill>
            <a:ln w="0">
              <a:noFill/>
              <a:prstDash val="solid"/>
            </a:ln>
          </p:spPr>
        </p:sp>
        <p:sp>
          <p:nvSpPr>
            <p:cNvPr id="3537" name="03_assume_matched_3536">
              <a:extLst>
                <a:ext uri="{FF2B5EF4-FFF2-40B4-BE49-F238E27FC236}">
                  <a16:creationId xmlns:a16="http://schemas.microsoft.com/office/drawing/2014/main" id="{B9E80575-AA06-4760-85BC-6441BC9259D1}"/>
                </a:ext>
              </a:extLst>
            </p:cNvPr>
            <p:cNvSpPr>
              <a:spLocks/>
            </p:cNvSpPr>
            <p:nvPr/>
          </p:nvSpPr>
          <p:spPr>
            <a:xfrm>
              <a:off x="1536636" y="7558121"/>
              <a:ext cx="28398" cy="28398"/>
            </a:xfrm>
            <a:prstGeom prst="ellipse">
              <a:avLst/>
            </a:prstGeom>
            <a:solidFill>
              <a:srgbClr val="7F8C97">
                <a:alpha val="48000"/>
              </a:srgbClr>
            </a:solidFill>
            <a:ln w="0">
              <a:noFill/>
              <a:prstDash val="solid"/>
            </a:ln>
          </p:spPr>
        </p:sp>
        <p:sp>
          <p:nvSpPr>
            <p:cNvPr id="3538" name="03_assume_matched_3537">
              <a:extLst>
                <a:ext uri="{FF2B5EF4-FFF2-40B4-BE49-F238E27FC236}">
                  <a16:creationId xmlns:a16="http://schemas.microsoft.com/office/drawing/2014/main" id="{54FB4365-30E5-43F5-BD41-A2C2553146DB}"/>
                </a:ext>
              </a:extLst>
            </p:cNvPr>
            <p:cNvSpPr>
              <a:spLocks/>
            </p:cNvSpPr>
            <p:nvPr/>
          </p:nvSpPr>
          <p:spPr>
            <a:xfrm>
              <a:off x="1509725" y="7168208"/>
              <a:ext cx="28398" cy="28398"/>
            </a:xfrm>
            <a:prstGeom prst="ellipse">
              <a:avLst/>
            </a:prstGeom>
            <a:solidFill>
              <a:srgbClr val="7F8C97">
                <a:alpha val="48000"/>
              </a:srgbClr>
            </a:solidFill>
            <a:ln w="0">
              <a:noFill/>
              <a:prstDash val="solid"/>
            </a:ln>
          </p:spPr>
        </p:sp>
        <p:sp>
          <p:nvSpPr>
            <p:cNvPr id="3539" name="03_assume_matched_3538">
              <a:extLst>
                <a:ext uri="{FF2B5EF4-FFF2-40B4-BE49-F238E27FC236}">
                  <a16:creationId xmlns:a16="http://schemas.microsoft.com/office/drawing/2014/main" id="{8AAFF7E5-C981-4E96-93DA-F232CF309AE0}"/>
                </a:ext>
              </a:extLst>
            </p:cNvPr>
            <p:cNvSpPr>
              <a:spLocks/>
            </p:cNvSpPr>
            <p:nvPr/>
          </p:nvSpPr>
          <p:spPr>
            <a:xfrm>
              <a:off x="1427553" y="7753078"/>
              <a:ext cx="28398" cy="28398"/>
            </a:xfrm>
            <a:prstGeom prst="ellipse">
              <a:avLst/>
            </a:prstGeom>
            <a:solidFill>
              <a:srgbClr val="7F8C97">
                <a:alpha val="48000"/>
              </a:srgbClr>
            </a:solidFill>
            <a:ln w="0">
              <a:noFill/>
              <a:prstDash val="solid"/>
            </a:ln>
          </p:spPr>
        </p:sp>
        <p:sp>
          <p:nvSpPr>
            <p:cNvPr id="3540" name="03_assume_matched_3539">
              <a:extLst>
                <a:ext uri="{FF2B5EF4-FFF2-40B4-BE49-F238E27FC236}">
                  <a16:creationId xmlns:a16="http://schemas.microsoft.com/office/drawing/2014/main" id="{3550D756-A60C-48C4-A4E3-A67324EF6E4D}"/>
                </a:ext>
              </a:extLst>
            </p:cNvPr>
            <p:cNvSpPr>
              <a:spLocks/>
            </p:cNvSpPr>
            <p:nvPr/>
          </p:nvSpPr>
          <p:spPr>
            <a:xfrm>
              <a:off x="1434892" y="7168208"/>
              <a:ext cx="28398" cy="28398"/>
            </a:xfrm>
            <a:prstGeom prst="ellipse">
              <a:avLst/>
            </a:prstGeom>
            <a:solidFill>
              <a:srgbClr val="7F8C97">
                <a:alpha val="48000"/>
              </a:srgbClr>
            </a:solidFill>
            <a:ln w="0">
              <a:noFill/>
              <a:prstDash val="solid"/>
            </a:ln>
          </p:spPr>
        </p:sp>
        <p:sp>
          <p:nvSpPr>
            <p:cNvPr id="3541" name="03_assume_matched_3540">
              <a:extLst>
                <a:ext uri="{FF2B5EF4-FFF2-40B4-BE49-F238E27FC236}">
                  <a16:creationId xmlns:a16="http://schemas.microsoft.com/office/drawing/2014/main" id="{C2E04A00-1D09-471A-B633-90C0C408AC63}"/>
                </a:ext>
              </a:extLst>
            </p:cNvPr>
            <p:cNvSpPr>
              <a:spLocks/>
            </p:cNvSpPr>
            <p:nvPr/>
          </p:nvSpPr>
          <p:spPr>
            <a:xfrm>
              <a:off x="1446117" y="7558121"/>
              <a:ext cx="28398" cy="28398"/>
            </a:xfrm>
            <a:prstGeom prst="ellipse">
              <a:avLst/>
            </a:prstGeom>
            <a:solidFill>
              <a:srgbClr val="7F8C97">
                <a:alpha val="48000"/>
              </a:srgbClr>
            </a:solidFill>
            <a:ln w="0">
              <a:noFill/>
              <a:prstDash val="solid"/>
            </a:ln>
          </p:spPr>
        </p:sp>
        <p:sp>
          <p:nvSpPr>
            <p:cNvPr id="3542" name="03_assume_matched_3541">
              <a:extLst>
                <a:ext uri="{FF2B5EF4-FFF2-40B4-BE49-F238E27FC236}">
                  <a16:creationId xmlns:a16="http://schemas.microsoft.com/office/drawing/2014/main" id="{89DDF923-41DF-4310-A2EB-5408434158BD}"/>
                </a:ext>
              </a:extLst>
            </p:cNvPr>
            <p:cNvSpPr>
              <a:spLocks/>
            </p:cNvSpPr>
            <p:nvPr/>
          </p:nvSpPr>
          <p:spPr>
            <a:xfrm>
              <a:off x="1535485" y="7168208"/>
              <a:ext cx="28398" cy="28398"/>
            </a:xfrm>
            <a:prstGeom prst="ellipse">
              <a:avLst/>
            </a:prstGeom>
            <a:solidFill>
              <a:srgbClr val="7F8C97">
                <a:alpha val="48000"/>
              </a:srgbClr>
            </a:solidFill>
            <a:ln w="0">
              <a:noFill/>
              <a:prstDash val="solid"/>
            </a:ln>
          </p:spPr>
        </p:sp>
        <p:sp>
          <p:nvSpPr>
            <p:cNvPr id="3543" name="03_assume_matched_3542">
              <a:extLst>
                <a:ext uri="{FF2B5EF4-FFF2-40B4-BE49-F238E27FC236}">
                  <a16:creationId xmlns:a16="http://schemas.microsoft.com/office/drawing/2014/main" id="{8324987A-29DD-4ED7-A119-E19AA24550B8}"/>
                </a:ext>
              </a:extLst>
            </p:cNvPr>
            <p:cNvSpPr>
              <a:spLocks/>
            </p:cNvSpPr>
            <p:nvPr/>
          </p:nvSpPr>
          <p:spPr>
            <a:xfrm>
              <a:off x="1448420" y="7168208"/>
              <a:ext cx="28398" cy="28398"/>
            </a:xfrm>
            <a:prstGeom prst="ellipse">
              <a:avLst/>
            </a:prstGeom>
            <a:solidFill>
              <a:srgbClr val="7F8C97">
                <a:alpha val="48000"/>
              </a:srgbClr>
            </a:solidFill>
            <a:ln w="0">
              <a:noFill/>
              <a:prstDash val="solid"/>
            </a:ln>
          </p:spPr>
        </p:sp>
        <p:sp>
          <p:nvSpPr>
            <p:cNvPr id="3544" name="03_assume_matched_3543">
              <a:extLst>
                <a:ext uri="{FF2B5EF4-FFF2-40B4-BE49-F238E27FC236}">
                  <a16:creationId xmlns:a16="http://schemas.microsoft.com/office/drawing/2014/main" id="{EE55DE32-8D6D-4A52-A41E-7813A2E0E173}"/>
                </a:ext>
              </a:extLst>
            </p:cNvPr>
            <p:cNvSpPr>
              <a:spLocks/>
            </p:cNvSpPr>
            <p:nvPr/>
          </p:nvSpPr>
          <p:spPr>
            <a:xfrm>
              <a:off x="1527426" y="7493136"/>
              <a:ext cx="28398" cy="28398"/>
            </a:xfrm>
            <a:prstGeom prst="ellipse">
              <a:avLst/>
            </a:prstGeom>
            <a:solidFill>
              <a:srgbClr val="7F8C97">
                <a:alpha val="48000"/>
              </a:srgbClr>
            </a:solidFill>
            <a:ln w="0">
              <a:noFill/>
              <a:prstDash val="solid"/>
            </a:ln>
          </p:spPr>
        </p:sp>
        <p:sp>
          <p:nvSpPr>
            <p:cNvPr id="3545" name="03_assume_matched_3544">
              <a:extLst>
                <a:ext uri="{FF2B5EF4-FFF2-40B4-BE49-F238E27FC236}">
                  <a16:creationId xmlns:a16="http://schemas.microsoft.com/office/drawing/2014/main" id="{985C0482-2DAA-4DCA-8A78-C7225DA1DE62}"/>
                </a:ext>
              </a:extLst>
            </p:cNvPr>
            <p:cNvSpPr>
              <a:spLocks/>
            </p:cNvSpPr>
            <p:nvPr/>
          </p:nvSpPr>
          <p:spPr>
            <a:xfrm>
              <a:off x="1528577" y="7168208"/>
              <a:ext cx="28398" cy="28398"/>
            </a:xfrm>
            <a:prstGeom prst="ellipse">
              <a:avLst/>
            </a:prstGeom>
            <a:solidFill>
              <a:srgbClr val="7F8C97">
                <a:alpha val="48000"/>
              </a:srgbClr>
            </a:solidFill>
            <a:ln w="0">
              <a:noFill/>
              <a:prstDash val="solid"/>
            </a:ln>
          </p:spPr>
        </p:sp>
        <p:sp>
          <p:nvSpPr>
            <p:cNvPr id="3546" name="03_assume_matched_3545">
              <a:extLst>
                <a:ext uri="{FF2B5EF4-FFF2-40B4-BE49-F238E27FC236}">
                  <a16:creationId xmlns:a16="http://schemas.microsoft.com/office/drawing/2014/main" id="{FBE1EB90-AA83-434C-986D-D632FF35DAEA}"/>
                </a:ext>
              </a:extLst>
            </p:cNvPr>
            <p:cNvSpPr>
              <a:spLocks/>
            </p:cNvSpPr>
            <p:nvPr/>
          </p:nvSpPr>
          <p:spPr>
            <a:xfrm>
              <a:off x="1532319" y="7753078"/>
              <a:ext cx="28398" cy="28398"/>
            </a:xfrm>
            <a:prstGeom prst="ellipse">
              <a:avLst/>
            </a:prstGeom>
            <a:solidFill>
              <a:srgbClr val="7F8C97">
                <a:alpha val="48000"/>
              </a:srgbClr>
            </a:solidFill>
            <a:ln w="0">
              <a:noFill/>
              <a:prstDash val="solid"/>
            </a:ln>
          </p:spPr>
        </p:sp>
        <p:sp>
          <p:nvSpPr>
            <p:cNvPr id="3547" name="03_assume_matched_3546">
              <a:extLst>
                <a:ext uri="{FF2B5EF4-FFF2-40B4-BE49-F238E27FC236}">
                  <a16:creationId xmlns:a16="http://schemas.microsoft.com/office/drawing/2014/main" id="{242C53DE-3E3E-4E19-A3EB-9AEABA0A4B70}"/>
                </a:ext>
              </a:extLst>
            </p:cNvPr>
            <p:cNvSpPr>
              <a:spLocks/>
            </p:cNvSpPr>
            <p:nvPr/>
          </p:nvSpPr>
          <p:spPr>
            <a:xfrm>
              <a:off x="1449571" y="7753078"/>
              <a:ext cx="28398" cy="28398"/>
            </a:xfrm>
            <a:prstGeom prst="ellipse">
              <a:avLst/>
            </a:prstGeom>
            <a:solidFill>
              <a:srgbClr val="7F8C97">
                <a:alpha val="48000"/>
              </a:srgbClr>
            </a:solidFill>
            <a:ln w="0">
              <a:noFill/>
              <a:prstDash val="solid"/>
            </a:ln>
          </p:spPr>
        </p:sp>
        <p:sp>
          <p:nvSpPr>
            <p:cNvPr id="3548" name="03_assume_matched_3547">
              <a:extLst>
                <a:ext uri="{FF2B5EF4-FFF2-40B4-BE49-F238E27FC236}">
                  <a16:creationId xmlns:a16="http://schemas.microsoft.com/office/drawing/2014/main" id="{3D8F08AE-BD1A-45E8-BB9B-7EBD3BD84AFD}"/>
                </a:ext>
              </a:extLst>
            </p:cNvPr>
            <p:cNvSpPr>
              <a:spLocks/>
            </p:cNvSpPr>
            <p:nvPr/>
          </p:nvSpPr>
          <p:spPr>
            <a:xfrm>
              <a:off x="1427841" y="7168208"/>
              <a:ext cx="28398" cy="28398"/>
            </a:xfrm>
            <a:prstGeom prst="ellipse">
              <a:avLst/>
            </a:prstGeom>
            <a:solidFill>
              <a:srgbClr val="7F8C97">
                <a:alpha val="48000"/>
              </a:srgbClr>
            </a:solidFill>
            <a:ln w="0">
              <a:noFill/>
              <a:prstDash val="solid"/>
            </a:ln>
          </p:spPr>
        </p:sp>
        <p:sp>
          <p:nvSpPr>
            <p:cNvPr id="3549" name="03_assume_matched_3548">
              <a:extLst>
                <a:ext uri="{FF2B5EF4-FFF2-40B4-BE49-F238E27FC236}">
                  <a16:creationId xmlns:a16="http://schemas.microsoft.com/office/drawing/2014/main" id="{2F19A05B-C34D-48CD-8889-D162E07F37D4}"/>
                </a:ext>
              </a:extLst>
            </p:cNvPr>
            <p:cNvSpPr>
              <a:spLocks/>
            </p:cNvSpPr>
            <p:nvPr/>
          </p:nvSpPr>
          <p:spPr>
            <a:xfrm>
              <a:off x="1511596" y="7168208"/>
              <a:ext cx="28398" cy="28398"/>
            </a:xfrm>
            <a:prstGeom prst="ellipse">
              <a:avLst/>
            </a:prstGeom>
            <a:solidFill>
              <a:srgbClr val="7F8C97">
                <a:alpha val="48000"/>
              </a:srgbClr>
            </a:solidFill>
            <a:ln w="0">
              <a:noFill/>
              <a:prstDash val="solid"/>
            </a:ln>
          </p:spPr>
        </p:sp>
        <p:sp>
          <p:nvSpPr>
            <p:cNvPr id="3550" name="03_assume_matched_3549">
              <a:extLst>
                <a:ext uri="{FF2B5EF4-FFF2-40B4-BE49-F238E27FC236}">
                  <a16:creationId xmlns:a16="http://schemas.microsoft.com/office/drawing/2014/main" id="{E3CD1870-81A3-4D8B-BE16-E8D029E5CD64}"/>
                </a:ext>
              </a:extLst>
            </p:cNvPr>
            <p:cNvSpPr>
              <a:spLocks/>
            </p:cNvSpPr>
            <p:nvPr/>
          </p:nvSpPr>
          <p:spPr>
            <a:xfrm>
              <a:off x="1421077" y="7168208"/>
              <a:ext cx="28398" cy="28398"/>
            </a:xfrm>
            <a:prstGeom prst="ellipse">
              <a:avLst/>
            </a:prstGeom>
            <a:solidFill>
              <a:srgbClr val="7F8C97">
                <a:alpha val="48000"/>
              </a:srgbClr>
            </a:solidFill>
            <a:ln w="0">
              <a:noFill/>
              <a:prstDash val="solid"/>
            </a:ln>
          </p:spPr>
        </p:sp>
        <p:sp>
          <p:nvSpPr>
            <p:cNvPr id="3551" name="03_assume_matched_3550">
              <a:extLst>
                <a:ext uri="{FF2B5EF4-FFF2-40B4-BE49-F238E27FC236}">
                  <a16:creationId xmlns:a16="http://schemas.microsoft.com/office/drawing/2014/main" id="{40C1153D-F4CA-4DC0-96FA-B84E2D94AF7D}"/>
                </a:ext>
              </a:extLst>
            </p:cNvPr>
            <p:cNvSpPr>
              <a:spLocks/>
            </p:cNvSpPr>
            <p:nvPr/>
          </p:nvSpPr>
          <p:spPr>
            <a:xfrm>
              <a:off x="1515193" y="7168208"/>
              <a:ext cx="28398" cy="28398"/>
            </a:xfrm>
            <a:prstGeom prst="ellipse">
              <a:avLst/>
            </a:prstGeom>
            <a:solidFill>
              <a:srgbClr val="7F8C97">
                <a:alpha val="48000"/>
              </a:srgbClr>
            </a:solidFill>
            <a:ln w="0">
              <a:noFill/>
              <a:prstDash val="solid"/>
            </a:ln>
          </p:spPr>
        </p:sp>
        <p:sp>
          <p:nvSpPr>
            <p:cNvPr id="3552" name="03_assume_matched_3551">
              <a:extLst>
                <a:ext uri="{FF2B5EF4-FFF2-40B4-BE49-F238E27FC236}">
                  <a16:creationId xmlns:a16="http://schemas.microsoft.com/office/drawing/2014/main" id="{2AD2985C-B5E9-4CC5-9ADC-05A4F82DD8E8}"/>
                </a:ext>
              </a:extLst>
            </p:cNvPr>
            <p:cNvSpPr>
              <a:spLocks/>
            </p:cNvSpPr>
            <p:nvPr/>
          </p:nvSpPr>
          <p:spPr>
            <a:xfrm>
              <a:off x="1422372" y="7753078"/>
              <a:ext cx="28398" cy="28398"/>
            </a:xfrm>
            <a:prstGeom prst="ellipse">
              <a:avLst/>
            </a:prstGeom>
            <a:solidFill>
              <a:srgbClr val="7F8C97">
                <a:alpha val="48000"/>
              </a:srgbClr>
            </a:solidFill>
            <a:ln w="0">
              <a:noFill/>
              <a:prstDash val="solid"/>
            </a:ln>
          </p:spPr>
        </p:sp>
        <p:sp>
          <p:nvSpPr>
            <p:cNvPr id="3553" name="03_assume_matched_3552">
              <a:extLst>
                <a:ext uri="{FF2B5EF4-FFF2-40B4-BE49-F238E27FC236}">
                  <a16:creationId xmlns:a16="http://schemas.microsoft.com/office/drawing/2014/main" id="{F5D8C775-F49F-4905-B7FB-578B04A006DB}"/>
                </a:ext>
              </a:extLst>
            </p:cNvPr>
            <p:cNvSpPr>
              <a:spLocks/>
            </p:cNvSpPr>
            <p:nvPr/>
          </p:nvSpPr>
          <p:spPr>
            <a:xfrm>
              <a:off x="1542824" y="7168208"/>
              <a:ext cx="28398" cy="28398"/>
            </a:xfrm>
            <a:prstGeom prst="ellipse">
              <a:avLst/>
            </a:prstGeom>
            <a:solidFill>
              <a:srgbClr val="7F8C97">
                <a:alpha val="48000"/>
              </a:srgbClr>
            </a:solidFill>
            <a:ln w="0">
              <a:noFill/>
              <a:prstDash val="solid"/>
            </a:ln>
          </p:spPr>
        </p:sp>
        <p:sp>
          <p:nvSpPr>
            <p:cNvPr id="3554" name="03_assume_matched_3553">
              <a:extLst>
                <a:ext uri="{FF2B5EF4-FFF2-40B4-BE49-F238E27FC236}">
                  <a16:creationId xmlns:a16="http://schemas.microsoft.com/office/drawing/2014/main" id="{95A12AB4-530F-45BA-AA29-33F269AF1136}"/>
                </a:ext>
              </a:extLst>
            </p:cNvPr>
            <p:cNvSpPr>
              <a:spLocks/>
            </p:cNvSpPr>
            <p:nvPr/>
          </p:nvSpPr>
          <p:spPr>
            <a:xfrm>
              <a:off x="1520806" y="7168208"/>
              <a:ext cx="28398" cy="28398"/>
            </a:xfrm>
            <a:prstGeom prst="ellipse">
              <a:avLst/>
            </a:prstGeom>
            <a:solidFill>
              <a:srgbClr val="7F8C97">
                <a:alpha val="48000"/>
              </a:srgbClr>
            </a:solidFill>
            <a:ln w="0">
              <a:noFill/>
              <a:prstDash val="solid"/>
            </a:ln>
          </p:spPr>
        </p:sp>
        <p:sp>
          <p:nvSpPr>
            <p:cNvPr id="3555" name="03_assume_matched_3554">
              <a:extLst>
                <a:ext uri="{FF2B5EF4-FFF2-40B4-BE49-F238E27FC236}">
                  <a16:creationId xmlns:a16="http://schemas.microsoft.com/office/drawing/2014/main" id="{F78BD783-9F3D-45E8-A85C-47CB348B268D}"/>
                </a:ext>
              </a:extLst>
            </p:cNvPr>
            <p:cNvSpPr>
              <a:spLocks/>
            </p:cNvSpPr>
            <p:nvPr/>
          </p:nvSpPr>
          <p:spPr>
            <a:xfrm>
              <a:off x="1468711" y="7168208"/>
              <a:ext cx="28398" cy="28398"/>
            </a:xfrm>
            <a:prstGeom prst="ellipse">
              <a:avLst/>
            </a:prstGeom>
            <a:solidFill>
              <a:srgbClr val="7F8C97">
                <a:alpha val="48000"/>
              </a:srgbClr>
            </a:solidFill>
            <a:ln w="0">
              <a:noFill/>
              <a:prstDash val="solid"/>
            </a:ln>
          </p:spPr>
        </p:sp>
        <p:sp>
          <p:nvSpPr>
            <p:cNvPr id="3556" name="03_assume_matched_3555">
              <a:extLst>
                <a:ext uri="{FF2B5EF4-FFF2-40B4-BE49-F238E27FC236}">
                  <a16:creationId xmlns:a16="http://schemas.microsoft.com/office/drawing/2014/main" id="{A9EB8B90-3A7D-4DFF-BC60-7AC4D275C042}"/>
                </a:ext>
              </a:extLst>
            </p:cNvPr>
            <p:cNvSpPr>
              <a:spLocks/>
            </p:cNvSpPr>
            <p:nvPr/>
          </p:nvSpPr>
          <p:spPr>
            <a:xfrm>
              <a:off x="1444390" y="7168208"/>
              <a:ext cx="28398" cy="28398"/>
            </a:xfrm>
            <a:prstGeom prst="ellipse">
              <a:avLst/>
            </a:prstGeom>
            <a:solidFill>
              <a:srgbClr val="7F8C97">
                <a:alpha val="48000"/>
              </a:srgbClr>
            </a:solidFill>
            <a:ln w="0">
              <a:noFill/>
              <a:prstDash val="solid"/>
            </a:ln>
          </p:spPr>
        </p:sp>
        <p:sp>
          <p:nvSpPr>
            <p:cNvPr id="3557" name="03_assume_matched_3556">
              <a:extLst>
                <a:ext uri="{FF2B5EF4-FFF2-40B4-BE49-F238E27FC236}">
                  <a16:creationId xmlns:a16="http://schemas.microsoft.com/office/drawing/2014/main" id="{D2FD0053-F502-426E-8998-DBACDCBDB388}"/>
                </a:ext>
              </a:extLst>
            </p:cNvPr>
            <p:cNvSpPr>
              <a:spLocks/>
            </p:cNvSpPr>
            <p:nvPr/>
          </p:nvSpPr>
          <p:spPr>
            <a:xfrm>
              <a:off x="1546853" y="7753078"/>
              <a:ext cx="28398" cy="28398"/>
            </a:xfrm>
            <a:prstGeom prst="ellipse">
              <a:avLst/>
            </a:prstGeom>
            <a:solidFill>
              <a:srgbClr val="7F8C97">
                <a:alpha val="48000"/>
              </a:srgbClr>
            </a:solidFill>
            <a:ln w="0">
              <a:noFill/>
              <a:prstDash val="solid"/>
            </a:ln>
          </p:spPr>
        </p:sp>
        <p:sp>
          <p:nvSpPr>
            <p:cNvPr id="3558" name="03_assume_matched_3557">
              <a:extLst>
                <a:ext uri="{FF2B5EF4-FFF2-40B4-BE49-F238E27FC236}">
                  <a16:creationId xmlns:a16="http://schemas.microsoft.com/office/drawing/2014/main" id="{3A12AD4B-D756-415A-995F-034663D821A6}"/>
                </a:ext>
              </a:extLst>
            </p:cNvPr>
            <p:cNvSpPr>
              <a:spLocks/>
            </p:cNvSpPr>
            <p:nvPr/>
          </p:nvSpPr>
          <p:spPr>
            <a:xfrm>
              <a:off x="1494614" y="7753078"/>
              <a:ext cx="28398" cy="28398"/>
            </a:xfrm>
            <a:prstGeom prst="ellipse">
              <a:avLst/>
            </a:prstGeom>
            <a:solidFill>
              <a:srgbClr val="7F8C97">
                <a:alpha val="48000"/>
              </a:srgbClr>
            </a:solidFill>
            <a:ln w="0">
              <a:noFill/>
              <a:prstDash val="solid"/>
            </a:ln>
          </p:spPr>
        </p:sp>
        <p:sp>
          <p:nvSpPr>
            <p:cNvPr id="3559" name="03_assume_matched_3558">
              <a:extLst>
                <a:ext uri="{FF2B5EF4-FFF2-40B4-BE49-F238E27FC236}">
                  <a16:creationId xmlns:a16="http://schemas.microsoft.com/office/drawing/2014/main" id="{4131AE23-8ADA-4A73-9009-A0AFC8DCE827}"/>
                </a:ext>
              </a:extLst>
            </p:cNvPr>
            <p:cNvSpPr>
              <a:spLocks/>
            </p:cNvSpPr>
            <p:nvPr/>
          </p:nvSpPr>
          <p:spPr>
            <a:xfrm>
              <a:off x="1527426" y="7753078"/>
              <a:ext cx="28398" cy="28398"/>
            </a:xfrm>
            <a:prstGeom prst="ellipse">
              <a:avLst/>
            </a:prstGeom>
            <a:solidFill>
              <a:srgbClr val="7F8C97">
                <a:alpha val="48000"/>
              </a:srgbClr>
            </a:solidFill>
            <a:ln w="0">
              <a:noFill/>
              <a:prstDash val="solid"/>
            </a:ln>
          </p:spPr>
        </p:sp>
        <p:sp>
          <p:nvSpPr>
            <p:cNvPr id="3560" name="03_assume_matched_3559">
              <a:extLst>
                <a:ext uri="{FF2B5EF4-FFF2-40B4-BE49-F238E27FC236}">
                  <a16:creationId xmlns:a16="http://schemas.microsoft.com/office/drawing/2014/main" id="{E24F654E-261A-4C54-A7FA-2774F3C82AE6}"/>
                </a:ext>
              </a:extLst>
            </p:cNvPr>
            <p:cNvSpPr>
              <a:spLocks/>
            </p:cNvSpPr>
            <p:nvPr/>
          </p:nvSpPr>
          <p:spPr>
            <a:xfrm>
              <a:off x="1426546" y="7285182"/>
              <a:ext cx="28398" cy="28398"/>
            </a:xfrm>
            <a:prstGeom prst="ellipse">
              <a:avLst/>
            </a:prstGeom>
            <a:solidFill>
              <a:srgbClr val="7F8C97">
                <a:alpha val="48000"/>
              </a:srgbClr>
            </a:solidFill>
            <a:ln w="0">
              <a:noFill/>
              <a:prstDash val="solid"/>
            </a:ln>
          </p:spPr>
        </p:sp>
        <p:sp>
          <p:nvSpPr>
            <p:cNvPr id="3561" name="03_assume_matched_3560">
              <a:extLst>
                <a:ext uri="{FF2B5EF4-FFF2-40B4-BE49-F238E27FC236}">
                  <a16:creationId xmlns:a16="http://schemas.microsoft.com/office/drawing/2014/main" id="{DE7E4082-3070-47FD-9249-02E755CB8FC4}"/>
                </a:ext>
              </a:extLst>
            </p:cNvPr>
            <p:cNvSpPr>
              <a:spLocks/>
            </p:cNvSpPr>
            <p:nvPr/>
          </p:nvSpPr>
          <p:spPr>
            <a:xfrm>
              <a:off x="1518503" y="7753078"/>
              <a:ext cx="28398" cy="28398"/>
            </a:xfrm>
            <a:prstGeom prst="ellipse">
              <a:avLst/>
            </a:prstGeom>
            <a:solidFill>
              <a:srgbClr val="7F8C97">
                <a:alpha val="48000"/>
              </a:srgbClr>
            </a:solidFill>
            <a:ln w="0">
              <a:noFill/>
              <a:prstDash val="solid"/>
            </a:ln>
          </p:spPr>
        </p:sp>
        <p:sp>
          <p:nvSpPr>
            <p:cNvPr id="3562" name="03_assume_matched_3561">
              <a:extLst>
                <a:ext uri="{FF2B5EF4-FFF2-40B4-BE49-F238E27FC236}">
                  <a16:creationId xmlns:a16="http://schemas.microsoft.com/office/drawing/2014/main" id="{78398310-5372-463B-84CC-D8E9C42EF2F3}"/>
                </a:ext>
              </a:extLst>
            </p:cNvPr>
            <p:cNvSpPr>
              <a:spLocks/>
            </p:cNvSpPr>
            <p:nvPr/>
          </p:nvSpPr>
          <p:spPr>
            <a:xfrm>
              <a:off x="1497637" y="7168208"/>
              <a:ext cx="28398" cy="28398"/>
            </a:xfrm>
            <a:prstGeom prst="ellipse">
              <a:avLst/>
            </a:prstGeom>
            <a:solidFill>
              <a:srgbClr val="7F8C97">
                <a:alpha val="48000"/>
              </a:srgbClr>
            </a:solidFill>
            <a:ln w="0">
              <a:noFill/>
              <a:prstDash val="solid"/>
            </a:ln>
          </p:spPr>
        </p:sp>
        <p:sp>
          <p:nvSpPr>
            <p:cNvPr id="3563" name="03_assume_matched_3562">
              <a:extLst>
                <a:ext uri="{FF2B5EF4-FFF2-40B4-BE49-F238E27FC236}">
                  <a16:creationId xmlns:a16="http://schemas.microsoft.com/office/drawing/2014/main" id="{DADB1CCD-C7EC-43BB-9642-1B6BF68C802F}"/>
                </a:ext>
              </a:extLst>
            </p:cNvPr>
            <p:cNvSpPr>
              <a:spLocks/>
            </p:cNvSpPr>
            <p:nvPr/>
          </p:nvSpPr>
          <p:spPr>
            <a:xfrm>
              <a:off x="1406254" y="7168208"/>
              <a:ext cx="28398" cy="28398"/>
            </a:xfrm>
            <a:prstGeom prst="ellipse">
              <a:avLst/>
            </a:prstGeom>
            <a:solidFill>
              <a:srgbClr val="7F8C97">
                <a:alpha val="48000"/>
              </a:srgbClr>
            </a:solidFill>
            <a:ln w="0">
              <a:noFill/>
              <a:prstDash val="solid"/>
            </a:ln>
          </p:spPr>
        </p:sp>
        <p:sp>
          <p:nvSpPr>
            <p:cNvPr id="3564" name="03_assume_matched_3563">
              <a:extLst>
                <a:ext uri="{FF2B5EF4-FFF2-40B4-BE49-F238E27FC236}">
                  <a16:creationId xmlns:a16="http://schemas.microsoft.com/office/drawing/2014/main" id="{09902256-8973-4F84-8CBB-294AF58BD9C2}"/>
                </a:ext>
              </a:extLst>
            </p:cNvPr>
            <p:cNvSpPr>
              <a:spLocks/>
            </p:cNvSpPr>
            <p:nvPr/>
          </p:nvSpPr>
          <p:spPr>
            <a:xfrm>
              <a:off x="1465545" y="7753078"/>
              <a:ext cx="28398" cy="28398"/>
            </a:xfrm>
            <a:prstGeom prst="ellipse">
              <a:avLst/>
            </a:prstGeom>
            <a:solidFill>
              <a:srgbClr val="7F8C97">
                <a:alpha val="48000"/>
              </a:srgbClr>
            </a:solidFill>
            <a:ln w="0">
              <a:noFill/>
              <a:prstDash val="solid"/>
            </a:ln>
          </p:spPr>
        </p:sp>
        <p:sp>
          <p:nvSpPr>
            <p:cNvPr id="3565" name="03_assume_matched_3564">
              <a:extLst>
                <a:ext uri="{FF2B5EF4-FFF2-40B4-BE49-F238E27FC236}">
                  <a16:creationId xmlns:a16="http://schemas.microsoft.com/office/drawing/2014/main" id="{594DFE64-338D-4D46-B6CD-390DF94EAF39}"/>
                </a:ext>
              </a:extLst>
            </p:cNvPr>
            <p:cNvSpPr>
              <a:spLocks/>
            </p:cNvSpPr>
            <p:nvPr/>
          </p:nvSpPr>
          <p:spPr>
            <a:xfrm>
              <a:off x="1447700" y="7753078"/>
              <a:ext cx="28398" cy="28398"/>
            </a:xfrm>
            <a:prstGeom prst="ellipse">
              <a:avLst/>
            </a:prstGeom>
            <a:solidFill>
              <a:srgbClr val="7F8C97">
                <a:alpha val="48000"/>
              </a:srgbClr>
            </a:solidFill>
            <a:ln w="0">
              <a:noFill/>
              <a:prstDash val="solid"/>
            </a:ln>
          </p:spPr>
        </p:sp>
        <p:sp>
          <p:nvSpPr>
            <p:cNvPr id="3566" name="03_assume_matched_3565">
              <a:extLst>
                <a:ext uri="{FF2B5EF4-FFF2-40B4-BE49-F238E27FC236}">
                  <a16:creationId xmlns:a16="http://schemas.microsoft.com/office/drawing/2014/main" id="{ED31F000-B879-42BF-B684-8C6C993FAFDF}"/>
                </a:ext>
              </a:extLst>
            </p:cNvPr>
            <p:cNvSpPr>
              <a:spLocks/>
            </p:cNvSpPr>
            <p:nvPr/>
          </p:nvSpPr>
          <p:spPr>
            <a:xfrm>
              <a:off x="1479936" y="7168208"/>
              <a:ext cx="28398" cy="28398"/>
            </a:xfrm>
            <a:prstGeom prst="ellipse">
              <a:avLst/>
            </a:prstGeom>
            <a:solidFill>
              <a:srgbClr val="7F8C97">
                <a:alpha val="48000"/>
              </a:srgbClr>
            </a:solidFill>
            <a:ln w="0">
              <a:noFill/>
              <a:prstDash val="solid"/>
            </a:ln>
          </p:spPr>
        </p:sp>
        <p:sp>
          <p:nvSpPr>
            <p:cNvPr id="3567" name="03_assume_matched_3566">
              <a:extLst>
                <a:ext uri="{FF2B5EF4-FFF2-40B4-BE49-F238E27FC236}">
                  <a16:creationId xmlns:a16="http://schemas.microsoft.com/office/drawing/2014/main" id="{225F6E40-2C4F-4122-854F-F294D7684327}"/>
                </a:ext>
              </a:extLst>
            </p:cNvPr>
            <p:cNvSpPr>
              <a:spLocks/>
            </p:cNvSpPr>
            <p:nvPr/>
          </p:nvSpPr>
          <p:spPr>
            <a:xfrm>
              <a:off x="1461803" y="7704338"/>
              <a:ext cx="28398" cy="28398"/>
            </a:xfrm>
            <a:prstGeom prst="ellipse">
              <a:avLst/>
            </a:prstGeom>
            <a:solidFill>
              <a:srgbClr val="7F8C97">
                <a:alpha val="48000"/>
              </a:srgbClr>
            </a:solidFill>
            <a:ln w="0">
              <a:noFill/>
              <a:prstDash val="solid"/>
            </a:ln>
          </p:spPr>
        </p:sp>
        <p:sp>
          <p:nvSpPr>
            <p:cNvPr id="3568" name="03_assume_matched_3567">
              <a:extLst>
                <a:ext uri="{FF2B5EF4-FFF2-40B4-BE49-F238E27FC236}">
                  <a16:creationId xmlns:a16="http://schemas.microsoft.com/office/drawing/2014/main" id="{AF6BB9C5-6414-48EF-8553-798C54DA8935}"/>
                </a:ext>
              </a:extLst>
            </p:cNvPr>
            <p:cNvSpPr>
              <a:spLocks/>
            </p:cNvSpPr>
            <p:nvPr/>
          </p:nvSpPr>
          <p:spPr>
            <a:xfrm>
              <a:off x="1523972" y="7606860"/>
              <a:ext cx="28398" cy="28398"/>
            </a:xfrm>
            <a:prstGeom prst="ellipse">
              <a:avLst/>
            </a:prstGeom>
            <a:solidFill>
              <a:srgbClr val="7F8C97">
                <a:alpha val="48000"/>
              </a:srgbClr>
            </a:solidFill>
            <a:ln w="0">
              <a:noFill/>
              <a:prstDash val="solid"/>
            </a:ln>
          </p:spPr>
        </p:sp>
        <p:sp>
          <p:nvSpPr>
            <p:cNvPr id="3569" name="03_assume_matched_3568">
              <a:extLst>
                <a:ext uri="{FF2B5EF4-FFF2-40B4-BE49-F238E27FC236}">
                  <a16:creationId xmlns:a16="http://schemas.microsoft.com/office/drawing/2014/main" id="{EBCEB156-2255-4313-82C3-FF1A9E7A5D09}"/>
                </a:ext>
              </a:extLst>
            </p:cNvPr>
            <p:cNvSpPr>
              <a:spLocks/>
            </p:cNvSpPr>
            <p:nvPr/>
          </p:nvSpPr>
          <p:spPr>
            <a:xfrm>
              <a:off x="1422084" y="7168208"/>
              <a:ext cx="28398" cy="28398"/>
            </a:xfrm>
            <a:prstGeom prst="ellipse">
              <a:avLst/>
            </a:prstGeom>
            <a:solidFill>
              <a:srgbClr val="7F8C97">
                <a:alpha val="48000"/>
              </a:srgbClr>
            </a:solidFill>
            <a:ln w="0">
              <a:noFill/>
              <a:prstDash val="solid"/>
            </a:ln>
          </p:spPr>
        </p:sp>
        <p:sp>
          <p:nvSpPr>
            <p:cNvPr id="3570" name="03_assume_matched_3569">
              <a:extLst>
                <a:ext uri="{FF2B5EF4-FFF2-40B4-BE49-F238E27FC236}">
                  <a16:creationId xmlns:a16="http://schemas.microsoft.com/office/drawing/2014/main" id="{DCA21A89-F5B9-4986-B126-A612580F4C61}"/>
                </a:ext>
              </a:extLst>
            </p:cNvPr>
            <p:cNvSpPr>
              <a:spLocks/>
            </p:cNvSpPr>
            <p:nvPr/>
          </p:nvSpPr>
          <p:spPr>
            <a:xfrm>
              <a:off x="1428704" y="7168208"/>
              <a:ext cx="28398" cy="28398"/>
            </a:xfrm>
            <a:prstGeom prst="ellipse">
              <a:avLst/>
            </a:prstGeom>
            <a:solidFill>
              <a:srgbClr val="7F8C97">
                <a:alpha val="48000"/>
              </a:srgbClr>
            </a:solidFill>
            <a:ln w="0">
              <a:noFill/>
              <a:prstDash val="solid"/>
            </a:ln>
          </p:spPr>
        </p:sp>
        <p:sp>
          <p:nvSpPr>
            <p:cNvPr id="3571" name="03_assume_matched_3570">
              <a:extLst>
                <a:ext uri="{FF2B5EF4-FFF2-40B4-BE49-F238E27FC236}">
                  <a16:creationId xmlns:a16="http://schemas.microsoft.com/office/drawing/2014/main" id="{FA91131E-396A-47B5-A057-DD11C351C874}"/>
                </a:ext>
              </a:extLst>
            </p:cNvPr>
            <p:cNvSpPr>
              <a:spLocks/>
            </p:cNvSpPr>
            <p:nvPr/>
          </p:nvSpPr>
          <p:spPr>
            <a:xfrm>
              <a:off x="1488570" y="7168208"/>
              <a:ext cx="28398" cy="28398"/>
            </a:xfrm>
            <a:prstGeom prst="ellipse">
              <a:avLst/>
            </a:prstGeom>
            <a:solidFill>
              <a:srgbClr val="7F8C97">
                <a:alpha val="48000"/>
              </a:srgbClr>
            </a:solidFill>
            <a:ln w="0">
              <a:noFill/>
              <a:prstDash val="solid"/>
            </a:ln>
          </p:spPr>
        </p:sp>
        <p:sp>
          <p:nvSpPr>
            <p:cNvPr id="3572" name="03_assume_matched_3571">
              <a:extLst>
                <a:ext uri="{FF2B5EF4-FFF2-40B4-BE49-F238E27FC236}">
                  <a16:creationId xmlns:a16="http://schemas.microsoft.com/office/drawing/2014/main" id="{448A1043-5F50-447D-A00C-6B478D730F70}"/>
                </a:ext>
              </a:extLst>
            </p:cNvPr>
            <p:cNvSpPr>
              <a:spLocks/>
            </p:cNvSpPr>
            <p:nvPr/>
          </p:nvSpPr>
          <p:spPr>
            <a:xfrm>
              <a:off x="1487275" y="7168208"/>
              <a:ext cx="28398" cy="28398"/>
            </a:xfrm>
            <a:prstGeom prst="ellipse">
              <a:avLst/>
            </a:prstGeom>
            <a:solidFill>
              <a:srgbClr val="7F8C97">
                <a:alpha val="48000"/>
              </a:srgbClr>
            </a:solidFill>
            <a:ln w="0">
              <a:noFill/>
              <a:prstDash val="solid"/>
            </a:ln>
          </p:spPr>
        </p:sp>
        <p:sp>
          <p:nvSpPr>
            <p:cNvPr id="3573" name="03_assume_matched_3572">
              <a:extLst>
                <a:ext uri="{FF2B5EF4-FFF2-40B4-BE49-F238E27FC236}">
                  <a16:creationId xmlns:a16="http://schemas.microsoft.com/office/drawing/2014/main" id="{3747970F-4BFD-4977-B071-0B7397E1C35E}"/>
                </a:ext>
              </a:extLst>
            </p:cNvPr>
            <p:cNvSpPr>
              <a:spLocks/>
            </p:cNvSpPr>
            <p:nvPr/>
          </p:nvSpPr>
          <p:spPr>
            <a:xfrm>
              <a:off x="1534046" y="7168208"/>
              <a:ext cx="28398" cy="28398"/>
            </a:xfrm>
            <a:prstGeom prst="ellipse">
              <a:avLst/>
            </a:prstGeom>
            <a:solidFill>
              <a:srgbClr val="7F8C97">
                <a:alpha val="48000"/>
              </a:srgbClr>
            </a:solidFill>
            <a:ln w="0">
              <a:noFill/>
              <a:prstDash val="solid"/>
            </a:ln>
          </p:spPr>
        </p:sp>
        <p:sp>
          <p:nvSpPr>
            <p:cNvPr id="3574" name="03_assume_matched_3573">
              <a:extLst>
                <a:ext uri="{FF2B5EF4-FFF2-40B4-BE49-F238E27FC236}">
                  <a16:creationId xmlns:a16="http://schemas.microsoft.com/office/drawing/2014/main" id="{B7CF68C8-FF05-41D0-9AF4-22369011E3DC}"/>
                </a:ext>
              </a:extLst>
            </p:cNvPr>
            <p:cNvSpPr>
              <a:spLocks/>
            </p:cNvSpPr>
            <p:nvPr/>
          </p:nvSpPr>
          <p:spPr>
            <a:xfrm>
              <a:off x="1512315" y="7314426"/>
              <a:ext cx="28398" cy="28398"/>
            </a:xfrm>
            <a:prstGeom prst="ellipse">
              <a:avLst/>
            </a:prstGeom>
            <a:solidFill>
              <a:srgbClr val="7F8C97">
                <a:alpha val="48000"/>
              </a:srgbClr>
            </a:solidFill>
            <a:ln w="0">
              <a:noFill/>
              <a:prstDash val="solid"/>
            </a:ln>
          </p:spPr>
        </p:sp>
        <p:sp>
          <p:nvSpPr>
            <p:cNvPr id="3575" name="03_assume_matched_3574">
              <a:extLst>
                <a:ext uri="{FF2B5EF4-FFF2-40B4-BE49-F238E27FC236}">
                  <a16:creationId xmlns:a16="http://schemas.microsoft.com/office/drawing/2014/main" id="{126CF077-CAEE-46A7-A679-90F0741A6B3F}"/>
                </a:ext>
              </a:extLst>
            </p:cNvPr>
            <p:cNvSpPr>
              <a:spLocks/>
            </p:cNvSpPr>
            <p:nvPr/>
          </p:nvSpPr>
          <p:spPr>
            <a:xfrm>
              <a:off x="1444390" y="7753078"/>
              <a:ext cx="28398" cy="28398"/>
            </a:xfrm>
            <a:prstGeom prst="ellipse">
              <a:avLst/>
            </a:prstGeom>
            <a:solidFill>
              <a:srgbClr val="7F8C97">
                <a:alpha val="48000"/>
              </a:srgbClr>
            </a:solidFill>
            <a:ln w="0">
              <a:noFill/>
              <a:prstDash val="solid"/>
            </a:ln>
          </p:spPr>
        </p:sp>
        <p:sp>
          <p:nvSpPr>
            <p:cNvPr id="3576" name="03_assume_matched_3575">
              <a:extLst>
                <a:ext uri="{FF2B5EF4-FFF2-40B4-BE49-F238E27FC236}">
                  <a16:creationId xmlns:a16="http://schemas.microsoft.com/office/drawing/2014/main" id="{4AAB731E-52A8-4DB9-9925-8E35F4E520D3}"/>
                </a:ext>
              </a:extLst>
            </p:cNvPr>
            <p:cNvSpPr>
              <a:spLocks/>
            </p:cNvSpPr>
            <p:nvPr/>
          </p:nvSpPr>
          <p:spPr>
            <a:xfrm>
              <a:off x="1515193" y="7753078"/>
              <a:ext cx="28398" cy="28398"/>
            </a:xfrm>
            <a:prstGeom prst="ellipse">
              <a:avLst/>
            </a:prstGeom>
            <a:solidFill>
              <a:srgbClr val="7F8C97">
                <a:alpha val="48000"/>
              </a:srgbClr>
            </a:solidFill>
            <a:ln w="0">
              <a:noFill/>
              <a:prstDash val="solid"/>
            </a:ln>
          </p:spPr>
        </p:sp>
        <p:sp>
          <p:nvSpPr>
            <p:cNvPr id="3577" name="03_assume_matched_3576">
              <a:extLst>
                <a:ext uri="{FF2B5EF4-FFF2-40B4-BE49-F238E27FC236}">
                  <a16:creationId xmlns:a16="http://schemas.microsoft.com/office/drawing/2014/main" id="{9F8F73BA-7118-4915-8A83-03FF9CE90120}"/>
                </a:ext>
              </a:extLst>
            </p:cNvPr>
            <p:cNvSpPr>
              <a:spLocks/>
            </p:cNvSpPr>
            <p:nvPr/>
          </p:nvSpPr>
          <p:spPr>
            <a:xfrm>
              <a:off x="1503537" y="7558121"/>
              <a:ext cx="28398" cy="28398"/>
            </a:xfrm>
            <a:prstGeom prst="ellipse">
              <a:avLst/>
            </a:prstGeom>
            <a:solidFill>
              <a:srgbClr val="7F8C97">
                <a:alpha val="48000"/>
              </a:srgbClr>
            </a:solidFill>
            <a:ln w="0">
              <a:noFill/>
              <a:prstDash val="solid"/>
            </a:ln>
          </p:spPr>
        </p:sp>
        <p:sp>
          <p:nvSpPr>
            <p:cNvPr id="3578" name="03_assume_matched_3577">
              <a:extLst>
                <a:ext uri="{FF2B5EF4-FFF2-40B4-BE49-F238E27FC236}">
                  <a16:creationId xmlns:a16="http://schemas.microsoft.com/office/drawing/2014/main" id="{B086DABF-9373-4693-83E4-E8ABFBA540DB}"/>
                </a:ext>
              </a:extLst>
            </p:cNvPr>
            <p:cNvSpPr>
              <a:spLocks/>
            </p:cNvSpPr>
            <p:nvPr/>
          </p:nvSpPr>
          <p:spPr>
            <a:xfrm>
              <a:off x="1509725" y="7168208"/>
              <a:ext cx="28398" cy="28398"/>
            </a:xfrm>
            <a:prstGeom prst="ellipse">
              <a:avLst/>
            </a:prstGeom>
            <a:solidFill>
              <a:srgbClr val="7F8C97">
                <a:alpha val="48000"/>
              </a:srgbClr>
            </a:solidFill>
            <a:ln w="0">
              <a:noFill/>
              <a:prstDash val="solid"/>
            </a:ln>
          </p:spPr>
        </p:sp>
        <p:sp>
          <p:nvSpPr>
            <p:cNvPr id="3579" name="03_assume_matched_3578">
              <a:extLst>
                <a:ext uri="{FF2B5EF4-FFF2-40B4-BE49-F238E27FC236}">
                  <a16:creationId xmlns:a16="http://schemas.microsoft.com/office/drawing/2014/main" id="{C9778278-1473-4928-AB28-574C2C09BDDE}"/>
                </a:ext>
              </a:extLst>
            </p:cNvPr>
            <p:cNvSpPr>
              <a:spLocks/>
            </p:cNvSpPr>
            <p:nvPr/>
          </p:nvSpPr>
          <p:spPr>
            <a:xfrm>
              <a:off x="1523108" y="7753078"/>
              <a:ext cx="28398" cy="28398"/>
            </a:xfrm>
            <a:prstGeom prst="ellipse">
              <a:avLst/>
            </a:prstGeom>
            <a:solidFill>
              <a:srgbClr val="7F8C97">
                <a:alpha val="48000"/>
              </a:srgbClr>
            </a:solidFill>
            <a:ln w="0">
              <a:noFill/>
              <a:prstDash val="solid"/>
            </a:ln>
          </p:spPr>
        </p:sp>
        <p:sp>
          <p:nvSpPr>
            <p:cNvPr id="3580" name="03_assume_matched_3579">
              <a:extLst>
                <a:ext uri="{FF2B5EF4-FFF2-40B4-BE49-F238E27FC236}">
                  <a16:creationId xmlns:a16="http://schemas.microsoft.com/office/drawing/2014/main" id="{73CEB146-22F0-43F8-BF59-C927F63F5632}"/>
                </a:ext>
              </a:extLst>
            </p:cNvPr>
            <p:cNvSpPr>
              <a:spLocks/>
            </p:cNvSpPr>
            <p:nvPr/>
          </p:nvSpPr>
          <p:spPr>
            <a:xfrm>
              <a:off x="1431726" y="7168208"/>
              <a:ext cx="28398" cy="28398"/>
            </a:xfrm>
            <a:prstGeom prst="ellipse">
              <a:avLst/>
            </a:prstGeom>
            <a:solidFill>
              <a:srgbClr val="7F8C97">
                <a:alpha val="48000"/>
              </a:srgbClr>
            </a:solidFill>
            <a:ln w="0">
              <a:noFill/>
              <a:prstDash val="solid"/>
            </a:ln>
          </p:spPr>
        </p:sp>
        <p:sp>
          <p:nvSpPr>
            <p:cNvPr id="3581" name="03_assume_matched_3580">
              <a:extLst>
                <a:ext uri="{FF2B5EF4-FFF2-40B4-BE49-F238E27FC236}">
                  <a16:creationId xmlns:a16="http://schemas.microsoft.com/office/drawing/2014/main" id="{E6EE0801-0C4E-431D-AB50-75C848BA8DC6}"/>
                </a:ext>
              </a:extLst>
            </p:cNvPr>
            <p:cNvSpPr>
              <a:spLocks/>
            </p:cNvSpPr>
            <p:nvPr/>
          </p:nvSpPr>
          <p:spPr>
            <a:xfrm>
              <a:off x="1420933" y="7168208"/>
              <a:ext cx="28398" cy="28398"/>
            </a:xfrm>
            <a:prstGeom prst="ellipse">
              <a:avLst/>
            </a:prstGeom>
            <a:solidFill>
              <a:srgbClr val="7F8C97">
                <a:alpha val="48000"/>
              </a:srgbClr>
            </a:solidFill>
            <a:ln w="0">
              <a:noFill/>
              <a:prstDash val="solid"/>
            </a:ln>
          </p:spPr>
        </p:sp>
        <p:sp>
          <p:nvSpPr>
            <p:cNvPr id="3582" name="03_assume_matched_3581">
              <a:extLst>
                <a:ext uri="{FF2B5EF4-FFF2-40B4-BE49-F238E27FC236}">
                  <a16:creationId xmlns:a16="http://schemas.microsoft.com/office/drawing/2014/main" id="{37AE4515-BE74-4577-8FC7-5AAB20AD4682}"/>
                </a:ext>
              </a:extLst>
            </p:cNvPr>
            <p:cNvSpPr>
              <a:spLocks/>
            </p:cNvSpPr>
            <p:nvPr/>
          </p:nvSpPr>
          <p:spPr>
            <a:xfrm>
              <a:off x="1503825" y="7314426"/>
              <a:ext cx="28398" cy="28398"/>
            </a:xfrm>
            <a:prstGeom prst="ellipse">
              <a:avLst/>
            </a:prstGeom>
            <a:solidFill>
              <a:srgbClr val="7F8C97">
                <a:alpha val="48000"/>
              </a:srgbClr>
            </a:solidFill>
            <a:ln w="0">
              <a:noFill/>
              <a:prstDash val="solid"/>
            </a:ln>
          </p:spPr>
        </p:sp>
        <p:sp>
          <p:nvSpPr>
            <p:cNvPr id="3583" name="03_assume_matched_3582">
              <a:extLst>
                <a:ext uri="{FF2B5EF4-FFF2-40B4-BE49-F238E27FC236}">
                  <a16:creationId xmlns:a16="http://schemas.microsoft.com/office/drawing/2014/main" id="{D76560B4-DD21-4B51-8375-344F87664050}"/>
                </a:ext>
              </a:extLst>
            </p:cNvPr>
            <p:cNvSpPr>
              <a:spLocks/>
            </p:cNvSpPr>
            <p:nvPr/>
          </p:nvSpPr>
          <p:spPr>
            <a:xfrm>
              <a:off x="1540953" y="7168208"/>
              <a:ext cx="28398" cy="28398"/>
            </a:xfrm>
            <a:prstGeom prst="ellipse">
              <a:avLst/>
            </a:prstGeom>
            <a:solidFill>
              <a:srgbClr val="7F8C97">
                <a:alpha val="48000"/>
              </a:srgbClr>
            </a:solidFill>
            <a:ln w="0">
              <a:noFill/>
              <a:prstDash val="solid"/>
            </a:ln>
          </p:spPr>
        </p:sp>
        <p:sp>
          <p:nvSpPr>
            <p:cNvPr id="3584" name="03_assume_matched_3583">
              <a:extLst>
                <a:ext uri="{FF2B5EF4-FFF2-40B4-BE49-F238E27FC236}">
                  <a16:creationId xmlns:a16="http://schemas.microsoft.com/office/drawing/2014/main" id="{BA332CEE-35A3-48E3-BDE4-469D79EFAD8D}"/>
                </a:ext>
              </a:extLst>
            </p:cNvPr>
            <p:cNvSpPr>
              <a:spLocks/>
            </p:cNvSpPr>
            <p:nvPr/>
          </p:nvSpPr>
          <p:spPr>
            <a:xfrm>
              <a:off x="1547141" y="7168208"/>
              <a:ext cx="28398" cy="28398"/>
            </a:xfrm>
            <a:prstGeom prst="ellipse">
              <a:avLst/>
            </a:prstGeom>
            <a:solidFill>
              <a:srgbClr val="7F8C97">
                <a:alpha val="48000"/>
              </a:srgbClr>
            </a:solidFill>
            <a:ln w="0">
              <a:noFill/>
              <a:prstDash val="solid"/>
            </a:ln>
          </p:spPr>
        </p:sp>
        <p:sp>
          <p:nvSpPr>
            <p:cNvPr id="3585" name="03_assume_matched_3584">
              <a:extLst>
                <a:ext uri="{FF2B5EF4-FFF2-40B4-BE49-F238E27FC236}">
                  <a16:creationId xmlns:a16="http://schemas.microsoft.com/office/drawing/2014/main" id="{5FE64FA0-941E-4E09-AE76-3D8FCD437B6F}"/>
                </a:ext>
              </a:extLst>
            </p:cNvPr>
            <p:cNvSpPr>
              <a:spLocks/>
            </p:cNvSpPr>
            <p:nvPr/>
          </p:nvSpPr>
          <p:spPr>
            <a:xfrm>
              <a:off x="1458206" y="7168208"/>
              <a:ext cx="28398" cy="28398"/>
            </a:xfrm>
            <a:prstGeom prst="ellipse">
              <a:avLst/>
            </a:prstGeom>
            <a:solidFill>
              <a:srgbClr val="7F8C97">
                <a:alpha val="48000"/>
              </a:srgbClr>
            </a:solidFill>
            <a:ln w="0">
              <a:noFill/>
              <a:prstDash val="solid"/>
            </a:ln>
          </p:spPr>
        </p:sp>
        <p:sp>
          <p:nvSpPr>
            <p:cNvPr id="3586" name="03_assume_matched_3585">
              <a:extLst>
                <a:ext uri="{FF2B5EF4-FFF2-40B4-BE49-F238E27FC236}">
                  <a16:creationId xmlns:a16="http://schemas.microsoft.com/office/drawing/2014/main" id="{9E617E45-96CA-4523-B022-915DE654E1AB}"/>
                </a:ext>
              </a:extLst>
            </p:cNvPr>
            <p:cNvSpPr>
              <a:spLocks/>
            </p:cNvSpPr>
            <p:nvPr/>
          </p:nvSpPr>
          <p:spPr>
            <a:xfrm>
              <a:off x="1511020" y="7558121"/>
              <a:ext cx="28398" cy="28398"/>
            </a:xfrm>
            <a:prstGeom prst="ellipse">
              <a:avLst/>
            </a:prstGeom>
            <a:solidFill>
              <a:srgbClr val="7F8C97">
                <a:alpha val="48000"/>
              </a:srgbClr>
            </a:solidFill>
            <a:ln w="0">
              <a:noFill/>
              <a:prstDash val="solid"/>
            </a:ln>
          </p:spPr>
        </p:sp>
        <p:sp>
          <p:nvSpPr>
            <p:cNvPr id="3587" name="03_assume_matched_3586">
              <a:extLst>
                <a:ext uri="{FF2B5EF4-FFF2-40B4-BE49-F238E27FC236}">
                  <a16:creationId xmlns:a16="http://schemas.microsoft.com/office/drawing/2014/main" id="{08458055-E757-4EE8-BFC4-D37FB1880738}"/>
                </a:ext>
              </a:extLst>
            </p:cNvPr>
            <p:cNvSpPr>
              <a:spLocks/>
            </p:cNvSpPr>
            <p:nvPr/>
          </p:nvSpPr>
          <p:spPr>
            <a:xfrm>
              <a:off x="1521957" y="7168208"/>
              <a:ext cx="28398" cy="28398"/>
            </a:xfrm>
            <a:prstGeom prst="ellipse">
              <a:avLst/>
            </a:prstGeom>
            <a:solidFill>
              <a:srgbClr val="7F8C97">
                <a:alpha val="48000"/>
              </a:srgbClr>
            </a:solidFill>
            <a:ln w="0">
              <a:noFill/>
              <a:prstDash val="solid"/>
            </a:ln>
          </p:spPr>
        </p:sp>
        <p:sp>
          <p:nvSpPr>
            <p:cNvPr id="3588" name="03_assume_matched_3587">
              <a:extLst>
                <a:ext uri="{FF2B5EF4-FFF2-40B4-BE49-F238E27FC236}">
                  <a16:creationId xmlns:a16="http://schemas.microsoft.com/office/drawing/2014/main" id="{E04D1002-97AE-4A8B-A22A-D1EC6BE7A8BE}"/>
                </a:ext>
              </a:extLst>
            </p:cNvPr>
            <p:cNvSpPr>
              <a:spLocks/>
            </p:cNvSpPr>
            <p:nvPr/>
          </p:nvSpPr>
          <p:spPr>
            <a:xfrm>
              <a:off x="1539370" y="7168208"/>
              <a:ext cx="28398" cy="28398"/>
            </a:xfrm>
            <a:prstGeom prst="ellipse">
              <a:avLst/>
            </a:prstGeom>
            <a:solidFill>
              <a:srgbClr val="7F8C97">
                <a:alpha val="48000"/>
              </a:srgbClr>
            </a:solidFill>
            <a:ln w="0">
              <a:noFill/>
              <a:prstDash val="solid"/>
            </a:ln>
          </p:spPr>
        </p:sp>
        <p:sp>
          <p:nvSpPr>
            <p:cNvPr id="3589" name="03_assume_matched_3588">
              <a:extLst>
                <a:ext uri="{FF2B5EF4-FFF2-40B4-BE49-F238E27FC236}">
                  <a16:creationId xmlns:a16="http://schemas.microsoft.com/office/drawing/2014/main" id="{9D5D2F66-DD69-4045-8523-AC65E242029C}"/>
                </a:ext>
              </a:extLst>
            </p:cNvPr>
            <p:cNvSpPr>
              <a:spLocks/>
            </p:cNvSpPr>
            <p:nvPr/>
          </p:nvSpPr>
          <p:spPr>
            <a:xfrm>
              <a:off x="1524116" y="7168208"/>
              <a:ext cx="28398" cy="28398"/>
            </a:xfrm>
            <a:prstGeom prst="ellipse">
              <a:avLst/>
            </a:prstGeom>
            <a:solidFill>
              <a:srgbClr val="7F8C97">
                <a:alpha val="48000"/>
              </a:srgbClr>
            </a:solidFill>
            <a:ln w="0">
              <a:noFill/>
              <a:prstDash val="solid"/>
            </a:ln>
          </p:spPr>
        </p:sp>
        <p:sp>
          <p:nvSpPr>
            <p:cNvPr id="3590" name="03_assume_matched_3589">
              <a:extLst>
                <a:ext uri="{FF2B5EF4-FFF2-40B4-BE49-F238E27FC236}">
                  <a16:creationId xmlns:a16="http://schemas.microsoft.com/office/drawing/2014/main" id="{DBAF6846-B3E1-44FF-8068-B79D68FEA74E}"/>
                </a:ext>
              </a:extLst>
            </p:cNvPr>
            <p:cNvSpPr>
              <a:spLocks/>
            </p:cNvSpPr>
            <p:nvPr/>
          </p:nvSpPr>
          <p:spPr>
            <a:xfrm>
              <a:off x="1502386" y="7168208"/>
              <a:ext cx="28398" cy="28398"/>
            </a:xfrm>
            <a:prstGeom prst="ellipse">
              <a:avLst/>
            </a:prstGeom>
            <a:solidFill>
              <a:srgbClr val="7F8C97">
                <a:alpha val="48000"/>
              </a:srgbClr>
            </a:solidFill>
            <a:ln w="0">
              <a:noFill/>
              <a:prstDash val="solid"/>
            </a:ln>
          </p:spPr>
        </p:sp>
        <p:sp>
          <p:nvSpPr>
            <p:cNvPr id="3591" name="03_assume_matched_3590">
              <a:extLst>
                <a:ext uri="{FF2B5EF4-FFF2-40B4-BE49-F238E27FC236}">
                  <a16:creationId xmlns:a16="http://schemas.microsoft.com/office/drawing/2014/main" id="{623B2860-67FD-4355-8A2C-1FC2338E33B1}"/>
                </a:ext>
              </a:extLst>
            </p:cNvPr>
            <p:cNvSpPr>
              <a:spLocks/>
            </p:cNvSpPr>
            <p:nvPr/>
          </p:nvSpPr>
          <p:spPr>
            <a:xfrm>
              <a:off x="1414169" y="7168208"/>
              <a:ext cx="28398" cy="28398"/>
            </a:xfrm>
            <a:prstGeom prst="ellipse">
              <a:avLst/>
            </a:prstGeom>
            <a:solidFill>
              <a:srgbClr val="7F8C97">
                <a:alpha val="48000"/>
              </a:srgbClr>
            </a:solidFill>
            <a:ln w="0">
              <a:noFill/>
              <a:prstDash val="solid"/>
            </a:ln>
          </p:spPr>
        </p:sp>
        <p:sp>
          <p:nvSpPr>
            <p:cNvPr id="3592" name="03_assume_matched_3591">
              <a:extLst>
                <a:ext uri="{FF2B5EF4-FFF2-40B4-BE49-F238E27FC236}">
                  <a16:creationId xmlns:a16="http://schemas.microsoft.com/office/drawing/2014/main" id="{F33089C0-4B3E-4E69-9535-9D2F064872BA}"/>
                </a:ext>
              </a:extLst>
            </p:cNvPr>
            <p:cNvSpPr>
              <a:spLocks/>
            </p:cNvSpPr>
            <p:nvPr/>
          </p:nvSpPr>
          <p:spPr>
            <a:xfrm>
              <a:off x="1428129" y="7168208"/>
              <a:ext cx="28398" cy="28398"/>
            </a:xfrm>
            <a:prstGeom prst="ellipse">
              <a:avLst/>
            </a:prstGeom>
            <a:solidFill>
              <a:srgbClr val="7F8C97">
                <a:alpha val="48000"/>
              </a:srgbClr>
            </a:solidFill>
            <a:ln w="0">
              <a:noFill/>
              <a:prstDash val="solid"/>
            </a:ln>
          </p:spPr>
        </p:sp>
        <p:sp>
          <p:nvSpPr>
            <p:cNvPr id="3593" name="03_assume_matched_3592">
              <a:extLst>
                <a:ext uri="{FF2B5EF4-FFF2-40B4-BE49-F238E27FC236}">
                  <a16:creationId xmlns:a16="http://schemas.microsoft.com/office/drawing/2014/main" id="{50174B56-7AB1-4402-8093-186C0B68ED08}"/>
                </a:ext>
              </a:extLst>
            </p:cNvPr>
            <p:cNvSpPr>
              <a:spLocks/>
            </p:cNvSpPr>
            <p:nvPr/>
          </p:nvSpPr>
          <p:spPr>
            <a:xfrm>
              <a:off x="1489290" y="7168208"/>
              <a:ext cx="28398" cy="28398"/>
            </a:xfrm>
            <a:prstGeom prst="ellipse">
              <a:avLst/>
            </a:prstGeom>
            <a:solidFill>
              <a:srgbClr val="7F8C97">
                <a:alpha val="48000"/>
              </a:srgbClr>
            </a:solidFill>
            <a:ln w="0">
              <a:noFill/>
              <a:prstDash val="solid"/>
            </a:ln>
          </p:spPr>
        </p:sp>
        <p:sp>
          <p:nvSpPr>
            <p:cNvPr id="3594" name="03_assume_matched_3593">
              <a:extLst>
                <a:ext uri="{FF2B5EF4-FFF2-40B4-BE49-F238E27FC236}">
                  <a16:creationId xmlns:a16="http://schemas.microsoft.com/office/drawing/2014/main" id="{7C052AEF-CC61-4E42-B2EC-3F936D30F2A7}"/>
                </a:ext>
              </a:extLst>
            </p:cNvPr>
            <p:cNvSpPr>
              <a:spLocks/>
            </p:cNvSpPr>
            <p:nvPr/>
          </p:nvSpPr>
          <p:spPr>
            <a:xfrm>
              <a:off x="1434173" y="7753078"/>
              <a:ext cx="28398" cy="28398"/>
            </a:xfrm>
            <a:prstGeom prst="ellipse">
              <a:avLst/>
            </a:prstGeom>
            <a:solidFill>
              <a:srgbClr val="7F8C97">
                <a:alpha val="48000"/>
              </a:srgbClr>
            </a:solidFill>
            <a:ln w="0">
              <a:noFill/>
              <a:prstDash val="solid"/>
            </a:ln>
          </p:spPr>
        </p:sp>
        <p:sp>
          <p:nvSpPr>
            <p:cNvPr id="3595" name="03_assume_matched_3594">
              <a:extLst>
                <a:ext uri="{FF2B5EF4-FFF2-40B4-BE49-F238E27FC236}">
                  <a16:creationId xmlns:a16="http://schemas.microsoft.com/office/drawing/2014/main" id="{2C6678D0-1B42-4ACF-87EF-5A7FBD3C9897}"/>
                </a:ext>
              </a:extLst>
            </p:cNvPr>
            <p:cNvSpPr>
              <a:spLocks/>
            </p:cNvSpPr>
            <p:nvPr/>
          </p:nvSpPr>
          <p:spPr>
            <a:xfrm>
              <a:off x="1460220" y="7168208"/>
              <a:ext cx="28398" cy="28398"/>
            </a:xfrm>
            <a:prstGeom prst="ellipse">
              <a:avLst/>
            </a:prstGeom>
            <a:solidFill>
              <a:srgbClr val="7F8C97">
                <a:alpha val="48000"/>
              </a:srgbClr>
            </a:solidFill>
            <a:ln w="0">
              <a:noFill/>
              <a:prstDash val="solid"/>
            </a:ln>
          </p:spPr>
        </p:sp>
        <p:sp>
          <p:nvSpPr>
            <p:cNvPr id="3596" name="03_assume_matched_3595">
              <a:extLst>
                <a:ext uri="{FF2B5EF4-FFF2-40B4-BE49-F238E27FC236}">
                  <a16:creationId xmlns:a16="http://schemas.microsoft.com/office/drawing/2014/main" id="{8B81397A-E9E6-46C6-A8DC-CFE1B92EF7EC}"/>
                </a:ext>
              </a:extLst>
            </p:cNvPr>
            <p:cNvSpPr>
              <a:spLocks/>
            </p:cNvSpPr>
            <p:nvPr/>
          </p:nvSpPr>
          <p:spPr>
            <a:xfrm>
              <a:off x="1409276" y="7753078"/>
              <a:ext cx="28398" cy="28398"/>
            </a:xfrm>
            <a:prstGeom prst="ellipse">
              <a:avLst/>
            </a:prstGeom>
            <a:solidFill>
              <a:srgbClr val="7F8C97">
                <a:alpha val="48000"/>
              </a:srgbClr>
            </a:solidFill>
            <a:ln w="0">
              <a:noFill/>
              <a:prstDash val="solid"/>
            </a:ln>
          </p:spPr>
        </p:sp>
        <p:sp>
          <p:nvSpPr>
            <p:cNvPr id="3597" name="03_assume_matched_3596">
              <a:extLst>
                <a:ext uri="{FF2B5EF4-FFF2-40B4-BE49-F238E27FC236}">
                  <a16:creationId xmlns:a16="http://schemas.microsoft.com/office/drawing/2014/main" id="{0C3F5CAC-52DE-4D9F-A404-30DC4AE7E7B6}"/>
                </a:ext>
              </a:extLst>
            </p:cNvPr>
            <p:cNvSpPr>
              <a:spLocks/>
            </p:cNvSpPr>
            <p:nvPr/>
          </p:nvSpPr>
          <p:spPr>
            <a:xfrm>
              <a:off x="2281956" y="7168208"/>
              <a:ext cx="28398" cy="28398"/>
            </a:xfrm>
            <a:prstGeom prst="ellipse">
              <a:avLst/>
            </a:prstGeom>
            <a:solidFill>
              <a:srgbClr val="7F8C97">
                <a:alpha val="48000"/>
              </a:srgbClr>
            </a:solidFill>
            <a:ln w="0">
              <a:noFill/>
              <a:prstDash val="solid"/>
            </a:ln>
          </p:spPr>
        </p:sp>
        <p:sp>
          <p:nvSpPr>
            <p:cNvPr id="3598" name="03_assume_matched_3597">
              <a:extLst>
                <a:ext uri="{FF2B5EF4-FFF2-40B4-BE49-F238E27FC236}">
                  <a16:creationId xmlns:a16="http://schemas.microsoft.com/office/drawing/2014/main" id="{82224956-46C0-436F-9560-8A57BD80FD2E}"/>
                </a:ext>
              </a:extLst>
            </p:cNvPr>
            <p:cNvSpPr>
              <a:spLocks/>
            </p:cNvSpPr>
            <p:nvPr/>
          </p:nvSpPr>
          <p:spPr>
            <a:xfrm>
              <a:off x="2270443" y="7168208"/>
              <a:ext cx="28398" cy="28398"/>
            </a:xfrm>
            <a:prstGeom prst="ellipse">
              <a:avLst/>
            </a:prstGeom>
            <a:solidFill>
              <a:srgbClr val="7F8C97">
                <a:alpha val="48000"/>
              </a:srgbClr>
            </a:solidFill>
            <a:ln w="0">
              <a:noFill/>
              <a:prstDash val="solid"/>
            </a:ln>
          </p:spPr>
        </p:sp>
        <p:sp>
          <p:nvSpPr>
            <p:cNvPr id="3599" name="03_assume_matched_3598">
              <a:extLst>
                <a:ext uri="{FF2B5EF4-FFF2-40B4-BE49-F238E27FC236}">
                  <a16:creationId xmlns:a16="http://schemas.microsoft.com/office/drawing/2014/main" id="{4BE0BE6B-B505-49CE-B387-42931C8714E9}"/>
                </a:ext>
              </a:extLst>
            </p:cNvPr>
            <p:cNvSpPr>
              <a:spLocks/>
            </p:cNvSpPr>
            <p:nvPr/>
          </p:nvSpPr>
          <p:spPr>
            <a:xfrm>
              <a:off x="2213311" y="7168208"/>
              <a:ext cx="28398" cy="28398"/>
            </a:xfrm>
            <a:prstGeom prst="ellipse">
              <a:avLst/>
            </a:prstGeom>
            <a:solidFill>
              <a:srgbClr val="7F8C97">
                <a:alpha val="48000"/>
              </a:srgbClr>
            </a:solidFill>
            <a:ln w="0">
              <a:noFill/>
              <a:prstDash val="solid"/>
            </a:ln>
          </p:spPr>
        </p:sp>
        <p:sp>
          <p:nvSpPr>
            <p:cNvPr id="3600" name="03_assume_matched_3599">
              <a:extLst>
                <a:ext uri="{FF2B5EF4-FFF2-40B4-BE49-F238E27FC236}">
                  <a16:creationId xmlns:a16="http://schemas.microsoft.com/office/drawing/2014/main" id="{163E769F-AB53-49D8-B471-2D7BD8C0854F}"/>
                </a:ext>
              </a:extLst>
            </p:cNvPr>
            <p:cNvSpPr>
              <a:spLocks/>
            </p:cNvSpPr>
            <p:nvPr/>
          </p:nvSpPr>
          <p:spPr>
            <a:xfrm>
              <a:off x="2292173" y="7168208"/>
              <a:ext cx="28398" cy="28398"/>
            </a:xfrm>
            <a:prstGeom prst="ellipse">
              <a:avLst/>
            </a:prstGeom>
            <a:solidFill>
              <a:srgbClr val="7F8C97">
                <a:alpha val="48000"/>
              </a:srgbClr>
            </a:solidFill>
            <a:ln w="0">
              <a:noFill/>
              <a:prstDash val="solid"/>
            </a:ln>
          </p:spPr>
        </p:sp>
        <p:sp>
          <p:nvSpPr>
            <p:cNvPr id="3601" name="03_assume_matched_3600">
              <a:extLst>
                <a:ext uri="{FF2B5EF4-FFF2-40B4-BE49-F238E27FC236}">
                  <a16:creationId xmlns:a16="http://schemas.microsoft.com/office/drawing/2014/main" id="{CA7BC344-F22E-488D-917E-48DC0E7B91CF}"/>
                </a:ext>
              </a:extLst>
            </p:cNvPr>
            <p:cNvSpPr>
              <a:spLocks/>
            </p:cNvSpPr>
            <p:nvPr/>
          </p:nvSpPr>
          <p:spPr>
            <a:xfrm>
              <a:off x="2259938" y="7168208"/>
              <a:ext cx="28398" cy="28398"/>
            </a:xfrm>
            <a:prstGeom prst="ellipse">
              <a:avLst/>
            </a:prstGeom>
            <a:solidFill>
              <a:srgbClr val="7F8C97">
                <a:alpha val="48000"/>
              </a:srgbClr>
            </a:solidFill>
            <a:ln w="0">
              <a:noFill/>
              <a:prstDash val="solid"/>
            </a:ln>
          </p:spPr>
        </p:sp>
        <p:sp>
          <p:nvSpPr>
            <p:cNvPr id="3602" name="03_assume_matched_3601">
              <a:extLst>
                <a:ext uri="{FF2B5EF4-FFF2-40B4-BE49-F238E27FC236}">
                  <a16:creationId xmlns:a16="http://schemas.microsoft.com/office/drawing/2014/main" id="{356DC29D-5E40-49FD-BC2B-81E00BA9DD62}"/>
                </a:ext>
              </a:extLst>
            </p:cNvPr>
            <p:cNvSpPr>
              <a:spLocks/>
            </p:cNvSpPr>
            <p:nvPr/>
          </p:nvSpPr>
          <p:spPr>
            <a:xfrm>
              <a:off x="2164670" y="7168208"/>
              <a:ext cx="28398" cy="28398"/>
            </a:xfrm>
            <a:prstGeom prst="ellipse">
              <a:avLst/>
            </a:prstGeom>
            <a:solidFill>
              <a:srgbClr val="7F8C97">
                <a:alpha val="48000"/>
              </a:srgbClr>
            </a:solidFill>
            <a:ln w="0">
              <a:noFill/>
              <a:prstDash val="solid"/>
            </a:ln>
          </p:spPr>
        </p:sp>
        <p:sp>
          <p:nvSpPr>
            <p:cNvPr id="3603" name="03_assume_matched_3602">
              <a:extLst>
                <a:ext uri="{FF2B5EF4-FFF2-40B4-BE49-F238E27FC236}">
                  <a16:creationId xmlns:a16="http://schemas.microsoft.com/office/drawing/2014/main" id="{66F9C891-D91A-4608-B265-E21FBA8CEAAB}"/>
                </a:ext>
              </a:extLst>
            </p:cNvPr>
            <p:cNvSpPr>
              <a:spLocks/>
            </p:cNvSpPr>
            <p:nvPr/>
          </p:nvSpPr>
          <p:spPr>
            <a:xfrm>
              <a:off x="2195322" y="7168208"/>
              <a:ext cx="28398" cy="28398"/>
            </a:xfrm>
            <a:prstGeom prst="ellipse">
              <a:avLst/>
            </a:prstGeom>
            <a:solidFill>
              <a:srgbClr val="7F8C97">
                <a:alpha val="48000"/>
              </a:srgbClr>
            </a:solidFill>
            <a:ln w="0">
              <a:noFill/>
              <a:prstDash val="solid"/>
            </a:ln>
          </p:spPr>
        </p:sp>
        <p:sp>
          <p:nvSpPr>
            <p:cNvPr id="3604" name="03_assume_matched_3603">
              <a:extLst>
                <a:ext uri="{FF2B5EF4-FFF2-40B4-BE49-F238E27FC236}">
                  <a16:creationId xmlns:a16="http://schemas.microsoft.com/office/drawing/2014/main" id="{411DDA3A-3498-4FB2-8967-D95E221F3E17}"/>
                </a:ext>
              </a:extLst>
            </p:cNvPr>
            <p:cNvSpPr>
              <a:spLocks/>
            </p:cNvSpPr>
            <p:nvPr/>
          </p:nvSpPr>
          <p:spPr>
            <a:xfrm>
              <a:off x="2164382" y="7606860"/>
              <a:ext cx="28398" cy="28398"/>
            </a:xfrm>
            <a:prstGeom prst="ellipse">
              <a:avLst/>
            </a:prstGeom>
            <a:solidFill>
              <a:srgbClr val="7F8C97">
                <a:alpha val="48000"/>
              </a:srgbClr>
            </a:solidFill>
            <a:ln w="0">
              <a:noFill/>
              <a:prstDash val="solid"/>
            </a:ln>
          </p:spPr>
        </p:sp>
        <p:sp>
          <p:nvSpPr>
            <p:cNvPr id="3605" name="03_assume_matched_3604">
              <a:extLst>
                <a:ext uri="{FF2B5EF4-FFF2-40B4-BE49-F238E27FC236}">
                  <a16:creationId xmlns:a16="http://schemas.microsoft.com/office/drawing/2014/main" id="{99A440FD-70BE-478C-A825-D1D61E42CB6F}"/>
                </a:ext>
              </a:extLst>
            </p:cNvPr>
            <p:cNvSpPr>
              <a:spLocks/>
            </p:cNvSpPr>
            <p:nvPr/>
          </p:nvSpPr>
          <p:spPr>
            <a:xfrm>
              <a:off x="2245691" y="7168208"/>
              <a:ext cx="28398" cy="28398"/>
            </a:xfrm>
            <a:prstGeom prst="ellipse">
              <a:avLst/>
            </a:prstGeom>
            <a:solidFill>
              <a:srgbClr val="7F8C97">
                <a:alpha val="48000"/>
              </a:srgbClr>
            </a:solidFill>
            <a:ln w="0">
              <a:noFill/>
              <a:prstDash val="solid"/>
            </a:ln>
          </p:spPr>
        </p:sp>
        <p:sp>
          <p:nvSpPr>
            <p:cNvPr id="3606" name="03_assume_matched_3605">
              <a:extLst>
                <a:ext uri="{FF2B5EF4-FFF2-40B4-BE49-F238E27FC236}">
                  <a16:creationId xmlns:a16="http://schemas.microsoft.com/office/drawing/2014/main" id="{EED3BFA3-4FAD-489D-A900-4B8ABEA4A4EB}"/>
                </a:ext>
              </a:extLst>
            </p:cNvPr>
            <p:cNvSpPr>
              <a:spLocks/>
            </p:cNvSpPr>
            <p:nvPr/>
          </p:nvSpPr>
          <p:spPr>
            <a:xfrm>
              <a:off x="2226982" y="7168208"/>
              <a:ext cx="28398" cy="28398"/>
            </a:xfrm>
            <a:prstGeom prst="ellipse">
              <a:avLst/>
            </a:prstGeom>
            <a:solidFill>
              <a:srgbClr val="7F8C97">
                <a:alpha val="48000"/>
              </a:srgbClr>
            </a:solidFill>
            <a:ln w="0">
              <a:noFill/>
              <a:prstDash val="solid"/>
            </a:ln>
          </p:spPr>
        </p:sp>
        <p:sp>
          <p:nvSpPr>
            <p:cNvPr id="3607" name="03_assume_matched_3606">
              <a:extLst>
                <a:ext uri="{FF2B5EF4-FFF2-40B4-BE49-F238E27FC236}">
                  <a16:creationId xmlns:a16="http://schemas.microsoft.com/office/drawing/2014/main" id="{C23F6920-7060-46E3-B28B-E1D48C680B6B}"/>
                </a:ext>
              </a:extLst>
            </p:cNvPr>
            <p:cNvSpPr>
              <a:spLocks/>
            </p:cNvSpPr>
            <p:nvPr/>
          </p:nvSpPr>
          <p:spPr>
            <a:xfrm>
              <a:off x="2211728" y="7168208"/>
              <a:ext cx="28398" cy="28398"/>
            </a:xfrm>
            <a:prstGeom prst="ellipse">
              <a:avLst/>
            </a:prstGeom>
            <a:solidFill>
              <a:srgbClr val="7F8C97">
                <a:alpha val="48000"/>
              </a:srgbClr>
            </a:solidFill>
            <a:ln w="0">
              <a:noFill/>
              <a:prstDash val="solid"/>
            </a:ln>
          </p:spPr>
        </p:sp>
        <p:sp>
          <p:nvSpPr>
            <p:cNvPr id="3608" name="03_assume_matched_3607">
              <a:extLst>
                <a:ext uri="{FF2B5EF4-FFF2-40B4-BE49-F238E27FC236}">
                  <a16:creationId xmlns:a16="http://schemas.microsoft.com/office/drawing/2014/main" id="{B821C81C-1D6A-402F-B4A2-957B5988B227}"/>
                </a:ext>
              </a:extLst>
            </p:cNvPr>
            <p:cNvSpPr>
              <a:spLocks/>
            </p:cNvSpPr>
            <p:nvPr/>
          </p:nvSpPr>
          <p:spPr>
            <a:xfrm>
              <a:off x="2197481" y="7753078"/>
              <a:ext cx="28398" cy="28398"/>
            </a:xfrm>
            <a:prstGeom prst="ellipse">
              <a:avLst/>
            </a:prstGeom>
            <a:solidFill>
              <a:srgbClr val="7F8C97">
                <a:alpha val="48000"/>
              </a:srgbClr>
            </a:solidFill>
            <a:ln w="0">
              <a:noFill/>
              <a:prstDash val="solid"/>
            </a:ln>
          </p:spPr>
        </p:sp>
        <p:sp>
          <p:nvSpPr>
            <p:cNvPr id="3609" name="03_assume_matched_3608">
              <a:extLst>
                <a:ext uri="{FF2B5EF4-FFF2-40B4-BE49-F238E27FC236}">
                  <a16:creationId xmlns:a16="http://schemas.microsoft.com/office/drawing/2014/main" id="{D52255C0-005C-42B4-8574-845AE517CD2C}"/>
                </a:ext>
              </a:extLst>
            </p:cNvPr>
            <p:cNvSpPr>
              <a:spLocks/>
            </p:cNvSpPr>
            <p:nvPr/>
          </p:nvSpPr>
          <p:spPr>
            <a:xfrm>
              <a:off x="2213887" y="7168208"/>
              <a:ext cx="28398" cy="28398"/>
            </a:xfrm>
            <a:prstGeom prst="ellipse">
              <a:avLst/>
            </a:prstGeom>
            <a:solidFill>
              <a:srgbClr val="7F8C97">
                <a:alpha val="48000"/>
              </a:srgbClr>
            </a:solidFill>
            <a:ln w="0">
              <a:noFill/>
              <a:prstDash val="solid"/>
            </a:ln>
          </p:spPr>
        </p:sp>
        <p:sp>
          <p:nvSpPr>
            <p:cNvPr id="3610" name="03_assume_matched_3609">
              <a:extLst>
                <a:ext uri="{FF2B5EF4-FFF2-40B4-BE49-F238E27FC236}">
                  <a16:creationId xmlns:a16="http://schemas.microsoft.com/office/drawing/2014/main" id="{12357273-FE31-480A-A2FC-6E2A8748B7C6}"/>
                </a:ext>
              </a:extLst>
            </p:cNvPr>
            <p:cNvSpPr>
              <a:spLocks/>
            </p:cNvSpPr>
            <p:nvPr/>
          </p:nvSpPr>
          <p:spPr>
            <a:xfrm>
              <a:off x="2299081" y="7314426"/>
              <a:ext cx="28398" cy="28398"/>
            </a:xfrm>
            <a:prstGeom prst="ellipse">
              <a:avLst/>
            </a:prstGeom>
            <a:solidFill>
              <a:srgbClr val="7F8C97">
                <a:alpha val="48000"/>
              </a:srgbClr>
            </a:solidFill>
            <a:ln w="0">
              <a:noFill/>
              <a:prstDash val="solid"/>
            </a:ln>
          </p:spPr>
        </p:sp>
        <p:sp>
          <p:nvSpPr>
            <p:cNvPr id="3611" name="03_assume_matched_3610">
              <a:extLst>
                <a:ext uri="{FF2B5EF4-FFF2-40B4-BE49-F238E27FC236}">
                  <a16:creationId xmlns:a16="http://schemas.microsoft.com/office/drawing/2014/main" id="{E5B27610-7B1D-48A5-88A0-D9F7D2890890}"/>
                </a:ext>
              </a:extLst>
            </p:cNvPr>
            <p:cNvSpPr>
              <a:spLocks/>
            </p:cNvSpPr>
            <p:nvPr/>
          </p:nvSpPr>
          <p:spPr>
            <a:xfrm>
              <a:off x="2254037" y="7168208"/>
              <a:ext cx="28398" cy="28398"/>
            </a:xfrm>
            <a:prstGeom prst="ellipse">
              <a:avLst/>
            </a:prstGeom>
            <a:solidFill>
              <a:srgbClr val="7F8C97">
                <a:alpha val="48000"/>
              </a:srgbClr>
            </a:solidFill>
            <a:ln w="0">
              <a:noFill/>
              <a:prstDash val="solid"/>
            </a:ln>
          </p:spPr>
        </p:sp>
        <p:sp>
          <p:nvSpPr>
            <p:cNvPr id="3612" name="03_assume_matched_3611">
              <a:extLst>
                <a:ext uri="{FF2B5EF4-FFF2-40B4-BE49-F238E27FC236}">
                  <a16:creationId xmlns:a16="http://schemas.microsoft.com/office/drawing/2014/main" id="{C9B1D2FB-8C64-4A65-8929-A56C23AA367B}"/>
                </a:ext>
              </a:extLst>
            </p:cNvPr>
            <p:cNvSpPr>
              <a:spLocks/>
            </p:cNvSpPr>
            <p:nvPr/>
          </p:nvSpPr>
          <p:spPr>
            <a:xfrm>
              <a:off x="2263823" y="7688092"/>
              <a:ext cx="28398" cy="28398"/>
            </a:xfrm>
            <a:prstGeom prst="ellipse">
              <a:avLst/>
            </a:prstGeom>
            <a:solidFill>
              <a:srgbClr val="7F8C97">
                <a:alpha val="48000"/>
              </a:srgbClr>
            </a:solidFill>
            <a:ln w="0">
              <a:noFill/>
              <a:prstDash val="solid"/>
            </a:ln>
          </p:spPr>
        </p:sp>
        <p:sp>
          <p:nvSpPr>
            <p:cNvPr id="3613" name="03_assume_matched_3612">
              <a:extLst>
                <a:ext uri="{FF2B5EF4-FFF2-40B4-BE49-F238E27FC236}">
                  <a16:creationId xmlns:a16="http://schemas.microsoft.com/office/drawing/2014/main" id="{729CE8D2-3EB1-4E17-8B4C-02C74B7FDA19}"/>
                </a:ext>
              </a:extLst>
            </p:cNvPr>
            <p:cNvSpPr>
              <a:spLocks/>
            </p:cNvSpPr>
            <p:nvPr/>
          </p:nvSpPr>
          <p:spPr>
            <a:xfrm>
              <a:off x="2200647" y="7558121"/>
              <a:ext cx="28398" cy="28398"/>
            </a:xfrm>
            <a:prstGeom prst="ellipse">
              <a:avLst/>
            </a:prstGeom>
            <a:solidFill>
              <a:srgbClr val="7F8C97">
                <a:alpha val="48000"/>
              </a:srgbClr>
            </a:solidFill>
            <a:ln w="0">
              <a:noFill/>
              <a:prstDash val="solid"/>
            </a:ln>
          </p:spPr>
        </p:sp>
        <p:sp>
          <p:nvSpPr>
            <p:cNvPr id="3614" name="03_assume_matched_3613">
              <a:extLst>
                <a:ext uri="{FF2B5EF4-FFF2-40B4-BE49-F238E27FC236}">
                  <a16:creationId xmlns:a16="http://schemas.microsoft.com/office/drawing/2014/main" id="{5E9FE32D-3DBA-4A6E-BD10-65C3A4D42EDA}"/>
                </a:ext>
              </a:extLst>
            </p:cNvPr>
            <p:cNvSpPr>
              <a:spLocks/>
            </p:cNvSpPr>
            <p:nvPr/>
          </p:nvSpPr>
          <p:spPr>
            <a:xfrm>
              <a:off x="2291022" y="7558121"/>
              <a:ext cx="28398" cy="28398"/>
            </a:xfrm>
            <a:prstGeom prst="ellipse">
              <a:avLst/>
            </a:prstGeom>
            <a:solidFill>
              <a:srgbClr val="7F8C97">
                <a:alpha val="48000"/>
              </a:srgbClr>
            </a:solidFill>
            <a:ln w="0">
              <a:noFill/>
              <a:prstDash val="solid"/>
            </a:ln>
          </p:spPr>
        </p:sp>
        <p:sp>
          <p:nvSpPr>
            <p:cNvPr id="3615" name="03_assume_matched_3614">
              <a:extLst>
                <a:ext uri="{FF2B5EF4-FFF2-40B4-BE49-F238E27FC236}">
                  <a16:creationId xmlns:a16="http://schemas.microsoft.com/office/drawing/2014/main" id="{BC104C2B-CB41-4A34-B752-20D8A0C54C62}"/>
                </a:ext>
              </a:extLst>
            </p:cNvPr>
            <p:cNvSpPr>
              <a:spLocks/>
            </p:cNvSpPr>
            <p:nvPr/>
          </p:nvSpPr>
          <p:spPr>
            <a:xfrm>
              <a:off x="2264111" y="7168208"/>
              <a:ext cx="28398" cy="28398"/>
            </a:xfrm>
            <a:prstGeom prst="ellipse">
              <a:avLst/>
            </a:prstGeom>
            <a:solidFill>
              <a:srgbClr val="7F8C97">
                <a:alpha val="48000"/>
              </a:srgbClr>
            </a:solidFill>
            <a:ln w="0">
              <a:noFill/>
              <a:prstDash val="solid"/>
            </a:ln>
          </p:spPr>
        </p:sp>
        <p:sp>
          <p:nvSpPr>
            <p:cNvPr id="3616" name="03_assume_matched_3615">
              <a:extLst>
                <a:ext uri="{FF2B5EF4-FFF2-40B4-BE49-F238E27FC236}">
                  <a16:creationId xmlns:a16="http://schemas.microsoft.com/office/drawing/2014/main" id="{50CE5BE1-A55B-4D2B-9CD4-36E7CF0FA66B}"/>
                </a:ext>
              </a:extLst>
            </p:cNvPr>
            <p:cNvSpPr>
              <a:spLocks/>
            </p:cNvSpPr>
            <p:nvPr/>
          </p:nvSpPr>
          <p:spPr>
            <a:xfrm>
              <a:off x="2181939" y="7753078"/>
              <a:ext cx="28398" cy="28398"/>
            </a:xfrm>
            <a:prstGeom prst="ellipse">
              <a:avLst/>
            </a:prstGeom>
            <a:solidFill>
              <a:srgbClr val="7F8C97">
                <a:alpha val="48000"/>
              </a:srgbClr>
            </a:solidFill>
            <a:ln w="0">
              <a:noFill/>
              <a:prstDash val="solid"/>
            </a:ln>
          </p:spPr>
        </p:sp>
        <p:sp>
          <p:nvSpPr>
            <p:cNvPr id="3617" name="03_assume_matched_3616">
              <a:extLst>
                <a:ext uri="{FF2B5EF4-FFF2-40B4-BE49-F238E27FC236}">
                  <a16:creationId xmlns:a16="http://schemas.microsoft.com/office/drawing/2014/main" id="{577D1518-9377-4F17-BEB5-363DDD7ADF26}"/>
                </a:ext>
              </a:extLst>
            </p:cNvPr>
            <p:cNvSpPr>
              <a:spLocks/>
            </p:cNvSpPr>
            <p:nvPr/>
          </p:nvSpPr>
          <p:spPr>
            <a:xfrm>
              <a:off x="2189278" y="7168208"/>
              <a:ext cx="28398" cy="28398"/>
            </a:xfrm>
            <a:prstGeom prst="ellipse">
              <a:avLst/>
            </a:prstGeom>
            <a:solidFill>
              <a:srgbClr val="7F8C97">
                <a:alpha val="48000"/>
              </a:srgbClr>
            </a:solidFill>
            <a:ln w="0">
              <a:noFill/>
              <a:prstDash val="solid"/>
            </a:ln>
          </p:spPr>
        </p:sp>
        <p:sp>
          <p:nvSpPr>
            <p:cNvPr id="3618" name="03_assume_matched_3617">
              <a:extLst>
                <a:ext uri="{FF2B5EF4-FFF2-40B4-BE49-F238E27FC236}">
                  <a16:creationId xmlns:a16="http://schemas.microsoft.com/office/drawing/2014/main" id="{51EEFB89-37E1-48F3-A9D6-BA30771BB488}"/>
                </a:ext>
              </a:extLst>
            </p:cNvPr>
            <p:cNvSpPr>
              <a:spLocks/>
            </p:cNvSpPr>
            <p:nvPr/>
          </p:nvSpPr>
          <p:spPr>
            <a:xfrm>
              <a:off x="2200503" y="7558121"/>
              <a:ext cx="28398" cy="28398"/>
            </a:xfrm>
            <a:prstGeom prst="ellipse">
              <a:avLst/>
            </a:prstGeom>
            <a:solidFill>
              <a:srgbClr val="7F8C97">
                <a:alpha val="48000"/>
              </a:srgbClr>
            </a:solidFill>
            <a:ln w="0">
              <a:noFill/>
              <a:prstDash val="solid"/>
            </a:ln>
          </p:spPr>
        </p:sp>
        <p:sp>
          <p:nvSpPr>
            <p:cNvPr id="3619" name="03_assume_matched_3618">
              <a:extLst>
                <a:ext uri="{FF2B5EF4-FFF2-40B4-BE49-F238E27FC236}">
                  <a16:creationId xmlns:a16="http://schemas.microsoft.com/office/drawing/2014/main" id="{FB869FF7-03C2-43AB-9703-743DBA52688C}"/>
                </a:ext>
              </a:extLst>
            </p:cNvPr>
            <p:cNvSpPr>
              <a:spLocks/>
            </p:cNvSpPr>
            <p:nvPr/>
          </p:nvSpPr>
          <p:spPr>
            <a:xfrm>
              <a:off x="2289871" y="7168208"/>
              <a:ext cx="28398" cy="28398"/>
            </a:xfrm>
            <a:prstGeom prst="ellipse">
              <a:avLst/>
            </a:prstGeom>
            <a:solidFill>
              <a:srgbClr val="7F8C97">
                <a:alpha val="48000"/>
              </a:srgbClr>
            </a:solidFill>
            <a:ln w="0">
              <a:noFill/>
              <a:prstDash val="solid"/>
            </a:ln>
          </p:spPr>
        </p:sp>
        <p:sp>
          <p:nvSpPr>
            <p:cNvPr id="3620" name="03_assume_matched_3619">
              <a:extLst>
                <a:ext uri="{FF2B5EF4-FFF2-40B4-BE49-F238E27FC236}">
                  <a16:creationId xmlns:a16="http://schemas.microsoft.com/office/drawing/2014/main" id="{BB4103B2-E611-4FC5-8B62-7F2E15D38A44}"/>
                </a:ext>
              </a:extLst>
            </p:cNvPr>
            <p:cNvSpPr>
              <a:spLocks/>
            </p:cNvSpPr>
            <p:nvPr/>
          </p:nvSpPr>
          <p:spPr>
            <a:xfrm>
              <a:off x="2202806" y="7168208"/>
              <a:ext cx="28398" cy="28398"/>
            </a:xfrm>
            <a:prstGeom prst="ellipse">
              <a:avLst/>
            </a:prstGeom>
            <a:solidFill>
              <a:srgbClr val="7F8C97">
                <a:alpha val="48000"/>
              </a:srgbClr>
            </a:solidFill>
            <a:ln w="0">
              <a:noFill/>
              <a:prstDash val="solid"/>
            </a:ln>
          </p:spPr>
        </p:sp>
        <p:sp>
          <p:nvSpPr>
            <p:cNvPr id="3621" name="03_assume_matched_3620">
              <a:extLst>
                <a:ext uri="{FF2B5EF4-FFF2-40B4-BE49-F238E27FC236}">
                  <a16:creationId xmlns:a16="http://schemas.microsoft.com/office/drawing/2014/main" id="{16E9E221-0BE7-4D41-8E96-112DFFFC1955}"/>
                </a:ext>
              </a:extLst>
            </p:cNvPr>
            <p:cNvSpPr>
              <a:spLocks/>
            </p:cNvSpPr>
            <p:nvPr/>
          </p:nvSpPr>
          <p:spPr>
            <a:xfrm>
              <a:off x="2281812" y="7493136"/>
              <a:ext cx="28398" cy="28398"/>
            </a:xfrm>
            <a:prstGeom prst="ellipse">
              <a:avLst/>
            </a:prstGeom>
            <a:solidFill>
              <a:srgbClr val="7F8C97">
                <a:alpha val="48000"/>
              </a:srgbClr>
            </a:solidFill>
            <a:ln w="0">
              <a:noFill/>
              <a:prstDash val="solid"/>
            </a:ln>
          </p:spPr>
        </p:sp>
        <p:sp>
          <p:nvSpPr>
            <p:cNvPr id="3622" name="03_assume_matched_3621">
              <a:extLst>
                <a:ext uri="{FF2B5EF4-FFF2-40B4-BE49-F238E27FC236}">
                  <a16:creationId xmlns:a16="http://schemas.microsoft.com/office/drawing/2014/main" id="{B8A40E35-03B4-4FA7-9C48-5C8C026F3EE1}"/>
                </a:ext>
              </a:extLst>
            </p:cNvPr>
            <p:cNvSpPr>
              <a:spLocks/>
            </p:cNvSpPr>
            <p:nvPr/>
          </p:nvSpPr>
          <p:spPr>
            <a:xfrm>
              <a:off x="2282963" y="7168208"/>
              <a:ext cx="28398" cy="28398"/>
            </a:xfrm>
            <a:prstGeom prst="ellipse">
              <a:avLst/>
            </a:prstGeom>
            <a:solidFill>
              <a:srgbClr val="7F8C97">
                <a:alpha val="48000"/>
              </a:srgbClr>
            </a:solidFill>
            <a:ln w="0">
              <a:noFill/>
              <a:prstDash val="solid"/>
            </a:ln>
          </p:spPr>
        </p:sp>
        <p:sp>
          <p:nvSpPr>
            <p:cNvPr id="3623" name="03_assume_matched_3622">
              <a:extLst>
                <a:ext uri="{FF2B5EF4-FFF2-40B4-BE49-F238E27FC236}">
                  <a16:creationId xmlns:a16="http://schemas.microsoft.com/office/drawing/2014/main" id="{678303F4-CECE-48CE-844C-9799929B8954}"/>
                </a:ext>
              </a:extLst>
            </p:cNvPr>
            <p:cNvSpPr>
              <a:spLocks/>
            </p:cNvSpPr>
            <p:nvPr/>
          </p:nvSpPr>
          <p:spPr>
            <a:xfrm>
              <a:off x="2286705" y="7753078"/>
              <a:ext cx="28398" cy="28398"/>
            </a:xfrm>
            <a:prstGeom prst="ellipse">
              <a:avLst/>
            </a:prstGeom>
            <a:solidFill>
              <a:srgbClr val="7F8C97">
                <a:alpha val="48000"/>
              </a:srgbClr>
            </a:solidFill>
            <a:ln w="0">
              <a:noFill/>
              <a:prstDash val="solid"/>
            </a:ln>
          </p:spPr>
        </p:sp>
        <p:sp>
          <p:nvSpPr>
            <p:cNvPr id="3624" name="03_assume_matched_3623">
              <a:extLst>
                <a:ext uri="{FF2B5EF4-FFF2-40B4-BE49-F238E27FC236}">
                  <a16:creationId xmlns:a16="http://schemas.microsoft.com/office/drawing/2014/main" id="{F5468599-284B-4979-BBA4-597054987F45}"/>
                </a:ext>
              </a:extLst>
            </p:cNvPr>
            <p:cNvSpPr>
              <a:spLocks/>
            </p:cNvSpPr>
            <p:nvPr/>
          </p:nvSpPr>
          <p:spPr>
            <a:xfrm>
              <a:off x="2203957" y="7753078"/>
              <a:ext cx="28398" cy="28398"/>
            </a:xfrm>
            <a:prstGeom prst="ellipse">
              <a:avLst/>
            </a:prstGeom>
            <a:solidFill>
              <a:srgbClr val="7F8C97">
                <a:alpha val="48000"/>
              </a:srgbClr>
            </a:solidFill>
            <a:ln w="0">
              <a:noFill/>
              <a:prstDash val="solid"/>
            </a:ln>
          </p:spPr>
        </p:sp>
        <p:sp>
          <p:nvSpPr>
            <p:cNvPr id="3625" name="03_assume_matched_3624">
              <a:extLst>
                <a:ext uri="{FF2B5EF4-FFF2-40B4-BE49-F238E27FC236}">
                  <a16:creationId xmlns:a16="http://schemas.microsoft.com/office/drawing/2014/main" id="{55D74380-8E5A-436B-A39D-37EA78687F3F}"/>
                </a:ext>
              </a:extLst>
            </p:cNvPr>
            <p:cNvSpPr>
              <a:spLocks/>
            </p:cNvSpPr>
            <p:nvPr/>
          </p:nvSpPr>
          <p:spPr>
            <a:xfrm>
              <a:off x="2182227" y="7168208"/>
              <a:ext cx="28398" cy="28398"/>
            </a:xfrm>
            <a:prstGeom prst="ellipse">
              <a:avLst/>
            </a:prstGeom>
            <a:solidFill>
              <a:srgbClr val="7F8C97">
                <a:alpha val="48000"/>
              </a:srgbClr>
            </a:solidFill>
            <a:ln w="0">
              <a:noFill/>
              <a:prstDash val="solid"/>
            </a:ln>
          </p:spPr>
        </p:sp>
        <p:sp>
          <p:nvSpPr>
            <p:cNvPr id="3626" name="03_assume_matched_3625">
              <a:extLst>
                <a:ext uri="{FF2B5EF4-FFF2-40B4-BE49-F238E27FC236}">
                  <a16:creationId xmlns:a16="http://schemas.microsoft.com/office/drawing/2014/main" id="{9BFF0731-F39D-4771-AE22-29194CF58A6F}"/>
                </a:ext>
              </a:extLst>
            </p:cNvPr>
            <p:cNvSpPr>
              <a:spLocks/>
            </p:cNvSpPr>
            <p:nvPr/>
          </p:nvSpPr>
          <p:spPr>
            <a:xfrm>
              <a:off x="2265982" y="7168208"/>
              <a:ext cx="28398" cy="28398"/>
            </a:xfrm>
            <a:prstGeom prst="ellipse">
              <a:avLst/>
            </a:prstGeom>
            <a:solidFill>
              <a:srgbClr val="7F8C97">
                <a:alpha val="48000"/>
              </a:srgbClr>
            </a:solidFill>
            <a:ln w="0">
              <a:noFill/>
              <a:prstDash val="solid"/>
            </a:ln>
          </p:spPr>
        </p:sp>
        <p:sp>
          <p:nvSpPr>
            <p:cNvPr id="3627" name="03_assume_matched_3626">
              <a:extLst>
                <a:ext uri="{FF2B5EF4-FFF2-40B4-BE49-F238E27FC236}">
                  <a16:creationId xmlns:a16="http://schemas.microsoft.com/office/drawing/2014/main" id="{7EDDDC5F-5D53-43F0-9C6C-F114E3081833}"/>
                </a:ext>
              </a:extLst>
            </p:cNvPr>
            <p:cNvSpPr>
              <a:spLocks/>
            </p:cNvSpPr>
            <p:nvPr/>
          </p:nvSpPr>
          <p:spPr>
            <a:xfrm>
              <a:off x="2175463" y="7168208"/>
              <a:ext cx="28398" cy="28398"/>
            </a:xfrm>
            <a:prstGeom prst="ellipse">
              <a:avLst/>
            </a:prstGeom>
            <a:solidFill>
              <a:srgbClr val="7F8C97">
                <a:alpha val="48000"/>
              </a:srgbClr>
            </a:solidFill>
            <a:ln w="0">
              <a:noFill/>
              <a:prstDash val="solid"/>
            </a:ln>
          </p:spPr>
        </p:sp>
        <p:sp>
          <p:nvSpPr>
            <p:cNvPr id="3628" name="03_assume_matched_3627">
              <a:extLst>
                <a:ext uri="{FF2B5EF4-FFF2-40B4-BE49-F238E27FC236}">
                  <a16:creationId xmlns:a16="http://schemas.microsoft.com/office/drawing/2014/main" id="{2541CB30-3218-4304-8362-4EB233022861}"/>
                </a:ext>
              </a:extLst>
            </p:cNvPr>
            <p:cNvSpPr>
              <a:spLocks/>
            </p:cNvSpPr>
            <p:nvPr/>
          </p:nvSpPr>
          <p:spPr>
            <a:xfrm>
              <a:off x="2269579" y="7168208"/>
              <a:ext cx="28398" cy="28398"/>
            </a:xfrm>
            <a:prstGeom prst="ellipse">
              <a:avLst/>
            </a:prstGeom>
            <a:solidFill>
              <a:srgbClr val="7F8C97">
                <a:alpha val="48000"/>
              </a:srgbClr>
            </a:solidFill>
            <a:ln w="0">
              <a:noFill/>
              <a:prstDash val="solid"/>
            </a:ln>
          </p:spPr>
        </p:sp>
        <p:sp>
          <p:nvSpPr>
            <p:cNvPr id="3629" name="03_assume_matched_3628">
              <a:extLst>
                <a:ext uri="{FF2B5EF4-FFF2-40B4-BE49-F238E27FC236}">
                  <a16:creationId xmlns:a16="http://schemas.microsoft.com/office/drawing/2014/main" id="{500BE884-D57E-43BE-A015-2B896B145542}"/>
                </a:ext>
              </a:extLst>
            </p:cNvPr>
            <p:cNvSpPr>
              <a:spLocks/>
            </p:cNvSpPr>
            <p:nvPr/>
          </p:nvSpPr>
          <p:spPr>
            <a:xfrm>
              <a:off x="2176758" y="7753078"/>
              <a:ext cx="28398" cy="28398"/>
            </a:xfrm>
            <a:prstGeom prst="ellipse">
              <a:avLst/>
            </a:prstGeom>
            <a:solidFill>
              <a:srgbClr val="7F8C97">
                <a:alpha val="48000"/>
              </a:srgbClr>
            </a:solidFill>
            <a:ln w="0">
              <a:noFill/>
              <a:prstDash val="solid"/>
            </a:ln>
          </p:spPr>
        </p:sp>
        <p:sp>
          <p:nvSpPr>
            <p:cNvPr id="3630" name="03_assume_matched_3629">
              <a:extLst>
                <a:ext uri="{FF2B5EF4-FFF2-40B4-BE49-F238E27FC236}">
                  <a16:creationId xmlns:a16="http://schemas.microsoft.com/office/drawing/2014/main" id="{60E583D0-525E-407F-9FF2-7F6D7F05AAE9}"/>
                </a:ext>
              </a:extLst>
            </p:cNvPr>
            <p:cNvSpPr>
              <a:spLocks/>
            </p:cNvSpPr>
            <p:nvPr/>
          </p:nvSpPr>
          <p:spPr>
            <a:xfrm>
              <a:off x="2297210" y="7168208"/>
              <a:ext cx="28398" cy="28398"/>
            </a:xfrm>
            <a:prstGeom prst="ellipse">
              <a:avLst/>
            </a:prstGeom>
            <a:solidFill>
              <a:srgbClr val="7F8C97">
                <a:alpha val="48000"/>
              </a:srgbClr>
            </a:solidFill>
            <a:ln w="0">
              <a:noFill/>
              <a:prstDash val="solid"/>
            </a:ln>
          </p:spPr>
        </p:sp>
        <p:sp>
          <p:nvSpPr>
            <p:cNvPr id="3631" name="03_assume_matched_3630">
              <a:extLst>
                <a:ext uri="{FF2B5EF4-FFF2-40B4-BE49-F238E27FC236}">
                  <a16:creationId xmlns:a16="http://schemas.microsoft.com/office/drawing/2014/main" id="{EF72B781-BDA0-428C-B624-C5EEE360CD95}"/>
                </a:ext>
              </a:extLst>
            </p:cNvPr>
            <p:cNvSpPr>
              <a:spLocks/>
            </p:cNvSpPr>
            <p:nvPr/>
          </p:nvSpPr>
          <p:spPr>
            <a:xfrm>
              <a:off x="2275192" y="7168208"/>
              <a:ext cx="28398" cy="28398"/>
            </a:xfrm>
            <a:prstGeom prst="ellipse">
              <a:avLst/>
            </a:prstGeom>
            <a:solidFill>
              <a:srgbClr val="7F8C97">
                <a:alpha val="48000"/>
              </a:srgbClr>
            </a:solidFill>
            <a:ln w="0">
              <a:noFill/>
              <a:prstDash val="solid"/>
            </a:ln>
          </p:spPr>
        </p:sp>
        <p:sp>
          <p:nvSpPr>
            <p:cNvPr id="3632" name="03_assume_matched_3631">
              <a:extLst>
                <a:ext uri="{FF2B5EF4-FFF2-40B4-BE49-F238E27FC236}">
                  <a16:creationId xmlns:a16="http://schemas.microsoft.com/office/drawing/2014/main" id="{4CC7A5E6-2A52-47E7-9F6F-40EF17CF29B9}"/>
                </a:ext>
              </a:extLst>
            </p:cNvPr>
            <p:cNvSpPr>
              <a:spLocks/>
            </p:cNvSpPr>
            <p:nvPr/>
          </p:nvSpPr>
          <p:spPr>
            <a:xfrm>
              <a:off x="2223097" y="7168208"/>
              <a:ext cx="28398" cy="28398"/>
            </a:xfrm>
            <a:prstGeom prst="ellipse">
              <a:avLst/>
            </a:prstGeom>
            <a:solidFill>
              <a:srgbClr val="7F8C97">
                <a:alpha val="48000"/>
              </a:srgbClr>
            </a:solidFill>
            <a:ln w="0">
              <a:noFill/>
              <a:prstDash val="solid"/>
            </a:ln>
          </p:spPr>
        </p:sp>
        <p:sp>
          <p:nvSpPr>
            <p:cNvPr id="3633" name="03_assume_matched_3632">
              <a:extLst>
                <a:ext uri="{FF2B5EF4-FFF2-40B4-BE49-F238E27FC236}">
                  <a16:creationId xmlns:a16="http://schemas.microsoft.com/office/drawing/2014/main" id="{61073E48-1D72-408F-BB24-EFC99D22DB0E}"/>
                </a:ext>
              </a:extLst>
            </p:cNvPr>
            <p:cNvSpPr>
              <a:spLocks/>
            </p:cNvSpPr>
            <p:nvPr/>
          </p:nvSpPr>
          <p:spPr>
            <a:xfrm>
              <a:off x="2198776" y="7168208"/>
              <a:ext cx="28398" cy="28398"/>
            </a:xfrm>
            <a:prstGeom prst="ellipse">
              <a:avLst/>
            </a:prstGeom>
            <a:solidFill>
              <a:srgbClr val="7F8C97">
                <a:alpha val="48000"/>
              </a:srgbClr>
            </a:solidFill>
            <a:ln w="0">
              <a:noFill/>
              <a:prstDash val="solid"/>
            </a:ln>
          </p:spPr>
        </p:sp>
        <p:sp>
          <p:nvSpPr>
            <p:cNvPr id="3634" name="03_assume_matched_3633">
              <a:extLst>
                <a:ext uri="{FF2B5EF4-FFF2-40B4-BE49-F238E27FC236}">
                  <a16:creationId xmlns:a16="http://schemas.microsoft.com/office/drawing/2014/main" id="{71AA7DA7-1D88-4EE9-9FA4-03A2A2224044}"/>
                </a:ext>
              </a:extLst>
            </p:cNvPr>
            <p:cNvSpPr>
              <a:spLocks/>
            </p:cNvSpPr>
            <p:nvPr/>
          </p:nvSpPr>
          <p:spPr>
            <a:xfrm>
              <a:off x="2301239" y="7753078"/>
              <a:ext cx="28398" cy="28398"/>
            </a:xfrm>
            <a:prstGeom prst="ellipse">
              <a:avLst/>
            </a:prstGeom>
            <a:solidFill>
              <a:srgbClr val="7F8C97">
                <a:alpha val="48000"/>
              </a:srgbClr>
            </a:solidFill>
            <a:ln w="0">
              <a:noFill/>
              <a:prstDash val="solid"/>
            </a:ln>
          </p:spPr>
        </p:sp>
        <p:sp>
          <p:nvSpPr>
            <p:cNvPr id="3635" name="03_assume_matched_3634">
              <a:extLst>
                <a:ext uri="{FF2B5EF4-FFF2-40B4-BE49-F238E27FC236}">
                  <a16:creationId xmlns:a16="http://schemas.microsoft.com/office/drawing/2014/main" id="{9C441B62-2E2B-4874-8DD8-F61F517EF260}"/>
                </a:ext>
              </a:extLst>
            </p:cNvPr>
            <p:cNvSpPr>
              <a:spLocks/>
            </p:cNvSpPr>
            <p:nvPr/>
          </p:nvSpPr>
          <p:spPr>
            <a:xfrm>
              <a:off x="2249000" y="7753078"/>
              <a:ext cx="28398" cy="28398"/>
            </a:xfrm>
            <a:prstGeom prst="ellipse">
              <a:avLst/>
            </a:prstGeom>
            <a:solidFill>
              <a:srgbClr val="7F8C97">
                <a:alpha val="48000"/>
              </a:srgbClr>
            </a:solidFill>
            <a:ln w="0">
              <a:noFill/>
              <a:prstDash val="solid"/>
            </a:ln>
          </p:spPr>
        </p:sp>
        <p:sp>
          <p:nvSpPr>
            <p:cNvPr id="3636" name="03_assume_matched_3635">
              <a:extLst>
                <a:ext uri="{FF2B5EF4-FFF2-40B4-BE49-F238E27FC236}">
                  <a16:creationId xmlns:a16="http://schemas.microsoft.com/office/drawing/2014/main" id="{B5631A15-8984-4CE4-AD29-A848D05E7227}"/>
                </a:ext>
              </a:extLst>
            </p:cNvPr>
            <p:cNvSpPr>
              <a:spLocks/>
            </p:cNvSpPr>
            <p:nvPr/>
          </p:nvSpPr>
          <p:spPr>
            <a:xfrm>
              <a:off x="2281812" y="7753078"/>
              <a:ext cx="28398" cy="28398"/>
            </a:xfrm>
            <a:prstGeom prst="ellipse">
              <a:avLst/>
            </a:prstGeom>
            <a:solidFill>
              <a:srgbClr val="7F8C97">
                <a:alpha val="48000"/>
              </a:srgbClr>
            </a:solidFill>
            <a:ln w="0">
              <a:noFill/>
              <a:prstDash val="solid"/>
            </a:ln>
          </p:spPr>
        </p:sp>
        <p:sp>
          <p:nvSpPr>
            <p:cNvPr id="3637" name="03_assume_matched_3636">
              <a:extLst>
                <a:ext uri="{FF2B5EF4-FFF2-40B4-BE49-F238E27FC236}">
                  <a16:creationId xmlns:a16="http://schemas.microsoft.com/office/drawing/2014/main" id="{64A84D5E-7851-40A0-BFDC-69D241CA8253}"/>
                </a:ext>
              </a:extLst>
            </p:cNvPr>
            <p:cNvSpPr>
              <a:spLocks/>
            </p:cNvSpPr>
            <p:nvPr/>
          </p:nvSpPr>
          <p:spPr>
            <a:xfrm>
              <a:off x="2180932" y="7285182"/>
              <a:ext cx="28398" cy="28398"/>
            </a:xfrm>
            <a:prstGeom prst="ellipse">
              <a:avLst/>
            </a:prstGeom>
            <a:solidFill>
              <a:srgbClr val="7F8C97">
                <a:alpha val="48000"/>
              </a:srgbClr>
            </a:solidFill>
            <a:ln w="0">
              <a:noFill/>
              <a:prstDash val="solid"/>
            </a:ln>
          </p:spPr>
        </p:sp>
        <p:sp>
          <p:nvSpPr>
            <p:cNvPr id="3638" name="03_assume_matched_3637">
              <a:extLst>
                <a:ext uri="{FF2B5EF4-FFF2-40B4-BE49-F238E27FC236}">
                  <a16:creationId xmlns:a16="http://schemas.microsoft.com/office/drawing/2014/main" id="{EC458D26-6F7C-4CC4-ABE6-60483F98C434}"/>
                </a:ext>
              </a:extLst>
            </p:cNvPr>
            <p:cNvSpPr>
              <a:spLocks/>
            </p:cNvSpPr>
            <p:nvPr/>
          </p:nvSpPr>
          <p:spPr>
            <a:xfrm>
              <a:off x="2272889" y="7753078"/>
              <a:ext cx="28398" cy="28398"/>
            </a:xfrm>
            <a:prstGeom prst="ellipse">
              <a:avLst/>
            </a:prstGeom>
            <a:solidFill>
              <a:srgbClr val="7F8C97">
                <a:alpha val="48000"/>
              </a:srgbClr>
            </a:solidFill>
            <a:ln w="0">
              <a:noFill/>
              <a:prstDash val="solid"/>
            </a:ln>
          </p:spPr>
        </p:sp>
        <p:sp>
          <p:nvSpPr>
            <p:cNvPr id="3639" name="03_assume_matched_3638">
              <a:extLst>
                <a:ext uri="{FF2B5EF4-FFF2-40B4-BE49-F238E27FC236}">
                  <a16:creationId xmlns:a16="http://schemas.microsoft.com/office/drawing/2014/main" id="{C6DBF53A-503C-4BA3-A3B8-7F21D70EC5E6}"/>
                </a:ext>
              </a:extLst>
            </p:cNvPr>
            <p:cNvSpPr>
              <a:spLocks/>
            </p:cNvSpPr>
            <p:nvPr/>
          </p:nvSpPr>
          <p:spPr>
            <a:xfrm>
              <a:off x="2252023" y="7168208"/>
              <a:ext cx="28398" cy="28398"/>
            </a:xfrm>
            <a:prstGeom prst="ellipse">
              <a:avLst/>
            </a:prstGeom>
            <a:solidFill>
              <a:srgbClr val="7F8C97">
                <a:alpha val="48000"/>
              </a:srgbClr>
            </a:solidFill>
            <a:ln w="0">
              <a:noFill/>
              <a:prstDash val="solid"/>
            </a:ln>
          </p:spPr>
        </p:sp>
        <p:sp>
          <p:nvSpPr>
            <p:cNvPr id="3640" name="03_assume_matched_3639">
              <a:extLst>
                <a:ext uri="{FF2B5EF4-FFF2-40B4-BE49-F238E27FC236}">
                  <a16:creationId xmlns:a16="http://schemas.microsoft.com/office/drawing/2014/main" id="{79AF5C56-9C53-4080-8EFA-8F4060480D81}"/>
                </a:ext>
              </a:extLst>
            </p:cNvPr>
            <p:cNvSpPr>
              <a:spLocks/>
            </p:cNvSpPr>
            <p:nvPr/>
          </p:nvSpPr>
          <p:spPr>
            <a:xfrm>
              <a:off x="2160640" y="7168208"/>
              <a:ext cx="28398" cy="28398"/>
            </a:xfrm>
            <a:prstGeom prst="ellipse">
              <a:avLst/>
            </a:prstGeom>
            <a:solidFill>
              <a:srgbClr val="7F8C97">
                <a:alpha val="48000"/>
              </a:srgbClr>
            </a:solidFill>
            <a:ln w="0">
              <a:noFill/>
              <a:prstDash val="solid"/>
            </a:ln>
          </p:spPr>
        </p:sp>
        <p:sp>
          <p:nvSpPr>
            <p:cNvPr id="3641" name="03_assume_matched_3640">
              <a:extLst>
                <a:ext uri="{FF2B5EF4-FFF2-40B4-BE49-F238E27FC236}">
                  <a16:creationId xmlns:a16="http://schemas.microsoft.com/office/drawing/2014/main" id="{2878764B-6E8E-4A33-B9B1-57B845B5660E}"/>
                </a:ext>
              </a:extLst>
            </p:cNvPr>
            <p:cNvSpPr>
              <a:spLocks/>
            </p:cNvSpPr>
            <p:nvPr/>
          </p:nvSpPr>
          <p:spPr>
            <a:xfrm>
              <a:off x="2219931" y="7753078"/>
              <a:ext cx="28398" cy="28398"/>
            </a:xfrm>
            <a:prstGeom prst="ellipse">
              <a:avLst/>
            </a:prstGeom>
            <a:solidFill>
              <a:srgbClr val="7F8C97">
                <a:alpha val="48000"/>
              </a:srgbClr>
            </a:solidFill>
            <a:ln w="0">
              <a:noFill/>
              <a:prstDash val="solid"/>
            </a:ln>
          </p:spPr>
        </p:sp>
        <p:sp>
          <p:nvSpPr>
            <p:cNvPr id="3642" name="03_assume_matched_3641">
              <a:extLst>
                <a:ext uri="{FF2B5EF4-FFF2-40B4-BE49-F238E27FC236}">
                  <a16:creationId xmlns:a16="http://schemas.microsoft.com/office/drawing/2014/main" id="{1C6B63A2-8C2A-4502-B25C-4A4345566547}"/>
                </a:ext>
              </a:extLst>
            </p:cNvPr>
            <p:cNvSpPr>
              <a:spLocks/>
            </p:cNvSpPr>
            <p:nvPr/>
          </p:nvSpPr>
          <p:spPr>
            <a:xfrm>
              <a:off x="2202086" y="7753078"/>
              <a:ext cx="28398" cy="28398"/>
            </a:xfrm>
            <a:prstGeom prst="ellipse">
              <a:avLst/>
            </a:prstGeom>
            <a:solidFill>
              <a:srgbClr val="7F8C97">
                <a:alpha val="48000"/>
              </a:srgbClr>
            </a:solidFill>
            <a:ln w="0">
              <a:noFill/>
              <a:prstDash val="solid"/>
            </a:ln>
          </p:spPr>
        </p:sp>
        <p:sp>
          <p:nvSpPr>
            <p:cNvPr id="3643" name="03_assume_matched_3642">
              <a:extLst>
                <a:ext uri="{FF2B5EF4-FFF2-40B4-BE49-F238E27FC236}">
                  <a16:creationId xmlns:a16="http://schemas.microsoft.com/office/drawing/2014/main" id="{89DF174B-0196-43D9-A679-92B75B50CA97}"/>
                </a:ext>
              </a:extLst>
            </p:cNvPr>
            <p:cNvSpPr>
              <a:spLocks/>
            </p:cNvSpPr>
            <p:nvPr/>
          </p:nvSpPr>
          <p:spPr>
            <a:xfrm>
              <a:off x="2234322" y="7168208"/>
              <a:ext cx="28398" cy="28398"/>
            </a:xfrm>
            <a:prstGeom prst="ellipse">
              <a:avLst/>
            </a:prstGeom>
            <a:solidFill>
              <a:srgbClr val="7F8C97">
                <a:alpha val="48000"/>
              </a:srgbClr>
            </a:solidFill>
            <a:ln w="0">
              <a:noFill/>
              <a:prstDash val="solid"/>
            </a:ln>
          </p:spPr>
        </p:sp>
        <p:sp>
          <p:nvSpPr>
            <p:cNvPr id="3644" name="03_assume_matched_3643">
              <a:extLst>
                <a:ext uri="{FF2B5EF4-FFF2-40B4-BE49-F238E27FC236}">
                  <a16:creationId xmlns:a16="http://schemas.microsoft.com/office/drawing/2014/main" id="{CCF594C5-BFD1-4F4B-A21B-7B0168C89E4D}"/>
                </a:ext>
              </a:extLst>
            </p:cNvPr>
            <p:cNvSpPr>
              <a:spLocks/>
            </p:cNvSpPr>
            <p:nvPr/>
          </p:nvSpPr>
          <p:spPr>
            <a:xfrm>
              <a:off x="2216189" y="7704338"/>
              <a:ext cx="28398" cy="28398"/>
            </a:xfrm>
            <a:prstGeom prst="ellipse">
              <a:avLst/>
            </a:prstGeom>
            <a:solidFill>
              <a:srgbClr val="7F8C97">
                <a:alpha val="48000"/>
              </a:srgbClr>
            </a:solidFill>
            <a:ln w="0">
              <a:noFill/>
              <a:prstDash val="solid"/>
            </a:ln>
          </p:spPr>
        </p:sp>
        <p:sp>
          <p:nvSpPr>
            <p:cNvPr id="3645" name="03_assume_matched_3644">
              <a:extLst>
                <a:ext uri="{FF2B5EF4-FFF2-40B4-BE49-F238E27FC236}">
                  <a16:creationId xmlns:a16="http://schemas.microsoft.com/office/drawing/2014/main" id="{C9010EFD-BC28-4DDA-8C98-2FA389064AB0}"/>
                </a:ext>
              </a:extLst>
            </p:cNvPr>
            <p:cNvSpPr>
              <a:spLocks/>
            </p:cNvSpPr>
            <p:nvPr/>
          </p:nvSpPr>
          <p:spPr>
            <a:xfrm>
              <a:off x="2278358" y="7606860"/>
              <a:ext cx="28398" cy="28398"/>
            </a:xfrm>
            <a:prstGeom prst="ellipse">
              <a:avLst/>
            </a:prstGeom>
            <a:solidFill>
              <a:srgbClr val="7F8C97">
                <a:alpha val="48000"/>
              </a:srgbClr>
            </a:solidFill>
            <a:ln w="0">
              <a:noFill/>
              <a:prstDash val="solid"/>
            </a:ln>
          </p:spPr>
        </p:sp>
        <p:sp>
          <p:nvSpPr>
            <p:cNvPr id="3646" name="03_assume_matched_3645">
              <a:extLst>
                <a:ext uri="{FF2B5EF4-FFF2-40B4-BE49-F238E27FC236}">
                  <a16:creationId xmlns:a16="http://schemas.microsoft.com/office/drawing/2014/main" id="{58EA3286-DC27-4838-959D-22ADE40F4BC2}"/>
                </a:ext>
              </a:extLst>
            </p:cNvPr>
            <p:cNvSpPr>
              <a:spLocks/>
            </p:cNvSpPr>
            <p:nvPr/>
          </p:nvSpPr>
          <p:spPr>
            <a:xfrm>
              <a:off x="2176470" y="7168208"/>
              <a:ext cx="28398" cy="28398"/>
            </a:xfrm>
            <a:prstGeom prst="ellipse">
              <a:avLst/>
            </a:prstGeom>
            <a:solidFill>
              <a:srgbClr val="7F8C97">
                <a:alpha val="48000"/>
              </a:srgbClr>
            </a:solidFill>
            <a:ln w="0">
              <a:noFill/>
              <a:prstDash val="solid"/>
            </a:ln>
          </p:spPr>
        </p:sp>
        <p:sp>
          <p:nvSpPr>
            <p:cNvPr id="3647" name="03_assume_matched_3646">
              <a:extLst>
                <a:ext uri="{FF2B5EF4-FFF2-40B4-BE49-F238E27FC236}">
                  <a16:creationId xmlns:a16="http://schemas.microsoft.com/office/drawing/2014/main" id="{581EE8BE-1658-4144-8C91-F2DDD24A24D9}"/>
                </a:ext>
              </a:extLst>
            </p:cNvPr>
            <p:cNvSpPr>
              <a:spLocks/>
            </p:cNvSpPr>
            <p:nvPr/>
          </p:nvSpPr>
          <p:spPr>
            <a:xfrm>
              <a:off x="2183090" y="7168208"/>
              <a:ext cx="28398" cy="28398"/>
            </a:xfrm>
            <a:prstGeom prst="ellipse">
              <a:avLst/>
            </a:prstGeom>
            <a:solidFill>
              <a:srgbClr val="7F8C97">
                <a:alpha val="48000"/>
              </a:srgbClr>
            </a:solidFill>
            <a:ln w="0">
              <a:noFill/>
              <a:prstDash val="solid"/>
            </a:ln>
          </p:spPr>
        </p:sp>
        <p:sp>
          <p:nvSpPr>
            <p:cNvPr id="3648" name="03_assume_matched_3647">
              <a:extLst>
                <a:ext uri="{FF2B5EF4-FFF2-40B4-BE49-F238E27FC236}">
                  <a16:creationId xmlns:a16="http://schemas.microsoft.com/office/drawing/2014/main" id="{57517D27-8955-496C-A586-6AF255FA4908}"/>
                </a:ext>
              </a:extLst>
            </p:cNvPr>
            <p:cNvSpPr>
              <a:spLocks/>
            </p:cNvSpPr>
            <p:nvPr/>
          </p:nvSpPr>
          <p:spPr>
            <a:xfrm>
              <a:off x="2242956" y="7168208"/>
              <a:ext cx="28398" cy="28398"/>
            </a:xfrm>
            <a:prstGeom prst="ellipse">
              <a:avLst/>
            </a:prstGeom>
            <a:solidFill>
              <a:srgbClr val="7F8C97">
                <a:alpha val="48000"/>
              </a:srgbClr>
            </a:solidFill>
            <a:ln w="0">
              <a:noFill/>
              <a:prstDash val="solid"/>
            </a:ln>
          </p:spPr>
        </p:sp>
        <p:sp>
          <p:nvSpPr>
            <p:cNvPr id="3649" name="03_assume_matched_3648">
              <a:extLst>
                <a:ext uri="{FF2B5EF4-FFF2-40B4-BE49-F238E27FC236}">
                  <a16:creationId xmlns:a16="http://schemas.microsoft.com/office/drawing/2014/main" id="{F2026476-F212-488F-B01E-3EEDDAEA3F91}"/>
                </a:ext>
              </a:extLst>
            </p:cNvPr>
            <p:cNvSpPr>
              <a:spLocks/>
            </p:cNvSpPr>
            <p:nvPr/>
          </p:nvSpPr>
          <p:spPr>
            <a:xfrm>
              <a:off x="2241661" y="7168208"/>
              <a:ext cx="28398" cy="28398"/>
            </a:xfrm>
            <a:prstGeom prst="ellipse">
              <a:avLst/>
            </a:prstGeom>
            <a:solidFill>
              <a:srgbClr val="7F8C97">
                <a:alpha val="48000"/>
              </a:srgbClr>
            </a:solidFill>
            <a:ln w="0">
              <a:noFill/>
              <a:prstDash val="solid"/>
            </a:ln>
          </p:spPr>
        </p:sp>
        <p:sp>
          <p:nvSpPr>
            <p:cNvPr id="3650" name="03_assume_matched_3649">
              <a:extLst>
                <a:ext uri="{FF2B5EF4-FFF2-40B4-BE49-F238E27FC236}">
                  <a16:creationId xmlns:a16="http://schemas.microsoft.com/office/drawing/2014/main" id="{F56075AF-646B-44D4-B1B7-74C4B2EF8796}"/>
                </a:ext>
              </a:extLst>
            </p:cNvPr>
            <p:cNvSpPr>
              <a:spLocks/>
            </p:cNvSpPr>
            <p:nvPr/>
          </p:nvSpPr>
          <p:spPr>
            <a:xfrm>
              <a:off x="2288432" y="7168208"/>
              <a:ext cx="28398" cy="28398"/>
            </a:xfrm>
            <a:prstGeom prst="ellipse">
              <a:avLst/>
            </a:prstGeom>
            <a:solidFill>
              <a:srgbClr val="7F8C97">
                <a:alpha val="48000"/>
              </a:srgbClr>
            </a:solidFill>
            <a:ln w="0">
              <a:noFill/>
              <a:prstDash val="solid"/>
            </a:ln>
          </p:spPr>
        </p:sp>
        <p:sp>
          <p:nvSpPr>
            <p:cNvPr id="3651" name="03_assume_matched_3650">
              <a:extLst>
                <a:ext uri="{FF2B5EF4-FFF2-40B4-BE49-F238E27FC236}">
                  <a16:creationId xmlns:a16="http://schemas.microsoft.com/office/drawing/2014/main" id="{15376E4C-8E85-43E4-BC6E-88CE3AAD1DF4}"/>
                </a:ext>
              </a:extLst>
            </p:cNvPr>
            <p:cNvSpPr>
              <a:spLocks/>
            </p:cNvSpPr>
            <p:nvPr/>
          </p:nvSpPr>
          <p:spPr>
            <a:xfrm>
              <a:off x="2266701" y="7168208"/>
              <a:ext cx="28398" cy="28398"/>
            </a:xfrm>
            <a:prstGeom prst="ellipse">
              <a:avLst/>
            </a:prstGeom>
            <a:solidFill>
              <a:srgbClr val="7F8C97">
                <a:alpha val="48000"/>
              </a:srgbClr>
            </a:solidFill>
            <a:ln w="0">
              <a:noFill/>
              <a:prstDash val="solid"/>
            </a:ln>
          </p:spPr>
        </p:sp>
        <p:sp>
          <p:nvSpPr>
            <p:cNvPr id="3652" name="03_assume_matched_3651">
              <a:extLst>
                <a:ext uri="{FF2B5EF4-FFF2-40B4-BE49-F238E27FC236}">
                  <a16:creationId xmlns:a16="http://schemas.microsoft.com/office/drawing/2014/main" id="{A1680149-9B5D-4D24-9733-A62CE6832BDF}"/>
                </a:ext>
              </a:extLst>
            </p:cNvPr>
            <p:cNvSpPr>
              <a:spLocks/>
            </p:cNvSpPr>
            <p:nvPr/>
          </p:nvSpPr>
          <p:spPr>
            <a:xfrm>
              <a:off x="2198776" y="7753078"/>
              <a:ext cx="28398" cy="28398"/>
            </a:xfrm>
            <a:prstGeom prst="ellipse">
              <a:avLst/>
            </a:prstGeom>
            <a:solidFill>
              <a:srgbClr val="7F8C97">
                <a:alpha val="48000"/>
              </a:srgbClr>
            </a:solidFill>
            <a:ln w="0">
              <a:noFill/>
              <a:prstDash val="solid"/>
            </a:ln>
          </p:spPr>
        </p:sp>
        <p:sp>
          <p:nvSpPr>
            <p:cNvPr id="3653" name="03_assume_matched_3652">
              <a:extLst>
                <a:ext uri="{FF2B5EF4-FFF2-40B4-BE49-F238E27FC236}">
                  <a16:creationId xmlns:a16="http://schemas.microsoft.com/office/drawing/2014/main" id="{B1B1BCE9-07BF-4C4E-A6D2-A827320934FF}"/>
                </a:ext>
              </a:extLst>
            </p:cNvPr>
            <p:cNvSpPr>
              <a:spLocks/>
            </p:cNvSpPr>
            <p:nvPr/>
          </p:nvSpPr>
          <p:spPr>
            <a:xfrm>
              <a:off x="2269579" y="7753078"/>
              <a:ext cx="28398" cy="28398"/>
            </a:xfrm>
            <a:prstGeom prst="ellipse">
              <a:avLst/>
            </a:prstGeom>
            <a:solidFill>
              <a:srgbClr val="7F8C97">
                <a:alpha val="48000"/>
              </a:srgbClr>
            </a:solidFill>
            <a:ln w="0">
              <a:noFill/>
              <a:prstDash val="solid"/>
            </a:ln>
          </p:spPr>
        </p:sp>
        <p:sp>
          <p:nvSpPr>
            <p:cNvPr id="3654" name="03_assume_matched_3653">
              <a:extLst>
                <a:ext uri="{FF2B5EF4-FFF2-40B4-BE49-F238E27FC236}">
                  <a16:creationId xmlns:a16="http://schemas.microsoft.com/office/drawing/2014/main" id="{DDB5CBE4-B9D2-4C2E-9BB0-6D695C8291EA}"/>
                </a:ext>
              </a:extLst>
            </p:cNvPr>
            <p:cNvSpPr>
              <a:spLocks/>
            </p:cNvSpPr>
            <p:nvPr/>
          </p:nvSpPr>
          <p:spPr>
            <a:xfrm>
              <a:off x="2257923" y="7558121"/>
              <a:ext cx="28398" cy="28398"/>
            </a:xfrm>
            <a:prstGeom prst="ellipse">
              <a:avLst/>
            </a:prstGeom>
            <a:solidFill>
              <a:srgbClr val="7F8C97">
                <a:alpha val="48000"/>
              </a:srgbClr>
            </a:solidFill>
            <a:ln w="0">
              <a:noFill/>
              <a:prstDash val="solid"/>
            </a:ln>
          </p:spPr>
        </p:sp>
        <p:sp>
          <p:nvSpPr>
            <p:cNvPr id="3655" name="03_assume_matched_3654">
              <a:extLst>
                <a:ext uri="{FF2B5EF4-FFF2-40B4-BE49-F238E27FC236}">
                  <a16:creationId xmlns:a16="http://schemas.microsoft.com/office/drawing/2014/main" id="{D6573671-2A8F-4CF3-9DFC-B90461EE6DCF}"/>
                </a:ext>
              </a:extLst>
            </p:cNvPr>
            <p:cNvSpPr>
              <a:spLocks/>
            </p:cNvSpPr>
            <p:nvPr/>
          </p:nvSpPr>
          <p:spPr>
            <a:xfrm>
              <a:off x="2264111" y="7168208"/>
              <a:ext cx="28398" cy="28398"/>
            </a:xfrm>
            <a:prstGeom prst="ellipse">
              <a:avLst/>
            </a:prstGeom>
            <a:solidFill>
              <a:srgbClr val="7F8C97">
                <a:alpha val="48000"/>
              </a:srgbClr>
            </a:solidFill>
            <a:ln w="0">
              <a:noFill/>
              <a:prstDash val="solid"/>
            </a:ln>
          </p:spPr>
        </p:sp>
        <p:sp>
          <p:nvSpPr>
            <p:cNvPr id="3656" name="03_assume_matched_3655">
              <a:extLst>
                <a:ext uri="{FF2B5EF4-FFF2-40B4-BE49-F238E27FC236}">
                  <a16:creationId xmlns:a16="http://schemas.microsoft.com/office/drawing/2014/main" id="{281C47BD-8CB1-4324-8654-4894007ADF52}"/>
                </a:ext>
              </a:extLst>
            </p:cNvPr>
            <p:cNvSpPr>
              <a:spLocks/>
            </p:cNvSpPr>
            <p:nvPr/>
          </p:nvSpPr>
          <p:spPr>
            <a:xfrm>
              <a:off x="2277494" y="7753078"/>
              <a:ext cx="28398" cy="28398"/>
            </a:xfrm>
            <a:prstGeom prst="ellipse">
              <a:avLst/>
            </a:prstGeom>
            <a:solidFill>
              <a:srgbClr val="7F8C97">
                <a:alpha val="48000"/>
              </a:srgbClr>
            </a:solidFill>
            <a:ln w="0">
              <a:noFill/>
              <a:prstDash val="solid"/>
            </a:ln>
          </p:spPr>
        </p:sp>
        <p:sp>
          <p:nvSpPr>
            <p:cNvPr id="3657" name="03_assume_matched_3656">
              <a:extLst>
                <a:ext uri="{FF2B5EF4-FFF2-40B4-BE49-F238E27FC236}">
                  <a16:creationId xmlns:a16="http://schemas.microsoft.com/office/drawing/2014/main" id="{A44B5B27-54D6-498D-BD15-B0E0BB47EB46}"/>
                </a:ext>
              </a:extLst>
            </p:cNvPr>
            <p:cNvSpPr>
              <a:spLocks/>
            </p:cNvSpPr>
            <p:nvPr/>
          </p:nvSpPr>
          <p:spPr>
            <a:xfrm>
              <a:off x="2186112" y="7168208"/>
              <a:ext cx="28398" cy="28398"/>
            </a:xfrm>
            <a:prstGeom prst="ellipse">
              <a:avLst/>
            </a:prstGeom>
            <a:solidFill>
              <a:srgbClr val="7F8C97">
                <a:alpha val="48000"/>
              </a:srgbClr>
            </a:solidFill>
            <a:ln w="0">
              <a:noFill/>
              <a:prstDash val="solid"/>
            </a:ln>
          </p:spPr>
        </p:sp>
        <p:sp>
          <p:nvSpPr>
            <p:cNvPr id="3658" name="03_assume_matched_3657">
              <a:extLst>
                <a:ext uri="{FF2B5EF4-FFF2-40B4-BE49-F238E27FC236}">
                  <a16:creationId xmlns:a16="http://schemas.microsoft.com/office/drawing/2014/main" id="{870A20F4-D578-4DB8-A652-A8BBD96FCA64}"/>
                </a:ext>
              </a:extLst>
            </p:cNvPr>
            <p:cNvSpPr>
              <a:spLocks/>
            </p:cNvSpPr>
            <p:nvPr/>
          </p:nvSpPr>
          <p:spPr>
            <a:xfrm>
              <a:off x="2175319" y="7168208"/>
              <a:ext cx="28398" cy="28398"/>
            </a:xfrm>
            <a:prstGeom prst="ellipse">
              <a:avLst/>
            </a:prstGeom>
            <a:solidFill>
              <a:srgbClr val="7F8C97">
                <a:alpha val="48000"/>
              </a:srgbClr>
            </a:solidFill>
            <a:ln w="0">
              <a:noFill/>
              <a:prstDash val="solid"/>
            </a:ln>
          </p:spPr>
        </p:sp>
        <p:sp>
          <p:nvSpPr>
            <p:cNvPr id="3659" name="03_assume_matched_3658">
              <a:extLst>
                <a:ext uri="{FF2B5EF4-FFF2-40B4-BE49-F238E27FC236}">
                  <a16:creationId xmlns:a16="http://schemas.microsoft.com/office/drawing/2014/main" id="{DC5842CA-97BD-4D56-83F3-BBA88EF6262E}"/>
                </a:ext>
              </a:extLst>
            </p:cNvPr>
            <p:cNvSpPr>
              <a:spLocks/>
            </p:cNvSpPr>
            <p:nvPr/>
          </p:nvSpPr>
          <p:spPr>
            <a:xfrm>
              <a:off x="2258211" y="7314426"/>
              <a:ext cx="28398" cy="28398"/>
            </a:xfrm>
            <a:prstGeom prst="ellipse">
              <a:avLst/>
            </a:prstGeom>
            <a:solidFill>
              <a:srgbClr val="7F8C97">
                <a:alpha val="48000"/>
              </a:srgbClr>
            </a:solidFill>
            <a:ln w="0">
              <a:noFill/>
              <a:prstDash val="solid"/>
            </a:ln>
          </p:spPr>
        </p:sp>
        <p:sp>
          <p:nvSpPr>
            <p:cNvPr id="3660" name="03_assume_matched_3659">
              <a:extLst>
                <a:ext uri="{FF2B5EF4-FFF2-40B4-BE49-F238E27FC236}">
                  <a16:creationId xmlns:a16="http://schemas.microsoft.com/office/drawing/2014/main" id="{CB03D1A9-90EC-4AD0-8760-6333FFBB9C6C}"/>
                </a:ext>
              </a:extLst>
            </p:cNvPr>
            <p:cNvSpPr>
              <a:spLocks/>
            </p:cNvSpPr>
            <p:nvPr/>
          </p:nvSpPr>
          <p:spPr>
            <a:xfrm>
              <a:off x="2295339" y="7168208"/>
              <a:ext cx="28398" cy="28398"/>
            </a:xfrm>
            <a:prstGeom prst="ellipse">
              <a:avLst/>
            </a:prstGeom>
            <a:solidFill>
              <a:srgbClr val="7F8C97">
                <a:alpha val="48000"/>
              </a:srgbClr>
            </a:solidFill>
            <a:ln w="0">
              <a:noFill/>
              <a:prstDash val="solid"/>
            </a:ln>
          </p:spPr>
        </p:sp>
        <p:sp>
          <p:nvSpPr>
            <p:cNvPr id="3661" name="03_assume_matched_3660">
              <a:extLst>
                <a:ext uri="{FF2B5EF4-FFF2-40B4-BE49-F238E27FC236}">
                  <a16:creationId xmlns:a16="http://schemas.microsoft.com/office/drawing/2014/main" id="{20E6F0BB-1CEB-4FD3-AB64-37DA95AB972C}"/>
                </a:ext>
              </a:extLst>
            </p:cNvPr>
            <p:cNvSpPr>
              <a:spLocks/>
            </p:cNvSpPr>
            <p:nvPr/>
          </p:nvSpPr>
          <p:spPr>
            <a:xfrm>
              <a:off x="2301527" y="7168208"/>
              <a:ext cx="28398" cy="28398"/>
            </a:xfrm>
            <a:prstGeom prst="ellipse">
              <a:avLst/>
            </a:prstGeom>
            <a:solidFill>
              <a:srgbClr val="7F8C97">
                <a:alpha val="48000"/>
              </a:srgbClr>
            </a:solidFill>
            <a:ln w="0">
              <a:noFill/>
              <a:prstDash val="solid"/>
            </a:ln>
          </p:spPr>
        </p:sp>
        <p:sp>
          <p:nvSpPr>
            <p:cNvPr id="3662" name="03_assume_matched_3661">
              <a:extLst>
                <a:ext uri="{FF2B5EF4-FFF2-40B4-BE49-F238E27FC236}">
                  <a16:creationId xmlns:a16="http://schemas.microsoft.com/office/drawing/2014/main" id="{B7D83789-9CBC-4702-B74B-D238A3F55854}"/>
                </a:ext>
              </a:extLst>
            </p:cNvPr>
            <p:cNvSpPr>
              <a:spLocks/>
            </p:cNvSpPr>
            <p:nvPr/>
          </p:nvSpPr>
          <p:spPr>
            <a:xfrm>
              <a:off x="2212591" y="7168208"/>
              <a:ext cx="28398" cy="28398"/>
            </a:xfrm>
            <a:prstGeom prst="ellipse">
              <a:avLst/>
            </a:prstGeom>
            <a:solidFill>
              <a:srgbClr val="7F8C97">
                <a:alpha val="48000"/>
              </a:srgbClr>
            </a:solidFill>
            <a:ln w="0">
              <a:noFill/>
              <a:prstDash val="solid"/>
            </a:ln>
          </p:spPr>
        </p:sp>
        <p:sp>
          <p:nvSpPr>
            <p:cNvPr id="3663" name="03_assume_matched_3662">
              <a:extLst>
                <a:ext uri="{FF2B5EF4-FFF2-40B4-BE49-F238E27FC236}">
                  <a16:creationId xmlns:a16="http://schemas.microsoft.com/office/drawing/2014/main" id="{BB85E3D1-8898-4C77-B067-44A87B0B622B}"/>
                </a:ext>
              </a:extLst>
            </p:cNvPr>
            <p:cNvSpPr>
              <a:spLocks/>
            </p:cNvSpPr>
            <p:nvPr/>
          </p:nvSpPr>
          <p:spPr>
            <a:xfrm>
              <a:off x="2265406" y="7558121"/>
              <a:ext cx="28398" cy="28398"/>
            </a:xfrm>
            <a:prstGeom prst="ellipse">
              <a:avLst/>
            </a:prstGeom>
            <a:solidFill>
              <a:srgbClr val="7F8C97">
                <a:alpha val="48000"/>
              </a:srgbClr>
            </a:solidFill>
            <a:ln w="0">
              <a:noFill/>
              <a:prstDash val="solid"/>
            </a:ln>
          </p:spPr>
        </p:sp>
        <p:sp>
          <p:nvSpPr>
            <p:cNvPr id="3664" name="03_assume_matched_3663">
              <a:extLst>
                <a:ext uri="{FF2B5EF4-FFF2-40B4-BE49-F238E27FC236}">
                  <a16:creationId xmlns:a16="http://schemas.microsoft.com/office/drawing/2014/main" id="{3C076EF1-5199-4994-A0A7-96F491154E1D}"/>
                </a:ext>
              </a:extLst>
            </p:cNvPr>
            <p:cNvSpPr>
              <a:spLocks/>
            </p:cNvSpPr>
            <p:nvPr/>
          </p:nvSpPr>
          <p:spPr>
            <a:xfrm>
              <a:off x="2276343" y="7168208"/>
              <a:ext cx="28398" cy="28398"/>
            </a:xfrm>
            <a:prstGeom prst="ellipse">
              <a:avLst/>
            </a:prstGeom>
            <a:solidFill>
              <a:srgbClr val="7F8C97">
                <a:alpha val="48000"/>
              </a:srgbClr>
            </a:solidFill>
            <a:ln w="0">
              <a:noFill/>
              <a:prstDash val="solid"/>
            </a:ln>
          </p:spPr>
        </p:sp>
        <p:sp>
          <p:nvSpPr>
            <p:cNvPr id="3665" name="03_assume_matched_3664">
              <a:extLst>
                <a:ext uri="{FF2B5EF4-FFF2-40B4-BE49-F238E27FC236}">
                  <a16:creationId xmlns:a16="http://schemas.microsoft.com/office/drawing/2014/main" id="{CAECF8D7-365A-47D8-9F51-BEDC25AF58C4}"/>
                </a:ext>
              </a:extLst>
            </p:cNvPr>
            <p:cNvSpPr>
              <a:spLocks/>
            </p:cNvSpPr>
            <p:nvPr/>
          </p:nvSpPr>
          <p:spPr>
            <a:xfrm>
              <a:off x="2293756" y="7168208"/>
              <a:ext cx="28398" cy="28398"/>
            </a:xfrm>
            <a:prstGeom prst="ellipse">
              <a:avLst/>
            </a:prstGeom>
            <a:solidFill>
              <a:srgbClr val="7F8C97">
                <a:alpha val="48000"/>
              </a:srgbClr>
            </a:solidFill>
            <a:ln w="0">
              <a:noFill/>
              <a:prstDash val="solid"/>
            </a:ln>
          </p:spPr>
        </p:sp>
        <p:sp>
          <p:nvSpPr>
            <p:cNvPr id="3666" name="03_assume_matched_3665">
              <a:extLst>
                <a:ext uri="{FF2B5EF4-FFF2-40B4-BE49-F238E27FC236}">
                  <a16:creationId xmlns:a16="http://schemas.microsoft.com/office/drawing/2014/main" id="{9BA283D8-769E-4960-B53B-429D27C42A62}"/>
                </a:ext>
              </a:extLst>
            </p:cNvPr>
            <p:cNvSpPr>
              <a:spLocks/>
            </p:cNvSpPr>
            <p:nvPr/>
          </p:nvSpPr>
          <p:spPr>
            <a:xfrm>
              <a:off x="2278502" y="7168208"/>
              <a:ext cx="28398" cy="28398"/>
            </a:xfrm>
            <a:prstGeom prst="ellipse">
              <a:avLst/>
            </a:prstGeom>
            <a:solidFill>
              <a:srgbClr val="7F8C97">
                <a:alpha val="48000"/>
              </a:srgbClr>
            </a:solidFill>
            <a:ln w="0">
              <a:noFill/>
              <a:prstDash val="solid"/>
            </a:ln>
          </p:spPr>
        </p:sp>
        <p:sp>
          <p:nvSpPr>
            <p:cNvPr id="3667" name="03_assume_matched_3666">
              <a:extLst>
                <a:ext uri="{FF2B5EF4-FFF2-40B4-BE49-F238E27FC236}">
                  <a16:creationId xmlns:a16="http://schemas.microsoft.com/office/drawing/2014/main" id="{6F36FA50-8F5B-4F8C-8D15-8FA7B02A6AA8}"/>
                </a:ext>
              </a:extLst>
            </p:cNvPr>
            <p:cNvSpPr>
              <a:spLocks/>
            </p:cNvSpPr>
            <p:nvPr/>
          </p:nvSpPr>
          <p:spPr>
            <a:xfrm>
              <a:off x="2256772" y="7168208"/>
              <a:ext cx="28398" cy="28398"/>
            </a:xfrm>
            <a:prstGeom prst="ellipse">
              <a:avLst/>
            </a:prstGeom>
            <a:solidFill>
              <a:srgbClr val="7F8C97">
                <a:alpha val="48000"/>
              </a:srgbClr>
            </a:solidFill>
            <a:ln w="0">
              <a:noFill/>
              <a:prstDash val="solid"/>
            </a:ln>
          </p:spPr>
        </p:sp>
        <p:sp>
          <p:nvSpPr>
            <p:cNvPr id="3668" name="03_assume_matched_3667">
              <a:extLst>
                <a:ext uri="{FF2B5EF4-FFF2-40B4-BE49-F238E27FC236}">
                  <a16:creationId xmlns:a16="http://schemas.microsoft.com/office/drawing/2014/main" id="{42841D80-4A0A-4BA7-A9B0-6144D715A391}"/>
                </a:ext>
              </a:extLst>
            </p:cNvPr>
            <p:cNvSpPr>
              <a:spLocks/>
            </p:cNvSpPr>
            <p:nvPr/>
          </p:nvSpPr>
          <p:spPr>
            <a:xfrm>
              <a:off x="2168555" y="7168208"/>
              <a:ext cx="28398" cy="28398"/>
            </a:xfrm>
            <a:prstGeom prst="ellipse">
              <a:avLst/>
            </a:prstGeom>
            <a:solidFill>
              <a:srgbClr val="7F8C97">
                <a:alpha val="48000"/>
              </a:srgbClr>
            </a:solidFill>
            <a:ln w="0">
              <a:noFill/>
              <a:prstDash val="solid"/>
            </a:ln>
          </p:spPr>
        </p:sp>
        <p:sp>
          <p:nvSpPr>
            <p:cNvPr id="3669" name="03_assume_matched_3668">
              <a:extLst>
                <a:ext uri="{FF2B5EF4-FFF2-40B4-BE49-F238E27FC236}">
                  <a16:creationId xmlns:a16="http://schemas.microsoft.com/office/drawing/2014/main" id="{251CAF24-1EF4-4D8D-A6A3-2DCEA6D2972C}"/>
                </a:ext>
              </a:extLst>
            </p:cNvPr>
            <p:cNvSpPr>
              <a:spLocks/>
            </p:cNvSpPr>
            <p:nvPr/>
          </p:nvSpPr>
          <p:spPr>
            <a:xfrm>
              <a:off x="2182515" y="7168208"/>
              <a:ext cx="28398" cy="28398"/>
            </a:xfrm>
            <a:prstGeom prst="ellipse">
              <a:avLst/>
            </a:prstGeom>
            <a:solidFill>
              <a:srgbClr val="7F8C97">
                <a:alpha val="48000"/>
              </a:srgbClr>
            </a:solidFill>
            <a:ln w="0">
              <a:noFill/>
              <a:prstDash val="solid"/>
            </a:ln>
          </p:spPr>
        </p:sp>
        <p:sp>
          <p:nvSpPr>
            <p:cNvPr id="3670" name="03_assume_matched_3669">
              <a:extLst>
                <a:ext uri="{FF2B5EF4-FFF2-40B4-BE49-F238E27FC236}">
                  <a16:creationId xmlns:a16="http://schemas.microsoft.com/office/drawing/2014/main" id="{C30300C4-47E4-4F04-8B13-39D384243081}"/>
                </a:ext>
              </a:extLst>
            </p:cNvPr>
            <p:cNvSpPr>
              <a:spLocks/>
            </p:cNvSpPr>
            <p:nvPr/>
          </p:nvSpPr>
          <p:spPr>
            <a:xfrm>
              <a:off x="2243676" y="7168208"/>
              <a:ext cx="28398" cy="28398"/>
            </a:xfrm>
            <a:prstGeom prst="ellipse">
              <a:avLst/>
            </a:prstGeom>
            <a:solidFill>
              <a:srgbClr val="7F8C97">
                <a:alpha val="48000"/>
              </a:srgbClr>
            </a:solidFill>
            <a:ln w="0">
              <a:noFill/>
              <a:prstDash val="solid"/>
            </a:ln>
          </p:spPr>
        </p:sp>
        <p:sp>
          <p:nvSpPr>
            <p:cNvPr id="3671" name="03_assume_matched_3670">
              <a:extLst>
                <a:ext uri="{FF2B5EF4-FFF2-40B4-BE49-F238E27FC236}">
                  <a16:creationId xmlns:a16="http://schemas.microsoft.com/office/drawing/2014/main" id="{15989829-589D-4175-9DA8-F494A4EA10DB}"/>
                </a:ext>
              </a:extLst>
            </p:cNvPr>
            <p:cNvSpPr>
              <a:spLocks/>
            </p:cNvSpPr>
            <p:nvPr/>
          </p:nvSpPr>
          <p:spPr>
            <a:xfrm>
              <a:off x="2188559" y="7753078"/>
              <a:ext cx="28398" cy="28398"/>
            </a:xfrm>
            <a:prstGeom prst="ellipse">
              <a:avLst/>
            </a:prstGeom>
            <a:solidFill>
              <a:srgbClr val="7F8C97">
                <a:alpha val="48000"/>
              </a:srgbClr>
            </a:solidFill>
            <a:ln w="0">
              <a:noFill/>
              <a:prstDash val="solid"/>
            </a:ln>
          </p:spPr>
        </p:sp>
        <p:sp>
          <p:nvSpPr>
            <p:cNvPr id="3672" name="03_assume_matched_3671">
              <a:extLst>
                <a:ext uri="{FF2B5EF4-FFF2-40B4-BE49-F238E27FC236}">
                  <a16:creationId xmlns:a16="http://schemas.microsoft.com/office/drawing/2014/main" id="{FFB438FC-DA71-4840-862D-F10C8308E76F}"/>
                </a:ext>
              </a:extLst>
            </p:cNvPr>
            <p:cNvSpPr>
              <a:spLocks/>
            </p:cNvSpPr>
            <p:nvPr/>
          </p:nvSpPr>
          <p:spPr>
            <a:xfrm>
              <a:off x="2214606" y="7168208"/>
              <a:ext cx="28398" cy="28398"/>
            </a:xfrm>
            <a:prstGeom prst="ellipse">
              <a:avLst/>
            </a:prstGeom>
            <a:solidFill>
              <a:srgbClr val="7F8C97">
                <a:alpha val="48000"/>
              </a:srgbClr>
            </a:solidFill>
            <a:ln w="0">
              <a:noFill/>
              <a:prstDash val="solid"/>
            </a:ln>
          </p:spPr>
        </p:sp>
        <p:sp>
          <p:nvSpPr>
            <p:cNvPr id="3673" name="03_assume_matched_3672">
              <a:extLst>
                <a:ext uri="{FF2B5EF4-FFF2-40B4-BE49-F238E27FC236}">
                  <a16:creationId xmlns:a16="http://schemas.microsoft.com/office/drawing/2014/main" id="{5DBB8E17-D8AE-4D50-950C-FCFBDABA354E}"/>
                </a:ext>
              </a:extLst>
            </p:cNvPr>
            <p:cNvSpPr>
              <a:spLocks/>
            </p:cNvSpPr>
            <p:nvPr/>
          </p:nvSpPr>
          <p:spPr>
            <a:xfrm>
              <a:off x="2163662" y="7753078"/>
              <a:ext cx="28398" cy="28398"/>
            </a:xfrm>
            <a:prstGeom prst="ellipse">
              <a:avLst/>
            </a:prstGeom>
            <a:solidFill>
              <a:srgbClr val="7F8C97">
                <a:alpha val="48000"/>
              </a:srgbClr>
            </a:solidFill>
            <a:ln w="0">
              <a:noFill/>
              <a:prstDash val="solid"/>
            </a:ln>
          </p:spPr>
        </p:sp>
        <p:sp>
          <p:nvSpPr>
            <p:cNvPr id="3674" name="03_assume_matched_3673">
              <a:extLst>
                <a:ext uri="{FF2B5EF4-FFF2-40B4-BE49-F238E27FC236}">
                  <a16:creationId xmlns:a16="http://schemas.microsoft.com/office/drawing/2014/main" id="{D88910BA-44CA-418F-AC9F-57159B576721}"/>
                </a:ext>
              </a:extLst>
            </p:cNvPr>
            <p:cNvSpPr>
              <a:spLocks/>
            </p:cNvSpPr>
            <p:nvPr/>
          </p:nvSpPr>
          <p:spPr>
            <a:xfrm>
              <a:off x="3036342" y="7168208"/>
              <a:ext cx="28398" cy="28398"/>
            </a:xfrm>
            <a:prstGeom prst="ellipse">
              <a:avLst/>
            </a:prstGeom>
            <a:solidFill>
              <a:srgbClr val="7F8C97">
                <a:alpha val="48000"/>
              </a:srgbClr>
            </a:solidFill>
            <a:ln w="0">
              <a:noFill/>
              <a:prstDash val="solid"/>
            </a:ln>
          </p:spPr>
        </p:sp>
        <p:sp>
          <p:nvSpPr>
            <p:cNvPr id="3675" name="03_assume_matched_3674">
              <a:extLst>
                <a:ext uri="{FF2B5EF4-FFF2-40B4-BE49-F238E27FC236}">
                  <a16:creationId xmlns:a16="http://schemas.microsoft.com/office/drawing/2014/main" id="{8E56E0D6-C68A-476B-A862-4D03ED8ACA7D}"/>
                </a:ext>
              </a:extLst>
            </p:cNvPr>
            <p:cNvSpPr>
              <a:spLocks/>
            </p:cNvSpPr>
            <p:nvPr/>
          </p:nvSpPr>
          <p:spPr>
            <a:xfrm>
              <a:off x="3024829" y="7168208"/>
              <a:ext cx="28398" cy="28398"/>
            </a:xfrm>
            <a:prstGeom prst="ellipse">
              <a:avLst/>
            </a:prstGeom>
            <a:solidFill>
              <a:srgbClr val="7F8C97">
                <a:alpha val="48000"/>
              </a:srgbClr>
            </a:solidFill>
            <a:ln w="0">
              <a:noFill/>
              <a:prstDash val="solid"/>
            </a:ln>
          </p:spPr>
        </p:sp>
        <p:sp>
          <p:nvSpPr>
            <p:cNvPr id="3676" name="03_assume_matched_3675">
              <a:extLst>
                <a:ext uri="{FF2B5EF4-FFF2-40B4-BE49-F238E27FC236}">
                  <a16:creationId xmlns:a16="http://schemas.microsoft.com/office/drawing/2014/main" id="{F242F47E-F508-4F64-AFF7-F4075EAD1F3D}"/>
                </a:ext>
              </a:extLst>
            </p:cNvPr>
            <p:cNvSpPr>
              <a:spLocks/>
            </p:cNvSpPr>
            <p:nvPr/>
          </p:nvSpPr>
          <p:spPr>
            <a:xfrm>
              <a:off x="2967697" y="7168208"/>
              <a:ext cx="28398" cy="28398"/>
            </a:xfrm>
            <a:prstGeom prst="ellipse">
              <a:avLst/>
            </a:prstGeom>
            <a:solidFill>
              <a:srgbClr val="7F8C97">
                <a:alpha val="48000"/>
              </a:srgbClr>
            </a:solidFill>
            <a:ln w="0">
              <a:noFill/>
              <a:prstDash val="solid"/>
            </a:ln>
          </p:spPr>
        </p:sp>
        <p:sp>
          <p:nvSpPr>
            <p:cNvPr id="3677" name="03_assume_matched_3676">
              <a:extLst>
                <a:ext uri="{FF2B5EF4-FFF2-40B4-BE49-F238E27FC236}">
                  <a16:creationId xmlns:a16="http://schemas.microsoft.com/office/drawing/2014/main" id="{6B14FF40-5F27-40FD-B6AB-CC12A98D1A55}"/>
                </a:ext>
              </a:extLst>
            </p:cNvPr>
            <p:cNvSpPr>
              <a:spLocks/>
            </p:cNvSpPr>
            <p:nvPr/>
          </p:nvSpPr>
          <p:spPr>
            <a:xfrm>
              <a:off x="3046559" y="7168208"/>
              <a:ext cx="28398" cy="28398"/>
            </a:xfrm>
            <a:prstGeom prst="ellipse">
              <a:avLst/>
            </a:prstGeom>
            <a:solidFill>
              <a:srgbClr val="7F8C97">
                <a:alpha val="48000"/>
              </a:srgbClr>
            </a:solidFill>
            <a:ln w="0">
              <a:noFill/>
              <a:prstDash val="solid"/>
            </a:ln>
          </p:spPr>
        </p:sp>
        <p:sp>
          <p:nvSpPr>
            <p:cNvPr id="3678" name="03_assume_matched_3677">
              <a:extLst>
                <a:ext uri="{FF2B5EF4-FFF2-40B4-BE49-F238E27FC236}">
                  <a16:creationId xmlns:a16="http://schemas.microsoft.com/office/drawing/2014/main" id="{1CDCD49A-EE0F-405D-9DB3-4EC608CC6AD6}"/>
                </a:ext>
              </a:extLst>
            </p:cNvPr>
            <p:cNvSpPr>
              <a:spLocks/>
            </p:cNvSpPr>
            <p:nvPr/>
          </p:nvSpPr>
          <p:spPr>
            <a:xfrm>
              <a:off x="3014324" y="7168208"/>
              <a:ext cx="28398" cy="28398"/>
            </a:xfrm>
            <a:prstGeom prst="ellipse">
              <a:avLst/>
            </a:prstGeom>
            <a:solidFill>
              <a:srgbClr val="7F8C97">
                <a:alpha val="48000"/>
              </a:srgbClr>
            </a:solidFill>
            <a:ln w="0">
              <a:noFill/>
              <a:prstDash val="solid"/>
            </a:ln>
          </p:spPr>
        </p:sp>
        <p:sp>
          <p:nvSpPr>
            <p:cNvPr id="3679" name="03_assume_matched_3678">
              <a:extLst>
                <a:ext uri="{FF2B5EF4-FFF2-40B4-BE49-F238E27FC236}">
                  <a16:creationId xmlns:a16="http://schemas.microsoft.com/office/drawing/2014/main" id="{1EA1EC4C-24DA-4B95-A08F-6342E277CF3D}"/>
                </a:ext>
              </a:extLst>
            </p:cNvPr>
            <p:cNvSpPr>
              <a:spLocks/>
            </p:cNvSpPr>
            <p:nvPr/>
          </p:nvSpPr>
          <p:spPr>
            <a:xfrm>
              <a:off x="2919056" y="7168208"/>
              <a:ext cx="28398" cy="28398"/>
            </a:xfrm>
            <a:prstGeom prst="ellipse">
              <a:avLst/>
            </a:prstGeom>
            <a:solidFill>
              <a:srgbClr val="7F8C97">
                <a:alpha val="48000"/>
              </a:srgbClr>
            </a:solidFill>
            <a:ln w="0">
              <a:noFill/>
              <a:prstDash val="solid"/>
            </a:ln>
          </p:spPr>
        </p:sp>
        <p:sp>
          <p:nvSpPr>
            <p:cNvPr id="3680" name="03_assume_matched_3679">
              <a:extLst>
                <a:ext uri="{FF2B5EF4-FFF2-40B4-BE49-F238E27FC236}">
                  <a16:creationId xmlns:a16="http://schemas.microsoft.com/office/drawing/2014/main" id="{981DEB3E-D0D6-4273-BC9A-69C073932177}"/>
                </a:ext>
              </a:extLst>
            </p:cNvPr>
            <p:cNvSpPr>
              <a:spLocks/>
            </p:cNvSpPr>
            <p:nvPr/>
          </p:nvSpPr>
          <p:spPr>
            <a:xfrm>
              <a:off x="2949708" y="7168208"/>
              <a:ext cx="28398" cy="28398"/>
            </a:xfrm>
            <a:prstGeom prst="ellipse">
              <a:avLst/>
            </a:prstGeom>
            <a:solidFill>
              <a:srgbClr val="7F8C97">
                <a:alpha val="48000"/>
              </a:srgbClr>
            </a:solidFill>
            <a:ln w="0">
              <a:noFill/>
              <a:prstDash val="solid"/>
            </a:ln>
          </p:spPr>
        </p:sp>
        <p:sp>
          <p:nvSpPr>
            <p:cNvPr id="3681" name="03_assume_matched_3680">
              <a:extLst>
                <a:ext uri="{FF2B5EF4-FFF2-40B4-BE49-F238E27FC236}">
                  <a16:creationId xmlns:a16="http://schemas.microsoft.com/office/drawing/2014/main" id="{F3FA7179-76FB-4D13-B8D9-AD5CE1928A05}"/>
                </a:ext>
              </a:extLst>
            </p:cNvPr>
            <p:cNvSpPr>
              <a:spLocks/>
            </p:cNvSpPr>
            <p:nvPr/>
          </p:nvSpPr>
          <p:spPr>
            <a:xfrm>
              <a:off x="2918768" y="7606860"/>
              <a:ext cx="28398" cy="28398"/>
            </a:xfrm>
            <a:prstGeom prst="ellipse">
              <a:avLst/>
            </a:prstGeom>
            <a:solidFill>
              <a:srgbClr val="7F8C97">
                <a:alpha val="48000"/>
              </a:srgbClr>
            </a:solidFill>
            <a:ln w="0">
              <a:noFill/>
              <a:prstDash val="solid"/>
            </a:ln>
          </p:spPr>
        </p:sp>
        <p:sp>
          <p:nvSpPr>
            <p:cNvPr id="3682" name="03_assume_matched_3681">
              <a:extLst>
                <a:ext uri="{FF2B5EF4-FFF2-40B4-BE49-F238E27FC236}">
                  <a16:creationId xmlns:a16="http://schemas.microsoft.com/office/drawing/2014/main" id="{8529B97C-F650-4B2D-9843-DC13B61F388D}"/>
                </a:ext>
              </a:extLst>
            </p:cNvPr>
            <p:cNvSpPr>
              <a:spLocks/>
            </p:cNvSpPr>
            <p:nvPr/>
          </p:nvSpPr>
          <p:spPr>
            <a:xfrm>
              <a:off x="3000077" y="7168208"/>
              <a:ext cx="28398" cy="28398"/>
            </a:xfrm>
            <a:prstGeom prst="ellipse">
              <a:avLst/>
            </a:prstGeom>
            <a:solidFill>
              <a:srgbClr val="7F8C97">
                <a:alpha val="48000"/>
              </a:srgbClr>
            </a:solidFill>
            <a:ln w="0">
              <a:noFill/>
              <a:prstDash val="solid"/>
            </a:ln>
          </p:spPr>
        </p:sp>
        <p:sp>
          <p:nvSpPr>
            <p:cNvPr id="3683" name="03_assume_matched_3682">
              <a:extLst>
                <a:ext uri="{FF2B5EF4-FFF2-40B4-BE49-F238E27FC236}">
                  <a16:creationId xmlns:a16="http://schemas.microsoft.com/office/drawing/2014/main" id="{DC4E8005-B526-43AE-8B64-C50B8A469CDA}"/>
                </a:ext>
              </a:extLst>
            </p:cNvPr>
            <p:cNvSpPr>
              <a:spLocks/>
            </p:cNvSpPr>
            <p:nvPr/>
          </p:nvSpPr>
          <p:spPr>
            <a:xfrm>
              <a:off x="2981368" y="7168208"/>
              <a:ext cx="28398" cy="28398"/>
            </a:xfrm>
            <a:prstGeom prst="ellipse">
              <a:avLst/>
            </a:prstGeom>
            <a:solidFill>
              <a:srgbClr val="7F8C97">
                <a:alpha val="48000"/>
              </a:srgbClr>
            </a:solidFill>
            <a:ln w="0">
              <a:noFill/>
              <a:prstDash val="solid"/>
            </a:ln>
          </p:spPr>
        </p:sp>
        <p:sp>
          <p:nvSpPr>
            <p:cNvPr id="3684" name="03_assume_matched_3683">
              <a:extLst>
                <a:ext uri="{FF2B5EF4-FFF2-40B4-BE49-F238E27FC236}">
                  <a16:creationId xmlns:a16="http://schemas.microsoft.com/office/drawing/2014/main" id="{A0743034-4EE9-4D1D-9A7E-D398B48530E9}"/>
                </a:ext>
              </a:extLst>
            </p:cNvPr>
            <p:cNvSpPr>
              <a:spLocks/>
            </p:cNvSpPr>
            <p:nvPr/>
          </p:nvSpPr>
          <p:spPr>
            <a:xfrm>
              <a:off x="2966114" y="7168208"/>
              <a:ext cx="28398" cy="28398"/>
            </a:xfrm>
            <a:prstGeom prst="ellipse">
              <a:avLst/>
            </a:prstGeom>
            <a:solidFill>
              <a:srgbClr val="7F8C97">
                <a:alpha val="48000"/>
              </a:srgbClr>
            </a:solidFill>
            <a:ln w="0">
              <a:noFill/>
              <a:prstDash val="solid"/>
            </a:ln>
          </p:spPr>
        </p:sp>
        <p:sp>
          <p:nvSpPr>
            <p:cNvPr id="3685" name="03_assume_matched_3684">
              <a:extLst>
                <a:ext uri="{FF2B5EF4-FFF2-40B4-BE49-F238E27FC236}">
                  <a16:creationId xmlns:a16="http://schemas.microsoft.com/office/drawing/2014/main" id="{FE6BDF38-F2CD-49D8-8BA5-BAD0542AEC99}"/>
                </a:ext>
              </a:extLst>
            </p:cNvPr>
            <p:cNvSpPr>
              <a:spLocks/>
            </p:cNvSpPr>
            <p:nvPr/>
          </p:nvSpPr>
          <p:spPr>
            <a:xfrm>
              <a:off x="2951867" y="7753078"/>
              <a:ext cx="28398" cy="28398"/>
            </a:xfrm>
            <a:prstGeom prst="ellipse">
              <a:avLst/>
            </a:prstGeom>
            <a:solidFill>
              <a:srgbClr val="7F8C97">
                <a:alpha val="48000"/>
              </a:srgbClr>
            </a:solidFill>
            <a:ln w="0">
              <a:noFill/>
              <a:prstDash val="solid"/>
            </a:ln>
          </p:spPr>
        </p:sp>
        <p:sp>
          <p:nvSpPr>
            <p:cNvPr id="3686" name="03_assume_matched_3685">
              <a:extLst>
                <a:ext uri="{FF2B5EF4-FFF2-40B4-BE49-F238E27FC236}">
                  <a16:creationId xmlns:a16="http://schemas.microsoft.com/office/drawing/2014/main" id="{6CA1772B-77E5-4D12-AECD-66CAE5037CF2}"/>
                </a:ext>
              </a:extLst>
            </p:cNvPr>
            <p:cNvSpPr>
              <a:spLocks/>
            </p:cNvSpPr>
            <p:nvPr/>
          </p:nvSpPr>
          <p:spPr>
            <a:xfrm>
              <a:off x="2968273" y="7168208"/>
              <a:ext cx="28398" cy="28398"/>
            </a:xfrm>
            <a:prstGeom prst="ellipse">
              <a:avLst/>
            </a:prstGeom>
            <a:solidFill>
              <a:srgbClr val="7F8C97">
                <a:alpha val="48000"/>
              </a:srgbClr>
            </a:solidFill>
            <a:ln w="0">
              <a:noFill/>
              <a:prstDash val="solid"/>
            </a:ln>
          </p:spPr>
        </p:sp>
        <p:sp>
          <p:nvSpPr>
            <p:cNvPr id="3687" name="03_assume_matched_3686">
              <a:extLst>
                <a:ext uri="{FF2B5EF4-FFF2-40B4-BE49-F238E27FC236}">
                  <a16:creationId xmlns:a16="http://schemas.microsoft.com/office/drawing/2014/main" id="{33304445-A4DD-49B7-9094-929BE15FEB70}"/>
                </a:ext>
              </a:extLst>
            </p:cNvPr>
            <p:cNvSpPr>
              <a:spLocks/>
            </p:cNvSpPr>
            <p:nvPr/>
          </p:nvSpPr>
          <p:spPr>
            <a:xfrm>
              <a:off x="3053467" y="7314426"/>
              <a:ext cx="28398" cy="28398"/>
            </a:xfrm>
            <a:prstGeom prst="ellipse">
              <a:avLst/>
            </a:prstGeom>
            <a:solidFill>
              <a:srgbClr val="7F8C97">
                <a:alpha val="48000"/>
              </a:srgbClr>
            </a:solidFill>
            <a:ln w="0">
              <a:noFill/>
              <a:prstDash val="solid"/>
            </a:ln>
          </p:spPr>
        </p:sp>
        <p:sp>
          <p:nvSpPr>
            <p:cNvPr id="3688" name="03_assume_matched_3687">
              <a:extLst>
                <a:ext uri="{FF2B5EF4-FFF2-40B4-BE49-F238E27FC236}">
                  <a16:creationId xmlns:a16="http://schemas.microsoft.com/office/drawing/2014/main" id="{AE2A713A-6CFF-4746-8E60-AB71050C0F66}"/>
                </a:ext>
              </a:extLst>
            </p:cNvPr>
            <p:cNvSpPr>
              <a:spLocks/>
            </p:cNvSpPr>
            <p:nvPr/>
          </p:nvSpPr>
          <p:spPr>
            <a:xfrm>
              <a:off x="3008423" y="7168208"/>
              <a:ext cx="28398" cy="28398"/>
            </a:xfrm>
            <a:prstGeom prst="ellipse">
              <a:avLst/>
            </a:prstGeom>
            <a:solidFill>
              <a:srgbClr val="7F8C97">
                <a:alpha val="48000"/>
              </a:srgbClr>
            </a:solidFill>
            <a:ln w="0">
              <a:noFill/>
              <a:prstDash val="solid"/>
            </a:ln>
          </p:spPr>
        </p:sp>
        <p:sp>
          <p:nvSpPr>
            <p:cNvPr id="3689" name="03_assume_matched_3688">
              <a:extLst>
                <a:ext uri="{FF2B5EF4-FFF2-40B4-BE49-F238E27FC236}">
                  <a16:creationId xmlns:a16="http://schemas.microsoft.com/office/drawing/2014/main" id="{A176BA93-226F-45F8-9D34-C13E831A4D48}"/>
                </a:ext>
              </a:extLst>
            </p:cNvPr>
            <p:cNvSpPr>
              <a:spLocks/>
            </p:cNvSpPr>
            <p:nvPr/>
          </p:nvSpPr>
          <p:spPr>
            <a:xfrm>
              <a:off x="3018209" y="7688092"/>
              <a:ext cx="28398" cy="28398"/>
            </a:xfrm>
            <a:prstGeom prst="ellipse">
              <a:avLst/>
            </a:prstGeom>
            <a:solidFill>
              <a:srgbClr val="7F8C97">
                <a:alpha val="48000"/>
              </a:srgbClr>
            </a:solidFill>
            <a:ln w="0">
              <a:noFill/>
              <a:prstDash val="solid"/>
            </a:ln>
          </p:spPr>
        </p:sp>
        <p:sp>
          <p:nvSpPr>
            <p:cNvPr id="3690" name="03_assume_matched_3689">
              <a:extLst>
                <a:ext uri="{FF2B5EF4-FFF2-40B4-BE49-F238E27FC236}">
                  <a16:creationId xmlns:a16="http://schemas.microsoft.com/office/drawing/2014/main" id="{D0685440-6EDD-48AB-8840-7134FA99495C}"/>
                </a:ext>
              </a:extLst>
            </p:cNvPr>
            <p:cNvSpPr>
              <a:spLocks/>
            </p:cNvSpPr>
            <p:nvPr/>
          </p:nvSpPr>
          <p:spPr>
            <a:xfrm>
              <a:off x="2955033" y="7558121"/>
              <a:ext cx="28398" cy="28398"/>
            </a:xfrm>
            <a:prstGeom prst="ellipse">
              <a:avLst/>
            </a:prstGeom>
            <a:solidFill>
              <a:srgbClr val="7F8C97">
                <a:alpha val="48000"/>
              </a:srgbClr>
            </a:solidFill>
            <a:ln w="0">
              <a:noFill/>
              <a:prstDash val="solid"/>
            </a:ln>
          </p:spPr>
        </p:sp>
        <p:sp>
          <p:nvSpPr>
            <p:cNvPr id="3691" name="03_assume_matched_3690">
              <a:extLst>
                <a:ext uri="{FF2B5EF4-FFF2-40B4-BE49-F238E27FC236}">
                  <a16:creationId xmlns:a16="http://schemas.microsoft.com/office/drawing/2014/main" id="{F343900C-B362-4D95-9187-179C905B68C2}"/>
                </a:ext>
              </a:extLst>
            </p:cNvPr>
            <p:cNvSpPr>
              <a:spLocks/>
            </p:cNvSpPr>
            <p:nvPr/>
          </p:nvSpPr>
          <p:spPr>
            <a:xfrm>
              <a:off x="3045408" y="7558121"/>
              <a:ext cx="28398" cy="28398"/>
            </a:xfrm>
            <a:prstGeom prst="ellipse">
              <a:avLst/>
            </a:prstGeom>
            <a:solidFill>
              <a:srgbClr val="7F8C97">
                <a:alpha val="48000"/>
              </a:srgbClr>
            </a:solidFill>
            <a:ln w="0">
              <a:noFill/>
              <a:prstDash val="solid"/>
            </a:ln>
          </p:spPr>
        </p:sp>
        <p:sp>
          <p:nvSpPr>
            <p:cNvPr id="3692" name="03_assume_matched_3691">
              <a:extLst>
                <a:ext uri="{FF2B5EF4-FFF2-40B4-BE49-F238E27FC236}">
                  <a16:creationId xmlns:a16="http://schemas.microsoft.com/office/drawing/2014/main" id="{D20132B3-53CB-451B-894B-5239821E1091}"/>
                </a:ext>
              </a:extLst>
            </p:cNvPr>
            <p:cNvSpPr>
              <a:spLocks/>
            </p:cNvSpPr>
            <p:nvPr/>
          </p:nvSpPr>
          <p:spPr>
            <a:xfrm>
              <a:off x="3018497" y="7168208"/>
              <a:ext cx="28398" cy="28398"/>
            </a:xfrm>
            <a:prstGeom prst="ellipse">
              <a:avLst/>
            </a:prstGeom>
            <a:solidFill>
              <a:srgbClr val="7F8C97">
                <a:alpha val="48000"/>
              </a:srgbClr>
            </a:solidFill>
            <a:ln w="0">
              <a:noFill/>
              <a:prstDash val="solid"/>
            </a:ln>
          </p:spPr>
        </p:sp>
        <p:sp>
          <p:nvSpPr>
            <p:cNvPr id="3693" name="03_assume_matched_3692">
              <a:extLst>
                <a:ext uri="{FF2B5EF4-FFF2-40B4-BE49-F238E27FC236}">
                  <a16:creationId xmlns:a16="http://schemas.microsoft.com/office/drawing/2014/main" id="{0AB82B37-9DAD-4CD4-B41B-1BE140CE4AA0}"/>
                </a:ext>
              </a:extLst>
            </p:cNvPr>
            <p:cNvSpPr>
              <a:spLocks/>
            </p:cNvSpPr>
            <p:nvPr/>
          </p:nvSpPr>
          <p:spPr>
            <a:xfrm>
              <a:off x="2936325" y="7753078"/>
              <a:ext cx="28398" cy="28398"/>
            </a:xfrm>
            <a:prstGeom prst="ellipse">
              <a:avLst/>
            </a:prstGeom>
            <a:solidFill>
              <a:srgbClr val="7F8C97">
                <a:alpha val="48000"/>
              </a:srgbClr>
            </a:solidFill>
            <a:ln w="0">
              <a:noFill/>
              <a:prstDash val="solid"/>
            </a:ln>
          </p:spPr>
        </p:sp>
        <p:sp>
          <p:nvSpPr>
            <p:cNvPr id="3694" name="03_assume_matched_3693">
              <a:extLst>
                <a:ext uri="{FF2B5EF4-FFF2-40B4-BE49-F238E27FC236}">
                  <a16:creationId xmlns:a16="http://schemas.microsoft.com/office/drawing/2014/main" id="{90206460-D3D2-40CD-A99A-23A0C7AD3932}"/>
                </a:ext>
              </a:extLst>
            </p:cNvPr>
            <p:cNvSpPr>
              <a:spLocks/>
            </p:cNvSpPr>
            <p:nvPr/>
          </p:nvSpPr>
          <p:spPr>
            <a:xfrm>
              <a:off x="2943664" y="7168208"/>
              <a:ext cx="28398" cy="28398"/>
            </a:xfrm>
            <a:prstGeom prst="ellipse">
              <a:avLst/>
            </a:prstGeom>
            <a:solidFill>
              <a:srgbClr val="7F8C97">
                <a:alpha val="48000"/>
              </a:srgbClr>
            </a:solidFill>
            <a:ln w="0">
              <a:noFill/>
              <a:prstDash val="solid"/>
            </a:ln>
          </p:spPr>
        </p:sp>
        <p:sp>
          <p:nvSpPr>
            <p:cNvPr id="3695" name="03_assume_matched_3694">
              <a:extLst>
                <a:ext uri="{FF2B5EF4-FFF2-40B4-BE49-F238E27FC236}">
                  <a16:creationId xmlns:a16="http://schemas.microsoft.com/office/drawing/2014/main" id="{B6363729-B9C5-4778-99F4-E53BB7743FB1}"/>
                </a:ext>
              </a:extLst>
            </p:cNvPr>
            <p:cNvSpPr>
              <a:spLocks/>
            </p:cNvSpPr>
            <p:nvPr/>
          </p:nvSpPr>
          <p:spPr>
            <a:xfrm>
              <a:off x="2954889" y="7558121"/>
              <a:ext cx="28398" cy="28398"/>
            </a:xfrm>
            <a:prstGeom prst="ellipse">
              <a:avLst/>
            </a:prstGeom>
            <a:solidFill>
              <a:srgbClr val="7F8C97">
                <a:alpha val="48000"/>
              </a:srgbClr>
            </a:solidFill>
            <a:ln w="0">
              <a:noFill/>
              <a:prstDash val="solid"/>
            </a:ln>
          </p:spPr>
        </p:sp>
        <p:sp>
          <p:nvSpPr>
            <p:cNvPr id="3696" name="03_assume_matched_3695">
              <a:extLst>
                <a:ext uri="{FF2B5EF4-FFF2-40B4-BE49-F238E27FC236}">
                  <a16:creationId xmlns:a16="http://schemas.microsoft.com/office/drawing/2014/main" id="{0931F7A2-46B2-495D-96D0-D648B887091F}"/>
                </a:ext>
              </a:extLst>
            </p:cNvPr>
            <p:cNvSpPr>
              <a:spLocks/>
            </p:cNvSpPr>
            <p:nvPr/>
          </p:nvSpPr>
          <p:spPr>
            <a:xfrm>
              <a:off x="3044257" y="7168208"/>
              <a:ext cx="28398" cy="28398"/>
            </a:xfrm>
            <a:prstGeom prst="ellipse">
              <a:avLst/>
            </a:prstGeom>
            <a:solidFill>
              <a:srgbClr val="7F8C97">
                <a:alpha val="48000"/>
              </a:srgbClr>
            </a:solidFill>
            <a:ln w="0">
              <a:noFill/>
              <a:prstDash val="solid"/>
            </a:ln>
          </p:spPr>
        </p:sp>
        <p:sp>
          <p:nvSpPr>
            <p:cNvPr id="3697" name="03_assume_matched_3696">
              <a:extLst>
                <a:ext uri="{FF2B5EF4-FFF2-40B4-BE49-F238E27FC236}">
                  <a16:creationId xmlns:a16="http://schemas.microsoft.com/office/drawing/2014/main" id="{59C98BBF-D607-49A9-AA79-B11BD162402E}"/>
                </a:ext>
              </a:extLst>
            </p:cNvPr>
            <p:cNvSpPr>
              <a:spLocks/>
            </p:cNvSpPr>
            <p:nvPr/>
          </p:nvSpPr>
          <p:spPr>
            <a:xfrm>
              <a:off x="2957192" y="7168208"/>
              <a:ext cx="28398" cy="28398"/>
            </a:xfrm>
            <a:prstGeom prst="ellipse">
              <a:avLst/>
            </a:prstGeom>
            <a:solidFill>
              <a:srgbClr val="7F8C97">
                <a:alpha val="48000"/>
              </a:srgbClr>
            </a:solidFill>
            <a:ln w="0">
              <a:noFill/>
              <a:prstDash val="solid"/>
            </a:ln>
          </p:spPr>
        </p:sp>
        <p:sp>
          <p:nvSpPr>
            <p:cNvPr id="3698" name="03_assume_matched_3697">
              <a:extLst>
                <a:ext uri="{FF2B5EF4-FFF2-40B4-BE49-F238E27FC236}">
                  <a16:creationId xmlns:a16="http://schemas.microsoft.com/office/drawing/2014/main" id="{CD0B8388-CDCA-4F3B-9D43-996056FA7D09}"/>
                </a:ext>
              </a:extLst>
            </p:cNvPr>
            <p:cNvSpPr>
              <a:spLocks/>
            </p:cNvSpPr>
            <p:nvPr/>
          </p:nvSpPr>
          <p:spPr>
            <a:xfrm>
              <a:off x="3036198" y="7493136"/>
              <a:ext cx="28398" cy="28398"/>
            </a:xfrm>
            <a:prstGeom prst="ellipse">
              <a:avLst/>
            </a:prstGeom>
            <a:solidFill>
              <a:srgbClr val="7F8C97">
                <a:alpha val="48000"/>
              </a:srgbClr>
            </a:solidFill>
            <a:ln w="0">
              <a:noFill/>
              <a:prstDash val="solid"/>
            </a:ln>
          </p:spPr>
        </p:sp>
        <p:sp>
          <p:nvSpPr>
            <p:cNvPr id="3699" name="03_assume_matched_3698">
              <a:extLst>
                <a:ext uri="{FF2B5EF4-FFF2-40B4-BE49-F238E27FC236}">
                  <a16:creationId xmlns:a16="http://schemas.microsoft.com/office/drawing/2014/main" id="{0DE3677F-8DDF-4557-A7E6-12E45709C3FF}"/>
                </a:ext>
              </a:extLst>
            </p:cNvPr>
            <p:cNvSpPr>
              <a:spLocks/>
            </p:cNvSpPr>
            <p:nvPr/>
          </p:nvSpPr>
          <p:spPr>
            <a:xfrm>
              <a:off x="3037349" y="7168208"/>
              <a:ext cx="28398" cy="28398"/>
            </a:xfrm>
            <a:prstGeom prst="ellipse">
              <a:avLst/>
            </a:prstGeom>
            <a:solidFill>
              <a:srgbClr val="7F8C97">
                <a:alpha val="48000"/>
              </a:srgbClr>
            </a:solidFill>
            <a:ln w="0">
              <a:noFill/>
              <a:prstDash val="solid"/>
            </a:ln>
          </p:spPr>
        </p:sp>
        <p:sp>
          <p:nvSpPr>
            <p:cNvPr id="3700" name="03_assume_matched_3699">
              <a:extLst>
                <a:ext uri="{FF2B5EF4-FFF2-40B4-BE49-F238E27FC236}">
                  <a16:creationId xmlns:a16="http://schemas.microsoft.com/office/drawing/2014/main" id="{93C4B1F6-6898-4D2C-B83E-788055570D9B}"/>
                </a:ext>
              </a:extLst>
            </p:cNvPr>
            <p:cNvSpPr>
              <a:spLocks/>
            </p:cNvSpPr>
            <p:nvPr/>
          </p:nvSpPr>
          <p:spPr>
            <a:xfrm>
              <a:off x="3041091" y="7753078"/>
              <a:ext cx="28398" cy="28398"/>
            </a:xfrm>
            <a:prstGeom prst="ellipse">
              <a:avLst/>
            </a:prstGeom>
            <a:solidFill>
              <a:srgbClr val="7F8C97">
                <a:alpha val="48000"/>
              </a:srgbClr>
            </a:solidFill>
            <a:ln w="0">
              <a:noFill/>
              <a:prstDash val="solid"/>
            </a:ln>
          </p:spPr>
        </p:sp>
        <p:sp>
          <p:nvSpPr>
            <p:cNvPr id="3701" name="03_assume_matched_3700">
              <a:extLst>
                <a:ext uri="{FF2B5EF4-FFF2-40B4-BE49-F238E27FC236}">
                  <a16:creationId xmlns:a16="http://schemas.microsoft.com/office/drawing/2014/main" id="{754C25F7-8991-4587-A776-06C3E6D98B07}"/>
                </a:ext>
              </a:extLst>
            </p:cNvPr>
            <p:cNvSpPr>
              <a:spLocks/>
            </p:cNvSpPr>
            <p:nvPr/>
          </p:nvSpPr>
          <p:spPr>
            <a:xfrm>
              <a:off x="2958343" y="7753078"/>
              <a:ext cx="28398" cy="28398"/>
            </a:xfrm>
            <a:prstGeom prst="ellipse">
              <a:avLst/>
            </a:prstGeom>
            <a:solidFill>
              <a:srgbClr val="7F8C97">
                <a:alpha val="48000"/>
              </a:srgbClr>
            </a:solidFill>
            <a:ln w="0">
              <a:noFill/>
              <a:prstDash val="solid"/>
            </a:ln>
          </p:spPr>
        </p:sp>
        <p:sp>
          <p:nvSpPr>
            <p:cNvPr id="3702" name="03_assume_matched_3701">
              <a:extLst>
                <a:ext uri="{FF2B5EF4-FFF2-40B4-BE49-F238E27FC236}">
                  <a16:creationId xmlns:a16="http://schemas.microsoft.com/office/drawing/2014/main" id="{79265FFD-FD74-4BD1-8497-983BBAFAFB2C}"/>
                </a:ext>
              </a:extLst>
            </p:cNvPr>
            <p:cNvSpPr>
              <a:spLocks/>
            </p:cNvSpPr>
            <p:nvPr/>
          </p:nvSpPr>
          <p:spPr>
            <a:xfrm>
              <a:off x="2936613" y="7168208"/>
              <a:ext cx="28398" cy="28398"/>
            </a:xfrm>
            <a:prstGeom prst="ellipse">
              <a:avLst/>
            </a:prstGeom>
            <a:solidFill>
              <a:srgbClr val="7F8C97">
                <a:alpha val="48000"/>
              </a:srgbClr>
            </a:solidFill>
            <a:ln w="0">
              <a:noFill/>
              <a:prstDash val="solid"/>
            </a:ln>
          </p:spPr>
        </p:sp>
        <p:sp>
          <p:nvSpPr>
            <p:cNvPr id="3703" name="03_assume_matched_3702">
              <a:extLst>
                <a:ext uri="{FF2B5EF4-FFF2-40B4-BE49-F238E27FC236}">
                  <a16:creationId xmlns:a16="http://schemas.microsoft.com/office/drawing/2014/main" id="{122E632D-E4C5-478C-8AA7-D85528EE86EA}"/>
                </a:ext>
              </a:extLst>
            </p:cNvPr>
            <p:cNvSpPr>
              <a:spLocks/>
            </p:cNvSpPr>
            <p:nvPr/>
          </p:nvSpPr>
          <p:spPr>
            <a:xfrm>
              <a:off x="3020368" y="7168208"/>
              <a:ext cx="28398" cy="28398"/>
            </a:xfrm>
            <a:prstGeom prst="ellipse">
              <a:avLst/>
            </a:prstGeom>
            <a:solidFill>
              <a:srgbClr val="7F8C97">
                <a:alpha val="48000"/>
              </a:srgbClr>
            </a:solidFill>
            <a:ln w="0">
              <a:noFill/>
              <a:prstDash val="solid"/>
            </a:ln>
          </p:spPr>
        </p:sp>
        <p:sp>
          <p:nvSpPr>
            <p:cNvPr id="3704" name="03_assume_matched_3703">
              <a:extLst>
                <a:ext uri="{FF2B5EF4-FFF2-40B4-BE49-F238E27FC236}">
                  <a16:creationId xmlns:a16="http://schemas.microsoft.com/office/drawing/2014/main" id="{43C36AFB-1896-4548-9A51-33C2548DB1EB}"/>
                </a:ext>
              </a:extLst>
            </p:cNvPr>
            <p:cNvSpPr>
              <a:spLocks/>
            </p:cNvSpPr>
            <p:nvPr/>
          </p:nvSpPr>
          <p:spPr>
            <a:xfrm>
              <a:off x="2929849" y="7168208"/>
              <a:ext cx="28398" cy="28398"/>
            </a:xfrm>
            <a:prstGeom prst="ellipse">
              <a:avLst/>
            </a:prstGeom>
            <a:solidFill>
              <a:srgbClr val="7F8C97">
                <a:alpha val="48000"/>
              </a:srgbClr>
            </a:solidFill>
            <a:ln w="0">
              <a:noFill/>
              <a:prstDash val="solid"/>
            </a:ln>
          </p:spPr>
        </p:sp>
        <p:sp>
          <p:nvSpPr>
            <p:cNvPr id="3705" name="03_assume_matched_3704">
              <a:extLst>
                <a:ext uri="{FF2B5EF4-FFF2-40B4-BE49-F238E27FC236}">
                  <a16:creationId xmlns:a16="http://schemas.microsoft.com/office/drawing/2014/main" id="{E82F3126-960F-4526-9EAD-5B8C616EF6CD}"/>
                </a:ext>
              </a:extLst>
            </p:cNvPr>
            <p:cNvSpPr>
              <a:spLocks/>
            </p:cNvSpPr>
            <p:nvPr/>
          </p:nvSpPr>
          <p:spPr>
            <a:xfrm>
              <a:off x="3023965" y="7168208"/>
              <a:ext cx="28398" cy="28398"/>
            </a:xfrm>
            <a:prstGeom prst="ellipse">
              <a:avLst/>
            </a:prstGeom>
            <a:solidFill>
              <a:srgbClr val="7F8C97">
                <a:alpha val="48000"/>
              </a:srgbClr>
            </a:solidFill>
            <a:ln w="0">
              <a:noFill/>
              <a:prstDash val="solid"/>
            </a:ln>
          </p:spPr>
        </p:sp>
        <p:sp>
          <p:nvSpPr>
            <p:cNvPr id="3706" name="03_assume_matched_3705">
              <a:extLst>
                <a:ext uri="{FF2B5EF4-FFF2-40B4-BE49-F238E27FC236}">
                  <a16:creationId xmlns:a16="http://schemas.microsoft.com/office/drawing/2014/main" id="{CD35BAA8-C63B-45DE-B551-78C6BA45190E}"/>
                </a:ext>
              </a:extLst>
            </p:cNvPr>
            <p:cNvSpPr>
              <a:spLocks/>
            </p:cNvSpPr>
            <p:nvPr/>
          </p:nvSpPr>
          <p:spPr>
            <a:xfrm>
              <a:off x="2931144" y="7753078"/>
              <a:ext cx="28398" cy="28398"/>
            </a:xfrm>
            <a:prstGeom prst="ellipse">
              <a:avLst/>
            </a:prstGeom>
            <a:solidFill>
              <a:srgbClr val="7F8C97">
                <a:alpha val="48000"/>
              </a:srgbClr>
            </a:solidFill>
            <a:ln w="0">
              <a:noFill/>
              <a:prstDash val="solid"/>
            </a:ln>
          </p:spPr>
        </p:sp>
        <p:sp>
          <p:nvSpPr>
            <p:cNvPr id="3707" name="03_assume_matched_3706">
              <a:extLst>
                <a:ext uri="{FF2B5EF4-FFF2-40B4-BE49-F238E27FC236}">
                  <a16:creationId xmlns:a16="http://schemas.microsoft.com/office/drawing/2014/main" id="{8E6000AF-F0AC-4FF9-97B9-3011D9F038E2}"/>
                </a:ext>
              </a:extLst>
            </p:cNvPr>
            <p:cNvSpPr>
              <a:spLocks/>
            </p:cNvSpPr>
            <p:nvPr/>
          </p:nvSpPr>
          <p:spPr>
            <a:xfrm>
              <a:off x="3051596" y="7168208"/>
              <a:ext cx="28398" cy="28398"/>
            </a:xfrm>
            <a:prstGeom prst="ellipse">
              <a:avLst/>
            </a:prstGeom>
            <a:solidFill>
              <a:srgbClr val="7F8C97">
                <a:alpha val="48000"/>
              </a:srgbClr>
            </a:solidFill>
            <a:ln w="0">
              <a:noFill/>
              <a:prstDash val="solid"/>
            </a:ln>
          </p:spPr>
        </p:sp>
        <p:sp>
          <p:nvSpPr>
            <p:cNvPr id="3708" name="03_assume_matched_3707">
              <a:extLst>
                <a:ext uri="{FF2B5EF4-FFF2-40B4-BE49-F238E27FC236}">
                  <a16:creationId xmlns:a16="http://schemas.microsoft.com/office/drawing/2014/main" id="{82870925-1F1F-4CB4-B4F4-5012D52A62CB}"/>
                </a:ext>
              </a:extLst>
            </p:cNvPr>
            <p:cNvSpPr>
              <a:spLocks/>
            </p:cNvSpPr>
            <p:nvPr/>
          </p:nvSpPr>
          <p:spPr>
            <a:xfrm>
              <a:off x="3029578" y="7168208"/>
              <a:ext cx="28398" cy="28398"/>
            </a:xfrm>
            <a:prstGeom prst="ellipse">
              <a:avLst/>
            </a:prstGeom>
            <a:solidFill>
              <a:srgbClr val="7F8C97">
                <a:alpha val="48000"/>
              </a:srgbClr>
            </a:solidFill>
            <a:ln w="0">
              <a:noFill/>
              <a:prstDash val="solid"/>
            </a:ln>
          </p:spPr>
        </p:sp>
        <p:sp>
          <p:nvSpPr>
            <p:cNvPr id="3709" name="03_assume_matched_3708">
              <a:extLst>
                <a:ext uri="{FF2B5EF4-FFF2-40B4-BE49-F238E27FC236}">
                  <a16:creationId xmlns:a16="http://schemas.microsoft.com/office/drawing/2014/main" id="{3E40DD3A-5BE3-47E2-A2EA-469E82781821}"/>
                </a:ext>
              </a:extLst>
            </p:cNvPr>
            <p:cNvSpPr>
              <a:spLocks/>
            </p:cNvSpPr>
            <p:nvPr/>
          </p:nvSpPr>
          <p:spPr>
            <a:xfrm>
              <a:off x="2977483" y="7168208"/>
              <a:ext cx="28398" cy="28398"/>
            </a:xfrm>
            <a:prstGeom prst="ellipse">
              <a:avLst/>
            </a:prstGeom>
            <a:solidFill>
              <a:srgbClr val="7F8C97">
                <a:alpha val="48000"/>
              </a:srgbClr>
            </a:solidFill>
            <a:ln w="0">
              <a:noFill/>
              <a:prstDash val="solid"/>
            </a:ln>
          </p:spPr>
        </p:sp>
        <p:sp>
          <p:nvSpPr>
            <p:cNvPr id="3710" name="03_assume_matched_3709">
              <a:extLst>
                <a:ext uri="{FF2B5EF4-FFF2-40B4-BE49-F238E27FC236}">
                  <a16:creationId xmlns:a16="http://schemas.microsoft.com/office/drawing/2014/main" id="{F78AF0FC-03C1-429E-9D24-5511CF3D9EAE}"/>
                </a:ext>
              </a:extLst>
            </p:cNvPr>
            <p:cNvSpPr>
              <a:spLocks/>
            </p:cNvSpPr>
            <p:nvPr/>
          </p:nvSpPr>
          <p:spPr>
            <a:xfrm>
              <a:off x="2953162" y="7168208"/>
              <a:ext cx="28398" cy="28398"/>
            </a:xfrm>
            <a:prstGeom prst="ellipse">
              <a:avLst/>
            </a:prstGeom>
            <a:solidFill>
              <a:srgbClr val="7F8C97">
                <a:alpha val="48000"/>
              </a:srgbClr>
            </a:solidFill>
            <a:ln w="0">
              <a:noFill/>
              <a:prstDash val="solid"/>
            </a:ln>
          </p:spPr>
        </p:sp>
        <p:sp>
          <p:nvSpPr>
            <p:cNvPr id="3711" name="03_assume_matched_3710">
              <a:extLst>
                <a:ext uri="{FF2B5EF4-FFF2-40B4-BE49-F238E27FC236}">
                  <a16:creationId xmlns:a16="http://schemas.microsoft.com/office/drawing/2014/main" id="{439E1322-C21E-4981-BB70-61BC4A6F8854}"/>
                </a:ext>
              </a:extLst>
            </p:cNvPr>
            <p:cNvSpPr>
              <a:spLocks/>
            </p:cNvSpPr>
            <p:nvPr/>
          </p:nvSpPr>
          <p:spPr>
            <a:xfrm>
              <a:off x="3055625" y="7753078"/>
              <a:ext cx="28398" cy="28398"/>
            </a:xfrm>
            <a:prstGeom prst="ellipse">
              <a:avLst/>
            </a:prstGeom>
            <a:solidFill>
              <a:srgbClr val="7F8C97">
                <a:alpha val="48000"/>
              </a:srgbClr>
            </a:solidFill>
            <a:ln w="0">
              <a:noFill/>
              <a:prstDash val="solid"/>
            </a:ln>
          </p:spPr>
        </p:sp>
        <p:sp>
          <p:nvSpPr>
            <p:cNvPr id="3712" name="03_assume_matched_3711">
              <a:extLst>
                <a:ext uri="{FF2B5EF4-FFF2-40B4-BE49-F238E27FC236}">
                  <a16:creationId xmlns:a16="http://schemas.microsoft.com/office/drawing/2014/main" id="{E591F8FD-74BD-406C-9092-1BB996B5CD58}"/>
                </a:ext>
              </a:extLst>
            </p:cNvPr>
            <p:cNvSpPr>
              <a:spLocks/>
            </p:cNvSpPr>
            <p:nvPr/>
          </p:nvSpPr>
          <p:spPr>
            <a:xfrm>
              <a:off x="3003386" y="7753078"/>
              <a:ext cx="28398" cy="28398"/>
            </a:xfrm>
            <a:prstGeom prst="ellipse">
              <a:avLst/>
            </a:prstGeom>
            <a:solidFill>
              <a:srgbClr val="7F8C97">
                <a:alpha val="48000"/>
              </a:srgbClr>
            </a:solidFill>
            <a:ln w="0">
              <a:noFill/>
              <a:prstDash val="solid"/>
            </a:ln>
          </p:spPr>
        </p:sp>
        <p:sp>
          <p:nvSpPr>
            <p:cNvPr id="3713" name="03_assume_matched_3712">
              <a:extLst>
                <a:ext uri="{FF2B5EF4-FFF2-40B4-BE49-F238E27FC236}">
                  <a16:creationId xmlns:a16="http://schemas.microsoft.com/office/drawing/2014/main" id="{DF842FCC-CF6A-4FC9-9CF2-62903B35E484}"/>
                </a:ext>
              </a:extLst>
            </p:cNvPr>
            <p:cNvSpPr>
              <a:spLocks/>
            </p:cNvSpPr>
            <p:nvPr/>
          </p:nvSpPr>
          <p:spPr>
            <a:xfrm>
              <a:off x="3036198" y="7753078"/>
              <a:ext cx="28398" cy="28398"/>
            </a:xfrm>
            <a:prstGeom prst="ellipse">
              <a:avLst/>
            </a:prstGeom>
            <a:solidFill>
              <a:srgbClr val="7F8C97">
                <a:alpha val="48000"/>
              </a:srgbClr>
            </a:solidFill>
            <a:ln w="0">
              <a:noFill/>
              <a:prstDash val="solid"/>
            </a:ln>
          </p:spPr>
        </p:sp>
        <p:sp>
          <p:nvSpPr>
            <p:cNvPr id="3714" name="03_assume_matched_3713">
              <a:extLst>
                <a:ext uri="{FF2B5EF4-FFF2-40B4-BE49-F238E27FC236}">
                  <a16:creationId xmlns:a16="http://schemas.microsoft.com/office/drawing/2014/main" id="{8B0526A9-6939-45C7-87BA-607EB3C0B4CB}"/>
                </a:ext>
              </a:extLst>
            </p:cNvPr>
            <p:cNvSpPr>
              <a:spLocks/>
            </p:cNvSpPr>
            <p:nvPr/>
          </p:nvSpPr>
          <p:spPr>
            <a:xfrm>
              <a:off x="2935317" y="7285182"/>
              <a:ext cx="28398" cy="28398"/>
            </a:xfrm>
            <a:prstGeom prst="ellipse">
              <a:avLst/>
            </a:prstGeom>
            <a:solidFill>
              <a:srgbClr val="7F8C97">
                <a:alpha val="48000"/>
              </a:srgbClr>
            </a:solidFill>
            <a:ln w="0">
              <a:noFill/>
              <a:prstDash val="solid"/>
            </a:ln>
          </p:spPr>
        </p:sp>
        <p:sp>
          <p:nvSpPr>
            <p:cNvPr id="3715" name="03_assume_matched_3714">
              <a:extLst>
                <a:ext uri="{FF2B5EF4-FFF2-40B4-BE49-F238E27FC236}">
                  <a16:creationId xmlns:a16="http://schemas.microsoft.com/office/drawing/2014/main" id="{AC2E18BF-7145-4F7C-8DDF-AAE09F6FD21F}"/>
                </a:ext>
              </a:extLst>
            </p:cNvPr>
            <p:cNvSpPr>
              <a:spLocks/>
            </p:cNvSpPr>
            <p:nvPr/>
          </p:nvSpPr>
          <p:spPr>
            <a:xfrm>
              <a:off x="3027275" y="7753078"/>
              <a:ext cx="28398" cy="28398"/>
            </a:xfrm>
            <a:prstGeom prst="ellipse">
              <a:avLst/>
            </a:prstGeom>
            <a:solidFill>
              <a:srgbClr val="7F8C97">
                <a:alpha val="48000"/>
              </a:srgbClr>
            </a:solidFill>
            <a:ln w="0">
              <a:noFill/>
              <a:prstDash val="solid"/>
            </a:ln>
          </p:spPr>
        </p:sp>
        <p:sp>
          <p:nvSpPr>
            <p:cNvPr id="3716" name="03_assume_matched_3715">
              <a:extLst>
                <a:ext uri="{FF2B5EF4-FFF2-40B4-BE49-F238E27FC236}">
                  <a16:creationId xmlns:a16="http://schemas.microsoft.com/office/drawing/2014/main" id="{AF185AAF-4961-4DB0-B29C-3E07C0F3C8B2}"/>
                </a:ext>
              </a:extLst>
            </p:cNvPr>
            <p:cNvSpPr>
              <a:spLocks/>
            </p:cNvSpPr>
            <p:nvPr/>
          </p:nvSpPr>
          <p:spPr>
            <a:xfrm>
              <a:off x="3006409" y="7168208"/>
              <a:ext cx="28398" cy="28398"/>
            </a:xfrm>
            <a:prstGeom prst="ellipse">
              <a:avLst/>
            </a:prstGeom>
            <a:solidFill>
              <a:srgbClr val="7F8C97">
                <a:alpha val="48000"/>
              </a:srgbClr>
            </a:solidFill>
            <a:ln w="0">
              <a:noFill/>
              <a:prstDash val="solid"/>
            </a:ln>
          </p:spPr>
        </p:sp>
        <p:sp>
          <p:nvSpPr>
            <p:cNvPr id="3717" name="03_assume_matched_3716">
              <a:extLst>
                <a:ext uri="{FF2B5EF4-FFF2-40B4-BE49-F238E27FC236}">
                  <a16:creationId xmlns:a16="http://schemas.microsoft.com/office/drawing/2014/main" id="{800FBCA1-4D20-44B1-B5D3-7534C2DE9A35}"/>
                </a:ext>
              </a:extLst>
            </p:cNvPr>
            <p:cNvSpPr>
              <a:spLocks/>
            </p:cNvSpPr>
            <p:nvPr/>
          </p:nvSpPr>
          <p:spPr>
            <a:xfrm>
              <a:off x="2915026" y="7168208"/>
              <a:ext cx="28398" cy="28398"/>
            </a:xfrm>
            <a:prstGeom prst="ellipse">
              <a:avLst/>
            </a:prstGeom>
            <a:solidFill>
              <a:srgbClr val="7F8C97">
                <a:alpha val="48000"/>
              </a:srgbClr>
            </a:solidFill>
            <a:ln w="0">
              <a:noFill/>
              <a:prstDash val="solid"/>
            </a:ln>
          </p:spPr>
        </p:sp>
        <p:sp>
          <p:nvSpPr>
            <p:cNvPr id="3718" name="03_assume_matched_3717">
              <a:extLst>
                <a:ext uri="{FF2B5EF4-FFF2-40B4-BE49-F238E27FC236}">
                  <a16:creationId xmlns:a16="http://schemas.microsoft.com/office/drawing/2014/main" id="{56A05826-2EC5-4278-ABC5-51E1999DE026}"/>
                </a:ext>
              </a:extLst>
            </p:cNvPr>
            <p:cNvSpPr>
              <a:spLocks/>
            </p:cNvSpPr>
            <p:nvPr/>
          </p:nvSpPr>
          <p:spPr>
            <a:xfrm>
              <a:off x="2974317" y="7753078"/>
              <a:ext cx="28398" cy="28398"/>
            </a:xfrm>
            <a:prstGeom prst="ellipse">
              <a:avLst/>
            </a:prstGeom>
            <a:solidFill>
              <a:srgbClr val="7F8C97">
                <a:alpha val="48000"/>
              </a:srgbClr>
            </a:solidFill>
            <a:ln w="0">
              <a:noFill/>
              <a:prstDash val="solid"/>
            </a:ln>
          </p:spPr>
        </p:sp>
        <p:sp>
          <p:nvSpPr>
            <p:cNvPr id="3719" name="03_assume_matched_3718">
              <a:extLst>
                <a:ext uri="{FF2B5EF4-FFF2-40B4-BE49-F238E27FC236}">
                  <a16:creationId xmlns:a16="http://schemas.microsoft.com/office/drawing/2014/main" id="{7995727D-6998-4C24-9D43-B4BB21102031}"/>
                </a:ext>
              </a:extLst>
            </p:cNvPr>
            <p:cNvSpPr>
              <a:spLocks/>
            </p:cNvSpPr>
            <p:nvPr/>
          </p:nvSpPr>
          <p:spPr>
            <a:xfrm>
              <a:off x="2956472" y="7753078"/>
              <a:ext cx="28398" cy="28398"/>
            </a:xfrm>
            <a:prstGeom prst="ellipse">
              <a:avLst/>
            </a:prstGeom>
            <a:solidFill>
              <a:srgbClr val="7F8C97">
                <a:alpha val="48000"/>
              </a:srgbClr>
            </a:solidFill>
            <a:ln w="0">
              <a:noFill/>
              <a:prstDash val="solid"/>
            </a:ln>
          </p:spPr>
        </p:sp>
        <p:sp>
          <p:nvSpPr>
            <p:cNvPr id="3720" name="03_assume_matched_3719">
              <a:extLst>
                <a:ext uri="{FF2B5EF4-FFF2-40B4-BE49-F238E27FC236}">
                  <a16:creationId xmlns:a16="http://schemas.microsoft.com/office/drawing/2014/main" id="{3DC6C984-D9FC-4F86-A2A1-A135A507C566}"/>
                </a:ext>
              </a:extLst>
            </p:cNvPr>
            <p:cNvSpPr>
              <a:spLocks/>
            </p:cNvSpPr>
            <p:nvPr/>
          </p:nvSpPr>
          <p:spPr>
            <a:xfrm>
              <a:off x="2988708" y="7168208"/>
              <a:ext cx="28398" cy="28398"/>
            </a:xfrm>
            <a:prstGeom prst="ellipse">
              <a:avLst/>
            </a:prstGeom>
            <a:solidFill>
              <a:srgbClr val="7F8C97">
                <a:alpha val="48000"/>
              </a:srgbClr>
            </a:solidFill>
            <a:ln w="0">
              <a:noFill/>
              <a:prstDash val="solid"/>
            </a:ln>
          </p:spPr>
        </p:sp>
        <p:sp>
          <p:nvSpPr>
            <p:cNvPr id="3721" name="03_assume_matched_3720">
              <a:extLst>
                <a:ext uri="{FF2B5EF4-FFF2-40B4-BE49-F238E27FC236}">
                  <a16:creationId xmlns:a16="http://schemas.microsoft.com/office/drawing/2014/main" id="{0FA0B7C0-A420-4526-9F91-608D040D6599}"/>
                </a:ext>
              </a:extLst>
            </p:cNvPr>
            <p:cNvSpPr>
              <a:spLocks/>
            </p:cNvSpPr>
            <p:nvPr/>
          </p:nvSpPr>
          <p:spPr>
            <a:xfrm>
              <a:off x="2970575" y="7704338"/>
              <a:ext cx="28398" cy="28398"/>
            </a:xfrm>
            <a:prstGeom prst="ellipse">
              <a:avLst/>
            </a:prstGeom>
            <a:solidFill>
              <a:srgbClr val="7F8C97">
                <a:alpha val="48000"/>
              </a:srgbClr>
            </a:solidFill>
            <a:ln w="0">
              <a:noFill/>
              <a:prstDash val="solid"/>
            </a:ln>
          </p:spPr>
        </p:sp>
        <p:sp>
          <p:nvSpPr>
            <p:cNvPr id="3722" name="03_assume_matched_3721">
              <a:extLst>
                <a:ext uri="{FF2B5EF4-FFF2-40B4-BE49-F238E27FC236}">
                  <a16:creationId xmlns:a16="http://schemas.microsoft.com/office/drawing/2014/main" id="{C0BD60E9-E04E-4283-B8F7-CDB1020B25D8}"/>
                </a:ext>
              </a:extLst>
            </p:cNvPr>
            <p:cNvSpPr>
              <a:spLocks/>
            </p:cNvSpPr>
            <p:nvPr/>
          </p:nvSpPr>
          <p:spPr>
            <a:xfrm>
              <a:off x="3032744" y="7606860"/>
              <a:ext cx="28398" cy="28398"/>
            </a:xfrm>
            <a:prstGeom prst="ellipse">
              <a:avLst/>
            </a:prstGeom>
            <a:solidFill>
              <a:srgbClr val="7F8C97">
                <a:alpha val="48000"/>
              </a:srgbClr>
            </a:solidFill>
            <a:ln w="0">
              <a:noFill/>
              <a:prstDash val="solid"/>
            </a:ln>
          </p:spPr>
        </p:sp>
        <p:sp>
          <p:nvSpPr>
            <p:cNvPr id="3723" name="03_assume_matched_3722">
              <a:extLst>
                <a:ext uri="{FF2B5EF4-FFF2-40B4-BE49-F238E27FC236}">
                  <a16:creationId xmlns:a16="http://schemas.microsoft.com/office/drawing/2014/main" id="{DFE4AAFF-2618-4199-BD94-2F124BCD606A}"/>
                </a:ext>
              </a:extLst>
            </p:cNvPr>
            <p:cNvSpPr>
              <a:spLocks/>
            </p:cNvSpPr>
            <p:nvPr/>
          </p:nvSpPr>
          <p:spPr>
            <a:xfrm>
              <a:off x="2930856" y="7168208"/>
              <a:ext cx="28398" cy="28398"/>
            </a:xfrm>
            <a:prstGeom prst="ellipse">
              <a:avLst/>
            </a:prstGeom>
            <a:solidFill>
              <a:srgbClr val="7F8C97">
                <a:alpha val="48000"/>
              </a:srgbClr>
            </a:solidFill>
            <a:ln w="0">
              <a:noFill/>
              <a:prstDash val="solid"/>
            </a:ln>
          </p:spPr>
        </p:sp>
        <p:sp>
          <p:nvSpPr>
            <p:cNvPr id="3724" name="03_assume_matched_3723">
              <a:extLst>
                <a:ext uri="{FF2B5EF4-FFF2-40B4-BE49-F238E27FC236}">
                  <a16:creationId xmlns:a16="http://schemas.microsoft.com/office/drawing/2014/main" id="{28E696BC-F0D6-4218-99E5-C23D00D0BE3E}"/>
                </a:ext>
              </a:extLst>
            </p:cNvPr>
            <p:cNvSpPr>
              <a:spLocks/>
            </p:cNvSpPr>
            <p:nvPr/>
          </p:nvSpPr>
          <p:spPr>
            <a:xfrm>
              <a:off x="2937476" y="7168208"/>
              <a:ext cx="28398" cy="28398"/>
            </a:xfrm>
            <a:prstGeom prst="ellipse">
              <a:avLst/>
            </a:prstGeom>
            <a:solidFill>
              <a:srgbClr val="7F8C97">
                <a:alpha val="48000"/>
              </a:srgbClr>
            </a:solidFill>
            <a:ln w="0">
              <a:noFill/>
              <a:prstDash val="solid"/>
            </a:ln>
          </p:spPr>
        </p:sp>
        <p:sp>
          <p:nvSpPr>
            <p:cNvPr id="3725" name="03_assume_matched_3724">
              <a:extLst>
                <a:ext uri="{FF2B5EF4-FFF2-40B4-BE49-F238E27FC236}">
                  <a16:creationId xmlns:a16="http://schemas.microsoft.com/office/drawing/2014/main" id="{120AD4D1-C4B0-4BA4-9831-2954D8368790}"/>
                </a:ext>
              </a:extLst>
            </p:cNvPr>
            <p:cNvSpPr>
              <a:spLocks/>
            </p:cNvSpPr>
            <p:nvPr/>
          </p:nvSpPr>
          <p:spPr>
            <a:xfrm>
              <a:off x="2997342" y="7168208"/>
              <a:ext cx="28398" cy="28398"/>
            </a:xfrm>
            <a:prstGeom prst="ellipse">
              <a:avLst/>
            </a:prstGeom>
            <a:solidFill>
              <a:srgbClr val="7F8C97">
                <a:alpha val="48000"/>
              </a:srgbClr>
            </a:solidFill>
            <a:ln w="0">
              <a:noFill/>
              <a:prstDash val="solid"/>
            </a:ln>
          </p:spPr>
        </p:sp>
        <p:sp>
          <p:nvSpPr>
            <p:cNvPr id="3726" name="03_assume_matched_3725">
              <a:extLst>
                <a:ext uri="{FF2B5EF4-FFF2-40B4-BE49-F238E27FC236}">
                  <a16:creationId xmlns:a16="http://schemas.microsoft.com/office/drawing/2014/main" id="{BF47688C-99E5-4823-892E-975DB67FED74}"/>
                </a:ext>
              </a:extLst>
            </p:cNvPr>
            <p:cNvSpPr>
              <a:spLocks/>
            </p:cNvSpPr>
            <p:nvPr/>
          </p:nvSpPr>
          <p:spPr>
            <a:xfrm>
              <a:off x="2996047" y="7168208"/>
              <a:ext cx="28398" cy="28398"/>
            </a:xfrm>
            <a:prstGeom prst="ellipse">
              <a:avLst/>
            </a:prstGeom>
            <a:solidFill>
              <a:srgbClr val="7F8C97">
                <a:alpha val="48000"/>
              </a:srgbClr>
            </a:solidFill>
            <a:ln w="0">
              <a:noFill/>
              <a:prstDash val="solid"/>
            </a:ln>
          </p:spPr>
        </p:sp>
        <p:sp>
          <p:nvSpPr>
            <p:cNvPr id="3727" name="03_assume_matched_3726">
              <a:extLst>
                <a:ext uri="{FF2B5EF4-FFF2-40B4-BE49-F238E27FC236}">
                  <a16:creationId xmlns:a16="http://schemas.microsoft.com/office/drawing/2014/main" id="{0C96E85A-23BE-406E-B0C4-C11ECB3D89D6}"/>
                </a:ext>
              </a:extLst>
            </p:cNvPr>
            <p:cNvSpPr>
              <a:spLocks/>
            </p:cNvSpPr>
            <p:nvPr/>
          </p:nvSpPr>
          <p:spPr>
            <a:xfrm>
              <a:off x="3042817" y="7168208"/>
              <a:ext cx="28398" cy="28398"/>
            </a:xfrm>
            <a:prstGeom prst="ellipse">
              <a:avLst/>
            </a:prstGeom>
            <a:solidFill>
              <a:srgbClr val="7F8C97">
                <a:alpha val="48000"/>
              </a:srgbClr>
            </a:solidFill>
            <a:ln w="0">
              <a:noFill/>
              <a:prstDash val="solid"/>
            </a:ln>
          </p:spPr>
        </p:sp>
        <p:sp>
          <p:nvSpPr>
            <p:cNvPr id="3728" name="03_assume_matched_3727">
              <a:extLst>
                <a:ext uri="{FF2B5EF4-FFF2-40B4-BE49-F238E27FC236}">
                  <a16:creationId xmlns:a16="http://schemas.microsoft.com/office/drawing/2014/main" id="{2537334B-F8F2-44EE-958E-100FF5F6A8B6}"/>
                </a:ext>
              </a:extLst>
            </p:cNvPr>
            <p:cNvSpPr>
              <a:spLocks/>
            </p:cNvSpPr>
            <p:nvPr/>
          </p:nvSpPr>
          <p:spPr>
            <a:xfrm>
              <a:off x="3021087" y="7168208"/>
              <a:ext cx="28398" cy="28398"/>
            </a:xfrm>
            <a:prstGeom prst="ellipse">
              <a:avLst/>
            </a:prstGeom>
            <a:solidFill>
              <a:srgbClr val="7F8C97">
                <a:alpha val="48000"/>
              </a:srgbClr>
            </a:solidFill>
            <a:ln w="0">
              <a:noFill/>
              <a:prstDash val="solid"/>
            </a:ln>
          </p:spPr>
        </p:sp>
        <p:sp>
          <p:nvSpPr>
            <p:cNvPr id="3729" name="03_assume_matched_3728">
              <a:extLst>
                <a:ext uri="{FF2B5EF4-FFF2-40B4-BE49-F238E27FC236}">
                  <a16:creationId xmlns:a16="http://schemas.microsoft.com/office/drawing/2014/main" id="{F4C9C8EC-5D58-481D-878E-EEC5760D5298}"/>
                </a:ext>
              </a:extLst>
            </p:cNvPr>
            <p:cNvSpPr>
              <a:spLocks/>
            </p:cNvSpPr>
            <p:nvPr/>
          </p:nvSpPr>
          <p:spPr>
            <a:xfrm>
              <a:off x="2953162" y="7753078"/>
              <a:ext cx="28398" cy="28398"/>
            </a:xfrm>
            <a:prstGeom prst="ellipse">
              <a:avLst/>
            </a:prstGeom>
            <a:solidFill>
              <a:srgbClr val="7F8C97">
                <a:alpha val="48000"/>
              </a:srgbClr>
            </a:solidFill>
            <a:ln w="0">
              <a:noFill/>
              <a:prstDash val="solid"/>
            </a:ln>
          </p:spPr>
        </p:sp>
        <p:sp>
          <p:nvSpPr>
            <p:cNvPr id="3730" name="03_assume_matched_3729">
              <a:extLst>
                <a:ext uri="{FF2B5EF4-FFF2-40B4-BE49-F238E27FC236}">
                  <a16:creationId xmlns:a16="http://schemas.microsoft.com/office/drawing/2014/main" id="{FB76AA2C-9C87-4521-984D-D3D32AF97540}"/>
                </a:ext>
              </a:extLst>
            </p:cNvPr>
            <p:cNvSpPr>
              <a:spLocks/>
            </p:cNvSpPr>
            <p:nvPr/>
          </p:nvSpPr>
          <p:spPr>
            <a:xfrm>
              <a:off x="3023965" y="7753078"/>
              <a:ext cx="28398" cy="28398"/>
            </a:xfrm>
            <a:prstGeom prst="ellipse">
              <a:avLst/>
            </a:prstGeom>
            <a:solidFill>
              <a:srgbClr val="7F8C97">
                <a:alpha val="48000"/>
              </a:srgbClr>
            </a:solidFill>
            <a:ln w="0">
              <a:noFill/>
              <a:prstDash val="solid"/>
            </a:ln>
          </p:spPr>
        </p:sp>
        <p:sp>
          <p:nvSpPr>
            <p:cNvPr id="3731" name="03_assume_matched_3730">
              <a:extLst>
                <a:ext uri="{FF2B5EF4-FFF2-40B4-BE49-F238E27FC236}">
                  <a16:creationId xmlns:a16="http://schemas.microsoft.com/office/drawing/2014/main" id="{A0206425-6D7E-4E94-97F4-0F250674469E}"/>
                </a:ext>
              </a:extLst>
            </p:cNvPr>
            <p:cNvSpPr>
              <a:spLocks/>
            </p:cNvSpPr>
            <p:nvPr/>
          </p:nvSpPr>
          <p:spPr>
            <a:xfrm>
              <a:off x="3012309" y="7558121"/>
              <a:ext cx="28398" cy="28398"/>
            </a:xfrm>
            <a:prstGeom prst="ellipse">
              <a:avLst/>
            </a:prstGeom>
            <a:solidFill>
              <a:srgbClr val="7F8C97">
                <a:alpha val="48000"/>
              </a:srgbClr>
            </a:solidFill>
            <a:ln w="0">
              <a:noFill/>
              <a:prstDash val="solid"/>
            </a:ln>
          </p:spPr>
        </p:sp>
        <p:sp>
          <p:nvSpPr>
            <p:cNvPr id="3732" name="03_assume_matched_3731">
              <a:extLst>
                <a:ext uri="{FF2B5EF4-FFF2-40B4-BE49-F238E27FC236}">
                  <a16:creationId xmlns:a16="http://schemas.microsoft.com/office/drawing/2014/main" id="{1BC90180-F7E6-4B10-92FF-1400D80AEC7A}"/>
                </a:ext>
              </a:extLst>
            </p:cNvPr>
            <p:cNvSpPr>
              <a:spLocks/>
            </p:cNvSpPr>
            <p:nvPr/>
          </p:nvSpPr>
          <p:spPr>
            <a:xfrm>
              <a:off x="3018497" y="7168208"/>
              <a:ext cx="28398" cy="28398"/>
            </a:xfrm>
            <a:prstGeom prst="ellipse">
              <a:avLst/>
            </a:prstGeom>
            <a:solidFill>
              <a:srgbClr val="7F8C97">
                <a:alpha val="48000"/>
              </a:srgbClr>
            </a:solidFill>
            <a:ln w="0">
              <a:noFill/>
              <a:prstDash val="solid"/>
            </a:ln>
          </p:spPr>
        </p:sp>
        <p:sp>
          <p:nvSpPr>
            <p:cNvPr id="3733" name="03_assume_matched_3732">
              <a:extLst>
                <a:ext uri="{FF2B5EF4-FFF2-40B4-BE49-F238E27FC236}">
                  <a16:creationId xmlns:a16="http://schemas.microsoft.com/office/drawing/2014/main" id="{CE5E95F9-CA3B-4FD0-8616-990624D696B7}"/>
                </a:ext>
              </a:extLst>
            </p:cNvPr>
            <p:cNvSpPr>
              <a:spLocks/>
            </p:cNvSpPr>
            <p:nvPr/>
          </p:nvSpPr>
          <p:spPr>
            <a:xfrm>
              <a:off x="3031880" y="7753078"/>
              <a:ext cx="28398" cy="28398"/>
            </a:xfrm>
            <a:prstGeom prst="ellipse">
              <a:avLst/>
            </a:prstGeom>
            <a:solidFill>
              <a:srgbClr val="7F8C97">
                <a:alpha val="48000"/>
              </a:srgbClr>
            </a:solidFill>
            <a:ln w="0">
              <a:noFill/>
              <a:prstDash val="solid"/>
            </a:ln>
          </p:spPr>
        </p:sp>
        <p:sp>
          <p:nvSpPr>
            <p:cNvPr id="3734" name="03_assume_matched_3733">
              <a:extLst>
                <a:ext uri="{FF2B5EF4-FFF2-40B4-BE49-F238E27FC236}">
                  <a16:creationId xmlns:a16="http://schemas.microsoft.com/office/drawing/2014/main" id="{AADD965B-C272-461C-A3EB-E110ED49D370}"/>
                </a:ext>
              </a:extLst>
            </p:cNvPr>
            <p:cNvSpPr>
              <a:spLocks/>
            </p:cNvSpPr>
            <p:nvPr/>
          </p:nvSpPr>
          <p:spPr>
            <a:xfrm>
              <a:off x="2940498" y="7168208"/>
              <a:ext cx="28398" cy="28398"/>
            </a:xfrm>
            <a:prstGeom prst="ellipse">
              <a:avLst/>
            </a:prstGeom>
            <a:solidFill>
              <a:srgbClr val="7F8C97">
                <a:alpha val="48000"/>
              </a:srgbClr>
            </a:solidFill>
            <a:ln w="0">
              <a:noFill/>
              <a:prstDash val="solid"/>
            </a:ln>
          </p:spPr>
        </p:sp>
        <p:sp>
          <p:nvSpPr>
            <p:cNvPr id="3735" name="03_assume_matched_3734">
              <a:extLst>
                <a:ext uri="{FF2B5EF4-FFF2-40B4-BE49-F238E27FC236}">
                  <a16:creationId xmlns:a16="http://schemas.microsoft.com/office/drawing/2014/main" id="{FDA88137-5CF8-4E54-9CB7-DAEAE40BD557}"/>
                </a:ext>
              </a:extLst>
            </p:cNvPr>
            <p:cNvSpPr>
              <a:spLocks/>
            </p:cNvSpPr>
            <p:nvPr/>
          </p:nvSpPr>
          <p:spPr>
            <a:xfrm>
              <a:off x="2929705" y="7168208"/>
              <a:ext cx="28398" cy="28398"/>
            </a:xfrm>
            <a:prstGeom prst="ellipse">
              <a:avLst/>
            </a:prstGeom>
            <a:solidFill>
              <a:srgbClr val="7F8C97">
                <a:alpha val="48000"/>
              </a:srgbClr>
            </a:solidFill>
            <a:ln w="0">
              <a:noFill/>
              <a:prstDash val="solid"/>
            </a:ln>
          </p:spPr>
        </p:sp>
        <p:sp>
          <p:nvSpPr>
            <p:cNvPr id="3736" name="03_assume_matched_3735">
              <a:extLst>
                <a:ext uri="{FF2B5EF4-FFF2-40B4-BE49-F238E27FC236}">
                  <a16:creationId xmlns:a16="http://schemas.microsoft.com/office/drawing/2014/main" id="{6A335B4C-E539-4212-814F-824EFA56D594}"/>
                </a:ext>
              </a:extLst>
            </p:cNvPr>
            <p:cNvSpPr>
              <a:spLocks/>
            </p:cNvSpPr>
            <p:nvPr/>
          </p:nvSpPr>
          <p:spPr>
            <a:xfrm>
              <a:off x="3012597" y="7314426"/>
              <a:ext cx="28398" cy="28398"/>
            </a:xfrm>
            <a:prstGeom prst="ellipse">
              <a:avLst/>
            </a:prstGeom>
            <a:solidFill>
              <a:srgbClr val="7F8C97">
                <a:alpha val="48000"/>
              </a:srgbClr>
            </a:solidFill>
            <a:ln w="0">
              <a:noFill/>
              <a:prstDash val="solid"/>
            </a:ln>
          </p:spPr>
        </p:sp>
        <p:sp>
          <p:nvSpPr>
            <p:cNvPr id="3737" name="03_assume_matched_3736">
              <a:extLst>
                <a:ext uri="{FF2B5EF4-FFF2-40B4-BE49-F238E27FC236}">
                  <a16:creationId xmlns:a16="http://schemas.microsoft.com/office/drawing/2014/main" id="{006545E7-4CE1-4355-B560-C60D55B4F04F}"/>
                </a:ext>
              </a:extLst>
            </p:cNvPr>
            <p:cNvSpPr>
              <a:spLocks/>
            </p:cNvSpPr>
            <p:nvPr/>
          </p:nvSpPr>
          <p:spPr>
            <a:xfrm>
              <a:off x="3049725" y="7168208"/>
              <a:ext cx="28398" cy="28398"/>
            </a:xfrm>
            <a:prstGeom prst="ellipse">
              <a:avLst/>
            </a:prstGeom>
            <a:solidFill>
              <a:srgbClr val="7F8C97">
                <a:alpha val="48000"/>
              </a:srgbClr>
            </a:solidFill>
            <a:ln w="0">
              <a:noFill/>
              <a:prstDash val="solid"/>
            </a:ln>
          </p:spPr>
        </p:sp>
        <p:sp>
          <p:nvSpPr>
            <p:cNvPr id="3738" name="03_assume_matched_3737">
              <a:extLst>
                <a:ext uri="{FF2B5EF4-FFF2-40B4-BE49-F238E27FC236}">
                  <a16:creationId xmlns:a16="http://schemas.microsoft.com/office/drawing/2014/main" id="{3F26A6B0-659C-45F1-A0E0-112A2B7A6C65}"/>
                </a:ext>
              </a:extLst>
            </p:cNvPr>
            <p:cNvSpPr>
              <a:spLocks/>
            </p:cNvSpPr>
            <p:nvPr/>
          </p:nvSpPr>
          <p:spPr>
            <a:xfrm>
              <a:off x="3055913" y="7168208"/>
              <a:ext cx="28398" cy="28398"/>
            </a:xfrm>
            <a:prstGeom prst="ellipse">
              <a:avLst/>
            </a:prstGeom>
            <a:solidFill>
              <a:srgbClr val="7F8C97">
                <a:alpha val="48000"/>
              </a:srgbClr>
            </a:solidFill>
            <a:ln w="0">
              <a:noFill/>
              <a:prstDash val="solid"/>
            </a:ln>
          </p:spPr>
        </p:sp>
        <p:sp>
          <p:nvSpPr>
            <p:cNvPr id="3739" name="03_assume_matched_3738">
              <a:extLst>
                <a:ext uri="{FF2B5EF4-FFF2-40B4-BE49-F238E27FC236}">
                  <a16:creationId xmlns:a16="http://schemas.microsoft.com/office/drawing/2014/main" id="{CE9FD3C5-B180-4C2E-A4A0-3A460AE55DBA}"/>
                </a:ext>
              </a:extLst>
            </p:cNvPr>
            <p:cNvSpPr>
              <a:spLocks/>
            </p:cNvSpPr>
            <p:nvPr/>
          </p:nvSpPr>
          <p:spPr>
            <a:xfrm>
              <a:off x="2966977" y="7168208"/>
              <a:ext cx="28398" cy="28398"/>
            </a:xfrm>
            <a:prstGeom prst="ellipse">
              <a:avLst/>
            </a:prstGeom>
            <a:solidFill>
              <a:srgbClr val="7F8C97">
                <a:alpha val="48000"/>
              </a:srgbClr>
            </a:solidFill>
            <a:ln w="0">
              <a:noFill/>
              <a:prstDash val="solid"/>
            </a:ln>
          </p:spPr>
        </p:sp>
        <p:sp>
          <p:nvSpPr>
            <p:cNvPr id="3740" name="03_assume_matched_3739">
              <a:extLst>
                <a:ext uri="{FF2B5EF4-FFF2-40B4-BE49-F238E27FC236}">
                  <a16:creationId xmlns:a16="http://schemas.microsoft.com/office/drawing/2014/main" id="{57598698-40FC-40EA-8BC6-D6D2011AD152}"/>
                </a:ext>
              </a:extLst>
            </p:cNvPr>
            <p:cNvSpPr>
              <a:spLocks/>
            </p:cNvSpPr>
            <p:nvPr/>
          </p:nvSpPr>
          <p:spPr>
            <a:xfrm>
              <a:off x="3019792" y="7558121"/>
              <a:ext cx="28398" cy="28398"/>
            </a:xfrm>
            <a:prstGeom prst="ellipse">
              <a:avLst/>
            </a:prstGeom>
            <a:solidFill>
              <a:srgbClr val="7F8C97">
                <a:alpha val="48000"/>
              </a:srgbClr>
            </a:solidFill>
            <a:ln w="0">
              <a:noFill/>
              <a:prstDash val="solid"/>
            </a:ln>
          </p:spPr>
        </p:sp>
        <p:sp>
          <p:nvSpPr>
            <p:cNvPr id="3741" name="03_assume_matched_3740">
              <a:extLst>
                <a:ext uri="{FF2B5EF4-FFF2-40B4-BE49-F238E27FC236}">
                  <a16:creationId xmlns:a16="http://schemas.microsoft.com/office/drawing/2014/main" id="{3E0E46C3-06AC-4462-B57C-09834C1B2DF8}"/>
                </a:ext>
              </a:extLst>
            </p:cNvPr>
            <p:cNvSpPr>
              <a:spLocks/>
            </p:cNvSpPr>
            <p:nvPr/>
          </p:nvSpPr>
          <p:spPr>
            <a:xfrm>
              <a:off x="3030729" y="7168208"/>
              <a:ext cx="28398" cy="28398"/>
            </a:xfrm>
            <a:prstGeom prst="ellipse">
              <a:avLst/>
            </a:prstGeom>
            <a:solidFill>
              <a:srgbClr val="7F8C97">
                <a:alpha val="48000"/>
              </a:srgbClr>
            </a:solidFill>
            <a:ln w="0">
              <a:noFill/>
              <a:prstDash val="solid"/>
            </a:ln>
          </p:spPr>
        </p:sp>
        <p:sp>
          <p:nvSpPr>
            <p:cNvPr id="3742" name="03_assume_matched_3741">
              <a:extLst>
                <a:ext uri="{FF2B5EF4-FFF2-40B4-BE49-F238E27FC236}">
                  <a16:creationId xmlns:a16="http://schemas.microsoft.com/office/drawing/2014/main" id="{AAA00FC7-0382-401A-BA73-3F8299B47A01}"/>
                </a:ext>
              </a:extLst>
            </p:cNvPr>
            <p:cNvSpPr>
              <a:spLocks/>
            </p:cNvSpPr>
            <p:nvPr/>
          </p:nvSpPr>
          <p:spPr>
            <a:xfrm>
              <a:off x="3048142" y="7168208"/>
              <a:ext cx="28398" cy="28398"/>
            </a:xfrm>
            <a:prstGeom prst="ellipse">
              <a:avLst/>
            </a:prstGeom>
            <a:solidFill>
              <a:srgbClr val="7F8C97">
                <a:alpha val="48000"/>
              </a:srgbClr>
            </a:solidFill>
            <a:ln w="0">
              <a:noFill/>
              <a:prstDash val="solid"/>
            </a:ln>
          </p:spPr>
        </p:sp>
        <p:sp>
          <p:nvSpPr>
            <p:cNvPr id="3743" name="03_assume_matched_3742">
              <a:extLst>
                <a:ext uri="{FF2B5EF4-FFF2-40B4-BE49-F238E27FC236}">
                  <a16:creationId xmlns:a16="http://schemas.microsoft.com/office/drawing/2014/main" id="{1B67DE01-9A82-4F3F-B279-D41DCA99F132}"/>
                </a:ext>
              </a:extLst>
            </p:cNvPr>
            <p:cNvSpPr>
              <a:spLocks/>
            </p:cNvSpPr>
            <p:nvPr/>
          </p:nvSpPr>
          <p:spPr>
            <a:xfrm>
              <a:off x="3032888" y="7168208"/>
              <a:ext cx="28398" cy="28398"/>
            </a:xfrm>
            <a:prstGeom prst="ellipse">
              <a:avLst/>
            </a:prstGeom>
            <a:solidFill>
              <a:srgbClr val="7F8C97">
                <a:alpha val="48000"/>
              </a:srgbClr>
            </a:solidFill>
            <a:ln w="0">
              <a:noFill/>
              <a:prstDash val="solid"/>
            </a:ln>
          </p:spPr>
        </p:sp>
        <p:sp>
          <p:nvSpPr>
            <p:cNvPr id="3744" name="03_assume_matched_3743">
              <a:extLst>
                <a:ext uri="{FF2B5EF4-FFF2-40B4-BE49-F238E27FC236}">
                  <a16:creationId xmlns:a16="http://schemas.microsoft.com/office/drawing/2014/main" id="{DF6F3B79-5811-43DB-AD84-1AB55149845F}"/>
                </a:ext>
              </a:extLst>
            </p:cNvPr>
            <p:cNvSpPr>
              <a:spLocks/>
            </p:cNvSpPr>
            <p:nvPr/>
          </p:nvSpPr>
          <p:spPr>
            <a:xfrm>
              <a:off x="3011158" y="7168208"/>
              <a:ext cx="28398" cy="28398"/>
            </a:xfrm>
            <a:prstGeom prst="ellipse">
              <a:avLst/>
            </a:prstGeom>
            <a:solidFill>
              <a:srgbClr val="7F8C97">
                <a:alpha val="48000"/>
              </a:srgbClr>
            </a:solidFill>
            <a:ln w="0">
              <a:noFill/>
              <a:prstDash val="solid"/>
            </a:ln>
          </p:spPr>
        </p:sp>
        <p:sp>
          <p:nvSpPr>
            <p:cNvPr id="3745" name="03_assume_matched_3744">
              <a:extLst>
                <a:ext uri="{FF2B5EF4-FFF2-40B4-BE49-F238E27FC236}">
                  <a16:creationId xmlns:a16="http://schemas.microsoft.com/office/drawing/2014/main" id="{46D55071-B827-49AD-8BE1-802A0FA2172B}"/>
                </a:ext>
              </a:extLst>
            </p:cNvPr>
            <p:cNvSpPr>
              <a:spLocks/>
            </p:cNvSpPr>
            <p:nvPr/>
          </p:nvSpPr>
          <p:spPr>
            <a:xfrm>
              <a:off x="2922941" y="7168208"/>
              <a:ext cx="28398" cy="28398"/>
            </a:xfrm>
            <a:prstGeom prst="ellipse">
              <a:avLst/>
            </a:prstGeom>
            <a:solidFill>
              <a:srgbClr val="7F8C97">
                <a:alpha val="48000"/>
              </a:srgbClr>
            </a:solidFill>
            <a:ln w="0">
              <a:noFill/>
              <a:prstDash val="solid"/>
            </a:ln>
          </p:spPr>
        </p:sp>
        <p:sp>
          <p:nvSpPr>
            <p:cNvPr id="3746" name="03_assume_matched_3745">
              <a:extLst>
                <a:ext uri="{FF2B5EF4-FFF2-40B4-BE49-F238E27FC236}">
                  <a16:creationId xmlns:a16="http://schemas.microsoft.com/office/drawing/2014/main" id="{8E5F2451-29C7-4B81-93CD-24A9A90B92D2}"/>
                </a:ext>
              </a:extLst>
            </p:cNvPr>
            <p:cNvSpPr>
              <a:spLocks/>
            </p:cNvSpPr>
            <p:nvPr/>
          </p:nvSpPr>
          <p:spPr>
            <a:xfrm>
              <a:off x="2936900" y="7168208"/>
              <a:ext cx="28398" cy="28398"/>
            </a:xfrm>
            <a:prstGeom prst="ellipse">
              <a:avLst/>
            </a:prstGeom>
            <a:solidFill>
              <a:srgbClr val="7F8C97">
                <a:alpha val="48000"/>
              </a:srgbClr>
            </a:solidFill>
            <a:ln w="0">
              <a:noFill/>
              <a:prstDash val="solid"/>
            </a:ln>
          </p:spPr>
        </p:sp>
        <p:sp>
          <p:nvSpPr>
            <p:cNvPr id="3747" name="03_assume_matched_3746">
              <a:extLst>
                <a:ext uri="{FF2B5EF4-FFF2-40B4-BE49-F238E27FC236}">
                  <a16:creationId xmlns:a16="http://schemas.microsoft.com/office/drawing/2014/main" id="{EB0608A1-70EF-4C0A-87DE-14F13805AE36}"/>
                </a:ext>
              </a:extLst>
            </p:cNvPr>
            <p:cNvSpPr>
              <a:spLocks/>
            </p:cNvSpPr>
            <p:nvPr/>
          </p:nvSpPr>
          <p:spPr>
            <a:xfrm>
              <a:off x="2998062" y="7168208"/>
              <a:ext cx="28398" cy="28398"/>
            </a:xfrm>
            <a:prstGeom prst="ellipse">
              <a:avLst/>
            </a:prstGeom>
            <a:solidFill>
              <a:srgbClr val="7F8C97">
                <a:alpha val="48000"/>
              </a:srgbClr>
            </a:solidFill>
            <a:ln w="0">
              <a:noFill/>
              <a:prstDash val="solid"/>
            </a:ln>
          </p:spPr>
        </p:sp>
        <p:sp>
          <p:nvSpPr>
            <p:cNvPr id="3748" name="03_assume_matched_3747">
              <a:extLst>
                <a:ext uri="{FF2B5EF4-FFF2-40B4-BE49-F238E27FC236}">
                  <a16:creationId xmlns:a16="http://schemas.microsoft.com/office/drawing/2014/main" id="{291E86AC-C74A-4BE4-8CC8-3A5FD48163DB}"/>
                </a:ext>
              </a:extLst>
            </p:cNvPr>
            <p:cNvSpPr>
              <a:spLocks/>
            </p:cNvSpPr>
            <p:nvPr/>
          </p:nvSpPr>
          <p:spPr>
            <a:xfrm>
              <a:off x="2942945" y="7753078"/>
              <a:ext cx="28398" cy="28398"/>
            </a:xfrm>
            <a:prstGeom prst="ellipse">
              <a:avLst/>
            </a:prstGeom>
            <a:solidFill>
              <a:srgbClr val="7F8C97">
                <a:alpha val="48000"/>
              </a:srgbClr>
            </a:solidFill>
            <a:ln w="0">
              <a:noFill/>
              <a:prstDash val="solid"/>
            </a:ln>
          </p:spPr>
        </p:sp>
        <p:sp>
          <p:nvSpPr>
            <p:cNvPr id="3749" name="03_assume_matched_3748">
              <a:extLst>
                <a:ext uri="{FF2B5EF4-FFF2-40B4-BE49-F238E27FC236}">
                  <a16:creationId xmlns:a16="http://schemas.microsoft.com/office/drawing/2014/main" id="{BAFC8E75-268B-473E-A522-F3B7CB406F80}"/>
                </a:ext>
              </a:extLst>
            </p:cNvPr>
            <p:cNvSpPr>
              <a:spLocks/>
            </p:cNvSpPr>
            <p:nvPr/>
          </p:nvSpPr>
          <p:spPr>
            <a:xfrm>
              <a:off x="2968992" y="7168208"/>
              <a:ext cx="28398" cy="28398"/>
            </a:xfrm>
            <a:prstGeom prst="ellipse">
              <a:avLst/>
            </a:prstGeom>
            <a:solidFill>
              <a:srgbClr val="7F8C97">
                <a:alpha val="48000"/>
              </a:srgbClr>
            </a:solidFill>
            <a:ln w="0">
              <a:noFill/>
              <a:prstDash val="solid"/>
            </a:ln>
          </p:spPr>
        </p:sp>
        <p:sp>
          <p:nvSpPr>
            <p:cNvPr id="3750" name="03_assume_matched_3749">
              <a:extLst>
                <a:ext uri="{FF2B5EF4-FFF2-40B4-BE49-F238E27FC236}">
                  <a16:creationId xmlns:a16="http://schemas.microsoft.com/office/drawing/2014/main" id="{DC892026-DCC8-4498-94B0-40BF3B3D8ECE}"/>
                </a:ext>
              </a:extLst>
            </p:cNvPr>
            <p:cNvSpPr>
              <a:spLocks/>
            </p:cNvSpPr>
            <p:nvPr/>
          </p:nvSpPr>
          <p:spPr>
            <a:xfrm>
              <a:off x="2918048" y="7753078"/>
              <a:ext cx="28398" cy="28398"/>
            </a:xfrm>
            <a:prstGeom prst="ellipse">
              <a:avLst/>
            </a:prstGeom>
            <a:solidFill>
              <a:srgbClr val="7F8C97">
                <a:alpha val="48000"/>
              </a:srgbClr>
            </a:solidFill>
            <a:ln w="0">
              <a:noFill/>
              <a:prstDash val="solid"/>
            </a:ln>
          </p:spPr>
        </p:sp>
        <p:sp>
          <p:nvSpPr>
            <p:cNvPr id="3751" name="03_assume_matched_3750">
              <a:extLst>
                <a:ext uri="{FF2B5EF4-FFF2-40B4-BE49-F238E27FC236}">
                  <a16:creationId xmlns:a16="http://schemas.microsoft.com/office/drawing/2014/main" id="{482A055F-08A6-4BD6-8899-E27D2BD27EC4}"/>
                </a:ext>
              </a:extLst>
            </p:cNvPr>
            <p:cNvSpPr>
              <a:spLocks/>
            </p:cNvSpPr>
            <p:nvPr/>
          </p:nvSpPr>
          <p:spPr>
            <a:xfrm>
              <a:off x="712800" y="7153164"/>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3752" name="03_assume_matched_3751">
              <a:extLst>
                <a:ext uri="{FF2B5EF4-FFF2-40B4-BE49-F238E27FC236}">
                  <a16:creationId xmlns:a16="http://schemas.microsoft.com/office/drawing/2014/main" id="{BFAC5BE5-B772-4726-BC87-A0A7258BDBFF}"/>
                </a:ext>
              </a:extLst>
            </p:cNvPr>
            <p:cNvSpPr>
              <a:spLocks/>
            </p:cNvSpPr>
            <p:nvPr/>
          </p:nvSpPr>
          <p:spPr>
            <a:xfrm>
              <a:off x="712800" y="7796520"/>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3753" name="text_3752">
              <a:extLst>
                <a:ext uri="{FF2B5EF4-FFF2-40B4-BE49-F238E27FC236}">
                  <a16:creationId xmlns:a16="http://schemas.microsoft.com/office/drawing/2014/main" id="{58269165-2A02-4F19-991A-DDCBD89C7863}"/>
                </a:ext>
              </a:extLst>
            </p:cNvPr>
            <p:cNvSpPr>
              <a:spLocks/>
            </p:cNvSpPr>
            <p:nvPr/>
          </p:nvSpPr>
          <p:spPr>
            <a:xfrm>
              <a:off x="370611" y="6854228"/>
              <a:ext cx="83312"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k</a:t>
              </a:r>
            </a:p>
          </p:txBody>
        </p:sp>
        <p:sp>
          <p:nvSpPr>
            <p:cNvPr id="3754" name="text_3753">
              <a:extLst>
                <a:ext uri="{FF2B5EF4-FFF2-40B4-BE49-F238E27FC236}">
                  <a16:creationId xmlns:a16="http://schemas.microsoft.com/office/drawing/2014/main" id="{4EF9C87B-86FB-4677-86CA-345997E50A19}"/>
                </a:ext>
              </a:extLst>
            </p:cNvPr>
            <p:cNvSpPr>
              <a:spLocks/>
            </p:cNvSpPr>
            <p:nvPr/>
          </p:nvSpPr>
          <p:spPr>
            <a:xfrm>
              <a:off x="712800" y="6953584"/>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Best of 50, RMSD &lt;2 Å</a:t>
              </a:r>
            </a:p>
          </p:txBody>
        </p:sp>
        <p:sp>
          <p:nvSpPr>
            <p:cNvPr id="3755" name="03_assume_matched_3754">
              <a:extLst>
                <a:ext uri="{FF2B5EF4-FFF2-40B4-BE49-F238E27FC236}">
                  <a16:creationId xmlns:a16="http://schemas.microsoft.com/office/drawing/2014/main" id="{5F72F119-7915-4CF6-AE20-FF50F729128E}"/>
                </a:ext>
              </a:extLst>
            </p:cNvPr>
            <p:cNvSpPr>
              <a:spLocks/>
            </p:cNvSpPr>
            <p:nvPr/>
          </p:nvSpPr>
          <p:spPr>
            <a:xfrm>
              <a:off x="735432" y="7363903"/>
              <a:ext cx="2263158" cy="403374"/>
            </a:xfrm>
            <a:custGeom>
              <a:avLst/>
              <a:gdLst/>
              <a:ahLst/>
              <a:cxnLst/>
              <a:rect l="0" t="0" r="0" b="0"/>
              <a:pathLst>
                <a:path w="2263158" h="403374">
                  <a:moveTo>
                    <a:pt x="0" y="403374"/>
                  </a:moveTo>
                  <a:lnTo>
                    <a:pt x="53885" y="402149"/>
                  </a:lnTo>
                  <a:lnTo>
                    <a:pt x="53885" y="401606"/>
                  </a:lnTo>
                  <a:lnTo>
                    <a:pt x="68581" y="400462"/>
                  </a:lnTo>
                  <a:lnTo>
                    <a:pt x="68581" y="399081"/>
                  </a:lnTo>
                  <a:lnTo>
                    <a:pt x="83821" y="398224"/>
                  </a:lnTo>
                  <a:lnTo>
                    <a:pt x="83821" y="396958"/>
                  </a:lnTo>
                  <a:lnTo>
                    <a:pt x="107769" y="396349"/>
                  </a:lnTo>
                  <a:lnTo>
                    <a:pt x="107769" y="394722"/>
                  </a:lnTo>
                  <a:lnTo>
                    <a:pt x="125731" y="394624"/>
                  </a:lnTo>
                  <a:lnTo>
                    <a:pt x="125731" y="387248"/>
                  </a:lnTo>
                  <a:lnTo>
                    <a:pt x="137161" y="387150"/>
                  </a:lnTo>
                  <a:lnTo>
                    <a:pt x="137161" y="385769"/>
                  </a:lnTo>
                  <a:lnTo>
                    <a:pt x="150877" y="385672"/>
                  </a:lnTo>
                  <a:lnTo>
                    <a:pt x="150877" y="381874"/>
                  </a:lnTo>
                  <a:lnTo>
                    <a:pt x="167641" y="380820"/>
                  </a:lnTo>
                  <a:lnTo>
                    <a:pt x="167641" y="379554"/>
                  </a:lnTo>
                  <a:lnTo>
                    <a:pt x="188596" y="379359"/>
                  </a:lnTo>
                  <a:lnTo>
                    <a:pt x="188596" y="363852"/>
                  </a:lnTo>
                  <a:lnTo>
                    <a:pt x="205742" y="363657"/>
                  </a:lnTo>
                  <a:lnTo>
                    <a:pt x="205742" y="362276"/>
                  </a:lnTo>
                  <a:lnTo>
                    <a:pt x="215539" y="361756"/>
                  </a:lnTo>
                  <a:lnTo>
                    <a:pt x="215539" y="360129"/>
                  </a:lnTo>
                  <a:lnTo>
                    <a:pt x="251462" y="359077"/>
                  </a:lnTo>
                  <a:lnTo>
                    <a:pt x="251462" y="347164"/>
                  </a:lnTo>
                  <a:lnTo>
                    <a:pt x="274322" y="346427"/>
                  </a:lnTo>
                  <a:lnTo>
                    <a:pt x="274322" y="345046"/>
                  </a:lnTo>
                  <a:lnTo>
                    <a:pt x="301754" y="343910"/>
                  </a:lnTo>
                  <a:lnTo>
                    <a:pt x="301754" y="338593"/>
                  </a:lnTo>
                  <a:lnTo>
                    <a:pt x="323308" y="337765"/>
                  </a:lnTo>
                  <a:lnTo>
                    <a:pt x="323308" y="336137"/>
                  </a:lnTo>
                  <a:lnTo>
                    <a:pt x="342903" y="335099"/>
                  </a:lnTo>
                  <a:lnTo>
                    <a:pt x="342903" y="333718"/>
                  </a:lnTo>
                  <a:lnTo>
                    <a:pt x="377193" y="333425"/>
                  </a:lnTo>
                  <a:lnTo>
                    <a:pt x="377193" y="276324"/>
                  </a:lnTo>
                  <a:lnTo>
                    <a:pt x="411483" y="276032"/>
                  </a:lnTo>
                  <a:lnTo>
                    <a:pt x="411483" y="274651"/>
                  </a:lnTo>
                  <a:lnTo>
                    <a:pt x="431078" y="274456"/>
                  </a:lnTo>
                  <a:lnTo>
                    <a:pt x="431078" y="272828"/>
                  </a:lnTo>
                  <a:lnTo>
                    <a:pt x="452632" y="272001"/>
                  </a:lnTo>
                  <a:lnTo>
                    <a:pt x="452632" y="266684"/>
                  </a:lnTo>
                  <a:lnTo>
                    <a:pt x="480064" y="266392"/>
                  </a:lnTo>
                  <a:lnTo>
                    <a:pt x="480064" y="265011"/>
                  </a:lnTo>
                  <a:lnTo>
                    <a:pt x="502924" y="264273"/>
                  </a:lnTo>
                  <a:lnTo>
                    <a:pt x="502924" y="254681"/>
                  </a:lnTo>
                  <a:lnTo>
                    <a:pt x="538847" y="253630"/>
                  </a:lnTo>
                  <a:lnTo>
                    <a:pt x="538847" y="252002"/>
                  </a:lnTo>
                  <a:lnTo>
                    <a:pt x="548644" y="251905"/>
                  </a:lnTo>
                  <a:lnTo>
                    <a:pt x="548644" y="250523"/>
                  </a:lnTo>
                  <a:lnTo>
                    <a:pt x="565789" y="250329"/>
                  </a:lnTo>
                  <a:lnTo>
                    <a:pt x="565789" y="237036"/>
                  </a:lnTo>
                  <a:lnTo>
                    <a:pt x="603509" y="235682"/>
                  </a:lnTo>
                  <a:lnTo>
                    <a:pt x="603509" y="230365"/>
                  </a:lnTo>
                  <a:lnTo>
                    <a:pt x="617225" y="230268"/>
                  </a:lnTo>
                  <a:lnTo>
                    <a:pt x="617225" y="228887"/>
                  </a:lnTo>
                  <a:lnTo>
                    <a:pt x="628655" y="228789"/>
                  </a:lnTo>
                  <a:lnTo>
                    <a:pt x="628655" y="222362"/>
                  </a:lnTo>
                  <a:lnTo>
                    <a:pt x="646617" y="222265"/>
                  </a:lnTo>
                  <a:lnTo>
                    <a:pt x="647998" y="220540"/>
                  </a:lnTo>
                  <a:lnTo>
                    <a:pt x="685805" y="219488"/>
                  </a:lnTo>
                  <a:lnTo>
                    <a:pt x="686685" y="218010"/>
                  </a:lnTo>
                  <a:lnTo>
                    <a:pt x="754386" y="216883"/>
                  </a:lnTo>
                  <a:lnTo>
                    <a:pt x="754386" y="5697"/>
                  </a:lnTo>
                  <a:lnTo>
                    <a:pt x="1131579" y="5697"/>
                  </a:lnTo>
                  <a:lnTo>
                    <a:pt x="1131579" y="0"/>
                  </a:lnTo>
                  <a:lnTo>
                    <a:pt x="2263158" y="0"/>
                  </a:lnTo>
                  <a:lnTo>
                    <a:pt x="2263158" y="0"/>
                  </a:lnTo>
                </a:path>
              </a:pathLst>
            </a:custGeom>
            <a:noFill/>
            <a:ln w="22860">
              <a:solidFill>
                <a:srgbClr val="00878B"/>
              </a:solidFill>
              <a:prstDash val="solid"/>
            </a:ln>
          </p:spPr>
        </p:sp>
        <p:sp>
          <p:nvSpPr>
            <p:cNvPr id="3756" name="03_assume_matched_3755">
              <a:extLst>
                <a:ext uri="{FF2B5EF4-FFF2-40B4-BE49-F238E27FC236}">
                  <a16:creationId xmlns:a16="http://schemas.microsoft.com/office/drawing/2014/main" id="{C0302A43-DF4D-4B9D-B80D-307754571A94}"/>
                </a:ext>
              </a:extLst>
            </p:cNvPr>
            <p:cNvSpPr>
              <a:spLocks/>
            </p:cNvSpPr>
            <p:nvPr/>
          </p:nvSpPr>
          <p:spPr>
            <a:xfrm>
              <a:off x="735432" y="7182407"/>
              <a:ext cx="2263158" cy="584869"/>
            </a:xfrm>
            <a:custGeom>
              <a:avLst/>
              <a:gdLst/>
              <a:ahLst/>
              <a:cxnLst/>
              <a:rect l="0" t="0" r="0" b="0"/>
              <a:pathLst>
                <a:path w="2263158" h="584869">
                  <a:moveTo>
                    <a:pt x="0" y="584869"/>
                  </a:moveTo>
                  <a:lnTo>
                    <a:pt x="377193" y="584869"/>
                  </a:lnTo>
                  <a:lnTo>
                    <a:pt x="377193" y="519884"/>
                  </a:lnTo>
                  <a:lnTo>
                    <a:pt x="754386" y="519884"/>
                  </a:lnTo>
                  <a:lnTo>
                    <a:pt x="754386" y="0"/>
                  </a:lnTo>
                  <a:lnTo>
                    <a:pt x="2263158" y="0"/>
                  </a:lnTo>
                  <a:lnTo>
                    <a:pt x="2263158" y="0"/>
                  </a:lnTo>
                </a:path>
              </a:pathLst>
            </a:custGeom>
            <a:noFill/>
            <a:ln w="13335">
              <a:solidFill>
                <a:srgbClr val="3A64C8"/>
              </a:solidFill>
              <a:prstDash val="solid"/>
            </a:ln>
          </p:spPr>
        </p:sp>
        <p:sp>
          <p:nvSpPr>
            <p:cNvPr id="3757" name="03_assume_matched_3756">
              <a:extLst>
                <a:ext uri="{FF2B5EF4-FFF2-40B4-BE49-F238E27FC236}">
                  <a16:creationId xmlns:a16="http://schemas.microsoft.com/office/drawing/2014/main" id="{F42ED9F1-D090-4DFB-BDDE-5D838709FC75}"/>
                </a:ext>
              </a:extLst>
            </p:cNvPr>
            <p:cNvSpPr>
              <a:spLocks/>
            </p:cNvSpPr>
            <p:nvPr/>
          </p:nvSpPr>
          <p:spPr>
            <a:xfrm>
              <a:off x="1091035" y="7618637"/>
              <a:ext cx="43180" cy="43180"/>
            </a:xfrm>
            <a:prstGeom prst="ellipse">
              <a:avLst/>
            </a:prstGeom>
            <a:solidFill>
              <a:srgbClr val="00878B"/>
            </a:solidFill>
            <a:ln w="4445">
              <a:solidFill>
                <a:srgbClr val="FFFFFF"/>
              </a:solidFill>
              <a:prstDash val="solid"/>
            </a:ln>
          </p:spPr>
        </p:sp>
        <p:sp>
          <p:nvSpPr>
            <p:cNvPr id="3758" name="03_assume_matched_3757">
              <a:extLst>
                <a:ext uri="{FF2B5EF4-FFF2-40B4-BE49-F238E27FC236}">
                  <a16:creationId xmlns:a16="http://schemas.microsoft.com/office/drawing/2014/main" id="{08B0BDE3-599F-4BC8-ABDD-59D572A460AF}"/>
                </a:ext>
              </a:extLst>
            </p:cNvPr>
            <p:cNvSpPr>
              <a:spLocks/>
            </p:cNvSpPr>
            <p:nvPr/>
          </p:nvSpPr>
          <p:spPr>
            <a:xfrm>
              <a:off x="1468228" y="7348009"/>
              <a:ext cx="43180" cy="43180"/>
            </a:xfrm>
            <a:prstGeom prst="ellipse">
              <a:avLst/>
            </a:prstGeom>
            <a:solidFill>
              <a:srgbClr val="00878B"/>
            </a:solidFill>
            <a:ln w="4445">
              <a:solidFill>
                <a:srgbClr val="FFFFFF"/>
              </a:solidFill>
              <a:prstDash val="solid"/>
            </a:ln>
          </p:spPr>
        </p:sp>
        <p:sp>
          <p:nvSpPr>
            <p:cNvPr id="3759" name="03_assume_matched_3758">
              <a:extLst>
                <a:ext uri="{FF2B5EF4-FFF2-40B4-BE49-F238E27FC236}">
                  <a16:creationId xmlns:a16="http://schemas.microsoft.com/office/drawing/2014/main" id="{FC6278DC-DF5E-4CEB-AF14-20E23C133A58}"/>
                </a:ext>
              </a:extLst>
            </p:cNvPr>
            <p:cNvSpPr>
              <a:spLocks/>
            </p:cNvSpPr>
            <p:nvPr/>
          </p:nvSpPr>
          <p:spPr>
            <a:xfrm>
              <a:off x="2222614" y="7342313"/>
              <a:ext cx="43180" cy="43180"/>
            </a:xfrm>
            <a:prstGeom prst="ellipse">
              <a:avLst/>
            </a:prstGeom>
            <a:solidFill>
              <a:srgbClr val="00878B"/>
            </a:solidFill>
            <a:ln w="4445">
              <a:solidFill>
                <a:srgbClr val="FFFFFF"/>
              </a:solidFill>
              <a:prstDash val="solid"/>
            </a:ln>
          </p:spPr>
        </p:sp>
        <p:sp>
          <p:nvSpPr>
            <p:cNvPr id="3760" name="03_assume_matched_3759">
              <a:extLst>
                <a:ext uri="{FF2B5EF4-FFF2-40B4-BE49-F238E27FC236}">
                  <a16:creationId xmlns:a16="http://schemas.microsoft.com/office/drawing/2014/main" id="{0CC6009F-FE13-46F4-90C8-16A5DB66F9A5}"/>
                </a:ext>
              </a:extLst>
            </p:cNvPr>
            <p:cNvSpPr>
              <a:spLocks/>
            </p:cNvSpPr>
            <p:nvPr/>
          </p:nvSpPr>
          <p:spPr>
            <a:xfrm>
              <a:off x="2976999" y="7342313"/>
              <a:ext cx="43180" cy="43180"/>
            </a:xfrm>
            <a:prstGeom prst="ellipse">
              <a:avLst/>
            </a:prstGeom>
            <a:solidFill>
              <a:srgbClr val="00878B"/>
            </a:solidFill>
            <a:ln w="4445">
              <a:solidFill>
                <a:srgbClr val="FFFFFF"/>
              </a:solidFill>
              <a:prstDash val="solid"/>
            </a:ln>
          </p:spPr>
        </p:sp>
        <p:sp>
          <p:nvSpPr>
            <p:cNvPr id="3761" name="03_assume_matched_3760">
              <a:extLst>
                <a:ext uri="{FF2B5EF4-FFF2-40B4-BE49-F238E27FC236}">
                  <a16:creationId xmlns:a16="http://schemas.microsoft.com/office/drawing/2014/main" id="{32B4840E-1302-4507-B9AB-830D92A2B36B}"/>
                </a:ext>
              </a:extLst>
            </p:cNvPr>
            <p:cNvSpPr>
              <a:spLocks/>
            </p:cNvSpPr>
            <p:nvPr/>
          </p:nvSpPr>
          <p:spPr>
            <a:xfrm>
              <a:off x="1076704" y="7666370"/>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2" name="03_assume_matched_3761">
              <a:extLst>
                <a:ext uri="{FF2B5EF4-FFF2-40B4-BE49-F238E27FC236}">
                  <a16:creationId xmlns:a16="http://schemas.microsoft.com/office/drawing/2014/main" id="{70E77ED4-BFB4-4C2B-9C3E-822350BF72D4}"/>
                </a:ext>
              </a:extLst>
            </p:cNvPr>
            <p:cNvSpPr>
              <a:spLocks/>
            </p:cNvSpPr>
            <p:nvPr/>
          </p:nvSpPr>
          <p:spPr>
            <a:xfrm>
              <a:off x="1453897"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3" name="03_assume_matched_3762">
              <a:extLst>
                <a:ext uri="{FF2B5EF4-FFF2-40B4-BE49-F238E27FC236}">
                  <a16:creationId xmlns:a16="http://schemas.microsoft.com/office/drawing/2014/main" id="{B7A172EA-6CA1-49EC-AD09-5BC9C5545D9F}"/>
                </a:ext>
              </a:extLst>
            </p:cNvPr>
            <p:cNvSpPr>
              <a:spLocks/>
            </p:cNvSpPr>
            <p:nvPr/>
          </p:nvSpPr>
          <p:spPr>
            <a:xfrm>
              <a:off x="2208282"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4" name="03_assume_matched_3763">
              <a:extLst>
                <a:ext uri="{FF2B5EF4-FFF2-40B4-BE49-F238E27FC236}">
                  <a16:creationId xmlns:a16="http://schemas.microsoft.com/office/drawing/2014/main" id="{77279CFD-4DC6-476C-B345-4FB99ECCE831}"/>
                </a:ext>
              </a:extLst>
            </p:cNvPr>
            <p:cNvSpPr>
              <a:spLocks/>
            </p:cNvSpPr>
            <p:nvPr/>
          </p:nvSpPr>
          <p:spPr>
            <a:xfrm>
              <a:off x="2962668"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3765" name="03_assume_matched_3764">
              <a:extLst>
                <a:ext uri="{FF2B5EF4-FFF2-40B4-BE49-F238E27FC236}">
                  <a16:creationId xmlns:a16="http://schemas.microsoft.com/office/drawing/2014/main" id="{D0FC4D80-4473-4E72-B892-EE3B869D38D1}"/>
                </a:ext>
              </a:extLst>
            </p:cNvPr>
            <p:cNvSpPr>
              <a:spLocks/>
            </p:cNvSpPr>
            <p:nvPr/>
          </p:nvSpPr>
          <p:spPr>
            <a:xfrm>
              <a:off x="3841389" y="7153164"/>
              <a:ext cx="2444211" cy="643356"/>
            </a:xfrm>
            <a:custGeom>
              <a:avLst/>
              <a:gdLst/>
              <a:ahLst/>
              <a:cxnLst/>
              <a:rect l="0" t="0" r="0" b="0"/>
              <a:pathLst>
                <a:path w="2444211" h="643356">
                  <a:moveTo>
                    <a:pt x="0" y="643356"/>
                  </a:moveTo>
                  <a:lnTo>
                    <a:pt x="2444211" y="643356"/>
                  </a:lnTo>
                  <a:lnTo>
                    <a:pt x="2444211" y="0"/>
                  </a:lnTo>
                  <a:lnTo>
                    <a:pt x="0" y="0"/>
                  </a:lnTo>
                  <a:lnTo>
                    <a:pt x="0" y="643356"/>
                  </a:lnTo>
                  <a:close/>
                </a:path>
              </a:pathLst>
            </a:custGeom>
            <a:solidFill>
              <a:srgbClr val="FFFFFF"/>
            </a:solidFill>
            <a:ln w="0">
              <a:noFill/>
              <a:prstDash val="solid"/>
            </a:ln>
          </p:spPr>
        </p:sp>
        <p:sp>
          <p:nvSpPr>
            <p:cNvPr id="3766" name="03_assume_matched_3765">
              <a:extLst>
                <a:ext uri="{FF2B5EF4-FFF2-40B4-BE49-F238E27FC236}">
                  <a16:creationId xmlns:a16="http://schemas.microsoft.com/office/drawing/2014/main" id="{A9F6748D-E35D-48BB-92CD-933D117DE1BB}"/>
                </a:ext>
              </a:extLst>
            </p:cNvPr>
            <p:cNvSpPr>
              <a:spLocks/>
            </p:cNvSpPr>
            <p:nvPr/>
          </p:nvSpPr>
          <p:spPr>
            <a:xfrm>
              <a:off x="4143144" y="7182407"/>
              <a:ext cx="196140" cy="584869"/>
            </a:xfrm>
            <a:custGeom>
              <a:avLst/>
              <a:gdLst/>
              <a:ahLst/>
              <a:cxnLst/>
              <a:rect l="0" t="0" r="0" b="0"/>
              <a:pathLst>
                <a:path w="196140" h="584869">
                  <a:moveTo>
                    <a:pt x="196140" y="584869"/>
                  </a:moveTo>
                  <a:lnTo>
                    <a:pt x="0" y="584869"/>
                  </a:lnTo>
                  <a:lnTo>
                    <a:pt x="1091" y="579995"/>
                  </a:lnTo>
                  <a:lnTo>
                    <a:pt x="4289" y="575121"/>
                  </a:lnTo>
                  <a:lnTo>
                    <a:pt x="9379" y="570247"/>
                  </a:lnTo>
                  <a:lnTo>
                    <a:pt x="16029" y="565373"/>
                  </a:lnTo>
                  <a:lnTo>
                    <a:pt x="23824" y="560500"/>
                  </a:lnTo>
                  <a:lnTo>
                    <a:pt x="32312" y="555626"/>
                  </a:lnTo>
                  <a:lnTo>
                    <a:pt x="41043" y="550752"/>
                  </a:lnTo>
                  <a:lnTo>
                    <a:pt x="49609" y="545878"/>
                  </a:lnTo>
                  <a:lnTo>
                    <a:pt x="57671" y="541004"/>
                  </a:lnTo>
                  <a:lnTo>
                    <a:pt x="64976" y="536130"/>
                  </a:lnTo>
                  <a:lnTo>
                    <a:pt x="71367" y="531256"/>
                  </a:lnTo>
                  <a:lnTo>
                    <a:pt x="76770" y="526382"/>
                  </a:lnTo>
                  <a:lnTo>
                    <a:pt x="81188" y="521508"/>
                  </a:lnTo>
                  <a:lnTo>
                    <a:pt x="84682" y="516634"/>
                  </a:lnTo>
                  <a:lnTo>
                    <a:pt x="87349" y="511760"/>
                  </a:lnTo>
                  <a:lnTo>
                    <a:pt x="89310" y="506887"/>
                  </a:lnTo>
                  <a:lnTo>
                    <a:pt x="90687" y="502013"/>
                  </a:lnTo>
                  <a:lnTo>
                    <a:pt x="91601" y="497139"/>
                  </a:lnTo>
                  <a:lnTo>
                    <a:pt x="92157" y="492265"/>
                  </a:lnTo>
                  <a:lnTo>
                    <a:pt x="92443" y="487391"/>
                  </a:lnTo>
                  <a:lnTo>
                    <a:pt x="92531" y="482517"/>
                  </a:lnTo>
                  <a:lnTo>
                    <a:pt x="92475" y="477643"/>
                  </a:lnTo>
                  <a:lnTo>
                    <a:pt x="92316" y="472769"/>
                  </a:lnTo>
                  <a:lnTo>
                    <a:pt x="92085" y="467895"/>
                  </a:lnTo>
                  <a:lnTo>
                    <a:pt x="91804" y="463021"/>
                  </a:lnTo>
                  <a:lnTo>
                    <a:pt x="91489" y="458147"/>
                  </a:lnTo>
                  <a:lnTo>
                    <a:pt x="91155" y="453274"/>
                  </a:lnTo>
                  <a:lnTo>
                    <a:pt x="90812" y="448400"/>
                  </a:lnTo>
                  <a:lnTo>
                    <a:pt x="90471" y="443526"/>
                  </a:lnTo>
                  <a:lnTo>
                    <a:pt x="90139" y="438652"/>
                  </a:lnTo>
                  <a:lnTo>
                    <a:pt x="89822" y="433778"/>
                  </a:lnTo>
                  <a:lnTo>
                    <a:pt x="89525" y="428904"/>
                  </a:lnTo>
                  <a:lnTo>
                    <a:pt x="89251" y="424030"/>
                  </a:lnTo>
                  <a:lnTo>
                    <a:pt x="88998" y="419156"/>
                  </a:lnTo>
                  <a:lnTo>
                    <a:pt x="88767" y="414282"/>
                  </a:lnTo>
                  <a:lnTo>
                    <a:pt x="88554" y="409408"/>
                  </a:lnTo>
                  <a:lnTo>
                    <a:pt x="88354" y="404534"/>
                  </a:lnTo>
                  <a:lnTo>
                    <a:pt x="88160" y="399661"/>
                  </a:lnTo>
                  <a:lnTo>
                    <a:pt x="87960" y="394787"/>
                  </a:lnTo>
                  <a:lnTo>
                    <a:pt x="87741" y="389913"/>
                  </a:lnTo>
                  <a:lnTo>
                    <a:pt x="87484" y="385039"/>
                  </a:lnTo>
                  <a:lnTo>
                    <a:pt x="87166" y="380165"/>
                  </a:lnTo>
                  <a:lnTo>
                    <a:pt x="86759" y="375291"/>
                  </a:lnTo>
                  <a:lnTo>
                    <a:pt x="86229" y="370417"/>
                  </a:lnTo>
                  <a:lnTo>
                    <a:pt x="85541" y="365543"/>
                  </a:lnTo>
                  <a:lnTo>
                    <a:pt x="84660" y="360669"/>
                  </a:lnTo>
                  <a:lnTo>
                    <a:pt x="83551" y="355795"/>
                  </a:lnTo>
                  <a:lnTo>
                    <a:pt x="82189" y="350921"/>
                  </a:lnTo>
                  <a:lnTo>
                    <a:pt x="80560" y="346048"/>
                  </a:lnTo>
                  <a:lnTo>
                    <a:pt x="78670" y="341174"/>
                  </a:lnTo>
                  <a:lnTo>
                    <a:pt x="76546" y="336300"/>
                  </a:lnTo>
                  <a:lnTo>
                    <a:pt x="74242" y="331426"/>
                  </a:lnTo>
                  <a:lnTo>
                    <a:pt x="71839" y="326552"/>
                  </a:lnTo>
                  <a:lnTo>
                    <a:pt x="69443" y="321678"/>
                  </a:lnTo>
                  <a:lnTo>
                    <a:pt x="67181" y="316804"/>
                  </a:lnTo>
                  <a:lnTo>
                    <a:pt x="65189" y="311930"/>
                  </a:lnTo>
                  <a:lnTo>
                    <a:pt x="63603" y="307056"/>
                  </a:lnTo>
                  <a:lnTo>
                    <a:pt x="62545" y="302182"/>
                  </a:lnTo>
                  <a:lnTo>
                    <a:pt x="62110" y="297308"/>
                  </a:lnTo>
                  <a:lnTo>
                    <a:pt x="62355" y="292435"/>
                  </a:lnTo>
                  <a:lnTo>
                    <a:pt x="63293" y="287561"/>
                  </a:lnTo>
                  <a:lnTo>
                    <a:pt x="64889" y="282687"/>
                  </a:lnTo>
                  <a:lnTo>
                    <a:pt x="67066" y="277813"/>
                  </a:lnTo>
                  <a:lnTo>
                    <a:pt x="69709" y="272939"/>
                  </a:lnTo>
                  <a:lnTo>
                    <a:pt x="72679" y="268065"/>
                  </a:lnTo>
                  <a:lnTo>
                    <a:pt x="75829" y="263191"/>
                  </a:lnTo>
                  <a:lnTo>
                    <a:pt x="79012" y="258317"/>
                  </a:lnTo>
                  <a:lnTo>
                    <a:pt x="82098" y="253443"/>
                  </a:lnTo>
                  <a:lnTo>
                    <a:pt x="84979" y="248569"/>
                  </a:lnTo>
                  <a:lnTo>
                    <a:pt x="87578" y="243695"/>
                  </a:lnTo>
                  <a:lnTo>
                    <a:pt x="89848" y="238822"/>
                  </a:lnTo>
                  <a:lnTo>
                    <a:pt x="91771" y="233948"/>
                  </a:lnTo>
                  <a:lnTo>
                    <a:pt x="93352" y="229074"/>
                  </a:lnTo>
                  <a:lnTo>
                    <a:pt x="94615" y="224200"/>
                  </a:lnTo>
                  <a:lnTo>
                    <a:pt x="95597" y="219326"/>
                  </a:lnTo>
                  <a:lnTo>
                    <a:pt x="96340" y="214452"/>
                  </a:lnTo>
                  <a:lnTo>
                    <a:pt x="96887" y="209578"/>
                  </a:lnTo>
                  <a:lnTo>
                    <a:pt x="97279" y="204704"/>
                  </a:lnTo>
                  <a:lnTo>
                    <a:pt x="97553" y="199830"/>
                  </a:lnTo>
                  <a:lnTo>
                    <a:pt x="97740" y="194956"/>
                  </a:lnTo>
                  <a:lnTo>
                    <a:pt x="97864" y="190082"/>
                  </a:lnTo>
                  <a:lnTo>
                    <a:pt x="97944" y="185209"/>
                  </a:lnTo>
                  <a:lnTo>
                    <a:pt x="97995" y="180335"/>
                  </a:lnTo>
                  <a:lnTo>
                    <a:pt x="98026" y="175461"/>
                  </a:lnTo>
                  <a:lnTo>
                    <a:pt x="98045" y="170587"/>
                  </a:lnTo>
                  <a:lnTo>
                    <a:pt x="98056" y="165713"/>
                  </a:lnTo>
                  <a:lnTo>
                    <a:pt x="98063" y="160839"/>
                  </a:lnTo>
                  <a:lnTo>
                    <a:pt x="98066" y="155965"/>
                  </a:lnTo>
                  <a:lnTo>
                    <a:pt x="98068" y="151091"/>
                  </a:lnTo>
                  <a:lnTo>
                    <a:pt x="98069" y="146217"/>
                  </a:lnTo>
                  <a:lnTo>
                    <a:pt x="98070" y="141343"/>
                  </a:lnTo>
                  <a:lnTo>
                    <a:pt x="98070" y="136469"/>
                  </a:lnTo>
                  <a:lnTo>
                    <a:pt x="98070" y="131596"/>
                  </a:lnTo>
                  <a:lnTo>
                    <a:pt x="98070" y="126722"/>
                  </a:lnTo>
                  <a:lnTo>
                    <a:pt x="98070" y="121848"/>
                  </a:lnTo>
                  <a:lnTo>
                    <a:pt x="98070" y="116974"/>
                  </a:lnTo>
                  <a:lnTo>
                    <a:pt x="98070" y="112100"/>
                  </a:lnTo>
                  <a:lnTo>
                    <a:pt x="98070" y="107226"/>
                  </a:lnTo>
                  <a:lnTo>
                    <a:pt x="98070" y="102352"/>
                  </a:lnTo>
                  <a:lnTo>
                    <a:pt x="98070" y="97478"/>
                  </a:lnTo>
                  <a:lnTo>
                    <a:pt x="98070" y="92604"/>
                  </a:lnTo>
                  <a:lnTo>
                    <a:pt x="98070" y="87730"/>
                  </a:lnTo>
                  <a:lnTo>
                    <a:pt x="98070" y="82856"/>
                  </a:lnTo>
                  <a:lnTo>
                    <a:pt x="98070" y="77983"/>
                  </a:lnTo>
                  <a:lnTo>
                    <a:pt x="98070" y="73109"/>
                  </a:lnTo>
                  <a:lnTo>
                    <a:pt x="98070" y="68235"/>
                  </a:lnTo>
                  <a:lnTo>
                    <a:pt x="98070" y="63361"/>
                  </a:lnTo>
                  <a:lnTo>
                    <a:pt x="98070" y="58487"/>
                  </a:lnTo>
                  <a:lnTo>
                    <a:pt x="98070" y="53613"/>
                  </a:lnTo>
                  <a:lnTo>
                    <a:pt x="98070" y="48739"/>
                  </a:lnTo>
                  <a:lnTo>
                    <a:pt x="98070" y="43865"/>
                  </a:lnTo>
                  <a:lnTo>
                    <a:pt x="98070" y="38991"/>
                  </a:lnTo>
                  <a:lnTo>
                    <a:pt x="98070" y="34117"/>
                  </a:lnTo>
                  <a:lnTo>
                    <a:pt x="98070" y="29243"/>
                  </a:lnTo>
                  <a:lnTo>
                    <a:pt x="98070" y="24370"/>
                  </a:lnTo>
                  <a:lnTo>
                    <a:pt x="98070" y="19496"/>
                  </a:lnTo>
                  <a:lnTo>
                    <a:pt x="98070" y="14622"/>
                  </a:lnTo>
                  <a:lnTo>
                    <a:pt x="98070" y="9748"/>
                  </a:lnTo>
                  <a:lnTo>
                    <a:pt x="98070" y="4874"/>
                  </a:lnTo>
                  <a:lnTo>
                    <a:pt x="98070" y="0"/>
                  </a:lnTo>
                  <a:lnTo>
                    <a:pt x="98070" y="0"/>
                  </a:lnTo>
                  <a:lnTo>
                    <a:pt x="98070" y="0"/>
                  </a:lnTo>
                  <a:lnTo>
                    <a:pt x="98070" y="4874"/>
                  </a:lnTo>
                  <a:lnTo>
                    <a:pt x="98070" y="9748"/>
                  </a:lnTo>
                  <a:lnTo>
                    <a:pt x="98070" y="14622"/>
                  </a:lnTo>
                  <a:lnTo>
                    <a:pt x="98070" y="19496"/>
                  </a:lnTo>
                  <a:lnTo>
                    <a:pt x="98070" y="24370"/>
                  </a:lnTo>
                  <a:lnTo>
                    <a:pt x="98070" y="29243"/>
                  </a:lnTo>
                  <a:lnTo>
                    <a:pt x="98070" y="34117"/>
                  </a:lnTo>
                  <a:lnTo>
                    <a:pt x="98070" y="38991"/>
                  </a:lnTo>
                  <a:lnTo>
                    <a:pt x="98070" y="43865"/>
                  </a:lnTo>
                  <a:lnTo>
                    <a:pt x="98070" y="48739"/>
                  </a:lnTo>
                  <a:lnTo>
                    <a:pt x="98070" y="53613"/>
                  </a:lnTo>
                  <a:lnTo>
                    <a:pt x="98070" y="58487"/>
                  </a:lnTo>
                  <a:lnTo>
                    <a:pt x="98070" y="63361"/>
                  </a:lnTo>
                  <a:lnTo>
                    <a:pt x="98070" y="68235"/>
                  </a:lnTo>
                  <a:lnTo>
                    <a:pt x="98070" y="73109"/>
                  </a:lnTo>
                  <a:lnTo>
                    <a:pt x="98070" y="77983"/>
                  </a:lnTo>
                  <a:lnTo>
                    <a:pt x="98070" y="82856"/>
                  </a:lnTo>
                  <a:lnTo>
                    <a:pt x="98070" y="87730"/>
                  </a:lnTo>
                  <a:lnTo>
                    <a:pt x="98070" y="92604"/>
                  </a:lnTo>
                  <a:lnTo>
                    <a:pt x="98070" y="97478"/>
                  </a:lnTo>
                  <a:lnTo>
                    <a:pt x="98070" y="102352"/>
                  </a:lnTo>
                  <a:lnTo>
                    <a:pt x="98070" y="107226"/>
                  </a:lnTo>
                  <a:lnTo>
                    <a:pt x="98070" y="112100"/>
                  </a:lnTo>
                  <a:lnTo>
                    <a:pt x="98070" y="116974"/>
                  </a:lnTo>
                  <a:lnTo>
                    <a:pt x="98070" y="121848"/>
                  </a:lnTo>
                  <a:lnTo>
                    <a:pt x="98070" y="126722"/>
                  </a:lnTo>
                  <a:lnTo>
                    <a:pt x="98070" y="131596"/>
                  </a:lnTo>
                  <a:lnTo>
                    <a:pt x="98070" y="136469"/>
                  </a:lnTo>
                  <a:lnTo>
                    <a:pt x="98071" y="141343"/>
                  </a:lnTo>
                  <a:lnTo>
                    <a:pt x="98071" y="146217"/>
                  </a:lnTo>
                  <a:lnTo>
                    <a:pt x="98072" y="151091"/>
                  </a:lnTo>
                  <a:lnTo>
                    <a:pt x="98074" y="155965"/>
                  </a:lnTo>
                  <a:lnTo>
                    <a:pt x="98078" y="160839"/>
                  </a:lnTo>
                  <a:lnTo>
                    <a:pt x="98084" y="165713"/>
                  </a:lnTo>
                  <a:lnTo>
                    <a:pt x="98095" y="170587"/>
                  </a:lnTo>
                  <a:lnTo>
                    <a:pt x="98114" y="175461"/>
                  </a:lnTo>
                  <a:lnTo>
                    <a:pt x="98145" y="180335"/>
                  </a:lnTo>
                  <a:lnTo>
                    <a:pt x="98196" y="185209"/>
                  </a:lnTo>
                  <a:lnTo>
                    <a:pt x="98276" y="190082"/>
                  </a:lnTo>
                  <a:lnTo>
                    <a:pt x="98400" y="194956"/>
                  </a:lnTo>
                  <a:lnTo>
                    <a:pt x="98587" y="199830"/>
                  </a:lnTo>
                  <a:lnTo>
                    <a:pt x="98861" y="204704"/>
                  </a:lnTo>
                  <a:lnTo>
                    <a:pt x="99254" y="209578"/>
                  </a:lnTo>
                  <a:lnTo>
                    <a:pt x="99800" y="214452"/>
                  </a:lnTo>
                  <a:lnTo>
                    <a:pt x="100543" y="219326"/>
                  </a:lnTo>
                  <a:lnTo>
                    <a:pt x="101525" y="224200"/>
                  </a:lnTo>
                  <a:lnTo>
                    <a:pt x="102789" y="229074"/>
                  </a:lnTo>
                  <a:lnTo>
                    <a:pt x="104370" y="233948"/>
                  </a:lnTo>
                  <a:lnTo>
                    <a:pt x="106292" y="238822"/>
                  </a:lnTo>
                  <a:lnTo>
                    <a:pt x="108563" y="243695"/>
                  </a:lnTo>
                  <a:lnTo>
                    <a:pt x="111162" y="248569"/>
                  </a:lnTo>
                  <a:lnTo>
                    <a:pt x="114043" y="253443"/>
                  </a:lnTo>
                  <a:lnTo>
                    <a:pt x="117128" y="258317"/>
                  </a:lnTo>
                  <a:lnTo>
                    <a:pt x="120311" y="263191"/>
                  </a:lnTo>
                  <a:lnTo>
                    <a:pt x="123461" y="268065"/>
                  </a:lnTo>
                  <a:lnTo>
                    <a:pt x="126432" y="272939"/>
                  </a:lnTo>
                  <a:lnTo>
                    <a:pt x="129075" y="277813"/>
                  </a:lnTo>
                  <a:lnTo>
                    <a:pt x="131251" y="282687"/>
                  </a:lnTo>
                  <a:lnTo>
                    <a:pt x="132848" y="287561"/>
                  </a:lnTo>
                  <a:lnTo>
                    <a:pt x="133786" y="292435"/>
                  </a:lnTo>
                  <a:lnTo>
                    <a:pt x="134031" y="297308"/>
                  </a:lnTo>
                  <a:lnTo>
                    <a:pt x="133596" y="302182"/>
                  </a:lnTo>
                  <a:lnTo>
                    <a:pt x="132538" y="307056"/>
                  </a:lnTo>
                  <a:lnTo>
                    <a:pt x="130952" y="311930"/>
                  </a:lnTo>
                  <a:lnTo>
                    <a:pt x="128959" y="316804"/>
                  </a:lnTo>
                  <a:lnTo>
                    <a:pt x="126697" y="321678"/>
                  </a:lnTo>
                  <a:lnTo>
                    <a:pt x="124301" y="326552"/>
                  </a:lnTo>
                  <a:lnTo>
                    <a:pt x="121898" y="331426"/>
                  </a:lnTo>
                  <a:lnTo>
                    <a:pt x="119594" y="336300"/>
                  </a:lnTo>
                  <a:lnTo>
                    <a:pt x="117470" y="341174"/>
                  </a:lnTo>
                  <a:lnTo>
                    <a:pt x="115580" y="346048"/>
                  </a:lnTo>
                  <a:lnTo>
                    <a:pt x="113952" y="350921"/>
                  </a:lnTo>
                  <a:lnTo>
                    <a:pt x="112590" y="355795"/>
                  </a:lnTo>
                  <a:lnTo>
                    <a:pt x="111481" y="360669"/>
                  </a:lnTo>
                  <a:lnTo>
                    <a:pt x="110599" y="365543"/>
                  </a:lnTo>
                  <a:lnTo>
                    <a:pt x="109911" y="370417"/>
                  </a:lnTo>
                  <a:lnTo>
                    <a:pt x="109382" y="375291"/>
                  </a:lnTo>
                  <a:lnTo>
                    <a:pt x="108974" y="380165"/>
                  </a:lnTo>
                  <a:lnTo>
                    <a:pt x="108656" y="385039"/>
                  </a:lnTo>
                  <a:lnTo>
                    <a:pt x="108400" y="389913"/>
                  </a:lnTo>
                  <a:lnTo>
                    <a:pt x="108181" y="394787"/>
                  </a:lnTo>
                  <a:lnTo>
                    <a:pt x="107981" y="399661"/>
                  </a:lnTo>
                  <a:lnTo>
                    <a:pt x="107786" y="404534"/>
                  </a:lnTo>
                  <a:lnTo>
                    <a:pt x="107586" y="409408"/>
                  </a:lnTo>
                  <a:lnTo>
                    <a:pt x="107373" y="414282"/>
                  </a:lnTo>
                  <a:lnTo>
                    <a:pt x="107142" y="419156"/>
                  </a:lnTo>
                  <a:lnTo>
                    <a:pt x="106890" y="424030"/>
                  </a:lnTo>
                  <a:lnTo>
                    <a:pt x="106615" y="428904"/>
                  </a:lnTo>
                  <a:lnTo>
                    <a:pt x="106318" y="433778"/>
                  </a:lnTo>
                  <a:lnTo>
                    <a:pt x="106001" y="438652"/>
                  </a:lnTo>
                  <a:lnTo>
                    <a:pt x="105669" y="443526"/>
                  </a:lnTo>
                  <a:lnTo>
                    <a:pt x="105328" y="448400"/>
                  </a:lnTo>
                  <a:lnTo>
                    <a:pt x="104985" y="453274"/>
                  </a:lnTo>
                  <a:lnTo>
                    <a:pt x="104651" y="458147"/>
                  </a:lnTo>
                  <a:lnTo>
                    <a:pt x="104337" y="463021"/>
                  </a:lnTo>
                  <a:lnTo>
                    <a:pt x="104055" y="467895"/>
                  </a:lnTo>
                  <a:lnTo>
                    <a:pt x="103824" y="472769"/>
                  </a:lnTo>
                  <a:lnTo>
                    <a:pt x="103666" y="477643"/>
                  </a:lnTo>
                  <a:lnTo>
                    <a:pt x="103610" y="482517"/>
                  </a:lnTo>
                  <a:lnTo>
                    <a:pt x="103698" y="487391"/>
                  </a:lnTo>
                  <a:lnTo>
                    <a:pt x="103984" y="492265"/>
                  </a:lnTo>
                  <a:lnTo>
                    <a:pt x="104539" y="497139"/>
                  </a:lnTo>
                  <a:lnTo>
                    <a:pt x="105453" y="502013"/>
                  </a:lnTo>
                  <a:lnTo>
                    <a:pt x="106831" y="506887"/>
                  </a:lnTo>
                  <a:lnTo>
                    <a:pt x="108791" y="511760"/>
                  </a:lnTo>
                  <a:lnTo>
                    <a:pt x="111458" y="516634"/>
                  </a:lnTo>
                  <a:lnTo>
                    <a:pt x="114952" y="521508"/>
                  </a:lnTo>
                  <a:lnTo>
                    <a:pt x="119370" y="526382"/>
                  </a:lnTo>
                  <a:lnTo>
                    <a:pt x="124774" y="531256"/>
                  </a:lnTo>
                  <a:lnTo>
                    <a:pt x="131164" y="536130"/>
                  </a:lnTo>
                  <a:lnTo>
                    <a:pt x="138470" y="541004"/>
                  </a:lnTo>
                  <a:lnTo>
                    <a:pt x="146531" y="545878"/>
                  </a:lnTo>
                  <a:lnTo>
                    <a:pt x="155097" y="550752"/>
                  </a:lnTo>
                  <a:lnTo>
                    <a:pt x="163828" y="555626"/>
                  </a:lnTo>
                  <a:lnTo>
                    <a:pt x="172316" y="560500"/>
                  </a:lnTo>
                  <a:lnTo>
                    <a:pt x="180111" y="565373"/>
                  </a:lnTo>
                  <a:lnTo>
                    <a:pt x="186761" y="570247"/>
                  </a:lnTo>
                  <a:lnTo>
                    <a:pt x="191851" y="575121"/>
                  </a:lnTo>
                  <a:lnTo>
                    <a:pt x="195049" y="579995"/>
                  </a:lnTo>
                  <a:lnTo>
                    <a:pt x="196140" y="584869"/>
                  </a:lnTo>
                  <a:lnTo>
                    <a:pt x="196140" y="584869"/>
                  </a:lnTo>
                  <a:close/>
                </a:path>
              </a:pathLst>
            </a:custGeom>
            <a:solidFill>
              <a:srgbClr val="00878B">
                <a:alpha val="12000"/>
              </a:srgbClr>
            </a:solidFill>
            <a:ln w="6985">
              <a:solidFill>
                <a:srgbClr val="00878B">
                  <a:alpha val="12000"/>
                </a:srgbClr>
              </a:solidFill>
              <a:prstDash val="solid"/>
            </a:ln>
          </p:spPr>
        </p:sp>
        <p:sp>
          <p:nvSpPr>
            <p:cNvPr id="3767" name="03_assume_matched_3766">
              <a:extLst>
                <a:ext uri="{FF2B5EF4-FFF2-40B4-BE49-F238E27FC236}">
                  <a16:creationId xmlns:a16="http://schemas.microsoft.com/office/drawing/2014/main" id="{684ED4AB-FC62-4071-B19D-863AF0F43EC5}"/>
                </a:ext>
              </a:extLst>
            </p:cNvPr>
            <p:cNvSpPr>
              <a:spLocks/>
            </p:cNvSpPr>
            <p:nvPr/>
          </p:nvSpPr>
          <p:spPr>
            <a:xfrm>
              <a:off x="4520337" y="7182407"/>
              <a:ext cx="196140" cy="584869"/>
            </a:xfrm>
            <a:custGeom>
              <a:avLst/>
              <a:gdLst/>
              <a:ahLst/>
              <a:cxnLst/>
              <a:rect l="0" t="0" r="0" b="0"/>
              <a:pathLst>
                <a:path w="196140" h="584869">
                  <a:moveTo>
                    <a:pt x="128747" y="584869"/>
                  </a:moveTo>
                  <a:lnTo>
                    <a:pt x="67393" y="584869"/>
                  </a:lnTo>
                  <a:lnTo>
                    <a:pt x="67725" y="579995"/>
                  </a:lnTo>
                  <a:lnTo>
                    <a:pt x="68696" y="575121"/>
                  </a:lnTo>
                  <a:lnTo>
                    <a:pt x="70242" y="570247"/>
                  </a:lnTo>
                  <a:lnTo>
                    <a:pt x="72263" y="565373"/>
                  </a:lnTo>
                  <a:lnTo>
                    <a:pt x="74633" y="560500"/>
                  </a:lnTo>
                  <a:lnTo>
                    <a:pt x="77216" y="555626"/>
                  </a:lnTo>
                  <a:lnTo>
                    <a:pt x="79876" y="550752"/>
                  </a:lnTo>
                  <a:lnTo>
                    <a:pt x="82490" y="545878"/>
                  </a:lnTo>
                  <a:lnTo>
                    <a:pt x="84955" y="541004"/>
                  </a:lnTo>
                  <a:lnTo>
                    <a:pt x="87195" y="536130"/>
                  </a:lnTo>
                  <a:lnTo>
                    <a:pt x="89162" y="531256"/>
                  </a:lnTo>
                  <a:lnTo>
                    <a:pt x="90832" y="526382"/>
                  </a:lnTo>
                  <a:lnTo>
                    <a:pt x="92207" y="521508"/>
                  </a:lnTo>
                  <a:lnTo>
                    <a:pt x="93301" y="516634"/>
                  </a:lnTo>
                  <a:lnTo>
                    <a:pt x="94144" y="511760"/>
                  </a:lnTo>
                  <a:lnTo>
                    <a:pt x="94769" y="506887"/>
                  </a:lnTo>
                  <a:lnTo>
                    <a:pt x="95212" y="502013"/>
                  </a:lnTo>
                  <a:lnTo>
                    <a:pt x="95507" y="497139"/>
                  </a:lnTo>
                  <a:lnTo>
                    <a:pt x="95685" y="492265"/>
                  </a:lnTo>
                  <a:lnTo>
                    <a:pt x="95772" y="487391"/>
                  </a:lnTo>
                  <a:lnTo>
                    <a:pt x="95788" y="482517"/>
                  </a:lnTo>
                  <a:lnTo>
                    <a:pt x="95749" y="477643"/>
                  </a:lnTo>
                  <a:lnTo>
                    <a:pt x="95669" y="472769"/>
                  </a:lnTo>
                  <a:lnTo>
                    <a:pt x="95556" y="467895"/>
                  </a:lnTo>
                  <a:lnTo>
                    <a:pt x="95416" y="463021"/>
                  </a:lnTo>
                  <a:lnTo>
                    <a:pt x="95255" y="458147"/>
                  </a:lnTo>
                  <a:lnTo>
                    <a:pt x="95076" y="453274"/>
                  </a:lnTo>
                  <a:lnTo>
                    <a:pt x="94883" y="448400"/>
                  </a:lnTo>
                  <a:lnTo>
                    <a:pt x="94680" y="443526"/>
                  </a:lnTo>
                  <a:lnTo>
                    <a:pt x="94468" y="438652"/>
                  </a:lnTo>
                  <a:lnTo>
                    <a:pt x="94252" y="433778"/>
                  </a:lnTo>
                  <a:lnTo>
                    <a:pt x="94037" y="428904"/>
                  </a:lnTo>
                  <a:lnTo>
                    <a:pt x="93829" y="424030"/>
                  </a:lnTo>
                  <a:lnTo>
                    <a:pt x="93636" y="419156"/>
                  </a:lnTo>
                  <a:lnTo>
                    <a:pt x="93465" y="414282"/>
                  </a:lnTo>
                  <a:lnTo>
                    <a:pt x="93328" y="409408"/>
                  </a:lnTo>
                  <a:lnTo>
                    <a:pt x="93234" y="404534"/>
                  </a:lnTo>
                  <a:lnTo>
                    <a:pt x="93191" y="399661"/>
                  </a:lnTo>
                  <a:lnTo>
                    <a:pt x="93206" y="394787"/>
                  </a:lnTo>
                  <a:lnTo>
                    <a:pt x="93282" y="389913"/>
                  </a:lnTo>
                  <a:lnTo>
                    <a:pt x="93417" y="385039"/>
                  </a:lnTo>
                  <a:lnTo>
                    <a:pt x="93606" y="380165"/>
                  </a:lnTo>
                  <a:lnTo>
                    <a:pt x="93840" y="375291"/>
                  </a:lnTo>
                  <a:lnTo>
                    <a:pt x="94105" y="370417"/>
                  </a:lnTo>
                  <a:lnTo>
                    <a:pt x="94387" y="365543"/>
                  </a:lnTo>
                  <a:lnTo>
                    <a:pt x="94671" y="360669"/>
                  </a:lnTo>
                  <a:lnTo>
                    <a:pt x="94941" y="355795"/>
                  </a:lnTo>
                  <a:lnTo>
                    <a:pt x="95188" y="350921"/>
                  </a:lnTo>
                  <a:lnTo>
                    <a:pt x="95402" y="346048"/>
                  </a:lnTo>
                  <a:lnTo>
                    <a:pt x="95581" y="341174"/>
                  </a:lnTo>
                  <a:lnTo>
                    <a:pt x="95724" y="336300"/>
                  </a:lnTo>
                  <a:lnTo>
                    <a:pt x="95835" y="331426"/>
                  </a:lnTo>
                  <a:lnTo>
                    <a:pt x="95921" y="326552"/>
                  </a:lnTo>
                  <a:lnTo>
                    <a:pt x="95988" y="321678"/>
                  </a:lnTo>
                  <a:lnTo>
                    <a:pt x="96046" y="316804"/>
                  </a:lnTo>
                  <a:lnTo>
                    <a:pt x="96102" y="311930"/>
                  </a:lnTo>
                  <a:lnTo>
                    <a:pt x="96164" y="307056"/>
                  </a:lnTo>
                  <a:lnTo>
                    <a:pt x="96238" y="302182"/>
                  </a:lnTo>
                  <a:lnTo>
                    <a:pt x="96325" y="297308"/>
                  </a:lnTo>
                  <a:lnTo>
                    <a:pt x="96428" y="292435"/>
                  </a:lnTo>
                  <a:lnTo>
                    <a:pt x="96546" y="287561"/>
                  </a:lnTo>
                  <a:lnTo>
                    <a:pt x="96676" y="282687"/>
                  </a:lnTo>
                  <a:lnTo>
                    <a:pt x="96815" y="277813"/>
                  </a:lnTo>
                  <a:lnTo>
                    <a:pt x="96960" y="272939"/>
                  </a:lnTo>
                  <a:lnTo>
                    <a:pt x="97104" y="268065"/>
                  </a:lnTo>
                  <a:lnTo>
                    <a:pt x="97244" y="263191"/>
                  </a:lnTo>
                  <a:lnTo>
                    <a:pt x="97375" y="258317"/>
                  </a:lnTo>
                  <a:lnTo>
                    <a:pt x="97493" y="253443"/>
                  </a:lnTo>
                  <a:lnTo>
                    <a:pt x="97596" y="248569"/>
                  </a:lnTo>
                  <a:lnTo>
                    <a:pt x="97681" y="243695"/>
                  </a:lnTo>
                  <a:lnTo>
                    <a:pt x="97745" y="238822"/>
                  </a:lnTo>
                  <a:lnTo>
                    <a:pt x="97787" y="233948"/>
                  </a:lnTo>
                  <a:lnTo>
                    <a:pt x="97806" y="229074"/>
                  </a:lnTo>
                  <a:lnTo>
                    <a:pt x="97798" y="224200"/>
                  </a:lnTo>
                  <a:lnTo>
                    <a:pt x="97763" y="219326"/>
                  </a:lnTo>
                  <a:lnTo>
                    <a:pt x="97698" y="214452"/>
                  </a:lnTo>
                  <a:lnTo>
                    <a:pt x="97601" y="209578"/>
                  </a:lnTo>
                  <a:lnTo>
                    <a:pt x="97470" y="204704"/>
                  </a:lnTo>
                  <a:lnTo>
                    <a:pt x="97305" y="199830"/>
                  </a:lnTo>
                  <a:lnTo>
                    <a:pt x="97107" y="194956"/>
                  </a:lnTo>
                  <a:lnTo>
                    <a:pt x="96879" y="190082"/>
                  </a:lnTo>
                  <a:lnTo>
                    <a:pt x="96626" y="185209"/>
                  </a:lnTo>
                  <a:lnTo>
                    <a:pt x="96357" y="180335"/>
                  </a:lnTo>
                  <a:lnTo>
                    <a:pt x="96083" y="175461"/>
                  </a:lnTo>
                  <a:lnTo>
                    <a:pt x="95816" y="170587"/>
                  </a:lnTo>
                  <a:lnTo>
                    <a:pt x="95571" y="165713"/>
                  </a:lnTo>
                  <a:lnTo>
                    <a:pt x="95362" y="160839"/>
                  </a:lnTo>
                  <a:lnTo>
                    <a:pt x="95202" y="155965"/>
                  </a:lnTo>
                  <a:lnTo>
                    <a:pt x="95101" y="151091"/>
                  </a:lnTo>
                  <a:lnTo>
                    <a:pt x="95065" y="146217"/>
                  </a:lnTo>
                  <a:lnTo>
                    <a:pt x="95096" y="141343"/>
                  </a:lnTo>
                  <a:lnTo>
                    <a:pt x="95191" y="136469"/>
                  </a:lnTo>
                  <a:lnTo>
                    <a:pt x="95340" y="131596"/>
                  </a:lnTo>
                  <a:lnTo>
                    <a:pt x="95530" y="126722"/>
                  </a:lnTo>
                  <a:lnTo>
                    <a:pt x="95742" y="121848"/>
                  </a:lnTo>
                  <a:lnTo>
                    <a:pt x="95952" y="116974"/>
                  </a:lnTo>
                  <a:lnTo>
                    <a:pt x="96133" y="112100"/>
                  </a:lnTo>
                  <a:lnTo>
                    <a:pt x="96251" y="107226"/>
                  </a:lnTo>
                  <a:lnTo>
                    <a:pt x="96264" y="102352"/>
                  </a:lnTo>
                  <a:lnTo>
                    <a:pt x="96123" y="97478"/>
                  </a:lnTo>
                  <a:lnTo>
                    <a:pt x="95766" y="92604"/>
                  </a:lnTo>
                  <a:lnTo>
                    <a:pt x="95116" y="87730"/>
                  </a:lnTo>
                  <a:lnTo>
                    <a:pt x="94083" y="82856"/>
                  </a:lnTo>
                  <a:lnTo>
                    <a:pt x="92561" y="77983"/>
                  </a:lnTo>
                  <a:lnTo>
                    <a:pt x="90432" y="73109"/>
                  </a:lnTo>
                  <a:lnTo>
                    <a:pt x="87572" y="68235"/>
                  </a:lnTo>
                  <a:lnTo>
                    <a:pt x="83866" y="63361"/>
                  </a:lnTo>
                  <a:lnTo>
                    <a:pt x="79217" y="58487"/>
                  </a:lnTo>
                  <a:lnTo>
                    <a:pt x="73569" y="53613"/>
                  </a:lnTo>
                  <a:lnTo>
                    <a:pt x="66920" y="48739"/>
                  </a:lnTo>
                  <a:lnTo>
                    <a:pt x="59348" y="43865"/>
                  </a:lnTo>
                  <a:lnTo>
                    <a:pt x="51016" y="38991"/>
                  </a:lnTo>
                  <a:lnTo>
                    <a:pt x="42181" y="34117"/>
                  </a:lnTo>
                  <a:lnTo>
                    <a:pt x="33191" y="29243"/>
                  </a:lnTo>
                  <a:lnTo>
                    <a:pt x="24462" y="24370"/>
                  </a:lnTo>
                  <a:lnTo>
                    <a:pt x="16453" y="19496"/>
                  </a:lnTo>
                  <a:lnTo>
                    <a:pt x="9625" y="14622"/>
                  </a:lnTo>
                  <a:lnTo>
                    <a:pt x="4401" y="9748"/>
                  </a:lnTo>
                  <a:lnTo>
                    <a:pt x="1119" y="4874"/>
                  </a:lnTo>
                  <a:lnTo>
                    <a:pt x="0" y="0"/>
                  </a:lnTo>
                  <a:lnTo>
                    <a:pt x="196140" y="0"/>
                  </a:lnTo>
                  <a:lnTo>
                    <a:pt x="196140" y="0"/>
                  </a:lnTo>
                  <a:lnTo>
                    <a:pt x="195021" y="4874"/>
                  </a:lnTo>
                  <a:lnTo>
                    <a:pt x="191740" y="9748"/>
                  </a:lnTo>
                  <a:lnTo>
                    <a:pt x="186515" y="14622"/>
                  </a:lnTo>
                  <a:lnTo>
                    <a:pt x="179688" y="19496"/>
                  </a:lnTo>
                  <a:lnTo>
                    <a:pt x="171678" y="24370"/>
                  </a:lnTo>
                  <a:lnTo>
                    <a:pt x="162949" y="29243"/>
                  </a:lnTo>
                  <a:lnTo>
                    <a:pt x="153959" y="34117"/>
                  </a:lnTo>
                  <a:lnTo>
                    <a:pt x="145125" y="38991"/>
                  </a:lnTo>
                  <a:lnTo>
                    <a:pt x="136793" y="43865"/>
                  </a:lnTo>
                  <a:lnTo>
                    <a:pt x="129220" y="48739"/>
                  </a:lnTo>
                  <a:lnTo>
                    <a:pt x="122572" y="53613"/>
                  </a:lnTo>
                  <a:lnTo>
                    <a:pt x="116923" y="58487"/>
                  </a:lnTo>
                  <a:lnTo>
                    <a:pt x="112274" y="63361"/>
                  </a:lnTo>
                  <a:lnTo>
                    <a:pt x="108568" y="68235"/>
                  </a:lnTo>
                  <a:lnTo>
                    <a:pt x="105709" y="73109"/>
                  </a:lnTo>
                  <a:lnTo>
                    <a:pt x="103579" y="77983"/>
                  </a:lnTo>
                  <a:lnTo>
                    <a:pt x="102057" y="82856"/>
                  </a:lnTo>
                  <a:lnTo>
                    <a:pt x="101024" y="87730"/>
                  </a:lnTo>
                  <a:lnTo>
                    <a:pt x="100375" y="92604"/>
                  </a:lnTo>
                  <a:lnTo>
                    <a:pt x="100017" y="97478"/>
                  </a:lnTo>
                  <a:lnTo>
                    <a:pt x="99876" y="102352"/>
                  </a:lnTo>
                  <a:lnTo>
                    <a:pt x="99889" y="107226"/>
                  </a:lnTo>
                  <a:lnTo>
                    <a:pt x="100007" y="112100"/>
                  </a:lnTo>
                  <a:lnTo>
                    <a:pt x="100188" y="116974"/>
                  </a:lnTo>
                  <a:lnTo>
                    <a:pt x="100399" y="121848"/>
                  </a:lnTo>
                  <a:lnTo>
                    <a:pt x="100610" y="126722"/>
                  </a:lnTo>
                  <a:lnTo>
                    <a:pt x="100800" y="131596"/>
                  </a:lnTo>
                  <a:lnTo>
                    <a:pt x="100950" y="136469"/>
                  </a:lnTo>
                  <a:lnTo>
                    <a:pt x="101044" y="141343"/>
                  </a:lnTo>
                  <a:lnTo>
                    <a:pt x="101076" y="146217"/>
                  </a:lnTo>
                  <a:lnTo>
                    <a:pt x="101040" y="151091"/>
                  </a:lnTo>
                  <a:lnTo>
                    <a:pt x="100938" y="155965"/>
                  </a:lnTo>
                  <a:lnTo>
                    <a:pt x="100778" y="160839"/>
                  </a:lnTo>
                  <a:lnTo>
                    <a:pt x="100569" y="165713"/>
                  </a:lnTo>
                  <a:lnTo>
                    <a:pt x="100324" y="170587"/>
                  </a:lnTo>
                  <a:lnTo>
                    <a:pt x="100058" y="175461"/>
                  </a:lnTo>
                  <a:lnTo>
                    <a:pt x="99783" y="180335"/>
                  </a:lnTo>
                  <a:lnTo>
                    <a:pt x="99514" y="185209"/>
                  </a:lnTo>
                  <a:lnTo>
                    <a:pt x="99261" y="190082"/>
                  </a:lnTo>
                  <a:lnTo>
                    <a:pt x="99033" y="194956"/>
                  </a:lnTo>
                  <a:lnTo>
                    <a:pt x="98835" y="199830"/>
                  </a:lnTo>
                  <a:lnTo>
                    <a:pt x="98670" y="204704"/>
                  </a:lnTo>
                  <a:lnTo>
                    <a:pt x="98540" y="209578"/>
                  </a:lnTo>
                  <a:lnTo>
                    <a:pt x="98442" y="214452"/>
                  </a:lnTo>
                  <a:lnTo>
                    <a:pt x="98377" y="219326"/>
                  </a:lnTo>
                  <a:lnTo>
                    <a:pt x="98342" y="224200"/>
                  </a:lnTo>
                  <a:lnTo>
                    <a:pt x="98335" y="229074"/>
                  </a:lnTo>
                  <a:lnTo>
                    <a:pt x="98353" y="233948"/>
                  </a:lnTo>
                  <a:lnTo>
                    <a:pt x="98395" y="238822"/>
                  </a:lnTo>
                  <a:lnTo>
                    <a:pt x="98460" y="243695"/>
                  </a:lnTo>
                  <a:lnTo>
                    <a:pt x="98544" y="248569"/>
                  </a:lnTo>
                  <a:lnTo>
                    <a:pt x="98647" y="253443"/>
                  </a:lnTo>
                  <a:lnTo>
                    <a:pt x="98766" y="258317"/>
                  </a:lnTo>
                  <a:lnTo>
                    <a:pt x="98897" y="263191"/>
                  </a:lnTo>
                  <a:lnTo>
                    <a:pt x="99036" y="268065"/>
                  </a:lnTo>
                  <a:lnTo>
                    <a:pt x="99181" y="272939"/>
                  </a:lnTo>
                  <a:lnTo>
                    <a:pt x="99325" y="277813"/>
                  </a:lnTo>
                  <a:lnTo>
                    <a:pt x="99464" y="282687"/>
                  </a:lnTo>
                  <a:lnTo>
                    <a:pt x="99595" y="287561"/>
                  </a:lnTo>
                  <a:lnTo>
                    <a:pt x="99712" y="292435"/>
                  </a:lnTo>
                  <a:lnTo>
                    <a:pt x="99815" y="297308"/>
                  </a:lnTo>
                  <a:lnTo>
                    <a:pt x="99903" y="302182"/>
                  </a:lnTo>
                  <a:lnTo>
                    <a:pt x="99976" y="307056"/>
                  </a:lnTo>
                  <a:lnTo>
                    <a:pt x="100038" y="311930"/>
                  </a:lnTo>
                  <a:lnTo>
                    <a:pt x="100095" y="316804"/>
                  </a:lnTo>
                  <a:lnTo>
                    <a:pt x="100152" y="321678"/>
                  </a:lnTo>
                  <a:lnTo>
                    <a:pt x="100220" y="326552"/>
                  </a:lnTo>
                  <a:lnTo>
                    <a:pt x="100305" y="331426"/>
                  </a:lnTo>
                  <a:lnTo>
                    <a:pt x="100416" y="336300"/>
                  </a:lnTo>
                  <a:lnTo>
                    <a:pt x="100559" y="341174"/>
                  </a:lnTo>
                  <a:lnTo>
                    <a:pt x="100738" y="346048"/>
                  </a:lnTo>
                  <a:lnTo>
                    <a:pt x="100953" y="350921"/>
                  </a:lnTo>
                  <a:lnTo>
                    <a:pt x="101199" y="355795"/>
                  </a:lnTo>
                  <a:lnTo>
                    <a:pt x="101470" y="360669"/>
                  </a:lnTo>
                  <a:lnTo>
                    <a:pt x="101753" y="365543"/>
                  </a:lnTo>
                  <a:lnTo>
                    <a:pt x="102035" y="370417"/>
                  </a:lnTo>
                  <a:lnTo>
                    <a:pt x="102300" y="375291"/>
                  </a:lnTo>
                  <a:lnTo>
                    <a:pt x="102534" y="380165"/>
                  </a:lnTo>
                  <a:lnTo>
                    <a:pt x="102723" y="385039"/>
                  </a:lnTo>
                  <a:lnTo>
                    <a:pt x="102858" y="389913"/>
                  </a:lnTo>
                  <a:lnTo>
                    <a:pt x="102934" y="394787"/>
                  </a:lnTo>
                  <a:lnTo>
                    <a:pt x="102949" y="399661"/>
                  </a:lnTo>
                  <a:lnTo>
                    <a:pt x="102906" y="404534"/>
                  </a:lnTo>
                  <a:lnTo>
                    <a:pt x="102812" y="409408"/>
                  </a:lnTo>
                  <a:lnTo>
                    <a:pt x="102675" y="414282"/>
                  </a:lnTo>
                  <a:lnTo>
                    <a:pt x="102505" y="419156"/>
                  </a:lnTo>
                  <a:lnTo>
                    <a:pt x="102311" y="424030"/>
                  </a:lnTo>
                  <a:lnTo>
                    <a:pt x="102103" y="428904"/>
                  </a:lnTo>
                  <a:lnTo>
                    <a:pt x="101888" y="433778"/>
                  </a:lnTo>
                  <a:lnTo>
                    <a:pt x="101672" y="438652"/>
                  </a:lnTo>
                  <a:lnTo>
                    <a:pt x="101461" y="443526"/>
                  </a:lnTo>
                  <a:lnTo>
                    <a:pt x="101257" y="448400"/>
                  </a:lnTo>
                  <a:lnTo>
                    <a:pt x="101064" y="453274"/>
                  </a:lnTo>
                  <a:lnTo>
                    <a:pt x="100886" y="458147"/>
                  </a:lnTo>
                  <a:lnTo>
                    <a:pt x="100725" y="463021"/>
                  </a:lnTo>
                  <a:lnTo>
                    <a:pt x="100585" y="467895"/>
                  </a:lnTo>
                  <a:lnTo>
                    <a:pt x="100471" y="472769"/>
                  </a:lnTo>
                  <a:lnTo>
                    <a:pt x="100391" y="477643"/>
                  </a:lnTo>
                  <a:lnTo>
                    <a:pt x="100353" y="482517"/>
                  </a:lnTo>
                  <a:lnTo>
                    <a:pt x="100369" y="487391"/>
                  </a:lnTo>
                  <a:lnTo>
                    <a:pt x="100455" y="492265"/>
                  </a:lnTo>
                  <a:lnTo>
                    <a:pt x="100633" y="497139"/>
                  </a:lnTo>
                  <a:lnTo>
                    <a:pt x="100928" y="502013"/>
                  </a:lnTo>
                  <a:lnTo>
                    <a:pt x="101371" y="506887"/>
                  </a:lnTo>
                  <a:lnTo>
                    <a:pt x="101996" y="511760"/>
                  </a:lnTo>
                  <a:lnTo>
                    <a:pt x="102839" y="516634"/>
                  </a:lnTo>
                  <a:lnTo>
                    <a:pt x="103934" y="521508"/>
                  </a:lnTo>
                  <a:lnTo>
                    <a:pt x="105308" y="526382"/>
                  </a:lnTo>
                  <a:lnTo>
                    <a:pt x="106979" y="531256"/>
                  </a:lnTo>
                  <a:lnTo>
                    <a:pt x="108945" y="536130"/>
                  </a:lnTo>
                  <a:lnTo>
                    <a:pt x="111186" y="541004"/>
                  </a:lnTo>
                  <a:lnTo>
                    <a:pt x="113651" y="545878"/>
                  </a:lnTo>
                  <a:lnTo>
                    <a:pt x="116264" y="550752"/>
                  </a:lnTo>
                  <a:lnTo>
                    <a:pt x="118924" y="555626"/>
                  </a:lnTo>
                  <a:lnTo>
                    <a:pt x="121507" y="560500"/>
                  </a:lnTo>
                  <a:lnTo>
                    <a:pt x="123877" y="565373"/>
                  </a:lnTo>
                  <a:lnTo>
                    <a:pt x="125898" y="570247"/>
                  </a:lnTo>
                  <a:lnTo>
                    <a:pt x="127444" y="575121"/>
                  </a:lnTo>
                  <a:lnTo>
                    <a:pt x="128416" y="579995"/>
                  </a:lnTo>
                  <a:lnTo>
                    <a:pt x="128747" y="584869"/>
                  </a:lnTo>
                  <a:lnTo>
                    <a:pt x="128747" y="584869"/>
                  </a:lnTo>
                  <a:close/>
                </a:path>
              </a:pathLst>
            </a:custGeom>
            <a:solidFill>
              <a:srgbClr val="00878B">
                <a:alpha val="12000"/>
              </a:srgbClr>
            </a:solidFill>
            <a:ln w="6985">
              <a:solidFill>
                <a:srgbClr val="00878B">
                  <a:alpha val="12000"/>
                </a:srgbClr>
              </a:solidFill>
              <a:prstDash val="solid"/>
            </a:ln>
          </p:spPr>
        </p:sp>
        <p:sp>
          <p:nvSpPr>
            <p:cNvPr id="3768" name="03_assume_matched_3767">
              <a:extLst>
                <a:ext uri="{FF2B5EF4-FFF2-40B4-BE49-F238E27FC236}">
                  <a16:creationId xmlns:a16="http://schemas.microsoft.com/office/drawing/2014/main" id="{AC6A0EB6-F370-41AB-A794-50C9884D6BCD}"/>
                </a:ext>
              </a:extLst>
            </p:cNvPr>
            <p:cNvSpPr>
              <a:spLocks/>
            </p:cNvSpPr>
            <p:nvPr/>
          </p:nvSpPr>
          <p:spPr>
            <a:xfrm>
              <a:off x="5274723" y="7182407"/>
              <a:ext cx="196140" cy="584869"/>
            </a:xfrm>
            <a:custGeom>
              <a:avLst/>
              <a:gdLst/>
              <a:ahLst/>
              <a:cxnLst/>
              <a:rect l="0" t="0" r="0" b="0"/>
              <a:pathLst>
                <a:path w="196140" h="584869">
                  <a:moveTo>
                    <a:pt x="127544" y="584869"/>
                  </a:moveTo>
                  <a:lnTo>
                    <a:pt x="68596" y="584869"/>
                  </a:lnTo>
                  <a:lnTo>
                    <a:pt x="68915" y="579995"/>
                  </a:lnTo>
                  <a:lnTo>
                    <a:pt x="69848" y="575121"/>
                  </a:lnTo>
                  <a:lnTo>
                    <a:pt x="71333" y="570247"/>
                  </a:lnTo>
                  <a:lnTo>
                    <a:pt x="73275" y="565373"/>
                  </a:lnTo>
                  <a:lnTo>
                    <a:pt x="75552" y="560500"/>
                  </a:lnTo>
                  <a:lnTo>
                    <a:pt x="78034" y="555626"/>
                  </a:lnTo>
                  <a:lnTo>
                    <a:pt x="80590" y="550752"/>
                  </a:lnTo>
                  <a:lnTo>
                    <a:pt x="83101" y="545878"/>
                  </a:lnTo>
                  <a:lnTo>
                    <a:pt x="85469" y="541004"/>
                  </a:lnTo>
                  <a:lnTo>
                    <a:pt x="87621" y="536130"/>
                  </a:lnTo>
                  <a:lnTo>
                    <a:pt x="89511" y="531256"/>
                  </a:lnTo>
                  <a:lnTo>
                    <a:pt x="91116" y="526382"/>
                  </a:lnTo>
                  <a:lnTo>
                    <a:pt x="92437" y="521508"/>
                  </a:lnTo>
                  <a:lnTo>
                    <a:pt x="93488" y="516634"/>
                  </a:lnTo>
                  <a:lnTo>
                    <a:pt x="94298" y="511760"/>
                  </a:lnTo>
                  <a:lnTo>
                    <a:pt x="94899" y="506887"/>
                  </a:lnTo>
                  <a:lnTo>
                    <a:pt x="95324" y="502013"/>
                  </a:lnTo>
                  <a:lnTo>
                    <a:pt x="95608" y="497139"/>
                  </a:lnTo>
                  <a:lnTo>
                    <a:pt x="95779" y="492265"/>
                  </a:lnTo>
                  <a:lnTo>
                    <a:pt x="95862" y="487391"/>
                  </a:lnTo>
                  <a:lnTo>
                    <a:pt x="95877" y="482517"/>
                  </a:lnTo>
                  <a:lnTo>
                    <a:pt x="95840" y="477643"/>
                  </a:lnTo>
                  <a:lnTo>
                    <a:pt x="95763" y="472769"/>
                  </a:lnTo>
                  <a:lnTo>
                    <a:pt x="95654" y="467895"/>
                  </a:lnTo>
                  <a:lnTo>
                    <a:pt x="95520" y="463021"/>
                  </a:lnTo>
                  <a:lnTo>
                    <a:pt x="95365" y="458147"/>
                  </a:lnTo>
                  <a:lnTo>
                    <a:pt x="95193" y="453274"/>
                  </a:lnTo>
                  <a:lnTo>
                    <a:pt x="95008" y="448400"/>
                  </a:lnTo>
                  <a:lnTo>
                    <a:pt x="94813" y="443526"/>
                  </a:lnTo>
                  <a:lnTo>
                    <a:pt x="94609" y="438652"/>
                  </a:lnTo>
                  <a:lnTo>
                    <a:pt x="94402" y="433778"/>
                  </a:lnTo>
                  <a:lnTo>
                    <a:pt x="94195" y="428904"/>
                  </a:lnTo>
                  <a:lnTo>
                    <a:pt x="93996" y="424030"/>
                  </a:lnTo>
                  <a:lnTo>
                    <a:pt x="93810" y="419156"/>
                  </a:lnTo>
                  <a:lnTo>
                    <a:pt x="93647" y="414282"/>
                  </a:lnTo>
                  <a:lnTo>
                    <a:pt x="93516" y="409408"/>
                  </a:lnTo>
                  <a:lnTo>
                    <a:pt x="93426" y="404534"/>
                  </a:lnTo>
                  <a:lnTo>
                    <a:pt x="93386" y="399661"/>
                  </a:lnTo>
                  <a:lnTo>
                    <a:pt x="93403" y="394787"/>
                  </a:lnTo>
                  <a:lnTo>
                    <a:pt x="93479" y="389913"/>
                  </a:lnTo>
                  <a:lnTo>
                    <a:pt x="93615" y="385039"/>
                  </a:lnTo>
                  <a:lnTo>
                    <a:pt x="93805" y="380165"/>
                  </a:lnTo>
                  <a:lnTo>
                    <a:pt x="94041" y="375291"/>
                  </a:lnTo>
                  <a:lnTo>
                    <a:pt x="94312" y="370417"/>
                  </a:lnTo>
                  <a:lnTo>
                    <a:pt x="94604" y="365543"/>
                  </a:lnTo>
                  <a:lnTo>
                    <a:pt x="94905" y="360669"/>
                  </a:lnTo>
                  <a:lnTo>
                    <a:pt x="95202" y="355795"/>
                  </a:lnTo>
                  <a:lnTo>
                    <a:pt x="95485" y="350921"/>
                  </a:lnTo>
                  <a:lnTo>
                    <a:pt x="95747" y="346048"/>
                  </a:lnTo>
                  <a:lnTo>
                    <a:pt x="95984" y="341174"/>
                  </a:lnTo>
                  <a:lnTo>
                    <a:pt x="96196" y="336300"/>
                  </a:lnTo>
                  <a:lnTo>
                    <a:pt x="96384" y="331426"/>
                  </a:lnTo>
                  <a:lnTo>
                    <a:pt x="96553" y="326552"/>
                  </a:lnTo>
                  <a:lnTo>
                    <a:pt x="96706" y="321678"/>
                  </a:lnTo>
                  <a:lnTo>
                    <a:pt x="96847" y="316804"/>
                  </a:lnTo>
                  <a:lnTo>
                    <a:pt x="96980" y="311930"/>
                  </a:lnTo>
                  <a:lnTo>
                    <a:pt x="97106" y="307056"/>
                  </a:lnTo>
                  <a:lnTo>
                    <a:pt x="97228" y="302182"/>
                  </a:lnTo>
                  <a:lnTo>
                    <a:pt x="97344" y="297308"/>
                  </a:lnTo>
                  <a:lnTo>
                    <a:pt x="97454" y="292435"/>
                  </a:lnTo>
                  <a:lnTo>
                    <a:pt x="97556" y="287561"/>
                  </a:lnTo>
                  <a:lnTo>
                    <a:pt x="97649" y="282687"/>
                  </a:lnTo>
                  <a:lnTo>
                    <a:pt x="97732" y="277813"/>
                  </a:lnTo>
                  <a:lnTo>
                    <a:pt x="97804" y="272939"/>
                  </a:lnTo>
                  <a:lnTo>
                    <a:pt x="97864" y="268065"/>
                  </a:lnTo>
                  <a:lnTo>
                    <a:pt x="97914" y="263191"/>
                  </a:lnTo>
                  <a:lnTo>
                    <a:pt x="97952" y="258317"/>
                  </a:lnTo>
                  <a:lnTo>
                    <a:pt x="97981" y="253443"/>
                  </a:lnTo>
                  <a:lnTo>
                    <a:pt x="98000" y="248569"/>
                  </a:lnTo>
                  <a:lnTo>
                    <a:pt x="98011" y="243695"/>
                  </a:lnTo>
                  <a:lnTo>
                    <a:pt x="98013" y="238822"/>
                  </a:lnTo>
                  <a:lnTo>
                    <a:pt x="98006" y="233948"/>
                  </a:lnTo>
                  <a:lnTo>
                    <a:pt x="97989" y="229074"/>
                  </a:lnTo>
                  <a:lnTo>
                    <a:pt x="97961" y="224200"/>
                  </a:lnTo>
                  <a:lnTo>
                    <a:pt x="97920" y="219326"/>
                  </a:lnTo>
                  <a:lnTo>
                    <a:pt x="97865" y="214452"/>
                  </a:lnTo>
                  <a:lnTo>
                    <a:pt x="97792" y="209578"/>
                  </a:lnTo>
                  <a:lnTo>
                    <a:pt x="97701" y="204704"/>
                  </a:lnTo>
                  <a:lnTo>
                    <a:pt x="97590" y="199830"/>
                  </a:lnTo>
                  <a:lnTo>
                    <a:pt x="97460" y="194956"/>
                  </a:lnTo>
                  <a:lnTo>
                    <a:pt x="97311" y="190082"/>
                  </a:lnTo>
                  <a:lnTo>
                    <a:pt x="97148" y="185209"/>
                  </a:lnTo>
                  <a:lnTo>
                    <a:pt x="96974" y="180335"/>
                  </a:lnTo>
                  <a:lnTo>
                    <a:pt x="96798" y="175461"/>
                  </a:lnTo>
                  <a:lnTo>
                    <a:pt x="96627" y="170587"/>
                  </a:lnTo>
                  <a:lnTo>
                    <a:pt x="96470" y="165713"/>
                  </a:lnTo>
                  <a:lnTo>
                    <a:pt x="96336" y="160839"/>
                  </a:lnTo>
                  <a:lnTo>
                    <a:pt x="96233" y="155965"/>
                  </a:lnTo>
                  <a:lnTo>
                    <a:pt x="96168" y="151091"/>
                  </a:lnTo>
                  <a:lnTo>
                    <a:pt x="96144" y="146217"/>
                  </a:lnTo>
                  <a:lnTo>
                    <a:pt x="96163" y="141343"/>
                  </a:lnTo>
                  <a:lnTo>
                    <a:pt x="96221" y="136469"/>
                  </a:lnTo>
                  <a:lnTo>
                    <a:pt x="96313" y="131596"/>
                  </a:lnTo>
                  <a:lnTo>
                    <a:pt x="96428" y="126722"/>
                  </a:lnTo>
                  <a:lnTo>
                    <a:pt x="96552" y="121848"/>
                  </a:lnTo>
                  <a:lnTo>
                    <a:pt x="96666" y="116974"/>
                  </a:lnTo>
                  <a:lnTo>
                    <a:pt x="96748" y="112100"/>
                  </a:lnTo>
                  <a:lnTo>
                    <a:pt x="96769" y="107226"/>
                  </a:lnTo>
                  <a:lnTo>
                    <a:pt x="96690" y="102352"/>
                  </a:lnTo>
                  <a:lnTo>
                    <a:pt x="96466" y="97478"/>
                  </a:lnTo>
                  <a:lnTo>
                    <a:pt x="96035" y="92604"/>
                  </a:lnTo>
                  <a:lnTo>
                    <a:pt x="95323" y="87730"/>
                  </a:lnTo>
                  <a:lnTo>
                    <a:pt x="94239" y="82856"/>
                  </a:lnTo>
                  <a:lnTo>
                    <a:pt x="92675" y="77983"/>
                  </a:lnTo>
                  <a:lnTo>
                    <a:pt x="90513" y="73109"/>
                  </a:lnTo>
                  <a:lnTo>
                    <a:pt x="87629" y="68235"/>
                  </a:lnTo>
                  <a:lnTo>
                    <a:pt x="83905" y="63361"/>
                  </a:lnTo>
                  <a:lnTo>
                    <a:pt x="79244" y="58487"/>
                  </a:lnTo>
                  <a:lnTo>
                    <a:pt x="73586" y="53613"/>
                  </a:lnTo>
                  <a:lnTo>
                    <a:pt x="66931" y="48739"/>
                  </a:lnTo>
                  <a:lnTo>
                    <a:pt x="59355" y="43865"/>
                  </a:lnTo>
                  <a:lnTo>
                    <a:pt x="51020" y="38991"/>
                  </a:lnTo>
                  <a:lnTo>
                    <a:pt x="42184" y="34117"/>
                  </a:lnTo>
                  <a:lnTo>
                    <a:pt x="33193" y="29243"/>
                  </a:lnTo>
                  <a:lnTo>
                    <a:pt x="24463" y="24370"/>
                  </a:lnTo>
                  <a:lnTo>
                    <a:pt x="16453" y="19496"/>
                  </a:lnTo>
                  <a:lnTo>
                    <a:pt x="9625" y="14622"/>
                  </a:lnTo>
                  <a:lnTo>
                    <a:pt x="4401" y="9748"/>
                  </a:lnTo>
                  <a:lnTo>
                    <a:pt x="1119" y="4874"/>
                  </a:lnTo>
                  <a:lnTo>
                    <a:pt x="0" y="0"/>
                  </a:lnTo>
                  <a:lnTo>
                    <a:pt x="196140" y="0"/>
                  </a:lnTo>
                  <a:lnTo>
                    <a:pt x="196140" y="0"/>
                  </a:lnTo>
                  <a:lnTo>
                    <a:pt x="195021" y="4874"/>
                  </a:lnTo>
                  <a:lnTo>
                    <a:pt x="191740" y="9748"/>
                  </a:lnTo>
                  <a:lnTo>
                    <a:pt x="186515" y="14622"/>
                  </a:lnTo>
                  <a:lnTo>
                    <a:pt x="179687" y="19496"/>
                  </a:lnTo>
                  <a:lnTo>
                    <a:pt x="171677" y="24370"/>
                  </a:lnTo>
                  <a:lnTo>
                    <a:pt x="162948" y="29243"/>
                  </a:lnTo>
                  <a:lnTo>
                    <a:pt x="153956" y="34117"/>
                  </a:lnTo>
                  <a:lnTo>
                    <a:pt x="145121" y="38991"/>
                  </a:lnTo>
                  <a:lnTo>
                    <a:pt x="136786" y="43865"/>
                  </a:lnTo>
                  <a:lnTo>
                    <a:pt x="129209" y="48739"/>
                  </a:lnTo>
                  <a:lnTo>
                    <a:pt x="122555" y="53613"/>
                  </a:lnTo>
                  <a:lnTo>
                    <a:pt x="116897" y="58487"/>
                  </a:lnTo>
                  <a:lnTo>
                    <a:pt x="112235" y="63361"/>
                  </a:lnTo>
                  <a:lnTo>
                    <a:pt x="108511" y="68235"/>
                  </a:lnTo>
                  <a:lnTo>
                    <a:pt x="105627" y="73109"/>
                  </a:lnTo>
                  <a:lnTo>
                    <a:pt x="103465" y="77983"/>
                  </a:lnTo>
                  <a:lnTo>
                    <a:pt x="101902" y="82856"/>
                  </a:lnTo>
                  <a:lnTo>
                    <a:pt x="100817" y="87730"/>
                  </a:lnTo>
                  <a:lnTo>
                    <a:pt x="100105" y="92604"/>
                  </a:lnTo>
                  <a:lnTo>
                    <a:pt x="99675" y="97478"/>
                  </a:lnTo>
                  <a:lnTo>
                    <a:pt x="99450" y="102352"/>
                  </a:lnTo>
                  <a:lnTo>
                    <a:pt x="99372" y="107226"/>
                  </a:lnTo>
                  <a:lnTo>
                    <a:pt x="99392" y="112100"/>
                  </a:lnTo>
                  <a:lnTo>
                    <a:pt x="99474" y="116974"/>
                  </a:lnTo>
                  <a:lnTo>
                    <a:pt x="99589" y="121848"/>
                  </a:lnTo>
                  <a:lnTo>
                    <a:pt x="99712" y="126722"/>
                  </a:lnTo>
                  <a:lnTo>
                    <a:pt x="99827" y="131596"/>
                  </a:lnTo>
                  <a:lnTo>
                    <a:pt x="99919" y="136469"/>
                  </a:lnTo>
                  <a:lnTo>
                    <a:pt x="99977" y="141343"/>
                  </a:lnTo>
                  <a:lnTo>
                    <a:pt x="99996" y="146217"/>
                  </a:lnTo>
                  <a:lnTo>
                    <a:pt x="99973" y="151091"/>
                  </a:lnTo>
                  <a:lnTo>
                    <a:pt x="99908" y="155965"/>
                  </a:lnTo>
                  <a:lnTo>
                    <a:pt x="99805" y="160839"/>
                  </a:lnTo>
                  <a:lnTo>
                    <a:pt x="99671" y="165713"/>
                  </a:lnTo>
                  <a:lnTo>
                    <a:pt x="99514" y="170587"/>
                  </a:lnTo>
                  <a:lnTo>
                    <a:pt x="99342" y="175461"/>
                  </a:lnTo>
                  <a:lnTo>
                    <a:pt x="99166" y="180335"/>
                  </a:lnTo>
                  <a:lnTo>
                    <a:pt x="98993" y="185209"/>
                  </a:lnTo>
                  <a:lnTo>
                    <a:pt x="98829" y="190082"/>
                  </a:lnTo>
                  <a:lnTo>
                    <a:pt x="98681" y="194956"/>
                  </a:lnTo>
                  <a:lnTo>
                    <a:pt x="98550" y="199830"/>
                  </a:lnTo>
                  <a:lnTo>
                    <a:pt x="98439" y="204704"/>
                  </a:lnTo>
                  <a:lnTo>
                    <a:pt x="98348" y="209578"/>
                  </a:lnTo>
                  <a:lnTo>
                    <a:pt x="98276" y="214452"/>
                  </a:lnTo>
                  <a:lnTo>
                    <a:pt x="98220" y="219326"/>
                  </a:lnTo>
                  <a:lnTo>
                    <a:pt x="98179" y="224200"/>
                  </a:lnTo>
                  <a:lnTo>
                    <a:pt x="98151" y="229074"/>
                  </a:lnTo>
                  <a:lnTo>
                    <a:pt x="98134" y="233948"/>
                  </a:lnTo>
                  <a:lnTo>
                    <a:pt x="98127" y="238822"/>
                  </a:lnTo>
                  <a:lnTo>
                    <a:pt x="98129" y="243695"/>
                  </a:lnTo>
                  <a:lnTo>
                    <a:pt x="98140" y="248569"/>
                  </a:lnTo>
                  <a:lnTo>
                    <a:pt x="98159" y="253443"/>
                  </a:lnTo>
                  <a:lnTo>
                    <a:pt x="98188" y="258317"/>
                  </a:lnTo>
                  <a:lnTo>
                    <a:pt x="98227" y="263191"/>
                  </a:lnTo>
                  <a:lnTo>
                    <a:pt x="98276" y="268065"/>
                  </a:lnTo>
                  <a:lnTo>
                    <a:pt x="98337" y="272939"/>
                  </a:lnTo>
                  <a:lnTo>
                    <a:pt x="98408" y="277813"/>
                  </a:lnTo>
                  <a:lnTo>
                    <a:pt x="98491" y="282687"/>
                  </a:lnTo>
                  <a:lnTo>
                    <a:pt x="98584" y="287561"/>
                  </a:lnTo>
                  <a:lnTo>
                    <a:pt x="98687" y="292435"/>
                  </a:lnTo>
                  <a:lnTo>
                    <a:pt x="98796" y="297308"/>
                  </a:lnTo>
                  <a:lnTo>
                    <a:pt x="98913" y="302182"/>
                  </a:lnTo>
                  <a:lnTo>
                    <a:pt x="99034" y="307056"/>
                  </a:lnTo>
                  <a:lnTo>
                    <a:pt x="99161" y="311930"/>
                  </a:lnTo>
                  <a:lnTo>
                    <a:pt x="99294" y="316804"/>
                  </a:lnTo>
                  <a:lnTo>
                    <a:pt x="99435" y="321678"/>
                  </a:lnTo>
                  <a:lnTo>
                    <a:pt x="99588" y="326552"/>
                  </a:lnTo>
                  <a:lnTo>
                    <a:pt x="99756" y="331426"/>
                  </a:lnTo>
                  <a:lnTo>
                    <a:pt x="99945" y="336300"/>
                  </a:lnTo>
                  <a:lnTo>
                    <a:pt x="100156" y="341174"/>
                  </a:lnTo>
                  <a:lnTo>
                    <a:pt x="100394" y="346048"/>
                  </a:lnTo>
                  <a:lnTo>
                    <a:pt x="100655" y="350921"/>
                  </a:lnTo>
                  <a:lnTo>
                    <a:pt x="100938" y="355795"/>
                  </a:lnTo>
                  <a:lnTo>
                    <a:pt x="101235" y="360669"/>
                  </a:lnTo>
                  <a:lnTo>
                    <a:pt x="101536" y="365543"/>
                  </a:lnTo>
                  <a:lnTo>
                    <a:pt x="101829" y="370417"/>
                  </a:lnTo>
                  <a:lnTo>
                    <a:pt x="102099" y="375291"/>
                  </a:lnTo>
                  <a:lnTo>
                    <a:pt x="102336" y="380165"/>
                  </a:lnTo>
                  <a:lnTo>
                    <a:pt x="102526" y="385039"/>
                  </a:lnTo>
                  <a:lnTo>
                    <a:pt x="102661" y="389913"/>
                  </a:lnTo>
                  <a:lnTo>
                    <a:pt x="102737" y="394787"/>
                  </a:lnTo>
                  <a:lnTo>
                    <a:pt x="102754" y="399661"/>
                  </a:lnTo>
                  <a:lnTo>
                    <a:pt x="102714" y="404534"/>
                  </a:lnTo>
                  <a:lnTo>
                    <a:pt x="102625" y="409408"/>
                  </a:lnTo>
                  <a:lnTo>
                    <a:pt x="102494" y="414282"/>
                  </a:lnTo>
                  <a:lnTo>
                    <a:pt x="102330" y="419156"/>
                  </a:lnTo>
                  <a:lnTo>
                    <a:pt x="102145" y="424030"/>
                  </a:lnTo>
                  <a:lnTo>
                    <a:pt x="101945" y="428904"/>
                  </a:lnTo>
                  <a:lnTo>
                    <a:pt x="101738" y="433778"/>
                  </a:lnTo>
                  <a:lnTo>
                    <a:pt x="101531" y="438652"/>
                  </a:lnTo>
                  <a:lnTo>
                    <a:pt x="101328" y="443526"/>
                  </a:lnTo>
                  <a:lnTo>
                    <a:pt x="101132" y="448400"/>
                  </a:lnTo>
                  <a:lnTo>
                    <a:pt x="100947" y="453274"/>
                  </a:lnTo>
                  <a:lnTo>
                    <a:pt x="100775" y="458147"/>
                  </a:lnTo>
                  <a:lnTo>
                    <a:pt x="100621" y="463021"/>
                  </a:lnTo>
                  <a:lnTo>
                    <a:pt x="100486" y="467895"/>
                  </a:lnTo>
                  <a:lnTo>
                    <a:pt x="100377" y="472769"/>
                  </a:lnTo>
                  <a:lnTo>
                    <a:pt x="100300" y="477643"/>
                  </a:lnTo>
                  <a:lnTo>
                    <a:pt x="100263" y="482517"/>
                  </a:lnTo>
                  <a:lnTo>
                    <a:pt x="100278" y="487391"/>
                  </a:lnTo>
                  <a:lnTo>
                    <a:pt x="100362" y="492265"/>
                  </a:lnTo>
                  <a:lnTo>
                    <a:pt x="100533" y="497139"/>
                  </a:lnTo>
                  <a:lnTo>
                    <a:pt x="100816" y="502013"/>
                  </a:lnTo>
                  <a:lnTo>
                    <a:pt x="101242" y="506887"/>
                  </a:lnTo>
                  <a:lnTo>
                    <a:pt x="101842" y="511760"/>
                  </a:lnTo>
                  <a:lnTo>
                    <a:pt x="102652" y="516634"/>
                  </a:lnTo>
                  <a:lnTo>
                    <a:pt x="103704" y="521508"/>
                  </a:lnTo>
                  <a:lnTo>
                    <a:pt x="105024" y="526382"/>
                  </a:lnTo>
                  <a:lnTo>
                    <a:pt x="106629" y="531256"/>
                  </a:lnTo>
                  <a:lnTo>
                    <a:pt x="108519" y="536130"/>
                  </a:lnTo>
                  <a:lnTo>
                    <a:pt x="110671" y="541004"/>
                  </a:lnTo>
                  <a:lnTo>
                    <a:pt x="113040" y="545878"/>
                  </a:lnTo>
                  <a:lnTo>
                    <a:pt x="115551" y="550752"/>
                  </a:lnTo>
                  <a:lnTo>
                    <a:pt x="118106" y="555626"/>
                  </a:lnTo>
                  <a:lnTo>
                    <a:pt x="120588" y="560500"/>
                  </a:lnTo>
                  <a:lnTo>
                    <a:pt x="122865" y="565373"/>
                  </a:lnTo>
                  <a:lnTo>
                    <a:pt x="124807" y="570247"/>
                  </a:lnTo>
                  <a:lnTo>
                    <a:pt x="126293" y="575121"/>
                  </a:lnTo>
                  <a:lnTo>
                    <a:pt x="127226" y="579995"/>
                  </a:lnTo>
                  <a:lnTo>
                    <a:pt x="127544" y="584869"/>
                  </a:lnTo>
                  <a:lnTo>
                    <a:pt x="127544" y="584869"/>
                  </a:lnTo>
                  <a:close/>
                </a:path>
              </a:pathLst>
            </a:custGeom>
            <a:solidFill>
              <a:srgbClr val="00878B">
                <a:alpha val="12000"/>
              </a:srgbClr>
            </a:solidFill>
            <a:ln w="6985">
              <a:solidFill>
                <a:srgbClr val="00878B">
                  <a:alpha val="12000"/>
                </a:srgbClr>
              </a:solidFill>
              <a:prstDash val="solid"/>
            </a:ln>
          </p:spPr>
        </p:sp>
        <p:sp>
          <p:nvSpPr>
            <p:cNvPr id="3769" name="03_assume_matched_3768">
              <a:extLst>
                <a:ext uri="{FF2B5EF4-FFF2-40B4-BE49-F238E27FC236}">
                  <a16:creationId xmlns:a16="http://schemas.microsoft.com/office/drawing/2014/main" id="{E4724756-33CE-4C65-95D8-103BAE9D23FD}"/>
                </a:ext>
              </a:extLst>
            </p:cNvPr>
            <p:cNvSpPr>
              <a:spLocks/>
            </p:cNvSpPr>
            <p:nvPr/>
          </p:nvSpPr>
          <p:spPr>
            <a:xfrm>
              <a:off x="6029109" y="7182407"/>
              <a:ext cx="196140" cy="584869"/>
            </a:xfrm>
            <a:custGeom>
              <a:avLst/>
              <a:gdLst/>
              <a:ahLst/>
              <a:cxnLst/>
              <a:rect l="0" t="0" r="0" b="0"/>
              <a:pathLst>
                <a:path w="196140" h="584869">
                  <a:moveTo>
                    <a:pt x="127544" y="584869"/>
                  </a:moveTo>
                  <a:lnTo>
                    <a:pt x="68596" y="584869"/>
                  </a:lnTo>
                  <a:lnTo>
                    <a:pt x="68915" y="579995"/>
                  </a:lnTo>
                  <a:lnTo>
                    <a:pt x="69848" y="575121"/>
                  </a:lnTo>
                  <a:lnTo>
                    <a:pt x="71333" y="570247"/>
                  </a:lnTo>
                  <a:lnTo>
                    <a:pt x="73275" y="565373"/>
                  </a:lnTo>
                  <a:lnTo>
                    <a:pt x="75552" y="560500"/>
                  </a:lnTo>
                  <a:lnTo>
                    <a:pt x="78034" y="555626"/>
                  </a:lnTo>
                  <a:lnTo>
                    <a:pt x="80590" y="550752"/>
                  </a:lnTo>
                  <a:lnTo>
                    <a:pt x="83101" y="545878"/>
                  </a:lnTo>
                  <a:lnTo>
                    <a:pt x="85469" y="541004"/>
                  </a:lnTo>
                  <a:lnTo>
                    <a:pt x="87621" y="536130"/>
                  </a:lnTo>
                  <a:lnTo>
                    <a:pt x="89511" y="531256"/>
                  </a:lnTo>
                  <a:lnTo>
                    <a:pt x="91116" y="526382"/>
                  </a:lnTo>
                  <a:lnTo>
                    <a:pt x="92437" y="521508"/>
                  </a:lnTo>
                  <a:lnTo>
                    <a:pt x="93488" y="516634"/>
                  </a:lnTo>
                  <a:lnTo>
                    <a:pt x="94298" y="511760"/>
                  </a:lnTo>
                  <a:lnTo>
                    <a:pt x="94898" y="506887"/>
                  </a:lnTo>
                  <a:lnTo>
                    <a:pt x="95324" y="502013"/>
                  </a:lnTo>
                  <a:lnTo>
                    <a:pt x="95608" y="497139"/>
                  </a:lnTo>
                  <a:lnTo>
                    <a:pt x="95779" y="492265"/>
                  </a:lnTo>
                  <a:lnTo>
                    <a:pt x="95862" y="487391"/>
                  </a:lnTo>
                  <a:lnTo>
                    <a:pt x="95877" y="482517"/>
                  </a:lnTo>
                  <a:lnTo>
                    <a:pt x="95840" y="477643"/>
                  </a:lnTo>
                  <a:lnTo>
                    <a:pt x="95763" y="472769"/>
                  </a:lnTo>
                  <a:lnTo>
                    <a:pt x="95654" y="467895"/>
                  </a:lnTo>
                  <a:lnTo>
                    <a:pt x="95520" y="463021"/>
                  </a:lnTo>
                  <a:lnTo>
                    <a:pt x="95365" y="458147"/>
                  </a:lnTo>
                  <a:lnTo>
                    <a:pt x="95193" y="453274"/>
                  </a:lnTo>
                  <a:lnTo>
                    <a:pt x="95008" y="448400"/>
                  </a:lnTo>
                  <a:lnTo>
                    <a:pt x="94813" y="443526"/>
                  </a:lnTo>
                  <a:lnTo>
                    <a:pt x="94609" y="438652"/>
                  </a:lnTo>
                  <a:lnTo>
                    <a:pt x="94402" y="433778"/>
                  </a:lnTo>
                  <a:lnTo>
                    <a:pt x="94195" y="428904"/>
                  </a:lnTo>
                  <a:lnTo>
                    <a:pt x="93996" y="424030"/>
                  </a:lnTo>
                  <a:lnTo>
                    <a:pt x="93810" y="419156"/>
                  </a:lnTo>
                  <a:lnTo>
                    <a:pt x="93647" y="414282"/>
                  </a:lnTo>
                  <a:lnTo>
                    <a:pt x="93516" y="409408"/>
                  </a:lnTo>
                  <a:lnTo>
                    <a:pt x="93426" y="404534"/>
                  </a:lnTo>
                  <a:lnTo>
                    <a:pt x="93386" y="399661"/>
                  </a:lnTo>
                  <a:lnTo>
                    <a:pt x="93403" y="394787"/>
                  </a:lnTo>
                  <a:lnTo>
                    <a:pt x="93479" y="389913"/>
                  </a:lnTo>
                  <a:lnTo>
                    <a:pt x="93615" y="385039"/>
                  </a:lnTo>
                  <a:lnTo>
                    <a:pt x="93805" y="380165"/>
                  </a:lnTo>
                  <a:lnTo>
                    <a:pt x="94041" y="375291"/>
                  </a:lnTo>
                  <a:lnTo>
                    <a:pt x="94312" y="370417"/>
                  </a:lnTo>
                  <a:lnTo>
                    <a:pt x="94604" y="365543"/>
                  </a:lnTo>
                  <a:lnTo>
                    <a:pt x="94905" y="360669"/>
                  </a:lnTo>
                  <a:lnTo>
                    <a:pt x="95202" y="355795"/>
                  </a:lnTo>
                  <a:lnTo>
                    <a:pt x="95485" y="350921"/>
                  </a:lnTo>
                  <a:lnTo>
                    <a:pt x="95747" y="346048"/>
                  </a:lnTo>
                  <a:lnTo>
                    <a:pt x="95984" y="341174"/>
                  </a:lnTo>
                  <a:lnTo>
                    <a:pt x="96196" y="336300"/>
                  </a:lnTo>
                  <a:lnTo>
                    <a:pt x="96384" y="331426"/>
                  </a:lnTo>
                  <a:lnTo>
                    <a:pt x="96553" y="326552"/>
                  </a:lnTo>
                  <a:lnTo>
                    <a:pt x="96706" y="321678"/>
                  </a:lnTo>
                  <a:lnTo>
                    <a:pt x="96847" y="316804"/>
                  </a:lnTo>
                  <a:lnTo>
                    <a:pt x="96980" y="311930"/>
                  </a:lnTo>
                  <a:lnTo>
                    <a:pt x="97106" y="307056"/>
                  </a:lnTo>
                  <a:lnTo>
                    <a:pt x="97228" y="302182"/>
                  </a:lnTo>
                  <a:lnTo>
                    <a:pt x="97344" y="297308"/>
                  </a:lnTo>
                  <a:lnTo>
                    <a:pt x="97454" y="292435"/>
                  </a:lnTo>
                  <a:lnTo>
                    <a:pt x="97556" y="287561"/>
                  </a:lnTo>
                  <a:lnTo>
                    <a:pt x="97649" y="282687"/>
                  </a:lnTo>
                  <a:lnTo>
                    <a:pt x="97732" y="277813"/>
                  </a:lnTo>
                  <a:lnTo>
                    <a:pt x="97804" y="272939"/>
                  </a:lnTo>
                  <a:lnTo>
                    <a:pt x="97864" y="268065"/>
                  </a:lnTo>
                  <a:lnTo>
                    <a:pt x="97914" y="263191"/>
                  </a:lnTo>
                  <a:lnTo>
                    <a:pt x="97952" y="258317"/>
                  </a:lnTo>
                  <a:lnTo>
                    <a:pt x="97981" y="253443"/>
                  </a:lnTo>
                  <a:lnTo>
                    <a:pt x="98000" y="248569"/>
                  </a:lnTo>
                  <a:lnTo>
                    <a:pt x="98011" y="243695"/>
                  </a:lnTo>
                  <a:lnTo>
                    <a:pt x="98013" y="238822"/>
                  </a:lnTo>
                  <a:lnTo>
                    <a:pt x="98006" y="233948"/>
                  </a:lnTo>
                  <a:lnTo>
                    <a:pt x="97989" y="229074"/>
                  </a:lnTo>
                  <a:lnTo>
                    <a:pt x="97961" y="224200"/>
                  </a:lnTo>
                  <a:lnTo>
                    <a:pt x="97920" y="219326"/>
                  </a:lnTo>
                  <a:lnTo>
                    <a:pt x="97865" y="214452"/>
                  </a:lnTo>
                  <a:lnTo>
                    <a:pt x="97792" y="209578"/>
                  </a:lnTo>
                  <a:lnTo>
                    <a:pt x="97701" y="204704"/>
                  </a:lnTo>
                  <a:lnTo>
                    <a:pt x="97590" y="199830"/>
                  </a:lnTo>
                  <a:lnTo>
                    <a:pt x="97460" y="194956"/>
                  </a:lnTo>
                  <a:lnTo>
                    <a:pt x="97311" y="190082"/>
                  </a:lnTo>
                  <a:lnTo>
                    <a:pt x="97148" y="185209"/>
                  </a:lnTo>
                  <a:lnTo>
                    <a:pt x="96974" y="180335"/>
                  </a:lnTo>
                  <a:lnTo>
                    <a:pt x="96798" y="175461"/>
                  </a:lnTo>
                  <a:lnTo>
                    <a:pt x="96627" y="170587"/>
                  </a:lnTo>
                  <a:lnTo>
                    <a:pt x="96470" y="165713"/>
                  </a:lnTo>
                  <a:lnTo>
                    <a:pt x="96336" y="160839"/>
                  </a:lnTo>
                  <a:lnTo>
                    <a:pt x="96233" y="155965"/>
                  </a:lnTo>
                  <a:lnTo>
                    <a:pt x="96168" y="151091"/>
                  </a:lnTo>
                  <a:lnTo>
                    <a:pt x="96144" y="146217"/>
                  </a:lnTo>
                  <a:lnTo>
                    <a:pt x="96163" y="141343"/>
                  </a:lnTo>
                  <a:lnTo>
                    <a:pt x="96221" y="136469"/>
                  </a:lnTo>
                  <a:lnTo>
                    <a:pt x="96313" y="131596"/>
                  </a:lnTo>
                  <a:lnTo>
                    <a:pt x="96428" y="126722"/>
                  </a:lnTo>
                  <a:lnTo>
                    <a:pt x="96552" y="121848"/>
                  </a:lnTo>
                  <a:lnTo>
                    <a:pt x="96666" y="116974"/>
                  </a:lnTo>
                  <a:lnTo>
                    <a:pt x="96748" y="112100"/>
                  </a:lnTo>
                  <a:lnTo>
                    <a:pt x="96769" y="107226"/>
                  </a:lnTo>
                  <a:lnTo>
                    <a:pt x="96690" y="102352"/>
                  </a:lnTo>
                  <a:lnTo>
                    <a:pt x="96466" y="97478"/>
                  </a:lnTo>
                  <a:lnTo>
                    <a:pt x="96035" y="92604"/>
                  </a:lnTo>
                  <a:lnTo>
                    <a:pt x="95323" y="87730"/>
                  </a:lnTo>
                  <a:lnTo>
                    <a:pt x="94239" y="82856"/>
                  </a:lnTo>
                  <a:lnTo>
                    <a:pt x="92675" y="77983"/>
                  </a:lnTo>
                  <a:lnTo>
                    <a:pt x="90513" y="73109"/>
                  </a:lnTo>
                  <a:lnTo>
                    <a:pt x="87629" y="68235"/>
                  </a:lnTo>
                  <a:lnTo>
                    <a:pt x="83905" y="63361"/>
                  </a:lnTo>
                  <a:lnTo>
                    <a:pt x="79244" y="58487"/>
                  </a:lnTo>
                  <a:lnTo>
                    <a:pt x="73586" y="53613"/>
                  </a:lnTo>
                  <a:lnTo>
                    <a:pt x="66931" y="48739"/>
                  </a:lnTo>
                  <a:lnTo>
                    <a:pt x="59355" y="43865"/>
                  </a:lnTo>
                  <a:lnTo>
                    <a:pt x="51020" y="38991"/>
                  </a:lnTo>
                  <a:lnTo>
                    <a:pt x="42184" y="34117"/>
                  </a:lnTo>
                  <a:lnTo>
                    <a:pt x="33193" y="29243"/>
                  </a:lnTo>
                  <a:lnTo>
                    <a:pt x="24463" y="24370"/>
                  </a:lnTo>
                  <a:lnTo>
                    <a:pt x="16453" y="19496"/>
                  </a:lnTo>
                  <a:lnTo>
                    <a:pt x="9625" y="14622"/>
                  </a:lnTo>
                  <a:lnTo>
                    <a:pt x="4401" y="9748"/>
                  </a:lnTo>
                  <a:lnTo>
                    <a:pt x="1119" y="4874"/>
                  </a:lnTo>
                  <a:lnTo>
                    <a:pt x="0" y="0"/>
                  </a:lnTo>
                  <a:lnTo>
                    <a:pt x="196140" y="0"/>
                  </a:lnTo>
                  <a:lnTo>
                    <a:pt x="196140" y="0"/>
                  </a:lnTo>
                  <a:lnTo>
                    <a:pt x="195021" y="4874"/>
                  </a:lnTo>
                  <a:lnTo>
                    <a:pt x="191740" y="9748"/>
                  </a:lnTo>
                  <a:lnTo>
                    <a:pt x="186515" y="14622"/>
                  </a:lnTo>
                  <a:lnTo>
                    <a:pt x="179687" y="19496"/>
                  </a:lnTo>
                  <a:lnTo>
                    <a:pt x="171677" y="24370"/>
                  </a:lnTo>
                  <a:lnTo>
                    <a:pt x="162948" y="29243"/>
                  </a:lnTo>
                  <a:lnTo>
                    <a:pt x="153956" y="34117"/>
                  </a:lnTo>
                  <a:lnTo>
                    <a:pt x="145121" y="38991"/>
                  </a:lnTo>
                  <a:lnTo>
                    <a:pt x="136786" y="43865"/>
                  </a:lnTo>
                  <a:lnTo>
                    <a:pt x="129209" y="48739"/>
                  </a:lnTo>
                  <a:lnTo>
                    <a:pt x="122555" y="53613"/>
                  </a:lnTo>
                  <a:lnTo>
                    <a:pt x="116897" y="58487"/>
                  </a:lnTo>
                  <a:lnTo>
                    <a:pt x="112235" y="63361"/>
                  </a:lnTo>
                  <a:lnTo>
                    <a:pt x="108511" y="68235"/>
                  </a:lnTo>
                  <a:lnTo>
                    <a:pt x="105627" y="73109"/>
                  </a:lnTo>
                  <a:lnTo>
                    <a:pt x="103465" y="77983"/>
                  </a:lnTo>
                  <a:lnTo>
                    <a:pt x="101902" y="82856"/>
                  </a:lnTo>
                  <a:lnTo>
                    <a:pt x="100817" y="87730"/>
                  </a:lnTo>
                  <a:lnTo>
                    <a:pt x="100105" y="92604"/>
                  </a:lnTo>
                  <a:lnTo>
                    <a:pt x="99675" y="97478"/>
                  </a:lnTo>
                  <a:lnTo>
                    <a:pt x="99450" y="102352"/>
                  </a:lnTo>
                  <a:lnTo>
                    <a:pt x="99372" y="107226"/>
                  </a:lnTo>
                  <a:lnTo>
                    <a:pt x="99392" y="112100"/>
                  </a:lnTo>
                  <a:lnTo>
                    <a:pt x="99474" y="116974"/>
                  </a:lnTo>
                  <a:lnTo>
                    <a:pt x="99589" y="121848"/>
                  </a:lnTo>
                  <a:lnTo>
                    <a:pt x="99712" y="126722"/>
                  </a:lnTo>
                  <a:lnTo>
                    <a:pt x="99827" y="131596"/>
                  </a:lnTo>
                  <a:lnTo>
                    <a:pt x="99919" y="136469"/>
                  </a:lnTo>
                  <a:lnTo>
                    <a:pt x="99977" y="141343"/>
                  </a:lnTo>
                  <a:lnTo>
                    <a:pt x="99996" y="146217"/>
                  </a:lnTo>
                  <a:lnTo>
                    <a:pt x="99973" y="151091"/>
                  </a:lnTo>
                  <a:lnTo>
                    <a:pt x="99908" y="155965"/>
                  </a:lnTo>
                  <a:lnTo>
                    <a:pt x="99805" y="160839"/>
                  </a:lnTo>
                  <a:lnTo>
                    <a:pt x="99671" y="165713"/>
                  </a:lnTo>
                  <a:lnTo>
                    <a:pt x="99514" y="170587"/>
                  </a:lnTo>
                  <a:lnTo>
                    <a:pt x="99342" y="175461"/>
                  </a:lnTo>
                  <a:lnTo>
                    <a:pt x="99166" y="180335"/>
                  </a:lnTo>
                  <a:lnTo>
                    <a:pt x="98993" y="185209"/>
                  </a:lnTo>
                  <a:lnTo>
                    <a:pt x="98829" y="190082"/>
                  </a:lnTo>
                  <a:lnTo>
                    <a:pt x="98681" y="194956"/>
                  </a:lnTo>
                  <a:lnTo>
                    <a:pt x="98550" y="199830"/>
                  </a:lnTo>
                  <a:lnTo>
                    <a:pt x="98439" y="204704"/>
                  </a:lnTo>
                  <a:lnTo>
                    <a:pt x="98348" y="209578"/>
                  </a:lnTo>
                  <a:lnTo>
                    <a:pt x="98276" y="214452"/>
                  </a:lnTo>
                  <a:lnTo>
                    <a:pt x="98220" y="219326"/>
                  </a:lnTo>
                  <a:lnTo>
                    <a:pt x="98179" y="224200"/>
                  </a:lnTo>
                  <a:lnTo>
                    <a:pt x="98151" y="229074"/>
                  </a:lnTo>
                  <a:lnTo>
                    <a:pt x="98134" y="233948"/>
                  </a:lnTo>
                  <a:lnTo>
                    <a:pt x="98127" y="238822"/>
                  </a:lnTo>
                  <a:lnTo>
                    <a:pt x="98129" y="243695"/>
                  </a:lnTo>
                  <a:lnTo>
                    <a:pt x="98140" y="248569"/>
                  </a:lnTo>
                  <a:lnTo>
                    <a:pt x="98159" y="253443"/>
                  </a:lnTo>
                  <a:lnTo>
                    <a:pt x="98188" y="258317"/>
                  </a:lnTo>
                  <a:lnTo>
                    <a:pt x="98227" y="263191"/>
                  </a:lnTo>
                  <a:lnTo>
                    <a:pt x="98276" y="268065"/>
                  </a:lnTo>
                  <a:lnTo>
                    <a:pt x="98337" y="272939"/>
                  </a:lnTo>
                  <a:lnTo>
                    <a:pt x="98408" y="277813"/>
                  </a:lnTo>
                  <a:lnTo>
                    <a:pt x="98491" y="282687"/>
                  </a:lnTo>
                  <a:lnTo>
                    <a:pt x="98584" y="287561"/>
                  </a:lnTo>
                  <a:lnTo>
                    <a:pt x="98687" y="292435"/>
                  </a:lnTo>
                  <a:lnTo>
                    <a:pt x="98796" y="297308"/>
                  </a:lnTo>
                  <a:lnTo>
                    <a:pt x="98913" y="302182"/>
                  </a:lnTo>
                  <a:lnTo>
                    <a:pt x="99034" y="307056"/>
                  </a:lnTo>
                  <a:lnTo>
                    <a:pt x="99161" y="311930"/>
                  </a:lnTo>
                  <a:lnTo>
                    <a:pt x="99294" y="316804"/>
                  </a:lnTo>
                  <a:lnTo>
                    <a:pt x="99435" y="321678"/>
                  </a:lnTo>
                  <a:lnTo>
                    <a:pt x="99588" y="326552"/>
                  </a:lnTo>
                  <a:lnTo>
                    <a:pt x="99756" y="331426"/>
                  </a:lnTo>
                  <a:lnTo>
                    <a:pt x="99945" y="336300"/>
                  </a:lnTo>
                  <a:lnTo>
                    <a:pt x="100156" y="341174"/>
                  </a:lnTo>
                  <a:lnTo>
                    <a:pt x="100394" y="346048"/>
                  </a:lnTo>
                  <a:lnTo>
                    <a:pt x="100655" y="350921"/>
                  </a:lnTo>
                  <a:lnTo>
                    <a:pt x="100938" y="355795"/>
                  </a:lnTo>
                  <a:lnTo>
                    <a:pt x="101235" y="360669"/>
                  </a:lnTo>
                  <a:lnTo>
                    <a:pt x="101536" y="365543"/>
                  </a:lnTo>
                  <a:lnTo>
                    <a:pt x="101829" y="370417"/>
                  </a:lnTo>
                  <a:lnTo>
                    <a:pt x="102099" y="375291"/>
                  </a:lnTo>
                  <a:lnTo>
                    <a:pt x="102336" y="380165"/>
                  </a:lnTo>
                  <a:lnTo>
                    <a:pt x="102526" y="385039"/>
                  </a:lnTo>
                  <a:lnTo>
                    <a:pt x="102661" y="389913"/>
                  </a:lnTo>
                  <a:lnTo>
                    <a:pt x="102737" y="394787"/>
                  </a:lnTo>
                  <a:lnTo>
                    <a:pt x="102754" y="399661"/>
                  </a:lnTo>
                  <a:lnTo>
                    <a:pt x="102714" y="404534"/>
                  </a:lnTo>
                  <a:lnTo>
                    <a:pt x="102625" y="409408"/>
                  </a:lnTo>
                  <a:lnTo>
                    <a:pt x="102494" y="414282"/>
                  </a:lnTo>
                  <a:lnTo>
                    <a:pt x="102330" y="419156"/>
                  </a:lnTo>
                  <a:lnTo>
                    <a:pt x="102145" y="424030"/>
                  </a:lnTo>
                  <a:lnTo>
                    <a:pt x="101945" y="428904"/>
                  </a:lnTo>
                  <a:lnTo>
                    <a:pt x="101738" y="433778"/>
                  </a:lnTo>
                  <a:lnTo>
                    <a:pt x="101531" y="438652"/>
                  </a:lnTo>
                  <a:lnTo>
                    <a:pt x="101328" y="443526"/>
                  </a:lnTo>
                  <a:lnTo>
                    <a:pt x="101132" y="448400"/>
                  </a:lnTo>
                  <a:lnTo>
                    <a:pt x="100947" y="453274"/>
                  </a:lnTo>
                  <a:lnTo>
                    <a:pt x="100775" y="458147"/>
                  </a:lnTo>
                  <a:lnTo>
                    <a:pt x="100621" y="463021"/>
                  </a:lnTo>
                  <a:lnTo>
                    <a:pt x="100486" y="467895"/>
                  </a:lnTo>
                  <a:lnTo>
                    <a:pt x="100377" y="472769"/>
                  </a:lnTo>
                  <a:lnTo>
                    <a:pt x="100300" y="477643"/>
                  </a:lnTo>
                  <a:lnTo>
                    <a:pt x="100263" y="482517"/>
                  </a:lnTo>
                  <a:lnTo>
                    <a:pt x="100278" y="487391"/>
                  </a:lnTo>
                  <a:lnTo>
                    <a:pt x="100362" y="492265"/>
                  </a:lnTo>
                  <a:lnTo>
                    <a:pt x="100533" y="497139"/>
                  </a:lnTo>
                  <a:lnTo>
                    <a:pt x="100816" y="502013"/>
                  </a:lnTo>
                  <a:lnTo>
                    <a:pt x="101242" y="506887"/>
                  </a:lnTo>
                  <a:lnTo>
                    <a:pt x="101842" y="511760"/>
                  </a:lnTo>
                  <a:lnTo>
                    <a:pt x="102652" y="516634"/>
                  </a:lnTo>
                  <a:lnTo>
                    <a:pt x="103704" y="521508"/>
                  </a:lnTo>
                  <a:lnTo>
                    <a:pt x="105024" y="526382"/>
                  </a:lnTo>
                  <a:lnTo>
                    <a:pt x="106629" y="531256"/>
                  </a:lnTo>
                  <a:lnTo>
                    <a:pt x="108519" y="536130"/>
                  </a:lnTo>
                  <a:lnTo>
                    <a:pt x="110671" y="541004"/>
                  </a:lnTo>
                  <a:lnTo>
                    <a:pt x="113040" y="545878"/>
                  </a:lnTo>
                  <a:lnTo>
                    <a:pt x="115551" y="550752"/>
                  </a:lnTo>
                  <a:lnTo>
                    <a:pt x="118106" y="555626"/>
                  </a:lnTo>
                  <a:lnTo>
                    <a:pt x="120588" y="560500"/>
                  </a:lnTo>
                  <a:lnTo>
                    <a:pt x="122865" y="565373"/>
                  </a:lnTo>
                  <a:lnTo>
                    <a:pt x="124807" y="570247"/>
                  </a:lnTo>
                  <a:lnTo>
                    <a:pt x="126293" y="575121"/>
                  </a:lnTo>
                  <a:lnTo>
                    <a:pt x="127226" y="579995"/>
                  </a:lnTo>
                  <a:lnTo>
                    <a:pt x="127544" y="584869"/>
                  </a:lnTo>
                  <a:lnTo>
                    <a:pt x="127544" y="584869"/>
                  </a:lnTo>
                  <a:close/>
                </a:path>
              </a:pathLst>
            </a:custGeom>
            <a:solidFill>
              <a:srgbClr val="00878B">
                <a:alpha val="12000"/>
              </a:srgbClr>
            </a:solidFill>
            <a:ln w="6985">
              <a:solidFill>
                <a:srgbClr val="00878B">
                  <a:alpha val="12000"/>
                </a:srgbClr>
              </a:solidFill>
              <a:prstDash val="solid"/>
            </a:ln>
          </p:spPr>
        </p:sp>
        <p:sp>
          <p:nvSpPr>
            <p:cNvPr id="3770" name="03_assume_matched_3769">
              <a:extLst>
                <a:ext uri="{FF2B5EF4-FFF2-40B4-BE49-F238E27FC236}">
                  <a16:creationId xmlns:a16="http://schemas.microsoft.com/office/drawing/2014/main" id="{4433D80F-2073-43DA-8298-34FA6142A6E6}"/>
                </a:ext>
              </a:extLst>
            </p:cNvPr>
            <p:cNvSpPr>
              <a:spLocks/>
            </p:cNvSpPr>
            <p:nvPr/>
          </p:nvSpPr>
          <p:spPr>
            <a:xfrm>
              <a:off x="3864021"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1" name="text_3770">
              <a:extLst>
                <a:ext uri="{FF2B5EF4-FFF2-40B4-BE49-F238E27FC236}">
                  <a16:creationId xmlns:a16="http://schemas.microsoft.com/office/drawing/2014/main" id="{D2221919-8B55-4293-85F7-0A5C42546B66}"/>
                </a:ext>
              </a:extLst>
            </p:cNvPr>
            <p:cNvSpPr>
              <a:spLocks/>
            </p:cNvSpPr>
            <p:nvPr/>
          </p:nvSpPr>
          <p:spPr>
            <a:xfrm>
              <a:off x="3838248" y="7865839"/>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3772" name="03_assume_matched_3771">
              <a:extLst>
                <a:ext uri="{FF2B5EF4-FFF2-40B4-BE49-F238E27FC236}">
                  <a16:creationId xmlns:a16="http://schemas.microsoft.com/office/drawing/2014/main" id="{42E8A4EF-2B69-46C3-A141-930ACBF0DB64}"/>
                </a:ext>
              </a:extLst>
            </p:cNvPr>
            <p:cNvSpPr>
              <a:spLocks/>
            </p:cNvSpPr>
            <p:nvPr/>
          </p:nvSpPr>
          <p:spPr>
            <a:xfrm>
              <a:off x="4241214"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3" name="text_3772">
              <a:extLst>
                <a:ext uri="{FF2B5EF4-FFF2-40B4-BE49-F238E27FC236}">
                  <a16:creationId xmlns:a16="http://schemas.microsoft.com/office/drawing/2014/main" id="{64E9F269-575C-4255-8898-2AF33744EE02}"/>
                </a:ext>
              </a:extLst>
            </p:cNvPr>
            <p:cNvSpPr>
              <a:spLocks/>
            </p:cNvSpPr>
            <p:nvPr/>
          </p:nvSpPr>
          <p:spPr>
            <a:xfrm>
              <a:off x="4189667" y="7865839"/>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3774" name="03_assume_matched_3773">
              <a:extLst>
                <a:ext uri="{FF2B5EF4-FFF2-40B4-BE49-F238E27FC236}">
                  <a16:creationId xmlns:a16="http://schemas.microsoft.com/office/drawing/2014/main" id="{61CF58DF-3EE2-45CF-A302-2C5C4EAE6CDD}"/>
                </a:ext>
              </a:extLst>
            </p:cNvPr>
            <p:cNvSpPr>
              <a:spLocks/>
            </p:cNvSpPr>
            <p:nvPr/>
          </p:nvSpPr>
          <p:spPr>
            <a:xfrm>
              <a:off x="4618407"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5" name="text_3774">
              <a:extLst>
                <a:ext uri="{FF2B5EF4-FFF2-40B4-BE49-F238E27FC236}">
                  <a16:creationId xmlns:a16="http://schemas.microsoft.com/office/drawing/2014/main" id="{50B84593-A87B-4022-9252-B0A31E065BD8}"/>
                </a:ext>
              </a:extLst>
            </p:cNvPr>
            <p:cNvSpPr>
              <a:spLocks/>
            </p:cNvSpPr>
            <p:nvPr/>
          </p:nvSpPr>
          <p:spPr>
            <a:xfrm>
              <a:off x="4541087"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3776" name="03_assume_matched_3775">
              <a:extLst>
                <a:ext uri="{FF2B5EF4-FFF2-40B4-BE49-F238E27FC236}">
                  <a16:creationId xmlns:a16="http://schemas.microsoft.com/office/drawing/2014/main" id="{C8E3F758-41DC-48AB-A330-4FD2A049CC1C}"/>
                </a:ext>
              </a:extLst>
            </p:cNvPr>
            <p:cNvSpPr>
              <a:spLocks/>
            </p:cNvSpPr>
            <p:nvPr/>
          </p:nvSpPr>
          <p:spPr>
            <a:xfrm>
              <a:off x="5372793"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7" name="text_3776">
              <a:extLst>
                <a:ext uri="{FF2B5EF4-FFF2-40B4-BE49-F238E27FC236}">
                  <a16:creationId xmlns:a16="http://schemas.microsoft.com/office/drawing/2014/main" id="{ED7BF05F-97D3-4B1F-8BC0-3AE224E4203C}"/>
                </a:ext>
              </a:extLst>
            </p:cNvPr>
            <p:cNvSpPr>
              <a:spLocks/>
            </p:cNvSpPr>
            <p:nvPr/>
          </p:nvSpPr>
          <p:spPr>
            <a:xfrm>
              <a:off x="5295473"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200</a:t>
              </a:r>
            </a:p>
          </p:txBody>
        </p:sp>
        <p:sp>
          <p:nvSpPr>
            <p:cNvPr id="3778" name="03_assume_matched_3777">
              <a:extLst>
                <a:ext uri="{FF2B5EF4-FFF2-40B4-BE49-F238E27FC236}">
                  <a16:creationId xmlns:a16="http://schemas.microsoft.com/office/drawing/2014/main" id="{F595E03E-6930-4AB8-BC01-519363636C96}"/>
                </a:ext>
              </a:extLst>
            </p:cNvPr>
            <p:cNvSpPr>
              <a:spLocks/>
            </p:cNvSpPr>
            <p:nvPr/>
          </p:nvSpPr>
          <p:spPr>
            <a:xfrm>
              <a:off x="6127179" y="7796520"/>
              <a:ext cx="191" cy="38100"/>
            </a:xfrm>
            <a:custGeom>
              <a:avLst/>
              <a:gdLst/>
              <a:ahLst/>
              <a:cxnLst/>
              <a:rect l="0" t="0" r="0" b="0"/>
              <a:pathLst>
                <a:path w="191" h="38100">
                  <a:moveTo>
                    <a:pt x="0" y="0"/>
                  </a:moveTo>
                  <a:lnTo>
                    <a:pt x="0" y="38100"/>
                  </a:lnTo>
                </a:path>
              </a:pathLst>
            </a:custGeom>
            <a:solidFill>
              <a:srgbClr val="273744"/>
            </a:solidFill>
            <a:ln w="7620">
              <a:solidFill>
                <a:srgbClr val="273744"/>
              </a:solidFill>
              <a:prstDash val="solid"/>
            </a:ln>
          </p:spPr>
        </p:sp>
        <p:sp>
          <p:nvSpPr>
            <p:cNvPr id="3779" name="text_3778">
              <a:extLst>
                <a:ext uri="{FF2B5EF4-FFF2-40B4-BE49-F238E27FC236}">
                  <a16:creationId xmlns:a16="http://schemas.microsoft.com/office/drawing/2014/main" id="{4C28464B-E856-4AFC-AF8C-4549AD868BA8}"/>
                </a:ext>
              </a:extLst>
            </p:cNvPr>
            <p:cNvSpPr>
              <a:spLocks/>
            </p:cNvSpPr>
            <p:nvPr/>
          </p:nvSpPr>
          <p:spPr>
            <a:xfrm>
              <a:off x="6049859" y="7865839"/>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300</a:t>
              </a:r>
            </a:p>
          </p:txBody>
        </p:sp>
        <p:sp>
          <p:nvSpPr>
            <p:cNvPr id="3780" name="text_3779">
              <a:extLst>
                <a:ext uri="{FF2B5EF4-FFF2-40B4-BE49-F238E27FC236}">
                  <a16:creationId xmlns:a16="http://schemas.microsoft.com/office/drawing/2014/main" id="{4400E87F-D147-4EEB-A256-1947B3F742BB}"/>
                </a:ext>
              </a:extLst>
            </p:cNvPr>
            <p:cNvSpPr>
              <a:spLocks/>
            </p:cNvSpPr>
            <p:nvPr/>
          </p:nvSpPr>
          <p:spPr>
            <a:xfrm>
              <a:off x="4433880" y="8002004"/>
              <a:ext cx="1271930" cy="127000"/>
            </a:xfrm>
            <a:prstGeom prst="rect">
              <a:avLst/>
            </a:prstGeom>
            <a:noFill/>
            <a:ln w="0">
              <a:noFill/>
            </a:ln>
          </p:spPr>
          <p:txBody>
            <a:bodyPr wrap="none" lIns="0" tIns="0" rIns="0" bIns="0" anchor="ctr">
              <a:noAutofit/>
            </a:bodyPr>
            <a:lstStyle>
              <a:defPPr algn="l">
                <a:defRPr sz="800" b="0">
                  <a:solidFill>
                    <a:srgbClr val="273744"/>
                  </a:solidFill>
                  <a:latin typeface="Arial"/>
                  <a:ea typeface="Arial"/>
                  <a:cs typeface="Arial"/>
                </a:defRPr>
              </a:defPPr>
              <a:lvl1pPr algn="l">
                <a:defRPr sz="800" b="0">
                  <a:solidFill>
                    <a:srgbClr val="273744"/>
                  </a:solidFill>
                  <a:latin typeface="Arial"/>
                  <a:ea typeface="Arial"/>
                  <a:cs typeface="Arial"/>
                </a:defRPr>
              </a:lvl1pPr>
              <a:lvl2pPr algn="l">
                <a:defRPr sz="800" b="0">
                  <a:solidFill>
                    <a:srgbClr val="273744"/>
                  </a:solidFill>
                  <a:latin typeface="Arial"/>
                  <a:ea typeface="Arial"/>
                  <a:cs typeface="Arial"/>
                </a:defRPr>
              </a:lvl2pPr>
              <a:lvl3pPr algn="l">
                <a:defRPr sz="800" b="0">
                  <a:solidFill>
                    <a:srgbClr val="273744"/>
                  </a:solidFill>
                  <a:latin typeface="Arial"/>
                  <a:ea typeface="Arial"/>
                  <a:cs typeface="Arial"/>
                </a:defRPr>
              </a:lvl3pPr>
              <a:lvl4pPr algn="l">
                <a:defRPr sz="800" b="0">
                  <a:solidFill>
                    <a:srgbClr val="273744"/>
                  </a:solidFill>
                  <a:latin typeface="Arial"/>
                  <a:ea typeface="Arial"/>
                  <a:cs typeface="Arial"/>
                </a:defRPr>
              </a:lvl4pPr>
              <a:lvl5pPr algn="l">
                <a:defRPr sz="800" b="0">
                  <a:solidFill>
                    <a:srgbClr val="273744"/>
                  </a:solidFill>
                  <a:latin typeface="Arial"/>
                  <a:ea typeface="Arial"/>
                  <a:cs typeface="Arial"/>
                </a:defRPr>
              </a:lvl5pPr>
              <a:lvl6pPr algn="l">
                <a:defRPr sz="800" b="0">
                  <a:solidFill>
                    <a:srgbClr val="273744"/>
                  </a:solidFill>
                  <a:latin typeface="Arial"/>
                  <a:ea typeface="Arial"/>
                  <a:cs typeface="Arial"/>
                </a:defRPr>
              </a:lvl6pPr>
              <a:lvl7pPr algn="l">
                <a:defRPr sz="800" b="0">
                  <a:solidFill>
                    <a:srgbClr val="273744"/>
                  </a:solidFill>
                  <a:latin typeface="Arial"/>
                  <a:ea typeface="Arial"/>
                  <a:cs typeface="Arial"/>
                </a:defRPr>
              </a:lvl7pPr>
              <a:lvl8pPr algn="l">
                <a:defRPr sz="800" b="0">
                  <a:solidFill>
                    <a:srgbClr val="273744"/>
                  </a:solidFill>
                  <a:latin typeface="Arial"/>
                  <a:ea typeface="Arial"/>
                  <a:cs typeface="Arial"/>
                </a:defRPr>
              </a:lvl8pPr>
              <a:lvl9pPr algn="l">
                <a:defRPr sz="800" b="0">
                  <a:solidFill>
                    <a:srgbClr val="273744"/>
                  </a:solidFill>
                  <a:latin typeface="Arial"/>
                  <a:ea typeface="Arial"/>
                  <a:cs typeface="Arial"/>
                </a:defRPr>
              </a:lvl9pPr>
            </a:lstStyle>
            <a:p>
              <a:pPr algn="l">
                <a:defRPr sz="800" b="0">
                  <a:solidFill>
                    <a:srgbClr val="273744"/>
                  </a:solidFill>
                  <a:latin typeface="Arial"/>
                  <a:ea typeface="Arial"/>
                  <a:cs typeface="Arial"/>
                </a:defRPr>
              </a:pPr>
              <a:r>
                <a:t>Relative attempt budget (%)</a:t>
              </a:r>
            </a:p>
          </p:txBody>
        </p:sp>
        <p:sp>
          <p:nvSpPr>
            <p:cNvPr id="3781" name="03_assume_matched_3780">
              <a:extLst>
                <a:ext uri="{FF2B5EF4-FFF2-40B4-BE49-F238E27FC236}">
                  <a16:creationId xmlns:a16="http://schemas.microsoft.com/office/drawing/2014/main" id="{255F3AA9-D1D3-4C9C-9331-2D556668BFB8}"/>
                </a:ext>
              </a:extLst>
            </p:cNvPr>
            <p:cNvSpPr>
              <a:spLocks/>
            </p:cNvSpPr>
            <p:nvPr/>
          </p:nvSpPr>
          <p:spPr>
            <a:xfrm>
              <a:off x="3841389" y="776727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782" name="03_assume_matched_3781">
              <a:extLst>
                <a:ext uri="{FF2B5EF4-FFF2-40B4-BE49-F238E27FC236}">
                  <a16:creationId xmlns:a16="http://schemas.microsoft.com/office/drawing/2014/main" id="{A1FB543C-9E81-462F-B425-463B54358DA6}"/>
                </a:ext>
              </a:extLst>
            </p:cNvPr>
            <p:cNvSpPr>
              <a:spLocks/>
            </p:cNvSpPr>
            <p:nvPr/>
          </p:nvSpPr>
          <p:spPr>
            <a:xfrm>
              <a:off x="3803289" y="776727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783" name="text_3782">
              <a:extLst>
                <a:ext uri="{FF2B5EF4-FFF2-40B4-BE49-F238E27FC236}">
                  <a16:creationId xmlns:a16="http://schemas.microsoft.com/office/drawing/2014/main" id="{CB08C49E-CB33-43DF-A457-493BE17457D0}"/>
                </a:ext>
              </a:extLst>
            </p:cNvPr>
            <p:cNvSpPr>
              <a:spLocks/>
            </p:cNvSpPr>
            <p:nvPr/>
          </p:nvSpPr>
          <p:spPr>
            <a:xfrm>
              <a:off x="3713643" y="7727216"/>
              <a:ext cx="64247"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0</a:t>
              </a:r>
            </a:p>
          </p:txBody>
        </p:sp>
        <p:sp>
          <p:nvSpPr>
            <p:cNvPr id="3784" name="03_assume_matched_3783">
              <a:extLst>
                <a:ext uri="{FF2B5EF4-FFF2-40B4-BE49-F238E27FC236}">
                  <a16:creationId xmlns:a16="http://schemas.microsoft.com/office/drawing/2014/main" id="{DA245D06-B782-47BB-9538-6739DA3D17F4}"/>
                </a:ext>
              </a:extLst>
            </p:cNvPr>
            <p:cNvSpPr>
              <a:spLocks/>
            </p:cNvSpPr>
            <p:nvPr/>
          </p:nvSpPr>
          <p:spPr>
            <a:xfrm>
              <a:off x="3841389" y="7474842"/>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785" name="03_assume_matched_3784">
              <a:extLst>
                <a:ext uri="{FF2B5EF4-FFF2-40B4-BE49-F238E27FC236}">
                  <a16:creationId xmlns:a16="http://schemas.microsoft.com/office/drawing/2014/main" id="{6B45D612-0D95-4981-B9D8-5241CCD6D4A7}"/>
                </a:ext>
              </a:extLst>
            </p:cNvPr>
            <p:cNvSpPr>
              <a:spLocks/>
            </p:cNvSpPr>
            <p:nvPr/>
          </p:nvSpPr>
          <p:spPr>
            <a:xfrm>
              <a:off x="3803289" y="7474842"/>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786" name="text_3785">
              <a:extLst>
                <a:ext uri="{FF2B5EF4-FFF2-40B4-BE49-F238E27FC236}">
                  <a16:creationId xmlns:a16="http://schemas.microsoft.com/office/drawing/2014/main" id="{E2793143-164A-4AFD-A2C3-2E0B4822F3E4}"/>
                </a:ext>
              </a:extLst>
            </p:cNvPr>
            <p:cNvSpPr>
              <a:spLocks/>
            </p:cNvSpPr>
            <p:nvPr/>
          </p:nvSpPr>
          <p:spPr>
            <a:xfrm>
              <a:off x="3662096" y="7434781"/>
              <a:ext cx="115794"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50</a:t>
              </a:r>
            </a:p>
          </p:txBody>
        </p:sp>
        <p:sp>
          <p:nvSpPr>
            <p:cNvPr id="3787" name="03_assume_matched_3786">
              <a:extLst>
                <a:ext uri="{FF2B5EF4-FFF2-40B4-BE49-F238E27FC236}">
                  <a16:creationId xmlns:a16="http://schemas.microsoft.com/office/drawing/2014/main" id="{787D25F5-E29F-4449-833F-F5D710A2C804}"/>
                </a:ext>
              </a:extLst>
            </p:cNvPr>
            <p:cNvSpPr>
              <a:spLocks/>
            </p:cNvSpPr>
            <p:nvPr/>
          </p:nvSpPr>
          <p:spPr>
            <a:xfrm>
              <a:off x="3841389" y="7182407"/>
              <a:ext cx="2444211" cy="191"/>
            </a:xfrm>
            <a:custGeom>
              <a:avLst/>
              <a:gdLst/>
              <a:ahLst/>
              <a:cxnLst/>
              <a:rect l="0" t="0" r="0" b="0"/>
              <a:pathLst>
                <a:path w="2444211" h="191">
                  <a:moveTo>
                    <a:pt x="0" y="0"/>
                  </a:moveTo>
                  <a:lnTo>
                    <a:pt x="2444211" y="0"/>
                  </a:lnTo>
                </a:path>
              </a:pathLst>
            </a:custGeom>
            <a:noFill/>
            <a:ln w="6985">
              <a:solidFill>
                <a:srgbClr val="DEE5EA"/>
              </a:solidFill>
              <a:prstDash val="solid"/>
            </a:ln>
          </p:spPr>
        </p:sp>
        <p:sp>
          <p:nvSpPr>
            <p:cNvPr id="3788" name="03_assume_matched_3787">
              <a:extLst>
                <a:ext uri="{FF2B5EF4-FFF2-40B4-BE49-F238E27FC236}">
                  <a16:creationId xmlns:a16="http://schemas.microsoft.com/office/drawing/2014/main" id="{ACB42AA5-7ED5-4FDD-9717-92F1C4D56BF5}"/>
                </a:ext>
              </a:extLst>
            </p:cNvPr>
            <p:cNvSpPr>
              <a:spLocks/>
            </p:cNvSpPr>
            <p:nvPr/>
          </p:nvSpPr>
          <p:spPr>
            <a:xfrm>
              <a:off x="3803289" y="7182407"/>
              <a:ext cx="38100" cy="191"/>
            </a:xfrm>
            <a:custGeom>
              <a:avLst/>
              <a:gdLst/>
              <a:ahLst/>
              <a:cxnLst/>
              <a:rect l="0" t="0" r="0" b="0"/>
              <a:pathLst>
                <a:path w="38100" h="191">
                  <a:moveTo>
                    <a:pt x="38100" y="0"/>
                  </a:moveTo>
                  <a:lnTo>
                    <a:pt x="0" y="0"/>
                  </a:lnTo>
                </a:path>
              </a:pathLst>
            </a:custGeom>
            <a:solidFill>
              <a:srgbClr val="273744"/>
            </a:solidFill>
            <a:ln w="7620">
              <a:solidFill>
                <a:srgbClr val="273744"/>
              </a:solidFill>
              <a:prstDash val="solid"/>
            </a:ln>
          </p:spPr>
        </p:sp>
        <p:sp>
          <p:nvSpPr>
            <p:cNvPr id="3789" name="text_3788">
              <a:extLst>
                <a:ext uri="{FF2B5EF4-FFF2-40B4-BE49-F238E27FC236}">
                  <a16:creationId xmlns:a16="http://schemas.microsoft.com/office/drawing/2014/main" id="{82C09DA0-FBF3-4657-BAF9-A31537D5651C}"/>
                </a:ext>
              </a:extLst>
            </p:cNvPr>
            <p:cNvSpPr>
              <a:spLocks/>
            </p:cNvSpPr>
            <p:nvPr/>
          </p:nvSpPr>
          <p:spPr>
            <a:xfrm>
              <a:off x="3610549" y="7142347"/>
              <a:ext cx="167340" cy="115888"/>
            </a:xfrm>
            <a:prstGeom prst="rect">
              <a:avLst/>
            </a:prstGeom>
            <a:noFill/>
            <a:ln w="0">
              <a:noFill/>
            </a:ln>
          </p:spPr>
          <p:txBody>
            <a:bodyPr wrap="none" lIns="0" tIns="0" rIns="0" bIns="0" anchor="ctr">
              <a:noAutofit/>
            </a:bodyPr>
            <a:lstStyle>
              <a:defPPr algn="l">
                <a:defRPr sz="730" b="0">
                  <a:solidFill>
                    <a:srgbClr val="273744"/>
                  </a:solidFill>
                  <a:latin typeface="Arial"/>
                  <a:ea typeface="Arial"/>
                  <a:cs typeface="Arial"/>
                </a:defRPr>
              </a:defPPr>
              <a:lvl1pPr algn="l">
                <a:defRPr sz="730" b="0">
                  <a:solidFill>
                    <a:srgbClr val="273744"/>
                  </a:solidFill>
                  <a:latin typeface="Arial"/>
                  <a:ea typeface="Arial"/>
                  <a:cs typeface="Arial"/>
                </a:defRPr>
              </a:lvl1pPr>
              <a:lvl2pPr algn="l">
                <a:defRPr sz="730" b="0">
                  <a:solidFill>
                    <a:srgbClr val="273744"/>
                  </a:solidFill>
                  <a:latin typeface="Arial"/>
                  <a:ea typeface="Arial"/>
                  <a:cs typeface="Arial"/>
                </a:defRPr>
              </a:lvl2pPr>
              <a:lvl3pPr algn="l">
                <a:defRPr sz="730" b="0">
                  <a:solidFill>
                    <a:srgbClr val="273744"/>
                  </a:solidFill>
                  <a:latin typeface="Arial"/>
                  <a:ea typeface="Arial"/>
                  <a:cs typeface="Arial"/>
                </a:defRPr>
              </a:lvl3pPr>
              <a:lvl4pPr algn="l">
                <a:defRPr sz="730" b="0">
                  <a:solidFill>
                    <a:srgbClr val="273744"/>
                  </a:solidFill>
                  <a:latin typeface="Arial"/>
                  <a:ea typeface="Arial"/>
                  <a:cs typeface="Arial"/>
                </a:defRPr>
              </a:lvl4pPr>
              <a:lvl5pPr algn="l">
                <a:defRPr sz="730" b="0">
                  <a:solidFill>
                    <a:srgbClr val="273744"/>
                  </a:solidFill>
                  <a:latin typeface="Arial"/>
                  <a:ea typeface="Arial"/>
                  <a:cs typeface="Arial"/>
                </a:defRPr>
              </a:lvl5pPr>
              <a:lvl6pPr algn="l">
                <a:defRPr sz="730" b="0">
                  <a:solidFill>
                    <a:srgbClr val="273744"/>
                  </a:solidFill>
                  <a:latin typeface="Arial"/>
                  <a:ea typeface="Arial"/>
                  <a:cs typeface="Arial"/>
                </a:defRPr>
              </a:lvl6pPr>
              <a:lvl7pPr algn="l">
                <a:defRPr sz="730" b="0">
                  <a:solidFill>
                    <a:srgbClr val="273744"/>
                  </a:solidFill>
                  <a:latin typeface="Arial"/>
                  <a:ea typeface="Arial"/>
                  <a:cs typeface="Arial"/>
                </a:defRPr>
              </a:lvl7pPr>
              <a:lvl8pPr algn="l">
                <a:defRPr sz="730" b="0">
                  <a:solidFill>
                    <a:srgbClr val="273744"/>
                  </a:solidFill>
                  <a:latin typeface="Arial"/>
                  <a:ea typeface="Arial"/>
                  <a:cs typeface="Arial"/>
                </a:defRPr>
              </a:lvl8pPr>
              <a:lvl9pPr algn="l">
                <a:defRPr sz="730" b="0">
                  <a:solidFill>
                    <a:srgbClr val="273744"/>
                  </a:solidFill>
                  <a:latin typeface="Arial"/>
                  <a:ea typeface="Arial"/>
                  <a:cs typeface="Arial"/>
                </a:defRPr>
              </a:lvl9pPr>
            </a:lstStyle>
            <a:p>
              <a:pPr algn="l">
                <a:defRPr sz="730" b="0">
                  <a:solidFill>
                    <a:srgbClr val="273744"/>
                  </a:solidFill>
                  <a:latin typeface="Arial"/>
                  <a:ea typeface="Arial"/>
                  <a:cs typeface="Arial"/>
                </a:defRPr>
              </a:pPr>
              <a:r>
                <a:t>100</a:t>
              </a:r>
            </a:p>
          </p:txBody>
        </p:sp>
        <p:sp>
          <p:nvSpPr>
            <p:cNvPr id="3790" name="03_assume_matched_3789">
              <a:extLst>
                <a:ext uri="{FF2B5EF4-FFF2-40B4-BE49-F238E27FC236}">
                  <a16:creationId xmlns:a16="http://schemas.microsoft.com/office/drawing/2014/main" id="{9C536737-3148-4463-A3DA-A6E98960859D}"/>
                </a:ext>
              </a:extLst>
            </p:cNvPr>
            <p:cNvSpPr>
              <a:spLocks/>
            </p:cNvSpPr>
            <p:nvPr/>
          </p:nvSpPr>
          <p:spPr>
            <a:xfrm>
              <a:off x="4278966" y="7460643"/>
              <a:ext cx="28398" cy="28398"/>
            </a:xfrm>
            <a:prstGeom prst="ellipse">
              <a:avLst/>
            </a:prstGeom>
            <a:solidFill>
              <a:srgbClr val="7F8C97">
                <a:alpha val="48000"/>
              </a:srgbClr>
            </a:solidFill>
            <a:ln w="0">
              <a:noFill/>
              <a:prstDash val="solid"/>
            </a:ln>
          </p:spPr>
        </p:sp>
        <p:sp>
          <p:nvSpPr>
            <p:cNvPr id="3791" name="03_assume_matched_3790">
              <a:extLst>
                <a:ext uri="{FF2B5EF4-FFF2-40B4-BE49-F238E27FC236}">
                  <a16:creationId xmlns:a16="http://schemas.microsoft.com/office/drawing/2014/main" id="{E116F85F-AC4E-49A5-8E00-EF729BAF1807}"/>
                </a:ext>
              </a:extLst>
            </p:cNvPr>
            <p:cNvSpPr>
              <a:spLocks/>
            </p:cNvSpPr>
            <p:nvPr/>
          </p:nvSpPr>
          <p:spPr>
            <a:xfrm>
              <a:off x="4267453" y="7753078"/>
              <a:ext cx="28398" cy="28398"/>
            </a:xfrm>
            <a:prstGeom prst="ellipse">
              <a:avLst/>
            </a:prstGeom>
            <a:solidFill>
              <a:srgbClr val="7F8C97">
                <a:alpha val="48000"/>
              </a:srgbClr>
            </a:solidFill>
            <a:ln w="0">
              <a:noFill/>
              <a:prstDash val="solid"/>
            </a:ln>
          </p:spPr>
        </p:sp>
        <p:sp>
          <p:nvSpPr>
            <p:cNvPr id="3792" name="03_assume_matched_3791">
              <a:extLst>
                <a:ext uri="{FF2B5EF4-FFF2-40B4-BE49-F238E27FC236}">
                  <a16:creationId xmlns:a16="http://schemas.microsoft.com/office/drawing/2014/main" id="{5B03580E-3BCE-4343-A535-48865A16D1F5}"/>
                </a:ext>
              </a:extLst>
            </p:cNvPr>
            <p:cNvSpPr>
              <a:spLocks/>
            </p:cNvSpPr>
            <p:nvPr/>
          </p:nvSpPr>
          <p:spPr>
            <a:xfrm>
              <a:off x="4210322" y="7753078"/>
              <a:ext cx="28398" cy="28398"/>
            </a:xfrm>
            <a:prstGeom prst="ellipse">
              <a:avLst/>
            </a:prstGeom>
            <a:solidFill>
              <a:srgbClr val="7F8C97">
                <a:alpha val="48000"/>
              </a:srgbClr>
            </a:solidFill>
            <a:ln w="0">
              <a:noFill/>
              <a:prstDash val="solid"/>
            </a:ln>
          </p:spPr>
        </p:sp>
        <p:sp>
          <p:nvSpPr>
            <p:cNvPr id="3793" name="03_assume_matched_3792">
              <a:extLst>
                <a:ext uri="{FF2B5EF4-FFF2-40B4-BE49-F238E27FC236}">
                  <a16:creationId xmlns:a16="http://schemas.microsoft.com/office/drawing/2014/main" id="{6BC7BA47-FD25-4D61-9251-636978472BA2}"/>
                </a:ext>
              </a:extLst>
            </p:cNvPr>
            <p:cNvSpPr>
              <a:spLocks/>
            </p:cNvSpPr>
            <p:nvPr/>
          </p:nvSpPr>
          <p:spPr>
            <a:xfrm>
              <a:off x="4289184" y="7460643"/>
              <a:ext cx="28398" cy="28398"/>
            </a:xfrm>
            <a:prstGeom prst="ellipse">
              <a:avLst/>
            </a:prstGeom>
            <a:solidFill>
              <a:srgbClr val="7F8C97">
                <a:alpha val="48000"/>
              </a:srgbClr>
            </a:solidFill>
            <a:ln w="0">
              <a:noFill/>
              <a:prstDash val="solid"/>
            </a:ln>
          </p:spPr>
        </p:sp>
        <p:sp>
          <p:nvSpPr>
            <p:cNvPr id="3794" name="03_assume_matched_3793">
              <a:extLst>
                <a:ext uri="{FF2B5EF4-FFF2-40B4-BE49-F238E27FC236}">
                  <a16:creationId xmlns:a16="http://schemas.microsoft.com/office/drawing/2014/main" id="{BE980ECB-0619-434D-901B-CAAA594BA601}"/>
                </a:ext>
              </a:extLst>
            </p:cNvPr>
            <p:cNvSpPr>
              <a:spLocks/>
            </p:cNvSpPr>
            <p:nvPr/>
          </p:nvSpPr>
          <p:spPr>
            <a:xfrm>
              <a:off x="4256948" y="7502419"/>
              <a:ext cx="28398" cy="28398"/>
            </a:xfrm>
            <a:prstGeom prst="ellipse">
              <a:avLst/>
            </a:prstGeom>
            <a:solidFill>
              <a:srgbClr val="7F8C97">
                <a:alpha val="48000"/>
              </a:srgbClr>
            </a:solidFill>
            <a:ln w="0">
              <a:noFill/>
              <a:prstDash val="solid"/>
            </a:ln>
          </p:spPr>
        </p:sp>
        <p:sp>
          <p:nvSpPr>
            <p:cNvPr id="3795" name="03_assume_matched_3794">
              <a:extLst>
                <a:ext uri="{FF2B5EF4-FFF2-40B4-BE49-F238E27FC236}">
                  <a16:creationId xmlns:a16="http://schemas.microsoft.com/office/drawing/2014/main" id="{989F92DD-66BE-4FD4-A484-BAF153602E52}"/>
                </a:ext>
              </a:extLst>
            </p:cNvPr>
            <p:cNvSpPr>
              <a:spLocks/>
            </p:cNvSpPr>
            <p:nvPr/>
          </p:nvSpPr>
          <p:spPr>
            <a:xfrm>
              <a:off x="4161680" y="7487228"/>
              <a:ext cx="28398" cy="28398"/>
            </a:xfrm>
            <a:prstGeom prst="ellipse">
              <a:avLst/>
            </a:prstGeom>
            <a:solidFill>
              <a:srgbClr val="7F8C97">
                <a:alpha val="48000"/>
              </a:srgbClr>
            </a:solidFill>
            <a:ln w="0">
              <a:noFill/>
              <a:prstDash val="solid"/>
            </a:ln>
          </p:spPr>
        </p:sp>
        <p:sp>
          <p:nvSpPr>
            <p:cNvPr id="3796" name="03_assume_matched_3795">
              <a:extLst>
                <a:ext uri="{FF2B5EF4-FFF2-40B4-BE49-F238E27FC236}">
                  <a16:creationId xmlns:a16="http://schemas.microsoft.com/office/drawing/2014/main" id="{DC5C2301-A3FD-472B-AD34-7A9EDD7E2620}"/>
                </a:ext>
              </a:extLst>
            </p:cNvPr>
            <p:cNvSpPr>
              <a:spLocks/>
            </p:cNvSpPr>
            <p:nvPr/>
          </p:nvSpPr>
          <p:spPr>
            <a:xfrm>
              <a:off x="4192333" y="7753078"/>
              <a:ext cx="28398" cy="28398"/>
            </a:xfrm>
            <a:prstGeom prst="ellipse">
              <a:avLst/>
            </a:prstGeom>
            <a:solidFill>
              <a:srgbClr val="7F8C97">
                <a:alpha val="48000"/>
              </a:srgbClr>
            </a:solidFill>
            <a:ln w="0">
              <a:noFill/>
              <a:prstDash val="solid"/>
            </a:ln>
          </p:spPr>
        </p:sp>
        <p:sp>
          <p:nvSpPr>
            <p:cNvPr id="3797" name="03_assume_matched_3796">
              <a:extLst>
                <a:ext uri="{FF2B5EF4-FFF2-40B4-BE49-F238E27FC236}">
                  <a16:creationId xmlns:a16="http://schemas.microsoft.com/office/drawing/2014/main" id="{244E04C0-9292-48F1-991A-7F66E09510E1}"/>
                </a:ext>
              </a:extLst>
            </p:cNvPr>
            <p:cNvSpPr>
              <a:spLocks/>
            </p:cNvSpPr>
            <p:nvPr/>
          </p:nvSpPr>
          <p:spPr>
            <a:xfrm>
              <a:off x="4161393" y="7606860"/>
              <a:ext cx="28398" cy="28398"/>
            </a:xfrm>
            <a:prstGeom prst="ellipse">
              <a:avLst/>
            </a:prstGeom>
            <a:solidFill>
              <a:srgbClr val="7F8C97">
                <a:alpha val="48000"/>
              </a:srgbClr>
            </a:solidFill>
            <a:ln w="0">
              <a:noFill/>
              <a:prstDash val="solid"/>
            </a:ln>
          </p:spPr>
        </p:sp>
        <p:sp>
          <p:nvSpPr>
            <p:cNvPr id="3798" name="03_assume_matched_3797">
              <a:extLst>
                <a:ext uri="{FF2B5EF4-FFF2-40B4-BE49-F238E27FC236}">
                  <a16:creationId xmlns:a16="http://schemas.microsoft.com/office/drawing/2014/main" id="{AC633458-B059-4DD4-938C-82761EAAB5B5}"/>
                </a:ext>
              </a:extLst>
            </p:cNvPr>
            <p:cNvSpPr>
              <a:spLocks/>
            </p:cNvSpPr>
            <p:nvPr/>
          </p:nvSpPr>
          <p:spPr>
            <a:xfrm>
              <a:off x="4242701" y="7460643"/>
              <a:ext cx="28398" cy="28398"/>
            </a:xfrm>
            <a:prstGeom prst="ellipse">
              <a:avLst/>
            </a:prstGeom>
            <a:solidFill>
              <a:srgbClr val="7F8C97">
                <a:alpha val="48000"/>
              </a:srgbClr>
            </a:solidFill>
            <a:ln w="0">
              <a:noFill/>
              <a:prstDash val="solid"/>
            </a:ln>
          </p:spPr>
        </p:sp>
        <p:sp>
          <p:nvSpPr>
            <p:cNvPr id="3799" name="03_assume_matched_3798">
              <a:extLst>
                <a:ext uri="{FF2B5EF4-FFF2-40B4-BE49-F238E27FC236}">
                  <a16:creationId xmlns:a16="http://schemas.microsoft.com/office/drawing/2014/main" id="{1261110F-C8E2-4E59-903A-BD4DCB8F08FD}"/>
                </a:ext>
              </a:extLst>
            </p:cNvPr>
            <p:cNvSpPr>
              <a:spLocks/>
            </p:cNvSpPr>
            <p:nvPr/>
          </p:nvSpPr>
          <p:spPr>
            <a:xfrm>
              <a:off x="4223993" y="7460643"/>
              <a:ext cx="28398" cy="28398"/>
            </a:xfrm>
            <a:prstGeom prst="ellipse">
              <a:avLst/>
            </a:prstGeom>
            <a:solidFill>
              <a:srgbClr val="7F8C97">
                <a:alpha val="48000"/>
              </a:srgbClr>
            </a:solidFill>
            <a:ln w="0">
              <a:noFill/>
              <a:prstDash val="solid"/>
            </a:ln>
          </p:spPr>
        </p:sp>
        <p:sp>
          <p:nvSpPr>
            <p:cNvPr id="3800" name="03_assume_matched_3799">
              <a:extLst>
                <a:ext uri="{FF2B5EF4-FFF2-40B4-BE49-F238E27FC236}">
                  <a16:creationId xmlns:a16="http://schemas.microsoft.com/office/drawing/2014/main" id="{8D33E8C7-7147-4CA8-81D2-E8A6D0504A73}"/>
                </a:ext>
              </a:extLst>
            </p:cNvPr>
            <p:cNvSpPr>
              <a:spLocks/>
            </p:cNvSpPr>
            <p:nvPr/>
          </p:nvSpPr>
          <p:spPr>
            <a:xfrm>
              <a:off x="4208739" y="7753078"/>
              <a:ext cx="28398" cy="28398"/>
            </a:xfrm>
            <a:prstGeom prst="ellipse">
              <a:avLst/>
            </a:prstGeom>
            <a:solidFill>
              <a:srgbClr val="7F8C97">
                <a:alpha val="48000"/>
              </a:srgbClr>
            </a:solidFill>
            <a:ln w="0">
              <a:noFill/>
              <a:prstDash val="solid"/>
            </a:ln>
          </p:spPr>
        </p:sp>
        <p:sp>
          <p:nvSpPr>
            <p:cNvPr id="3801" name="03_assume_matched_3800">
              <a:extLst>
                <a:ext uri="{FF2B5EF4-FFF2-40B4-BE49-F238E27FC236}">
                  <a16:creationId xmlns:a16="http://schemas.microsoft.com/office/drawing/2014/main" id="{E6D007B1-9B80-4366-A5CC-7F3732DF857C}"/>
                </a:ext>
              </a:extLst>
            </p:cNvPr>
            <p:cNvSpPr>
              <a:spLocks/>
            </p:cNvSpPr>
            <p:nvPr/>
          </p:nvSpPr>
          <p:spPr>
            <a:xfrm>
              <a:off x="4194492" y="7753078"/>
              <a:ext cx="28398" cy="28398"/>
            </a:xfrm>
            <a:prstGeom prst="ellipse">
              <a:avLst/>
            </a:prstGeom>
            <a:solidFill>
              <a:srgbClr val="7F8C97">
                <a:alpha val="48000"/>
              </a:srgbClr>
            </a:solidFill>
            <a:ln w="0">
              <a:noFill/>
              <a:prstDash val="solid"/>
            </a:ln>
          </p:spPr>
        </p:sp>
        <p:sp>
          <p:nvSpPr>
            <p:cNvPr id="3802" name="03_assume_matched_3801">
              <a:extLst>
                <a:ext uri="{FF2B5EF4-FFF2-40B4-BE49-F238E27FC236}">
                  <a16:creationId xmlns:a16="http://schemas.microsoft.com/office/drawing/2014/main" id="{81F89983-7EC7-455D-9545-DF5E83EEEF39}"/>
                </a:ext>
              </a:extLst>
            </p:cNvPr>
            <p:cNvSpPr>
              <a:spLocks/>
            </p:cNvSpPr>
            <p:nvPr/>
          </p:nvSpPr>
          <p:spPr>
            <a:xfrm>
              <a:off x="4210897" y="7753078"/>
              <a:ext cx="28398" cy="28398"/>
            </a:xfrm>
            <a:prstGeom prst="ellipse">
              <a:avLst/>
            </a:prstGeom>
            <a:solidFill>
              <a:srgbClr val="7F8C97">
                <a:alpha val="48000"/>
              </a:srgbClr>
            </a:solidFill>
            <a:ln w="0">
              <a:noFill/>
              <a:prstDash val="solid"/>
            </a:ln>
          </p:spPr>
        </p:sp>
        <p:sp>
          <p:nvSpPr>
            <p:cNvPr id="3803" name="03_assume_matched_3802">
              <a:extLst>
                <a:ext uri="{FF2B5EF4-FFF2-40B4-BE49-F238E27FC236}">
                  <a16:creationId xmlns:a16="http://schemas.microsoft.com/office/drawing/2014/main" id="{E2C34330-9F62-43AA-8A37-3EE62DC380EB}"/>
                </a:ext>
              </a:extLst>
            </p:cNvPr>
            <p:cNvSpPr>
              <a:spLocks/>
            </p:cNvSpPr>
            <p:nvPr/>
          </p:nvSpPr>
          <p:spPr>
            <a:xfrm>
              <a:off x="4296091" y="7460643"/>
              <a:ext cx="28398" cy="28398"/>
            </a:xfrm>
            <a:prstGeom prst="ellipse">
              <a:avLst/>
            </a:prstGeom>
            <a:solidFill>
              <a:srgbClr val="7F8C97">
                <a:alpha val="48000"/>
              </a:srgbClr>
            </a:solidFill>
            <a:ln w="0">
              <a:noFill/>
              <a:prstDash val="solid"/>
            </a:ln>
          </p:spPr>
        </p:sp>
        <p:sp>
          <p:nvSpPr>
            <p:cNvPr id="3804" name="03_assume_matched_3803">
              <a:extLst>
                <a:ext uri="{FF2B5EF4-FFF2-40B4-BE49-F238E27FC236}">
                  <a16:creationId xmlns:a16="http://schemas.microsoft.com/office/drawing/2014/main" id="{99ECE24F-C87E-4CC4-80DA-C051CAC97434}"/>
                </a:ext>
              </a:extLst>
            </p:cNvPr>
            <p:cNvSpPr>
              <a:spLocks/>
            </p:cNvSpPr>
            <p:nvPr/>
          </p:nvSpPr>
          <p:spPr>
            <a:xfrm>
              <a:off x="4251048" y="7558121"/>
              <a:ext cx="28398" cy="28398"/>
            </a:xfrm>
            <a:prstGeom prst="ellipse">
              <a:avLst/>
            </a:prstGeom>
            <a:solidFill>
              <a:srgbClr val="7F8C97">
                <a:alpha val="48000"/>
              </a:srgbClr>
            </a:solidFill>
            <a:ln w="0">
              <a:noFill/>
              <a:prstDash val="solid"/>
            </a:ln>
          </p:spPr>
        </p:sp>
        <p:sp>
          <p:nvSpPr>
            <p:cNvPr id="3805" name="03_assume_matched_3804">
              <a:extLst>
                <a:ext uri="{FF2B5EF4-FFF2-40B4-BE49-F238E27FC236}">
                  <a16:creationId xmlns:a16="http://schemas.microsoft.com/office/drawing/2014/main" id="{AA7E7961-9D20-417F-84DB-2F02DD37AA69}"/>
                </a:ext>
              </a:extLst>
            </p:cNvPr>
            <p:cNvSpPr>
              <a:spLocks/>
            </p:cNvSpPr>
            <p:nvPr/>
          </p:nvSpPr>
          <p:spPr>
            <a:xfrm>
              <a:off x="4260834" y="7655599"/>
              <a:ext cx="28398" cy="28398"/>
            </a:xfrm>
            <a:prstGeom prst="ellipse">
              <a:avLst/>
            </a:prstGeom>
            <a:solidFill>
              <a:srgbClr val="7F8C97">
                <a:alpha val="48000"/>
              </a:srgbClr>
            </a:solidFill>
            <a:ln w="0">
              <a:noFill/>
              <a:prstDash val="solid"/>
            </a:ln>
          </p:spPr>
        </p:sp>
        <p:sp>
          <p:nvSpPr>
            <p:cNvPr id="3806" name="03_assume_matched_3805">
              <a:extLst>
                <a:ext uri="{FF2B5EF4-FFF2-40B4-BE49-F238E27FC236}">
                  <a16:creationId xmlns:a16="http://schemas.microsoft.com/office/drawing/2014/main" id="{1A72830F-60F0-4F09-BD80-86C942CD27AB}"/>
                </a:ext>
              </a:extLst>
            </p:cNvPr>
            <p:cNvSpPr>
              <a:spLocks/>
            </p:cNvSpPr>
            <p:nvPr/>
          </p:nvSpPr>
          <p:spPr>
            <a:xfrm>
              <a:off x="4197658" y="7590614"/>
              <a:ext cx="28398" cy="28398"/>
            </a:xfrm>
            <a:prstGeom prst="ellipse">
              <a:avLst/>
            </a:prstGeom>
            <a:solidFill>
              <a:srgbClr val="7F8C97">
                <a:alpha val="48000"/>
              </a:srgbClr>
            </a:solidFill>
            <a:ln w="0">
              <a:noFill/>
              <a:prstDash val="solid"/>
            </a:ln>
          </p:spPr>
        </p:sp>
        <p:sp>
          <p:nvSpPr>
            <p:cNvPr id="3807" name="03_assume_matched_3806">
              <a:extLst>
                <a:ext uri="{FF2B5EF4-FFF2-40B4-BE49-F238E27FC236}">
                  <a16:creationId xmlns:a16="http://schemas.microsoft.com/office/drawing/2014/main" id="{F100E8C5-7E1F-4453-9098-165E3EDE5D2F}"/>
                </a:ext>
              </a:extLst>
            </p:cNvPr>
            <p:cNvSpPr>
              <a:spLocks/>
            </p:cNvSpPr>
            <p:nvPr/>
          </p:nvSpPr>
          <p:spPr>
            <a:xfrm>
              <a:off x="4288032" y="7558121"/>
              <a:ext cx="28398" cy="28398"/>
            </a:xfrm>
            <a:prstGeom prst="ellipse">
              <a:avLst/>
            </a:prstGeom>
            <a:solidFill>
              <a:srgbClr val="7F8C97">
                <a:alpha val="48000"/>
              </a:srgbClr>
            </a:solidFill>
            <a:ln w="0">
              <a:noFill/>
              <a:prstDash val="solid"/>
            </a:ln>
          </p:spPr>
        </p:sp>
        <p:sp>
          <p:nvSpPr>
            <p:cNvPr id="3808" name="03_assume_matched_3807">
              <a:extLst>
                <a:ext uri="{FF2B5EF4-FFF2-40B4-BE49-F238E27FC236}">
                  <a16:creationId xmlns:a16="http://schemas.microsoft.com/office/drawing/2014/main" id="{AAD8E5A9-B213-4954-8F87-76FC3C0C8650}"/>
                </a:ext>
              </a:extLst>
            </p:cNvPr>
            <p:cNvSpPr>
              <a:spLocks/>
            </p:cNvSpPr>
            <p:nvPr/>
          </p:nvSpPr>
          <p:spPr>
            <a:xfrm>
              <a:off x="4261121" y="7487228"/>
              <a:ext cx="28398" cy="28398"/>
            </a:xfrm>
            <a:prstGeom prst="ellipse">
              <a:avLst/>
            </a:prstGeom>
            <a:solidFill>
              <a:srgbClr val="7F8C97">
                <a:alpha val="48000"/>
              </a:srgbClr>
            </a:solidFill>
            <a:ln w="0">
              <a:noFill/>
              <a:prstDash val="solid"/>
            </a:ln>
          </p:spPr>
        </p:sp>
        <p:sp>
          <p:nvSpPr>
            <p:cNvPr id="3809" name="03_assume_matched_3808">
              <a:extLst>
                <a:ext uri="{FF2B5EF4-FFF2-40B4-BE49-F238E27FC236}">
                  <a16:creationId xmlns:a16="http://schemas.microsoft.com/office/drawing/2014/main" id="{67BDD73F-3E69-4353-A436-E69F6783F7CE}"/>
                </a:ext>
              </a:extLst>
            </p:cNvPr>
            <p:cNvSpPr>
              <a:spLocks/>
            </p:cNvSpPr>
            <p:nvPr/>
          </p:nvSpPr>
          <p:spPr>
            <a:xfrm>
              <a:off x="4178949" y="7753078"/>
              <a:ext cx="28398" cy="28398"/>
            </a:xfrm>
            <a:prstGeom prst="ellipse">
              <a:avLst/>
            </a:prstGeom>
            <a:solidFill>
              <a:srgbClr val="7F8C97">
                <a:alpha val="48000"/>
              </a:srgbClr>
            </a:solidFill>
            <a:ln w="0">
              <a:noFill/>
              <a:prstDash val="solid"/>
            </a:ln>
          </p:spPr>
        </p:sp>
        <p:sp>
          <p:nvSpPr>
            <p:cNvPr id="3810" name="03_assume_matched_3809">
              <a:extLst>
                <a:ext uri="{FF2B5EF4-FFF2-40B4-BE49-F238E27FC236}">
                  <a16:creationId xmlns:a16="http://schemas.microsoft.com/office/drawing/2014/main" id="{2C0C3DE5-EF80-4BFD-90D6-4ABF78FA00E1}"/>
                </a:ext>
              </a:extLst>
            </p:cNvPr>
            <p:cNvSpPr>
              <a:spLocks/>
            </p:cNvSpPr>
            <p:nvPr/>
          </p:nvSpPr>
          <p:spPr>
            <a:xfrm>
              <a:off x="4186289" y="7519130"/>
              <a:ext cx="28398" cy="28398"/>
            </a:xfrm>
            <a:prstGeom prst="ellipse">
              <a:avLst/>
            </a:prstGeom>
            <a:solidFill>
              <a:srgbClr val="7F8C97">
                <a:alpha val="48000"/>
              </a:srgbClr>
            </a:solidFill>
            <a:ln w="0">
              <a:noFill/>
              <a:prstDash val="solid"/>
            </a:ln>
          </p:spPr>
        </p:sp>
        <p:sp>
          <p:nvSpPr>
            <p:cNvPr id="3811" name="03_assume_matched_3810">
              <a:extLst>
                <a:ext uri="{FF2B5EF4-FFF2-40B4-BE49-F238E27FC236}">
                  <a16:creationId xmlns:a16="http://schemas.microsoft.com/office/drawing/2014/main" id="{2409E6C1-44E7-409C-B42F-0EFDE2F41557}"/>
                </a:ext>
              </a:extLst>
            </p:cNvPr>
            <p:cNvSpPr>
              <a:spLocks/>
            </p:cNvSpPr>
            <p:nvPr/>
          </p:nvSpPr>
          <p:spPr>
            <a:xfrm>
              <a:off x="4197514" y="7655599"/>
              <a:ext cx="28398" cy="28398"/>
            </a:xfrm>
            <a:prstGeom prst="ellipse">
              <a:avLst/>
            </a:prstGeom>
            <a:solidFill>
              <a:srgbClr val="7F8C97">
                <a:alpha val="48000"/>
              </a:srgbClr>
            </a:solidFill>
            <a:ln w="0">
              <a:noFill/>
              <a:prstDash val="solid"/>
            </a:ln>
          </p:spPr>
        </p:sp>
        <p:sp>
          <p:nvSpPr>
            <p:cNvPr id="3812" name="03_assume_matched_3811">
              <a:extLst>
                <a:ext uri="{FF2B5EF4-FFF2-40B4-BE49-F238E27FC236}">
                  <a16:creationId xmlns:a16="http://schemas.microsoft.com/office/drawing/2014/main" id="{7A2AC9D1-8239-4EC3-8326-325C0732909A}"/>
                </a:ext>
              </a:extLst>
            </p:cNvPr>
            <p:cNvSpPr>
              <a:spLocks/>
            </p:cNvSpPr>
            <p:nvPr/>
          </p:nvSpPr>
          <p:spPr>
            <a:xfrm>
              <a:off x="4286881" y="7460643"/>
              <a:ext cx="28398" cy="28398"/>
            </a:xfrm>
            <a:prstGeom prst="ellipse">
              <a:avLst/>
            </a:prstGeom>
            <a:solidFill>
              <a:srgbClr val="7F8C97">
                <a:alpha val="48000"/>
              </a:srgbClr>
            </a:solidFill>
            <a:ln w="0">
              <a:noFill/>
              <a:prstDash val="solid"/>
            </a:ln>
          </p:spPr>
        </p:sp>
        <p:sp>
          <p:nvSpPr>
            <p:cNvPr id="3813" name="03_assume_matched_3812">
              <a:extLst>
                <a:ext uri="{FF2B5EF4-FFF2-40B4-BE49-F238E27FC236}">
                  <a16:creationId xmlns:a16="http://schemas.microsoft.com/office/drawing/2014/main" id="{BDAFF5DA-BC18-4CB4-AD8E-E94DB56B9EFC}"/>
                </a:ext>
              </a:extLst>
            </p:cNvPr>
            <p:cNvSpPr>
              <a:spLocks/>
            </p:cNvSpPr>
            <p:nvPr/>
          </p:nvSpPr>
          <p:spPr>
            <a:xfrm>
              <a:off x="4199816" y="7460643"/>
              <a:ext cx="28398" cy="28398"/>
            </a:xfrm>
            <a:prstGeom prst="ellipse">
              <a:avLst/>
            </a:prstGeom>
            <a:solidFill>
              <a:srgbClr val="7F8C97">
                <a:alpha val="48000"/>
              </a:srgbClr>
            </a:solidFill>
            <a:ln w="0">
              <a:noFill/>
              <a:prstDash val="solid"/>
            </a:ln>
          </p:spPr>
        </p:sp>
        <p:sp>
          <p:nvSpPr>
            <p:cNvPr id="3814" name="03_assume_matched_3813">
              <a:extLst>
                <a:ext uri="{FF2B5EF4-FFF2-40B4-BE49-F238E27FC236}">
                  <a16:creationId xmlns:a16="http://schemas.microsoft.com/office/drawing/2014/main" id="{5CF18A5E-3EAF-4B11-B3DD-F61D62D3BC30}"/>
                </a:ext>
              </a:extLst>
            </p:cNvPr>
            <p:cNvSpPr>
              <a:spLocks/>
            </p:cNvSpPr>
            <p:nvPr/>
          </p:nvSpPr>
          <p:spPr>
            <a:xfrm>
              <a:off x="4278822" y="7558121"/>
              <a:ext cx="28398" cy="28398"/>
            </a:xfrm>
            <a:prstGeom prst="ellipse">
              <a:avLst/>
            </a:prstGeom>
            <a:solidFill>
              <a:srgbClr val="7F8C97">
                <a:alpha val="48000"/>
              </a:srgbClr>
            </a:solidFill>
            <a:ln w="0">
              <a:noFill/>
              <a:prstDash val="solid"/>
            </a:ln>
          </p:spPr>
        </p:sp>
        <p:sp>
          <p:nvSpPr>
            <p:cNvPr id="3815" name="03_assume_matched_3814">
              <a:extLst>
                <a:ext uri="{FF2B5EF4-FFF2-40B4-BE49-F238E27FC236}">
                  <a16:creationId xmlns:a16="http://schemas.microsoft.com/office/drawing/2014/main" id="{4E24A6EA-1D2F-4507-85EA-CC3CC4C8CB3D}"/>
                </a:ext>
              </a:extLst>
            </p:cNvPr>
            <p:cNvSpPr>
              <a:spLocks/>
            </p:cNvSpPr>
            <p:nvPr/>
          </p:nvSpPr>
          <p:spPr>
            <a:xfrm>
              <a:off x="4279974" y="7460643"/>
              <a:ext cx="28398" cy="28398"/>
            </a:xfrm>
            <a:prstGeom prst="ellipse">
              <a:avLst/>
            </a:prstGeom>
            <a:solidFill>
              <a:srgbClr val="7F8C97">
                <a:alpha val="48000"/>
              </a:srgbClr>
            </a:solidFill>
            <a:ln w="0">
              <a:noFill/>
              <a:prstDash val="solid"/>
            </a:ln>
          </p:spPr>
        </p:sp>
        <p:sp>
          <p:nvSpPr>
            <p:cNvPr id="3816" name="03_assume_matched_3815">
              <a:extLst>
                <a:ext uri="{FF2B5EF4-FFF2-40B4-BE49-F238E27FC236}">
                  <a16:creationId xmlns:a16="http://schemas.microsoft.com/office/drawing/2014/main" id="{7BD2C38A-74A1-4753-825C-93761A917019}"/>
                </a:ext>
              </a:extLst>
            </p:cNvPr>
            <p:cNvSpPr>
              <a:spLocks/>
            </p:cNvSpPr>
            <p:nvPr/>
          </p:nvSpPr>
          <p:spPr>
            <a:xfrm>
              <a:off x="4283715" y="7753078"/>
              <a:ext cx="28398" cy="28398"/>
            </a:xfrm>
            <a:prstGeom prst="ellipse">
              <a:avLst/>
            </a:prstGeom>
            <a:solidFill>
              <a:srgbClr val="7F8C97">
                <a:alpha val="48000"/>
              </a:srgbClr>
            </a:solidFill>
            <a:ln w="0">
              <a:noFill/>
              <a:prstDash val="solid"/>
            </a:ln>
          </p:spPr>
        </p:sp>
        <p:sp>
          <p:nvSpPr>
            <p:cNvPr id="3817" name="03_assume_matched_3816">
              <a:extLst>
                <a:ext uri="{FF2B5EF4-FFF2-40B4-BE49-F238E27FC236}">
                  <a16:creationId xmlns:a16="http://schemas.microsoft.com/office/drawing/2014/main" id="{F7730540-85F7-45DA-ABA4-83C9AC713986}"/>
                </a:ext>
              </a:extLst>
            </p:cNvPr>
            <p:cNvSpPr>
              <a:spLocks/>
            </p:cNvSpPr>
            <p:nvPr/>
          </p:nvSpPr>
          <p:spPr>
            <a:xfrm>
              <a:off x="4200967" y="7753078"/>
              <a:ext cx="28398" cy="28398"/>
            </a:xfrm>
            <a:prstGeom prst="ellipse">
              <a:avLst/>
            </a:prstGeom>
            <a:solidFill>
              <a:srgbClr val="7F8C97">
                <a:alpha val="48000"/>
              </a:srgbClr>
            </a:solidFill>
            <a:ln w="0">
              <a:noFill/>
              <a:prstDash val="solid"/>
            </a:ln>
          </p:spPr>
        </p:sp>
        <p:sp>
          <p:nvSpPr>
            <p:cNvPr id="3818" name="03_assume_matched_3817">
              <a:extLst>
                <a:ext uri="{FF2B5EF4-FFF2-40B4-BE49-F238E27FC236}">
                  <a16:creationId xmlns:a16="http://schemas.microsoft.com/office/drawing/2014/main" id="{E8A1EB2D-FB30-495E-9E78-2695E11ECA28}"/>
                </a:ext>
              </a:extLst>
            </p:cNvPr>
            <p:cNvSpPr>
              <a:spLocks/>
            </p:cNvSpPr>
            <p:nvPr/>
          </p:nvSpPr>
          <p:spPr>
            <a:xfrm>
              <a:off x="4179237" y="7460643"/>
              <a:ext cx="28398" cy="28398"/>
            </a:xfrm>
            <a:prstGeom prst="ellipse">
              <a:avLst/>
            </a:prstGeom>
            <a:solidFill>
              <a:srgbClr val="7F8C97">
                <a:alpha val="48000"/>
              </a:srgbClr>
            </a:solidFill>
            <a:ln w="0">
              <a:noFill/>
              <a:prstDash val="solid"/>
            </a:ln>
          </p:spPr>
        </p:sp>
        <p:sp>
          <p:nvSpPr>
            <p:cNvPr id="3819" name="03_assume_matched_3818">
              <a:extLst>
                <a:ext uri="{FF2B5EF4-FFF2-40B4-BE49-F238E27FC236}">
                  <a16:creationId xmlns:a16="http://schemas.microsoft.com/office/drawing/2014/main" id="{499C4FF1-9612-4841-A8AC-E78C63921F7F}"/>
                </a:ext>
              </a:extLst>
            </p:cNvPr>
            <p:cNvSpPr>
              <a:spLocks/>
            </p:cNvSpPr>
            <p:nvPr/>
          </p:nvSpPr>
          <p:spPr>
            <a:xfrm>
              <a:off x="4262992" y="7753078"/>
              <a:ext cx="28398" cy="28398"/>
            </a:xfrm>
            <a:prstGeom prst="ellipse">
              <a:avLst/>
            </a:prstGeom>
            <a:solidFill>
              <a:srgbClr val="7F8C97">
                <a:alpha val="48000"/>
              </a:srgbClr>
            </a:solidFill>
            <a:ln w="0">
              <a:noFill/>
              <a:prstDash val="solid"/>
            </a:ln>
          </p:spPr>
        </p:sp>
        <p:sp>
          <p:nvSpPr>
            <p:cNvPr id="3820" name="03_assume_matched_3819">
              <a:extLst>
                <a:ext uri="{FF2B5EF4-FFF2-40B4-BE49-F238E27FC236}">
                  <a16:creationId xmlns:a16="http://schemas.microsoft.com/office/drawing/2014/main" id="{356ED3C3-59D9-4D70-9860-282C33D6BB43}"/>
                </a:ext>
              </a:extLst>
            </p:cNvPr>
            <p:cNvSpPr>
              <a:spLocks/>
            </p:cNvSpPr>
            <p:nvPr/>
          </p:nvSpPr>
          <p:spPr>
            <a:xfrm>
              <a:off x="4172474" y="7753078"/>
              <a:ext cx="28398" cy="28398"/>
            </a:xfrm>
            <a:prstGeom prst="ellipse">
              <a:avLst/>
            </a:prstGeom>
            <a:solidFill>
              <a:srgbClr val="7F8C97">
                <a:alpha val="48000"/>
              </a:srgbClr>
            </a:solidFill>
            <a:ln w="0">
              <a:noFill/>
              <a:prstDash val="solid"/>
            </a:ln>
          </p:spPr>
        </p:sp>
        <p:sp>
          <p:nvSpPr>
            <p:cNvPr id="3821" name="03_assume_matched_3820">
              <a:extLst>
                <a:ext uri="{FF2B5EF4-FFF2-40B4-BE49-F238E27FC236}">
                  <a16:creationId xmlns:a16="http://schemas.microsoft.com/office/drawing/2014/main" id="{04841366-9C02-4013-8B68-FDD304ED5CCB}"/>
                </a:ext>
              </a:extLst>
            </p:cNvPr>
            <p:cNvSpPr>
              <a:spLocks/>
            </p:cNvSpPr>
            <p:nvPr/>
          </p:nvSpPr>
          <p:spPr>
            <a:xfrm>
              <a:off x="4266590" y="7519130"/>
              <a:ext cx="28398" cy="28398"/>
            </a:xfrm>
            <a:prstGeom prst="ellipse">
              <a:avLst/>
            </a:prstGeom>
            <a:solidFill>
              <a:srgbClr val="7F8C97">
                <a:alpha val="48000"/>
              </a:srgbClr>
            </a:solidFill>
            <a:ln w="0">
              <a:noFill/>
              <a:prstDash val="solid"/>
            </a:ln>
          </p:spPr>
        </p:sp>
        <p:sp>
          <p:nvSpPr>
            <p:cNvPr id="3822" name="03_assume_matched_3821">
              <a:extLst>
                <a:ext uri="{FF2B5EF4-FFF2-40B4-BE49-F238E27FC236}">
                  <a16:creationId xmlns:a16="http://schemas.microsoft.com/office/drawing/2014/main" id="{11875BE2-0FCC-4E02-9870-39B527E5C5E2}"/>
                </a:ext>
              </a:extLst>
            </p:cNvPr>
            <p:cNvSpPr>
              <a:spLocks/>
            </p:cNvSpPr>
            <p:nvPr/>
          </p:nvSpPr>
          <p:spPr>
            <a:xfrm>
              <a:off x="4173769" y="7753078"/>
              <a:ext cx="28398" cy="28398"/>
            </a:xfrm>
            <a:prstGeom prst="ellipse">
              <a:avLst/>
            </a:prstGeom>
            <a:solidFill>
              <a:srgbClr val="7F8C97">
                <a:alpha val="48000"/>
              </a:srgbClr>
            </a:solidFill>
            <a:ln w="0">
              <a:noFill/>
              <a:prstDash val="solid"/>
            </a:ln>
          </p:spPr>
        </p:sp>
        <p:sp>
          <p:nvSpPr>
            <p:cNvPr id="3823" name="03_assume_matched_3822">
              <a:extLst>
                <a:ext uri="{FF2B5EF4-FFF2-40B4-BE49-F238E27FC236}">
                  <a16:creationId xmlns:a16="http://schemas.microsoft.com/office/drawing/2014/main" id="{EC051EFB-E566-4F00-8478-0656C5E68317}"/>
                </a:ext>
              </a:extLst>
            </p:cNvPr>
            <p:cNvSpPr>
              <a:spLocks/>
            </p:cNvSpPr>
            <p:nvPr/>
          </p:nvSpPr>
          <p:spPr>
            <a:xfrm>
              <a:off x="4294220" y="7753078"/>
              <a:ext cx="28398" cy="28398"/>
            </a:xfrm>
            <a:prstGeom prst="ellipse">
              <a:avLst/>
            </a:prstGeom>
            <a:solidFill>
              <a:srgbClr val="7F8C97">
                <a:alpha val="48000"/>
              </a:srgbClr>
            </a:solidFill>
            <a:ln w="0">
              <a:noFill/>
              <a:prstDash val="solid"/>
            </a:ln>
          </p:spPr>
        </p:sp>
        <p:sp>
          <p:nvSpPr>
            <p:cNvPr id="3824" name="03_assume_matched_3823">
              <a:extLst>
                <a:ext uri="{FF2B5EF4-FFF2-40B4-BE49-F238E27FC236}">
                  <a16:creationId xmlns:a16="http://schemas.microsoft.com/office/drawing/2014/main" id="{4915236B-7124-48C1-8A42-97B72EBBB24B}"/>
                </a:ext>
              </a:extLst>
            </p:cNvPr>
            <p:cNvSpPr>
              <a:spLocks/>
            </p:cNvSpPr>
            <p:nvPr/>
          </p:nvSpPr>
          <p:spPr>
            <a:xfrm>
              <a:off x="4272202" y="7753078"/>
              <a:ext cx="28398" cy="28398"/>
            </a:xfrm>
            <a:prstGeom prst="ellipse">
              <a:avLst/>
            </a:prstGeom>
            <a:solidFill>
              <a:srgbClr val="7F8C97">
                <a:alpha val="48000"/>
              </a:srgbClr>
            </a:solidFill>
            <a:ln w="0">
              <a:noFill/>
              <a:prstDash val="solid"/>
            </a:ln>
          </p:spPr>
        </p:sp>
        <p:sp>
          <p:nvSpPr>
            <p:cNvPr id="3825" name="03_assume_matched_3824">
              <a:extLst>
                <a:ext uri="{FF2B5EF4-FFF2-40B4-BE49-F238E27FC236}">
                  <a16:creationId xmlns:a16="http://schemas.microsoft.com/office/drawing/2014/main" id="{B7C8BFC0-24F0-4E2C-903F-A59D45ED1A4C}"/>
                </a:ext>
              </a:extLst>
            </p:cNvPr>
            <p:cNvSpPr>
              <a:spLocks/>
            </p:cNvSpPr>
            <p:nvPr/>
          </p:nvSpPr>
          <p:spPr>
            <a:xfrm>
              <a:off x="4220107" y="7753078"/>
              <a:ext cx="28398" cy="28398"/>
            </a:xfrm>
            <a:prstGeom prst="ellipse">
              <a:avLst/>
            </a:prstGeom>
            <a:solidFill>
              <a:srgbClr val="7F8C97">
                <a:alpha val="48000"/>
              </a:srgbClr>
            </a:solidFill>
            <a:ln w="0">
              <a:noFill/>
              <a:prstDash val="solid"/>
            </a:ln>
          </p:spPr>
        </p:sp>
        <p:sp>
          <p:nvSpPr>
            <p:cNvPr id="3826" name="03_assume_matched_3825">
              <a:extLst>
                <a:ext uri="{FF2B5EF4-FFF2-40B4-BE49-F238E27FC236}">
                  <a16:creationId xmlns:a16="http://schemas.microsoft.com/office/drawing/2014/main" id="{361ED06B-08D4-4418-BB21-649122E249DE}"/>
                </a:ext>
              </a:extLst>
            </p:cNvPr>
            <p:cNvSpPr>
              <a:spLocks/>
            </p:cNvSpPr>
            <p:nvPr/>
          </p:nvSpPr>
          <p:spPr>
            <a:xfrm>
              <a:off x="4195787" y="7753078"/>
              <a:ext cx="28398" cy="28398"/>
            </a:xfrm>
            <a:prstGeom prst="ellipse">
              <a:avLst/>
            </a:prstGeom>
            <a:solidFill>
              <a:srgbClr val="7F8C97">
                <a:alpha val="48000"/>
              </a:srgbClr>
            </a:solidFill>
            <a:ln w="0">
              <a:noFill/>
              <a:prstDash val="solid"/>
            </a:ln>
          </p:spPr>
        </p:sp>
        <p:sp>
          <p:nvSpPr>
            <p:cNvPr id="3827" name="03_assume_matched_3826">
              <a:extLst>
                <a:ext uri="{FF2B5EF4-FFF2-40B4-BE49-F238E27FC236}">
                  <a16:creationId xmlns:a16="http://schemas.microsoft.com/office/drawing/2014/main" id="{89B7CB3D-5D69-4891-B299-10E3B8C8F069}"/>
                </a:ext>
              </a:extLst>
            </p:cNvPr>
            <p:cNvSpPr>
              <a:spLocks/>
            </p:cNvSpPr>
            <p:nvPr/>
          </p:nvSpPr>
          <p:spPr>
            <a:xfrm>
              <a:off x="4298250" y="7753078"/>
              <a:ext cx="28398" cy="28398"/>
            </a:xfrm>
            <a:prstGeom prst="ellipse">
              <a:avLst/>
            </a:prstGeom>
            <a:solidFill>
              <a:srgbClr val="7F8C97">
                <a:alpha val="48000"/>
              </a:srgbClr>
            </a:solidFill>
            <a:ln w="0">
              <a:noFill/>
              <a:prstDash val="solid"/>
            </a:ln>
          </p:spPr>
        </p:sp>
        <p:sp>
          <p:nvSpPr>
            <p:cNvPr id="3828" name="03_assume_matched_3827">
              <a:extLst>
                <a:ext uri="{FF2B5EF4-FFF2-40B4-BE49-F238E27FC236}">
                  <a16:creationId xmlns:a16="http://schemas.microsoft.com/office/drawing/2014/main" id="{9C7A6DFE-FD96-4BC3-843B-7ADC29F3EBC3}"/>
                </a:ext>
              </a:extLst>
            </p:cNvPr>
            <p:cNvSpPr>
              <a:spLocks/>
            </p:cNvSpPr>
            <p:nvPr/>
          </p:nvSpPr>
          <p:spPr>
            <a:xfrm>
              <a:off x="4246011" y="7753078"/>
              <a:ext cx="28398" cy="28398"/>
            </a:xfrm>
            <a:prstGeom prst="ellipse">
              <a:avLst/>
            </a:prstGeom>
            <a:solidFill>
              <a:srgbClr val="7F8C97">
                <a:alpha val="48000"/>
              </a:srgbClr>
            </a:solidFill>
            <a:ln w="0">
              <a:noFill/>
              <a:prstDash val="solid"/>
            </a:ln>
          </p:spPr>
        </p:sp>
        <p:sp>
          <p:nvSpPr>
            <p:cNvPr id="3829" name="03_assume_matched_3828">
              <a:extLst>
                <a:ext uri="{FF2B5EF4-FFF2-40B4-BE49-F238E27FC236}">
                  <a16:creationId xmlns:a16="http://schemas.microsoft.com/office/drawing/2014/main" id="{45570D77-EE9A-4511-9E08-B26810C755C8}"/>
                </a:ext>
              </a:extLst>
            </p:cNvPr>
            <p:cNvSpPr>
              <a:spLocks/>
            </p:cNvSpPr>
            <p:nvPr/>
          </p:nvSpPr>
          <p:spPr>
            <a:xfrm>
              <a:off x="4278822" y="7753078"/>
              <a:ext cx="28398" cy="28398"/>
            </a:xfrm>
            <a:prstGeom prst="ellipse">
              <a:avLst/>
            </a:prstGeom>
            <a:solidFill>
              <a:srgbClr val="7F8C97">
                <a:alpha val="48000"/>
              </a:srgbClr>
            </a:solidFill>
            <a:ln w="0">
              <a:noFill/>
              <a:prstDash val="solid"/>
            </a:ln>
          </p:spPr>
        </p:sp>
        <p:sp>
          <p:nvSpPr>
            <p:cNvPr id="3830" name="03_assume_matched_3829">
              <a:extLst>
                <a:ext uri="{FF2B5EF4-FFF2-40B4-BE49-F238E27FC236}">
                  <a16:creationId xmlns:a16="http://schemas.microsoft.com/office/drawing/2014/main" id="{24CEF8E2-9790-48C6-9494-3E6FE0B6C892}"/>
                </a:ext>
              </a:extLst>
            </p:cNvPr>
            <p:cNvSpPr>
              <a:spLocks/>
            </p:cNvSpPr>
            <p:nvPr/>
          </p:nvSpPr>
          <p:spPr>
            <a:xfrm>
              <a:off x="4177942" y="7519130"/>
              <a:ext cx="28398" cy="28398"/>
            </a:xfrm>
            <a:prstGeom prst="ellipse">
              <a:avLst/>
            </a:prstGeom>
            <a:solidFill>
              <a:srgbClr val="7F8C97">
                <a:alpha val="48000"/>
              </a:srgbClr>
            </a:solidFill>
            <a:ln w="0">
              <a:noFill/>
              <a:prstDash val="solid"/>
            </a:ln>
          </p:spPr>
        </p:sp>
        <p:sp>
          <p:nvSpPr>
            <p:cNvPr id="3831" name="03_assume_matched_3830">
              <a:extLst>
                <a:ext uri="{FF2B5EF4-FFF2-40B4-BE49-F238E27FC236}">
                  <a16:creationId xmlns:a16="http://schemas.microsoft.com/office/drawing/2014/main" id="{C7764DF1-4C4A-4DF0-9263-37A3BB84D69B}"/>
                </a:ext>
              </a:extLst>
            </p:cNvPr>
            <p:cNvSpPr>
              <a:spLocks/>
            </p:cNvSpPr>
            <p:nvPr/>
          </p:nvSpPr>
          <p:spPr>
            <a:xfrm>
              <a:off x="4269900" y="7753078"/>
              <a:ext cx="28398" cy="28398"/>
            </a:xfrm>
            <a:prstGeom prst="ellipse">
              <a:avLst/>
            </a:prstGeom>
            <a:solidFill>
              <a:srgbClr val="7F8C97">
                <a:alpha val="48000"/>
              </a:srgbClr>
            </a:solidFill>
            <a:ln w="0">
              <a:noFill/>
              <a:prstDash val="solid"/>
            </a:ln>
          </p:spPr>
        </p:sp>
        <p:sp>
          <p:nvSpPr>
            <p:cNvPr id="3832" name="03_assume_matched_3831">
              <a:extLst>
                <a:ext uri="{FF2B5EF4-FFF2-40B4-BE49-F238E27FC236}">
                  <a16:creationId xmlns:a16="http://schemas.microsoft.com/office/drawing/2014/main" id="{35DABBE4-F42A-4270-8BBB-B3139F5ED836}"/>
                </a:ext>
              </a:extLst>
            </p:cNvPr>
            <p:cNvSpPr>
              <a:spLocks/>
            </p:cNvSpPr>
            <p:nvPr/>
          </p:nvSpPr>
          <p:spPr>
            <a:xfrm>
              <a:off x="4249033" y="7460643"/>
              <a:ext cx="28398" cy="28398"/>
            </a:xfrm>
            <a:prstGeom prst="ellipse">
              <a:avLst/>
            </a:prstGeom>
            <a:solidFill>
              <a:srgbClr val="7F8C97">
                <a:alpha val="48000"/>
              </a:srgbClr>
            </a:solidFill>
            <a:ln w="0">
              <a:noFill/>
              <a:prstDash val="solid"/>
            </a:ln>
          </p:spPr>
        </p:sp>
        <p:sp>
          <p:nvSpPr>
            <p:cNvPr id="3833" name="03_assume_matched_3832">
              <a:extLst>
                <a:ext uri="{FF2B5EF4-FFF2-40B4-BE49-F238E27FC236}">
                  <a16:creationId xmlns:a16="http://schemas.microsoft.com/office/drawing/2014/main" id="{7D783665-6E6C-47F3-AB37-2FA846C178AC}"/>
                </a:ext>
              </a:extLst>
            </p:cNvPr>
            <p:cNvSpPr>
              <a:spLocks/>
            </p:cNvSpPr>
            <p:nvPr/>
          </p:nvSpPr>
          <p:spPr>
            <a:xfrm>
              <a:off x="4157651" y="7460643"/>
              <a:ext cx="28398" cy="28398"/>
            </a:xfrm>
            <a:prstGeom prst="ellipse">
              <a:avLst/>
            </a:prstGeom>
            <a:solidFill>
              <a:srgbClr val="7F8C97">
                <a:alpha val="48000"/>
              </a:srgbClr>
            </a:solidFill>
            <a:ln w="0">
              <a:noFill/>
              <a:prstDash val="solid"/>
            </a:ln>
          </p:spPr>
        </p:sp>
        <p:sp>
          <p:nvSpPr>
            <p:cNvPr id="3834" name="03_assume_matched_3833">
              <a:extLst>
                <a:ext uri="{FF2B5EF4-FFF2-40B4-BE49-F238E27FC236}">
                  <a16:creationId xmlns:a16="http://schemas.microsoft.com/office/drawing/2014/main" id="{FA7057F0-8F80-4A3C-8BE2-907DB22A50FA}"/>
                </a:ext>
              </a:extLst>
            </p:cNvPr>
            <p:cNvSpPr>
              <a:spLocks/>
            </p:cNvSpPr>
            <p:nvPr/>
          </p:nvSpPr>
          <p:spPr>
            <a:xfrm>
              <a:off x="4216941" y="7753078"/>
              <a:ext cx="28398" cy="28398"/>
            </a:xfrm>
            <a:prstGeom prst="ellipse">
              <a:avLst/>
            </a:prstGeom>
            <a:solidFill>
              <a:srgbClr val="7F8C97">
                <a:alpha val="48000"/>
              </a:srgbClr>
            </a:solidFill>
            <a:ln w="0">
              <a:noFill/>
              <a:prstDash val="solid"/>
            </a:ln>
          </p:spPr>
        </p:sp>
        <p:sp>
          <p:nvSpPr>
            <p:cNvPr id="3835" name="03_assume_matched_3834">
              <a:extLst>
                <a:ext uri="{FF2B5EF4-FFF2-40B4-BE49-F238E27FC236}">
                  <a16:creationId xmlns:a16="http://schemas.microsoft.com/office/drawing/2014/main" id="{6F996B1A-7ABF-47DD-87C3-1D3C0F902AC9}"/>
                </a:ext>
              </a:extLst>
            </p:cNvPr>
            <p:cNvSpPr>
              <a:spLocks/>
            </p:cNvSpPr>
            <p:nvPr/>
          </p:nvSpPr>
          <p:spPr>
            <a:xfrm>
              <a:off x="4199097" y="7753078"/>
              <a:ext cx="28398" cy="28398"/>
            </a:xfrm>
            <a:prstGeom prst="ellipse">
              <a:avLst/>
            </a:prstGeom>
            <a:solidFill>
              <a:srgbClr val="7F8C97">
                <a:alpha val="48000"/>
              </a:srgbClr>
            </a:solidFill>
            <a:ln w="0">
              <a:noFill/>
              <a:prstDash val="solid"/>
            </a:ln>
          </p:spPr>
        </p:sp>
        <p:sp>
          <p:nvSpPr>
            <p:cNvPr id="3836" name="03_assume_matched_3835">
              <a:extLst>
                <a:ext uri="{FF2B5EF4-FFF2-40B4-BE49-F238E27FC236}">
                  <a16:creationId xmlns:a16="http://schemas.microsoft.com/office/drawing/2014/main" id="{D5455C13-218F-4877-942C-B7E9AE3AE41F}"/>
                </a:ext>
              </a:extLst>
            </p:cNvPr>
            <p:cNvSpPr>
              <a:spLocks/>
            </p:cNvSpPr>
            <p:nvPr/>
          </p:nvSpPr>
          <p:spPr>
            <a:xfrm>
              <a:off x="4231332" y="7460643"/>
              <a:ext cx="28398" cy="28398"/>
            </a:xfrm>
            <a:prstGeom prst="ellipse">
              <a:avLst/>
            </a:prstGeom>
            <a:solidFill>
              <a:srgbClr val="7F8C97">
                <a:alpha val="48000"/>
              </a:srgbClr>
            </a:solidFill>
            <a:ln w="0">
              <a:noFill/>
              <a:prstDash val="solid"/>
            </a:ln>
          </p:spPr>
        </p:sp>
        <p:sp>
          <p:nvSpPr>
            <p:cNvPr id="3837" name="03_assume_matched_3836">
              <a:extLst>
                <a:ext uri="{FF2B5EF4-FFF2-40B4-BE49-F238E27FC236}">
                  <a16:creationId xmlns:a16="http://schemas.microsoft.com/office/drawing/2014/main" id="{1022D7C3-49C0-4152-BF5E-FFB68AB50886}"/>
                </a:ext>
              </a:extLst>
            </p:cNvPr>
            <p:cNvSpPr>
              <a:spLocks/>
            </p:cNvSpPr>
            <p:nvPr/>
          </p:nvSpPr>
          <p:spPr>
            <a:xfrm>
              <a:off x="4213200" y="7704338"/>
              <a:ext cx="28398" cy="28398"/>
            </a:xfrm>
            <a:prstGeom prst="ellipse">
              <a:avLst/>
            </a:prstGeom>
            <a:solidFill>
              <a:srgbClr val="7F8C97">
                <a:alpha val="48000"/>
              </a:srgbClr>
            </a:solidFill>
            <a:ln w="0">
              <a:noFill/>
              <a:prstDash val="solid"/>
            </a:ln>
          </p:spPr>
        </p:sp>
        <p:sp>
          <p:nvSpPr>
            <p:cNvPr id="3838" name="03_assume_matched_3837">
              <a:extLst>
                <a:ext uri="{FF2B5EF4-FFF2-40B4-BE49-F238E27FC236}">
                  <a16:creationId xmlns:a16="http://schemas.microsoft.com/office/drawing/2014/main" id="{5E7F8C31-239D-4A89-A1C2-51BB27BA3EC2}"/>
                </a:ext>
              </a:extLst>
            </p:cNvPr>
            <p:cNvSpPr>
              <a:spLocks/>
            </p:cNvSpPr>
            <p:nvPr/>
          </p:nvSpPr>
          <p:spPr>
            <a:xfrm>
              <a:off x="4275368" y="7606860"/>
              <a:ext cx="28398" cy="28398"/>
            </a:xfrm>
            <a:prstGeom prst="ellipse">
              <a:avLst/>
            </a:prstGeom>
            <a:solidFill>
              <a:srgbClr val="7F8C97">
                <a:alpha val="48000"/>
              </a:srgbClr>
            </a:solidFill>
            <a:ln w="0">
              <a:noFill/>
              <a:prstDash val="solid"/>
            </a:ln>
          </p:spPr>
        </p:sp>
        <p:sp>
          <p:nvSpPr>
            <p:cNvPr id="3839" name="03_assume_matched_3838">
              <a:extLst>
                <a:ext uri="{FF2B5EF4-FFF2-40B4-BE49-F238E27FC236}">
                  <a16:creationId xmlns:a16="http://schemas.microsoft.com/office/drawing/2014/main" id="{426C9AAD-DC87-4865-8E89-47AF81D7B3BE}"/>
                </a:ext>
              </a:extLst>
            </p:cNvPr>
            <p:cNvSpPr>
              <a:spLocks/>
            </p:cNvSpPr>
            <p:nvPr/>
          </p:nvSpPr>
          <p:spPr>
            <a:xfrm>
              <a:off x="4173481" y="7460643"/>
              <a:ext cx="28398" cy="28398"/>
            </a:xfrm>
            <a:prstGeom prst="ellipse">
              <a:avLst/>
            </a:prstGeom>
            <a:solidFill>
              <a:srgbClr val="7F8C97">
                <a:alpha val="48000"/>
              </a:srgbClr>
            </a:solidFill>
            <a:ln w="0">
              <a:noFill/>
              <a:prstDash val="solid"/>
            </a:ln>
          </p:spPr>
        </p:sp>
        <p:sp>
          <p:nvSpPr>
            <p:cNvPr id="3840" name="03_assume_matched_3839">
              <a:extLst>
                <a:ext uri="{FF2B5EF4-FFF2-40B4-BE49-F238E27FC236}">
                  <a16:creationId xmlns:a16="http://schemas.microsoft.com/office/drawing/2014/main" id="{EB898657-EFDD-4DCA-B4B7-F7B96DD56709}"/>
                </a:ext>
              </a:extLst>
            </p:cNvPr>
            <p:cNvSpPr>
              <a:spLocks/>
            </p:cNvSpPr>
            <p:nvPr/>
          </p:nvSpPr>
          <p:spPr>
            <a:xfrm>
              <a:off x="4180101" y="7753078"/>
              <a:ext cx="28398" cy="28398"/>
            </a:xfrm>
            <a:prstGeom prst="ellipse">
              <a:avLst/>
            </a:prstGeom>
            <a:solidFill>
              <a:srgbClr val="7F8C97">
                <a:alpha val="48000"/>
              </a:srgbClr>
            </a:solidFill>
            <a:ln w="0">
              <a:noFill/>
              <a:prstDash val="solid"/>
            </a:ln>
          </p:spPr>
        </p:sp>
        <p:sp>
          <p:nvSpPr>
            <p:cNvPr id="3841" name="03_assume_matched_3840">
              <a:extLst>
                <a:ext uri="{FF2B5EF4-FFF2-40B4-BE49-F238E27FC236}">
                  <a16:creationId xmlns:a16="http://schemas.microsoft.com/office/drawing/2014/main" id="{8CDB8A09-3C10-42BA-87A2-1693F49F6761}"/>
                </a:ext>
              </a:extLst>
            </p:cNvPr>
            <p:cNvSpPr>
              <a:spLocks/>
            </p:cNvSpPr>
            <p:nvPr/>
          </p:nvSpPr>
          <p:spPr>
            <a:xfrm>
              <a:off x="4239967" y="7460643"/>
              <a:ext cx="28398" cy="28398"/>
            </a:xfrm>
            <a:prstGeom prst="ellipse">
              <a:avLst/>
            </a:prstGeom>
            <a:solidFill>
              <a:srgbClr val="7F8C97">
                <a:alpha val="48000"/>
              </a:srgbClr>
            </a:solidFill>
            <a:ln w="0">
              <a:noFill/>
              <a:prstDash val="solid"/>
            </a:ln>
          </p:spPr>
        </p:sp>
        <p:sp>
          <p:nvSpPr>
            <p:cNvPr id="3842" name="03_assume_matched_3841">
              <a:extLst>
                <a:ext uri="{FF2B5EF4-FFF2-40B4-BE49-F238E27FC236}">
                  <a16:creationId xmlns:a16="http://schemas.microsoft.com/office/drawing/2014/main" id="{963596AB-071F-4778-A2BF-F0C77C1E3E4A}"/>
                </a:ext>
              </a:extLst>
            </p:cNvPr>
            <p:cNvSpPr>
              <a:spLocks/>
            </p:cNvSpPr>
            <p:nvPr/>
          </p:nvSpPr>
          <p:spPr>
            <a:xfrm>
              <a:off x="4238672" y="7460643"/>
              <a:ext cx="28398" cy="28398"/>
            </a:xfrm>
            <a:prstGeom prst="ellipse">
              <a:avLst/>
            </a:prstGeom>
            <a:solidFill>
              <a:srgbClr val="7F8C97">
                <a:alpha val="48000"/>
              </a:srgbClr>
            </a:solidFill>
            <a:ln w="0">
              <a:noFill/>
              <a:prstDash val="solid"/>
            </a:ln>
          </p:spPr>
        </p:sp>
        <p:sp>
          <p:nvSpPr>
            <p:cNvPr id="3843" name="03_assume_matched_3842">
              <a:extLst>
                <a:ext uri="{FF2B5EF4-FFF2-40B4-BE49-F238E27FC236}">
                  <a16:creationId xmlns:a16="http://schemas.microsoft.com/office/drawing/2014/main" id="{2E9CC465-90B9-417D-AD9C-35A64A87B004}"/>
                </a:ext>
              </a:extLst>
            </p:cNvPr>
            <p:cNvSpPr>
              <a:spLocks/>
            </p:cNvSpPr>
            <p:nvPr/>
          </p:nvSpPr>
          <p:spPr>
            <a:xfrm>
              <a:off x="4285442" y="7753078"/>
              <a:ext cx="28398" cy="28398"/>
            </a:xfrm>
            <a:prstGeom prst="ellipse">
              <a:avLst/>
            </a:prstGeom>
            <a:solidFill>
              <a:srgbClr val="7F8C97">
                <a:alpha val="48000"/>
              </a:srgbClr>
            </a:solidFill>
            <a:ln w="0">
              <a:noFill/>
              <a:prstDash val="solid"/>
            </a:ln>
          </p:spPr>
        </p:sp>
        <p:sp>
          <p:nvSpPr>
            <p:cNvPr id="3844" name="03_assume_matched_3843">
              <a:extLst>
                <a:ext uri="{FF2B5EF4-FFF2-40B4-BE49-F238E27FC236}">
                  <a16:creationId xmlns:a16="http://schemas.microsoft.com/office/drawing/2014/main" id="{597CADC1-FE9A-4A30-AE4C-7FA9258E99F2}"/>
                </a:ext>
              </a:extLst>
            </p:cNvPr>
            <p:cNvSpPr>
              <a:spLocks/>
            </p:cNvSpPr>
            <p:nvPr/>
          </p:nvSpPr>
          <p:spPr>
            <a:xfrm>
              <a:off x="4263712" y="7606860"/>
              <a:ext cx="28398" cy="28398"/>
            </a:xfrm>
            <a:prstGeom prst="ellipse">
              <a:avLst/>
            </a:prstGeom>
            <a:solidFill>
              <a:srgbClr val="7F8C97">
                <a:alpha val="48000"/>
              </a:srgbClr>
            </a:solidFill>
            <a:ln w="0">
              <a:noFill/>
              <a:prstDash val="solid"/>
            </a:ln>
          </p:spPr>
        </p:sp>
        <p:sp>
          <p:nvSpPr>
            <p:cNvPr id="3845" name="03_assume_matched_3844">
              <a:extLst>
                <a:ext uri="{FF2B5EF4-FFF2-40B4-BE49-F238E27FC236}">
                  <a16:creationId xmlns:a16="http://schemas.microsoft.com/office/drawing/2014/main" id="{B01A413C-9ABD-4114-945D-844D978EEF05}"/>
                </a:ext>
              </a:extLst>
            </p:cNvPr>
            <p:cNvSpPr>
              <a:spLocks/>
            </p:cNvSpPr>
            <p:nvPr/>
          </p:nvSpPr>
          <p:spPr>
            <a:xfrm>
              <a:off x="4195787" y="7753078"/>
              <a:ext cx="28398" cy="28398"/>
            </a:xfrm>
            <a:prstGeom prst="ellipse">
              <a:avLst/>
            </a:prstGeom>
            <a:solidFill>
              <a:srgbClr val="7F8C97">
                <a:alpha val="48000"/>
              </a:srgbClr>
            </a:solidFill>
            <a:ln w="0">
              <a:noFill/>
              <a:prstDash val="solid"/>
            </a:ln>
          </p:spPr>
        </p:sp>
        <p:sp>
          <p:nvSpPr>
            <p:cNvPr id="3846" name="03_assume_matched_3845">
              <a:extLst>
                <a:ext uri="{FF2B5EF4-FFF2-40B4-BE49-F238E27FC236}">
                  <a16:creationId xmlns:a16="http://schemas.microsoft.com/office/drawing/2014/main" id="{8C39CC60-412E-4EB6-AE4A-1D9340BA5391}"/>
                </a:ext>
              </a:extLst>
            </p:cNvPr>
            <p:cNvSpPr>
              <a:spLocks/>
            </p:cNvSpPr>
            <p:nvPr/>
          </p:nvSpPr>
          <p:spPr>
            <a:xfrm>
              <a:off x="4266590" y="7753078"/>
              <a:ext cx="28398" cy="28398"/>
            </a:xfrm>
            <a:prstGeom prst="ellipse">
              <a:avLst/>
            </a:prstGeom>
            <a:solidFill>
              <a:srgbClr val="7F8C97">
                <a:alpha val="48000"/>
              </a:srgbClr>
            </a:solidFill>
            <a:ln w="0">
              <a:noFill/>
              <a:prstDash val="solid"/>
            </a:ln>
          </p:spPr>
        </p:sp>
        <p:sp>
          <p:nvSpPr>
            <p:cNvPr id="3847" name="03_assume_matched_3846">
              <a:extLst>
                <a:ext uri="{FF2B5EF4-FFF2-40B4-BE49-F238E27FC236}">
                  <a16:creationId xmlns:a16="http://schemas.microsoft.com/office/drawing/2014/main" id="{A8745B54-A306-45AB-9B00-8D7FC062B35C}"/>
                </a:ext>
              </a:extLst>
            </p:cNvPr>
            <p:cNvSpPr>
              <a:spLocks/>
            </p:cNvSpPr>
            <p:nvPr/>
          </p:nvSpPr>
          <p:spPr>
            <a:xfrm>
              <a:off x="4254933" y="7558121"/>
              <a:ext cx="28398" cy="28398"/>
            </a:xfrm>
            <a:prstGeom prst="ellipse">
              <a:avLst/>
            </a:prstGeom>
            <a:solidFill>
              <a:srgbClr val="7F8C97">
                <a:alpha val="48000"/>
              </a:srgbClr>
            </a:solidFill>
            <a:ln w="0">
              <a:noFill/>
              <a:prstDash val="solid"/>
            </a:ln>
          </p:spPr>
        </p:sp>
        <p:sp>
          <p:nvSpPr>
            <p:cNvPr id="3848" name="03_assume_matched_3847">
              <a:extLst>
                <a:ext uri="{FF2B5EF4-FFF2-40B4-BE49-F238E27FC236}">
                  <a16:creationId xmlns:a16="http://schemas.microsoft.com/office/drawing/2014/main" id="{CC735906-B678-411A-A94C-70080DF0CCB5}"/>
                </a:ext>
              </a:extLst>
            </p:cNvPr>
            <p:cNvSpPr>
              <a:spLocks/>
            </p:cNvSpPr>
            <p:nvPr/>
          </p:nvSpPr>
          <p:spPr>
            <a:xfrm>
              <a:off x="4261121" y="7753078"/>
              <a:ext cx="28398" cy="28398"/>
            </a:xfrm>
            <a:prstGeom prst="ellipse">
              <a:avLst/>
            </a:prstGeom>
            <a:solidFill>
              <a:srgbClr val="7F8C97">
                <a:alpha val="48000"/>
              </a:srgbClr>
            </a:solidFill>
            <a:ln w="0">
              <a:noFill/>
              <a:prstDash val="solid"/>
            </a:ln>
          </p:spPr>
        </p:sp>
        <p:sp>
          <p:nvSpPr>
            <p:cNvPr id="3849" name="03_assume_matched_3848">
              <a:extLst>
                <a:ext uri="{FF2B5EF4-FFF2-40B4-BE49-F238E27FC236}">
                  <a16:creationId xmlns:a16="http://schemas.microsoft.com/office/drawing/2014/main" id="{A88A07DA-C1FE-4381-B0AF-AB411ABFB4DF}"/>
                </a:ext>
              </a:extLst>
            </p:cNvPr>
            <p:cNvSpPr>
              <a:spLocks/>
            </p:cNvSpPr>
            <p:nvPr/>
          </p:nvSpPr>
          <p:spPr>
            <a:xfrm>
              <a:off x="4274505" y="7753078"/>
              <a:ext cx="28398" cy="28398"/>
            </a:xfrm>
            <a:prstGeom prst="ellipse">
              <a:avLst/>
            </a:prstGeom>
            <a:solidFill>
              <a:srgbClr val="7F8C97">
                <a:alpha val="48000"/>
              </a:srgbClr>
            </a:solidFill>
            <a:ln w="0">
              <a:noFill/>
              <a:prstDash val="solid"/>
            </a:ln>
          </p:spPr>
        </p:sp>
        <p:sp>
          <p:nvSpPr>
            <p:cNvPr id="3850" name="03_assume_matched_3849">
              <a:extLst>
                <a:ext uri="{FF2B5EF4-FFF2-40B4-BE49-F238E27FC236}">
                  <a16:creationId xmlns:a16="http://schemas.microsoft.com/office/drawing/2014/main" id="{254AC0A8-1105-4646-B8A7-39FC00C0784D}"/>
                </a:ext>
              </a:extLst>
            </p:cNvPr>
            <p:cNvSpPr>
              <a:spLocks/>
            </p:cNvSpPr>
            <p:nvPr/>
          </p:nvSpPr>
          <p:spPr>
            <a:xfrm>
              <a:off x="4183123" y="7460643"/>
              <a:ext cx="28398" cy="28398"/>
            </a:xfrm>
            <a:prstGeom prst="ellipse">
              <a:avLst/>
            </a:prstGeom>
            <a:solidFill>
              <a:srgbClr val="7F8C97">
                <a:alpha val="48000"/>
              </a:srgbClr>
            </a:solidFill>
            <a:ln w="0">
              <a:noFill/>
              <a:prstDash val="solid"/>
            </a:ln>
          </p:spPr>
        </p:sp>
        <p:sp>
          <p:nvSpPr>
            <p:cNvPr id="3851" name="03_assume_matched_3850">
              <a:extLst>
                <a:ext uri="{FF2B5EF4-FFF2-40B4-BE49-F238E27FC236}">
                  <a16:creationId xmlns:a16="http://schemas.microsoft.com/office/drawing/2014/main" id="{1B36E5A3-A284-4B0B-A81C-FCF08ED99D4E}"/>
                </a:ext>
              </a:extLst>
            </p:cNvPr>
            <p:cNvSpPr>
              <a:spLocks/>
            </p:cNvSpPr>
            <p:nvPr/>
          </p:nvSpPr>
          <p:spPr>
            <a:xfrm>
              <a:off x="4172330" y="7460643"/>
              <a:ext cx="28398" cy="28398"/>
            </a:xfrm>
            <a:prstGeom prst="ellipse">
              <a:avLst/>
            </a:prstGeom>
            <a:solidFill>
              <a:srgbClr val="7F8C97">
                <a:alpha val="48000"/>
              </a:srgbClr>
            </a:solidFill>
            <a:ln w="0">
              <a:noFill/>
              <a:prstDash val="solid"/>
            </a:ln>
          </p:spPr>
        </p:sp>
        <p:sp>
          <p:nvSpPr>
            <p:cNvPr id="3852" name="03_assume_matched_3851">
              <a:extLst>
                <a:ext uri="{FF2B5EF4-FFF2-40B4-BE49-F238E27FC236}">
                  <a16:creationId xmlns:a16="http://schemas.microsoft.com/office/drawing/2014/main" id="{E5AA3B5E-68A1-4198-B7AA-95CEB20EAFD6}"/>
                </a:ext>
              </a:extLst>
            </p:cNvPr>
            <p:cNvSpPr>
              <a:spLocks/>
            </p:cNvSpPr>
            <p:nvPr/>
          </p:nvSpPr>
          <p:spPr>
            <a:xfrm>
              <a:off x="4255221" y="7460643"/>
              <a:ext cx="28398" cy="28398"/>
            </a:xfrm>
            <a:prstGeom prst="ellipse">
              <a:avLst/>
            </a:prstGeom>
            <a:solidFill>
              <a:srgbClr val="7F8C97">
                <a:alpha val="48000"/>
              </a:srgbClr>
            </a:solidFill>
            <a:ln w="0">
              <a:noFill/>
              <a:prstDash val="solid"/>
            </a:ln>
          </p:spPr>
        </p:sp>
        <p:sp>
          <p:nvSpPr>
            <p:cNvPr id="3853" name="03_assume_matched_3852">
              <a:extLst>
                <a:ext uri="{FF2B5EF4-FFF2-40B4-BE49-F238E27FC236}">
                  <a16:creationId xmlns:a16="http://schemas.microsoft.com/office/drawing/2014/main" id="{A27A7F01-16F3-4F25-B688-39C6DD5497B6}"/>
                </a:ext>
              </a:extLst>
            </p:cNvPr>
            <p:cNvSpPr>
              <a:spLocks/>
            </p:cNvSpPr>
            <p:nvPr/>
          </p:nvSpPr>
          <p:spPr>
            <a:xfrm>
              <a:off x="4292350" y="7460643"/>
              <a:ext cx="28398" cy="28398"/>
            </a:xfrm>
            <a:prstGeom prst="ellipse">
              <a:avLst/>
            </a:prstGeom>
            <a:solidFill>
              <a:srgbClr val="7F8C97">
                <a:alpha val="48000"/>
              </a:srgbClr>
            </a:solidFill>
            <a:ln w="0">
              <a:noFill/>
              <a:prstDash val="solid"/>
            </a:ln>
          </p:spPr>
        </p:sp>
        <p:sp>
          <p:nvSpPr>
            <p:cNvPr id="3854" name="03_assume_matched_3853">
              <a:extLst>
                <a:ext uri="{FF2B5EF4-FFF2-40B4-BE49-F238E27FC236}">
                  <a16:creationId xmlns:a16="http://schemas.microsoft.com/office/drawing/2014/main" id="{E8F4AC11-EF92-4A18-B8C0-5A8B8D73C882}"/>
                </a:ext>
              </a:extLst>
            </p:cNvPr>
            <p:cNvSpPr>
              <a:spLocks/>
            </p:cNvSpPr>
            <p:nvPr/>
          </p:nvSpPr>
          <p:spPr>
            <a:xfrm>
              <a:off x="4298538" y="7460643"/>
              <a:ext cx="28398" cy="28398"/>
            </a:xfrm>
            <a:prstGeom prst="ellipse">
              <a:avLst/>
            </a:prstGeom>
            <a:solidFill>
              <a:srgbClr val="7F8C97">
                <a:alpha val="48000"/>
              </a:srgbClr>
            </a:solidFill>
            <a:ln w="0">
              <a:noFill/>
              <a:prstDash val="solid"/>
            </a:ln>
          </p:spPr>
        </p:sp>
        <p:sp>
          <p:nvSpPr>
            <p:cNvPr id="3855" name="03_assume_matched_3854">
              <a:extLst>
                <a:ext uri="{FF2B5EF4-FFF2-40B4-BE49-F238E27FC236}">
                  <a16:creationId xmlns:a16="http://schemas.microsoft.com/office/drawing/2014/main" id="{28C625C1-2F92-4E16-BA8F-A9B331448DFB}"/>
                </a:ext>
              </a:extLst>
            </p:cNvPr>
            <p:cNvSpPr>
              <a:spLocks/>
            </p:cNvSpPr>
            <p:nvPr/>
          </p:nvSpPr>
          <p:spPr>
            <a:xfrm>
              <a:off x="4209602" y="7460643"/>
              <a:ext cx="28398" cy="28398"/>
            </a:xfrm>
            <a:prstGeom prst="ellipse">
              <a:avLst/>
            </a:prstGeom>
            <a:solidFill>
              <a:srgbClr val="7F8C97">
                <a:alpha val="48000"/>
              </a:srgbClr>
            </a:solidFill>
            <a:ln w="0">
              <a:noFill/>
              <a:prstDash val="solid"/>
            </a:ln>
          </p:spPr>
        </p:sp>
        <p:sp>
          <p:nvSpPr>
            <p:cNvPr id="3856" name="03_assume_matched_3855">
              <a:extLst>
                <a:ext uri="{FF2B5EF4-FFF2-40B4-BE49-F238E27FC236}">
                  <a16:creationId xmlns:a16="http://schemas.microsoft.com/office/drawing/2014/main" id="{D4F271C7-1371-4AD5-B855-E96A37DDF675}"/>
                </a:ext>
              </a:extLst>
            </p:cNvPr>
            <p:cNvSpPr>
              <a:spLocks/>
            </p:cNvSpPr>
            <p:nvPr/>
          </p:nvSpPr>
          <p:spPr>
            <a:xfrm>
              <a:off x="4262417" y="7753078"/>
              <a:ext cx="28398" cy="28398"/>
            </a:xfrm>
            <a:prstGeom prst="ellipse">
              <a:avLst/>
            </a:prstGeom>
            <a:solidFill>
              <a:srgbClr val="7F8C97">
                <a:alpha val="48000"/>
              </a:srgbClr>
            </a:solidFill>
            <a:ln w="0">
              <a:noFill/>
              <a:prstDash val="solid"/>
            </a:ln>
          </p:spPr>
        </p:sp>
        <p:sp>
          <p:nvSpPr>
            <p:cNvPr id="3857" name="03_assume_matched_3856">
              <a:extLst>
                <a:ext uri="{FF2B5EF4-FFF2-40B4-BE49-F238E27FC236}">
                  <a16:creationId xmlns:a16="http://schemas.microsoft.com/office/drawing/2014/main" id="{C71D2002-6780-4258-B882-81487F44DC66}"/>
                </a:ext>
              </a:extLst>
            </p:cNvPr>
            <p:cNvSpPr>
              <a:spLocks/>
            </p:cNvSpPr>
            <p:nvPr/>
          </p:nvSpPr>
          <p:spPr>
            <a:xfrm>
              <a:off x="4273354" y="7753078"/>
              <a:ext cx="28398" cy="28398"/>
            </a:xfrm>
            <a:prstGeom prst="ellipse">
              <a:avLst/>
            </a:prstGeom>
            <a:solidFill>
              <a:srgbClr val="7F8C97">
                <a:alpha val="48000"/>
              </a:srgbClr>
            </a:solidFill>
            <a:ln w="0">
              <a:noFill/>
              <a:prstDash val="solid"/>
            </a:ln>
          </p:spPr>
        </p:sp>
        <p:sp>
          <p:nvSpPr>
            <p:cNvPr id="3858" name="03_assume_matched_3857">
              <a:extLst>
                <a:ext uri="{FF2B5EF4-FFF2-40B4-BE49-F238E27FC236}">
                  <a16:creationId xmlns:a16="http://schemas.microsoft.com/office/drawing/2014/main" id="{73C30D1D-73BD-41B9-AE9D-D4B011B1607F}"/>
                </a:ext>
              </a:extLst>
            </p:cNvPr>
            <p:cNvSpPr>
              <a:spLocks/>
            </p:cNvSpPr>
            <p:nvPr/>
          </p:nvSpPr>
          <p:spPr>
            <a:xfrm>
              <a:off x="4290767" y="7753078"/>
              <a:ext cx="28398" cy="28398"/>
            </a:xfrm>
            <a:prstGeom prst="ellipse">
              <a:avLst/>
            </a:prstGeom>
            <a:solidFill>
              <a:srgbClr val="7F8C97">
                <a:alpha val="48000"/>
              </a:srgbClr>
            </a:solidFill>
            <a:ln w="0">
              <a:noFill/>
              <a:prstDash val="solid"/>
            </a:ln>
          </p:spPr>
        </p:sp>
        <p:sp>
          <p:nvSpPr>
            <p:cNvPr id="3859" name="03_assume_matched_3858">
              <a:extLst>
                <a:ext uri="{FF2B5EF4-FFF2-40B4-BE49-F238E27FC236}">
                  <a16:creationId xmlns:a16="http://schemas.microsoft.com/office/drawing/2014/main" id="{7327857B-572F-4D33-8E5C-2BEC1E3EBD75}"/>
                </a:ext>
              </a:extLst>
            </p:cNvPr>
            <p:cNvSpPr>
              <a:spLocks/>
            </p:cNvSpPr>
            <p:nvPr/>
          </p:nvSpPr>
          <p:spPr>
            <a:xfrm>
              <a:off x="4275512" y="7753078"/>
              <a:ext cx="28398" cy="28398"/>
            </a:xfrm>
            <a:prstGeom prst="ellipse">
              <a:avLst/>
            </a:prstGeom>
            <a:solidFill>
              <a:srgbClr val="7F8C97">
                <a:alpha val="48000"/>
              </a:srgbClr>
            </a:solidFill>
            <a:ln w="0">
              <a:noFill/>
              <a:prstDash val="solid"/>
            </a:ln>
          </p:spPr>
        </p:sp>
        <p:sp>
          <p:nvSpPr>
            <p:cNvPr id="3860" name="03_assume_matched_3859">
              <a:extLst>
                <a:ext uri="{FF2B5EF4-FFF2-40B4-BE49-F238E27FC236}">
                  <a16:creationId xmlns:a16="http://schemas.microsoft.com/office/drawing/2014/main" id="{7184E09D-20DB-405D-8FE6-28D4B693A745}"/>
                </a:ext>
              </a:extLst>
            </p:cNvPr>
            <p:cNvSpPr>
              <a:spLocks/>
            </p:cNvSpPr>
            <p:nvPr/>
          </p:nvSpPr>
          <p:spPr>
            <a:xfrm>
              <a:off x="4253782" y="7753078"/>
              <a:ext cx="28398" cy="28398"/>
            </a:xfrm>
            <a:prstGeom prst="ellipse">
              <a:avLst/>
            </a:prstGeom>
            <a:solidFill>
              <a:srgbClr val="7F8C97">
                <a:alpha val="48000"/>
              </a:srgbClr>
            </a:solidFill>
            <a:ln w="0">
              <a:noFill/>
              <a:prstDash val="solid"/>
            </a:ln>
          </p:spPr>
        </p:sp>
        <p:sp>
          <p:nvSpPr>
            <p:cNvPr id="3861" name="03_assume_matched_3860">
              <a:extLst>
                <a:ext uri="{FF2B5EF4-FFF2-40B4-BE49-F238E27FC236}">
                  <a16:creationId xmlns:a16="http://schemas.microsoft.com/office/drawing/2014/main" id="{A5E02E2C-3C8A-4CD0-A92A-F15861F56E83}"/>
                </a:ext>
              </a:extLst>
            </p:cNvPr>
            <p:cNvSpPr>
              <a:spLocks/>
            </p:cNvSpPr>
            <p:nvPr/>
          </p:nvSpPr>
          <p:spPr>
            <a:xfrm>
              <a:off x="4165566" y="7460643"/>
              <a:ext cx="28398" cy="28398"/>
            </a:xfrm>
            <a:prstGeom prst="ellipse">
              <a:avLst/>
            </a:prstGeom>
            <a:solidFill>
              <a:srgbClr val="7F8C97">
                <a:alpha val="48000"/>
              </a:srgbClr>
            </a:solidFill>
            <a:ln w="0">
              <a:noFill/>
              <a:prstDash val="solid"/>
            </a:ln>
          </p:spPr>
        </p:sp>
        <p:sp>
          <p:nvSpPr>
            <p:cNvPr id="3862" name="03_assume_matched_3861">
              <a:extLst>
                <a:ext uri="{FF2B5EF4-FFF2-40B4-BE49-F238E27FC236}">
                  <a16:creationId xmlns:a16="http://schemas.microsoft.com/office/drawing/2014/main" id="{6AE2F153-4E13-40A4-84CA-B8B3EC891519}"/>
                </a:ext>
              </a:extLst>
            </p:cNvPr>
            <p:cNvSpPr>
              <a:spLocks/>
            </p:cNvSpPr>
            <p:nvPr/>
          </p:nvSpPr>
          <p:spPr>
            <a:xfrm>
              <a:off x="4179525" y="7460643"/>
              <a:ext cx="28398" cy="28398"/>
            </a:xfrm>
            <a:prstGeom prst="ellipse">
              <a:avLst/>
            </a:prstGeom>
            <a:solidFill>
              <a:srgbClr val="7F8C97">
                <a:alpha val="48000"/>
              </a:srgbClr>
            </a:solidFill>
            <a:ln w="0">
              <a:noFill/>
              <a:prstDash val="solid"/>
            </a:ln>
          </p:spPr>
        </p:sp>
        <p:sp>
          <p:nvSpPr>
            <p:cNvPr id="3863" name="03_assume_matched_3862">
              <a:extLst>
                <a:ext uri="{FF2B5EF4-FFF2-40B4-BE49-F238E27FC236}">
                  <a16:creationId xmlns:a16="http://schemas.microsoft.com/office/drawing/2014/main" id="{0B3D364B-9422-425F-BCF4-0EDA8A497C0D}"/>
                </a:ext>
              </a:extLst>
            </p:cNvPr>
            <p:cNvSpPr>
              <a:spLocks/>
            </p:cNvSpPr>
            <p:nvPr/>
          </p:nvSpPr>
          <p:spPr>
            <a:xfrm>
              <a:off x="4240686" y="7460643"/>
              <a:ext cx="28398" cy="28398"/>
            </a:xfrm>
            <a:prstGeom prst="ellipse">
              <a:avLst/>
            </a:prstGeom>
            <a:solidFill>
              <a:srgbClr val="7F8C97">
                <a:alpha val="48000"/>
              </a:srgbClr>
            </a:solidFill>
            <a:ln w="0">
              <a:noFill/>
              <a:prstDash val="solid"/>
            </a:ln>
          </p:spPr>
        </p:sp>
        <p:sp>
          <p:nvSpPr>
            <p:cNvPr id="3864" name="03_assume_matched_3863">
              <a:extLst>
                <a:ext uri="{FF2B5EF4-FFF2-40B4-BE49-F238E27FC236}">
                  <a16:creationId xmlns:a16="http://schemas.microsoft.com/office/drawing/2014/main" id="{E71ECADE-3448-4F7D-8B5C-E49B6F42C3B3}"/>
                </a:ext>
              </a:extLst>
            </p:cNvPr>
            <p:cNvSpPr>
              <a:spLocks/>
            </p:cNvSpPr>
            <p:nvPr/>
          </p:nvSpPr>
          <p:spPr>
            <a:xfrm>
              <a:off x="4185569" y="7753078"/>
              <a:ext cx="28398" cy="28398"/>
            </a:xfrm>
            <a:prstGeom prst="ellipse">
              <a:avLst/>
            </a:prstGeom>
            <a:solidFill>
              <a:srgbClr val="7F8C97">
                <a:alpha val="48000"/>
              </a:srgbClr>
            </a:solidFill>
            <a:ln w="0">
              <a:noFill/>
              <a:prstDash val="solid"/>
            </a:ln>
          </p:spPr>
        </p:sp>
        <p:sp>
          <p:nvSpPr>
            <p:cNvPr id="3865" name="03_assume_matched_3864">
              <a:extLst>
                <a:ext uri="{FF2B5EF4-FFF2-40B4-BE49-F238E27FC236}">
                  <a16:creationId xmlns:a16="http://schemas.microsoft.com/office/drawing/2014/main" id="{111DC628-5154-4CB0-AA4F-E4510A1842CF}"/>
                </a:ext>
              </a:extLst>
            </p:cNvPr>
            <p:cNvSpPr>
              <a:spLocks/>
            </p:cNvSpPr>
            <p:nvPr/>
          </p:nvSpPr>
          <p:spPr>
            <a:xfrm>
              <a:off x="4211617" y="7753078"/>
              <a:ext cx="28398" cy="28398"/>
            </a:xfrm>
            <a:prstGeom prst="ellipse">
              <a:avLst/>
            </a:prstGeom>
            <a:solidFill>
              <a:srgbClr val="7F8C97">
                <a:alpha val="48000"/>
              </a:srgbClr>
            </a:solidFill>
            <a:ln w="0">
              <a:noFill/>
              <a:prstDash val="solid"/>
            </a:ln>
          </p:spPr>
        </p:sp>
        <p:sp>
          <p:nvSpPr>
            <p:cNvPr id="3866" name="03_assume_matched_3865">
              <a:extLst>
                <a:ext uri="{FF2B5EF4-FFF2-40B4-BE49-F238E27FC236}">
                  <a16:creationId xmlns:a16="http://schemas.microsoft.com/office/drawing/2014/main" id="{96FABFBC-7835-491A-B95E-DF7A6163EE0C}"/>
                </a:ext>
              </a:extLst>
            </p:cNvPr>
            <p:cNvSpPr>
              <a:spLocks/>
            </p:cNvSpPr>
            <p:nvPr/>
          </p:nvSpPr>
          <p:spPr>
            <a:xfrm>
              <a:off x="4160673" y="7753078"/>
              <a:ext cx="28398" cy="28398"/>
            </a:xfrm>
            <a:prstGeom prst="ellipse">
              <a:avLst/>
            </a:prstGeom>
            <a:solidFill>
              <a:srgbClr val="7F8C97">
                <a:alpha val="48000"/>
              </a:srgbClr>
            </a:solidFill>
            <a:ln w="0">
              <a:noFill/>
              <a:prstDash val="solid"/>
            </a:ln>
          </p:spPr>
        </p:sp>
        <p:sp>
          <p:nvSpPr>
            <p:cNvPr id="3867" name="03_assume_matched_3866">
              <a:extLst>
                <a:ext uri="{FF2B5EF4-FFF2-40B4-BE49-F238E27FC236}">
                  <a16:creationId xmlns:a16="http://schemas.microsoft.com/office/drawing/2014/main" id="{23636BEB-8233-42CC-83DD-CDDC9A85DC91}"/>
                </a:ext>
              </a:extLst>
            </p:cNvPr>
            <p:cNvSpPr>
              <a:spLocks/>
            </p:cNvSpPr>
            <p:nvPr/>
          </p:nvSpPr>
          <p:spPr>
            <a:xfrm>
              <a:off x="4656159" y="7168208"/>
              <a:ext cx="28398" cy="28398"/>
            </a:xfrm>
            <a:prstGeom prst="ellipse">
              <a:avLst/>
            </a:prstGeom>
            <a:solidFill>
              <a:srgbClr val="7F8C97">
                <a:alpha val="48000"/>
              </a:srgbClr>
            </a:solidFill>
            <a:ln w="0">
              <a:noFill/>
              <a:prstDash val="solid"/>
            </a:ln>
          </p:spPr>
        </p:sp>
        <p:sp>
          <p:nvSpPr>
            <p:cNvPr id="3868" name="03_assume_matched_3867">
              <a:extLst>
                <a:ext uri="{FF2B5EF4-FFF2-40B4-BE49-F238E27FC236}">
                  <a16:creationId xmlns:a16="http://schemas.microsoft.com/office/drawing/2014/main" id="{D5DB1E5B-23F7-49C1-B351-18215EA514C4}"/>
                </a:ext>
              </a:extLst>
            </p:cNvPr>
            <p:cNvSpPr>
              <a:spLocks/>
            </p:cNvSpPr>
            <p:nvPr/>
          </p:nvSpPr>
          <p:spPr>
            <a:xfrm>
              <a:off x="4644646" y="7168208"/>
              <a:ext cx="28398" cy="28398"/>
            </a:xfrm>
            <a:prstGeom prst="ellipse">
              <a:avLst/>
            </a:prstGeom>
            <a:solidFill>
              <a:srgbClr val="7F8C97">
                <a:alpha val="48000"/>
              </a:srgbClr>
            </a:solidFill>
            <a:ln w="0">
              <a:noFill/>
              <a:prstDash val="solid"/>
            </a:ln>
          </p:spPr>
        </p:sp>
        <p:sp>
          <p:nvSpPr>
            <p:cNvPr id="3869" name="03_assume_matched_3868">
              <a:extLst>
                <a:ext uri="{FF2B5EF4-FFF2-40B4-BE49-F238E27FC236}">
                  <a16:creationId xmlns:a16="http://schemas.microsoft.com/office/drawing/2014/main" id="{8DEDA834-D81C-4E7A-8254-54A0EF29FDC1}"/>
                </a:ext>
              </a:extLst>
            </p:cNvPr>
            <p:cNvSpPr>
              <a:spLocks/>
            </p:cNvSpPr>
            <p:nvPr/>
          </p:nvSpPr>
          <p:spPr>
            <a:xfrm>
              <a:off x="4587515" y="7168208"/>
              <a:ext cx="28398" cy="28398"/>
            </a:xfrm>
            <a:prstGeom prst="ellipse">
              <a:avLst/>
            </a:prstGeom>
            <a:solidFill>
              <a:srgbClr val="7F8C97">
                <a:alpha val="48000"/>
              </a:srgbClr>
            </a:solidFill>
            <a:ln w="0">
              <a:noFill/>
              <a:prstDash val="solid"/>
            </a:ln>
          </p:spPr>
        </p:sp>
        <p:sp>
          <p:nvSpPr>
            <p:cNvPr id="3870" name="03_assume_matched_3869">
              <a:extLst>
                <a:ext uri="{FF2B5EF4-FFF2-40B4-BE49-F238E27FC236}">
                  <a16:creationId xmlns:a16="http://schemas.microsoft.com/office/drawing/2014/main" id="{674F9CDD-B555-44A8-A771-1C1543CB84BC}"/>
                </a:ext>
              </a:extLst>
            </p:cNvPr>
            <p:cNvSpPr>
              <a:spLocks/>
            </p:cNvSpPr>
            <p:nvPr/>
          </p:nvSpPr>
          <p:spPr>
            <a:xfrm>
              <a:off x="4666377" y="7168208"/>
              <a:ext cx="28398" cy="28398"/>
            </a:xfrm>
            <a:prstGeom prst="ellipse">
              <a:avLst/>
            </a:prstGeom>
            <a:solidFill>
              <a:srgbClr val="7F8C97">
                <a:alpha val="48000"/>
              </a:srgbClr>
            </a:solidFill>
            <a:ln w="0">
              <a:noFill/>
              <a:prstDash val="solid"/>
            </a:ln>
          </p:spPr>
        </p:sp>
        <p:sp>
          <p:nvSpPr>
            <p:cNvPr id="3871" name="03_assume_matched_3870">
              <a:extLst>
                <a:ext uri="{FF2B5EF4-FFF2-40B4-BE49-F238E27FC236}">
                  <a16:creationId xmlns:a16="http://schemas.microsoft.com/office/drawing/2014/main" id="{8E488D33-B60C-4A5E-A9F8-507C32894497}"/>
                </a:ext>
              </a:extLst>
            </p:cNvPr>
            <p:cNvSpPr>
              <a:spLocks/>
            </p:cNvSpPr>
            <p:nvPr/>
          </p:nvSpPr>
          <p:spPr>
            <a:xfrm>
              <a:off x="4634141" y="7168208"/>
              <a:ext cx="28398" cy="28398"/>
            </a:xfrm>
            <a:prstGeom prst="ellipse">
              <a:avLst/>
            </a:prstGeom>
            <a:solidFill>
              <a:srgbClr val="7F8C97">
                <a:alpha val="48000"/>
              </a:srgbClr>
            </a:solidFill>
            <a:ln w="0">
              <a:noFill/>
              <a:prstDash val="solid"/>
            </a:ln>
          </p:spPr>
        </p:sp>
        <p:sp>
          <p:nvSpPr>
            <p:cNvPr id="3872" name="03_assume_matched_3871">
              <a:extLst>
                <a:ext uri="{FF2B5EF4-FFF2-40B4-BE49-F238E27FC236}">
                  <a16:creationId xmlns:a16="http://schemas.microsoft.com/office/drawing/2014/main" id="{F48AFD51-D79E-4F4D-B2C5-700D98B93BF4}"/>
                </a:ext>
              </a:extLst>
            </p:cNvPr>
            <p:cNvSpPr>
              <a:spLocks/>
            </p:cNvSpPr>
            <p:nvPr/>
          </p:nvSpPr>
          <p:spPr>
            <a:xfrm>
              <a:off x="4538873" y="7168208"/>
              <a:ext cx="28398" cy="28398"/>
            </a:xfrm>
            <a:prstGeom prst="ellipse">
              <a:avLst/>
            </a:prstGeom>
            <a:solidFill>
              <a:srgbClr val="7F8C97">
                <a:alpha val="48000"/>
              </a:srgbClr>
            </a:solidFill>
            <a:ln w="0">
              <a:noFill/>
              <a:prstDash val="solid"/>
            </a:ln>
          </p:spPr>
        </p:sp>
        <p:sp>
          <p:nvSpPr>
            <p:cNvPr id="3873" name="03_assume_matched_3872">
              <a:extLst>
                <a:ext uri="{FF2B5EF4-FFF2-40B4-BE49-F238E27FC236}">
                  <a16:creationId xmlns:a16="http://schemas.microsoft.com/office/drawing/2014/main" id="{8B98BAD7-0951-44AD-8EDA-5E16B8ACC228}"/>
                </a:ext>
              </a:extLst>
            </p:cNvPr>
            <p:cNvSpPr>
              <a:spLocks/>
            </p:cNvSpPr>
            <p:nvPr/>
          </p:nvSpPr>
          <p:spPr>
            <a:xfrm>
              <a:off x="4569526" y="7460643"/>
              <a:ext cx="28398" cy="28398"/>
            </a:xfrm>
            <a:prstGeom prst="ellipse">
              <a:avLst/>
            </a:prstGeom>
            <a:solidFill>
              <a:srgbClr val="7F8C97">
                <a:alpha val="48000"/>
              </a:srgbClr>
            </a:solidFill>
            <a:ln w="0">
              <a:noFill/>
              <a:prstDash val="solid"/>
            </a:ln>
          </p:spPr>
        </p:sp>
        <p:sp>
          <p:nvSpPr>
            <p:cNvPr id="3874" name="03_assume_matched_3873">
              <a:extLst>
                <a:ext uri="{FF2B5EF4-FFF2-40B4-BE49-F238E27FC236}">
                  <a16:creationId xmlns:a16="http://schemas.microsoft.com/office/drawing/2014/main" id="{72123A0D-15BE-4350-9CF2-A8BE7C3294B2}"/>
                </a:ext>
              </a:extLst>
            </p:cNvPr>
            <p:cNvSpPr>
              <a:spLocks/>
            </p:cNvSpPr>
            <p:nvPr/>
          </p:nvSpPr>
          <p:spPr>
            <a:xfrm>
              <a:off x="4538585" y="7606860"/>
              <a:ext cx="28398" cy="28398"/>
            </a:xfrm>
            <a:prstGeom prst="ellipse">
              <a:avLst/>
            </a:prstGeom>
            <a:solidFill>
              <a:srgbClr val="7F8C97">
                <a:alpha val="48000"/>
              </a:srgbClr>
            </a:solidFill>
            <a:ln w="0">
              <a:noFill/>
              <a:prstDash val="solid"/>
            </a:ln>
          </p:spPr>
        </p:sp>
        <p:sp>
          <p:nvSpPr>
            <p:cNvPr id="3875" name="03_assume_matched_3874">
              <a:extLst>
                <a:ext uri="{FF2B5EF4-FFF2-40B4-BE49-F238E27FC236}">
                  <a16:creationId xmlns:a16="http://schemas.microsoft.com/office/drawing/2014/main" id="{0AECF86C-D4C5-4D09-92D7-365249C9C107}"/>
                </a:ext>
              </a:extLst>
            </p:cNvPr>
            <p:cNvSpPr>
              <a:spLocks/>
            </p:cNvSpPr>
            <p:nvPr/>
          </p:nvSpPr>
          <p:spPr>
            <a:xfrm>
              <a:off x="4619894" y="7168208"/>
              <a:ext cx="28398" cy="28398"/>
            </a:xfrm>
            <a:prstGeom prst="ellipse">
              <a:avLst/>
            </a:prstGeom>
            <a:solidFill>
              <a:srgbClr val="7F8C97">
                <a:alpha val="48000"/>
              </a:srgbClr>
            </a:solidFill>
            <a:ln w="0">
              <a:noFill/>
              <a:prstDash val="solid"/>
            </a:ln>
          </p:spPr>
        </p:sp>
        <p:sp>
          <p:nvSpPr>
            <p:cNvPr id="3876" name="03_assume_matched_3875">
              <a:extLst>
                <a:ext uri="{FF2B5EF4-FFF2-40B4-BE49-F238E27FC236}">
                  <a16:creationId xmlns:a16="http://schemas.microsoft.com/office/drawing/2014/main" id="{E67F484C-D671-46DC-B760-4B6772347FC9}"/>
                </a:ext>
              </a:extLst>
            </p:cNvPr>
            <p:cNvSpPr>
              <a:spLocks/>
            </p:cNvSpPr>
            <p:nvPr/>
          </p:nvSpPr>
          <p:spPr>
            <a:xfrm>
              <a:off x="4601186" y="7168208"/>
              <a:ext cx="28398" cy="28398"/>
            </a:xfrm>
            <a:prstGeom prst="ellipse">
              <a:avLst/>
            </a:prstGeom>
            <a:solidFill>
              <a:srgbClr val="7F8C97">
                <a:alpha val="48000"/>
              </a:srgbClr>
            </a:solidFill>
            <a:ln w="0">
              <a:noFill/>
              <a:prstDash val="solid"/>
            </a:ln>
          </p:spPr>
        </p:sp>
        <p:sp>
          <p:nvSpPr>
            <p:cNvPr id="3877" name="03_assume_matched_3876">
              <a:extLst>
                <a:ext uri="{FF2B5EF4-FFF2-40B4-BE49-F238E27FC236}">
                  <a16:creationId xmlns:a16="http://schemas.microsoft.com/office/drawing/2014/main" id="{98F5339F-097D-4961-9995-77298C833B0C}"/>
                </a:ext>
              </a:extLst>
            </p:cNvPr>
            <p:cNvSpPr>
              <a:spLocks/>
            </p:cNvSpPr>
            <p:nvPr/>
          </p:nvSpPr>
          <p:spPr>
            <a:xfrm>
              <a:off x="4585932" y="7168208"/>
              <a:ext cx="28398" cy="28398"/>
            </a:xfrm>
            <a:prstGeom prst="ellipse">
              <a:avLst/>
            </a:prstGeom>
            <a:solidFill>
              <a:srgbClr val="7F8C97">
                <a:alpha val="48000"/>
              </a:srgbClr>
            </a:solidFill>
            <a:ln w="0">
              <a:noFill/>
              <a:prstDash val="solid"/>
            </a:ln>
          </p:spPr>
        </p:sp>
        <p:sp>
          <p:nvSpPr>
            <p:cNvPr id="3878" name="03_assume_matched_3877">
              <a:extLst>
                <a:ext uri="{FF2B5EF4-FFF2-40B4-BE49-F238E27FC236}">
                  <a16:creationId xmlns:a16="http://schemas.microsoft.com/office/drawing/2014/main" id="{39ACB6B9-8B19-487E-92BB-FBFF6ED7B6E1}"/>
                </a:ext>
              </a:extLst>
            </p:cNvPr>
            <p:cNvSpPr>
              <a:spLocks/>
            </p:cNvSpPr>
            <p:nvPr/>
          </p:nvSpPr>
          <p:spPr>
            <a:xfrm>
              <a:off x="4571685" y="7753078"/>
              <a:ext cx="28398" cy="28398"/>
            </a:xfrm>
            <a:prstGeom prst="ellipse">
              <a:avLst/>
            </a:prstGeom>
            <a:solidFill>
              <a:srgbClr val="7F8C97">
                <a:alpha val="48000"/>
              </a:srgbClr>
            </a:solidFill>
            <a:ln w="0">
              <a:noFill/>
              <a:prstDash val="solid"/>
            </a:ln>
          </p:spPr>
        </p:sp>
        <p:sp>
          <p:nvSpPr>
            <p:cNvPr id="3879" name="03_assume_matched_3878">
              <a:extLst>
                <a:ext uri="{FF2B5EF4-FFF2-40B4-BE49-F238E27FC236}">
                  <a16:creationId xmlns:a16="http://schemas.microsoft.com/office/drawing/2014/main" id="{917C1DEC-13F3-44AE-9010-CA5A71BE9A9E}"/>
                </a:ext>
              </a:extLst>
            </p:cNvPr>
            <p:cNvSpPr>
              <a:spLocks/>
            </p:cNvSpPr>
            <p:nvPr/>
          </p:nvSpPr>
          <p:spPr>
            <a:xfrm>
              <a:off x="4588090" y="7168208"/>
              <a:ext cx="28398" cy="28398"/>
            </a:xfrm>
            <a:prstGeom prst="ellipse">
              <a:avLst/>
            </a:prstGeom>
            <a:solidFill>
              <a:srgbClr val="7F8C97">
                <a:alpha val="48000"/>
              </a:srgbClr>
            </a:solidFill>
            <a:ln w="0">
              <a:noFill/>
              <a:prstDash val="solid"/>
            </a:ln>
          </p:spPr>
        </p:sp>
        <p:sp>
          <p:nvSpPr>
            <p:cNvPr id="3880" name="03_assume_matched_3879">
              <a:extLst>
                <a:ext uri="{FF2B5EF4-FFF2-40B4-BE49-F238E27FC236}">
                  <a16:creationId xmlns:a16="http://schemas.microsoft.com/office/drawing/2014/main" id="{79D78A49-5C64-4BC3-8C50-61843A5A16F5}"/>
                </a:ext>
              </a:extLst>
            </p:cNvPr>
            <p:cNvSpPr>
              <a:spLocks/>
            </p:cNvSpPr>
            <p:nvPr/>
          </p:nvSpPr>
          <p:spPr>
            <a:xfrm>
              <a:off x="4673284" y="7314426"/>
              <a:ext cx="28398" cy="28398"/>
            </a:xfrm>
            <a:prstGeom prst="ellipse">
              <a:avLst/>
            </a:prstGeom>
            <a:solidFill>
              <a:srgbClr val="7F8C97">
                <a:alpha val="48000"/>
              </a:srgbClr>
            </a:solidFill>
            <a:ln w="0">
              <a:noFill/>
              <a:prstDash val="solid"/>
            </a:ln>
          </p:spPr>
        </p:sp>
        <p:sp>
          <p:nvSpPr>
            <p:cNvPr id="3881" name="03_assume_matched_3880">
              <a:extLst>
                <a:ext uri="{FF2B5EF4-FFF2-40B4-BE49-F238E27FC236}">
                  <a16:creationId xmlns:a16="http://schemas.microsoft.com/office/drawing/2014/main" id="{FA364050-D933-4472-B89E-606806BA455A}"/>
                </a:ext>
              </a:extLst>
            </p:cNvPr>
            <p:cNvSpPr>
              <a:spLocks/>
            </p:cNvSpPr>
            <p:nvPr/>
          </p:nvSpPr>
          <p:spPr>
            <a:xfrm>
              <a:off x="4628241" y="7168208"/>
              <a:ext cx="28398" cy="28398"/>
            </a:xfrm>
            <a:prstGeom prst="ellipse">
              <a:avLst/>
            </a:prstGeom>
            <a:solidFill>
              <a:srgbClr val="7F8C97">
                <a:alpha val="48000"/>
              </a:srgbClr>
            </a:solidFill>
            <a:ln w="0">
              <a:noFill/>
              <a:prstDash val="solid"/>
            </a:ln>
          </p:spPr>
        </p:sp>
        <p:sp>
          <p:nvSpPr>
            <p:cNvPr id="3882" name="03_assume_matched_3881">
              <a:extLst>
                <a:ext uri="{FF2B5EF4-FFF2-40B4-BE49-F238E27FC236}">
                  <a16:creationId xmlns:a16="http://schemas.microsoft.com/office/drawing/2014/main" id="{A9F589AE-AF12-45E0-B740-BA8C154B7DF5}"/>
                </a:ext>
              </a:extLst>
            </p:cNvPr>
            <p:cNvSpPr>
              <a:spLocks/>
            </p:cNvSpPr>
            <p:nvPr/>
          </p:nvSpPr>
          <p:spPr>
            <a:xfrm>
              <a:off x="4638027" y="7655599"/>
              <a:ext cx="28398" cy="28398"/>
            </a:xfrm>
            <a:prstGeom prst="ellipse">
              <a:avLst/>
            </a:prstGeom>
            <a:solidFill>
              <a:srgbClr val="7F8C97">
                <a:alpha val="48000"/>
              </a:srgbClr>
            </a:solidFill>
            <a:ln w="0">
              <a:noFill/>
              <a:prstDash val="solid"/>
            </a:ln>
          </p:spPr>
        </p:sp>
        <p:sp>
          <p:nvSpPr>
            <p:cNvPr id="3883" name="03_assume_matched_3882">
              <a:extLst>
                <a:ext uri="{FF2B5EF4-FFF2-40B4-BE49-F238E27FC236}">
                  <a16:creationId xmlns:a16="http://schemas.microsoft.com/office/drawing/2014/main" id="{F0AED915-0F0F-416E-8405-446146D423AC}"/>
                </a:ext>
              </a:extLst>
            </p:cNvPr>
            <p:cNvSpPr>
              <a:spLocks/>
            </p:cNvSpPr>
            <p:nvPr/>
          </p:nvSpPr>
          <p:spPr>
            <a:xfrm>
              <a:off x="4574851" y="7558121"/>
              <a:ext cx="28398" cy="28398"/>
            </a:xfrm>
            <a:prstGeom prst="ellipse">
              <a:avLst/>
            </a:prstGeom>
            <a:solidFill>
              <a:srgbClr val="7F8C97">
                <a:alpha val="48000"/>
              </a:srgbClr>
            </a:solidFill>
            <a:ln w="0">
              <a:noFill/>
              <a:prstDash val="solid"/>
            </a:ln>
          </p:spPr>
        </p:sp>
        <p:sp>
          <p:nvSpPr>
            <p:cNvPr id="3884" name="03_assume_matched_3883">
              <a:extLst>
                <a:ext uri="{FF2B5EF4-FFF2-40B4-BE49-F238E27FC236}">
                  <a16:creationId xmlns:a16="http://schemas.microsoft.com/office/drawing/2014/main" id="{9F8CEDAE-65FC-44EF-8927-F18FFCC13F28}"/>
                </a:ext>
              </a:extLst>
            </p:cNvPr>
            <p:cNvSpPr>
              <a:spLocks/>
            </p:cNvSpPr>
            <p:nvPr/>
          </p:nvSpPr>
          <p:spPr>
            <a:xfrm>
              <a:off x="4665225" y="7558121"/>
              <a:ext cx="28398" cy="28398"/>
            </a:xfrm>
            <a:prstGeom prst="ellipse">
              <a:avLst/>
            </a:prstGeom>
            <a:solidFill>
              <a:srgbClr val="7F8C97">
                <a:alpha val="48000"/>
              </a:srgbClr>
            </a:solidFill>
            <a:ln w="0">
              <a:noFill/>
              <a:prstDash val="solid"/>
            </a:ln>
          </p:spPr>
        </p:sp>
        <p:sp>
          <p:nvSpPr>
            <p:cNvPr id="3885" name="03_assume_matched_3884">
              <a:extLst>
                <a:ext uri="{FF2B5EF4-FFF2-40B4-BE49-F238E27FC236}">
                  <a16:creationId xmlns:a16="http://schemas.microsoft.com/office/drawing/2014/main" id="{CDC4212A-E50C-4F38-B5D7-2839A5016414}"/>
                </a:ext>
              </a:extLst>
            </p:cNvPr>
            <p:cNvSpPr>
              <a:spLocks/>
            </p:cNvSpPr>
            <p:nvPr/>
          </p:nvSpPr>
          <p:spPr>
            <a:xfrm>
              <a:off x="4638314" y="7168208"/>
              <a:ext cx="28398" cy="28398"/>
            </a:xfrm>
            <a:prstGeom prst="ellipse">
              <a:avLst/>
            </a:prstGeom>
            <a:solidFill>
              <a:srgbClr val="7F8C97">
                <a:alpha val="48000"/>
              </a:srgbClr>
            </a:solidFill>
            <a:ln w="0">
              <a:noFill/>
              <a:prstDash val="solid"/>
            </a:ln>
          </p:spPr>
        </p:sp>
        <p:sp>
          <p:nvSpPr>
            <p:cNvPr id="3886" name="03_assume_matched_3885">
              <a:extLst>
                <a:ext uri="{FF2B5EF4-FFF2-40B4-BE49-F238E27FC236}">
                  <a16:creationId xmlns:a16="http://schemas.microsoft.com/office/drawing/2014/main" id="{EC2D3397-E107-44FF-9DEF-7329E3530003}"/>
                </a:ext>
              </a:extLst>
            </p:cNvPr>
            <p:cNvSpPr>
              <a:spLocks/>
            </p:cNvSpPr>
            <p:nvPr/>
          </p:nvSpPr>
          <p:spPr>
            <a:xfrm>
              <a:off x="4556142" y="7753078"/>
              <a:ext cx="28398" cy="28398"/>
            </a:xfrm>
            <a:prstGeom prst="ellipse">
              <a:avLst/>
            </a:prstGeom>
            <a:solidFill>
              <a:srgbClr val="7F8C97">
                <a:alpha val="48000"/>
              </a:srgbClr>
            </a:solidFill>
            <a:ln w="0">
              <a:noFill/>
              <a:prstDash val="solid"/>
            </a:ln>
          </p:spPr>
        </p:sp>
        <p:sp>
          <p:nvSpPr>
            <p:cNvPr id="3887" name="03_assume_matched_3886">
              <a:extLst>
                <a:ext uri="{FF2B5EF4-FFF2-40B4-BE49-F238E27FC236}">
                  <a16:creationId xmlns:a16="http://schemas.microsoft.com/office/drawing/2014/main" id="{2CA03143-ED3B-4FE9-8653-DB126218BFD7}"/>
                </a:ext>
              </a:extLst>
            </p:cNvPr>
            <p:cNvSpPr>
              <a:spLocks/>
            </p:cNvSpPr>
            <p:nvPr/>
          </p:nvSpPr>
          <p:spPr>
            <a:xfrm>
              <a:off x="4563482" y="7168208"/>
              <a:ext cx="28398" cy="28398"/>
            </a:xfrm>
            <a:prstGeom prst="ellipse">
              <a:avLst/>
            </a:prstGeom>
            <a:solidFill>
              <a:srgbClr val="7F8C97">
                <a:alpha val="48000"/>
              </a:srgbClr>
            </a:solidFill>
            <a:ln w="0">
              <a:noFill/>
              <a:prstDash val="solid"/>
            </a:ln>
          </p:spPr>
        </p:sp>
        <p:sp>
          <p:nvSpPr>
            <p:cNvPr id="3888" name="03_assume_matched_3887">
              <a:extLst>
                <a:ext uri="{FF2B5EF4-FFF2-40B4-BE49-F238E27FC236}">
                  <a16:creationId xmlns:a16="http://schemas.microsoft.com/office/drawing/2014/main" id="{9E8A95BE-D84B-4D6F-9F2A-F73A12FCA46C}"/>
                </a:ext>
              </a:extLst>
            </p:cNvPr>
            <p:cNvSpPr>
              <a:spLocks/>
            </p:cNvSpPr>
            <p:nvPr/>
          </p:nvSpPr>
          <p:spPr>
            <a:xfrm>
              <a:off x="4574707" y="7558121"/>
              <a:ext cx="28398" cy="28398"/>
            </a:xfrm>
            <a:prstGeom prst="ellipse">
              <a:avLst/>
            </a:prstGeom>
            <a:solidFill>
              <a:srgbClr val="7F8C97">
                <a:alpha val="48000"/>
              </a:srgbClr>
            </a:solidFill>
            <a:ln w="0">
              <a:noFill/>
              <a:prstDash val="solid"/>
            </a:ln>
          </p:spPr>
        </p:sp>
        <p:sp>
          <p:nvSpPr>
            <p:cNvPr id="3889" name="03_assume_matched_3888">
              <a:extLst>
                <a:ext uri="{FF2B5EF4-FFF2-40B4-BE49-F238E27FC236}">
                  <a16:creationId xmlns:a16="http://schemas.microsoft.com/office/drawing/2014/main" id="{EF9E69DF-3B23-4BFF-9692-3F271B4CF31F}"/>
                </a:ext>
              </a:extLst>
            </p:cNvPr>
            <p:cNvSpPr>
              <a:spLocks/>
            </p:cNvSpPr>
            <p:nvPr/>
          </p:nvSpPr>
          <p:spPr>
            <a:xfrm>
              <a:off x="4664074" y="7168208"/>
              <a:ext cx="28398" cy="28398"/>
            </a:xfrm>
            <a:prstGeom prst="ellipse">
              <a:avLst/>
            </a:prstGeom>
            <a:solidFill>
              <a:srgbClr val="7F8C97">
                <a:alpha val="48000"/>
              </a:srgbClr>
            </a:solidFill>
            <a:ln w="0">
              <a:noFill/>
              <a:prstDash val="solid"/>
            </a:ln>
          </p:spPr>
        </p:sp>
        <p:sp>
          <p:nvSpPr>
            <p:cNvPr id="3890" name="03_assume_matched_3889">
              <a:extLst>
                <a:ext uri="{FF2B5EF4-FFF2-40B4-BE49-F238E27FC236}">
                  <a16:creationId xmlns:a16="http://schemas.microsoft.com/office/drawing/2014/main" id="{88988CB6-DB3D-4FA3-ACAF-46D3F4A738B9}"/>
                </a:ext>
              </a:extLst>
            </p:cNvPr>
            <p:cNvSpPr>
              <a:spLocks/>
            </p:cNvSpPr>
            <p:nvPr/>
          </p:nvSpPr>
          <p:spPr>
            <a:xfrm>
              <a:off x="4577009" y="7168208"/>
              <a:ext cx="28398" cy="28398"/>
            </a:xfrm>
            <a:prstGeom prst="ellipse">
              <a:avLst/>
            </a:prstGeom>
            <a:solidFill>
              <a:srgbClr val="7F8C97">
                <a:alpha val="48000"/>
              </a:srgbClr>
            </a:solidFill>
            <a:ln w="0">
              <a:noFill/>
              <a:prstDash val="solid"/>
            </a:ln>
          </p:spPr>
        </p:sp>
        <p:sp>
          <p:nvSpPr>
            <p:cNvPr id="3891" name="03_assume_matched_3890">
              <a:extLst>
                <a:ext uri="{FF2B5EF4-FFF2-40B4-BE49-F238E27FC236}">
                  <a16:creationId xmlns:a16="http://schemas.microsoft.com/office/drawing/2014/main" id="{EDF10AE5-0A12-4A05-A2AE-745B48C4FAC1}"/>
                </a:ext>
              </a:extLst>
            </p:cNvPr>
            <p:cNvSpPr>
              <a:spLocks/>
            </p:cNvSpPr>
            <p:nvPr/>
          </p:nvSpPr>
          <p:spPr>
            <a:xfrm>
              <a:off x="4656015" y="7493136"/>
              <a:ext cx="28398" cy="28398"/>
            </a:xfrm>
            <a:prstGeom prst="ellipse">
              <a:avLst/>
            </a:prstGeom>
            <a:solidFill>
              <a:srgbClr val="7F8C97">
                <a:alpha val="48000"/>
              </a:srgbClr>
            </a:solidFill>
            <a:ln w="0">
              <a:noFill/>
              <a:prstDash val="solid"/>
            </a:ln>
          </p:spPr>
        </p:sp>
        <p:sp>
          <p:nvSpPr>
            <p:cNvPr id="3892" name="03_assume_matched_3891">
              <a:extLst>
                <a:ext uri="{FF2B5EF4-FFF2-40B4-BE49-F238E27FC236}">
                  <a16:creationId xmlns:a16="http://schemas.microsoft.com/office/drawing/2014/main" id="{50262653-48D6-43CF-896A-337C9B96F2A4}"/>
                </a:ext>
              </a:extLst>
            </p:cNvPr>
            <p:cNvSpPr>
              <a:spLocks/>
            </p:cNvSpPr>
            <p:nvPr/>
          </p:nvSpPr>
          <p:spPr>
            <a:xfrm>
              <a:off x="4657166" y="7168208"/>
              <a:ext cx="28398" cy="28398"/>
            </a:xfrm>
            <a:prstGeom prst="ellipse">
              <a:avLst/>
            </a:prstGeom>
            <a:solidFill>
              <a:srgbClr val="7F8C97">
                <a:alpha val="48000"/>
              </a:srgbClr>
            </a:solidFill>
            <a:ln w="0">
              <a:noFill/>
              <a:prstDash val="solid"/>
            </a:ln>
          </p:spPr>
        </p:sp>
        <p:sp>
          <p:nvSpPr>
            <p:cNvPr id="3893" name="03_assume_matched_3892">
              <a:extLst>
                <a:ext uri="{FF2B5EF4-FFF2-40B4-BE49-F238E27FC236}">
                  <a16:creationId xmlns:a16="http://schemas.microsoft.com/office/drawing/2014/main" id="{5ADFE0B8-02A1-42EA-AC76-F2E3C3AD2001}"/>
                </a:ext>
              </a:extLst>
            </p:cNvPr>
            <p:cNvSpPr>
              <a:spLocks/>
            </p:cNvSpPr>
            <p:nvPr/>
          </p:nvSpPr>
          <p:spPr>
            <a:xfrm>
              <a:off x="4660908" y="7753078"/>
              <a:ext cx="28398" cy="28398"/>
            </a:xfrm>
            <a:prstGeom prst="ellipse">
              <a:avLst/>
            </a:prstGeom>
            <a:solidFill>
              <a:srgbClr val="7F8C97">
                <a:alpha val="48000"/>
              </a:srgbClr>
            </a:solidFill>
            <a:ln w="0">
              <a:noFill/>
              <a:prstDash val="solid"/>
            </a:ln>
          </p:spPr>
        </p:sp>
        <p:sp>
          <p:nvSpPr>
            <p:cNvPr id="3894" name="03_assume_matched_3893">
              <a:extLst>
                <a:ext uri="{FF2B5EF4-FFF2-40B4-BE49-F238E27FC236}">
                  <a16:creationId xmlns:a16="http://schemas.microsoft.com/office/drawing/2014/main" id="{CC70D250-5627-4032-85DF-C51B315C6641}"/>
                </a:ext>
              </a:extLst>
            </p:cNvPr>
            <p:cNvSpPr>
              <a:spLocks/>
            </p:cNvSpPr>
            <p:nvPr/>
          </p:nvSpPr>
          <p:spPr>
            <a:xfrm>
              <a:off x="4578160" y="7753078"/>
              <a:ext cx="28398" cy="28398"/>
            </a:xfrm>
            <a:prstGeom prst="ellipse">
              <a:avLst/>
            </a:prstGeom>
            <a:solidFill>
              <a:srgbClr val="7F8C97">
                <a:alpha val="48000"/>
              </a:srgbClr>
            </a:solidFill>
            <a:ln w="0">
              <a:noFill/>
              <a:prstDash val="solid"/>
            </a:ln>
          </p:spPr>
        </p:sp>
        <p:sp>
          <p:nvSpPr>
            <p:cNvPr id="3895" name="03_assume_matched_3894">
              <a:extLst>
                <a:ext uri="{FF2B5EF4-FFF2-40B4-BE49-F238E27FC236}">
                  <a16:creationId xmlns:a16="http://schemas.microsoft.com/office/drawing/2014/main" id="{36AAD950-F163-487D-9094-1DC604848EF8}"/>
                </a:ext>
              </a:extLst>
            </p:cNvPr>
            <p:cNvSpPr>
              <a:spLocks/>
            </p:cNvSpPr>
            <p:nvPr/>
          </p:nvSpPr>
          <p:spPr>
            <a:xfrm>
              <a:off x="4556430" y="7168208"/>
              <a:ext cx="28398" cy="28398"/>
            </a:xfrm>
            <a:prstGeom prst="ellipse">
              <a:avLst/>
            </a:prstGeom>
            <a:solidFill>
              <a:srgbClr val="7F8C97">
                <a:alpha val="48000"/>
              </a:srgbClr>
            </a:solidFill>
            <a:ln w="0">
              <a:noFill/>
              <a:prstDash val="solid"/>
            </a:ln>
          </p:spPr>
        </p:sp>
        <p:sp>
          <p:nvSpPr>
            <p:cNvPr id="3896" name="03_assume_matched_3895">
              <a:extLst>
                <a:ext uri="{FF2B5EF4-FFF2-40B4-BE49-F238E27FC236}">
                  <a16:creationId xmlns:a16="http://schemas.microsoft.com/office/drawing/2014/main" id="{88505E3B-9506-4936-9F7F-09E7BCD012CE}"/>
                </a:ext>
              </a:extLst>
            </p:cNvPr>
            <p:cNvSpPr>
              <a:spLocks/>
            </p:cNvSpPr>
            <p:nvPr/>
          </p:nvSpPr>
          <p:spPr>
            <a:xfrm>
              <a:off x="4640185" y="7168208"/>
              <a:ext cx="28398" cy="28398"/>
            </a:xfrm>
            <a:prstGeom prst="ellipse">
              <a:avLst/>
            </a:prstGeom>
            <a:solidFill>
              <a:srgbClr val="7F8C97">
                <a:alpha val="48000"/>
              </a:srgbClr>
            </a:solidFill>
            <a:ln w="0">
              <a:noFill/>
              <a:prstDash val="solid"/>
            </a:ln>
          </p:spPr>
        </p:sp>
        <p:sp>
          <p:nvSpPr>
            <p:cNvPr id="3897" name="03_assume_matched_3896">
              <a:extLst>
                <a:ext uri="{FF2B5EF4-FFF2-40B4-BE49-F238E27FC236}">
                  <a16:creationId xmlns:a16="http://schemas.microsoft.com/office/drawing/2014/main" id="{1E28C998-9D76-466E-9380-A6EF56B09670}"/>
                </a:ext>
              </a:extLst>
            </p:cNvPr>
            <p:cNvSpPr>
              <a:spLocks/>
            </p:cNvSpPr>
            <p:nvPr/>
          </p:nvSpPr>
          <p:spPr>
            <a:xfrm>
              <a:off x="4549666" y="7168208"/>
              <a:ext cx="28398" cy="28398"/>
            </a:xfrm>
            <a:prstGeom prst="ellipse">
              <a:avLst/>
            </a:prstGeom>
            <a:solidFill>
              <a:srgbClr val="7F8C97">
                <a:alpha val="48000"/>
              </a:srgbClr>
            </a:solidFill>
            <a:ln w="0">
              <a:noFill/>
              <a:prstDash val="solid"/>
            </a:ln>
          </p:spPr>
        </p:sp>
        <p:sp>
          <p:nvSpPr>
            <p:cNvPr id="3898" name="03_assume_matched_3897">
              <a:extLst>
                <a:ext uri="{FF2B5EF4-FFF2-40B4-BE49-F238E27FC236}">
                  <a16:creationId xmlns:a16="http://schemas.microsoft.com/office/drawing/2014/main" id="{57987D0B-4106-40DB-AB75-05801E99C78E}"/>
                </a:ext>
              </a:extLst>
            </p:cNvPr>
            <p:cNvSpPr>
              <a:spLocks/>
            </p:cNvSpPr>
            <p:nvPr/>
          </p:nvSpPr>
          <p:spPr>
            <a:xfrm>
              <a:off x="4643783" y="7168208"/>
              <a:ext cx="28398" cy="28398"/>
            </a:xfrm>
            <a:prstGeom prst="ellipse">
              <a:avLst/>
            </a:prstGeom>
            <a:solidFill>
              <a:srgbClr val="7F8C97">
                <a:alpha val="48000"/>
              </a:srgbClr>
            </a:solidFill>
            <a:ln w="0">
              <a:noFill/>
              <a:prstDash val="solid"/>
            </a:ln>
          </p:spPr>
        </p:sp>
        <p:sp>
          <p:nvSpPr>
            <p:cNvPr id="3899" name="03_assume_matched_3898">
              <a:extLst>
                <a:ext uri="{FF2B5EF4-FFF2-40B4-BE49-F238E27FC236}">
                  <a16:creationId xmlns:a16="http://schemas.microsoft.com/office/drawing/2014/main" id="{3A6CB4AD-B5D3-4494-8E9E-C291D026DE0C}"/>
                </a:ext>
              </a:extLst>
            </p:cNvPr>
            <p:cNvSpPr>
              <a:spLocks/>
            </p:cNvSpPr>
            <p:nvPr/>
          </p:nvSpPr>
          <p:spPr>
            <a:xfrm>
              <a:off x="4550962" y="7753078"/>
              <a:ext cx="28398" cy="28398"/>
            </a:xfrm>
            <a:prstGeom prst="ellipse">
              <a:avLst/>
            </a:prstGeom>
            <a:solidFill>
              <a:srgbClr val="7F8C97">
                <a:alpha val="48000"/>
              </a:srgbClr>
            </a:solidFill>
            <a:ln w="0">
              <a:noFill/>
              <a:prstDash val="solid"/>
            </a:ln>
          </p:spPr>
        </p:sp>
        <p:sp>
          <p:nvSpPr>
            <p:cNvPr id="3900" name="03_assume_matched_3899">
              <a:extLst>
                <a:ext uri="{FF2B5EF4-FFF2-40B4-BE49-F238E27FC236}">
                  <a16:creationId xmlns:a16="http://schemas.microsoft.com/office/drawing/2014/main" id="{C53C0619-B17D-4FCB-8DC2-C48733E534B8}"/>
                </a:ext>
              </a:extLst>
            </p:cNvPr>
            <p:cNvSpPr>
              <a:spLocks/>
            </p:cNvSpPr>
            <p:nvPr/>
          </p:nvSpPr>
          <p:spPr>
            <a:xfrm>
              <a:off x="4671413" y="7168208"/>
              <a:ext cx="28398" cy="28398"/>
            </a:xfrm>
            <a:prstGeom prst="ellipse">
              <a:avLst/>
            </a:prstGeom>
            <a:solidFill>
              <a:srgbClr val="7F8C97">
                <a:alpha val="48000"/>
              </a:srgbClr>
            </a:solidFill>
            <a:ln w="0">
              <a:noFill/>
              <a:prstDash val="solid"/>
            </a:ln>
          </p:spPr>
        </p:sp>
        <p:sp>
          <p:nvSpPr>
            <p:cNvPr id="3901" name="03_assume_matched_3900">
              <a:extLst>
                <a:ext uri="{FF2B5EF4-FFF2-40B4-BE49-F238E27FC236}">
                  <a16:creationId xmlns:a16="http://schemas.microsoft.com/office/drawing/2014/main" id="{8821C405-54AE-48B5-B03B-BD468447C1A3}"/>
                </a:ext>
              </a:extLst>
            </p:cNvPr>
            <p:cNvSpPr>
              <a:spLocks/>
            </p:cNvSpPr>
            <p:nvPr/>
          </p:nvSpPr>
          <p:spPr>
            <a:xfrm>
              <a:off x="4649395" y="7168208"/>
              <a:ext cx="28398" cy="28398"/>
            </a:xfrm>
            <a:prstGeom prst="ellipse">
              <a:avLst/>
            </a:prstGeom>
            <a:solidFill>
              <a:srgbClr val="7F8C97">
                <a:alpha val="48000"/>
              </a:srgbClr>
            </a:solidFill>
            <a:ln w="0">
              <a:noFill/>
              <a:prstDash val="solid"/>
            </a:ln>
          </p:spPr>
        </p:sp>
        <p:sp>
          <p:nvSpPr>
            <p:cNvPr id="3902" name="03_assume_matched_3901">
              <a:extLst>
                <a:ext uri="{FF2B5EF4-FFF2-40B4-BE49-F238E27FC236}">
                  <a16:creationId xmlns:a16="http://schemas.microsoft.com/office/drawing/2014/main" id="{F4D4801A-E996-4B38-9C4C-6EA50BD58BA1}"/>
                </a:ext>
              </a:extLst>
            </p:cNvPr>
            <p:cNvSpPr>
              <a:spLocks/>
            </p:cNvSpPr>
            <p:nvPr/>
          </p:nvSpPr>
          <p:spPr>
            <a:xfrm>
              <a:off x="4597300" y="7168208"/>
              <a:ext cx="28398" cy="28398"/>
            </a:xfrm>
            <a:prstGeom prst="ellipse">
              <a:avLst/>
            </a:prstGeom>
            <a:solidFill>
              <a:srgbClr val="7F8C97">
                <a:alpha val="48000"/>
              </a:srgbClr>
            </a:solidFill>
            <a:ln w="0">
              <a:noFill/>
              <a:prstDash val="solid"/>
            </a:ln>
          </p:spPr>
        </p:sp>
        <p:sp>
          <p:nvSpPr>
            <p:cNvPr id="3903" name="03_assume_matched_3902">
              <a:extLst>
                <a:ext uri="{FF2B5EF4-FFF2-40B4-BE49-F238E27FC236}">
                  <a16:creationId xmlns:a16="http://schemas.microsoft.com/office/drawing/2014/main" id="{16EDF750-A480-47A2-AB44-022EFEA8F456}"/>
                </a:ext>
              </a:extLst>
            </p:cNvPr>
            <p:cNvSpPr>
              <a:spLocks/>
            </p:cNvSpPr>
            <p:nvPr/>
          </p:nvSpPr>
          <p:spPr>
            <a:xfrm>
              <a:off x="4572980" y="7168208"/>
              <a:ext cx="28398" cy="28398"/>
            </a:xfrm>
            <a:prstGeom prst="ellipse">
              <a:avLst/>
            </a:prstGeom>
            <a:solidFill>
              <a:srgbClr val="7F8C97">
                <a:alpha val="48000"/>
              </a:srgbClr>
            </a:solidFill>
            <a:ln w="0">
              <a:noFill/>
              <a:prstDash val="solid"/>
            </a:ln>
          </p:spPr>
        </p:sp>
        <p:sp>
          <p:nvSpPr>
            <p:cNvPr id="3904" name="03_assume_matched_3903">
              <a:extLst>
                <a:ext uri="{FF2B5EF4-FFF2-40B4-BE49-F238E27FC236}">
                  <a16:creationId xmlns:a16="http://schemas.microsoft.com/office/drawing/2014/main" id="{4C07A1F6-8DB9-42F8-B942-D28AF4565D6F}"/>
                </a:ext>
              </a:extLst>
            </p:cNvPr>
            <p:cNvSpPr>
              <a:spLocks/>
            </p:cNvSpPr>
            <p:nvPr/>
          </p:nvSpPr>
          <p:spPr>
            <a:xfrm>
              <a:off x="4675443" y="7753078"/>
              <a:ext cx="28398" cy="28398"/>
            </a:xfrm>
            <a:prstGeom prst="ellipse">
              <a:avLst/>
            </a:prstGeom>
            <a:solidFill>
              <a:srgbClr val="7F8C97">
                <a:alpha val="48000"/>
              </a:srgbClr>
            </a:solidFill>
            <a:ln w="0">
              <a:noFill/>
              <a:prstDash val="solid"/>
            </a:ln>
          </p:spPr>
        </p:sp>
        <p:sp>
          <p:nvSpPr>
            <p:cNvPr id="3905" name="03_assume_matched_3904">
              <a:extLst>
                <a:ext uri="{FF2B5EF4-FFF2-40B4-BE49-F238E27FC236}">
                  <a16:creationId xmlns:a16="http://schemas.microsoft.com/office/drawing/2014/main" id="{6AE9D7FF-A2C8-4876-9B00-B00CCD84366D}"/>
                </a:ext>
              </a:extLst>
            </p:cNvPr>
            <p:cNvSpPr>
              <a:spLocks/>
            </p:cNvSpPr>
            <p:nvPr/>
          </p:nvSpPr>
          <p:spPr>
            <a:xfrm>
              <a:off x="4623204" y="7753078"/>
              <a:ext cx="28398" cy="28398"/>
            </a:xfrm>
            <a:prstGeom prst="ellipse">
              <a:avLst/>
            </a:prstGeom>
            <a:solidFill>
              <a:srgbClr val="7F8C97">
                <a:alpha val="48000"/>
              </a:srgbClr>
            </a:solidFill>
            <a:ln w="0">
              <a:noFill/>
              <a:prstDash val="solid"/>
            </a:ln>
          </p:spPr>
        </p:sp>
        <p:sp>
          <p:nvSpPr>
            <p:cNvPr id="3906" name="03_assume_matched_3905">
              <a:extLst>
                <a:ext uri="{FF2B5EF4-FFF2-40B4-BE49-F238E27FC236}">
                  <a16:creationId xmlns:a16="http://schemas.microsoft.com/office/drawing/2014/main" id="{97B6592B-017F-4842-9CF1-7B3993F22408}"/>
                </a:ext>
              </a:extLst>
            </p:cNvPr>
            <p:cNvSpPr>
              <a:spLocks/>
            </p:cNvSpPr>
            <p:nvPr/>
          </p:nvSpPr>
          <p:spPr>
            <a:xfrm>
              <a:off x="4656015" y="7753078"/>
              <a:ext cx="28398" cy="28398"/>
            </a:xfrm>
            <a:prstGeom prst="ellipse">
              <a:avLst/>
            </a:prstGeom>
            <a:solidFill>
              <a:srgbClr val="7F8C97">
                <a:alpha val="48000"/>
              </a:srgbClr>
            </a:solidFill>
            <a:ln w="0">
              <a:noFill/>
              <a:prstDash val="solid"/>
            </a:ln>
          </p:spPr>
        </p:sp>
        <p:sp>
          <p:nvSpPr>
            <p:cNvPr id="3907" name="03_assume_matched_3906">
              <a:extLst>
                <a:ext uri="{FF2B5EF4-FFF2-40B4-BE49-F238E27FC236}">
                  <a16:creationId xmlns:a16="http://schemas.microsoft.com/office/drawing/2014/main" id="{9830EDD6-B891-4CB6-AE43-0C5025227CC0}"/>
                </a:ext>
              </a:extLst>
            </p:cNvPr>
            <p:cNvSpPr>
              <a:spLocks/>
            </p:cNvSpPr>
            <p:nvPr/>
          </p:nvSpPr>
          <p:spPr>
            <a:xfrm>
              <a:off x="4555135" y="7168208"/>
              <a:ext cx="28398" cy="28398"/>
            </a:xfrm>
            <a:prstGeom prst="ellipse">
              <a:avLst/>
            </a:prstGeom>
            <a:solidFill>
              <a:srgbClr val="7F8C97">
                <a:alpha val="48000"/>
              </a:srgbClr>
            </a:solidFill>
            <a:ln w="0">
              <a:noFill/>
              <a:prstDash val="solid"/>
            </a:ln>
          </p:spPr>
        </p:sp>
        <p:sp>
          <p:nvSpPr>
            <p:cNvPr id="3908" name="03_assume_matched_3907">
              <a:extLst>
                <a:ext uri="{FF2B5EF4-FFF2-40B4-BE49-F238E27FC236}">
                  <a16:creationId xmlns:a16="http://schemas.microsoft.com/office/drawing/2014/main" id="{CD5948D6-659C-4E1F-A776-37202C687B75}"/>
                </a:ext>
              </a:extLst>
            </p:cNvPr>
            <p:cNvSpPr>
              <a:spLocks/>
            </p:cNvSpPr>
            <p:nvPr/>
          </p:nvSpPr>
          <p:spPr>
            <a:xfrm>
              <a:off x="4647093" y="7753078"/>
              <a:ext cx="28398" cy="28398"/>
            </a:xfrm>
            <a:prstGeom prst="ellipse">
              <a:avLst/>
            </a:prstGeom>
            <a:solidFill>
              <a:srgbClr val="7F8C97">
                <a:alpha val="48000"/>
              </a:srgbClr>
            </a:solidFill>
            <a:ln w="0">
              <a:noFill/>
              <a:prstDash val="solid"/>
            </a:ln>
          </p:spPr>
        </p:sp>
        <p:sp>
          <p:nvSpPr>
            <p:cNvPr id="3909" name="03_assume_matched_3908">
              <a:extLst>
                <a:ext uri="{FF2B5EF4-FFF2-40B4-BE49-F238E27FC236}">
                  <a16:creationId xmlns:a16="http://schemas.microsoft.com/office/drawing/2014/main" id="{134FDB5C-179A-40F7-9A97-91616F79E553}"/>
                </a:ext>
              </a:extLst>
            </p:cNvPr>
            <p:cNvSpPr>
              <a:spLocks/>
            </p:cNvSpPr>
            <p:nvPr/>
          </p:nvSpPr>
          <p:spPr>
            <a:xfrm>
              <a:off x="4626226" y="7168208"/>
              <a:ext cx="28398" cy="28398"/>
            </a:xfrm>
            <a:prstGeom prst="ellipse">
              <a:avLst/>
            </a:prstGeom>
            <a:solidFill>
              <a:srgbClr val="7F8C97">
                <a:alpha val="48000"/>
              </a:srgbClr>
            </a:solidFill>
            <a:ln w="0">
              <a:noFill/>
              <a:prstDash val="solid"/>
            </a:ln>
          </p:spPr>
        </p:sp>
        <p:sp>
          <p:nvSpPr>
            <p:cNvPr id="3910" name="03_assume_matched_3909">
              <a:extLst>
                <a:ext uri="{FF2B5EF4-FFF2-40B4-BE49-F238E27FC236}">
                  <a16:creationId xmlns:a16="http://schemas.microsoft.com/office/drawing/2014/main" id="{CDE8C4CE-A6AA-4CB1-AA09-21CE0FA1ED77}"/>
                </a:ext>
              </a:extLst>
            </p:cNvPr>
            <p:cNvSpPr>
              <a:spLocks/>
            </p:cNvSpPr>
            <p:nvPr/>
          </p:nvSpPr>
          <p:spPr>
            <a:xfrm>
              <a:off x="4534844" y="7168208"/>
              <a:ext cx="28398" cy="28398"/>
            </a:xfrm>
            <a:prstGeom prst="ellipse">
              <a:avLst/>
            </a:prstGeom>
            <a:solidFill>
              <a:srgbClr val="7F8C97">
                <a:alpha val="48000"/>
              </a:srgbClr>
            </a:solidFill>
            <a:ln w="0">
              <a:noFill/>
              <a:prstDash val="solid"/>
            </a:ln>
          </p:spPr>
        </p:sp>
        <p:sp>
          <p:nvSpPr>
            <p:cNvPr id="3911" name="03_assume_matched_3910">
              <a:extLst>
                <a:ext uri="{FF2B5EF4-FFF2-40B4-BE49-F238E27FC236}">
                  <a16:creationId xmlns:a16="http://schemas.microsoft.com/office/drawing/2014/main" id="{5E83F3BF-EAA8-4843-84AB-2542A16956FB}"/>
                </a:ext>
              </a:extLst>
            </p:cNvPr>
            <p:cNvSpPr>
              <a:spLocks/>
            </p:cNvSpPr>
            <p:nvPr/>
          </p:nvSpPr>
          <p:spPr>
            <a:xfrm>
              <a:off x="4594134" y="7753078"/>
              <a:ext cx="28398" cy="28398"/>
            </a:xfrm>
            <a:prstGeom prst="ellipse">
              <a:avLst/>
            </a:prstGeom>
            <a:solidFill>
              <a:srgbClr val="7F8C97">
                <a:alpha val="48000"/>
              </a:srgbClr>
            </a:solidFill>
            <a:ln w="0">
              <a:noFill/>
              <a:prstDash val="solid"/>
            </a:ln>
          </p:spPr>
        </p:sp>
        <p:sp>
          <p:nvSpPr>
            <p:cNvPr id="3912" name="03_assume_matched_3911">
              <a:extLst>
                <a:ext uri="{FF2B5EF4-FFF2-40B4-BE49-F238E27FC236}">
                  <a16:creationId xmlns:a16="http://schemas.microsoft.com/office/drawing/2014/main" id="{0F4E5C63-7856-4F39-B5FC-C02E4422F3E0}"/>
                </a:ext>
              </a:extLst>
            </p:cNvPr>
            <p:cNvSpPr>
              <a:spLocks/>
            </p:cNvSpPr>
            <p:nvPr/>
          </p:nvSpPr>
          <p:spPr>
            <a:xfrm>
              <a:off x="4576290" y="7753078"/>
              <a:ext cx="28398" cy="28398"/>
            </a:xfrm>
            <a:prstGeom prst="ellipse">
              <a:avLst/>
            </a:prstGeom>
            <a:solidFill>
              <a:srgbClr val="7F8C97">
                <a:alpha val="48000"/>
              </a:srgbClr>
            </a:solidFill>
            <a:ln w="0">
              <a:noFill/>
              <a:prstDash val="solid"/>
            </a:ln>
          </p:spPr>
        </p:sp>
        <p:sp>
          <p:nvSpPr>
            <p:cNvPr id="3913" name="03_assume_matched_3912">
              <a:extLst>
                <a:ext uri="{FF2B5EF4-FFF2-40B4-BE49-F238E27FC236}">
                  <a16:creationId xmlns:a16="http://schemas.microsoft.com/office/drawing/2014/main" id="{C7BE6EBD-2052-4754-BAB3-A752C3866ED2}"/>
                </a:ext>
              </a:extLst>
            </p:cNvPr>
            <p:cNvSpPr>
              <a:spLocks/>
            </p:cNvSpPr>
            <p:nvPr/>
          </p:nvSpPr>
          <p:spPr>
            <a:xfrm>
              <a:off x="4608525" y="7168208"/>
              <a:ext cx="28398" cy="28398"/>
            </a:xfrm>
            <a:prstGeom prst="ellipse">
              <a:avLst/>
            </a:prstGeom>
            <a:solidFill>
              <a:srgbClr val="7F8C97">
                <a:alpha val="48000"/>
              </a:srgbClr>
            </a:solidFill>
            <a:ln w="0">
              <a:noFill/>
              <a:prstDash val="solid"/>
            </a:ln>
          </p:spPr>
        </p:sp>
        <p:sp>
          <p:nvSpPr>
            <p:cNvPr id="3914" name="03_assume_matched_3913">
              <a:extLst>
                <a:ext uri="{FF2B5EF4-FFF2-40B4-BE49-F238E27FC236}">
                  <a16:creationId xmlns:a16="http://schemas.microsoft.com/office/drawing/2014/main" id="{8CE36972-7973-4BA6-8C3A-3B95C3D58C3B}"/>
                </a:ext>
              </a:extLst>
            </p:cNvPr>
            <p:cNvSpPr>
              <a:spLocks/>
            </p:cNvSpPr>
            <p:nvPr/>
          </p:nvSpPr>
          <p:spPr>
            <a:xfrm>
              <a:off x="4590393" y="7704338"/>
              <a:ext cx="28398" cy="28398"/>
            </a:xfrm>
            <a:prstGeom prst="ellipse">
              <a:avLst/>
            </a:prstGeom>
            <a:solidFill>
              <a:srgbClr val="7F8C97">
                <a:alpha val="48000"/>
              </a:srgbClr>
            </a:solidFill>
            <a:ln w="0">
              <a:noFill/>
              <a:prstDash val="solid"/>
            </a:ln>
          </p:spPr>
        </p:sp>
        <p:sp>
          <p:nvSpPr>
            <p:cNvPr id="3915" name="03_assume_matched_3914">
              <a:extLst>
                <a:ext uri="{FF2B5EF4-FFF2-40B4-BE49-F238E27FC236}">
                  <a16:creationId xmlns:a16="http://schemas.microsoft.com/office/drawing/2014/main" id="{FD3D5854-B32C-46A1-88CA-FC035B87E022}"/>
                </a:ext>
              </a:extLst>
            </p:cNvPr>
            <p:cNvSpPr>
              <a:spLocks/>
            </p:cNvSpPr>
            <p:nvPr/>
          </p:nvSpPr>
          <p:spPr>
            <a:xfrm>
              <a:off x="4652561" y="7606860"/>
              <a:ext cx="28398" cy="28398"/>
            </a:xfrm>
            <a:prstGeom prst="ellipse">
              <a:avLst/>
            </a:prstGeom>
            <a:solidFill>
              <a:srgbClr val="7F8C97">
                <a:alpha val="48000"/>
              </a:srgbClr>
            </a:solidFill>
            <a:ln w="0">
              <a:noFill/>
              <a:prstDash val="solid"/>
            </a:ln>
          </p:spPr>
        </p:sp>
        <p:sp>
          <p:nvSpPr>
            <p:cNvPr id="3916" name="03_assume_matched_3915">
              <a:extLst>
                <a:ext uri="{FF2B5EF4-FFF2-40B4-BE49-F238E27FC236}">
                  <a16:creationId xmlns:a16="http://schemas.microsoft.com/office/drawing/2014/main" id="{E280F716-F7AE-42D4-9DDA-4A066863C41F}"/>
                </a:ext>
              </a:extLst>
            </p:cNvPr>
            <p:cNvSpPr>
              <a:spLocks/>
            </p:cNvSpPr>
            <p:nvPr/>
          </p:nvSpPr>
          <p:spPr>
            <a:xfrm>
              <a:off x="4550674" y="7168208"/>
              <a:ext cx="28398" cy="28398"/>
            </a:xfrm>
            <a:prstGeom prst="ellipse">
              <a:avLst/>
            </a:prstGeom>
            <a:solidFill>
              <a:srgbClr val="7F8C97">
                <a:alpha val="48000"/>
              </a:srgbClr>
            </a:solidFill>
            <a:ln w="0">
              <a:noFill/>
              <a:prstDash val="solid"/>
            </a:ln>
          </p:spPr>
        </p:sp>
        <p:sp>
          <p:nvSpPr>
            <p:cNvPr id="3917" name="03_assume_matched_3916">
              <a:extLst>
                <a:ext uri="{FF2B5EF4-FFF2-40B4-BE49-F238E27FC236}">
                  <a16:creationId xmlns:a16="http://schemas.microsoft.com/office/drawing/2014/main" id="{8F742E5D-8754-45F8-B11B-69E96035D43D}"/>
                </a:ext>
              </a:extLst>
            </p:cNvPr>
            <p:cNvSpPr>
              <a:spLocks/>
            </p:cNvSpPr>
            <p:nvPr/>
          </p:nvSpPr>
          <p:spPr>
            <a:xfrm>
              <a:off x="4557294" y="7168208"/>
              <a:ext cx="28398" cy="28398"/>
            </a:xfrm>
            <a:prstGeom prst="ellipse">
              <a:avLst/>
            </a:prstGeom>
            <a:solidFill>
              <a:srgbClr val="7F8C97">
                <a:alpha val="48000"/>
              </a:srgbClr>
            </a:solidFill>
            <a:ln w="0">
              <a:noFill/>
              <a:prstDash val="solid"/>
            </a:ln>
          </p:spPr>
        </p:sp>
        <p:sp>
          <p:nvSpPr>
            <p:cNvPr id="3918" name="03_assume_matched_3917">
              <a:extLst>
                <a:ext uri="{FF2B5EF4-FFF2-40B4-BE49-F238E27FC236}">
                  <a16:creationId xmlns:a16="http://schemas.microsoft.com/office/drawing/2014/main" id="{65BB8A0B-637D-4B26-AD46-6E828794A907}"/>
                </a:ext>
              </a:extLst>
            </p:cNvPr>
            <p:cNvSpPr>
              <a:spLocks/>
            </p:cNvSpPr>
            <p:nvPr/>
          </p:nvSpPr>
          <p:spPr>
            <a:xfrm>
              <a:off x="4617160" y="7168208"/>
              <a:ext cx="28398" cy="28398"/>
            </a:xfrm>
            <a:prstGeom prst="ellipse">
              <a:avLst/>
            </a:prstGeom>
            <a:solidFill>
              <a:srgbClr val="7F8C97">
                <a:alpha val="48000"/>
              </a:srgbClr>
            </a:solidFill>
            <a:ln w="0">
              <a:noFill/>
              <a:prstDash val="solid"/>
            </a:ln>
          </p:spPr>
        </p:sp>
        <p:sp>
          <p:nvSpPr>
            <p:cNvPr id="3919" name="03_assume_matched_3918">
              <a:extLst>
                <a:ext uri="{FF2B5EF4-FFF2-40B4-BE49-F238E27FC236}">
                  <a16:creationId xmlns:a16="http://schemas.microsoft.com/office/drawing/2014/main" id="{147717E0-B695-4EBF-8BA3-E024A17F9875}"/>
                </a:ext>
              </a:extLst>
            </p:cNvPr>
            <p:cNvSpPr>
              <a:spLocks/>
            </p:cNvSpPr>
            <p:nvPr/>
          </p:nvSpPr>
          <p:spPr>
            <a:xfrm>
              <a:off x="4615865" y="7168208"/>
              <a:ext cx="28398" cy="28398"/>
            </a:xfrm>
            <a:prstGeom prst="ellipse">
              <a:avLst/>
            </a:prstGeom>
            <a:solidFill>
              <a:srgbClr val="7F8C97">
                <a:alpha val="48000"/>
              </a:srgbClr>
            </a:solidFill>
            <a:ln w="0">
              <a:noFill/>
              <a:prstDash val="solid"/>
            </a:ln>
          </p:spPr>
        </p:sp>
        <p:sp>
          <p:nvSpPr>
            <p:cNvPr id="3920" name="03_assume_matched_3919">
              <a:extLst>
                <a:ext uri="{FF2B5EF4-FFF2-40B4-BE49-F238E27FC236}">
                  <a16:creationId xmlns:a16="http://schemas.microsoft.com/office/drawing/2014/main" id="{BA0A121A-C556-45B3-9234-3B0CA417D82B}"/>
                </a:ext>
              </a:extLst>
            </p:cNvPr>
            <p:cNvSpPr>
              <a:spLocks/>
            </p:cNvSpPr>
            <p:nvPr/>
          </p:nvSpPr>
          <p:spPr>
            <a:xfrm>
              <a:off x="4662635" y="7168208"/>
              <a:ext cx="28398" cy="28398"/>
            </a:xfrm>
            <a:prstGeom prst="ellipse">
              <a:avLst/>
            </a:prstGeom>
            <a:solidFill>
              <a:srgbClr val="7F8C97">
                <a:alpha val="48000"/>
              </a:srgbClr>
            </a:solidFill>
            <a:ln w="0">
              <a:noFill/>
              <a:prstDash val="solid"/>
            </a:ln>
          </p:spPr>
        </p:sp>
        <p:sp>
          <p:nvSpPr>
            <p:cNvPr id="3921" name="03_assume_matched_3920">
              <a:extLst>
                <a:ext uri="{FF2B5EF4-FFF2-40B4-BE49-F238E27FC236}">
                  <a16:creationId xmlns:a16="http://schemas.microsoft.com/office/drawing/2014/main" id="{F569CB62-2B91-4B4F-BD5C-7D7012B1E4C6}"/>
                </a:ext>
              </a:extLst>
            </p:cNvPr>
            <p:cNvSpPr>
              <a:spLocks/>
            </p:cNvSpPr>
            <p:nvPr/>
          </p:nvSpPr>
          <p:spPr>
            <a:xfrm>
              <a:off x="4640905" y="7314426"/>
              <a:ext cx="28398" cy="28398"/>
            </a:xfrm>
            <a:prstGeom prst="ellipse">
              <a:avLst/>
            </a:prstGeom>
            <a:solidFill>
              <a:srgbClr val="7F8C97">
                <a:alpha val="48000"/>
              </a:srgbClr>
            </a:solidFill>
            <a:ln w="0">
              <a:noFill/>
              <a:prstDash val="solid"/>
            </a:ln>
          </p:spPr>
        </p:sp>
        <p:sp>
          <p:nvSpPr>
            <p:cNvPr id="3922" name="03_assume_matched_3921">
              <a:extLst>
                <a:ext uri="{FF2B5EF4-FFF2-40B4-BE49-F238E27FC236}">
                  <a16:creationId xmlns:a16="http://schemas.microsoft.com/office/drawing/2014/main" id="{71B1F551-C046-4950-9083-9270752894A6}"/>
                </a:ext>
              </a:extLst>
            </p:cNvPr>
            <p:cNvSpPr>
              <a:spLocks/>
            </p:cNvSpPr>
            <p:nvPr/>
          </p:nvSpPr>
          <p:spPr>
            <a:xfrm>
              <a:off x="4572980" y="7753078"/>
              <a:ext cx="28398" cy="28398"/>
            </a:xfrm>
            <a:prstGeom prst="ellipse">
              <a:avLst/>
            </a:prstGeom>
            <a:solidFill>
              <a:srgbClr val="7F8C97">
                <a:alpha val="48000"/>
              </a:srgbClr>
            </a:solidFill>
            <a:ln w="0">
              <a:noFill/>
              <a:prstDash val="solid"/>
            </a:ln>
          </p:spPr>
        </p:sp>
        <p:sp>
          <p:nvSpPr>
            <p:cNvPr id="3923" name="03_assume_matched_3922">
              <a:extLst>
                <a:ext uri="{FF2B5EF4-FFF2-40B4-BE49-F238E27FC236}">
                  <a16:creationId xmlns:a16="http://schemas.microsoft.com/office/drawing/2014/main" id="{39A1206F-EEE4-402D-B04B-06EDF50FFC7E}"/>
                </a:ext>
              </a:extLst>
            </p:cNvPr>
            <p:cNvSpPr>
              <a:spLocks/>
            </p:cNvSpPr>
            <p:nvPr/>
          </p:nvSpPr>
          <p:spPr>
            <a:xfrm>
              <a:off x="4643783" y="7753078"/>
              <a:ext cx="28398" cy="28398"/>
            </a:xfrm>
            <a:prstGeom prst="ellipse">
              <a:avLst/>
            </a:prstGeom>
            <a:solidFill>
              <a:srgbClr val="7F8C97">
                <a:alpha val="48000"/>
              </a:srgbClr>
            </a:solidFill>
            <a:ln w="0">
              <a:noFill/>
              <a:prstDash val="solid"/>
            </a:ln>
          </p:spPr>
        </p:sp>
        <p:sp>
          <p:nvSpPr>
            <p:cNvPr id="3924" name="03_assume_matched_3923">
              <a:extLst>
                <a:ext uri="{FF2B5EF4-FFF2-40B4-BE49-F238E27FC236}">
                  <a16:creationId xmlns:a16="http://schemas.microsoft.com/office/drawing/2014/main" id="{7427B42C-16A6-436F-B7E0-54004B9A1054}"/>
                </a:ext>
              </a:extLst>
            </p:cNvPr>
            <p:cNvSpPr>
              <a:spLocks/>
            </p:cNvSpPr>
            <p:nvPr/>
          </p:nvSpPr>
          <p:spPr>
            <a:xfrm>
              <a:off x="4632126" y="7168208"/>
              <a:ext cx="28398" cy="28398"/>
            </a:xfrm>
            <a:prstGeom prst="ellipse">
              <a:avLst/>
            </a:prstGeom>
            <a:solidFill>
              <a:srgbClr val="7F8C97">
                <a:alpha val="48000"/>
              </a:srgbClr>
            </a:solidFill>
            <a:ln w="0">
              <a:noFill/>
              <a:prstDash val="solid"/>
            </a:ln>
          </p:spPr>
        </p:sp>
        <p:sp>
          <p:nvSpPr>
            <p:cNvPr id="3925" name="03_assume_matched_3924">
              <a:extLst>
                <a:ext uri="{FF2B5EF4-FFF2-40B4-BE49-F238E27FC236}">
                  <a16:creationId xmlns:a16="http://schemas.microsoft.com/office/drawing/2014/main" id="{DF82477C-7F53-4273-8850-706BC75E4366}"/>
                </a:ext>
              </a:extLst>
            </p:cNvPr>
            <p:cNvSpPr>
              <a:spLocks/>
            </p:cNvSpPr>
            <p:nvPr/>
          </p:nvSpPr>
          <p:spPr>
            <a:xfrm>
              <a:off x="4638314" y="7168208"/>
              <a:ext cx="28398" cy="28398"/>
            </a:xfrm>
            <a:prstGeom prst="ellipse">
              <a:avLst/>
            </a:prstGeom>
            <a:solidFill>
              <a:srgbClr val="7F8C97">
                <a:alpha val="48000"/>
              </a:srgbClr>
            </a:solidFill>
            <a:ln w="0">
              <a:noFill/>
              <a:prstDash val="solid"/>
            </a:ln>
          </p:spPr>
        </p:sp>
        <p:sp>
          <p:nvSpPr>
            <p:cNvPr id="3926" name="03_assume_matched_3925">
              <a:extLst>
                <a:ext uri="{FF2B5EF4-FFF2-40B4-BE49-F238E27FC236}">
                  <a16:creationId xmlns:a16="http://schemas.microsoft.com/office/drawing/2014/main" id="{3D5FC766-F64E-4DEB-BB9C-8F3EB9311E0A}"/>
                </a:ext>
              </a:extLst>
            </p:cNvPr>
            <p:cNvSpPr>
              <a:spLocks/>
            </p:cNvSpPr>
            <p:nvPr/>
          </p:nvSpPr>
          <p:spPr>
            <a:xfrm>
              <a:off x="4651698" y="7753078"/>
              <a:ext cx="28398" cy="28398"/>
            </a:xfrm>
            <a:prstGeom prst="ellipse">
              <a:avLst/>
            </a:prstGeom>
            <a:solidFill>
              <a:srgbClr val="7F8C97">
                <a:alpha val="48000"/>
              </a:srgbClr>
            </a:solidFill>
            <a:ln w="0">
              <a:noFill/>
              <a:prstDash val="solid"/>
            </a:ln>
          </p:spPr>
        </p:sp>
        <p:sp>
          <p:nvSpPr>
            <p:cNvPr id="3927" name="03_assume_matched_3926">
              <a:extLst>
                <a:ext uri="{FF2B5EF4-FFF2-40B4-BE49-F238E27FC236}">
                  <a16:creationId xmlns:a16="http://schemas.microsoft.com/office/drawing/2014/main" id="{B0D0C133-8E11-455E-B76A-32198B1A454A}"/>
                </a:ext>
              </a:extLst>
            </p:cNvPr>
            <p:cNvSpPr>
              <a:spLocks/>
            </p:cNvSpPr>
            <p:nvPr/>
          </p:nvSpPr>
          <p:spPr>
            <a:xfrm>
              <a:off x="4560316" y="7168208"/>
              <a:ext cx="28398" cy="28398"/>
            </a:xfrm>
            <a:prstGeom prst="ellipse">
              <a:avLst/>
            </a:prstGeom>
            <a:solidFill>
              <a:srgbClr val="7F8C97">
                <a:alpha val="48000"/>
              </a:srgbClr>
            </a:solidFill>
            <a:ln w="0">
              <a:noFill/>
              <a:prstDash val="solid"/>
            </a:ln>
          </p:spPr>
        </p:sp>
        <p:sp>
          <p:nvSpPr>
            <p:cNvPr id="3928" name="03_assume_matched_3927">
              <a:extLst>
                <a:ext uri="{FF2B5EF4-FFF2-40B4-BE49-F238E27FC236}">
                  <a16:creationId xmlns:a16="http://schemas.microsoft.com/office/drawing/2014/main" id="{6AB41C8C-99A0-405C-AB28-F6AD4773CAC7}"/>
                </a:ext>
              </a:extLst>
            </p:cNvPr>
            <p:cNvSpPr>
              <a:spLocks/>
            </p:cNvSpPr>
            <p:nvPr/>
          </p:nvSpPr>
          <p:spPr>
            <a:xfrm>
              <a:off x="4549523" y="7168208"/>
              <a:ext cx="28398" cy="28398"/>
            </a:xfrm>
            <a:prstGeom prst="ellipse">
              <a:avLst/>
            </a:prstGeom>
            <a:solidFill>
              <a:srgbClr val="7F8C97">
                <a:alpha val="48000"/>
              </a:srgbClr>
            </a:solidFill>
            <a:ln w="0">
              <a:noFill/>
              <a:prstDash val="solid"/>
            </a:ln>
          </p:spPr>
        </p:sp>
        <p:sp>
          <p:nvSpPr>
            <p:cNvPr id="3929" name="03_assume_matched_3928">
              <a:extLst>
                <a:ext uri="{FF2B5EF4-FFF2-40B4-BE49-F238E27FC236}">
                  <a16:creationId xmlns:a16="http://schemas.microsoft.com/office/drawing/2014/main" id="{4FB735F2-2ECC-4E3F-9BBF-FD8CAB3536B6}"/>
                </a:ext>
              </a:extLst>
            </p:cNvPr>
            <p:cNvSpPr>
              <a:spLocks/>
            </p:cNvSpPr>
            <p:nvPr/>
          </p:nvSpPr>
          <p:spPr>
            <a:xfrm>
              <a:off x="4632414" y="7314426"/>
              <a:ext cx="28398" cy="28398"/>
            </a:xfrm>
            <a:prstGeom prst="ellipse">
              <a:avLst/>
            </a:prstGeom>
            <a:solidFill>
              <a:srgbClr val="7F8C97">
                <a:alpha val="48000"/>
              </a:srgbClr>
            </a:solidFill>
            <a:ln w="0">
              <a:noFill/>
              <a:prstDash val="solid"/>
            </a:ln>
          </p:spPr>
        </p:sp>
        <p:sp>
          <p:nvSpPr>
            <p:cNvPr id="3930" name="03_assume_matched_3929">
              <a:extLst>
                <a:ext uri="{FF2B5EF4-FFF2-40B4-BE49-F238E27FC236}">
                  <a16:creationId xmlns:a16="http://schemas.microsoft.com/office/drawing/2014/main" id="{7B000525-6860-4658-B112-79210746522B}"/>
                </a:ext>
              </a:extLst>
            </p:cNvPr>
            <p:cNvSpPr>
              <a:spLocks/>
            </p:cNvSpPr>
            <p:nvPr/>
          </p:nvSpPr>
          <p:spPr>
            <a:xfrm>
              <a:off x="4669543" y="7168208"/>
              <a:ext cx="28398" cy="28398"/>
            </a:xfrm>
            <a:prstGeom prst="ellipse">
              <a:avLst/>
            </a:prstGeom>
            <a:solidFill>
              <a:srgbClr val="7F8C97">
                <a:alpha val="48000"/>
              </a:srgbClr>
            </a:solidFill>
            <a:ln w="0">
              <a:noFill/>
              <a:prstDash val="solid"/>
            </a:ln>
          </p:spPr>
        </p:sp>
        <p:sp>
          <p:nvSpPr>
            <p:cNvPr id="3931" name="03_assume_matched_3930">
              <a:extLst>
                <a:ext uri="{FF2B5EF4-FFF2-40B4-BE49-F238E27FC236}">
                  <a16:creationId xmlns:a16="http://schemas.microsoft.com/office/drawing/2014/main" id="{11A181DF-D061-44D7-863D-2D0E13D95AA6}"/>
                </a:ext>
              </a:extLst>
            </p:cNvPr>
            <p:cNvSpPr>
              <a:spLocks/>
            </p:cNvSpPr>
            <p:nvPr/>
          </p:nvSpPr>
          <p:spPr>
            <a:xfrm>
              <a:off x="4675731" y="7168208"/>
              <a:ext cx="28398" cy="28398"/>
            </a:xfrm>
            <a:prstGeom prst="ellipse">
              <a:avLst/>
            </a:prstGeom>
            <a:solidFill>
              <a:srgbClr val="7F8C97">
                <a:alpha val="48000"/>
              </a:srgbClr>
            </a:solidFill>
            <a:ln w="0">
              <a:noFill/>
              <a:prstDash val="solid"/>
            </a:ln>
          </p:spPr>
        </p:sp>
        <p:sp>
          <p:nvSpPr>
            <p:cNvPr id="3932" name="03_assume_matched_3931">
              <a:extLst>
                <a:ext uri="{FF2B5EF4-FFF2-40B4-BE49-F238E27FC236}">
                  <a16:creationId xmlns:a16="http://schemas.microsoft.com/office/drawing/2014/main" id="{FA547A12-0163-4C4F-8430-F69F372577A8}"/>
                </a:ext>
              </a:extLst>
            </p:cNvPr>
            <p:cNvSpPr>
              <a:spLocks/>
            </p:cNvSpPr>
            <p:nvPr/>
          </p:nvSpPr>
          <p:spPr>
            <a:xfrm>
              <a:off x="4586795" y="7168208"/>
              <a:ext cx="28398" cy="28398"/>
            </a:xfrm>
            <a:prstGeom prst="ellipse">
              <a:avLst/>
            </a:prstGeom>
            <a:solidFill>
              <a:srgbClr val="7F8C97">
                <a:alpha val="48000"/>
              </a:srgbClr>
            </a:solidFill>
            <a:ln w="0">
              <a:noFill/>
              <a:prstDash val="solid"/>
            </a:ln>
          </p:spPr>
        </p:sp>
        <p:sp>
          <p:nvSpPr>
            <p:cNvPr id="3933" name="03_assume_matched_3932">
              <a:extLst>
                <a:ext uri="{FF2B5EF4-FFF2-40B4-BE49-F238E27FC236}">
                  <a16:creationId xmlns:a16="http://schemas.microsoft.com/office/drawing/2014/main" id="{0829015B-D13A-4D36-A8B0-4E06DC2A6F1F}"/>
                </a:ext>
              </a:extLst>
            </p:cNvPr>
            <p:cNvSpPr>
              <a:spLocks/>
            </p:cNvSpPr>
            <p:nvPr/>
          </p:nvSpPr>
          <p:spPr>
            <a:xfrm>
              <a:off x="4639610" y="7558121"/>
              <a:ext cx="28398" cy="28398"/>
            </a:xfrm>
            <a:prstGeom prst="ellipse">
              <a:avLst/>
            </a:prstGeom>
            <a:solidFill>
              <a:srgbClr val="7F8C97">
                <a:alpha val="48000"/>
              </a:srgbClr>
            </a:solidFill>
            <a:ln w="0">
              <a:noFill/>
              <a:prstDash val="solid"/>
            </a:ln>
          </p:spPr>
        </p:sp>
        <p:sp>
          <p:nvSpPr>
            <p:cNvPr id="3934" name="03_assume_matched_3933">
              <a:extLst>
                <a:ext uri="{FF2B5EF4-FFF2-40B4-BE49-F238E27FC236}">
                  <a16:creationId xmlns:a16="http://schemas.microsoft.com/office/drawing/2014/main" id="{3E46BDDC-B55F-43F5-9E50-B139F812F3A0}"/>
                </a:ext>
              </a:extLst>
            </p:cNvPr>
            <p:cNvSpPr>
              <a:spLocks/>
            </p:cNvSpPr>
            <p:nvPr/>
          </p:nvSpPr>
          <p:spPr>
            <a:xfrm>
              <a:off x="4650547" y="7168208"/>
              <a:ext cx="28398" cy="28398"/>
            </a:xfrm>
            <a:prstGeom prst="ellipse">
              <a:avLst/>
            </a:prstGeom>
            <a:solidFill>
              <a:srgbClr val="7F8C97">
                <a:alpha val="48000"/>
              </a:srgbClr>
            </a:solidFill>
            <a:ln w="0">
              <a:noFill/>
              <a:prstDash val="solid"/>
            </a:ln>
          </p:spPr>
        </p:sp>
        <p:sp>
          <p:nvSpPr>
            <p:cNvPr id="3935" name="03_assume_matched_3934">
              <a:extLst>
                <a:ext uri="{FF2B5EF4-FFF2-40B4-BE49-F238E27FC236}">
                  <a16:creationId xmlns:a16="http://schemas.microsoft.com/office/drawing/2014/main" id="{FE258DA4-7C5A-4667-A58C-4B5C53693F90}"/>
                </a:ext>
              </a:extLst>
            </p:cNvPr>
            <p:cNvSpPr>
              <a:spLocks/>
            </p:cNvSpPr>
            <p:nvPr/>
          </p:nvSpPr>
          <p:spPr>
            <a:xfrm>
              <a:off x="4667960" y="7168208"/>
              <a:ext cx="28398" cy="28398"/>
            </a:xfrm>
            <a:prstGeom prst="ellipse">
              <a:avLst/>
            </a:prstGeom>
            <a:solidFill>
              <a:srgbClr val="7F8C97">
                <a:alpha val="48000"/>
              </a:srgbClr>
            </a:solidFill>
            <a:ln w="0">
              <a:noFill/>
              <a:prstDash val="solid"/>
            </a:ln>
          </p:spPr>
        </p:sp>
        <p:sp>
          <p:nvSpPr>
            <p:cNvPr id="3936" name="03_assume_matched_3935">
              <a:extLst>
                <a:ext uri="{FF2B5EF4-FFF2-40B4-BE49-F238E27FC236}">
                  <a16:creationId xmlns:a16="http://schemas.microsoft.com/office/drawing/2014/main" id="{BF2E55F0-72E5-4D8F-B5C1-D2511A046D4D}"/>
                </a:ext>
              </a:extLst>
            </p:cNvPr>
            <p:cNvSpPr>
              <a:spLocks/>
            </p:cNvSpPr>
            <p:nvPr/>
          </p:nvSpPr>
          <p:spPr>
            <a:xfrm>
              <a:off x="4652705" y="7168208"/>
              <a:ext cx="28398" cy="28398"/>
            </a:xfrm>
            <a:prstGeom prst="ellipse">
              <a:avLst/>
            </a:prstGeom>
            <a:solidFill>
              <a:srgbClr val="7F8C97">
                <a:alpha val="48000"/>
              </a:srgbClr>
            </a:solidFill>
            <a:ln w="0">
              <a:noFill/>
              <a:prstDash val="solid"/>
            </a:ln>
          </p:spPr>
        </p:sp>
        <p:sp>
          <p:nvSpPr>
            <p:cNvPr id="3937" name="03_assume_matched_3936">
              <a:extLst>
                <a:ext uri="{FF2B5EF4-FFF2-40B4-BE49-F238E27FC236}">
                  <a16:creationId xmlns:a16="http://schemas.microsoft.com/office/drawing/2014/main" id="{888277B8-F8AA-444A-8265-34134DBE2437}"/>
                </a:ext>
              </a:extLst>
            </p:cNvPr>
            <p:cNvSpPr>
              <a:spLocks/>
            </p:cNvSpPr>
            <p:nvPr/>
          </p:nvSpPr>
          <p:spPr>
            <a:xfrm>
              <a:off x="4630975" y="7168208"/>
              <a:ext cx="28398" cy="28398"/>
            </a:xfrm>
            <a:prstGeom prst="ellipse">
              <a:avLst/>
            </a:prstGeom>
            <a:solidFill>
              <a:srgbClr val="7F8C97">
                <a:alpha val="48000"/>
              </a:srgbClr>
            </a:solidFill>
            <a:ln w="0">
              <a:noFill/>
              <a:prstDash val="solid"/>
            </a:ln>
          </p:spPr>
        </p:sp>
        <p:sp>
          <p:nvSpPr>
            <p:cNvPr id="3938" name="03_assume_matched_3937">
              <a:extLst>
                <a:ext uri="{FF2B5EF4-FFF2-40B4-BE49-F238E27FC236}">
                  <a16:creationId xmlns:a16="http://schemas.microsoft.com/office/drawing/2014/main" id="{7939F557-732F-4FC8-98B5-589D8579776D}"/>
                </a:ext>
              </a:extLst>
            </p:cNvPr>
            <p:cNvSpPr>
              <a:spLocks/>
            </p:cNvSpPr>
            <p:nvPr/>
          </p:nvSpPr>
          <p:spPr>
            <a:xfrm>
              <a:off x="4542759" y="7168208"/>
              <a:ext cx="28398" cy="28398"/>
            </a:xfrm>
            <a:prstGeom prst="ellipse">
              <a:avLst/>
            </a:prstGeom>
            <a:solidFill>
              <a:srgbClr val="7F8C97">
                <a:alpha val="48000"/>
              </a:srgbClr>
            </a:solidFill>
            <a:ln w="0">
              <a:noFill/>
              <a:prstDash val="solid"/>
            </a:ln>
          </p:spPr>
        </p:sp>
        <p:sp>
          <p:nvSpPr>
            <p:cNvPr id="3939" name="03_assume_matched_3938">
              <a:extLst>
                <a:ext uri="{FF2B5EF4-FFF2-40B4-BE49-F238E27FC236}">
                  <a16:creationId xmlns:a16="http://schemas.microsoft.com/office/drawing/2014/main" id="{57761CFD-1745-4256-9DFE-E434DDFE5B9D}"/>
                </a:ext>
              </a:extLst>
            </p:cNvPr>
            <p:cNvSpPr>
              <a:spLocks/>
            </p:cNvSpPr>
            <p:nvPr/>
          </p:nvSpPr>
          <p:spPr>
            <a:xfrm>
              <a:off x="4556718" y="7168208"/>
              <a:ext cx="28398" cy="28398"/>
            </a:xfrm>
            <a:prstGeom prst="ellipse">
              <a:avLst/>
            </a:prstGeom>
            <a:solidFill>
              <a:srgbClr val="7F8C97">
                <a:alpha val="48000"/>
              </a:srgbClr>
            </a:solidFill>
            <a:ln w="0">
              <a:noFill/>
              <a:prstDash val="solid"/>
            </a:ln>
          </p:spPr>
        </p:sp>
        <p:sp>
          <p:nvSpPr>
            <p:cNvPr id="3940" name="03_assume_matched_3939">
              <a:extLst>
                <a:ext uri="{FF2B5EF4-FFF2-40B4-BE49-F238E27FC236}">
                  <a16:creationId xmlns:a16="http://schemas.microsoft.com/office/drawing/2014/main" id="{A6050EC0-3985-44C1-B8CD-01BD374689D2}"/>
                </a:ext>
              </a:extLst>
            </p:cNvPr>
            <p:cNvSpPr>
              <a:spLocks/>
            </p:cNvSpPr>
            <p:nvPr/>
          </p:nvSpPr>
          <p:spPr>
            <a:xfrm>
              <a:off x="4617879" y="7168208"/>
              <a:ext cx="28398" cy="28398"/>
            </a:xfrm>
            <a:prstGeom prst="ellipse">
              <a:avLst/>
            </a:prstGeom>
            <a:solidFill>
              <a:srgbClr val="7F8C97">
                <a:alpha val="48000"/>
              </a:srgbClr>
            </a:solidFill>
            <a:ln w="0">
              <a:noFill/>
              <a:prstDash val="solid"/>
            </a:ln>
          </p:spPr>
        </p:sp>
        <p:sp>
          <p:nvSpPr>
            <p:cNvPr id="3941" name="03_assume_matched_3940">
              <a:extLst>
                <a:ext uri="{FF2B5EF4-FFF2-40B4-BE49-F238E27FC236}">
                  <a16:creationId xmlns:a16="http://schemas.microsoft.com/office/drawing/2014/main" id="{E70264CC-BEE0-4A2A-919D-81FA0EBEB8D9}"/>
                </a:ext>
              </a:extLst>
            </p:cNvPr>
            <p:cNvSpPr>
              <a:spLocks/>
            </p:cNvSpPr>
            <p:nvPr/>
          </p:nvSpPr>
          <p:spPr>
            <a:xfrm>
              <a:off x="4562762" y="7168208"/>
              <a:ext cx="28398" cy="28398"/>
            </a:xfrm>
            <a:prstGeom prst="ellipse">
              <a:avLst/>
            </a:prstGeom>
            <a:solidFill>
              <a:srgbClr val="7F8C97">
                <a:alpha val="48000"/>
              </a:srgbClr>
            </a:solidFill>
            <a:ln w="0">
              <a:noFill/>
              <a:prstDash val="solid"/>
            </a:ln>
          </p:spPr>
        </p:sp>
        <p:sp>
          <p:nvSpPr>
            <p:cNvPr id="3942" name="03_assume_matched_3941">
              <a:extLst>
                <a:ext uri="{FF2B5EF4-FFF2-40B4-BE49-F238E27FC236}">
                  <a16:creationId xmlns:a16="http://schemas.microsoft.com/office/drawing/2014/main" id="{2C244865-B3F8-4B42-AB4B-5510AA2FBF80}"/>
                </a:ext>
              </a:extLst>
            </p:cNvPr>
            <p:cNvSpPr>
              <a:spLocks/>
            </p:cNvSpPr>
            <p:nvPr/>
          </p:nvSpPr>
          <p:spPr>
            <a:xfrm>
              <a:off x="4588810" y="7168208"/>
              <a:ext cx="28398" cy="28398"/>
            </a:xfrm>
            <a:prstGeom prst="ellipse">
              <a:avLst/>
            </a:prstGeom>
            <a:solidFill>
              <a:srgbClr val="7F8C97">
                <a:alpha val="48000"/>
              </a:srgbClr>
            </a:solidFill>
            <a:ln w="0">
              <a:noFill/>
              <a:prstDash val="solid"/>
            </a:ln>
          </p:spPr>
        </p:sp>
        <p:sp>
          <p:nvSpPr>
            <p:cNvPr id="3943" name="03_assume_matched_3942">
              <a:extLst>
                <a:ext uri="{FF2B5EF4-FFF2-40B4-BE49-F238E27FC236}">
                  <a16:creationId xmlns:a16="http://schemas.microsoft.com/office/drawing/2014/main" id="{B75A1DFE-7096-4585-AB3A-A6537E7345A7}"/>
                </a:ext>
              </a:extLst>
            </p:cNvPr>
            <p:cNvSpPr>
              <a:spLocks/>
            </p:cNvSpPr>
            <p:nvPr/>
          </p:nvSpPr>
          <p:spPr>
            <a:xfrm>
              <a:off x="4537866" y="7753078"/>
              <a:ext cx="28398" cy="28398"/>
            </a:xfrm>
            <a:prstGeom prst="ellipse">
              <a:avLst/>
            </a:prstGeom>
            <a:solidFill>
              <a:srgbClr val="7F8C97">
                <a:alpha val="48000"/>
              </a:srgbClr>
            </a:solidFill>
            <a:ln w="0">
              <a:noFill/>
              <a:prstDash val="solid"/>
            </a:ln>
          </p:spPr>
        </p:sp>
        <p:sp>
          <p:nvSpPr>
            <p:cNvPr id="3944" name="03_assume_matched_3943">
              <a:extLst>
                <a:ext uri="{FF2B5EF4-FFF2-40B4-BE49-F238E27FC236}">
                  <a16:creationId xmlns:a16="http://schemas.microsoft.com/office/drawing/2014/main" id="{E151013F-5226-4E1A-8C2E-A2E12437117C}"/>
                </a:ext>
              </a:extLst>
            </p:cNvPr>
            <p:cNvSpPr>
              <a:spLocks/>
            </p:cNvSpPr>
            <p:nvPr/>
          </p:nvSpPr>
          <p:spPr>
            <a:xfrm>
              <a:off x="5410545" y="7168208"/>
              <a:ext cx="28398" cy="28398"/>
            </a:xfrm>
            <a:prstGeom prst="ellipse">
              <a:avLst/>
            </a:prstGeom>
            <a:solidFill>
              <a:srgbClr val="7F8C97">
                <a:alpha val="48000"/>
              </a:srgbClr>
            </a:solidFill>
            <a:ln w="0">
              <a:noFill/>
              <a:prstDash val="solid"/>
            </a:ln>
          </p:spPr>
        </p:sp>
        <p:sp>
          <p:nvSpPr>
            <p:cNvPr id="3945" name="03_assume_matched_3944">
              <a:extLst>
                <a:ext uri="{FF2B5EF4-FFF2-40B4-BE49-F238E27FC236}">
                  <a16:creationId xmlns:a16="http://schemas.microsoft.com/office/drawing/2014/main" id="{B7994A4E-4736-4933-9B9E-8482107C928E}"/>
                </a:ext>
              </a:extLst>
            </p:cNvPr>
            <p:cNvSpPr>
              <a:spLocks/>
            </p:cNvSpPr>
            <p:nvPr/>
          </p:nvSpPr>
          <p:spPr>
            <a:xfrm>
              <a:off x="5399032" y="7168208"/>
              <a:ext cx="28398" cy="28398"/>
            </a:xfrm>
            <a:prstGeom prst="ellipse">
              <a:avLst/>
            </a:prstGeom>
            <a:solidFill>
              <a:srgbClr val="7F8C97">
                <a:alpha val="48000"/>
              </a:srgbClr>
            </a:solidFill>
            <a:ln w="0">
              <a:noFill/>
              <a:prstDash val="solid"/>
            </a:ln>
          </p:spPr>
        </p:sp>
        <p:sp>
          <p:nvSpPr>
            <p:cNvPr id="3946" name="03_assume_matched_3945">
              <a:extLst>
                <a:ext uri="{FF2B5EF4-FFF2-40B4-BE49-F238E27FC236}">
                  <a16:creationId xmlns:a16="http://schemas.microsoft.com/office/drawing/2014/main" id="{02542932-CC80-4E11-AA85-A04AF3F6931D}"/>
                </a:ext>
              </a:extLst>
            </p:cNvPr>
            <p:cNvSpPr>
              <a:spLocks/>
            </p:cNvSpPr>
            <p:nvPr/>
          </p:nvSpPr>
          <p:spPr>
            <a:xfrm>
              <a:off x="5341901" y="7168208"/>
              <a:ext cx="28398" cy="28398"/>
            </a:xfrm>
            <a:prstGeom prst="ellipse">
              <a:avLst/>
            </a:prstGeom>
            <a:solidFill>
              <a:srgbClr val="7F8C97">
                <a:alpha val="48000"/>
              </a:srgbClr>
            </a:solidFill>
            <a:ln w="0">
              <a:noFill/>
              <a:prstDash val="solid"/>
            </a:ln>
          </p:spPr>
        </p:sp>
        <p:sp>
          <p:nvSpPr>
            <p:cNvPr id="3947" name="03_assume_matched_3946">
              <a:extLst>
                <a:ext uri="{FF2B5EF4-FFF2-40B4-BE49-F238E27FC236}">
                  <a16:creationId xmlns:a16="http://schemas.microsoft.com/office/drawing/2014/main" id="{C62DBB96-3BE9-4C09-AAB2-A2E43EDB5A06}"/>
                </a:ext>
              </a:extLst>
            </p:cNvPr>
            <p:cNvSpPr>
              <a:spLocks/>
            </p:cNvSpPr>
            <p:nvPr/>
          </p:nvSpPr>
          <p:spPr>
            <a:xfrm>
              <a:off x="5420763" y="7168208"/>
              <a:ext cx="28398" cy="28398"/>
            </a:xfrm>
            <a:prstGeom prst="ellipse">
              <a:avLst/>
            </a:prstGeom>
            <a:solidFill>
              <a:srgbClr val="7F8C97">
                <a:alpha val="48000"/>
              </a:srgbClr>
            </a:solidFill>
            <a:ln w="0">
              <a:noFill/>
              <a:prstDash val="solid"/>
            </a:ln>
          </p:spPr>
        </p:sp>
        <p:sp>
          <p:nvSpPr>
            <p:cNvPr id="3948" name="03_assume_matched_3947">
              <a:extLst>
                <a:ext uri="{FF2B5EF4-FFF2-40B4-BE49-F238E27FC236}">
                  <a16:creationId xmlns:a16="http://schemas.microsoft.com/office/drawing/2014/main" id="{D944FA92-AF5C-4526-A9E1-7EC3D86EAC96}"/>
                </a:ext>
              </a:extLst>
            </p:cNvPr>
            <p:cNvSpPr>
              <a:spLocks/>
            </p:cNvSpPr>
            <p:nvPr/>
          </p:nvSpPr>
          <p:spPr>
            <a:xfrm>
              <a:off x="5388527" y="7168208"/>
              <a:ext cx="28398" cy="28398"/>
            </a:xfrm>
            <a:prstGeom prst="ellipse">
              <a:avLst/>
            </a:prstGeom>
            <a:solidFill>
              <a:srgbClr val="7F8C97">
                <a:alpha val="48000"/>
              </a:srgbClr>
            </a:solidFill>
            <a:ln w="0">
              <a:noFill/>
              <a:prstDash val="solid"/>
            </a:ln>
          </p:spPr>
        </p:sp>
        <p:sp>
          <p:nvSpPr>
            <p:cNvPr id="3949" name="03_assume_matched_3948">
              <a:extLst>
                <a:ext uri="{FF2B5EF4-FFF2-40B4-BE49-F238E27FC236}">
                  <a16:creationId xmlns:a16="http://schemas.microsoft.com/office/drawing/2014/main" id="{0D6C6B4B-4A10-4B9D-A41F-E0F01F360901}"/>
                </a:ext>
              </a:extLst>
            </p:cNvPr>
            <p:cNvSpPr>
              <a:spLocks/>
            </p:cNvSpPr>
            <p:nvPr/>
          </p:nvSpPr>
          <p:spPr>
            <a:xfrm>
              <a:off x="5293259" y="7168208"/>
              <a:ext cx="28398" cy="28398"/>
            </a:xfrm>
            <a:prstGeom prst="ellipse">
              <a:avLst/>
            </a:prstGeom>
            <a:solidFill>
              <a:srgbClr val="7F8C97">
                <a:alpha val="48000"/>
              </a:srgbClr>
            </a:solidFill>
            <a:ln w="0">
              <a:noFill/>
              <a:prstDash val="solid"/>
            </a:ln>
          </p:spPr>
        </p:sp>
        <p:sp>
          <p:nvSpPr>
            <p:cNvPr id="3950" name="03_assume_matched_3949">
              <a:extLst>
                <a:ext uri="{FF2B5EF4-FFF2-40B4-BE49-F238E27FC236}">
                  <a16:creationId xmlns:a16="http://schemas.microsoft.com/office/drawing/2014/main" id="{D2677BE3-11B2-4C2A-AC6B-4146D6776C59}"/>
                </a:ext>
              </a:extLst>
            </p:cNvPr>
            <p:cNvSpPr>
              <a:spLocks/>
            </p:cNvSpPr>
            <p:nvPr/>
          </p:nvSpPr>
          <p:spPr>
            <a:xfrm>
              <a:off x="5323912" y="7168208"/>
              <a:ext cx="28398" cy="28398"/>
            </a:xfrm>
            <a:prstGeom prst="ellipse">
              <a:avLst/>
            </a:prstGeom>
            <a:solidFill>
              <a:srgbClr val="7F8C97">
                <a:alpha val="48000"/>
              </a:srgbClr>
            </a:solidFill>
            <a:ln w="0">
              <a:noFill/>
              <a:prstDash val="solid"/>
            </a:ln>
          </p:spPr>
        </p:sp>
        <p:sp>
          <p:nvSpPr>
            <p:cNvPr id="3951" name="03_assume_matched_3950">
              <a:extLst>
                <a:ext uri="{FF2B5EF4-FFF2-40B4-BE49-F238E27FC236}">
                  <a16:creationId xmlns:a16="http://schemas.microsoft.com/office/drawing/2014/main" id="{6CEFBC1E-24E9-4E75-94F3-94F45639F067}"/>
                </a:ext>
              </a:extLst>
            </p:cNvPr>
            <p:cNvSpPr>
              <a:spLocks/>
            </p:cNvSpPr>
            <p:nvPr/>
          </p:nvSpPr>
          <p:spPr>
            <a:xfrm>
              <a:off x="5292971" y="7606860"/>
              <a:ext cx="28398" cy="28398"/>
            </a:xfrm>
            <a:prstGeom prst="ellipse">
              <a:avLst/>
            </a:prstGeom>
            <a:solidFill>
              <a:srgbClr val="7F8C97">
                <a:alpha val="48000"/>
              </a:srgbClr>
            </a:solidFill>
            <a:ln w="0">
              <a:noFill/>
              <a:prstDash val="solid"/>
            </a:ln>
          </p:spPr>
        </p:sp>
        <p:sp>
          <p:nvSpPr>
            <p:cNvPr id="3952" name="03_assume_matched_3951">
              <a:extLst>
                <a:ext uri="{FF2B5EF4-FFF2-40B4-BE49-F238E27FC236}">
                  <a16:creationId xmlns:a16="http://schemas.microsoft.com/office/drawing/2014/main" id="{FD46D763-71A9-4017-9AB4-C1F8F1C97E7F}"/>
                </a:ext>
              </a:extLst>
            </p:cNvPr>
            <p:cNvSpPr>
              <a:spLocks/>
            </p:cNvSpPr>
            <p:nvPr/>
          </p:nvSpPr>
          <p:spPr>
            <a:xfrm>
              <a:off x="5374280" y="7168208"/>
              <a:ext cx="28398" cy="28398"/>
            </a:xfrm>
            <a:prstGeom prst="ellipse">
              <a:avLst/>
            </a:prstGeom>
            <a:solidFill>
              <a:srgbClr val="7F8C97">
                <a:alpha val="48000"/>
              </a:srgbClr>
            </a:solidFill>
            <a:ln w="0">
              <a:noFill/>
              <a:prstDash val="solid"/>
            </a:ln>
          </p:spPr>
        </p:sp>
        <p:sp>
          <p:nvSpPr>
            <p:cNvPr id="3953" name="03_assume_matched_3952">
              <a:extLst>
                <a:ext uri="{FF2B5EF4-FFF2-40B4-BE49-F238E27FC236}">
                  <a16:creationId xmlns:a16="http://schemas.microsoft.com/office/drawing/2014/main" id="{1BFB6E39-A0E7-4B74-9D48-56BEAA565759}"/>
                </a:ext>
              </a:extLst>
            </p:cNvPr>
            <p:cNvSpPr>
              <a:spLocks/>
            </p:cNvSpPr>
            <p:nvPr/>
          </p:nvSpPr>
          <p:spPr>
            <a:xfrm>
              <a:off x="5355572" y="7168208"/>
              <a:ext cx="28398" cy="28398"/>
            </a:xfrm>
            <a:prstGeom prst="ellipse">
              <a:avLst/>
            </a:prstGeom>
            <a:solidFill>
              <a:srgbClr val="7F8C97">
                <a:alpha val="48000"/>
              </a:srgbClr>
            </a:solidFill>
            <a:ln w="0">
              <a:noFill/>
              <a:prstDash val="solid"/>
            </a:ln>
          </p:spPr>
        </p:sp>
        <p:sp>
          <p:nvSpPr>
            <p:cNvPr id="3954" name="03_assume_matched_3953">
              <a:extLst>
                <a:ext uri="{FF2B5EF4-FFF2-40B4-BE49-F238E27FC236}">
                  <a16:creationId xmlns:a16="http://schemas.microsoft.com/office/drawing/2014/main" id="{B30DD682-3769-4EBB-B96C-5CAE0CF0BAC2}"/>
                </a:ext>
              </a:extLst>
            </p:cNvPr>
            <p:cNvSpPr>
              <a:spLocks/>
            </p:cNvSpPr>
            <p:nvPr/>
          </p:nvSpPr>
          <p:spPr>
            <a:xfrm>
              <a:off x="5340318" y="7168208"/>
              <a:ext cx="28398" cy="28398"/>
            </a:xfrm>
            <a:prstGeom prst="ellipse">
              <a:avLst/>
            </a:prstGeom>
            <a:solidFill>
              <a:srgbClr val="7F8C97">
                <a:alpha val="48000"/>
              </a:srgbClr>
            </a:solidFill>
            <a:ln w="0">
              <a:noFill/>
              <a:prstDash val="solid"/>
            </a:ln>
          </p:spPr>
        </p:sp>
        <p:sp>
          <p:nvSpPr>
            <p:cNvPr id="3955" name="03_assume_matched_3954">
              <a:extLst>
                <a:ext uri="{FF2B5EF4-FFF2-40B4-BE49-F238E27FC236}">
                  <a16:creationId xmlns:a16="http://schemas.microsoft.com/office/drawing/2014/main" id="{AFFFE1A6-5F0B-4A89-8749-40BC64D5C393}"/>
                </a:ext>
              </a:extLst>
            </p:cNvPr>
            <p:cNvSpPr>
              <a:spLocks/>
            </p:cNvSpPr>
            <p:nvPr/>
          </p:nvSpPr>
          <p:spPr>
            <a:xfrm>
              <a:off x="5326071" y="7753078"/>
              <a:ext cx="28398" cy="28398"/>
            </a:xfrm>
            <a:prstGeom prst="ellipse">
              <a:avLst/>
            </a:prstGeom>
            <a:solidFill>
              <a:srgbClr val="7F8C97">
                <a:alpha val="48000"/>
              </a:srgbClr>
            </a:solidFill>
            <a:ln w="0">
              <a:noFill/>
              <a:prstDash val="solid"/>
            </a:ln>
          </p:spPr>
        </p:sp>
        <p:sp>
          <p:nvSpPr>
            <p:cNvPr id="3956" name="03_assume_matched_3955">
              <a:extLst>
                <a:ext uri="{FF2B5EF4-FFF2-40B4-BE49-F238E27FC236}">
                  <a16:creationId xmlns:a16="http://schemas.microsoft.com/office/drawing/2014/main" id="{EB57031D-ABEE-41A5-A7E0-9CD6F8FAA7CF}"/>
                </a:ext>
              </a:extLst>
            </p:cNvPr>
            <p:cNvSpPr>
              <a:spLocks/>
            </p:cNvSpPr>
            <p:nvPr/>
          </p:nvSpPr>
          <p:spPr>
            <a:xfrm>
              <a:off x="5342476" y="7168208"/>
              <a:ext cx="28398" cy="28398"/>
            </a:xfrm>
            <a:prstGeom prst="ellipse">
              <a:avLst/>
            </a:prstGeom>
            <a:solidFill>
              <a:srgbClr val="7F8C97">
                <a:alpha val="48000"/>
              </a:srgbClr>
            </a:solidFill>
            <a:ln w="0">
              <a:noFill/>
              <a:prstDash val="solid"/>
            </a:ln>
          </p:spPr>
        </p:sp>
        <p:sp>
          <p:nvSpPr>
            <p:cNvPr id="3957" name="03_assume_matched_3956">
              <a:extLst>
                <a:ext uri="{FF2B5EF4-FFF2-40B4-BE49-F238E27FC236}">
                  <a16:creationId xmlns:a16="http://schemas.microsoft.com/office/drawing/2014/main" id="{2891158A-12F7-4E3F-92B1-327B065A76E1}"/>
                </a:ext>
              </a:extLst>
            </p:cNvPr>
            <p:cNvSpPr>
              <a:spLocks/>
            </p:cNvSpPr>
            <p:nvPr/>
          </p:nvSpPr>
          <p:spPr>
            <a:xfrm>
              <a:off x="5427670" y="7314426"/>
              <a:ext cx="28398" cy="28398"/>
            </a:xfrm>
            <a:prstGeom prst="ellipse">
              <a:avLst/>
            </a:prstGeom>
            <a:solidFill>
              <a:srgbClr val="7F8C97">
                <a:alpha val="48000"/>
              </a:srgbClr>
            </a:solidFill>
            <a:ln w="0">
              <a:noFill/>
              <a:prstDash val="solid"/>
            </a:ln>
          </p:spPr>
        </p:sp>
        <p:sp>
          <p:nvSpPr>
            <p:cNvPr id="3958" name="03_assume_matched_3957">
              <a:extLst>
                <a:ext uri="{FF2B5EF4-FFF2-40B4-BE49-F238E27FC236}">
                  <a16:creationId xmlns:a16="http://schemas.microsoft.com/office/drawing/2014/main" id="{3205E900-7368-4644-8C89-95D2805F62DB}"/>
                </a:ext>
              </a:extLst>
            </p:cNvPr>
            <p:cNvSpPr>
              <a:spLocks/>
            </p:cNvSpPr>
            <p:nvPr/>
          </p:nvSpPr>
          <p:spPr>
            <a:xfrm>
              <a:off x="5382627" y="7168208"/>
              <a:ext cx="28398" cy="28398"/>
            </a:xfrm>
            <a:prstGeom prst="ellipse">
              <a:avLst/>
            </a:prstGeom>
            <a:solidFill>
              <a:srgbClr val="7F8C97">
                <a:alpha val="48000"/>
              </a:srgbClr>
            </a:solidFill>
            <a:ln w="0">
              <a:noFill/>
              <a:prstDash val="solid"/>
            </a:ln>
          </p:spPr>
        </p:sp>
        <p:sp>
          <p:nvSpPr>
            <p:cNvPr id="3959" name="03_assume_matched_3958">
              <a:extLst>
                <a:ext uri="{FF2B5EF4-FFF2-40B4-BE49-F238E27FC236}">
                  <a16:creationId xmlns:a16="http://schemas.microsoft.com/office/drawing/2014/main" id="{2A327E29-5B93-4B49-B85A-2D8FC499FB3D}"/>
                </a:ext>
              </a:extLst>
            </p:cNvPr>
            <p:cNvSpPr>
              <a:spLocks/>
            </p:cNvSpPr>
            <p:nvPr/>
          </p:nvSpPr>
          <p:spPr>
            <a:xfrm>
              <a:off x="5392413" y="7655599"/>
              <a:ext cx="28398" cy="28398"/>
            </a:xfrm>
            <a:prstGeom prst="ellipse">
              <a:avLst/>
            </a:prstGeom>
            <a:solidFill>
              <a:srgbClr val="7F8C97">
                <a:alpha val="48000"/>
              </a:srgbClr>
            </a:solidFill>
            <a:ln w="0">
              <a:noFill/>
              <a:prstDash val="solid"/>
            </a:ln>
          </p:spPr>
        </p:sp>
        <p:sp>
          <p:nvSpPr>
            <p:cNvPr id="3960" name="03_assume_matched_3959">
              <a:extLst>
                <a:ext uri="{FF2B5EF4-FFF2-40B4-BE49-F238E27FC236}">
                  <a16:creationId xmlns:a16="http://schemas.microsoft.com/office/drawing/2014/main" id="{E61757D5-B82B-4F97-8903-44218CDE898A}"/>
                </a:ext>
              </a:extLst>
            </p:cNvPr>
            <p:cNvSpPr>
              <a:spLocks/>
            </p:cNvSpPr>
            <p:nvPr/>
          </p:nvSpPr>
          <p:spPr>
            <a:xfrm>
              <a:off x="5329237" y="7558121"/>
              <a:ext cx="28398" cy="28398"/>
            </a:xfrm>
            <a:prstGeom prst="ellipse">
              <a:avLst/>
            </a:prstGeom>
            <a:solidFill>
              <a:srgbClr val="7F8C97">
                <a:alpha val="48000"/>
              </a:srgbClr>
            </a:solidFill>
            <a:ln w="0">
              <a:noFill/>
              <a:prstDash val="solid"/>
            </a:ln>
          </p:spPr>
        </p:sp>
        <p:sp>
          <p:nvSpPr>
            <p:cNvPr id="3961" name="03_assume_matched_3960">
              <a:extLst>
                <a:ext uri="{FF2B5EF4-FFF2-40B4-BE49-F238E27FC236}">
                  <a16:creationId xmlns:a16="http://schemas.microsoft.com/office/drawing/2014/main" id="{7AC34855-7092-40EA-81A6-4465E8452283}"/>
                </a:ext>
              </a:extLst>
            </p:cNvPr>
            <p:cNvSpPr>
              <a:spLocks/>
            </p:cNvSpPr>
            <p:nvPr/>
          </p:nvSpPr>
          <p:spPr>
            <a:xfrm>
              <a:off x="5419611" y="7558121"/>
              <a:ext cx="28398" cy="28398"/>
            </a:xfrm>
            <a:prstGeom prst="ellipse">
              <a:avLst/>
            </a:prstGeom>
            <a:solidFill>
              <a:srgbClr val="7F8C97">
                <a:alpha val="48000"/>
              </a:srgbClr>
            </a:solidFill>
            <a:ln w="0">
              <a:noFill/>
              <a:prstDash val="solid"/>
            </a:ln>
          </p:spPr>
        </p:sp>
        <p:sp>
          <p:nvSpPr>
            <p:cNvPr id="3962" name="03_assume_matched_3961">
              <a:extLst>
                <a:ext uri="{FF2B5EF4-FFF2-40B4-BE49-F238E27FC236}">
                  <a16:creationId xmlns:a16="http://schemas.microsoft.com/office/drawing/2014/main" id="{615F4CC5-48B9-4072-8876-40285A02A898}"/>
                </a:ext>
              </a:extLst>
            </p:cNvPr>
            <p:cNvSpPr>
              <a:spLocks/>
            </p:cNvSpPr>
            <p:nvPr/>
          </p:nvSpPr>
          <p:spPr>
            <a:xfrm>
              <a:off x="5392700" y="7168208"/>
              <a:ext cx="28398" cy="28398"/>
            </a:xfrm>
            <a:prstGeom prst="ellipse">
              <a:avLst/>
            </a:prstGeom>
            <a:solidFill>
              <a:srgbClr val="7F8C97">
                <a:alpha val="48000"/>
              </a:srgbClr>
            </a:solidFill>
            <a:ln w="0">
              <a:noFill/>
              <a:prstDash val="solid"/>
            </a:ln>
          </p:spPr>
        </p:sp>
        <p:sp>
          <p:nvSpPr>
            <p:cNvPr id="3963" name="03_assume_matched_3962">
              <a:extLst>
                <a:ext uri="{FF2B5EF4-FFF2-40B4-BE49-F238E27FC236}">
                  <a16:creationId xmlns:a16="http://schemas.microsoft.com/office/drawing/2014/main" id="{755C326D-0F02-4A60-A9C5-7B30DFB84630}"/>
                </a:ext>
              </a:extLst>
            </p:cNvPr>
            <p:cNvSpPr>
              <a:spLocks/>
            </p:cNvSpPr>
            <p:nvPr/>
          </p:nvSpPr>
          <p:spPr>
            <a:xfrm>
              <a:off x="5310528" y="7753078"/>
              <a:ext cx="28398" cy="28398"/>
            </a:xfrm>
            <a:prstGeom prst="ellipse">
              <a:avLst/>
            </a:prstGeom>
            <a:solidFill>
              <a:srgbClr val="7F8C97">
                <a:alpha val="48000"/>
              </a:srgbClr>
            </a:solidFill>
            <a:ln w="0">
              <a:noFill/>
              <a:prstDash val="solid"/>
            </a:ln>
          </p:spPr>
        </p:sp>
        <p:sp>
          <p:nvSpPr>
            <p:cNvPr id="3964" name="03_assume_matched_3963">
              <a:extLst>
                <a:ext uri="{FF2B5EF4-FFF2-40B4-BE49-F238E27FC236}">
                  <a16:creationId xmlns:a16="http://schemas.microsoft.com/office/drawing/2014/main" id="{0615CFE4-CB46-4253-8309-C86F4D5C044A}"/>
                </a:ext>
              </a:extLst>
            </p:cNvPr>
            <p:cNvSpPr>
              <a:spLocks/>
            </p:cNvSpPr>
            <p:nvPr/>
          </p:nvSpPr>
          <p:spPr>
            <a:xfrm>
              <a:off x="5317868" y="7168208"/>
              <a:ext cx="28398" cy="28398"/>
            </a:xfrm>
            <a:prstGeom prst="ellipse">
              <a:avLst/>
            </a:prstGeom>
            <a:solidFill>
              <a:srgbClr val="7F8C97">
                <a:alpha val="48000"/>
              </a:srgbClr>
            </a:solidFill>
            <a:ln w="0">
              <a:noFill/>
              <a:prstDash val="solid"/>
            </a:ln>
          </p:spPr>
        </p:sp>
        <p:sp>
          <p:nvSpPr>
            <p:cNvPr id="3965" name="03_assume_matched_3964">
              <a:extLst>
                <a:ext uri="{FF2B5EF4-FFF2-40B4-BE49-F238E27FC236}">
                  <a16:creationId xmlns:a16="http://schemas.microsoft.com/office/drawing/2014/main" id="{3A310515-762B-4D59-95A9-C1F4F5A72297}"/>
                </a:ext>
              </a:extLst>
            </p:cNvPr>
            <p:cNvSpPr>
              <a:spLocks/>
            </p:cNvSpPr>
            <p:nvPr/>
          </p:nvSpPr>
          <p:spPr>
            <a:xfrm>
              <a:off x="5329093" y="7558121"/>
              <a:ext cx="28398" cy="28398"/>
            </a:xfrm>
            <a:prstGeom prst="ellipse">
              <a:avLst/>
            </a:prstGeom>
            <a:solidFill>
              <a:srgbClr val="7F8C97">
                <a:alpha val="48000"/>
              </a:srgbClr>
            </a:solidFill>
            <a:ln w="0">
              <a:noFill/>
              <a:prstDash val="solid"/>
            </a:ln>
          </p:spPr>
        </p:sp>
        <p:sp>
          <p:nvSpPr>
            <p:cNvPr id="3966" name="03_assume_matched_3965">
              <a:extLst>
                <a:ext uri="{FF2B5EF4-FFF2-40B4-BE49-F238E27FC236}">
                  <a16:creationId xmlns:a16="http://schemas.microsoft.com/office/drawing/2014/main" id="{D42BAEFF-93BB-4C48-AA09-5E6E750D5C36}"/>
                </a:ext>
              </a:extLst>
            </p:cNvPr>
            <p:cNvSpPr>
              <a:spLocks/>
            </p:cNvSpPr>
            <p:nvPr/>
          </p:nvSpPr>
          <p:spPr>
            <a:xfrm>
              <a:off x="5418460" y="7168208"/>
              <a:ext cx="28398" cy="28398"/>
            </a:xfrm>
            <a:prstGeom prst="ellipse">
              <a:avLst/>
            </a:prstGeom>
            <a:solidFill>
              <a:srgbClr val="7F8C97">
                <a:alpha val="48000"/>
              </a:srgbClr>
            </a:solidFill>
            <a:ln w="0">
              <a:noFill/>
              <a:prstDash val="solid"/>
            </a:ln>
          </p:spPr>
        </p:sp>
        <p:sp>
          <p:nvSpPr>
            <p:cNvPr id="3967" name="03_assume_matched_3966">
              <a:extLst>
                <a:ext uri="{FF2B5EF4-FFF2-40B4-BE49-F238E27FC236}">
                  <a16:creationId xmlns:a16="http://schemas.microsoft.com/office/drawing/2014/main" id="{4693B89F-9977-4CFB-985E-936D4BD97FA7}"/>
                </a:ext>
              </a:extLst>
            </p:cNvPr>
            <p:cNvSpPr>
              <a:spLocks/>
            </p:cNvSpPr>
            <p:nvPr/>
          </p:nvSpPr>
          <p:spPr>
            <a:xfrm>
              <a:off x="5331395" y="7168208"/>
              <a:ext cx="28398" cy="28398"/>
            </a:xfrm>
            <a:prstGeom prst="ellipse">
              <a:avLst/>
            </a:prstGeom>
            <a:solidFill>
              <a:srgbClr val="7F8C97">
                <a:alpha val="48000"/>
              </a:srgbClr>
            </a:solidFill>
            <a:ln w="0">
              <a:noFill/>
              <a:prstDash val="solid"/>
            </a:ln>
          </p:spPr>
        </p:sp>
        <p:sp>
          <p:nvSpPr>
            <p:cNvPr id="3968" name="03_assume_matched_3967">
              <a:extLst>
                <a:ext uri="{FF2B5EF4-FFF2-40B4-BE49-F238E27FC236}">
                  <a16:creationId xmlns:a16="http://schemas.microsoft.com/office/drawing/2014/main" id="{E9433440-2710-4151-A18C-B0102B578110}"/>
                </a:ext>
              </a:extLst>
            </p:cNvPr>
            <p:cNvSpPr>
              <a:spLocks/>
            </p:cNvSpPr>
            <p:nvPr/>
          </p:nvSpPr>
          <p:spPr>
            <a:xfrm>
              <a:off x="5410401" y="7493136"/>
              <a:ext cx="28398" cy="28398"/>
            </a:xfrm>
            <a:prstGeom prst="ellipse">
              <a:avLst/>
            </a:prstGeom>
            <a:solidFill>
              <a:srgbClr val="7F8C97">
                <a:alpha val="48000"/>
              </a:srgbClr>
            </a:solidFill>
            <a:ln w="0">
              <a:noFill/>
              <a:prstDash val="solid"/>
            </a:ln>
          </p:spPr>
        </p:sp>
        <p:sp>
          <p:nvSpPr>
            <p:cNvPr id="3969" name="03_assume_matched_3968">
              <a:extLst>
                <a:ext uri="{FF2B5EF4-FFF2-40B4-BE49-F238E27FC236}">
                  <a16:creationId xmlns:a16="http://schemas.microsoft.com/office/drawing/2014/main" id="{E2AC5712-BE78-4DC4-99D6-C679DA926A23}"/>
                </a:ext>
              </a:extLst>
            </p:cNvPr>
            <p:cNvSpPr>
              <a:spLocks/>
            </p:cNvSpPr>
            <p:nvPr/>
          </p:nvSpPr>
          <p:spPr>
            <a:xfrm>
              <a:off x="5411552" y="7168208"/>
              <a:ext cx="28398" cy="28398"/>
            </a:xfrm>
            <a:prstGeom prst="ellipse">
              <a:avLst/>
            </a:prstGeom>
            <a:solidFill>
              <a:srgbClr val="7F8C97">
                <a:alpha val="48000"/>
              </a:srgbClr>
            </a:solidFill>
            <a:ln w="0">
              <a:noFill/>
              <a:prstDash val="solid"/>
            </a:ln>
          </p:spPr>
        </p:sp>
        <p:sp>
          <p:nvSpPr>
            <p:cNvPr id="3970" name="03_assume_matched_3969">
              <a:extLst>
                <a:ext uri="{FF2B5EF4-FFF2-40B4-BE49-F238E27FC236}">
                  <a16:creationId xmlns:a16="http://schemas.microsoft.com/office/drawing/2014/main" id="{201C73FD-EFC0-48E9-869E-180010E0FA73}"/>
                </a:ext>
              </a:extLst>
            </p:cNvPr>
            <p:cNvSpPr>
              <a:spLocks/>
            </p:cNvSpPr>
            <p:nvPr/>
          </p:nvSpPr>
          <p:spPr>
            <a:xfrm>
              <a:off x="5415294" y="7753078"/>
              <a:ext cx="28398" cy="28398"/>
            </a:xfrm>
            <a:prstGeom prst="ellipse">
              <a:avLst/>
            </a:prstGeom>
            <a:solidFill>
              <a:srgbClr val="7F8C97">
                <a:alpha val="48000"/>
              </a:srgbClr>
            </a:solidFill>
            <a:ln w="0">
              <a:noFill/>
              <a:prstDash val="solid"/>
            </a:ln>
          </p:spPr>
        </p:sp>
        <p:sp>
          <p:nvSpPr>
            <p:cNvPr id="3971" name="03_assume_matched_3970">
              <a:extLst>
                <a:ext uri="{FF2B5EF4-FFF2-40B4-BE49-F238E27FC236}">
                  <a16:creationId xmlns:a16="http://schemas.microsoft.com/office/drawing/2014/main" id="{9E87F249-9B0F-4718-89E9-83D07CBFEFCF}"/>
                </a:ext>
              </a:extLst>
            </p:cNvPr>
            <p:cNvSpPr>
              <a:spLocks/>
            </p:cNvSpPr>
            <p:nvPr/>
          </p:nvSpPr>
          <p:spPr>
            <a:xfrm>
              <a:off x="5332546" y="7753078"/>
              <a:ext cx="28398" cy="28398"/>
            </a:xfrm>
            <a:prstGeom prst="ellipse">
              <a:avLst/>
            </a:prstGeom>
            <a:solidFill>
              <a:srgbClr val="7F8C97">
                <a:alpha val="48000"/>
              </a:srgbClr>
            </a:solidFill>
            <a:ln w="0">
              <a:noFill/>
              <a:prstDash val="solid"/>
            </a:ln>
          </p:spPr>
        </p:sp>
        <p:sp>
          <p:nvSpPr>
            <p:cNvPr id="3972" name="03_assume_matched_3971">
              <a:extLst>
                <a:ext uri="{FF2B5EF4-FFF2-40B4-BE49-F238E27FC236}">
                  <a16:creationId xmlns:a16="http://schemas.microsoft.com/office/drawing/2014/main" id="{EFDE4CEB-4118-4A1D-B315-B4223C790358}"/>
                </a:ext>
              </a:extLst>
            </p:cNvPr>
            <p:cNvSpPr>
              <a:spLocks/>
            </p:cNvSpPr>
            <p:nvPr/>
          </p:nvSpPr>
          <p:spPr>
            <a:xfrm>
              <a:off x="5310816" y="7168208"/>
              <a:ext cx="28398" cy="28398"/>
            </a:xfrm>
            <a:prstGeom prst="ellipse">
              <a:avLst/>
            </a:prstGeom>
            <a:solidFill>
              <a:srgbClr val="7F8C97">
                <a:alpha val="48000"/>
              </a:srgbClr>
            </a:solidFill>
            <a:ln w="0">
              <a:noFill/>
              <a:prstDash val="solid"/>
            </a:ln>
          </p:spPr>
        </p:sp>
        <p:sp>
          <p:nvSpPr>
            <p:cNvPr id="3973" name="03_assume_matched_3972">
              <a:extLst>
                <a:ext uri="{FF2B5EF4-FFF2-40B4-BE49-F238E27FC236}">
                  <a16:creationId xmlns:a16="http://schemas.microsoft.com/office/drawing/2014/main" id="{AE2F9B4D-C194-426D-92DF-FDA01155A7E9}"/>
                </a:ext>
              </a:extLst>
            </p:cNvPr>
            <p:cNvSpPr>
              <a:spLocks/>
            </p:cNvSpPr>
            <p:nvPr/>
          </p:nvSpPr>
          <p:spPr>
            <a:xfrm>
              <a:off x="5394571" y="7168208"/>
              <a:ext cx="28398" cy="28398"/>
            </a:xfrm>
            <a:prstGeom prst="ellipse">
              <a:avLst/>
            </a:prstGeom>
            <a:solidFill>
              <a:srgbClr val="7F8C97">
                <a:alpha val="48000"/>
              </a:srgbClr>
            </a:solidFill>
            <a:ln w="0">
              <a:noFill/>
              <a:prstDash val="solid"/>
            </a:ln>
          </p:spPr>
        </p:sp>
        <p:sp>
          <p:nvSpPr>
            <p:cNvPr id="3974" name="03_assume_matched_3973">
              <a:extLst>
                <a:ext uri="{FF2B5EF4-FFF2-40B4-BE49-F238E27FC236}">
                  <a16:creationId xmlns:a16="http://schemas.microsoft.com/office/drawing/2014/main" id="{96708A85-E6EA-41AE-9272-0891610BFB54}"/>
                </a:ext>
              </a:extLst>
            </p:cNvPr>
            <p:cNvSpPr>
              <a:spLocks/>
            </p:cNvSpPr>
            <p:nvPr/>
          </p:nvSpPr>
          <p:spPr>
            <a:xfrm>
              <a:off x="5304052" y="7168208"/>
              <a:ext cx="28398" cy="28398"/>
            </a:xfrm>
            <a:prstGeom prst="ellipse">
              <a:avLst/>
            </a:prstGeom>
            <a:solidFill>
              <a:srgbClr val="7F8C97">
                <a:alpha val="48000"/>
              </a:srgbClr>
            </a:solidFill>
            <a:ln w="0">
              <a:noFill/>
              <a:prstDash val="solid"/>
            </a:ln>
          </p:spPr>
        </p:sp>
        <p:sp>
          <p:nvSpPr>
            <p:cNvPr id="3975" name="03_assume_matched_3974">
              <a:extLst>
                <a:ext uri="{FF2B5EF4-FFF2-40B4-BE49-F238E27FC236}">
                  <a16:creationId xmlns:a16="http://schemas.microsoft.com/office/drawing/2014/main" id="{5A3EFF0E-A487-4DB7-99AF-5A73E31ADC7C}"/>
                </a:ext>
              </a:extLst>
            </p:cNvPr>
            <p:cNvSpPr>
              <a:spLocks/>
            </p:cNvSpPr>
            <p:nvPr/>
          </p:nvSpPr>
          <p:spPr>
            <a:xfrm>
              <a:off x="5398169" y="7168208"/>
              <a:ext cx="28398" cy="28398"/>
            </a:xfrm>
            <a:prstGeom prst="ellipse">
              <a:avLst/>
            </a:prstGeom>
            <a:solidFill>
              <a:srgbClr val="7F8C97">
                <a:alpha val="48000"/>
              </a:srgbClr>
            </a:solidFill>
            <a:ln w="0">
              <a:noFill/>
              <a:prstDash val="solid"/>
            </a:ln>
          </p:spPr>
        </p:sp>
        <p:sp>
          <p:nvSpPr>
            <p:cNvPr id="3976" name="03_assume_matched_3975">
              <a:extLst>
                <a:ext uri="{FF2B5EF4-FFF2-40B4-BE49-F238E27FC236}">
                  <a16:creationId xmlns:a16="http://schemas.microsoft.com/office/drawing/2014/main" id="{F0AA488C-AF9C-4E5B-A7CD-D2B9CE32E7F6}"/>
                </a:ext>
              </a:extLst>
            </p:cNvPr>
            <p:cNvSpPr>
              <a:spLocks/>
            </p:cNvSpPr>
            <p:nvPr/>
          </p:nvSpPr>
          <p:spPr>
            <a:xfrm>
              <a:off x="5305348" y="7753078"/>
              <a:ext cx="28398" cy="28398"/>
            </a:xfrm>
            <a:prstGeom prst="ellipse">
              <a:avLst/>
            </a:prstGeom>
            <a:solidFill>
              <a:srgbClr val="7F8C97">
                <a:alpha val="48000"/>
              </a:srgbClr>
            </a:solidFill>
            <a:ln w="0">
              <a:noFill/>
              <a:prstDash val="solid"/>
            </a:ln>
          </p:spPr>
        </p:sp>
        <p:sp>
          <p:nvSpPr>
            <p:cNvPr id="3977" name="03_assume_matched_3976">
              <a:extLst>
                <a:ext uri="{FF2B5EF4-FFF2-40B4-BE49-F238E27FC236}">
                  <a16:creationId xmlns:a16="http://schemas.microsoft.com/office/drawing/2014/main" id="{6EF5359D-3955-4D10-B570-50B18B60745A}"/>
                </a:ext>
              </a:extLst>
            </p:cNvPr>
            <p:cNvSpPr>
              <a:spLocks/>
            </p:cNvSpPr>
            <p:nvPr/>
          </p:nvSpPr>
          <p:spPr>
            <a:xfrm>
              <a:off x="5425799" y="7168208"/>
              <a:ext cx="28398" cy="28398"/>
            </a:xfrm>
            <a:prstGeom prst="ellipse">
              <a:avLst/>
            </a:prstGeom>
            <a:solidFill>
              <a:srgbClr val="7F8C97">
                <a:alpha val="48000"/>
              </a:srgbClr>
            </a:solidFill>
            <a:ln w="0">
              <a:noFill/>
              <a:prstDash val="solid"/>
            </a:ln>
          </p:spPr>
        </p:sp>
        <p:sp>
          <p:nvSpPr>
            <p:cNvPr id="3978" name="03_assume_matched_3977">
              <a:extLst>
                <a:ext uri="{FF2B5EF4-FFF2-40B4-BE49-F238E27FC236}">
                  <a16:creationId xmlns:a16="http://schemas.microsoft.com/office/drawing/2014/main" id="{54B69126-DDF9-47F5-92A3-99428DBB1508}"/>
                </a:ext>
              </a:extLst>
            </p:cNvPr>
            <p:cNvSpPr>
              <a:spLocks/>
            </p:cNvSpPr>
            <p:nvPr/>
          </p:nvSpPr>
          <p:spPr>
            <a:xfrm>
              <a:off x="5403781" y="7168208"/>
              <a:ext cx="28398" cy="28398"/>
            </a:xfrm>
            <a:prstGeom prst="ellipse">
              <a:avLst/>
            </a:prstGeom>
            <a:solidFill>
              <a:srgbClr val="7F8C97">
                <a:alpha val="48000"/>
              </a:srgbClr>
            </a:solidFill>
            <a:ln w="0">
              <a:noFill/>
              <a:prstDash val="solid"/>
            </a:ln>
          </p:spPr>
        </p:sp>
        <p:sp>
          <p:nvSpPr>
            <p:cNvPr id="3979" name="03_assume_matched_3978">
              <a:extLst>
                <a:ext uri="{FF2B5EF4-FFF2-40B4-BE49-F238E27FC236}">
                  <a16:creationId xmlns:a16="http://schemas.microsoft.com/office/drawing/2014/main" id="{7A129E14-556A-4444-820A-F2B77693C1A7}"/>
                </a:ext>
              </a:extLst>
            </p:cNvPr>
            <p:cNvSpPr>
              <a:spLocks/>
            </p:cNvSpPr>
            <p:nvPr/>
          </p:nvSpPr>
          <p:spPr>
            <a:xfrm>
              <a:off x="5351686" y="7168208"/>
              <a:ext cx="28398" cy="28398"/>
            </a:xfrm>
            <a:prstGeom prst="ellipse">
              <a:avLst/>
            </a:prstGeom>
            <a:solidFill>
              <a:srgbClr val="7F8C97">
                <a:alpha val="48000"/>
              </a:srgbClr>
            </a:solidFill>
            <a:ln w="0">
              <a:noFill/>
              <a:prstDash val="solid"/>
            </a:ln>
          </p:spPr>
        </p:sp>
        <p:sp>
          <p:nvSpPr>
            <p:cNvPr id="3980" name="03_assume_matched_3979">
              <a:extLst>
                <a:ext uri="{FF2B5EF4-FFF2-40B4-BE49-F238E27FC236}">
                  <a16:creationId xmlns:a16="http://schemas.microsoft.com/office/drawing/2014/main" id="{61525D07-367F-4AAB-A8F8-CC675A9AA055}"/>
                </a:ext>
              </a:extLst>
            </p:cNvPr>
            <p:cNvSpPr>
              <a:spLocks/>
            </p:cNvSpPr>
            <p:nvPr/>
          </p:nvSpPr>
          <p:spPr>
            <a:xfrm>
              <a:off x="5327366" y="7168208"/>
              <a:ext cx="28398" cy="28398"/>
            </a:xfrm>
            <a:prstGeom prst="ellipse">
              <a:avLst/>
            </a:prstGeom>
            <a:solidFill>
              <a:srgbClr val="7F8C97">
                <a:alpha val="48000"/>
              </a:srgbClr>
            </a:solidFill>
            <a:ln w="0">
              <a:noFill/>
              <a:prstDash val="solid"/>
            </a:ln>
          </p:spPr>
        </p:sp>
        <p:sp>
          <p:nvSpPr>
            <p:cNvPr id="3981" name="03_assume_matched_3980">
              <a:extLst>
                <a:ext uri="{FF2B5EF4-FFF2-40B4-BE49-F238E27FC236}">
                  <a16:creationId xmlns:a16="http://schemas.microsoft.com/office/drawing/2014/main" id="{A69590E6-3A4F-4F17-9C05-768B5270A58C}"/>
                </a:ext>
              </a:extLst>
            </p:cNvPr>
            <p:cNvSpPr>
              <a:spLocks/>
            </p:cNvSpPr>
            <p:nvPr/>
          </p:nvSpPr>
          <p:spPr>
            <a:xfrm>
              <a:off x="5429829" y="7753078"/>
              <a:ext cx="28398" cy="28398"/>
            </a:xfrm>
            <a:prstGeom prst="ellipse">
              <a:avLst/>
            </a:prstGeom>
            <a:solidFill>
              <a:srgbClr val="7F8C97">
                <a:alpha val="48000"/>
              </a:srgbClr>
            </a:solidFill>
            <a:ln w="0">
              <a:noFill/>
              <a:prstDash val="solid"/>
            </a:ln>
          </p:spPr>
        </p:sp>
        <p:sp>
          <p:nvSpPr>
            <p:cNvPr id="3982" name="03_assume_matched_3981">
              <a:extLst>
                <a:ext uri="{FF2B5EF4-FFF2-40B4-BE49-F238E27FC236}">
                  <a16:creationId xmlns:a16="http://schemas.microsoft.com/office/drawing/2014/main" id="{C352468B-B9FD-42FA-B88C-F1EEF36E5B12}"/>
                </a:ext>
              </a:extLst>
            </p:cNvPr>
            <p:cNvSpPr>
              <a:spLocks/>
            </p:cNvSpPr>
            <p:nvPr/>
          </p:nvSpPr>
          <p:spPr>
            <a:xfrm>
              <a:off x="5377590" y="7753078"/>
              <a:ext cx="28398" cy="28398"/>
            </a:xfrm>
            <a:prstGeom prst="ellipse">
              <a:avLst/>
            </a:prstGeom>
            <a:solidFill>
              <a:srgbClr val="7F8C97">
                <a:alpha val="48000"/>
              </a:srgbClr>
            </a:solidFill>
            <a:ln w="0">
              <a:noFill/>
              <a:prstDash val="solid"/>
            </a:ln>
          </p:spPr>
        </p:sp>
        <p:sp>
          <p:nvSpPr>
            <p:cNvPr id="3983" name="03_assume_matched_3982">
              <a:extLst>
                <a:ext uri="{FF2B5EF4-FFF2-40B4-BE49-F238E27FC236}">
                  <a16:creationId xmlns:a16="http://schemas.microsoft.com/office/drawing/2014/main" id="{2A0C665E-6828-4DDD-BC21-E6B89789D420}"/>
                </a:ext>
              </a:extLst>
            </p:cNvPr>
            <p:cNvSpPr>
              <a:spLocks/>
            </p:cNvSpPr>
            <p:nvPr/>
          </p:nvSpPr>
          <p:spPr>
            <a:xfrm>
              <a:off x="5410401" y="7753078"/>
              <a:ext cx="28398" cy="28398"/>
            </a:xfrm>
            <a:prstGeom prst="ellipse">
              <a:avLst/>
            </a:prstGeom>
            <a:solidFill>
              <a:srgbClr val="7F8C97">
                <a:alpha val="48000"/>
              </a:srgbClr>
            </a:solidFill>
            <a:ln w="0">
              <a:noFill/>
              <a:prstDash val="solid"/>
            </a:ln>
          </p:spPr>
        </p:sp>
        <p:sp>
          <p:nvSpPr>
            <p:cNvPr id="3984" name="03_assume_matched_3983">
              <a:extLst>
                <a:ext uri="{FF2B5EF4-FFF2-40B4-BE49-F238E27FC236}">
                  <a16:creationId xmlns:a16="http://schemas.microsoft.com/office/drawing/2014/main" id="{5FCF394B-BA3C-4F6A-92E4-6C78781625AC}"/>
                </a:ext>
              </a:extLst>
            </p:cNvPr>
            <p:cNvSpPr>
              <a:spLocks/>
            </p:cNvSpPr>
            <p:nvPr/>
          </p:nvSpPr>
          <p:spPr>
            <a:xfrm>
              <a:off x="5309521" y="7168208"/>
              <a:ext cx="28398" cy="28398"/>
            </a:xfrm>
            <a:prstGeom prst="ellipse">
              <a:avLst/>
            </a:prstGeom>
            <a:solidFill>
              <a:srgbClr val="7F8C97">
                <a:alpha val="48000"/>
              </a:srgbClr>
            </a:solidFill>
            <a:ln w="0">
              <a:noFill/>
              <a:prstDash val="solid"/>
            </a:ln>
          </p:spPr>
        </p:sp>
        <p:sp>
          <p:nvSpPr>
            <p:cNvPr id="3985" name="03_assume_matched_3984">
              <a:extLst>
                <a:ext uri="{FF2B5EF4-FFF2-40B4-BE49-F238E27FC236}">
                  <a16:creationId xmlns:a16="http://schemas.microsoft.com/office/drawing/2014/main" id="{9568D525-FA1A-400A-A8C5-29C1338E97A3}"/>
                </a:ext>
              </a:extLst>
            </p:cNvPr>
            <p:cNvSpPr>
              <a:spLocks/>
            </p:cNvSpPr>
            <p:nvPr/>
          </p:nvSpPr>
          <p:spPr>
            <a:xfrm>
              <a:off x="5401479" y="7753078"/>
              <a:ext cx="28398" cy="28398"/>
            </a:xfrm>
            <a:prstGeom prst="ellipse">
              <a:avLst/>
            </a:prstGeom>
            <a:solidFill>
              <a:srgbClr val="7F8C97">
                <a:alpha val="48000"/>
              </a:srgbClr>
            </a:solidFill>
            <a:ln w="0">
              <a:noFill/>
              <a:prstDash val="solid"/>
            </a:ln>
          </p:spPr>
        </p:sp>
        <p:sp>
          <p:nvSpPr>
            <p:cNvPr id="3986" name="03_assume_matched_3985">
              <a:extLst>
                <a:ext uri="{FF2B5EF4-FFF2-40B4-BE49-F238E27FC236}">
                  <a16:creationId xmlns:a16="http://schemas.microsoft.com/office/drawing/2014/main" id="{3957A59E-8D24-484F-968B-CC77434225C6}"/>
                </a:ext>
              </a:extLst>
            </p:cNvPr>
            <p:cNvSpPr>
              <a:spLocks/>
            </p:cNvSpPr>
            <p:nvPr/>
          </p:nvSpPr>
          <p:spPr>
            <a:xfrm>
              <a:off x="5380612" y="7168208"/>
              <a:ext cx="28398" cy="28398"/>
            </a:xfrm>
            <a:prstGeom prst="ellipse">
              <a:avLst/>
            </a:prstGeom>
            <a:solidFill>
              <a:srgbClr val="7F8C97">
                <a:alpha val="48000"/>
              </a:srgbClr>
            </a:solidFill>
            <a:ln w="0">
              <a:noFill/>
              <a:prstDash val="solid"/>
            </a:ln>
          </p:spPr>
        </p:sp>
        <p:sp>
          <p:nvSpPr>
            <p:cNvPr id="3987" name="03_assume_matched_3986">
              <a:extLst>
                <a:ext uri="{FF2B5EF4-FFF2-40B4-BE49-F238E27FC236}">
                  <a16:creationId xmlns:a16="http://schemas.microsoft.com/office/drawing/2014/main" id="{ED0DB4D4-0BE7-4F18-83E6-D7A728E8C902}"/>
                </a:ext>
              </a:extLst>
            </p:cNvPr>
            <p:cNvSpPr>
              <a:spLocks/>
            </p:cNvSpPr>
            <p:nvPr/>
          </p:nvSpPr>
          <p:spPr>
            <a:xfrm>
              <a:off x="5289230" y="7168208"/>
              <a:ext cx="28398" cy="28398"/>
            </a:xfrm>
            <a:prstGeom prst="ellipse">
              <a:avLst/>
            </a:prstGeom>
            <a:solidFill>
              <a:srgbClr val="7F8C97">
                <a:alpha val="48000"/>
              </a:srgbClr>
            </a:solidFill>
            <a:ln w="0">
              <a:noFill/>
              <a:prstDash val="solid"/>
            </a:ln>
          </p:spPr>
        </p:sp>
        <p:sp>
          <p:nvSpPr>
            <p:cNvPr id="3988" name="03_assume_matched_3987">
              <a:extLst>
                <a:ext uri="{FF2B5EF4-FFF2-40B4-BE49-F238E27FC236}">
                  <a16:creationId xmlns:a16="http://schemas.microsoft.com/office/drawing/2014/main" id="{3AB81484-6C2C-49E0-AA11-A822A4A0CDEF}"/>
                </a:ext>
              </a:extLst>
            </p:cNvPr>
            <p:cNvSpPr>
              <a:spLocks/>
            </p:cNvSpPr>
            <p:nvPr/>
          </p:nvSpPr>
          <p:spPr>
            <a:xfrm>
              <a:off x="5348520" y="7753078"/>
              <a:ext cx="28398" cy="28398"/>
            </a:xfrm>
            <a:prstGeom prst="ellipse">
              <a:avLst/>
            </a:prstGeom>
            <a:solidFill>
              <a:srgbClr val="7F8C97">
                <a:alpha val="48000"/>
              </a:srgbClr>
            </a:solidFill>
            <a:ln w="0">
              <a:noFill/>
              <a:prstDash val="solid"/>
            </a:ln>
          </p:spPr>
        </p:sp>
        <p:sp>
          <p:nvSpPr>
            <p:cNvPr id="3989" name="03_assume_matched_3988">
              <a:extLst>
                <a:ext uri="{FF2B5EF4-FFF2-40B4-BE49-F238E27FC236}">
                  <a16:creationId xmlns:a16="http://schemas.microsoft.com/office/drawing/2014/main" id="{554B6308-0810-45E8-92D2-D796091511D7}"/>
                </a:ext>
              </a:extLst>
            </p:cNvPr>
            <p:cNvSpPr>
              <a:spLocks/>
            </p:cNvSpPr>
            <p:nvPr/>
          </p:nvSpPr>
          <p:spPr>
            <a:xfrm>
              <a:off x="5330676" y="7753078"/>
              <a:ext cx="28398" cy="28398"/>
            </a:xfrm>
            <a:prstGeom prst="ellipse">
              <a:avLst/>
            </a:prstGeom>
            <a:solidFill>
              <a:srgbClr val="7F8C97">
                <a:alpha val="48000"/>
              </a:srgbClr>
            </a:solidFill>
            <a:ln w="0">
              <a:noFill/>
              <a:prstDash val="solid"/>
            </a:ln>
          </p:spPr>
        </p:sp>
        <p:sp>
          <p:nvSpPr>
            <p:cNvPr id="3990" name="03_assume_matched_3989">
              <a:extLst>
                <a:ext uri="{FF2B5EF4-FFF2-40B4-BE49-F238E27FC236}">
                  <a16:creationId xmlns:a16="http://schemas.microsoft.com/office/drawing/2014/main" id="{A62D113F-B1C0-44CE-9D55-B43AB0F1BBCE}"/>
                </a:ext>
              </a:extLst>
            </p:cNvPr>
            <p:cNvSpPr>
              <a:spLocks/>
            </p:cNvSpPr>
            <p:nvPr/>
          </p:nvSpPr>
          <p:spPr>
            <a:xfrm>
              <a:off x="5362911" y="7168208"/>
              <a:ext cx="28398" cy="28398"/>
            </a:xfrm>
            <a:prstGeom prst="ellipse">
              <a:avLst/>
            </a:prstGeom>
            <a:solidFill>
              <a:srgbClr val="7F8C97">
                <a:alpha val="48000"/>
              </a:srgbClr>
            </a:solidFill>
            <a:ln w="0">
              <a:noFill/>
              <a:prstDash val="solid"/>
            </a:ln>
          </p:spPr>
        </p:sp>
        <p:sp>
          <p:nvSpPr>
            <p:cNvPr id="3991" name="03_assume_matched_3990">
              <a:extLst>
                <a:ext uri="{FF2B5EF4-FFF2-40B4-BE49-F238E27FC236}">
                  <a16:creationId xmlns:a16="http://schemas.microsoft.com/office/drawing/2014/main" id="{D3C4E44D-FC1B-458F-AF13-AD81FAF6F0D6}"/>
                </a:ext>
              </a:extLst>
            </p:cNvPr>
            <p:cNvSpPr>
              <a:spLocks/>
            </p:cNvSpPr>
            <p:nvPr/>
          </p:nvSpPr>
          <p:spPr>
            <a:xfrm>
              <a:off x="5344779" y="7704338"/>
              <a:ext cx="28398" cy="28398"/>
            </a:xfrm>
            <a:prstGeom prst="ellipse">
              <a:avLst/>
            </a:prstGeom>
            <a:solidFill>
              <a:srgbClr val="7F8C97">
                <a:alpha val="48000"/>
              </a:srgbClr>
            </a:solidFill>
            <a:ln w="0">
              <a:noFill/>
              <a:prstDash val="solid"/>
            </a:ln>
          </p:spPr>
        </p:sp>
        <p:sp>
          <p:nvSpPr>
            <p:cNvPr id="3992" name="03_assume_matched_3991">
              <a:extLst>
                <a:ext uri="{FF2B5EF4-FFF2-40B4-BE49-F238E27FC236}">
                  <a16:creationId xmlns:a16="http://schemas.microsoft.com/office/drawing/2014/main" id="{D564F234-0236-4932-B2BA-9C492194EE86}"/>
                </a:ext>
              </a:extLst>
            </p:cNvPr>
            <p:cNvSpPr>
              <a:spLocks/>
            </p:cNvSpPr>
            <p:nvPr/>
          </p:nvSpPr>
          <p:spPr>
            <a:xfrm>
              <a:off x="5406947" y="7606860"/>
              <a:ext cx="28398" cy="28398"/>
            </a:xfrm>
            <a:prstGeom prst="ellipse">
              <a:avLst/>
            </a:prstGeom>
            <a:solidFill>
              <a:srgbClr val="7F8C97">
                <a:alpha val="48000"/>
              </a:srgbClr>
            </a:solidFill>
            <a:ln w="0">
              <a:noFill/>
              <a:prstDash val="solid"/>
            </a:ln>
          </p:spPr>
        </p:sp>
        <p:sp>
          <p:nvSpPr>
            <p:cNvPr id="3993" name="03_assume_matched_3992">
              <a:extLst>
                <a:ext uri="{FF2B5EF4-FFF2-40B4-BE49-F238E27FC236}">
                  <a16:creationId xmlns:a16="http://schemas.microsoft.com/office/drawing/2014/main" id="{B23104D3-8F9E-4F1D-8081-276ECF5F35A8}"/>
                </a:ext>
              </a:extLst>
            </p:cNvPr>
            <p:cNvSpPr>
              <a:spLocks/>
            </p:cNvSpPr>
            <p:nvPr/>
          </p:nvSpPr>
          <p:spPr>
            <a:xfrm>
              <a:off x="5305060" y="7168208"/>
              <a:ext cx="28398" cy="28398"/>
            </a:xfrm>
            <a:prstGeom prst="ellipse">
              <a:avLst/>
            </a:prstGeom>
            <a:solidFill>
              <a:srgbClr val="7F8C97">
                <a:alpha val="48000"/>
              </a:srgbClr>
            </a:solidFill>
            <a:ln w="0">
              <a:noFill/>
              <a:prstDash val="solid"/>
            </a:ln>
          </p:spPr>
        </p:sp>
        <p:sp>
          <p:nvSpPr>
            <p:cNvPr id="3994" name="03_assume_matched_3993">
              <a:extLst>
                <a:ext uri="{FF2B5EF4-FFF2-40B4-BE49-F238E27FC236}">
                  <a16:creationId xmlns:a16="http://schemas.microsoft.com/office/drawing/2014/main" id="{8ADE95DB-DF6D-43D8-9AA9-520A4BE573B8}"/>
                </a:ext>
              </a:extLst>
            </p:cNvPr>
            <p:cNvSpPr>
              <a:spLocks/>
            </p:cNvSpPr>
            <p:nvPr/>
          </p:nvSpPr>
          <p:spPr>
            <a:xfrm>
              <a:off x="5311680" y="7168208"/>
              <a:ext cx="28398" cy="28398"/>
            </a:xfrm>
            <a:prstGeom prst="ellipse">
              <a:avLst/>
            </a:prstGeom>
            <a:solidFill>
              <a:srgbClr val="7F8C97">
                <a:alpha val="48000"/>
              </a:srgbClr>
            </a:solidFill>
            <a:ln w="0">
              <a:noFill/>
              <a:prstDash val="solid"/>
            </a:ln>
          </p:spPr>
        </p:sp>
        <p:sp>
          <p:nvSpPr>
            <p:cNvPr id="3995" name="03_assume_matched_3994">
              <a:extLst>
                <a:ext uri="{FF2B5EF4-FFF2-40B4-BE49-F238E27FC236}">
                  <a16:creationId xmlns:a16="http://schemas.microsoft.com/office/drawing/2014/main" id="{B1EB7147-C14B-4A94-9928-275805DA4EB5}"/>
                </a:ext>
              </a:extLst>
            </p:cNvPr>
            <p:cNvSpPr>
              <a:spLocks/>
            </p:cNvSpPr>
            <p:nvPr/>
          </p:nvSpPr>
          <p:spPr>
            <a:xfrm>
              <a:off x="5371546" y="7168208"/>
              <a:ext cx="28398" cy="28398"/>
            </a:xfrm>
            <a:prstGeom prst="ellipse">
              <a:avLst/>
            </a:prstGeom>
            <a:solidFill>
              <a:srgbClr val="7F8C97">
                <a:alpha val="48000"/>
              </a:srgbClr>
            </a:solidFill>
            <a:ln w="0">
              <a:noFill/>
              <a:prstDash val="solid"/>
            </a:ln>
          </p:spPr>
        </p:sp>
        <p:sp>
          <p:nvSpPr>
            <p:cNvPr id="3996" name="03_assume_matched_3995">
              <a:extLst>
                <a:ext uri="{FF2B5EF4-FFF2-40B4-BE49-F238E27FC236}">
                  <a16:creationId xmlns:a16="http://schemas.microsoft.com/office/drawing/2014/main" id="{39A8BED3-E571-4A2D-A34B-6604DC2C7810}"/>
                </a:ext>
              </a:extLst>
            </p:cNvPr>
            <p:cNvSpPr>
              <a:spLocks/>
            </p:cNvSpPr>
            <p:nvPr/>
          </p:nvSpPr>
          <p:spPr>
            <a:xfrm>
              <a:off x="5370251" y="7168208"/>
              <a:ext cx="28398" cy="28398"/>
            </a:xfrm>
            <a:prstGeom prst="ellipse">
              <a:avLst/>
            </a:prstGeom>
            <a:solidFill>
              <a:srgbClr val="7F8C97">
                <a:alpha val="48000"/>
              </a:srgbClr>
            </a:solidFill>
            <a:ln w="0">
              <a:noFill/>
              <a:prstDash val="solid"/>
            </a:ln>
          </p:spPr>
        </p:sp>
        <p:sp>
          <p:nvSpPr>
            <p:cNvPr id="3997" name="03_assume_matched_3996">
              <a:extLst>
                <a:ext uri="{FF2B5EF4-FFF2-40B4-BE49-F238E27FC236}">
                  <a16:creationId xmlns:a16="http://schemas.microsoft.com/office/drawing/2014/main" id="{85BE29BE-868B-4544-927C-685DF94F1804}"/>
                </a:ext>
              </a:extLst>
            </p:cNvPr>
            <p:cNvSpPr>
              <a:spLocks/>
            </p:cNvSpPr>
            <p:nvPr/>
          </p:nvSpPr>
          <p:spPr>
            <a:xfrm>
              <a:off x="5417021" y="7168208"/>
              <a:ext cx="28398" cy="28398"/>
            </a:xfrm>
            <a:prstGeom prst="ellipse">
              <a:avLst/>
            </a:prstGeom>
            <a:solidFill>
              <a:srgbClr val="7F8C97">
                <a:alpha val="48000"/>
              </a:srgbClr>
            </a:solidFill>
            <a:ln w="0">
              <a:noFill/>
              <a:prstDash val="solid"/>
            </a:ln>
          </p:spPr>
        </p:sp>
        <p:sp>
          <p:nvSpPr>
            <p:cNvPr id="3998" name="03_assume_matched_3997">
              <a:extLst>
                <a:ext uri="{FF2B5EF4-FFF2-40B4-BE49-F238E27FC236}">
                  <a16:creationId xmlns:a16="http://schemas.microsoft.com/office/drawing/2014/main" id="{82F52D76-5908-4845-A445-056D1477997B}"/>
                </a:ext>
              </a:extLst>
            </p:cNvPr>
            <p:cNvSpPr>
              <a:spLocks/>
            </p:cNvSpPr>
            <p:nvPr/>
          </p:nvSpPr>
          <p:spPr>
            <a:xfrm>
              <a:off x="5395291" y="7168208"/>
              <a:ext cx="28398" cy="28398"/>
            </a:xfrm>
            <a:prstGeom prst="ellipse">
              <a:avLst/>
            </a:prstGeom>
            <a:solidFill>
              <a:srgbClr val="7F8C97">
                <a:alpha val="48000"/>
              </a:srgbClr>
            </a:solidFill>
            <a:ln w="0">
              <a:noFill/>
              <a:prstDash val="solid"/>
            </a:ln>
          </p:spPr>
        </p:sp>
        <p:sp>
          <p:nvSpPr>
            <p:cNvPr id="3999" name="03_assume_matched_3998">
              <a:extLst>
                <a:ext uri="{FF2B5EF4-FFF2-40B4-BE49-F238E27FC236}">
                  <a16:creationId xmlns:a16="http://schemas.microsoft.com/office/drawing/2014/main" id="{5431C4AD-356C-4502-95D6-00096181DEF4}"/>
                </a:ext>
              </a:extLst>
            </p:cNvPr>
            <p:cNvSpPr>
              <a:spLocks/>
            </p:cNvSpPr>
            <p:nvPr/>
          </p:nvSpPr>
          <p:spPr>
            <a:xfrm>
              <a:off x="5327366" y="7753078"/>
              <a:ext cx="28398" cy="28398"/>
            </a:xfrm>
            <a:prstGeom prst="ellipse">
              <a:avLst/>
            </a:prstGeom>
            <a:solidFill>
              <a:srgbClr val="7F8C97">
                <a:alpha val="48000"/>
              </a:srgbClr>
            </a:solidFill>
            <a:ln w="0">
              <a:noFill/>
              <a:prstDash val="solid"/>
            </a:ln>
          </p:spPr>
        </p:sp>
        <p:sp>
          <p:nvSpPr>
            <p:cNvPr id="4000" name="03_assume_matched_3999">
              <a:extLst>
                <a:ext uri="{FF2B5EF4-FFF2-40B4-BE49-F238E27FC236}">
                  <a16:creationId xmlns:a16="http://schemas.microsoft.com/office/drawing/2014/main" id="{F7E50B9D-5120-4C17-969D-FC22AEC4B9D8}"/>
                </a:ext>
              </a:extLst>
            </p:cNvPr>
            <p:cNvSpPr>
              <a:spLocks/>
            </p:cNvSpPr>
            <p:nvPr/>
          </p:nvSpPr>
          <p:spPr>
            <a:xfrm>
              <a:off x="5398169" y="7753078"/>
              <a:ext cx="28398" cy="28398"/>
            </a:xfrm>
            <a:prstGeom prst="ellipse">
              <a:avLst/>
            </a:prstGeom>
            <a:solidFill>
              <a:srgbClr val="7F8C97">
                <a:alpha val="48000"/>
              </a:srgbClr>
            </a:solidFill>
            <a:ln w="0">
              <a:noFill/>
              <a:prstDash val="solid"/>
            </a:ln>
          </p:spPr>
        </p:sp>
        <p:sp>
          <p:nvSpPr>
            <p:cNvPr id="4001" name="03_assume_matched_4000">
              <a:extLst>
                <a:ext uri="{FF2B5EF4-FFF2-40B4-BE49-F238E27FC236}">
                  <a16:creationId xmlns:a16="http://schemas.microsoft.com/office/drawing/2014/main" id="{B9E27698-DDF9-4B99-87ED-9E4052BB1C88}"/>
                </a:ext>
              </a:extLst>
            </p:cNvPr>
            <p:cNvSpPr>
              <a:spLocks/>
            </p:cNvSpPr>
            <p:nvPr/>
          </p:nvSpPr>
          <p:spPr>
            <a:xfrm>
              <a:off x="5386512" y="7168208"/>
              <a:ext cx="28398" cy="28398"/>
            </a:xfrm>
            <a:prstGeom prst="ellipse">
              <a:avLst/>
            </a:prstGeom>
            <a:solidFill>
              <a:srgbClr val="7F8C97">
                <a:alpha val="48000"/>
              </a:srgbClr>
            </a:solidFill>
            <a:ln w="0">
              <a:noFill/>
              <a:prstDash val="solid"/>
            </a:ln>
          </p:spPr>
        </p:sp>
        <p:sp>
          <p:nvSpPr>
            <p:cNvPr id="4002" name="03_assume_matched_4001">
              <a:extLst>
                <a:ext uri="{FF2B5EF4-FFF2-40B4-BE49-F238E27FC236}">
                  <a16:creationId xmlns:a16="http://schemas.microsoft.com/office/drawing/2014/main" id="{2E8880EB-6513-48BB-B1CA-33ED02E867B5}"/>
                </a:ext>
              </a:extLst>
            </p:cNvPr>
            <p:cNvSpPr>
              <a:spLocks/>
            </p:cNvSpPr>
            <p:nvPr/>
          </p:nvSpPr>
          <p:spPr>
            <a:xfrm>
              <a:off x="5392700" y="7168208"/>
              <a:ext cx="28398" cy="28398"/>
            </a:xfrm>
            <a:prstGeom prst="ellipse">
              <a:avLst/>
            </a:prstGeom>
            <a:solidFill>
              <a:srgbClr val="7F8C97">
                <a:alpha val="48000"/>
              </a:srgbClr>
            </a:solidFill>
            <a:ln w="0">
              <a:noFill/>
              <a:prstDash val="solid"/>
            </a:ln>
          </p:spPr>
        </p:sp>
        <p:sp>
          <p:nvSpPr>
            <p:cNvPr id="4003" name="03_assume_matched_4002">
              <a:extLst>
                <a:ext uri="{FF2B5EF4-FFF2-40B4-BE49-F238E27FC236}">
                  <a16:creationId xmlns:a16="http://schemas.microsoft.com/office/drawing/2014/main" id="{C3FDA259-ED15-42EE-82E6-7C08755AC72D}"/>
                </a:ext>
              </a:extLst>
            </p:cNvPr>
            <p:cNvSpPr>
              <a:spLocks/>
            </p:cNvSpPr>
            <p:nvPr/>
          </p:nvSpPr>
          <p:spPr>
            <a:xfrm>
              <a:off x="5406084" y="7753078"/>
              <a:ext cx="28398" cy="28398"/>
            </a:xfrm>
            <a:prstGeom prst="ellipse">
              <a:avLst/>
            </a:prstGeom>
            <a:solidFill>
              <a:srgbClr val="7F8C97">
                <a:alpha val="48000"/>
              </a:srgbClr>
            </a:solidFill>
            <a:ln w="0">
              <a:noFill/>
              <a:prstDash val="solid"/>
            </a:ln>
          </p:spPr>
        </p:sp>
        <p:sp>
          <p:nvSpPr>
            <p:cNvPr id="4004" name="03_assume_matched_4003">
              <a:extLst>
                <a:ext uri="{FF2B5EF4-FFF2-40B4-BE49-F238E27FC236}">
                  <a16:creationId xmlns:a16="http://schemas.microsoft.com/office/drawing/2014/main" id="{65AE92F8-F531-4C75-B51C-E20C170DDBA5}"/>
                </a:ext>
              </a:extLst>
            </p:cNvPr>
            <p:cNvSpPr>
              <a:spLocks/>
            </p:cNvSpPr>
            <p:nvPr/>
          </p:nvSpPr>
          <p:spPr>
            <a:xfrm>
              <a:off x="5314702" y="7168208"/>
              <a:ext cx="28398" cy="28398"/>
            </a:xfrm>
            <a:prstGeom prst="ellipse">
              <a:avLst/>
            </a:prstGeom>
            <a:solidFill>
              <a:srgbClr val="7F8C97">
                <a:alpha val="48000"/>
              </a:srgbClr>
            </a:solidFill>
            <a:ln w="0">
              <a:noFill/>
              <a:prstDash val="solid"/>
            </a:ln>
          </p:spPr>
        </p:sp>
        <p:sp>
          <p:nvSpPr>
            <p:cNvPr id="4005" name="03_assume_matched_4004">
              <a:extLst>
                <a:ext uri="{FF2B5EF4-FFF2-40B4-BE49-F238E27FC236}">
                  <a16:creationId xmlns:a16="http://schemas.microsoft.com/office/drawing/2014/main" id="{F3DC7455-915D-4FB8-BC90-962EF3420EEA}"/>
                </a:ext>
              </a:extLst>
            </p:cNvPr>
            <p:cNvSpPr>
              <a:spLocks/>
            </p:cNvSpPr>
            <p:nvPr/>
          </p:nvSpPr>
          <p:spPr>
            <a:xfrm>
              <a:off x="5303909" y="7168208"/>
              <a:ext cx="28398" cy="28398"/>
            </a:xfrm>
            <a:prstGeom prst="ellipse">
              <a:avLst/>
            </a:prstGeom>
            <a:solidFill>
              <a:srgbClr val="7F8C97">
                <a:alpha val="48000"/>
              </a:srgbClr>
            </a:solidFill>
            <a:ln w="0">
              <a:noFill/>
              <a:prstDash val="solid"/>
            </a:ln>
          </p:spPr>
        </p:sp>
        <p:sp>
          <p:nvSpPr>
            <p:cNvPr id="4006" name="03_assume_matched_4005">
              <a:extLst>
                <a:ext uri="{FF2B5EF4-FFF2-40B4-BE49-F238E27FC236}">
                  <a16:creationId xmlns:a16="http://schemas.microsoft.com/office/drawing/2014/main" id="{3883DBB8-2B1E-4A17-81F7-496069878B8A}"/>
                </a:ext>
              </a:extLst>
            </p:cNvPr>
            <p:cNvSpPr>
              <a:spLocks/>
            </p:cNvSpPr>
            <p:nvPr/>
          </p:nvSpPr>
          <p:spPr>
            <a:xfrm>
              <a:off x="5386800" y="7314426"/>
              <a:ext cx="28398" cy="28398"/>
            </a:xfrm>
            <a:prstGeom prst="ellipse">
              <a:avLst/>
            </a:prstGeom>
            <a:solidFill>
              <a:srgbClr val="7F8C97">
                <a:alpha val="48000"/>
              </a:srgbClr>
            </a:solidFill>
            <a:ln w="0">
              <a:noFill/>
              <a:prstDash val="solid"/>
            </a:ln>
          </p:spPr>
        </p:sp>
        <p:sp>
          <p:nvSpPr>
            <p:cNvPr id="4007" name="03_assume_matched_4006">
              <a:extLst>
                <a:ext uri="{FF2B5EF4-FFF2-40B4-BE49-F238E27FC236}">
                  <a16:creationId xmlns:a16="http://schemas.microsoft.com/office/drawing/2014/main" id="{FF6948C0-9203-4CE5-AE4F-C2D3625484F9}"/>
                </a:ext>
              </a:extLst>
            </p:cNvPr>
            <p:cNvSpPr>
              <a:spLocks/>
            </p:cNvSpPr>
            <p:nvPr/>
          </p:nvSpPr>
          <p:spPr>
            <a:xfrm>
              <a:off x="5423929" y="7168208"/>
              <a:ext cx="28398" cy="28398"/>
            </a:xfrm>
            <a:prstGeom prst="ellipse">
              <a:avLst/>
            </a:prstGeom>
            <a:solidFill>
              <a:srgbClr val="7F8C97">
                <a:alpha val="48000"/>
              </a:srgbClr>
            </a:solidFill>
            <a:ln w="0">
              <a:noFill/>
              <a:prstDash val="solid"/>
            </a:ln>
          </p:spPr>
        </p:sp>
        <p:sp>
          <p:nvSpPr>
            <p:cNvPr id="4008" name="03_assume_matched_4007">
              <a:extLst>
                <a:ext uri="{FF2B5EF4-FFF2-40B4-BE49-F238E27FC236}">
                  <a16:creationId xmlns:a16="http://schemas.microsoft.com/office/drawing/2014/main" id="{69A9B683-967D-4C62-BAFC-A0DA42F5973D}"/>
                </a:ext>
              </a:extLst>
            </p:cNvPr>
            <p:cNvSpPr>
              <a:spLocks/>
            </p:cNvSpPr>
            <p:nvPr/>
          </p:nvSpPr>
          <p:spPr>
            <a:xfrm>
              <a:off x="5430117" y="7168208"/>
              <a:ext cx="28398" cy="28398"/>
            </a:xfrm>
            <a:prstGeom prst="ellipse">
              <a:avLst/>
            </a:prstGeom>
            <a:solidFill>
              <a:srgbClr val="7F8C97">
                <a:alpha val="48000"/>
              </a:srgbClr>
            </a:solidFill>
            <a:ln w="0">
              <a:noFill/>
              <a:prstDash val="solid"/>
            </a:ln>
          </p:spPr>
        </p:sp>
        <p:sp>
          <p:nvSpPr>
            <p:cNvPr id="4009" name="03_assume_matched_4008">
              <a:extLst>
                <a:ext uri="{FF2B5EF4-FFF2-40B4-BE49-F238E27FC236}">
                  <a16:creationId xmlns:a16="http://schemas.microsoft.com/office/drawing/2014/main" id="{6327AD38-208F-42E6-ADAB-E07708585A8D}"/>
                </a:ext>
              </a:extLst>
            </p:cNvPr>
            <p:cNvSpPr>
              <a:spLocks/>
            </p:cNvSpPr>
            <p:nvPr/>
          </p:nvSpPr>
          <p:spPr>
            <a:xfrm>
              <a:off x="5341181" y="7168208"/>
              <a:ext cx="28398" cy="28398"/>
            </a:xfrm>
            <a:prstGeom prst="ellipse">
              <a:avLst/>
            </a:prstGeom>
            <a:solidFill>
              <a:srgbClr val="7F8C97">
                <a:alpha val="48000"/>
              </a:srgbClr>
            </a:solidFill>
            <a:ln w="0">
              <a:noFill/>
              <a:prstDash val="solid"/>
            </a:ln>
          </p:spPr>
        </p:sp>
        <p:sp>
          <p:nvSpPr>
            <p:cNvPr id="4010" name="03_assume_matched_4009">
              <a:extLst>
                <a:ext uri="{FF2B5EF4-FFF2-40B4-BE49-F238E27FC236}">
                  <a16:creationId xmlns:a16="http://schemas.microsoft.com/office/drawing/2014/main" id="{92C3493A-A2E6-4EB6-8DBB-FF236CA6C4E3}"/>
                </a:ext>
              </a:extLst>
            </p:cNvPr>
            <p:cNvSpPr>
              <a:spLocks/>
            </p:cNvSpPr>
            <p:nvPr/>
          </p:nvSpPr>
          <p:spPr>
            <a:xfrm>
              <a:off x="5393996" y="7558121"/>
              <a:ext cx="28398" cy="28398"/>
            </a:xfrm>
            <a:prstGeom prst="ellipse">
              <a:avLst/>
            </a:prstGeom>
            <a:solidFill>
              <a:srgbClr val="7F8C97">
                <a:alpha val="48000"/>
              </a:srgbClr>
            </a:solidFill>
            <a:ln w="0">
              <a:noFill/>
              <a:prstDash val="solid"/>
            </a:ln>
          </p:spPr>
        </p:sp>
        <p:sp>
          <p:nvSpPr>
            <p:cNvPr id="4011" name="03_assume_matched_4010">
              <a:extLst>
                <a:ext uri="{FF2B5EF4-FFF2-40B4-BE49-F238E27FC236}">
                  <a16:creationId xmlns:a16="http://schemas.microsoft.com/office/drawing/2014/main" id="{7E573A6C-31E3-467A-BCBA-593104F097EF}"/>
                </a:ext>
              </a:extLst>
            </p:cNvPr>
            <p:cNvSpPr>
              <a:spLocks/>
            </p:cNvSpPr>
            <p:nvPr/>
          </p:nvSpPr>
          <p:spPr>
            <a:xfrm>
              <a:off x="5404933" y="7168208"/>
              <a:ext cx="28398" cy="28398"/>
            </a:xfrm>
            <a:prstGeom prst="ellipse">
              <a:avLst/>
            </a:prstGeom>
            <a:solidFill>
              <a:srgbClr val="7F8C97">
                <a:alpha val="48000"/>
              </a:srgbClr>
            </a:solidFill>
            <a:ln w="0">
              <a:noFill/>
              <a:prstDash val="solid"/>
            </a:ln>
          </p:spPr>
        </p:sp>
        <p:sp>
          <p:nvSpPr>
            <p:cNvPr id="4012" name="03_assume_matched_4011">
              <a:extLst>
                <a:ext uri="{FF2B5EF4-FFF2-40B4-BE49-F238E27FC236}">
                  <a16:creationId xmlns:a16="http://schemas.microsoft.com/office/drawing/2014/main" id="{6427E009-720C-4FDE-910E-ADE5ABE5839B}"/>
                </a:ext>
              </a:extLst>
            </p:cNvPr>
            <p:cNvSpPr>
              <a:spLocks/>
            </p:cNvSpPr>
            <p:nvPr/>
          </p:nvSpPr>
          <p:spPr>
            <a:xfrm>
              <a:off x="5422346" y="7168208"/>
              <a:ext cx="28398" cy="28398"/>
            </a:xfrm>
            <a:prstGeom prst="ellipse">
              <a:avLst/>
            </a:prstGeom>
            <a:solidFill>
              <a:srgbClr val="7F8C97">
                <a:alpha val="48000"/>
              </a:srgbClr>
            </a:solidFill>
            <a:ln w="0">
              <a:noFill/>
              <a:prstDash val="solid"/>
            </a:ln>
          </p:spPr>
        </p:sp>
        <p:sp>
          <p:nvSpPr>
            <p:cNvPr id="4013" name="03_assume_matched_4012">
              <a:extLst>
                <a:ext uri="{FF2B5EF4-FFF2-40B4-BE49-F238E27FC236}">
                  <a16:creationId xmlns:a16="http://schemas.microsoft.com/office/drawing/2014/main" id="{945F9E68-A5D0-4054-AA79-4E6BA302F2D0}"/>
                </a:ext>
              </a:extLst>
            </p:cNvPr>
            <p:cNvSpPr>
              <a:spLocks/>
            </p:cNvSpPr>
            <p:nvPr/>
          </p:nvSpPr>
          <p:spPr>
            <a:xfrm>
              <a:off x="5407091" y="7168208"/>
              <a:ext cx="28398" cy="28398"/>
            </a:xfrm>
            <a:prstGeom prst="ellipse">
              <a:avLst/>
            </a:prstGeom>
            <a:solidFill>
              <a:srgbClr val="7F8C97">
                <a:alpha val="48000"/>
              </a:srgbClr>
            </a:solidFill>
            <a:ln w="0">
              <a:noFill/>
              <a:prstDash val="solid"/>
            </a:ln>
          </p:spPr>
        </p:sp>
        <p:sp>
          <p:nvSpPr>
            <p:cNvPr id="4014" name="03_assume_matched_4013">
              <a:extLst>
                <a:ext uri="{FF2B5EF4-FFF2-40B4-BE49-F238E27FC236}">
                  <a16:creationId xmlns:a16="http://schemas.microsoft.com/office/drawing/2014/main" id="{B4568F91-3BA9-4FD2-BA97-8DA1D6CC3F25}"/>
                </a:ext>
              </a:extLst>
            </p:cNvPr>
            <p:cNvSpPr>
              <a:spLocks/>
            </p:cNvSpPr>
            <p:nvPr/>
          </p:nvSpPr>
          <p:spPr>
            <a:xfrm>
              <a:off x="5385361" y="7168208"/>
              <a:ext cx="28398" cy="28398"/>
            </a:xfrm>
            <a:prstGeom prst="ellipse">
              <a:avLst/>
            </a:prstGeom>
            <a:solidFill>
              <a:srgbClr val="7F8C97">
                <a:alpha val="48000"/>
              </a:srgbClr>
            </a:solidFill>
            <a:ln w="0">
              <a:noFill/>
              <a:prstDash val="solid"/>
            </a:ln>
          </p:spPr>
        </p:sp>
        <p:sp>
          <p:nvSpPr>
            <p:cNvPr id="4015" name="03_assume_matched_4014">
              <a:extLst>
                <a:ext uri="{FF2B5EF4-FFF2-40B4-BE49-F238E27FC236}">
                  <a16:creationId xmlns:a16="http://schemas.microsoft.com/office/drawing/2014/main" id="{79123E20-A044-4FA2-BDE8-0B84F2731F12}"/>
                </a:ext>
              </a:extLst>
            </p:cNvPr>
            <p:cNvSpPr>
              <a:spLocks/>
            </p:cNvSpPr>
            <p:nvPr/>
          </p:nvSpPr>
          <p:spPr>
            <a:xfrm>
              <a:off x="5297145" y="7168208"/>
              <a:ext cx="28398" cy="28398"/>
            </a:xfrm>
            <a:prstGeom prst="ellipse">
              <a:avLst/>
            </a:prstGeom>
            <a:solidFill>
              <a:srgbClr val="7F8C97">
                <a:alpha val="48000"/>
              </a:srgbClr>
            </a:solidFill>
            <a:ln w="0">
              <a:noFill/>
              <a:prstDash val="solid"/>
            </a:ln>
          </p:spPr>
        </p:sp>
        <p:sp>
          <p:nvSpPr>
            <p:cNvPr id="4016" name="03_assume_matched_4015">
              <a:extLst>
                <a:ext uri="{FF2B5EF4-FFF2-40B4-BE49-F238E27FC236}">
                  <a16:creationId xmlns:a16="http://schemas.microsoft.com/office/drawing/2014/main" id="{382EB943-6B4F-42D3-B443-EF4601486958}"/>
                </a:ext>
              </a:extLst>
            </p:cNvPr>
            <p:cNvSpPr>
              <a:spLocks/>
            </p:cNvSpPr>
            <p:nvPr/>
          </p:nvSpPr>
          <p:spPr>
            <a:xfrm>
              <a:off x="5311104" y="7168208"/>
              <a:ext cx="28398" cy="28398"/>
            </a:xfrm>
            <a:prstGeom prst="ellipse">
              <a:avLst/>
            </a:prstGeom>
            <a:solidFill>
              <a:srgbClr val="7F8C97">
                <a:alpha val="48000"/>
              </a:srgbClr>
            </a:solidFill>
            <a:ln w="0">
              <a:noFill/>
              <a:prstDash val="solid"/>
            </a:ln>
          </p:spPr>
        </p:sp>
        <p:sp>
          <p:nvSpPr>
            <p:cNvPr id="4017" name="03_assume_matched_4016">
              <a:extLst>
                <a:ext uri="{FF2B5EF4-FFF2-40B4-BE49-F238E27FC236}">
                  <a16:creationId xmlns:a16="http://schemas.microsoft.com/office/drawing/2014/main" id="{6DD3E088-99BF-4078-B06D-C007E049B2FE}"/>
                </a:ext>
              </a:extLst>
            </p:cNvPr>
            <p:cNvSpPr>
              <a:spLocks/>
            </p:cNvSpPr>
            <p:nvPr/>
          </p:nvSpPr>
          <p:spPr>
            <a:xfrm>
              <a:off x="5372265" y="7168208"/>
              <a:ext cx="28398" cy="28398"/>
            </a:xfrm>
            <a:prstGeom prst="ellipse">
              <a:avLst/>
            </a:prstGeom>
            <a:solidFill>
              <a:srgbClr val="7F8C97">
                <a:alpha val="48000"/>
              </a:srgbClr>
            </a:solidFill>
            <a:ln w="0">
              <a:noFill/>
              <a:prstDash val="solid"/>
            </a:ln>
          </p:spPr>
        </p:sp>
        <p:sp>
          <p:nvSpPr>
            <p:cNvPr id="4018" name="03_assume_matched_4017">
              <a:extLst>
                <a:ext uri="{FF2B5EF4-FFF2-40B4-BE49-F238E27FC236}">
                  <a16:creationId xmlns:a16="http://schemas.microsoft.com/office/drawing/2014/main" id="{36FC92EE-9CC5-4234-9F21-73D2C48DCBF0}"/>
                </a:ext>
              </a:extLst>
            </p:cNvPr>
            <p:cNvSpPr>
              <a:spLocks/>
            </p:cNvSpPr>
            <p:nvPr/>
          </p:nvSpPr>
          <p:spPr>
            <a:xfrm>
              <a:off x="5317148" y="7168208"/>
              <a:ext cx="28398" cy="28398"/>
            </a:xfrm>
            <a:prstGeom prst="ellipse">
              <a:avLst/>
            </a:prstGeom>
            <a:solidFill>
              <a:srgbClr val="7F8C97">
                <a:alpha val="48000"/>
              </a:srgbClr>
            </a:solidFill>
            <a:ln w="0">
              <a:noFill/>
              <a:prstDash val="solid"/>
            </a:ln>
          </p:spPr>
        </p:sp>
        <p:sp>
          <p:nvSpPr>
            <p:cNvPr id="4019" name="03_assume_matched_4018">
              <a:extLst>
                <a:ext uri="{FF2B5EF4-FFF2-40B4-BE49-F238E27FC236}">
                  <a16:creationId xmlns:a16="http://schemas.microsoft.com/office/drawing/2014/main" id="{C8778143-B4BD-47D0-9806-D7FCC98A2CD5}"/>
                </a:ext>
              </a:extLst>
            </p:cNvPr>
            <p:cNvSpPr>
              <a:spLocks/>
            </p:cNvSpPr>
            <p:nvPr/>
          </p:nvSpPr>
          <p:spPr>
            <a:xfrm>
              <a:off x="5343196" y="7168208"/>
              <a:ext cx="28398" cy="28398"/>
            </a:xfrm>
            <a:prstGeom prst="ellipse">
              <a:avLst/>
            </a:prstGeom>
            <a:solidFill>
              <a:srgbClr val="7F8C97">
                <a:alpha val="48000"/>
              </a:srgbClr>
            </a:solidFill>
            <a:ln w="0">
              <a:noFill/>
              <a:prstDash val="solid"/>
            </a:ln>
          </p:spPr>
        </p:sp>
        <p:sp>
          <p:nvSpPr>
            <p:cNvPr id="4020" name="03_assume_matched_4019">
              <a:extLst>
                <a:ext uri="{FF2B5EF4-FFF2-40B4-BE49-F238E27FC236}">
                  <a16:creationId xmlns:a16="http://schemas.microsoft.com/office/drawing/2014/main" id="{B3D4BCAC-82DF-4EBA-9972-F6BA89E12696}"/>
                </a:ext>
              </a:extLst>
            </p:cNvPr>
            <p:cNvSpPr>
              <a:spLocks/>
            </p:cNvSpPr>
            <p:nvPr/>
          </p:nvSpPr>
          <p:spPr>
            <a:xfrm>
              <a:off x="5292252" y="7753078"/>
              <a:ext cx="28398" cy="28398"/>
            </a:xfrm>
            <a:prstGeom prst="ellipse">
              <a:avLst/>
            </a:prstGeom>
            <a:solidFill>
              <a:srgbClr val="7F8C97">
                <a:alpha val="48000"/>
              </a:srgbClr>
            </a:solidFill>
            <a:ln w="0">
              <a:noFill/>
              <a:prstDash val="solid"/>
            </a:ln>
          </p:spPr>
        </p:sp>
        <p:sp>
          <p:nvSpPr>
            <p:cNvPr id="4021" name="03_assume_matched_4020">
              <a:extLst>
                <a:ext uri="{FF2B5EF4-FFF2-40B4-BE49-F238E27FC236}">
                  <a16:creationId xmlns:a16="http://schemas.microsoft.com/office/drawing/2014/main" id="{03D64D3C-E620-4226-A2A0-AE816D51F71F}"/>
                </a:ext>
              </a:extLst>
            </p:cNvPr>
            <p:cNvSpPr>
              <a:spLocks/>
            </p:cNvSpPr>
            <p:nvPr/>
          </p:nvSpPr>
          <p:spPr>
            <a:xfrm>
              <a:off x="6164931" y="7168208"/>
              <a:ext cx="28398" cy="28398"/>
            </a:xfrm>
            <a:prstGeom prst="ellipse">
              <a:avLst/>
            </a:prstGeom>
            <a:solidFill>
              <a:srgbClr val="7F8C97">
                <a:alpha val="48000"/>
              </a:srgbClr>
            </a:solidFill>
            <a:ln w="0">
              <a:noFill/>
              <a:prstDash val="solid"/>
            </a:ln>
          </p:spPr>
        </p:sp>
        <p:sp>
          <p:nvSpPr>
            <p:cNvPr id="4022" name="03_assume_matched_4021">
              <a:extLst>
                <a:ext uri="{FF2B5EF4-FFF2-40B4-BE49-F238E27FC236}">
                  <a16:creationId xmlns:a16="http://schemas.microsoft.com/office/drawing/2014/main" id="{D8304E80-E1B9-40CA-936F-8126263269C1}"/>
                </a:ext>
              </a:extLst>
            </p:cNvPr>
            <p:cNvSpPr>
              <a:spLocks/>
            </p:cNvSpPr>
            <p:nvPr/>
          </p:nvSpPr>
          <p:spPr>
            <a:xfrm>
              <a:off x="6153418" y="7168208"/>
              <a:ext cx="28398" cy="28398"/>
            </a:xfrm>
            <a:prstGeom prst="ellipse">
              <a:avLst/>
            </a:prstGeom>
            <a:solidFill>
              <a:srgbClr val="7F8C97">
                <a:alpha val="48000"/>
              </a:srgbClr>
            </a:solidFill>
            <a:ln w="0">
              <a:noFill/>
              <a:prstDash val="solid"/>
            </a:ln>
          </p:spPr>
        </p:sp>
        <p:sp>
          <p:nvSpPr>
            <p:cNvPr id="4023" name="03_assume_matched_4022">
              <a:extLst>
                <a:ext uri="{FF2B5EF4-FFF2-40B4-BE49-F238E27FC236}">
                  <a16:creationId xmlns:a16="http://schemas.microsoft.com/office/drawing/2014/main" id="{B9FB7E26-CB94-40C1-83C5-21320078C504}"/>
                </a:ext>
              </a:extLst>
            </p:cNvPr>
            <p:cNvSpPr>
              <a:spLocks/>
            </p:cNvSpPr>
            <p:nvPr/>
          </p:nvSpPr>
          <p:spPr>
            <a:xfrm>
              <a:off x="6096286" y="7168208"/>
              <a:ext cx="28398" cy="28398"/>
            </a:xfrm>
            <a:prstGeom prst="ellipse">
              <a:avLst/>
            </a:prstGeom>
            <a:solidFill>
              <a:srgbClr val="7F8C97">
                <a:alpha val="48000"/>
              </a:srgbClr>
            </a:solidFill>
            <a:ln w="0">
              <a:noFill/>
              <a:prstDash val="solid"/>
            </a:ln>
          </p:spPr>
        </p:sp>
        <p:sp>
          <p:nvSpPr>
            <p:cNvPr id="4024" name="03_assume_matched_4023">
              <a:extLst>
                <a:ext uri="{FF2B5EF4-FFF2-40B4-BE49-F238E27FC236}">
                  <a16:creationId xmlns:a16="http://schemas.microsoft.com/office/drawing/2014/main" id="{622BFEF0-B7CE-4D83-8C98-56982400F8BD}"/>
                </a:ext>
              </a:extLst>
            </p:cNvPr>
            <p:cNvSpPr>
              <a:spLocks/>
            </p:cNvSpPr>
            <p:nvPr/>
          </p:nvSpPr>
          <p:spPr>
            <a:xfrm>
              <a:off x="6175149" y="7168208"/>
              <a:ext cx="28398" cy="28398"/>
            </a:xfrm>
            <a:prstGeom prst="ellipse">
              <a:avLst/>
            </a:prstGeom>
            <a:solidFill>
              <a:srgbClr val="7F8C97">
                <a:alpha val="48000"/>
              </a:srgbClr>
            </a:solidFill>
            <a:ln w="0">
              <a:noFill/>
              <a:prstDash val="solid"/>
            </a:ln>
          </p:spPr>
        </p:sp>
        <p:sp>
          <p:nvSpPr>
            <p:cNvPr id="4025" name="03_assume_matched_4024">
              <a:extLst>
                <a:ext uri="{FF2B5EF4-FFF2-40B4-BE49-F238E27FC236}">
                  <a16:creationId xmlns:a16="http://schemas.microsoft.com/office/drawing/2014/main" id="{12278A81-8ADE-4F05-A497-2886BBA22647}"/>
                </a:ext>
              </a:extLst>
            </p:cNvPr>
            <p:cNvSpPr>
              <a:spLocks/>
            </p:cNvSpPr>
            <p:nvPr/>
          </p:nvSpPr>
          <p:spPr>
            <a:xfrm>
              <a:off x="6142913" y="7168208"/>
              <a:ext cx="28398" cy="28398"/>
            </a:xfrm>
            <a:prstGeom prst="ellipse">
              <a:avLst/>
            </a:prstGeom>
            <a:solidFill>
              <a:srgbClr val="7F8C97">
                <a:alpha val="48000"/>
              </a:srgbClr>
            </a:solidFill>
            <a:ln w="0">
              <a:noFill/>
              <a:prstDash val="solid"/>
            </a:ln>
          </p:spPr>
        </p:sp>
        <p:sp>
          <p:nvSpPr>
            <p:cNvPr id="4026" name="03_assume_matched_4025">
              <a:extLst>
                <a:ext uri="{FF2B5EF4-FFF2-40B4-BE49-F238E27FC236}">
                  <a16:creationId xmlns:a16="http://schemas.microsoft.com/office/drawing/2014/main" id="{F29AC83B-7AEC-4425-A9B6-17C528BE4DF8}"/>
                </a:ext>
              </a:extLst>
            </p:cNvPr>
            <p:cNvSpPr>
              <a:spLocks/>
            </p:cNvSpPr>
            <p:nvPr/>
          </p:nvSpPr>
          <p:spPr>
            <a:xfrm>
              <a:off x="6047645" y="7168208"/>
              <a:ext cx="28398" cy="28398"/>
            </a:xfrm>
            <a:prstGeom prst="ellipse">
              <a:avLst/>
            </a:prstGeom>
            <a:solidFill>
              <a:srgbClr val="7F8C97">
                <a:alpha val="48000"/>
              </a:srgbClr>
            </a:solidFill>
            <a:ln w="0">
              <a:noFill/>
              <a:prstDash val="solid"/>
            </a:ln>
          </p:spPr>
        </p:sp>
        <p:sp>
          <p:nvSpPr>
            <p:cNvPr id="4027" name="03_assume_matched_4026">
              <a:extLst>
                <a:ext uri="{FF2B5EF4-FFF2-40B4-BE49-F238E27FC236}">
                  <a16:creationId xmlns:a16="http://schemas.microsoft.com/office/drawing/2014/main" id="{D689F317-BB11-42B8-A4F6-5A032F3F4508}"/>
                </a:ext>
              </a:extLst>
            </p:cNvPr>
            <p:cNvSpPr>
              <a:spLocks/>
            </p:cNvSpPr>
            <p:nvPr/>
          </p:nvSpPr>
          <p:spPr>
            <a:xfrm>
              <a:off x="6078298" y="7168208"/>
              <a:ext cx="28398" cy="28398"/>
            </a:xfrm>
            <a:prstGeom prst="ellipse">
              <a:avLst/>
            </a:prstGeom>
            <a:solidFill>
              <a:srgbClr val="7F8C97">
                <a:alpha val="48000"/>
              </a:srgbClr>
            </a:solidFill>
            <a:ln w="0">
              <a:noFill/>
              <a:prstDash val="solid"/>
            </a:ln>
          </p:spPr>
        </p:sp>
        <p:sp>
          <p:nvSpPr>
            <p:cNvPr id="4028" name="03_assume_matched_4027">
              <a:extLst>
                <a:ext uri="{FF2B5EF4-FFF2-40B4-BE49-F238E27FC236}">
                  <a16:creationId xmlns:a16="http://schemas.microsoft.com/office/drawing/2014/main" id="{2028B756-7EEB-42AE-8094-09F877D4EF23}"/>
                </a:ext>
              </a:extLst>
            </p:cNvPr>
            <p:cNvSpPr>
              <a:spLocks/>
            </p:cNvSpPr>
            <p:nvPr/>
          </p:nvSpPr>
          <p:spPr>
            <a:xfrm>
              <a:off x="6047357" y="7606860"/>
              <a:ext cx="28398" cy="28398"/>
            </a:xfrm>
            <a:prstGeom prst="ellipse">
              <a:avLst/>
            </a:prstGeom>
            <a:solidFill>
              <a:srgbClr val="7F8C97">
                <a:alpha val="48000"/>
              </a:srgbClr>
            </a:solidFill>
            <a:ln w="0">
              <a:noFill/>
              <a:prstDash val="solid"/>
            </a:ln>
          </p:spPr>
        </p:sp>
        <p:sp>
          <p:nvSpPr>
            <p:cNvPr id="4029" name="03_assume_matched_4028">
              <a:extLst>
                <a:ext uri="{FF2B5EF4-FFF2-40B4-BE49-F238E27FC236}">
                  <a16:creationId xmlns:a16="http://schemas.microsoft.com/office/drawing/2014/main" id="{C2D1725D-E995-499B-A5CC-89D228FEFE0D}"/>
                </a:ext>
              </a:extLst>
            </p:cNvPr>
            <p:cNvSpPr>
              <a:spLocks/>
            </p:cNvSpPr>
            <p:nvPr/>
          </p:nvSpPr>
          <p:spPr>
            <a:xfrm>
              <a:off x="6128666" y="7168208"/>
              <a:ext cx="28398" cy="28398"/>
            </a:xfrm>
            <a:prstGeom prst="ellipse">
              <a:avLst/>
            </a:prstGeom>
            <a:solidFill>
              <a:srgbClr val="7F8C97">
                <a:alpha val="48000"/>
              </a:srgbClr>
            </a:solidFill>
            <a:ln w="0">
              <a:noFill/>
              <a:prstDash val="solid"/>
            </a:ln>
          </p:spPr>
        </p:sp>
        <p:sp>
          <p:nvSpPr>
            <p:cNvPr id="4030" name="03_assume_matched_4029">
              <a:extLst>
                <a:ext uri="{FF2B5EF4-FFF2-40B4-BE49-F238E27FC236}">
                  <a16:creationId xmlns:a16="http://schemas.microsoft.com/office/drawing/2014/main" id="{C549FCD5-1467-414E-AFA1-72F3A3A2F68C}"/>
                </a:ext>
              </a:extLst>
            </p:cNvPr>
            <p:cNvSpPr>
              <a:spLocks/>
            </p:cNvSpPr>
            <p:nvPr/>
          </p:nvSpPr>
          <p:spPr>
            <a:xfrm>
              <a:off x="6109958" y="7168208"/>
              <a:ext cx="28398" cy="28398"/>
            </a:xfrm>
            <a:prstGeom prst="ellipse">
              <a:avLst/>
            </a:prstGeom>
            <a:solidFill>
              <a:srgbClr val="7F8C97">
                <a:alpha val="48000"/>
              </a:srgbClr>
            </a:solidFill>
            <a:ln w="0">
              <a:noFill/>
              <a:prstDash val="solid"/>
            </a:ln>
          </p:spPr>
        </p:sp>
        <p:sp>
          <p:nvSpPr>
            <p:cNvPr id="4031" name="03_assume_matched_4030">
              <a:extLst>
                <a:ext uri="{FF2B5EF4-FFF2-40B4-BE49-F238E27FC236}">
                  <a16:creationId xmlns:a16="http://schemas.microsoft.com/office/drawing/2014/main" id="{62569E51-3F7D-4A81-91D0-C22FFDA2E13E}"/>
                </a:ext>
              </a:extLst>
            </p:cNvPr>
            <p:cNvSpPr>
              <a:spLocks/>
            </p:cNvSpPr>
            <p:nvPr/>
          </p:nvSpPr>
          <p:spPr>
            <a:xfrm>
              <a:off x="6094703" y="7168208"/>
              <a:ext cx="28398" cy="28398"/>
            </a:xfrm>
            <a:prstGeom prst="ellipse">
              <a:avLst/>
            </a:prstGeom>
            <a:solidFill>
              <a:srgbClr val="7F8C97">
                <a:alpha val="48000"/>
              </a:srgbClr>
            </a:solidFill>
            <a:ln w="0">
              <a:noFill/>
              <a:prstDash val="solid"/>
            </a:ln>
          </p:spPr>
        </p:sp>
        <p:sp>
          <p:nvSpPr>
            <p:cNvPr id="4032" name="03_assume_matched_4031">
              <a:extLst>
                <a:ext uri="{FF2B5EF4-FFF2-40B4-BE49-F238E27FC236}">
                  <a16:creationId xmlns:a16="http://schemas.microsoft.com/office/drawing/2014/main" id="{D4A4BB03-C7D5-42B7-A0BC-0C5A4967F3D9}"/>
                </a:ext>
              </a:extLst>
            </p:cNvPr>
            <p:cNvSpPr>
              <a:spLocks/>
            </p:cNvSpPr>
            <p:nvPr/>
          </p:nvSpPr>
          <p:spPr>
            <a:xfrm>
              <a:off x="6080456" y="7753078"/>
              <a:ext cx="28398" cy="28398"/>
            </a:xfrm>
            <a:prstGeom prst="ellipse">
              <a:avLst/>
            </a:prstGeom>
            <a:solidFill>
              <a:srgbClr val="7F8C97">
                <a:alpha val="48000"/>
              </a:srgbClr>
            </a:solidFill>
            <a:ln w="0">
              <a:noFill/>
              <a:prstDash val="solid"/>
            </a:ln>
          </p:spPr>
        </p:sp>
        <p:sp>
          <p:nvSpPr>
            <p:cNvPr id="4033" name="03_assume_matched_4032">
              <a:extLst>
                <a:ext uri="{FF2B5EF4-FFF2-40B4-BE49-F238E27FC236}">
                  <a16:creationId xmlns:a16="http://schemas.microsoft.com/office/drawing/2014/main" id="{23DD3373-1BFA-4CF7-9E38-3EDB0437FDAB}"/>
                </a:ext>
              </a:extLst>
            </p:cNvPr>
            <p:cNvSpPr>
              <a:spLocks/>
            </p:cNvSpPr>
            <p:nvPr/>
          </p:nvSpPr>
          <p:spPr>
            <a:xfrm>
              <a:off x="6096862" y="7168208"/>
              <a:ext cx="28398" cy="28398"/>
            </a:xfrm>
            <a:prstGeom prst="ellipse">
              <a:avLst/>
            </a:prstGeom>
            <a:solidFill>
              <a:srgbClr val="7F8C97">
                <a:alpha val="48000"/>
              </a:srgbClr>
            </a:solidFill>
            <a:ln w="0">
              <a:noFill/>
              <a:prstDash val="solid"/>
            </a:ln>
          </p:spPr>
        </p:sp>
        <p:sp>
          <p:nvSpPr>
            <p:cNvPr id="4034" name="03_assume_matched_4033">
              <a:extLst>
                <a:ext uri="{FF2B5EF4-FFF2-40B4-BE49-F238E27FC236}">
                  <a16:creationId xmlns:a16="http://schemas.microsoft.com/office/drawing/2014/main" id="{D89BDEF3-6648-4973-8A68-7DA94B21BB23}"/>
                </a:ext>
              </a:extLst>
            </p:cNvPr>
            <p:cNvSpPr>
              <a:spLocks/>
            </p:cNvSpPr>
            <p:nvPr/>
          </p:nvSpPr>
          <p:spPr>
            <a:xfrm>
              <a:off x="6182056" y="7314426"/>
              <a:ext cx="28398" cy="28398"/>
            </a:xfrm>
            <a:prstGeom prst="ellipse">
              <a:avLst/>
            </a:prstGeom>
            <a:solidFill>
              <a:srgbClr val="7F8C97">
                <a:alpha val="48000"/>
              </a:srgbClr>
            </a:solidFill>
            <a:ln w="0">
              <a:noFill/>
              <a:prstDash val="solid"/>
            </a:ln>
          </p:spPr>
        </p:sp>
        <p:sp>
          <p:nvSpPr>
            <p:cNvPr id="4035" name="03_assume_matched_4034">
              <a:extLst>
                <a:ext uri="{FF2B5EF4-FFF2-40B4-BE49-F238E27FC236}">
                  <a16:creationId xmlns:a16="http://schemas.microsoft.com/office/drawing/2014/main" id="{27A727A5-E7B1-4E10-BF51-010FA1A7D766}"/>
                </a:ext>
              </a:extLst>
            </p:cNvPr>
            <p:cNvSpPr>
              <a:spLocks/>
            </p:cNvSpPr>
            <p:nvPr/>
          </p:nvSpPr>
          <p:spPr>
            <a:xfrm>
              <a:off x="6137013" y="7168208"/>
              <a:ext cx="28398" cy="28398"/>
            </a:xfrm>
            <a:prstGeom prst="ellipse">
              <a:avLst/>
            </a:prstGeom>
            <a:solidFill>
              <a:srgbClr val="7F8C97">
                <a:alpha val="48000"/>
              </a:srgbClr>
            </a:solidFill>
            <a:ln w="0">
              <a:noFill/>
              <a:prstDash val="solid"/>
            </a:ln>
          </p:spPr>
        </p:sp>
        <p:sp>
          <p:nvSpPr>
            <p:cNvPr id="4036" name="03_assume_matched_4035">
              <a:extLst>
                <a:ext uri="{FF2B5EF4-FFF2-40B4-BE49-F238E27FC236}">
                  <a16:creationId xmlns:a16="http://schemas.microsoft.com/office/drawing/2014/main" id="{EDEE298B-F723-48FD-9BCD-CB1711FB786F}"/>
                </a:ext>
              </a:extLst>
            </p:cNvPr>
            <p:cNvSpPr>
              <a:spLocks/>
            </p:cNvSpPr>
            <p:nvPr/>
          </p:nvSpPr>
          <p:spPr>
            <a:xfrm>
              <a:off x="6146799" y="7655599"/>
              <a:ext cx="28398" cy="28398"/>
            </a:xfrm>
            <a:prstGeom prst="ellipse">
              <a:avLst/>
            </a:prstGeom>
            <a:solidFill>
              <a:srgbClr val="7F8C97">
                <a:alpha val="48000"/>
              </a:srgbClr>
            </a:solidFill>
            <a:ln w="0">
              <a:noFill/>
              <a:prstDash val="solid"/>
            </a:ln>
          </p:spPr>
        </p:sp>
        <p:sp>
          <p:nvSpPr>
            <p:cNvPr id="4037" name="03_assume_matched_4036">
              <a:extLst>
                <a:ext uri="{FF2B5EF4-FFF2-40B4-BE49-F238E27FC236}">
                  <a16:creationId xmlns:a16="http://schemas.microsoft.com/office/drawing/2014/main" id="{DBEAA11A-215E-4947-89EE-9E78BEB27168}"/>
                </a:ext>
              </a:extLst>
            </p:cNvPr>
            <p:cNvSpPr>
              <a:spLocks/>
            </p:cNvSpPr>
            <p:nvPr/>
          </p:nvSpPr>
          <p:spPr>
            <a:xfrm>
              <a:off x="6083622" y="7558121"/>
              <a:ext cx="28398" cy="28398"/>
            </a:xfrm>
            <a:prstGeom prst="ellipse">
              <a:avLst/>
            </a:prstGeom>
            <a:solidFill>
              <a:srgbClr val="7F8C97">
                <a:alpha val="48000"/>
              </a:srgbClr>
            </a:solidFill>
            <a:ln w="0">
              <a:noFill/>
              <a:prstDash val="solid"/>
            </a:ln>
          </p:spPr>
        </p:sp>
        <p:sp>
          <p:nvSpPr>
            <p:cNvPr id="4038" name="03_assume_matched_4037">
              <a:extLst>
                <a:ext uri="{FF2B5EF4-FFF2-40B4-BE49-F238E27FC236}">
                  <a16:creationId xmlns:a16="http://schemas.microsoft.com/office/drawing/2014/main" id="{F8395D8A-3BB1-4E50-957C-5A420AE0C3D3}"/>
                </a:ext>
              </a:extLst>
            </p:cNvPr>
            <p:cNvSpPr>
              <a:spLocks/>
            </p:cNvSpPr>
            <p:nvPr/>
          </p:nvSpPr>
          <p:spPr>
            <a:xfrm>
              <a:off x="6173997" y="7558121"/>
              <a:ext cx="28398" cy="28398"/>
            </a:xfrm>
            <a:prstGeom prst="ellipse">
              <a:avLst/>
            </a:prstGeom>
            <a:solidFill>
              <a:srgbClr val="7F8C97">
                <a:alpha val="48000"/>
              </a:srgbClr>
            </a:solidFill>
            <a:ln w="0">
              <a:noFill/>
              <a:prstDash val="solid"/>
            </a:ln>
          </p:spPr>
        </p:sp>
        <p:sp>
          <p:nvSpPr>
            <p:cNvPr id="4039" name="03_assume_matched_4038">
              <a:extLst>
                <a:ext uri="{FF2B5EF4-FFF2-40B4-BE49-F238E27FC236}">
                  <a16:creationId xmlns:a16="http://schemas.microsoft.com/office/drawing/2014/main" id="{E0991475-77A9-4BE2-A81C-AA08A54DD170}"/>
                </a:ext>
              </a:extLst>
            </p:cNvPr>
            <p:cNvSpPr>
              <a:spLocks/>
            </p:cNvSpPr>
            <p:nvPr/>
          </p:nvSpPr>
          <p:spPr>
            <a:xfrm>
              <a:off x="6147086" y="7168208"/>
              <a:ext cx="28398" cy="28398"/>
            </a:xfrm>
            <a:prstGeom prst="ellipse">
              <a:avLst/>
            </a:prstGeom>
            <a:solidFill>
              <a:srgbClr val="7F8C97">
                <a:alpha val="48000"/>
              </a:srgbClr>
            </a:solidFill>
            <a:ln w="0">
              <a:noFill/>
              <a:prstDash val="solid"/>
            </a:ln>
          </p:spPr>
        </p:sp>
        <p:sp>
          <p:nvSpPr>
            <p:cNvPr id="4040" name="03_assume_matched_4039">
              <a:extLst>
                <a:ext uri="{FF2B5EF4-FFF2-40B4-BE49-F238E27FC236}">
                  <a16:creationId xmlns:a16="http://schemas.microsoft.com/office/drawing/2014/main" id="{028E4C50-FCEB-4792-90ED-F2FE448FC494}"/>
                </a:ext>
              </a:extLst>
            </p:cNvPr>
            <p:cNvSpPr>
              <a:spLocks/>
            </p:cNvSpPr>
            <p:nvPr/>
          </p:nvSpPr>
          <p:spPr>
            <a:xfrm>
              <a:off x="6064914" y="7753078"/>
              <a:ext cx="28398" cy="28398"/>
            </a:xfrm>
            <a:prstGeom prst="ellipse">
              <a:avLst/>
            </a:prstGeom>
            <a:solidFill>
              <a:srgbClr val="7F8C97">
                <a:alpha val="48000"/>
              </a:srgbClr>
            </a:solidFill>
            <a:ln w="0">
              <a:noFill/>
              <a:prstDash val="solid"/>
            </a:ln>
          </p:spPr>
        </p:sp>
        <p:sp>
          <p:nvSpPr>
            <p:cNvPr id="4041" name="03_assume_matched_4040">
              <a:extLst>
                <a:ext uri="{FF2B5EF4-FFF2-40B4-BE49-F238E27FC236}">
                  <a16:creationId xmlns:a16="http://schemas.microsoft.com/office/drawing/2014/main" id="{4145311E-CA7A-4F07-BA5C-30203F4FD059}"/>
                </a:ext>
              </a:extLst>
            </p:cNvPr>
            <p:cNvSpPr>
              <a:spLocks/>
            </p:cNvSpPr>
            <p:nvPr/>
          </p:nvSpPr>
          <p:spPr>
            <a:xfrm>
              <a:off x="6072254" y="7168208"/>
              <a:ext cx="28398" cy="28398"/>
            </a:xfrm>
            <a:prstGeom prst="ellipse">
              <a:avLst/>
            </a:prstGeom>
            <a:solidFill>
              <a:srgbClr val="7F8C97">
                <a:alpha val="48000"/>
              </a:srgbClr>
            </a:solidFill>
            <a:ln w="0">
              <a:noFill/>
              <a:prstDash val="solid"/>
            </a:ln>
          </p:spPr>
        </p:sp>
        <p:sp>
          <p:nvSpPr>
            <p:cNvPr id="4042" name="03_assume_matched_4041">
              <a:extLst>
                <a:ext uri="{FF2B5EF4-FFF2-40B4-BE49-F238E27FC236}">
                  <a16:creationId xmlns:a16="http://schemas.microsoft.com/office/drawing/2014/main" id="{05D12E66-A900-4B56-A2BF-5B059FB9D3CC}"/>
                </a:ext>
              </a:extLst>
            </p:cNvPr>
            <p:cNvSpPr>
              <a:spLocks/>
            </p:cNvSpPr>
            <p:nvPr/>
          </p:nvSpPr>
          <p:spPr>
            <a:xfrm>
              <a:off x="6083479" y="7558121"/>
              <a:ext cx="28398" cy="28398"/>
            </a:xfrm>
            <a:prstGeom prst="ellipse">
              <a:avLst/>
            </a:prstGeom>
            <a:solidFill>
              <a:srgbClr val="7F8C97">
                <a:alpha val="48000"/>
              </a:srgbClr>
            </a:solidFill>
            <a:ln w="0">
              <a:noFill/>
              <a:prstDash val="solid"/>
            </a:ln>
          </p:spPr>
        </p:sp>
        <p:sp>
          <p:nvSpPr>
            <p:cNvPr id="4043" name="03_assume_matched_4042">
              <a:extLst>
                <a:ext uri="{FF2B5EF4-FFF2-40B4-BE49-F238E27FC236}">
                  <a16:creationId xmlns:a16="http://schemas.microsoft.com/office/drawing/2014/main" id="{C02F19FD-4661-494E-B198-2DDD7CEF9431}"/>
                </a:ext>
              </a:extLst>
            </p:cNvPr>
            <p:cNvSpPr>
              <a:spLocks/>
            </p:cNvSpPr>
            <p:nvPr/>
          </p:nvSpPr>
          <p:spPr>
            <a:xfrm>
              <a:off x="6172846" y="7168208"/>
              <a:ext cx="28398" cy="28398"/>
            </a:xfrm>
            <a:prstGeom prst="ellipse">
              <a:avLst/>
            </a:prstGeom>
            <a:solidFill>
              <a:srgbClr val="7F8C97">
                <a:alpha val="48000"/>
              </a:srgbClr>
            </a:solidFill>
            <a:ln w="0">
              <a:noFill/>
              <a:prstDash val="solid"/>
            </a:ln>
          </p:spPr>
        </p:sp>
        <p:sp>
          <p:nvSpPr>
            <p:cNvPr id="4044" name="03_assume_matched_4043">
              <a:extLst>
                <a:ext uri="{FF2B5EF4-FFF2-40B4-BE49-F238E27FC236}">
                  <a16:creationId xmlns:a16="http://schemas.microsoft.com/office/drawing/2014/main" id="{783078F1-FC14-485A-BE11-D6B356F768E7}"/>
                </a:ext>
              </a:extLst>
            </p:cNvPr>
            <p:cNvSpPr>
              <a:spLocks/>
            </p:cNvSpPr>
            <p:nvPr/>
          </p:nvSpPr>
          <p:spPr>
            <a:xfrm>
              <a:off x="6085781" y="7168208"/>
              <a:ext cx="28398" cy="28398"/>
            </a:xfrm>
            <a:prstGeom prst="ellipse">
              <a:avLst/>
            </a:prstGeom>
            <a:solidFill>
              <a:srgbClr val="7F8C97">
                <a:alpha val="48000"/>
              </a:srgbClr>
            </a:solidFill>
            <a:ln w="0">
              <a:noFill/>
              <a:prstDash val="solid"/>
            </a:ln>
          </p:spPr>
        </p:sp>
        <p:sp>
          <p:nvSpPr>
            <p:cNvPr id="4045" name="03_assume_matched_4044">
              <a:extLst>
                <a:ext uri="{FF2B5EF4-FFF2-40B4-BE49-F238E27FC236}">
                  <a16:creationId xmlns:a16="http://schemas.microsoft.com/office/drawing/2014/main" id="{24EA5AF4-DC1D-498A-9195-83A630AD2357}"/>
                </a:ext>
              </a:extLst>
            </p:cNvPr>
            <p:cNvSpPr>
              <a:spLocks/>
            </p:cNvSpPr>
            <p:nvPr/>
          </p:nvSpPr>
          <p:spPr>
            <a:xfrm>
              <a:off x="6164787" y="7493136"/>
              <a:ext cx="28398" cy="28398"/>
            </a:xfrm>
            <a:prstGeom prst="ellipse">
              <a:avLst/>
            </a:prstGeom>
            <a:solidFill>
              <a:srgbClr val="7F8C97">
                <a:alpha val="48000"/>
              </a:srgbClr>
            </a:solidFill>
            <a:ln w="0">
              <a:noFill/>
              <a:prstDash val="solid"/>
            </a:ln>
          </p:spPr>
        </p:sp>
        <p:sp>
          <p:nvSpPr>
            <p:cNvPr id="4046" name="03_assume_matched_4045">
              <a:extLst>
                <a:ext uri="{FF2B5EF4-FFF2-40B4-BE49-F238E27FC236}">
                  <a16:creationId xmlns:a16="http://schemas.microsoft.com/office/drawing/2014/main" id="{0E107612-23FF-4240-B878-93E51400276D}"/>
                </a:ext>
              </a:extLst>
            </p:cNvPr>
            <p:cNvSpPr>
              <a:spLocks/>
            </p:cNvSpPr>
            <p:nvPr/>
          </p:nvSpPr>
          <p:spPr>
            <a:xfrm>
              <a:off x="6165938" y="7168208"/>
              <a:ext cx="28398" cy="28398"/>
            </a:xfrm>
            <a:prstGeom prst="ellipse">
              <a:avLst/>
            </a:prstGeom>
            <a:solidFill>
              <a:srgbClr val="7F8C97">
                <a:alpha val="48000"/>
              </a:srgbClr>
            </a:solidFill>
            <a:ln w="0">
              <a:noFill/>
              <a:prstDash val="solid"/>
            </a:ln>
          </p:spPr>
        </p:sp>
        <p:sp>
          <p:nvSpPr>
            <p:cNvPr id="4047" name="03_assume_matched_4046">
              <a:extLst>
                <a:ext uri="{FF2B5EF4-FFF2-40B4-BE49-F238E27FC236}">
                  <a16:creationId xmlns:a16="http://schemas.microsoft.com/office/drawing/2014/main" id="{BC0F6A7D-5A9F-4D3C-8C89-D472967A6D5E}"/>
                </a:ext>
              </a:extLst>
            </p:cNvPr>
            <p:cNvSpPr>
              <a:spLocks/>
            </p:cNvSpPr>
            <p:nvPr/>
          </p:nvSpPr>
          <p:spPr>
            <a:xfrm>
              <a:off x="6169680" y="7753078"/>
              <a:ext cx="28398" cy="28398"/>
            </a:xfrm>
            <a:prstGeom prst="ellipse">
              <a:avLst/>
            </a:prstGeom>
            <a:solidFill>
              <a:srgbClr val="7F8C97">
                <a:alpha val="48000"/>
              </a:srgbClr>
            </a:solidFill>
            <a:ln w="0">
              <a:noFill/>
              <a:prstDash val="solid"/>
            </a:ln>
          </p:spPr>
        </p:sp>
        <p:sp>
          <p:nvSpPr>
            <p:cNvPr id="4048" name="03_assume_matched_4047">
              <a:extLst>
                <a:ext uri="{FF2B5EF4-FFF2-40B4-BE49-F238E27FC236}">
                  <a16:creationId xmlns:a16="http://schemas.microsoft.com/office/drawing/2014/main" id="{A0F1A5A6-00CA-44EA-9C18-3B506D549EFB}"/>
                </a:ext>
              </a:extLst>
            </p:cNvPr>
            <p:cNvSpPr>
              <a:spLocks/>
            </p:cNvSpPr>
            <p:nvPr/>
          </p:nvSpPr>
          <p:spPr>
            <a:xfrm>
              <a:off x="6086932" y="7753078"/>
              <a:ext cx="28398" cy="28398"/>
            </a:xfrm>
            <a:prstGeom prst="ellipse">
              <a:avLst/>
            </a:prstGeom>
            <a:solidFill>
              <a:srgbClr val="7F8C97">
                <a:alpha val="48000"/>
              </a:srgbClr>
            </a:solidFill>
            <a:ln w="0">
              <a:noFill/>
              <a:prstDash val="solid"/>
            </a:ln>
          </p:spPr>
        </p:sp>
        <p:sp>
          <p:nvSpPr>
            <p:cNvPr id="4049" name="03_assume_matched_4048">
              <a:extLst>
                <a:ext uri="{FF2B5EF4-FFF2-40B4-BE49-F238E27FC236}">
                  <a16:creationId xmlns:a16="http://schemas.microsoft.com/office/drawing/2014/main" id="{BFBC46BC-4F24-4950-81D1-A834CE7415FF}"/>
                </a:ext>
              </a:extLst>
            </p:cNvPr>
            <p:cNvSpPr>
              <a:spLocks/>
            </p:cNvSpPr>
            <p:nvPr/>
          </p:nvSpPr>
          <p:spPr>
            <a:xfrm>
              <a:off x="6065202" y="7168208"/>
              <a:ext cx="28398" cy="28398"/>
            </a:xfrm>
            <a:prstGeom prst="ellipse">
              <a:avLst/>
            </a:prstGeom>
            <a:solidFill>
              <a:srgbClr val="7F8C97">
                <a:alpha val="48000"/>
              </a:srgbClr>
            </a:solidFill>
            <a:ln w="0">
              <a:noFill/>
              <a:prstDash val="solid"/>
            </a:ln>
          </p:spPr>
        </p:sp>
        <p:sp>
          <p:nvSpPr>
            <p:cNvPr id="4050" name="03_assume_matched_4049">
              <a:extLst>
                <a:ext uri="{FF2B5EF4-FFF2-40B4-BE49-F238E27FC236}">
                  <a16:creationId xmlns:a16="http://schemas.microsoft.com/office/drawing/2014/main" id="{1DE5EB5D-B4DE-4505-A867-015ADC2634B1}"/>
                </a:ext>
              </a:extLst>
            </p:cNvPr>
            <p:cNvSpPr>
              <a:spLocks/>
            </p:cNvSpPr>
            <p:nvPr/>
          </p:nvSpPr>
          <p:spPr>
            <a:xfrm>
              <a:off x="6148957" y="7168208"/>
              <a:ext cx="28398" cy="28398"/>
            </a:xfrm>
            <a:prstGeom prst="ellipse">
              <a:avLst/>
            </a:prstGeom>
            <a:solidFill>
              <a:srgbClr val="7F8C97">
                <a:alpha val="48000"/>
              </a:srgbClr>
            </a:solidFill>
            <a:ln w="0">
              <a:noFill/>
              <a:prstDash val="solid"/>
            </a:ln>
          </p:spPr>
        </p:sp>
        <p:sp>
          <p:nvSpPr>
            <p:cNvPr id="4051" name="03_assume_matched_4050">
              <a:extLst>
                <a:ext uri="{FF2B5EF4-FFF2-40B4-BE49-F238E27FC236}">
                  <a16:creationId xmlns:a16="http://schemas.microsoft.com/office/drawing/2014/main" id="{115B23D8-F1F4-4B60-94D4-9D9F0D03C394}"/>
                </a:ext>
              </a:extLst>
            </p:cNvPr>
            <p:cNvSpPr>
              <a:spLocks/>
            </p:cNvSpPr>
            <p:nvPr/>
          </p:nvSpPr>
          <p:spPr>
            <a:xfrm>
              <a:off x="6058438" y="7168208"/>
              <a:ext cx="28398" cy="28398"/>
            </a:xfrm>
            <a:prstGeom prst="ellipse">
              <a:avLst/>
            </a:prstGeom>
            <a:solidFill>
              <a:srgbClr val="7F8C97">
                <a:alpha val="48000"/>
              </a:srgbClr>
            </a:solidFill>
            <a:ln w="0">
              <a:noFill/>
              <a:prstDash val="solid"/>
            </a:ln>
          </p:spPr>
        </p:sp>
        <p:sp>
          <p:nvSpPr>
            <p:cNvPr id="4052" name="03_assume_matched_4051">
              <a:extLst>
                <a:ext uri="{FF2B5EF4-FFF2-40B4-BE49-F238E27FC236}">
                  <a16:creationId xmlns:a16="http://schemas.microsoft.com/office/drawing/2014/main" id="{5B7AA078-79F7-461E-A7D3-F0C8FD643A09}"/>
                </a:ext>
              </a:extLst>
            </p:cNvPr>
            <p:cNvSpPr>
              <a:spLocks/>
            </p:cNvSpPr>
            <p:nvPr/>
          </p:nvSpPr>
          <p:spPr>
            <a:xfrm>
              <a:off x="6152555" y="7168208"/>
              <a:ext cx="28398" cy="28398"/>
            </a:xfrm>
            <a:prstGeom prst="ellipse">
              <a:avLst/>
            </a:prstGeom>
            <a:solidFill>
              <a:srgbClr val="7F8C97">
                <a:alpha val="48000"/>
              </a:srgbClr>
            </a:solidFill>
            <a:ln w="0">
              <a:noFill/>
              <a:prstDash val="solid"/>
            </a:ln>
          </p:spPr>
        </p:sp>
        <p:sp>
          <p:nvSpPr>
            <p:cNvPr id="4053" name="03_assume_matched_4052">
              <a:extLst>
                <a:ext uri="{FF2B5EF4-FFF2-40B4-BE49-F238E27FC236}">
                  <a16:creationId xmlns:a16="http://schemas.microsoft.com/office/drawing/2014/main" id="{A9A9254D-1F27-4E05-80FE-79A5E664993D}"/>
                </a:ext>
              </a:extLst>
            </p:cNvPr>
            <p:cNvSpPr>
              <a:spLocks/>
            </p:cNvSpPr>
            <p:nvPr/>
          </p:nvSpPr>
          <p:spPr>
            <a:xfrm>
              <a:off x="6059734" y="7753078"/>
              <a:ext cx="28398" cy="28398"/>
            </a:xfrm>
            <a:prstGeom prst="ellipse">
              <a:avLst/>
            </a:prstGeom>
            <a:solidFill>
              <a:srgbClr val="7F8C97">
                <a:alpha val="48000"/>
              </a:srgbClr>
            </a:solidFill>
            <a:ln w="0">
              <a:noFill/>
              <a:prstDash val="solid"/>
            </a:ln>
          </p:spPr>
        </p:sp>
        <p:sp>
          <p:nvSpPr>
            <p:cNvPr id="4054" name="03_assume_matched_4053">
              <a:extLst>
                <a:ext uri="{FF2B5EF4-FFF2-40B4-BE49-F238E27FC236}">
                  <a16:creationId xmlns:a16="http://schemas.microsoft.com/office/drawing/2014/main" id="{63E93BA9-69A4-4BB5-BF09-80E1D4253012}"/>
                </a:ext>
              </a:extLst>
            </p:cNvPr>
            <p:cNvSpPr>
              <a:spLocks/>
            </p:cNvSpPr>
            <p:nvPr/>
          </p:nvSpPr>
          <p:spPr>
            <a:xfrm>
              <a:off x="6180185" y="7168208"/>
              <a:ext cx="28398" cy="28398"/>
            </a:xfrm>
            <a:prstGeom prst="ellipse">
              <a:avLst/>
            </a:prstGeom>
            <a:solidFill>
              <a:srgbClr val="7F8C97">
                <a:alpha val="48000"/>
              </a:srgbClr>
            </a:solidFill>
            <a:ln w="0">
              <a:noFill/>
              <a:prstDash val="solid"/>
            </a:ln>
          </p:spPr>
        </p:sp>
        <p:sp>
          <p:nvSpPr>
            <p:cNvPr id="4055" name="03_assume_matched_4054">
              <a:extLst>
                <a:ext uri="{FF2B5EF4-FFF2-40B4-BE49-F238E27FC236}">
                  <a16:creationId xmlns:a16="http://schemas.microsoft.com/office/drawing/2014/main" id="{06EE73FC-7D66-4629-AA01-A5100956D30C}"/>
                </a:ext>
              </a:extLst>
            </p:cNvPr>
            <p:cNvSpPr>
              <a:spLocks/>
            </p:cNvSpPr>
            <p:nvPr/>
          </p:nvSpPr>
          <p:spPr>
            <a:xfrm>
              <a:off x="6158167" y="7168208"/>
              <a:ext cx="28398" cy="28398"/>
            </a:xfrm>
            <a:prstGeom prst="ellipse">
              <a:avLst/>
            </a:prstGeom>
            <a:solidFill>
              <a:srgbClr val="7F8C97">
                <a:alpha val="48000"/>
              </a:srgbClr>
            </a:solidFill>
            <a:ln w="0">
              <a:noFill/>
              <a:prstDash val="solid"/>
            </a:ln>
          </p:spPr>
        </p:sp>
        <p:sp>
          <p:nvSpPr>
            <p:cNvPr id="4056" name="03_assume_matched_4055">
              <a:extLst>
                <a:ext uri="{FF2B5EF4-FFF2-40B4-BE49-F238E27FC236}">
                  <a16:creationId xmlns:a16="http://schemas.microsoft.com/office/drawing/2014/main" id="{B49F3621-00BF-441B-A606-FA681ADAB52C}"/>
                </a:ext>
              </a:extLst>
            </p:cNvPr>
            <p:cNvSpPr>
              <a:spLocks/>
            </p:cNvSpPr>
            <p:nvPr/>
          </p:nvSpPr>
          <p:spPr>
            <a:xfrm>
              <a:off x="6106072" y="7168208"/>
              <a:ext cx="28398" cy="28398"/>
            </a:xfrm>
            <a:prstGeom prst="ellipse">
              <a:avLst/>
            </a:prstGeom>
            <a:solidFill>
              <a:srgbClr val="7F8C97">
                <a:alpha val="48000"/>
              </a:srgbClr>
            </a:solidFill>
            <a:ln w="0">
              <a:noFill/>
              <a:prstDash val="solid"/>
            </a:ln>
          </p:spPr>
        </p:sp>
        <p:sp>
          <p:nvSpPr>
            <p:cNvPr id="4057" name="03_assume_matched_4056">
              <a:extLst>
                <a:ext uri="{FF2B5EF4-FFF2-40B4-BE49-F238E27FC236}">
                  <a16:creationId xmlns:a16="http://schemas.microsoft.com/office/drawing/2014/main" id="{CAE32596-806D-4CE7-9FB1-AEB2D39C5745}"/>
                </a:ext>
              </a:extLst>
            </p:cNvPr>
            <p:cNvSpPr>
              <a:spLocks/>
            </p:cNvSpPr>
            <p:nvPr/>
          </p:nvSpPr>
          <p:spPr>
            <a:xfrm>
              <a:off x="6081752" y="7168208"/>
              <a:ext cx="28398" cy="28398"/>
            </a:xfrm>
            <a:prstGeom prst="ellipse">
              <a:avLst/>
            </a:prstGeom>
            <a:solidFill>
              <a:srgbClr val="7F8C97">
                <a:alpha val="48000"/>
              </a:srgbClr>
            </a:solidFill>
            <a:ln w="0">
              <a:noFill/>
              <a:prstDash val="solid"/>
            </a:ln>
          </p:spPr>
        </p:sp>
        <p:sp>
          <p:nvSpPr>
            <p:cNvPr id="4058" name="03_assume_matched_4057">
              <a:extLst>
                <a:ext uri="{FF2B5EF4-FFF2-40B4-BE49-F238E27FC236}">
                  <a16:creationId xmlns:a16="http://schemas.microsoft.com/office/drawing/2014/main" id="{82081360-6C35-4220-8DA2-14377A7D90F5}"/>
                </a:ext>
              </a:extLst>
            </p:cNvPr>
            <p:cNvSpPr>
              <a:spLocks/>
            </p:cNvSpPr>
            <p:nvPr/>
          </p:nvSpPr>
          <p:spPr>
            <a:xfrm>
              <a:off x="6184215" y="7753078"/>
              <a:ext cx="28398" cy="28398"/>
            </a:xfrm>
            <a:prstGeom prst="ellipse">
              <a:avLst/>
            </a:prstGeom>
            <a:solidFill>
              <a:srgbClr val="7F8C97">
                <a:alpha val="48000"/>
              </a:srgbClr>
            </a:solidFill>
            <a:ln w="0">
              <a:noFill/>
              <a:prstDash val="solid"/>
            </a:ln>
          </p:spPr>
        </p:sp>
        <p:sp>
          <p:nvSpPr>
            <p:cNvPr id="4059" name="03_assume_matched_4058">
              <a:extLst>
                <a:ext uri="{FF2B5EF4-FFF2-40B4-BE49-F238E27FC236}">
                  <a16:creationId xmlns:a16="http://schemas.microsoft.com/office/drawing/2014/main" id="{DEB1ED62-CB07-492A-9710-A17949342061}"/>
                </a:ext>
              </a:extLst>
            </p:cNvPr>
            <p:cNvSpPr>
              <a:spLocks/>
            </p:cNvSpPr>
            <p:nvPr/>
          </p:nvSpPr>
          <p:spPr>
            <a:xfrm>
              <a:off x="6131976" y="7753078"/>
              <a:ext cx="28398" cy="28398"/>
            </a:xfrm>
            <a:prstGeom prst="ellipse">
              <a:avLst/>
            </a:prstGeom>
            <a:solidFill>
              <a:srgbClr val="7F8C97">
                <a:alpha val="48000"/>
              </a:srgbClr>
            </a:solidFill>
            <a:ln w="0">
              <a:noFill/>
              <a:prstDash val="solid"/>
            </a:ln>
          </p:spPr>
        </p:sp>
        <p:sp>
          <p:nvSpPr>
            <p:cNvPr id="4060" name="03_assume_matched_4059">
              <a:extLst>
                <a:ext uri="{FF2B5EF4-FFF2-40B4-BE49-F238E27FC236}">
                  <a16:creationId xmlns:a16="http://schemas.microsoft.com/office/drawing/2014/main" id="{1DBC0BC6-E2D1-49F5-B8A4-A87F832CEA4E}"/>
                </a:ext>
              </a:extLst>
            </p:cNvPr>
            <p:cNvSpPr>
              <a:spLocks/>
            </p:cNvSpPr>
            <p:nvPr/>
          </p:nvSpPr>
          <p:spPr>
            <a:xfrm>
              <a:off x="6164787" y="7753078"/>
              <a:ext cx="28398" cy="28398"/>
            </a:xfrm>
            <a:prstGeom prst="ellipse">
              <a:avLst/>
            </a:prstGeom>
            <a:solidFill>
              <a:srgbClr val="7F8C97">
                <a:alpha val="48000"/>
              </a:srgbClr>
            </a:solidFill>
            <a:ln w="0">
              <a:noFill/>
              <a:prstDash val="solid"/>
            </a:ln>
          </p:spPr>
        </p:sp>
        <p:sp>
          <p:nvSpPr>
            <p:cNvPr id="4061" name="03_assume_matched_4060">
              <a:extLst>
                <a:ext uri="{FF2B5EF4-FFF2-40B4-BE49-F238E27FC236}">
                  <a16:creationId xmlns:a16="http://schemas.microsoft.com/office/drawing/2014/main" id="{2D8B8CAD-A21B-47A4-B3ED-6BDB9156BA78}"/>
                </a:ext>
              </a:extLst>
            </p:cNvPr>
            <p:cNvSpPr>
              <a:spLocks/>
            </p:cNvSpPr>
            <p:nvPr/>
          </p:nvSpPr>
          <p:spPr>
            <a:xfrm>
              <a:off x="6063907" y="7168208"/>
              <a:ext cx="28398" cy="28398"/>
            </a:xfrm>
            <a:prstGeom prst="ellipse">
              <a:avLst/>
            </a:prstGeom>
            <a:solidFill>
              <a:srgbClr val="7F8C97">
                <a:alpha val="48000"/>
              </a:srgbClr>
            </a:solidFill>
            <a:ln w="0">
              <a:noFill/>
              <a:prstDash val="solid"/>
            </a:ln>
          </p:spPr>
        </p:sp>
        <p:sp>
          <p:nvSpPr>
            <p:cNvPr id="4062" name="03_assume_matched_4061">
              <a:extLst>
                <a:ext uri="{FF2B5EF4-FFF2-40B4-BE49-F238E27FC236}">
                  <a16:creationId xmlns:a16="http://schemas.microsoft.com/office/drawing/2014/main" id="{2B157FE4-BBED-42ED-990B-F44BD94DE6E5}"/>
                </a:ext>
              </a:extLst>
            </p:cNvPr>
            <p:cNvSpPr>
              <a:spLocks/>
            </p:cNvSpPr>
            <p:nvPr/>
          </p:nvSpPr>
          <p:spPr>
            <a:xfrm>
              <a:off x="6155865" y="7753078"/>
              <a:ext cx="28398" cy="28398"/>
            </a:xfrm>
            <a:prstGeom prst="ellipse">
              <a:avLst/>
            </a:prstGeom>
            <a:solidFill>
              <a:srgbClr val="7F8C97">
                <a:alpha val="48000"/>
              </a:srgbClr>
            </a:solidFill>
            <a:ln w="0">
              <a:noFill/>
              <a:prstDash val="solid"/>
            </a:ln>
          </p:spPr>
        </p:sp>
        <p:sp>
          <p:nvSpPr>
            <p:cNvPr id="4063" name="03_assume_matched_4062">
              <a:extLst>
                <a:ext uri="{FF2B5EF4-FFF2-40B4-BE49-F238E27FC236}">
                  <a16:creationId xmlns:a16="http://schemas.microsoft.com/office/drawing/2014/main" id="{1CCCC80B-82D1-4656-AB0C-D103E39512B4}"/>
                </a:ext>
              </a:extLst>
            </p:cNvPr>
            <p:cNvSpPr>
              <a:spLocks/>
            </p:cNvSpPr>
            <p:nvPr/>
          </p:nvSpPr>
          <p:spPr>
            <a:xfrm>
              <a:off x="6134998" y="7168208"/>
              <a:ext cx="28398" cy="28398"/>
            </a:xfrm>
            <a:prstGeom prst="ellipse">
              <a:avLst/>
            </a:prstGeom>
            <a:solidFill>
              <a:srgbClr val="7F8C97">
                <a:alpha val="48000"/>
              </a:srgbClr>
            </a:solidFill>
            <a:ln w="0">
              <a:noFill/>
              <a:prstDash val="solid"/>
            </a:ln>
          </p:spPr>
        </p:sp>
        <p:sp>
          <p:nvSpPr>
            <p:cNvPr id="4064" name="03_assume_matched_4063">
              <a:extLst>
                <a:ext uri="{FF2B5EF4-FFF2-40B4-BE49-F238E27FC236}">
                  <a16:creationId xmlns:a16="http://schemas.microsoft.com/office/drawing/2014/main" id="{AA9A26A8-8587-47E4-B36A-9BD743016B9E}"/>
                </a:ext>
              </a:extLst>
            </p:cNvPr>
            <p:cNvSpPr>
              <a:spLocks/>
            </p:cNvSpPr>
            <p:nvPr/>
          </p:nvSpPr>
          <p:spPr>
            <a:xfrm>
              <a:off x="6043616" y="7168208"/>
              <a:ext cx="28398" cy="28398"/>
            </a:xfrm>
            <a:prstGeom prst="ellipse">
              <a:avLst/>
            </a:prstGeom>
            <a:solidFill>
              <a:srgbClr val="7F8C97">
                <a:alpha val="48000"/>
              </a:srgbClr>
            </a:solidFill>
            <a:ln w="0">
              <a:noFill/>
              <a:prstDash val="solid"/>
            </a:ln>
          </p:spPr>
        </p:sp>
        <p:sp>
          <p:nvSpPr>
            <p:cNvPr id="4065" name="03_assume_matched_4064">
              <a:extLst>
                <a:ext uri="{FF2B5EF4-FFF2-40B4-BE49-F238E27FC236}">
                  <a16:creationId xmlns:a16="http://schemas.microsoft.com/office/drawing/2014/main" id="{11198BA0-3BB0-491C-AD16-609C5C1E27FE}"/>
                </a:ext>
              </a:extLst>
            </p:cNvPr>
            <p:cNvSpPr>
              <a:spLocks/>
            </p:cNvSpPr>
            <p:nvPr/>
          </p:nvSpPr>
          <p:spPr>
            <a:xfrm>
              <a:off x="6102906" y="7753078"/>
              <a:ext cx="28398" cy="28398"/>
            </a:xfrm>
            <a:prstGeom prst="ellipse">
              <a:avLst/>
            </a:prstGeom>
            <a:solidFill>
              <a:srgbClr val="7F8C97">
                <a:alpha val="48000"/>
              </a:srgbClr>
            </a:solidFill>
            <a:ln w="0">
              <a:noFill/>
              <a:prstDash val="solid"/>
            </a:ln>
          </p:spPr>
        </p:sp>
        <p:sp>
          <p:nvSpPr>
            <p:cNvPr id="4066" name="03_assume_matched_4065">
              <a:extLst>
                <a:ext uri="{FF2B5EF4-FFF2-40B4-BE49-F238E27FC236}">
                  <a16:creationId xmlns:a16="http://schemas.microsoft.com/office/drawing/2014/main" id="{133D12CE-82DE-47EB-AF4C-9A4CA0D0498F}"/>
                </a:ext>
              </a:extLst>
            </p:cNvPr>
            <p:cNvSpPr>
              <a:spLocks/>
            </p:cNvSpPr>
            <p:nvPr/>
          </p:nvSpPr>
          <p:spPr>
            <a:xfrm>
              <a:off x="6085062" y="7753078"/>
              <a:ext cx="28398" cy="28398"/>
            </a:xfrm>
            <a:prstGeom prst="ellipse">
              <a:avLst/>
            </a:prstGeom>
            <a:solidFill>
              <a:srgbClr val="7F8C97">
                <a:alpha val="48000"/>
              </a:srgbClr>
            </a:solidFill>
            <a:ln w="0">
              <a:noFill/>
              <a:prstDash val="solid"/>
            </a:ln>
          </p:spPr>
        </p:sp>
        <p:sp>
          <p:nvSpPr>
            <p:cNvPr id="4067" name="03_assume_matched_4066">
              <a:extLst>
                <a:ext uri="{FF2B5EF4-FFF2-40B4-BE49-F238E27FC236}">
                  <a16:creationId xmlns:a16="http://schemas.microsoft.com/office/drawing/2014/main" id="{9013E07C-0A34-4109-970D-F43DEF362755}"/>
                </a:ext>
              </a:extLst>
            </p:cNvPr>
            <p:cNvSpPr>
              <a:spLocks/>
            </p:cNvSpPr>
            <p:nvPr/>
          </p:nvSpPr>
          <p:spPr>
            <a:xfrm>
              <a:off x="6117297" y="7168208"/>
              <a:ext cx="28398" cy="28398"/>
            </a:xfrm>
            <a:prstGeom prst="ellipse">
              <a:avLst/>
            </a:prstGeom>
            <a:solidFill>
              <a:srgbClr val="7F8C97">
                <a:alpha val="48000"/>
              </a:srgbClr>
            </a:solidFill>
            <a:ln w="0">
              <a:noFill/>
              <a:prstDash val="solid"/>
            </a:ln>
          </p:spPr>
        </p:sp>
        <p:sp>
          <p:nvSpPr>
            <p:cNvPr id="4068" name="03_assume_matched_4067">
              <a:extLst>
                <a:ext uri="{FF2B5EF4-FFF2-40B4-BE49-F238E27FC236}">
                  <a16:creationId xmlns:a16="http://schemas.microsoft.com/office/drawing/2014/main" id="{9C98177D-903E-4B99-AEF4-A938886AB354}"/>
                </a:ext>
              </a:extLst>
            </p:cNvPr>
            <p:cNvSpPr>
              <a:spLocks/>
            </p:cNvSpPr>
            <p:nvPr/>
          </p:nvSpPr>
          <p:spPr>
            <a:xfrm>
              <a:off x="6099165" y="7704338"/>
              <a:ext cx="28398" cy="28398"/>
            </a:xfrm>
            <a:prstGeom prst="ellipse">
              <a:avLst/>
            </a:prstGeom>
            <a:solidFill>
              <a:srgbClr val="7F8C97">
                <a:alpha val="48000"/>
              </a:srgbClr>
            </a:solidFill>
            <a:ln w="0">
              <a:noFill/>
              <a:prstDash val="solid"/>
            </a:ln>
          </p:spPr>
        </p:sp>
        <p:sp>
          <p:nvSpPr>
            <p:cNvPr id="4069" name="03_assume_matched_4068">
              <a:extLst>
                <a:ext uri="{FF2B5EF4-FFF2-40B4-BE49-F238E27FC236}">
                  <a16:creationId xmlns:a16="http://schemas.microsoft.com/office/drawing/2014/main" id="{2B71E7D4-C829-440F-99CC-F9AE7742B730}"/>
                </a:ext>
              </a:extLst>
            </p:cNvPr>
            <p:cNvSpPr>
              <a:spLocks/>
            </p:cNvSpPr>
            <p:nvPr/>
          </p:nvSpPr>
          <p:spPr>
            <a:xfrm>
              <a:off x="6161333" y="7606860"/>
              <a:ext cx="28398" cy="28398"/>
            </a:xfrm>
            <a:prstGeom prst="ellipse">
              <a:avLst/>
            </a:prstGeom>
            <a:solidFill>
              <a:srgbClr val="7F8C97">
                <a:alpha val="48000"/>
              </a:srgbClr>
            </a:solidFill>
            <a:ln w="0">
              <a:noFill/>
              <a:prstDash val="solid"/>
            </a:ln>
          </p:spPr>
        </p:sp>
        <p:sp>
          <p:nvSpPr>
            <p:cNvPr id="4070" name="03_assume_matched_4069">
              <a:extLst>
                <a:ext uri="{FF2B5EF4-FFF2-40B4-BE49-F238E27FC236}">
                  <a16:creationId xmlns:a16="http://schemas.microsoft.com/office/drawing/2014/main" id="{C6F7C248-188A-47E0-9BEE-E6312509ADEF}"/>
                </a:ext>
              </a:extLst>
            </p:cNvPr>
            <p:cNvSpPr>
              <a:spLocks/>
            </p:cNvSpPr>
            <p:nvPr/>
          </p:nvSpPr>
          <p:spPr>
            <a:xfrm>
              <a:off x="6059446" y="7168208"/>
              <a:ext cx="28398" cy="28398"/>
            </a:xfrm>
            <a:prstGeom prst="ellipse">
              <a:avLst/>
            </a:prstGeom>
            <a:solidFill>
              <a:srgbClr val="7F8C97">
                <a:alpha val="48000"/>
              </a:srgbClr>
            </a:solidFill>
            <a:ln w="0">
              <a:noFill/>
              <a:prstDash val="solid"/>
            </a:ln>
          </p:spPr>
        </p:sp>
        <p:sp>
          <p:nvSpPr>
            <p:cNvPr id="4071" name="03_assume_matched_4070">
              <a:extLst>
                <a:ext uri="{FF2B5EF4-FFF2-40B4-BE49-F238E27FC236}">
                  <a16:creationId xmlns:a16="http://schemas.microsoft.com/office/drawing/2014/main" id="{20EFADDC-7933-4091-998F-727D2AB89F29}"/>
                </a:ext>
              </a:extLst>
            </p:cNvPr>
            <p:cNvSpPr>
              <a:spLocks/>
            </p:cNvSpPr>
            <p:nvPr/>
          </p:nvSpPr>
          <p:spPr>
            <a:xfrm>
              <a:off x="6066066" y="7168208"/>
              <a:ext cx="28398" cy="28398"/>
            </a:xfrm>
            <a:prstGeom prst="ellipse">
              <a:avLst/>
            </a:prstGeom>
            <a:solidFill>
              <a:srgbClr val="7F8C97">
                <a:alpha val="48000"/>
              </a:srgbClr>
            </a:solidFill>
            <a:ln w="0">
              <a:noFill/>
              <a:prstDash val="solid"/>
            </a:ln>
          </p:spPr>
        </p:sp>
        <p:sp>
          <p:nvSpPr>
            <p:cNvPr id="4072" name="03_assume_matched_4071">
              <a:extLst>
                <a:ext uri="{FF2B5EF4-FFF2-40B4-BE49-F238E27FC236}">
                  <a16:creationId xmlns:a16="http://schemas.microsoft.com/office/drawing/2014/main" id="{19C0FA83-6CDB-403C-B5CE-48DA816735C1}"/>
                </a:ext>
              </a:extLst>
            </p:cNvPr>
            <p:cNvSpPr>
              <a:spLocks/>
            </p:cNvSpPr>
            <p:nvPr/>
          </p:nvSpPr>
          <p:spPr>
            <a:xfrm>
              <a:off x="6125932" y="7168208"/>
              <a:ext cx="28398" cy="28398"/>
            </a:xfrm>
            <a:prstGeom prst="ellipse">
              <a:avLst/>
            </a:prstGeom>
            <a:solidFill>
              <a:srgbClr val="7F8C97">
                <a:alpha val="48000"/>
              </a:srgbClr>
            </a:solidFill>
            <a:ln w="0">
              <a:noFill/>
              <a:prstDash val="solid"/>
            </a:ln>
          </p:spPr>
        </p:sp>
        <p:sp>
          <p:nvSpPr>
            <p:cNvPr id="4073" name="03_assume_matched_4072">
              <a:extLst>
                <a:ext uri="{FF2B5EF4-FFF2-40B4-BE49-F238E27FC236}">
                  <a16:creationId xmlns:a16="http://schemas.microsoft.com/office/drawing/2014/main" id="{752E4CC1-C2D8-4D24-AFB3-E41380480107}"/>
                </a:ext>
              </a:extLst>
            </p:cNvPr>
            <p:cNvSpPr>
              <a:spLocks/>
            </p:cNvSpPr>
            <p:nvPr/>
          </p:nvSpPr>
          <p:spPr>
            <a:xfrm>
              <a:off x="6124637" y="7168208"/>
              <a:ext cx="28398" cy="28398"/>
            </a:xfrm>
            <a:prstGeom prst="ellipse">
              <a:avLst/>
            </a:prstGeom>
            <a:solidFill>
              <a:srgbClr val="7F8C97">
                <a:alpha val="48000"/>
              </a:srgbClr>
            </a:solidFill>
            <a:ln w="0">
              <a:noFill/>
              <a:prstDash val="solid"/>
            </a:ln>
          </p:spPr>
        </p:sp>
        <p:sp>
          <p:nvSpPr>
            <p:cNvPr id="4074" name="03_assume_matched_4073">
              <a:extLst>
                <a:ext uri="{FF2B5EF4-FFF2-40B4-BE49-F238E27FC236}">
                  <a16:creationId xmlns:a16="http://schemas.microsoft.com/office/drawing/2014/main" id="{DB25619D-3FF1-4AD3-9737-FEA5B0B30790}"/>
                </a:ext>
              </a:extLst>
            </p:cNvPr>
            <p:cNvSpPr>
              <a:spLocks/>
            </p:cNvSpPr>
            <p:nvPr/>
          </p:nvSpPr>
          <p:spPr>
            <a:xfrm>
              <a:off x="6171407" y="7168208"/>
              <a:ext cx="28398" cy="28398"/>
            </a:xfrm>
            <a:prstGeom prst="ellipse">
              <a:avLst/>
            </a:prstGeom>
            <a:solidFill>
              <a:srgbClr val="7F8C97">
                <a:alpha val="48000"/>
              </a:srgbClr>
            </a:solidFill>
            <a:ln w="0">
              <a:noFill/>
              <a:prstDash val="solid"/>
            </a:ln>
          </p:spPr>
        </p:sp>
        <p:sp>
          <p:nvSpPr>
            <p:cNvPr id="4075" name="03_assume_matched_4074">
              <a:extLst>
                <a:ext uri="{FF2B5EF4-FFF2-40B4-BE49-F238E27FC236}">
                  <a16:creationId xmlns:a16="http://schemas.microsoft.com/office/drawing/2014/main" id="{7CF9DC2E-E555-4513-BA92-BFD96C655C97}"/>
                </a:ext>
              </a:extLst>
            </p:cNvPr>
            <p:cNvSpPr>
              <a:spLocks/>
            </p:cNvSpPr>
            <p:nvPr/>
          </p:nvSpPr>
          <p:spPr>
            <a:xfrm>
              <a:off x="6149677" y="7168208"/>
              <a:ext cx="28398" cy="28398"/>
            </a:xfrm>
            <a:prstGeom prst="ellipse">
              <a:avLst/>
            </a:prstGeom>
            <a:solidFill>
              <a:srgbClr val="7F8C97">
                <a:alpha val="48000"/>
              </a:srgbClr>
            </a:solidFill>
            <a:ln w="0">
              <a:noFill/>
              <a:prstDash val="solid"/>
            </a:ln>
          </p:spPr>
        </p:sp>
        <p:sp>
          <p:nvSpPr>
            <p:cNvPr id="4076" name="03_assume_matched_4075">
              <a:extLst>
                <a:ext uri="{FF2B5EF4-FFF2-40B4-BE49-F238E27FC236}">
                  <a16:creationId xmlns:a16="http://schemas.microsoft.com/office/drawing/2014/main" id="{A286377E-11AA-4A84-AD3D-83A7F61AC7CE}"/>
                </a:ext>
              </a:extLst>
            </p:cNvPr>
            <p:cNvSpPr>
              <a:spLocks/>
            </p:cNvSpPr>
            <p:nvPr/>
          </p:nvSpPr>
          <p:spPr>
            <a:xfrm>
              <a:off x="6081752" y="7753078"/>
              <a:ext cx="28398" cy="28398"/>
            </a:xfrm>
            <a:prstGeom prst="ellipse">
              <a:avLst/>
            </a:prstGeom>
            <a:solidFill>
              <a:srgbClr val="7F8C97">
                <a:alpha val="48000"/>
              </a:srgbClr>
            </a:solidFill>
            <a:ln w="0">
              <a:noFill/>
              <a:prstDash val="solid"/>
            </a:ln>
          </p:spPr>
        </p:sp>
        <p:sp>
          <p:nvSpPr>
            <p:cNvPr id="4077" name="03_assume_matched_4076">
              <a:extLst>
                <a:ext uri="{FF2B5EF4-FFF2-40B4-BE49-F238E27FC236}">
                  <a16:creationId xmlns:a16="http://schemas.microsoft.com/office/drawing/2014/main" id="{B8B36410-1B09-4BD9-88C8-2175EDA3F0E0}"/>
                </a:ext>
              </a:extLst>
            </p:cNvPr>
            <p:cNvSpPr>
              <a:spLocks/>
            </p:cNvSpPr>
            <p:nvPr/>
          </p:nvSpPr>
          <p:spPr>
            <a:xfrm>
              <a:off x="6152555" y="7753078"/>
              <a:ext cx="28398" cy="28398"/>
            </a:xfrm>
            <a:prstGeom prst="ellipse">
              <a:avLst/>
            </a:prstGeom>
            <a:solidFill>
              <a:srgbClr val="7F8C97">
                <a:alpha val="48000"/>
              </a:srgbClr>
            </a:solidFill>
            <a:ln w="0">
              <a:noFill/>
              <a:prstDash val="solid"/>
            </a:ln>
          </p:spPr>
        </p:sp>
        <p:sp>
          <p:nvSpPr>
            <p:cNvPr id="4078" name="03_assume_matched_4077">
              <a:extLst>
                <a:ext uri="{FF2B5EF4-FFF2-40B4-BE49-F238E27FC236}">
                  <a16:creationId xmlns:a16="http://schemas.microsoft.com/office/drawing/2014/main" id="{F8D5551C-AAC4-43BA-8787-CD036ED71837}"/>
                </a:ext>
              </a:extLst>
            </p:cNvPr>
            <p:cNvSpPr>
              <a:spLocks/>
            </p:cNvSpPr>
            <p:nvPr/>
          </p:nvSpPr>
          <p:spPr>
            <a:xfrm>
              <a:off x="6140898" y="7168208"/>
              <a:ext cx="28398" cy="28398"/>
            </a:xfrm>
            <a:prstGeom prst="ellipse">
              <a:avLst/>
            </a:prstGeom>
            <a:solidFill>
              <a:srgbClr val="7F8C97">
                <a:alpha val="48000"/>
              </a:srgbClr>
            </a:solidFill>
            <a:ln w="0">
              <a:noFill/>
              <a:prstDash val="solid"/>
            </a:ln>
          </p:spPr>
        </p:sp>
        <p:sp>
          <p:nvSpPr>
            <p:cNvPr id="4079" name="03_assume_matched_4078">
              <a:extLst>
                <a:ext uri="{FF2B5EF4-FFF2-40B4-BE49-F238E27FC236}">
                  <a16:creationId xmlns:a16="http://schemas.microsoft.com/office/drawing/2014/main" id="{174789F6-333D-4AAB-B09B-6A22602A6AAF}"/>
                </a:ext>
              </a:extLst>
            </p:cNvPr>
            <p:cNvSpPr>
              <a:spLocks/>
            </p:cNvSpPr>
            <p:nvPr/>
          </p:nvSpPr>
          <p:spPr>
            <a:xfrm>
              <a:off x="6147086" y="7168208"/>
              <a:ext cx="28398" cy="28398"/>
            </a:xfrm>
            <a:prstGeom prst="ellipse">
              <a:avLst/>
            </a:prstGeom>
            <a:solidFill>
              <a:srgbClr val="7F8C97">
                <a:alpha val="48000"/>
              </a:srgbClr>
            </a:solidFill>
            <a:ln w="0">
              <a:noFill/>
              <a:prstDash val="solid"/>
            </a:ln>
          </p:spPr>
        </p:sp>
        <p:sp>
          <p:nvSpPr>
            <p:cNvPr id="4080" name="03_assume_matched_4079">
              <a:extLst>
                <a:ext uri="{FF2B5EF4-FFF2-40B4-BE49-F238E27FC236}">
                  <a16:creationId xmlns:a16="http://schemas.microsoft.com/office/drawing/2014/main" id="{D2DECF3F-D5FB-4A9F-BEF5-E58AAD8909E5}"/>
                </a:ext>
              </a:extLst>
            </p:cNvPr>
            <p:cNvSpPr>
              <a:spLocks/>
            </p:cNvSpPr>
            <p:nvPr/>
          </p:nvSpPr>
          <p:spPr>
            <a:xfrm>
              <a:off x="6160470" y="7753078"/>
              <a:ext cx="28398" cy="28398"/>
            </a:xfrm>
            <a:prstGeom prst="ellipse">
              <a:avLst/>
            </a:prstGeom>
            <a:solidFill>
              <a:srgbClr val="7F8C97">
                <a:alpha val="48000"/>
              </a:srgbClr>
            </a:solidFill>
            <a:ln w="0">
              <a:noFill/>
              <a:prstDash val="solid"/>
            </a:ln>
          </p:spPr>
        </p:sp>
        <p:sp>
          <p:nvSpPr>
            <p:cNvPr id="4081" name="03_assume_matched_4080">
              <a:extLst>
                <a:ext uri="{FF2B5EF4-FFF2-40B4-BE49-F238E27FC236}">
                  <a16:creationId xmlns:a16="http://schemas.microsoft.com/office/drawing/2014/main" id="{F0D24CD6-6657-4159-B7AD-1F904A5039AA}"/>
                </a:ext>
              </a:extLst>
            </p:cNvPr>
            <p:cNvSpPr>
              <a:spLocks/>
            </p:cNvSpPr>
            <p:nvPr/>
          </p:nvSpPr>
          <p:spPr>
            <a:xfrm>
              <a:off x="6069088" y="7168208"/>
              <a:ext cx="28398" cy="28398"/>
            </a:xfrm>
            <a:prstGeom prst="ellipse">
              <a:avLst/>
            </a:prstGeom>
            <a:solidFill>
              <a:srgbClr val="7F8C97">
                <a:alpha val="48000"/>
              </a:srgbClr>
            </a:solidFill>
            <a:ln w="0">
              <a:noFill/>
              <a:prstDash val="solid"/>
            </a:ln>
          </p:spPr>
        </p:sp>
        <p:sp>
          <p:nvSpPr>
            <p:cNvPr id="4082" name="03_assume_matched_4081">
              <a:extLst>
                <a:ext uri="{FF2B5EF4-FFF2-40B4-BE49-F238E27FC236}">
                  <a16:creationId xmlns:a16="http://schemas.microsoft.com/office/drawing/2014/main" id="{04F38554-ABA5-4DE0-AE40-F3B3EFFC83A1}"/>
                </a:ext>
              </a:extLst>
            </p:cNvPr>
            <p:cNvSpPr>
              <a:spLocks/>
            </p:cNvSpPr>
            <p:nvPr/>
          </p:nvSpPr>
          <p:spPr>
            <a:xfrm>
              <a:off x="6058295" y="7168208"/>
              <a:ext cx="28398" cy="28398"/>
            </a:xfrm>
            <a:prstGeom prst="ellipse">
              <a:avLst/>
            </a:prstGeom>
            <a:solidFill>
              <a:srgbClr val="7F8C97">
                <a:alpha val="48000"/>
              </a:srgbClr>
            </a:solidFill>
            <a:ln w="0">
              <a:noFill/>
              <a:prstDash val="solid"/>
            </a:ln>
          </p:spPr>
        </p:sp>
        <p:sp>
          <p:nvSpPr>
            <p:cNvPr id="4083" name="03_assume_matched_4082">
              <a:extLst>
                <a:ext uri="{FF2B5EF4-FFF2-40B4-BE49-F238E27FC236}">
                  <a16:creationId xmlns:a16="http://schemas.microsoft.com/office/drawing/2014/main" id="{1CC40F7C-5879-45C2-A227-8DAB623C9524}"/>
                </a:ext>
              </a:extLst>
            </p:cNvPr>
            <p:cNvSpPr>
              <a:spLocks/>
            </p:cNvSpPr>
            <p:nvPr/>
          </p:nvSpPr>
          <p:spPr>
            <a:xfrm>
              <a:off x="6141186" y="7314426"/>
              <a:ext cx="28398" cy="28398"/>
            </a:xfrm>
            <a:prstGeom prst="ellipse">
              <a:avLst/>
            </a:prstGeom>
            <a:solidFill>
              <a:srgbClr val="7F8C97">
                <a:alpha val="48000"/>
              </a:srgbClr>
            </a:solidFill>
            <a:ln w="0">
              <a:noFill/>
              <a:prstDash val="solid"/>
            </a:ln>
          </p:spPr>
        </p:sp>
        <p:sp>
          <p:nvSpPr>
            <p:cNvPr id="4084" name="03_assume_matched_4083">
              <a:extLst>
                <a:ext uri="{FF2B5EF4-FFF2-40B4-BE49-F238E27FC236}">
                  <a16:creationId xmlns:a16="http://schemas.microsoft.com/office/drawing/2014/main" id="{5A70BD56-EF3B-4F9A-97C9-3415339D8CF7}"/>
                </a:ext>
              </a:extLst>
            </p:cNvPr>
            <p:cNvSpPr>
              <a:spLocks/>
            </p:cNvSpPr>
            <p:nvPr/>
          </p:nvSpPr>
          <p:spPr>
            <a:xfrm>
              <a:off x="6178315" y="7168208"/>
              <a:ext cx="28398" cy="28398"/>
            </a:xfrm>
            <a:prstGeom prst="ellipse">
              <a:avLst/>
            </a:prstGeom>
            <a:solidFill>
              <a:srgbClr val="7F8C97">
                <a:alpha val="48000"/>
              </a:srgbClr>
            </a:solidFill>
            <a:ln w="0">
              <a:noFill/>
              <a:prstDash val="solid"/>
            </a:ln>
          </p:spPr>
        </p:sp>
        <p:sp>
          <p:nvSpPr>
            <p:cNvPr id="4085" name="03_assume_matched_4084">
              <a:extLst>
                <a:ext uri="{FF2B5EF4-FFF2-40B4-BE49-F238E27FC236}">
                  <a16:creationId xmlns:a16="http://schemas.microsoft.com/office/drawing/2014/main" id="{A447C4E0-9CE2-4E43-8251-0A2E8CFCE4C6}"/>
                </a:ext>
              </a:extLst>
            </p:cNvPr>
            <p:cNvSpPr>
              <a:spLocks/>
            </p:cNvSpPr>
            <p:nvPr/>
          </p:nvSpPr>
          <p:spPr>
            <a:xfrm>
              <a:off x="6184503" y="7168208"/>
              <a:ext cx="28398" cy="28398"/>
            </a:xfrm>
            <a:prstGeom prst="ellipse">
              <a:avLst/>
            </a:prstGeom>
            <a:solidFill>
              <a:srgbClr val="7F8C97">
                <a:alpha val="48000"/>
              </a:srgbClr>
            </a:solidFill>
            <a:ln w="0">
              <a:noFill/>
              <a:prstDash val="solid"/>
            </a:ln>
          </p:spPr>
        </p:sp>
        <p:sp>
          <p:nvSpPr>
            <p:cNvPr id="4086" name="03_assume_matched_4085">
              <a:extLst>
                <a:ext uri="{FF2B5EF4-FFF2-40B4-BE49-F238E27FC236}">
                  <a16:creationId xmlns:a16="http://schemas.microsoft.com/office/drawing/2014/main" id="{17173BCD-60A9-4944-B593-15D5A441B44B}"/>
                </a:ext>
              </a:extLst>
            </p:cNvPr>
            <p:cNvSpPr>
              <a:spLocks/>
            </p:cNvSpPr>
            <p:nvPr/>
          </p:nvSpPr>
          <p:spPr>
            <a:xfrm>
              <a:off x="6095567" y="7168208"/>
              <a:ext cx="28398" cy="28398"/>
            </a:xfrm>
            <a:prstGeom prst="ellipse">
              <a:avLst/>
            </a:prstGeom>
            <a:solidFill>
              <a:srgbClr val="7F8C97">
                <a:alpha val="48000"/>
              </a:srgbClr>
            </a:solidFill>
            <a:ln w="0">
              <a:noFill/>
              <a:prstDash val="solid"/>
            </a:ln>
          </p:spPr>
        </p:sp>
        <p:sp>
          <p:nvSpPr>
            <p:cNvPr id="4087" name="03_assume_matched_4086">
              <a:extLst>
                <a:ext uri="{FF2B5EF4-FFF2-40B4-BE49-F238E27FC236}">
                  <a16:creationId xmlns:a16="http://schemas.microsoft.com/office/drawing/2014/main" id="{776C2C35-53CC-4C6B-A282-C07DA21F4DFC}"/>
                </a:ext>
              </a:extLst>
            </p:cNvPr>
            <p:cNvSpPr>
              <a:spLocks/>
            </p:cNvSpPr>
            <p:nvPr/>
          </p:nvSpPr>
          <p:spPr>
            <a:xfrm>
              <a:off x="6148382" y="7558121"/>
              <a:ext cx="28398" cy="28398"/>
            </a:xfrm>
            <a:prstGeom prst="ellipse">
              <a:avLst/>
            </a:prstGeom>
            <a:solidFill>
              <a:srgbClr val="7F8C97">
                <a:alpha val="48000"/>
              </a:srgbClr>
            </a:solidFill>
            <a:ln w="0">
              <a:noFill/>
              <a:prstDash val="solid"/>
            </a:ln>
          </p:spPr>
        </p:sp>
        <p:sp>
          <p:nvSpPr>
            <p:cNvPr id="4088" name="03_assume_matched_4087">
              <a:extLst>
                <a:ext uri="{FF2B5EF4-FFF2-40B4-BE49-F238E27FC236}">
                  <a16:creationId xmlns:a16="http://schemas.microsoft.com/office/drawing/2014/main" id="{7706FC4E-19D2-47C2-BC0F-D45B9828BFBC}"/>
                </a:ext>
              </a:extLst>
            </p:cNvPr>
            <p:cNvSpPr>
              <a:spLocks/>
            </p:cNvSpPr>
            <p:nvPr/>
          </p:nvSpPr>
          <p:spPr>
            <a:xfrm>
              <a:off x="6159319" y="7168208"/>
              <a:ext cx="28398" cy="28398"/>
            </a:xfrm>
            <a:prstGeom prst="ellipse">
              <a:avLst/>
            </a:prstGeom>
            <a:solidFill>
              <a:srgbClr val="7F8C97">
                <a:alpha val="48000"/>
              </a:srgbClr>
            </a:solidFill>
            <a:ln w="0">
              <a:noFill/>
              <a:prstDash val="solid"/>
            </a:ln>
          </p:spPr>
        </p:sp>
        <p:sp>
          <p:nvSpPr>
            <p:cNvPr id="4089" name="03_assume_matched_4088">
              <a:extLst>
                <a:ext uri="{FF2B5EF4-FFF2-40B4-BE49-F238E27FC236}">
                  <a16:creationId xmlns:a16="http://schemas.microsoft.com/office/drawing/2014/main" id="{1E8D15A2-F938-433F-BC7E-2F31D4584105}"/>
                </a:ext>
              </a:extLst>
            </p:cNvPr>
            <p:cNvSpPr>
              <a:spLocks/>
            </p:cNvSpPr>
            <p:nvPr/>
          </p:nvSpPr>
          <p:spPr>
            <a:xfrm>
              <a:off x="6176732" y="7168208"/>
              <a:ext cx="28398" cy="28398"/>
            </a:xfrm>
            <a:prstGeom prst="ellipse">
              <a:avLst/>
            </a:prstGeom>
            <a:solidFill>
              <a:srgbClr val="7F8C97">
                <a:alpha val="48000"/>
              </a:srgbClr>
            </a:solidFill>
            <a:ln w="0">
              <a:noFill/>
              <a:prstDash val="solid"/>
            </a:ln>
          </p:spPr>
        </p:sp>
        <p:sp>
          <p:nvSpPr>
            <p:cNvPr id="4090" name="03_assume_matched_4089">
              <a:extLst>
                <a:ext uri="{FF2B5EF4-FFF2-40B4-BE49-F238E27FC236}">
                  <a16:creationId xmlns:a16="http://schemas.microsoft.com/office/drawing/2014/main" id="{B8E4701A-C168-47DD-B2C6-DDC030EBA4A8}"/>
                </a:ext>
              </a:extLst>
            </p:cNvPr>
            <p:cNvSpPr>
              <a:spLocks/>
            </p:cNvSpPr>
            <p:nvPr/>
          </p:nvSpPr>
          <p:spPr>
            <a:xfrm>
              <a:off x="6161477" y="7168208"/>
              <a:ext cx="28398" cy="28398"/>
            </a:xfrm>
            <a:prstGeom prst="ellipse">
              <a:avLst/>
            </a:prstGeom>
            <a:solidFill>
              <a:srgbClr val="7F8C97">
                <a:alpha val="48000"/>
              </a:srgbClr>
            </a:solidFill>
            <a:ln w="0">
              <a:noFill/>
              <a:prstDash val="solid"/>
            </a:ln>
          </p:spPr>
        </p:sp>
        <p:sp>
          <p:nvSpPr>
            <p:cNvPr id="4091" name="03_assume_matched_4090">
              <a:extLst>
                <a:ext uri="{FF2B5EF4-FFF2-40B4-BE49-F238E27FC236}">
                  <a16:creationId xmlns:a16="http://schemas.microsoft.com/office/drawing/2014/main" id="{DAB8CB86-4DF4-452C-970E-083771C54490}"/>
                </a:ext>
              </a:extLst>
            </p:cNvPr>
            <p:cNvSpPr>
              <a:spLocks/>
            </p:cNvSpPr>
            <p:nvPr/>
          </p:nvSpPr>
          <p:spPr>
            <a:xfrm>
              <a:off x="6139747" y="7168208"/>
              <a:ext cx="28398" cy="28398"/>
            </a:xfrm>
            <a:prstGeom prst="ellipse">
              <a:avLst/>
            </a:prstGeom>
            <a:solidFill>
              <a:srgbClr val="7F8C97">
                <a:alpha val="48000"/>
              </a:srgbClr>
            </a:solidFill>
            <a:ln w="0">
              <a:noFill/>
              <a:prstDash val="solid"/>
            </a:ln>
          </p:spPr>
        </p:sp>
        <p:sp>
          <p:nvSpPr>
            <p:cNvPr id="4092" name="03_assume_matched_4091">
              <a:extLst>
                <a:ext uri="{FF2B5EF4-FFF2-40B4-BE49-F238E27FC236}">
                  <a16:creationId xmlns:a16="http://schemas.microsoft.com/office/drawing/2014/main" id="{A6A8D655-2DBA-4120-A5C2-A153B3701C2A}"/>
                </a:ext>
              </a:extLst>
            </p:cNvPr>
            <p:cNvSpPr>
              <a:spLocks/>
            </p:cNvSpPr>
            <p:nvPr/>
          </p:nvSpPr>
          <p:spPr>
            <a:xfrm>
              <a:off x="6051531" y="7168208"/>
              <a:ext cx="28398" cy="28398"/>
            </a:xfrm>
            <a:prstGeom prst="ellipse">
              <a:avLst/>
            </a:prstGeom>
            <a:solidFill>
              <a:srgbClr val="7F8C97">
                <a:alpha val="48000"/>
              </a:srgbClr>
            </a:solidFill>
            <a:ln w="0">
              <a:noFill/>
              <a:prstDash val="solid"/>
            </a:ln>
          </p:spPr>
        </p:sp>
        <p:sp>
          <p:nvSpPr>
            <p:cNvPr id="4093" name="03_assume_matched_4092">
              <a:extLst>
                <a:ext uri="{FF2B5EF4-FFF2-40B4-BE49-F238E27FC236}">
                  <a16:creationId xmlns:a16="http://schemas.microsoft.com/office/drawing/2014/main" id="{B4FB0983-BBC3-4DD9-B1FE-CC31A1B3F80E}"/>
                </a:ext>
              </a:extLst>
            </p:cNvPr>
            <p:cNvSpPr>
              <a:spLocks/>
            </p:cNvSpPr>
            <p:nvPr/>
          </p:nvSpPr>
          <p:spPr>
            <a:xfrm>
              <a:off x="6065490" y="7168208"/>
              <a:ext cx="28398" cy="28398"/>
            </a:xfrm>
            <a:prstGeom prst="ellipse">
              <a:avLst/>
            </a:prstGeom>
            <a:solidFill>
              <a:srgbClr val="7F8C97">
                <a:alpha val="48000"/>
              </a:srgbClr>
            </a:solidFill>
            <a:ln w="0">
              <a:noFill/>
              <a:prstDash val="solid"/>
            </a:ln>
          </p:spPr>
        </p:sp>
        <p:sp>
          <p:nvSpPr>
            <p:cNvPr id="4094" name="03_assume_matched_4093">
              <a:extLst>
                <a:ext uri="{FF2B5EF4-FFF2-40B4-BE49-F238E27FC236}">
                  <a16:creationId xmlns:a16="http://schemas.microsoft.com/office/drawing/2014/main" id="{DA480E91-8791-4057-9275-84A032613B18}"/>
                </a:ext>
              </a:extLst>
            </p:cNvPr>
            <p:cNvSpPr>
              <a:spLocks/>
            </p:cNvSpPr>
            <p:nvPr/>
          </p:nvSpPr>
          <p:spPr>
            <a:xfrm>
              <a:off x="6126651" y="7168208"/>
              <a:ext cx="28398" cy="28398"/>
            </a:xfrm>
            <a:prstGeom prst="ellipse">
              <a:avLst/>
            </a:prstGeom>
            <a:solidFill>
              <a:srgbClr val="7F8C97">
                <a:alpha val="48000"/>
              </a:srgbClr>
            </a:solidFill>
            <a:ln w="0">
              <a:noFill/>
              <a:prstDash val="solid"/>
            </a:ln>
          </p:spPr>
        </p:sp>
        <p:sp>
          <p:nvSpPr>
            <p:cNvPr id="4095" name="03_assume_matched_4094">
              <a:extLst>
                <a:ext uri="{FF2B5EF4-FFF2-40B4-BE49-F238E27FC236}">
                  <a16:creationId xmlns:a16="http://schemas.microsoft.com/office/drawing/2014/main" id="{92320534-3B1C-4619-855E-FB60F52B76DC}"/>
                </a:ext>
              </a:extLst>
            </p:cNvPr>
            <p:cNvSpPr>
              <a:spLocks/>
            </p:cNvSpPr>
            <p:nvPr/>
          </p:nvSpPr>
          <p:spPr>
            <a:xfrm>
              <a:off x="6071534" y="7168208"/>
              <a:ext cx="28398" cy="28398"/>
            </a:xfrm>
            <a:prstGeom prst="ellipse">
              <a:avLst/>
            </a:prstGeom>
            <a:solidFill>
              <a:srgbClr val="7F8C97">
                <a:alpha val="48000"/>
              </a:srgbClr>
            </a:solidFill>
            <a:ln w="0">
              <a:noFill/>
              <a:prstDash val="solid"/>
            </a:ln>
          </p:spPr>
        </p:sp>
        <p:sp>
          <p:nvSpPr>
            <p:cNvPr id="4096" name="03_assume_matched_4095">
              <a:extLst>
                <a:ext uri="{FF2B5EF4-FFF2-40B4-BE49-F238E27FC236}">
                  <a16:creationId xmlns:a16="http://schemas.microsoft.com/office/drawing/2014/main" id="{BE9D03D5-DE4D-442E-854D-913919AB401F}"/>
                </a:ext>
              </a:extLst>
            </p:cNvPr>
            <p:cNvSpPr>
              <a:spLocks/>
            </p:cNvSpPr>
            <p:nvPr/>
          </p:nvSpPr>
          <p:spPr>
            <a:xfrm>
              <a:off x="6097582" y="7168208"/>
              <a:ext cx="28398" cy="28398"/>
            </a:xfrm>
            <a:prstGeom prst="ellipse">
              <a:avLst/>
            </a:prstGeom>
            <a:solidFill>
              <a:srgbClr val="7F8C97">
                <a:alpha val="48000"/>
              </a:srgbClr>
            </a:solidFill>
            <a:ln w="0">
              <a:noFill/>
              <a:prstDash val="solid"/>
            </a:ln>
          </p:spPr>
        </p:sp>
        <p:sp>
          <p:nvSpPr>
            <p:cNvPr id="4097" name="03_assume_matched_4096">
              <a:extLst>
                <a:ext uri="{FF2B5EF4-FFF2-40B4-BE49-F238E27FC236}">
                  <a16:creationId xmlns:a16="http://schemas.microsoft.com/office/drawing/2014/main" id="{955E558E-2FEE-4913-A848-18A2AF350F29}"/>
                </a:ext>
              </a:extLst>
            </p:cNvPr>
            <p:cNvSpPr>
              <a:spLocks/>
            </p:cNvSpPr>
            <p:nvPr/>
          </p:nvSpPr>
          <p:spPr>
            <a:xfrm>
              <a:off x="6046638" y="7753078"/>
              <a:ext cx="28398" cy="28398"/>
            </a:xfrm>
            <a:prstGeom prst="ellipse">
              <a:avLst/>
            </a:prstGeom>
            <a:solidFill>
              <a:srgbClr val="7F8C97">
                <a:alpha val="48000"/>
              </a:srgbClr>
            </a:solidFill>
            <a:ln w="0">
              <a:noFill/>
              <a:prstDash val="solid"/>
            </a:ln>
          </p:spPr>
        </p:sp>
        <p:sp>
          <p:nvSpPr>
            <p:cNvPr id="4098" name="03_assume_matched_4097">
              <a:extLst>
                <a:ext uri="{FF2B5EF4-FFF2-40B4-BE49-F238E27FC236}">
                  <a16:creationId xmlns:a16="http://schemas.microsoft.com/office/drawing/2014/main" id="{ACB5454C-3E53-414D-85A2-13985027BBEF}"/>
                </a:ext>
              </a:extLst>
            </p:cNvPr>
            <p:cNvSpPr>
              <a:spLocks/>
            </p:cNvSpPr>
            <p:nvPr/>
          </p:nvSpPr>
          <p:spPr>
            <a:xfrm>
              <a:off x="3841389" y="7153164"/>
              <a:ext cx="191" cy="643356"/>
            </a:xfrm>
            <a:custGeom>
              <a:avLst/>
              <a:gdLst/>
              <a:ahLst/>
              <a:cxnLst/>
              <a:rect l="0" t="0" r="0" b="0"/>
              <a:pathLst>
                <a:path w="191" h="643356">
                  <a:moveTo>
                    <a:pt x="0" y="643356"/>
                  </a:moveTo>
                  <a:lnTo>
                    <a:pt x="0" y="0"/>
                  </a:lnTo>
                </a:path>
              </a:pathLst>
            </a:custGeom>
            <a:noFill/>
            <a:ln w="8890">
              <a:solidFill>
                <a:srgbClr val="000000"/>
              </a:solidFill>
              <a:prstDash val="solid"/>
            </a:ln>
          </p:spPr>
        </p:sp>
        <p:sp>
          <p:nvSpPr>
            <p:cNvPr id="4099" name="03_assume_matched_4098">
              <a:extLst>
                <a:ext uri="{FF2B5EF4-FFF2-40B4-BE49-F238E27FC236}">
                  <a16:creationId xmlns:a16="http://schemas.microsoft.com/office/drawing/2014/main" id="{F68443C7-EB5F-4CDE-81EB-02F368B8121E}"/>
                </a:ext>
              </a:extLst>
            </p:cNvPr>
            <p:cNvSpPr>
              <a:spLocks/>
            </p:cNvSpPr>
            <p:nvPr/>
          </p:nvSpPr>
          <p:spPr>
            <a:xfrm>
              <a:off x="3841389" y="7796520"/>
              <a:ext cx="2444211" cy="191"/>
            </a:xfrm>
            <a:custGeom>
              <a:avLst/>
              <a:gdLst/>
              <a:ahLst/>
              <a:cxnLst/>
              <a:rect l="0" t="0" r="0" b="0"/>
              <a:pathLst>
                <a:path w="2444211" h="191">
                  <a:moveTo>
                    <a:pt x="0" y="0"/>
                  </a:moveTo>
                  <a:lnTo>
                    <a:pt x="2444211" y="0"/>
                  </a:lnTo>
                </a:path>
              </a:pathLst>
            </a:custGeom>
            <a:noFill/>
            <a:ln w="8890">
              <a:solidFill>
                <a:srgbClr val="000000"/>
              </a:solidFill>
              <a:prstDash val="solid"/>
            </a:ln>
          </p:spPr>
        </p:sp>
        <p:sp>
          <p:nvSpPr>
            <p:cNvPr id="4100" name="text_4099">
              <a:extLst>
                <a:ext uri="{FF2B5EF4-FFF2-40B4-BE49-F238E27FC236}">
                  <a16:creationId xmlns:a16="http://schemas.microsoft.com/office/drawing/2014/main" id="{B0EC0716-0E5F-4200-8B89-0EFB8C7A9330}"/>
                </a:ext>
              </a:extLst>
            </p:cNvPr>
            <p:cNvSpPr>
              <a:spLocks/>
            </p:cNvSpPr>
            <p:nvPr/>
          </p:nvSpPr>
          <p:spPr>
            <a:xfrm>
              <a:off x="3499200" y="6854228"/>
              <a:ext cx="48006" cy="158750"/>
            </a:xfrm>
            <a:prstGeom prst="rect">
              <a:avLst/>
            </a:prstGeom>
            <a:noFill/>
            <a:ln w="0">
              <a:noFill/>
            </a:ln>
          </p:spPr>
          <p:txBody>
            <a:bodyPr wrap="none" lIns="0" tIns="0" rIns="0" bIns="0" anchor="ctr">
              <a:noAutofit/>
            </a:bodyPr>
            <a:lstStyle>
              <a:defPPr algn="l">
                <a:defRPr sz="1000" b="1">
                  <a:solidFill>
                    <a:srgbClr val="273744"/>
                  </a:solidFill>
                  <a:latin typeface="Arial"/>
                  <a:ea typeface="Arial"/>
                  <a:cs typeface="Arial"/>
                </a:defRPr>
              </a:defPPr>
              <a:lvl1pPr algn="l">
                <a:defRPr sz="1000" b="1">
                  <a:solidFill>
                    <a:srgbClr val="273744"/>
                  </a:solidFill>
                  <a:latin typeface="Arial"/>
                  <a:ea typeface="Arial"/>
                  <a:cs typeface="Arial"/>
                </a:defRPr>
              </a:lvl1pPr>
              <a:lvl2pPr algn="l">
                <a:defRPr sz="1000" b="1">
                  <a:solidFill>
                    <a:srgbClr val="273744"/>
                  </a:solidFill>
                  <a:latin typeface="Arial"/>
                  <a:ea typeface="Arial"/>
                  <a:cs typeface="Arial"/>
                </a:defRPr>
              </a:lvl2pPr>
              <a:lvl3pPr algn="l">
                <a:defRPr sz="1000" b="1">
                  <a:solidFill>
                    <a:srgbClr val="273744"/>
                  </a:solidFill>
                  <a:latin typeface="Arial"/>
                  <a:ea typeface="Arial"/>
                  <a:cs typeface="Arial"/>
                </a:defRPr>
              </a:lvl3pPr>
              <a:lvl4pPr algn="l">
                <a:defRPr sz="1000" b="1">
                  <a:solidFill>
                    <a:srgbClr val="273744"/>
                  </a:solidFill>
                  <a:latin typeface="Arial"/>
                  <a:ea typeface="Arial"/>
                  <a:cs typeface="Arial"/>
                </a:defRPr>
              </a:lvl4pPr>
              <a:lvl5pPr algn="l">
                <a:defRPr sz="1000" b="1">
                  <a:solidFill>
                    <a:srgbClr val="273744"/>
                  </a:solidFill>
                  <a:latin typeface="Arial"/>
                  <a:ea typeface="Arial"/>
                  <a:cs typeface="Arial"/>
                </a:defRPr>
              </a:lvl5pPr>
              <a:lvl6pPr algn="l">
                <a:defRPr sz="1000" b="1">
                  <a:solidFill>
                    <a:srgbClr val="273744"/>
                  </a:solidFill>
                  <a:latin typeface="Arial"/>
                  <a:ea typeface="Arial"/>
                  <a:cs typeface="Arial"/>
                </a:defRPr>
              </a:lvl6pPr>
              <a:lvl7pPr algn="l">
                <a:defRPr sz="1000" b="1">
                  <a:solidFill>
                    <a:srgbClr val="273744"/>
                  </a:solidFill>
                  <a:latin typeface="Arial"/>
                  <a:ea typeface="Arial"/>
                  <a:cs typeface="Arial"/>
                </a:defRPr>
              </a:lvl7pPr>
              <a:lvl8pPr algn="l">
                <a:defRPr sz="1000" b="1">
                  <a:solidFill>
                    <a:srgbClr val="273744"/>
                  </a:solidFill>
                  <a:latin typeface="Arial"/>
                  <a:ea typeface="Arial"/>
                  <a:cs typeface="Arial"/>
                </a:defRPr>
              </a:lvl8pPr>
              <a:lvl9pPr algn="l">
                <a:defRPr sz="1000" b="1">
                  <a:solidFill>
                    <a:srgbClr val="273744"/>
                  </a:solidFill>
                  <a:latin typeface="Arial"/>
                  <a:ea typeface="Arial"/>
                  <a:cs typeface="Arial"/>
                </a:defRPr>
              </a:lvl9pPr>
            </a:lstStyle>
            <a:p>
              <a:pPr algn="l">
                <a:defRPr sz="1000" b="1">
                  <a:solidFill>
                    <a:srgbClr val="273744"/>
                  </a:solidFill>
                  <a:latin typeface="Arial"/>
                  <a:ea typeface="Arial"/>
                  <a:cs typeface="Arial"/>
                </a:defRPr>
              </a:pPr>
              <a:r>
                <a:t>l</a:t>
              </a:r>
            </a:p>
          </p:txBody>
        </p:sp>
        <p:sp>
          <p:nvSpPr>
            <p:cNvPr id="4101" name="text_4100">
              <a:extLst>
                <a:ext uri="{FF2B5EF4-FFF2-40B4-BE49-F238E27FC236}">
                  <a16:creationId xmlns:a16="http://schemas.microsoft.com/office/drawing/2014/main" id="{FE4887CB-5040-4D9F-9E47-D7B2AB097132}"/>
                </a:ext>
              </a:extLst>
            </p:cNvPr>
            <p:cNvSpPr>
              <a:spLocks/>
            </p:cNvSpPr>
            <p:nvPr/>
          </p:nvSpPr>
          <p:spPr>
            <a:xfrm>
              <a:off x="3841389" y="6953584"/>
              <a:ext cx="1131710" cy="134938"/>
            </a:xfrm>
            <a:prstGeom prst="rect">
              <a:avLst/>
            </a:prstGeom>
            <a:noFill/>
            <a:ln w="0">
              <a:noFill/>
            </a:ln>
          </p:spPr>
          <p:txBody>
            <a:bodyPr wrap="none" lIns="0" tIns="0" rIns="0" bIns="0" anchor="ctr">
              <a:noAutofit/>
            </a:bodyPr>
            <a:lstStyle>
              <a:defPPr algn="l">
                <a:defRPr sz="850" b="0">
                  <a:solidFill>
                    <a:srgbClr val="273744"/>
                  </a:solidFill>
                  <a:latin typeface="Arial"/>
                  <a:ea typeface="Arial"/>
                  <a:cs typeface="Arial"/>
                </a:defRPr>
              </a:defPPr>
              <a:lvl1pPr algn="l">
                <a:defRPr sz="850" b="0">
                  <a:solidFill>
                    <a:srgbClr val="273744"/>
                  </a:solidFill>
                  <a:latin typeface="Arial"/>
                  <a:ea typeface="Arial"/>
                  <a:cs typeface="Arial"/>
                </a:defRPr>
              </a:lvl1pPr>
              <a:lvl2pPr algn="l">
                <a:defRPr sz="850" b="0">
                  <a:solidFill>
                    <a:srgbClr val="273744"/>
                  </a:solidFill>
                  <a:latin typeface="Arial"/>
                  <a:ea typeface="Arial"/>
                  <a:cs typeface="Arial"/>
                </a:defRPr>
              </a:lvl2pPr>
              <a:lvl3pPr algn="l">
                <a:defRPr sz="850" b="0">
                  <a:solidFill>
                    <a:srgbClr val="273744"/>
                  </a:solidFill>
                  <a:latin typeface="Arial"/>
                  <a:ea typeface="Arial"/>
                  <a:cs typeface="Arial"/>
                </a:defRPr>
              </a:lvl3pPr>
              <a:lvl4pPr algn="l">
                <a:defRPr sz="850" b="0">
                  <a:solidFill>
                    <a:srgbClr val="273744"/>
                  </a:solidFill>
                  <a:latin typeface="Arial"/>
                  <a:ea typeface="Arial"/>
                  <a:cs typeface="Arial"/>
                </a:defRPr>
              </a:lvl4pPr>
              <a:lvl5pPr algn="l">
                <a:defRPr sz="850" b="0">
                  <a:solidFill>
                    <a:srgbClr val="273744"/>
                  </a:solidFill>
                  <a:latin typeface="Arial"/>
                  <a:ea typeface="Arial"/>
                  <a:cs typeface="Arial"/>
                </a:defRPr>
              </a:lvl5pPr>
              <a:lvl6pPr algn="l">
                <a:defRPr sz="850" b="0">
                  <a:solidFill>
                    <a:srgbClr val="273744"/>
                  </a:solidFill>
                  <a:latin typeface="Arial"/>
                  <a:ea typeface="Arial"/>
                  <a:cs typeface="Arial"/>
                </a:defRPr>
              </a:lvl6pPr>
              <a:lvl7pPr algn="l">
                <a:defRPr sz="850" b="0">
                  <a:solidFill>
                    <a:srgbClr val="273744"/>
                  </a:solidFill>
                  <a:latin typeface="Arial"/>
                  <a:ea typeface="Arial"/>
                  <a:cs typeface="Arial"/>
                </a:defRPr>
              </a:lvl7pPr>
              <a:lvl8pPr algn="l">
                <a:defRPr sz="850" b="0">
                  <a:solidFill>
                    <a:srgbClr val="273744"/>
                  </a:solidFill>
                  <a:latin typeface="Arial"/>
                  <a:ea typeface="Arial"/>
                  <a:cs typeface="Arial"/>
                </a:defRPr>
              </a:lvl8pPr>
              <a:lvl9pPr algn="l">
                <a:defRPr sz="850" b="0">
                  <a:solidFill>
                    <a:srgbClr val="273744"/>
                  </a:solidFill>
                  <a:latin typeface="Arial"/>
                  <a:ea typeface="Arial"/>
                  <a:cs typeface="Arial"/>
                </a:defRPr>
              </a:lvl9pPr>
            </a:lstStyle>
            <a:p>
              <a:pPr algn="l">
                <a:defRPr sz="850" b="0">
                  <a:solidFill>
                    <a:srgbClr val="273744"/>
                  </a:solidFill>
                  <a:latin typeface="Arial"/>
                  <a:ea typeface="Arial"/>
                  <a:cs typeface="Arial"/>
                </a:defRPr>
              </a:pPr>
              <a:r>
                <a:t>Best of 50, RMSD &lt;3 Å</a:t>
              </a:r>
            </a:p>
          </p:txBody>
        </p:sp>
        <p:sp>
          <p:nvSpPr>
            <p:cNvPr id="4102" name="03_assume_matched_4101">
              <a:extLst>
                <a:ext uri="{FF2B5EF4-FFF2-40B4-BE49-F238E27FC236}">
                  <a16:creationId xmlns:a16="http://schemas.microsoft.com/office/drawing/2014/main" id="{C1A49F2C-64A5-43AD-8258-92E87F4D66DC}"/>
                </a:ext>
              </a:extLst>
            </p:cNvPr>
            <p:cNvSpPr>
              <a:spLocks/>
            </p:cNvSpPr>
            <p:nvPr/>
          </p:nvSpPr>
          <p:spPr>
            <a:xfrm>
              <a:off x="3864021" y="7349302"/>
              <a:ext cx="2263158" cy="417975"/>
            </a:xfrm>
            <a:custGeom>
              <a:avLst/>
              <a:gdLst/>
              <a:ahLst/>
              <a:cxnLst/>
              <a:rect l="0" t="0" r="0" b="0"/>
              <a:pathLst>
                <a:path w="2263158" h="417975">
                  <a:moveTo>
                    <a:pt x="0" y="417975"/>
                  </a:moveTo>
                  <a:lnTo>
                    <a:pt x="53885" y="416749"/>
                  </a:lnTo>
                  <a:lnTo>
                    <a:pt x="53885" y="416207"/>
                  </a:lnTo>
                  <a:lnTo>
                    <a:pt x="68581" y="415062"/>
                  </a:lnTo>
                  <a:lnTo>
                    <a:pt x="68581" y="413681"/>
                  </a:lnTo>
                  <a:lnTo>
                    <a:pt x="83821" y="412824"/>
                  </a:lnTo>
                  <a:lnTo>
                    <a:pt x="83821" y="411137"/>
                  </a:lnTo>
                  <a:lnTo>
                    <a:pt x="107769" y="410528"/>
                  </a:lnTo>
                  <a:lnTo>
                    <a:pt x="107769" y="408900"/>
                  </a:lnTo>
                  <a:lnTo>
                    <a:pt x="125731" y="408803"/>
                  </a:lnTo>
                  <a:lnTo>
                    <a:pt x="125731" y="401426"/>
                  </a:lnTo>
                  <a:lnTo>
                    <a:pt x="137161" y="401329"/>
                  </a:lnTo>
                  <a:lnTo>
                    <a:pt x="137161" y="399948"/>
                  </a:lnTo>
                  <a:lnTo>
                    <a:pt x="150877" y="399851"/>
                  </a:lnTo>
                  <a:lnTo>
                    <a:pt x="150877" y="394534"/>
                  </a:lnTo>
                  <a:lnTo>
                    <a:pt x="167641" y="393480"/>
                  </a:lnTo>
                  <a:lnTo>
                    <a:pt x="167641" y="392214"/>
                  </a:lnTo>
                  <a:lnTo>
                    <a:pt x="188596" y="392019"/>
                  </a:lnTo>
                  <a:lnTo>
                    <a:pt x="188596" y="376511"/>
                  </a:lnTo>
                  <a:lnTo>
                    <a:pt x="205742" y="376316"/>
                  </a:lnTo>
                  <a:lnTo>
                    <a:pt x="205742" y="374935"/>
                  </a:lnTo>
                  <a:lnTo>
                    <a:pt x="215539" y="374416"/>
                  </a:lnTo>
                  <a:lnTo>
                    <a:pt x="215539" y="372788"/>
                  </a:lnTo>
                  <a:lnTo>
                    <a:pt x="251462" y="371737"/>
                  </a:lnTo>
                  <a:lnTo>
                    <a:pt x="251462" y="357292"/>
                  </a:lnTo>
                  <a:lnTo>
                    <a:pt x="274322" y="356554"/>
                  </a:lnTo>
                  <a:lnTo>
                    <a:pt x="274322" y="355173"/>
                  </a:lnTo>
                  <a:lnTo>
                    <a:pt x="301754" y="354037"/>
                  </a:lnTo>
                  <a:lnTo>
                    <a:pt x="301754" y="348720"/>
                  </a:lnTo>
                  <a:lnTo>
                    <a:pt x="323308" y="347893"/>
                  </a:lnTo>
                  <a:lnTo>
                    <a:pt x="323308" y="346265"/>
                  </a:lnTo>
                  <a:lnTo>
                    <a:pt x="342903" y="345226"/>
                  </a:lnTo>
                  <a:lnTo>
                    <a:pt x="342903" y="343845"/>
                  </a:lnTo>
                  <a:lnTo>
                    <a:pt x="377193" y="343553"/>
                  </a:lnTo>
                  <a:lnTo>
                    <a:pt x="377193" y="286452"/>
                  </a:lnTo>
                  <a:lnTo>
                    <a:pt x="411483" y="286160"/>
                  </a:lnTo>
                  <a:lnTo>
                    <a:pt x="411483" y="284779"/>
                  </a:lnTo>
                  <a:lnTo>
                    <a:pt x="431078" y="284584"/>
                  </a:lnTo>
                  <a:lnTo>
                    <a:pt x="431078" y="282956"/>
                  </a:lnTo>
                  <a:lnTo>
                    <a:pt x="452632" y="282128"/>
                  </a:lnTo>
                  <a:lnTo>
                    <a:pt x="452632" y="276811"/>
                  </a:lnTo>
                  <a:lnTo>
                    <a:pt x="480064" y="276519"/>
                  </a:lnTo>
                  <a:lnTo>
                    <a:pt x="480064" y="275138"/>
                  </a:lnTo>
                  <a:lnTo>
                    <a:pt x="502924" y="274401"/>
                  </a:lnTo>
                  <a:lnTo>
                    <a:pt x="502924" y="262277"/>
                  </a:lnTo>
                  <a:lnTo>
                    <a:pt x="538847" y="261225"/>
                  </a:lnTo>
                  <a:lnTo>
                    <a:pt x="538847" y="259598"/>
                  </a:lnTo>
                  <a:lnTo>
                    <a:pt x="548644" y="259500"/>
                  </a:lnTo>
                  <a:lnTo>
                    <a:pt x="548644" y="258119"/>
                  </a:lnTo>
                  <a:lnTo>
                    <a:pt x="565789" y="257924"/>
                  </a:lnTo>
                  <a:lnTo>
                    <a:pt x="565789" y="244632"/>
                  </a:lnTo>
                  <a:lnTo>
                    <a:pt x="603509" y="243278"/>
                  </a:lnTo>
                  <a:lnTo>
                    <a:pt x="603509" y="237961"/>
                  </a:lnTo>
                  <a:lnTo>
                    <a:pt x="617225" y="237864"/>
                  </a:lnTo>
                  <a:lnTo>
                    <a:pt x="617225" y="236482"/>
                  </a:lnTo>
                  <a:lnTo>
                    <a:pt x="628655" y="236385"/>
                  </a:lnTo>
                  <a:lnTo>
                    <a:pt x="628655" y="229958"/>
                  </a:lnTo>
                  <a:lnTo>
                    <a:pt x="646617" y="229861"/>
                  </a:lnTo>
                  <a:lnTo>
                    <a:pt x="647998" y="228136"/>
                  </a:lnTo>
                  <a:lnTo>
                    <a:pt x="685805" y="227084"/>
                  </a:lnTo>
                  <a:lnTo>
                    <a:pt x="686685" y="225605"/>
                  </a:lnTo>
                  <a:lnTo>
                    <a:pt x="754386" y="224479"/>
                  </a:lnTo>
                  <a:lnTo>
                    <a:pt x="754386" y="5697"/>
                  </a:lnTo>
                  <a:lnTo>
                    <a:pt x="1131579" y="5697"/>
                  </a:lnTo>
                  <a:lnTo>
                    <a:pt x="1131579" y="0"/>
                  </a:lnTo>
                  <a:lnTo>
                    <a:pt x="2263158" y="0"/>
                  </a:lnTo>
                  <a:lnTo>
                    <a:pt x="2263158" y="0"/>
                  </a:lnTo>
                </a:path>
              </a:pathLst>
            </a:custGeom>
            <a:noFill/>
            <a:ln w="22860">
              <a:solidFill>
                <a:srgbClr val="00878B"/>
              </a:solidFill>
              <a:prstDash val="solid"/>
            </a:ln>
          </p:spPr>
        </p:sp>
        <p:sp>
          <p:nvSpPr>
            <p:cNvPr id="4103" name="03_assume_matched_4102">
              <a:extLst>
                <a:ext uri="{FF2B5EF4-FFF2-40B4-BE49-F238E27FC236}">
                  <a16:creationId xmlns:a16="http://schemas.microsoft.com/office/drawing/2014/main" id="{615255A5-28DC-437B-A000-BDE70D8BFF06}"/>
                </a:ext>
              </a:extLst>
            </p:cNvPr>
            <p:cNvSpPr>
              <a:spLocks/>
            </p:cNvSpPr>
            <p:nvPr/>
          </p:nvSpPr>
          <p:spPr>
            <a:xfrm>
              <a:off x="3864021" y="7182407"/>
              <a:ext cx="2263158" cy="584869"/>
            </a:xfrm>
            <a:custGeom>
              <a:avLst/>
              <a:gdLst/>
              <a:ahLst/>
              <a:cxnLst/>
              <a:rect l="0" t="0" r="0" b="0"/>
              <a:pathLst>
                <a:path w="2263158" h="584869">
                  <a:moveTo>
                    <a:pt x="0" y="584869"/>
                  </a:moveTo>
                  <a:lnTo>
                    <a:pt x="377193" y="584869"/>
                  </a:lnTo>
                  <a:lnTo>
                    <a:pt x="377193" y="487391"/>
                  </a:lnTo>
                  <a:lnTo>
                    <a:pt x="440058" y="487391"/>
                  </a:lnTo>
                  <a:lnTo>
                    <a:pt x="440058" y="438652"/>
                  </a:lnTo>
                  <a:lnTo>
                    <a:pt x="754386" y="438652"/>
                  </a:lnTo>
                  <a:lnTo>
                    <a:pt x="754386" y="0"/>
                  </a:lnTo>
                  <a:lnTo>
                    <a:pt x="2263158" y="0"/>
                  </a:lnTo>
                  <a:lnTo>
                    <a:pt x="2263158" y="0"/>
                  </a:lnTo>
                </a:path>
              </a:pathLst>
            </a:custGeom>
            <a:noFill/>
            <a:ln w="13335">
              <a:solidFill>
                <a:srgbClr val="3A64C8"/>
              </a:solidFill>
              <a:prstDash val="solid"/>
            </a:ln>
          </p:spPr>
        </p:sp>
        <p:sp>
          <p:nvSpPr>
            <p:cNvPr id="4104" name="03_assume_matched_4103">
              <a:extLst>
                <a:ext uri="{FF2B5EF4-FFF2-40B4-BE49-F238E27FC236}">
                  <a16:creationId xmlns:a16="http://schemas.microsoft.com/office/drawing/2014/main" id="{AC62EB63-8EA6-4384-B951-014A45F4EC51}"/>
                </a:ext>
              </a:extLst>
            </p:cNvPr>
            <p:cNvSpPr>
              <a:spLocks/>
            </p:cNvSpPr>
            <p:nvPr/>
          </p:nvSpPr>
          <p:spPr>
            <a:xfrm>
              <a:off x="4219624" y="7614164"/>
              <a:ext cx="43180" cy="43180"/>
            </a:xfrm>
            <a:prstGeom prst="ellipse">
              <a:avLst/>
            </a:prstGeom>
            <a:solidFill>
              <a:srgbClr val="00878B"/>
            </a:solidFill>
            <a:ln w="4445">
              <a:solidFill>
                <a:srgbClr val="FFFFFF"/>
              </a:solidFill>
              <a:prstDash val="solid"/>
            </a:ln>
          </p:spPr>
        </p:sp>
        <p:sp>
          <p:nvSpPr>
            <p:cNvPr id="4105" name="03_assume_matched_4104">
              <a:extLst>
                <a:ext uri="{FF2B5EF4-FFF2-40B4-BE49-F238E27FC236}">
                  <a16:creationId xmlns:a16="http://schemas.microsoft.com/office/drawing/2014/main" id="{80D10FCF-AD24-4527-A1DD-421A1D216D72}"/>
                </a:ext>
              </a:extLst>
            </p:cNvPr>
            <p:cNvSpPr>
              <a:spLocks/>
            </p:cNvSpPr>
            <p:nvPr/>
          </p:nvSpPr>
          <p:spPr>
            <a:xfrm>
              <a:off x="4596817" y="7333409"/>
              <a:ext cx="43180" cy="43180"/>
            </a:xfrm>
            <a:prstGeom prst="ellipse">
              <a:avLst/>
            </a:prstGeom>
            <a:solidFill>
              <a:srgbClr val="00878B"/>
            </a:solidFill>
            <a:ln w="4445">
              <a:solidFill>
                <a:srgbClr val="FFFFFF"/>
              </a:solidFill>
              <a:prstDash val="solid"/>
            </a:ln>
          </p:spPr>
        </p:sp>
        <p:sp>
          <p:nvSpPr>
            <p:cNvPr id="4106" name="03_assume_matched_4105">
              <a:extLst>
                <a:ext uri="{FF2B5EF4-FFF2-40B4-BE49-F238E27FC236}">
                  <a16:creationId xmlns:a16="http://schemas.microsoft.com/office/drawing/2014/main" id="{D574425D-10F0-44A4-959D-35B160DD5137}"/>
                </a:ext>
              </a:extLst>
            </p:cNvPr>
            <p:cNvSpPr>
              <a:spLocks/>
            </p:cNvSpPr>
            <p:nvPr/>
          </p:nvSpPr>
          <p:spPr>
            <a:xfrm>
              <a:off x="5351203" y="7327712"/>
              <a:ext cx="43180" cy="43180"/>
            </a:xfrm>
            <a:prstGeom prst="ellipse">
              <a:avLst/>
            </a:prstGeom>
            <a:solidFill>
              <a:srgbClr val="00878B"/>
            </a:solidFill>
            <a:ln w="4445">
              <a:solidFill>
                <a:srgbClr val="FFFFFF"/>
              </a:solidFill>
              <a:prstDash val="solid"/>
            </a:ln>
          </p:spPr>
        </p:sp>
        <p:sp>
          <p:nvSpPr>
            <p:cNvPr id="4107" name="03_assume_matched_4106">
              <a:extLst>
                <a:ext uri="{FF2B5EF4-FFF2-40B4-BE49-F238E27FC236}">
                  <a16:creationId xmlns:a16="http://schemas.microsoft.com/office/drawing/2014/main" id="{FF0D2EDC-FB5A-43E2-8C92-149523B5AB73}"/>
                </a:ext>
              </a:extLst>
            </p:cNvPr>
            <p:cNvSpPr>
              <a:spLocks/>
            </p:cNvSpPr>
            <p:nvPr/>
          </p:nvSpPr>
          <p:spPr>
            <a:xfrm>
              <a:off x="6105589" y="7327712"/>
              <a:ext cx="43180" cy="43180"/>
            </a:xfrm>
            <a:prstGeom prst="ellipse">
              <a:avLst/>
            </a:prstGeom>
            <a:solidFill>
              <a:srgbClr val="00878B"/>
            </a:solidFill>
            <a:ln w="4445">
              <a:solidFill>
                <a:srgbClr val="FFFFFF"/>
              </a:solidFill>
              <a:prstDash val="solid"/>
            </a:ln>
          </p:spPr>
        </p:sp>
        <p:sp>
          <p:nvSpPr>
            <p:cNvPr id="4108" name="03_assume_matched_4107">
              <a:extLst>
                <a:ext uri="{FF2B5EF4-FFF2-40B4-BE49-F238E27FC236}">
                  <a16:creationId xmlns:a16="http://schemas.microsoft.com/office/drawing/2014/main" id="{E7C02978-7571-4A30-8F77-25DB1A705A43}"/>
                </a:ext>
              </a:extLst>
            </p:cNvPr>
            <p:cNvSpPr>
              <a:spLocks/>
            </p:cNvSpPr>
            <p:nvPr/>
          </p:nvSpPr>
          <p:spPr>
            <a:xfrm>
              <a:off x="4205293" y="7633877"/>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09" name="03_assume_matched_4108">
              <a:extLst>
                <a:ext uri="{FF2B5EF4-FFF2-40B4-BE49-F238E27FC236}">
                  <a16:creationId xmlns:a16="http://schemas.microsoft.com/office/drawing/2014/main" id="{38AE04A1-E353-4D1F-8D69-37FCA7449C6A}"/>
                </a:ext>
              </a:extLst>
            </p:cNvPr>
            <p:cNvSpPr>
              <a:spLocks/>
            </p:cNvSpPr>
            <p:nvPr/>
          </p:nvSpPr>
          <p:spPr>
            <a:xfrm>
              <a:off x="4582486"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10" name="03_assume_matched_4109">
              <a:extLst>
                <a:ext uri="{FF2B5EF4-FFF2-40B4-BE49-F238E27FC236}">
                  <a16:creationId xmlns:a16="http://schemas.microsoft.com/office/drawing/2014/main" id="{A492F4F3-CB19-4CCD-B0CB-E62E60D42E8F}"/>
                </a:ext>
              </a:extLst>
            </p:cNvPr>
            <p:cNvSpPr>
              <a:spLocks/>
            </p:cNvSpPr>
            <p:nvPr/>
          </p:nvSpPr>
          <p:spPr>
            <a:xfrm>
              <a:off x="5336872"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11" name="03_assume_matched_4110">
              <a:extLst>
                <a:ext uri="{FF2B5EF4-FFF2-40B4-BE49-F238E27FC236}">
                  <a16:creationId xmlns:a16="http://schemas.microsoft.com/office/drawing/2014/main" id="{027588BC-A681-484E-BF5D-DB61F8BA4DF7}"/>
                </a:ext>
              </a:extLst>
            </p:cNvPr>
            <p:cNvSpPr>
              <a:spLocks/>
            </p:cNvSpPr>
            <p:nvPr/>
          </p:nvSpPr>
          <p:spPr>
            <a:xfrm>
              <a:off x="6091258" y="7146486"/>
              <a:ext cx="71842" cy="71842"/>
            </a:xfrm>
            <a:custGeom>
              <a:avLst/>
              <a:gdLst/>
              <a:ahLst/>
              <a:cxnLst/>
              <a:rect l="0" t="0" r="0" b="0"/>
              <a:pathLst>
                <a:path w="71842" h="71842">
                  <a:moveTo>
                    <a:pt x="35921" y="71842"/>
                  </a:moveTo>
                  <a:lnTo>
                    <a:pt x="71842" y="35921"/>
                  </a:lnTo>
                  <a:lnTo>
                    <a:pt x="35921" y="0"/>
                  </a:lnTo>
                  <a:lnTo>
                    <a:pt x="0" y="35921"/>
                  </a:lnTo>
                  <a:lnTo>
                    <a:pt x="35921" y="71842"/>
                  </a:lnTo>
                  <a:close/>
                </a:path>
              </a:pathLst>
            </a:custGeom>
            <a:solidFill>
              <a:srgbClr val="000000">
                <a:alpha val="0"/>
              </a:srgbClr>
            </a:solidFill>
            <a:ln w="11430">
              <a:solidFill>
                <a:srgbClr val="3A64C8"/>
              </a:solidFill>
              <a:prstDash val="solid"/>
            </a:ln>
          </p:spPr>
        </p:sp>
        <p:sp>
          <p:nvSpPr>
            <p:cNvPr id="4112" name="text_4111">
              <a:extLst>
                <a:ext uri="{FF2B5EF4-FFF2-40B4-BE49-F238E27FC236}">
                  <a16:creationId xmlns:a16="http://schemas.microsoft.com/office/drawing/2014/main" id="{18523FC2-05D3-4E25-A314-5A98F798FBAB}"/>
                </a:ext>
              </a:extLst>
            </p:cNvPr>
            <p:cNvSpPr>
              <a:spLocks/>
            </p:cNvSpPr>
            <p:nvPr/>
          </p:nvSpPr>
          <p:spPr>
            <a:xfrm>
              <a:off x="712800" y="904950"/>
              <a:ext cx="520878" cy="142875"/>
            </a:xfrm>
            <a:prstGeom prst="rect">
              <a:avLst/>
            </a:prstGeom>
            <a:noFill/>
            <a:ln w="0">
              <a:noFill/>
            </a:ln>
          </p:spPr>
          <p:txBody>
            <a:bodyPr wrap="none" lIns="0" tIns="0" rIns="0" bIns="0" anchor="ctr">
              <a:noAutofit/>
            </a:bodyPr>
            <a:lstStyle>
              <a:defPPr algn="l">
                <a:defRPr sz="900" b="1">
                  <a:solidFill>
                    <a:srgbClr val="273744"/>
                  </a:solidFill>
                  <a:latin typeface="Arial"/>
                  <a:ea typeface="Arial"/>
                  <a:cs typeface="Arial"/>
                </a:defRPr>
              </a:defPPr>
              <a:lvl1pPr algn="l">
                <a:defRPr sz="900" b="1">
                  <a:solidFill>
                    <a:srgbClr val="273744"/>
                  </a:solidFill>
                  <a:latin typeface="Arial"/>
                  <a:ea typeface="Arial"/>
                  <a:cs typeface="Arial"/>
                </a:defRPr>
              </a:lvl1pPr>
              <a:lvl2pPr algn="l">
                <a:defRPr sz="900" b="1">
                  <a:solidFill>
                    <a:srgbClr val="273744"/>
                  </a:solidFill>
                  <a:latin typeface="Arial"/>
                  <a:ea typeface="Arial"/>
                  <a:cs typeface="Arial"/>
                </a:defRPr>
              </a:lvl2pPr>
              <a:lvl3pPr algn="l">
                <a:defRPr sz="900" b="1">
                  <a:solidFill>
                    <a:srgbClr val="273744"/>
                  </a:solidFill>
                  <a:latin typeface="Arial"/>
                  <a:ea typeface="Arial"/>
                  <a:cs typeface="Arial"/>
                </a:defRPr>
              </a:lvl3pPr>
              <a:lvl4pPr algn="l">
                <a:defRPr sz="900" b="1">
                  <a:solidFill>
                    <a:srgbClr val="273744"/>
                  </a:solidFill>
                  <a:latin typeface="Arial"/>
                  <a:ea typeface="Arial"/>
                  <a:cs typeface="Arial"/>
                </a:defRPr>
              </a:lvl4pPr>
              <a:lvl5pPr algn="l">
                <a:defRPr sz="900" b="1">
                  <a:solidFill>
                    <a:srgbClr val="273744"/>
                  </a:solidFill>
                  <a:latin typeface="Arial"/>
                  <a:ea typeface="Arial"/>
                  <a:cs typeface="Arial"/>
                </a:defRPr>
              </a:lvl5pPr>
              <a:lvl6pPr algn="l">
                <a:defRPr sz="900" b="1">
                  <a:solidFill>
                    <a:srgbClr val="273744"/>
                  </a:solidFill>
                  <a:latin typeface="Arial"/>
                  <a:ea typeface="Arial"/>
                  <a:cs typeface="Arial"/>
                </a:defRPr>
              </a:lvl6pPr>
              <a:lvl7pPr algn="l">
                <a:defRPr sz="900" b="1">
                  <a:solidFill>
                    <a:srgbClr val="273744"/>
                  </a:solidFill>
                  <a:latin typeface="Arial"/>
                  <a:ea typeface="Arial"/>
                  <a:cs typeface="Arial"/>
                </a:defRPr>
              </a:lvl7pPr>
              <a:lvl8pPr algn="l">
                <a:defRPr sz="900" b="1">
                  <a:solidFill>
                    <a:srgbClr val="273744"/>
                  </a:solidFill>
                  <a:latin typeface="Arial"/>
                  <a:ea typeface="Arial"/>
                  <a:cs typeface="Arial"/>
                </a:defRPr>
              </a:lvl8pPr>
              <a:lvl9pPr algn="l">
                <a:defRPr sz="900" b="1">
                  <a:solidFill>
                    <a:srgbClr val="273744"/>
                  </a:solidFill>
                  <a:latin typeface="Arial"/>
                  <a:ea typeface="Arial"/>
                  <a:cs typeface="Arial"/>
                </a:defRPr>
              </a:lvl9pPr>
            </a:lstStyle>
            <a:p>
              <a:pPr algn="l">
                <a:defRPr sz="900" b="1">
                  <a:solidFill>
                    <a:srgbClr val="273744"/>
                  </a:solidFill>
                  <a:latin typeface="Arial"/>
                  <a:ea typeface="Arial"/>
                  <a:cs typeface="Arial"/>
                </a:defRPr>
              </a:pPr>
              <a:r>
                <a:t>Emap2lig</a:t>
              </a:r>
            </a:p>
          </p:txBody>
        </p:sp>
        <p:sp>
          <p:nvSpPr>
            <p:cNvPr id="4113" name="text_4112">
              <a:extLst>
                <a:ext uri="{FF2B5EF4-FFF2-40B4-BE49-F238E27FC236}">
                  <a16:creationId xmlns:a16="http://schemas.microsoft.com/office/drawing/2014/main" id="{F7297ECE-54C7-47DA-9D8D-DA1012E2C271}"/>
                </a:ext>
              </a:extLst>
            </p:cNvPr>
            <p:cNvSpPr>
              <a:spLocks/>
            </p:cNvSpPr>
            <p:nvPr/>
          </p:nvSpPr>
          <p:spPr>
            <a:xfrm>
              <a:off x="712800" y="3221032"/>
              <a:ext cx="1822869" cy="142875"/>
            </a:xfrm>
            <a:prstGeom prst="rect">
              <a:avLst/>
            </a:prstGeom>
            <a:noFill/>
            <a:ln w="0">
              <a:noFill/>
            </a:ln>
          </p:spPr>
          <p:txBody>
            <a:bodyPr wrap="none" lIns="0" tIns="0" rIns="0" bIns="0" anchor="ctr">
              <a:noAutofit/>
            </a:bodyPr>
            <a:lstStyle>
              <a:defPPr algn="l">
                <a:defRPr sz="900" b="1">
                  <a:solidFill>
                    <a:srgbClr val="273744"/>
                  </a:solidFill>
                  <a:latin typeface="Arial"/>
                  <a:ea typeface="Arial"/>
                  <a:cs typeface="Arial"/>
                </a:defRPr>
              </a:defPPr>
              <a:lvl1pPr algn="l">
                <a:defRPr sz="900" b="1">
                  <a:solidFill>
                    <a:srgbClr val="273744"/>
                  </a:solidFill>
                  <a:latin typeface="Arial"/>
                  <a:ea typeface="Arial"/>
                  <a:cs typeface="Arial"/>
                </a:defRPr>
              </a:lvl1pPr>
              <a:lvl2pPr algn="l">
                <a:defRPr sz="900" b="1">
                  <a:solidFill>
                    <a:srgbClr val="273744"/>
                  </a:solidFill>
                  <a:latin typeface="Arial"/>
                  <a:ea typeface="Arial"/>
                  <a:cs typeface="Arial"/>
                </a:defRPr>
              </a:lvl2pPr>
              <a:lvl3pPr algn="l">
                <a:defRPr sz="900" b="1">
                  <a:solidFill>
                    <a:srgbClr val="273744"/>
                  </a:solidFill>
                  <a:latin typeface="Arial"/>
                  <a:ea typeface="Arial"/>
                  <a:cs typeface="Arial"/>
                </a:defRPr>
              </a:lvl3pPr>
              <a:lvl4pPr algn="l">
                <a:defRPr sz="900" b="1">
                  <a:solidFill>
                    <a:srgbClr val="273744"/>
                  </a:solidFill>
                  <a:latin typeface="Arial"/>
                  <a:ea typeface="Arial"/>
                  <a:cs typeface="Arial"/>
                </a:defRPr>
              </a:lvl4pPr>
              <a:lvl5pPr algn="l">
                <a:defRPr sz="900" b="1">
                  <a:solidFill>
                    <a:srgbClr val="273744"/>
                  </a:solidFill>
                  <a:latin typeface="Arial"/>
                  <a:ea typeface="Arial"/>
                  <a:cs typeface="Arial"/>
                </a:defRPr>
              </a:lvl5pPr>
              <a:lvl6pPr algn="l">
                <a:defRPr sz="900" b="1">
                  <a:solidFill>
                    <a:srgbClr val="273744"/>
                  </a:solidFill>
                  <a:latin typeface="Arial"/>
                  <a:ea typeface="Arial"/>
                  <a:cs typeface="Arial"/>
                </a:defRPr>
              </a:lvl6pPr>
              <a:lvl7pPr algn="l">
                <a:defRPr sz="900" b="1">
                  <a:solidFill>
                    <a:srgbClr val="273744"/>
                  </a:solidFill>
                  <a:latin typeface="Arial"/>
                  <a:ea typeface="Arial"/>
                  <a:cs typeface="Arial"/>
                </a:defRPr>
              </a:lvl7pPr>
              <a:lvl8pPr algn="l">
                <a:defRPr sz="900" b="1">
                  <a:solidFill>
                    <a:srgbClr val="273744"/>
                  </a:solidFill>
                  <a:latin typeface="Arial"/>
                  <a:ea typeface="Arial"/>
                  <a:cs typeface="Arial"/>
                </a:defRPr>
              </a:lvl8pPr>
              <a:lvl9pPr algn="l">
                <a:defRPr sz="900" b="1">
                  <a:solidFill>
                    <a:srgbClr val="273744"/>
                  </a:solidFill>
                  <a:latin typeface="Arial"/>
                  <a:ea typeface="Arial"/>
                  <a:cs typeface="Arial"/>
                </a:defRPr>
              </a:lvl9pPr>
            </a:lstStyle>
            <a:p>
              <a:pPr algn="l">
                <a:defRPr sz="900" b="1">
                  <a:solidFill>
                    <a:srgbClr val="273744"/>
                  </a:solidFill>
                  <a:latin typeface="Arial"/>
                  <a:ea typeface="Arial"/>
                  <a:cs typeface="Arial"/>
                </a:defRPr>
              </a:pPr>
              <a:r>
                <a:t>LigandSeek, CryoAtom2 receptor</a:t>
              </a:r>
            </a:p>
          </p:txBody>
        </p:sp>
        <p:sp>
          <p:nvSpPr>
            <p:cNvPr id="4114" name="text_4113">
              <a:extLst>
                <a:ext uri="{FF2B5EF4-FFF2-40B4-BE49-F238E27FC236}">
                  <a16:creationId xmlns:a16="http://schemas.microsoft.com/office/drawing/2014/main" id="{A9D955B7-A96D-47CE-9D4D-F7ACD9EA246D}"/>
                </a:ext>
              </a:extLst>
            </p:cNvPr>
            <p:cNvSpPr>
              <a:spLocks/>
            </p:cNvSpPr>
            <p:nvPr/>
          </p:nvSpPr>
          <p:spPr>
            <a:xfrm>
              <a:off x="712800" y="5537114"/>
              <a:ext cx="1746745" cy="142875"/>
            </a:xfrm>
            <a:prstGeom prst="rect">
              <a:avLst/>
            </a:prstGeom>
            <a:noFill/>
            <a:ln w="0">
              <a:noFill/>
            </a:ln>
          </p:spPr>
          <p:txBody>
            <a:bodyPr wrap="none" lIns="0" tIns="0" rIns="0" bIns="0" anchor="ctr">
              <a:noAutofit/>
            </a:bodyPr>
            <a:lstStyle>
              <a:defPPr algn="l">
                <a:defRPr sz="900" b="1">
                  <a:solidFill>
                    <a:srgbClr val="273744"/>
                  </a:solidFill>
                  <a:latin typeface="Arial"/>
                  <a:ea typeface="Arial"/>
                  <a:cs typeface="Arial"/>
                </a:defRPr>
              </a:defPPr>
              <a:lvl1pPr algn="l">
                <a:defRPr sz="900" b="1">
                  <a:solidFill>
                    <a:srgbClr val="273744"/>
                  </a:solidFill>
                  <a:latin typeface="Arial"/>
                  <a:ea typeface="Arial"/>
                  <a:cs typeface="Arial"/>
                </a:defRPr>
              </a:lvl1pPr>
              <a:lvl2pPr algn="l">
                <a:defRPr sz="900" b="1">
                  <a:solidFill>
                    <a:srgbClr val="273744"/>
                  </a:solidFill>
                  <a:latin typeface="Arial"/>
                  <a:ea typeface="Arial"/>
                  <a:cs typeface="Arial"/>
                </a:defRPr>
              </a:lvl2pPr>
              <a:lvl3pPr algn="l">
                <a:defRPr sz="900" b="1">
                  <a:solidFill>
                    <a:srgbClr val="273744"/>
                  </a:solidFill>
                  <a:latin typeface="Arial"/>
                  <a:ea typeface="Arial"/>
                  <a:cs typeface="Arial"/>
                </a:defRPr>
              </a:lvl3pPr>
              <a:lvl4pPr algn="l">
                <a:defRPr sz="900" b="1">
                  <a:solidFill>
                    <a:srgbClr val="273744"/>
                  </a:solidFill>
                  <a:latin typeface="Arial"/>
                  <a:ea typeface="Arial"/>
                  <a:cs typeface="Arial"/>
                </a:defRPr>
              </a:lvl4pPr>
              <a:lvl5pPr algn="l">
                <a:defRPr sz="900" b="1">
                  <a:solidFill>
                    <a:srgbClr val="273744"/>
                  </a:solidFill>
                  <a:latin typeface="Arial"/>
                  <a:ea typeface="Arial"/>
                  <a:cs typeface="Arial"/>
                </a:defRPr>
              </a:lvl5pPr>
              <a:lvl6pPr algn="l">
                <a:defRPr sz="900" b="1">
                  <a:solidFill>
                    <a:srgbClr val="273744"/>
                  </a:solidFill>
                  <a:latin typeface="Arial"/>
                  <a:ea typeface="Arial"/>
                  <a:cs typeface="Arial"/>
                </a:defRPr>
              </a:lvl6pPr>
              <a:lvl7pPr algn="l">
                <a:defRPr sz="900" b="1">
                  <a:solidFill>
                    <a:srgbClr val="273744"/>
                  </a:solidFill>
                  <a:latin typeface="Arial"/>
                  <a:ea typeface="Arial"/>
                  <a:cs typeface="Arial"/>
                </a:defRPr>
              </a:lvl7pPr>
              <a:lvl8pPr algn="l">
                <a:defRPr sz="900" b="1">
                  <a:solidFill>
                    <a:srgbClr val="273744"/>
                  </a:solidFill>
                  <a:latin typeface="Arial"/>
                  <a:ea typeface="Arial"/>
                  <a:cs typeface="Arial"/>
                </a:defRPr>
              </a:lvl8pPr>
              <a:lvl9pPr algn="l">
                <a:defRPr sz="900" b="1">
                  <a:solidFill>
                    <a:srgbClr val="273744"/>
                  </a:solidFill>
                  <a:latin typeface="Arial"/>
                  <a:ea typeface="Arial"/>
                  <a:cs typeface="Arial"/>
                </a:defRPr>
              </a:lvl9pPr>
            </a:lstStyle>
            <a:p>
              <a:pPr algn="l">
                <a:defRPr sz="900" b="1">
                  <a:solidFill>
                    <a:srgbClr val="273744"/>
                  </a:solidFill>
                  <a:latin typeface="Arial"/>
                  <a:ea typeface="Arial"/>
                  <a:cs typeface="Arial"/>
                </a:defRPr>
              </a:pPr>
              <a:r>
                <a:t>LigandSeek, deposited receptor</a:t>
              </a:r>
            </a:p>
          </p:txBody>
        </p:sp>
        <p:sp>
          <p:nvSpPr>
            <p:cNvPr id="4115" name="03_assume_matched_4114">
              <a:extLst>
                <a:ext uri="{FF2B5EF4-FFF2-40B4-BE49-F238E27FC236}">
                  <a16:creationId xmlns:a16="http://schemas.microsoft.com/office/drawing/2014/main" id="{6E90041D-6C65-44AC-BF84-8BA243F2C5FA}"/>
                </a:ext>
              </a:extLst>
            </p:cNvPr>
            <p:cNvSpPr>
              <a:spLocks/>
            </p:cNvSpPr>
            <p:nvPr/>
          </p:nvSpPr>
          <p:spPr>
            <a:xfrm>
              <a:off x="733725" y="804206"/>
              <a:ext cx="190500" cy="191"/>
            </a:xfrm>
            <a:custGeom>
              <a:avLst/>
              <a:gdLst/>
              <a:ahLst/>
              <a:cxnLst/>
              <a:rect l="0" t="0" r="0" b="0"/>
              <a:pathLst>
                <a:path w="190500" h="191">
                  <a:moveTo>
                    <a:pt x="0" y="0"/>
                  </a:moveTo>
                  <a:lnTo>
                    <a:pt x="95250" y="0"/>
                  </a:lnTo>
                  <a:lnTo>
                    <a:pt x="190500" y="0"/>
                  </a:lnTo>
                </a:path>
              </a:pathLst>
            </a:custGeom>
            <a:noFill/>
            <a:ln w="22860">
              <a:solidFill>
                <a:srgbClr val="00878B"/>
              </a:solidFill>
              <a:prstDash val="solid"/>
            </a:ln>
          </p:spPr>
        </p:sp>
        <p:sp>
          <p:nvSpPr>
            <p:cNvPr id="4116" name="03_assume_matched_4115">
              <a:extLst>
                <a:ext uri="{FF2B5EF4-FFF2-40B4-BE49-F238E27FC236}">
                  <a16:creationId xmlns:a16="http://schemas.microsoft.com/office/drawing/2014/main" id="{CBF49E61-C922-4D0A-848C-B569EE0598D7}"/>
                </a:ext>
              </a:extLst>
            </p:cNvPr>
            <p:cNvSpPr>
              <a:spLocks/>
            </p:cNvSpPr>
            <p:nvPr/>
          </p:nvSpPr>
          <p:spPr>
            <a:xfrm>
              <a:off x="808655" y="783886"/>
              <a:ext cx="40640" cy="40640"/>
            </a:xfrm>
            <a:prstGeom prst="ellipse">
              <a:avLst/>
            </a:prstGeom>
            <a:solidFill>
              <a:srgbClr val="00878B"/>
            </a:solidFill>
            <a:ln w="12700">
              <a:solidFill>
                <a:srgbClr val="00878B"/>
              </a:solidFill>
              <a:prstDash val="solid"/>
            </a:ln>
          </p:spPr>
        </p:sp>
        <p:sp>
          <p:nvSpPr>
            <p:cNvPr id="4117" name="text_4116">
              <a:extLst>
                <a:ext uri="{FF2B5EF4-FFF2-40B4-BE49-F238E27FC236}">
                  <a16:creationId xmlns:a16="http://schemas.microsoft.com/office/drawing/2014/main" id="{AFF6867A-9D23-438A-ABB0-1ED5E6D97780}"/>
                </a:ext>
              </a:extLst>
            </p:cNvPr>
            <p:cNvSpPr>
              <a:spLocks/>
            </p:cNvSpPr>
            <p:nvPr/>
          </p:nvSpPr>
          <p:spPr>
            <a:xfrm>
              <a:off x="1000425" y="762296"/>
              <a:ext cx="250920"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t>Mean</a:t>
              </a:r>
            </a:p>
          </p:txBody>
        </p:sp>
        <p:sp>
          <p:nvSpPr>
            <p:cNvPr id="4118" name="03_assume_matched_4117">
              <a:extLst>
                <a:ext uri="{FF2B5EF4-FFF2-40B4-BE49-F238E27FC236}">
                  <a16:creationId xmlns:a16="http://schemas.microsoft.com/office/drawing/2014/main" id="{E847C855-07E1-4705-A4C1-985190EC7780}"/>
                </a:ext>
              </a:extLst>
            </p:cNvPr>
            <p:cNvSpPr>
              <a:spLocks/>
            </p:cNvSpPr>
            <p:nvPr/>
          </p:nvSpPr>
          <p:spPr>
            <a:xfrm>
              <a:off x="1429169" y="804206"/>
              <a:ext cx="190500" cy="191"/>
            </a:xfrm>
            <a:custGeom>
              <a:avLst/>
              <a:gdLst/>
              <a:ahLst/>
              <a:cxnLst/>
              <a:rect l="0" t="0" r="0" b="0"/>
              <a:pathLst>
                <a:path w="190500" h="191">
                  <a:moveTo>
                    <a:pt x="0" y="0"/>
                  </a:moveTo>
                  <a:lnTo>
                    <a:pt x="95250" y="0"/>
                  </a:lnTo>
                  <a:lnTo>
                    <a:pt x="190500" y="0"/>
                  </a:lnTo>
                </a:path>
              </a:pathLst>
            </a:custGeom>
            <a:noFill/>
            <a:ln w="13335">
              <a:solidFill>
                <a:srgbClr val="3A64C8"/>
              </a:solidFill>
              <a:prstDash val="solid"/>
            </a:ln>
          </p:spPr>
        </p:sp>
        <p:sp>
          <p:nvSpPr>
            <p:cNvPr id="4119" name="03_assume_matched_4118">
              <a:extLst>
                <a:ext uri="{FF2B5EF4-FFF2-40B4-BE49-F238E27FC236}">
                  <a16:creationId xmlns:a16="http://schemas.microsoft.com/office/drawing/2014/main" id="{2013E285-BE6A-4913-A741-595796EF0683}"/>
                </a:ext>
              </a:extLst>
            </p:cNvPr>
            <p:cNvSpPr>
              <a:spLocks/>
            </p:cNvSpPr>
            <p:nvPr/>
          </p:nvSpPr>
          <p:spPr>
            <a:xfrm>
              <a:off x="1492988" y="772775"/>
              <a:ext cx="62862" cy="62862"/>
            </a:xfrm>
            <a:custGeom>
              <a:avLst/>
              <a:gdLst/>
              <a:ahLst/>
              <a:cxnLst/>
              <a:rect l="0" t="0" r="0" b="0"/>
              <a:pathLst>
                <a:path w="62862" h="62862">
                  <a:moveTo>
                    <a:pt x="31431" y="62862"/>
                  </a:moveTo>
                  <a:lnTo>
                    <a:pt x="62862" y="31431"/>
                  </a:lnTo>
                  <a:lnTo>
                    <a:pt x="31431" y="0"/>
                  </a:lnTo>
                  <a:lnTo>
                    <a:pt x="0" y="31431"/>
                  </a:lnTo>
                  <a:lnTo>
                    <a:pt x="31431" y="62862"/>
                  </a:lnTo>
                  <a:close/>
                </a:path>
              </a:pathLst>
            </a:custGeom>
            <a:solidFill>
              <a:srgbClr val="000000">
                <a:alpha val="0"/>
              </a:srgbClr>
            </a:solidFill>
            <a:ln w="12700">
              <a:solidFill>
                <a:srgbClr val="3A64C8"/>
              </a:solidFill>
              <a:prstDash val="solid"/>
            </a:ln>
          </p:spPr>
        </p:sp>
        <p:sp>
          <p:nvSpPr>
            <p:cNvPr id="4120" name="text_4119">
              <a:extLst>
                <a:ext uri="{FF2B5EF4-FFF2-40B4-BE49-F238E27FC236}">
                  <a16:creationId xmlns:a16="http://schemas.microsoft.com/office/drawing/2014/main" id="{80EF6CE2-BDB4-4372-9680-265387802272}"/>
                </a:ext>
              </a:extLst>
            </p:cNvPr>
            <p:cNvSpPr>
              <a:spLocks/>
            </p:cNvSpPr>
            <p:nvPr/>
          </p:nvSpPr>
          <p:spPr>
            <a:xfrm>
              <a:off x="1695869" y="762296"/>
              <a:ext cx="325025"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t>Median</a:t>
              </a:r>
            </a:p>
          </p:txBody>
        </p:sp>
        <p:sp>
          <p:nvSpPr>
            <p:cNvPr id="4121" name="03_assume_matched_4120">
              <a:extLst>
                <a:ext uri="{FF2B5EF4-FFF2-40B4-BE49-F238E27FC236}">
                  <a16:creationId xmlns:a16="http://schemas.microsoft.com/office/drawing/2014/main" id="{73BEF944-FDCE-4F41-A00E-FF2032638A81}"/>
                </a:ext>
              </a:extLst>
            </p:cNvPr>
            <p:cNvSpPr>
              <a:spLocks/>
            </p:cNvSpPr>
            <p:nvPr/>
          </p:nvSpPr>
          <p:spPr>
            <a:xfrm>
              <a:off x="2274944" y="785156"/>
              <a:ext cx="38100" cy="38100"/>
            </a:xfrm>
            <a:prstGeom prst="ellipse">
              <a:avLst/>
            </a:prstGeom>
            <a:solidFill>
              <a:srgbClr val="7F8C97"/>
            </a:solidFill>
            <a:ln w="12700">
              <a:solidFill>
                <a:srgbClr val="7F8C97"/>
              </a:solidFill>
              <a:prstDash val="solid"/>
            </a:ln>
          </p:spPr>
        </p:sp>
        <p:sp>
          <p:nvSpPr>
            <p:cNvPr id="4122" name="text_4121">
              <a:extLst>
                <a:ext uri="{FF2B5EF4-FFF2-40B4-BE49-F238E27FC236}">
                  <a16:creationId xmlns:a16="http://schemas.microsoft.com/office/drawing/2014/main" id="{DFCD9474-903F-47EA-8C9D-442F324FC477}"/>
                </a:ext>
              </a:extLst>
            </p:cNvPr>
            <p:cNvSpPr>
              <a:spLocks/>
            </p:cNvSpPr>
            <p:nvPr/>
          </p:nvSpPr>
          <p:spPr>
            <a:xfrm>
              <a:off x="2465444" y="762296"/>
              <a:ext cx="637349" cy="119063"/>
            </a:xfrm>
            <a:prstGeom prst="rect">
              <a:avLst/>
            </a:prstGeom>
            <a:noFill/>
            <a:ln w="0">
              <a:noFill/>
            </a:ln>
          </p:spPr>
          <p:txBody>
            <a:bodyPr wrap="none" lIns="0" tIns="0" rIns="0" bIns="0" anchor="ctr">
              <a:noAutofit/>
            </a:bodyPr>
            <a:lstStyle>
              <a:defPPr algn="l">
                <a:defRPr sz="750" b="0">
                  <a:solidFill>
                    <a:srgbClr val="273744"/>
                  </a:solidFill>
                  <a:latin typeface="Arial"/>
                  <a:ea typeface="Arial"/>
                  <a:cs typeface="Arial"/>
                </a:defRPr>
              </a:defPPr>
              <a:lvl1pPr algn="l">
                <a:defRPr sz="750" b="0">
                  <a:solidFill>
                    <a:srgbClr val="273744"/>
                  </a:solidFill>
                  <a:latin typeface="Arial"/>
                  <a:ea typeface="Arial"/>
                  <a:cs typeface="Arial"/>
                </a:defRPr>
              </a:lvl1pPr>
              <a:lvl2pPr algn="l">
                <a:defRPr sz="750" b="0">
                  <a:solidFill>
                    <a:srgbClr val="273744"/>
                  </a:solidFill>
                  <a:latin typeface="Arial"/>
                  <a:ea typeface="Arial"/>
                  <a:cs typeface="Arial"/>
                </a:defRPr>
              </a:lvl2pPr>
              <a:lvl3pPr algn="l">
                <a:defRPr sz="750" b="0">
                  <a:solidFill>
                    <a:srgbClr val="273744"/>
                  </a:solidFill>
                  <a:latin typeface="Arial"/>
                  <a:ea typeface="Arial"/>
                  <a:cs typeface="Arial"/>
                </a:defRPr>
              </a:lvl3pPr>
              <a:lvl4pPr algn="l">
                <a:defRPr sz="750" b="0">
                  <a:solidFill>
                    <a:srgbClr val="273744"/>
                  </a:solidFill>
                  <a:latin typeface="Arial"/>
                  <a:ea typeface="Arial"/>
                  <a:cs typeface="Arial"/>
                </a:defRPr>
              </a:lvl4pPr>
              <a:lvl5pPr algn="l">
                <a:defRPr sz="750" b="0">
                  <a:solidFill>
                    <a:srgbClr val="273744"/>
                  </a:solidFill>
                  <a:latin typeface="Arial"/>
                  <a:ea typeface="Arial"/>
                  <a:cs typeface="Arial"/>
                </a:defRPr>
              </a:lvl5pPr>
              <a:lvl6pPr algn="l">
                <a:defRPr sz="750" b="0">
                  <a:solidFill>
                    <a:srgbClr val="273744"/>
                  </a:solidFill>
                  <a:latin typeface="Arial"/>
                  <a:ea typeface="Arial"/>
                  <a:cs typeface="Arial"/>
                </a:defRPr>
              </a:lvl6pPr>
              <a:lvl7pPr algn="l">
                <a:defRPr sz="750" b="0">
                  <a:solidFill>
                    <a:srgbClr val="273744"/>
                  </a:solidFill>
                  <a:latin typeface="Arial"/>
                  <a:ea typeface="Arial"/>
                  <a:cs typeface="Arial"/>
                </a:defRPr>
              </a:lvl7pPr>
              <a:lvl8pPr algn="l">
                <a:defRPr sz="750" b="0">
                  <a:solidFill>
                    <a:srgbClr val="273744"/>
                  </a:solidFill>
                  <a:latin typeface="Arial"/>
                  <a:ea typeface="Arial"/>
                  <a:cs typeface="Arial"/>
                </a:defRPr>
              </a:lvl8pPr>
              <a:lvl9pPr algn="l">
                <a:defRPr sz="750" b="0">
                  <a:solidFill>
                    <a:srgbClr val="273744"/>
                  </a:solidFill>
                  <a:latin typeface="Arial"/>
                  <a:ea typeface="Arial"/>
                  <a:cs typeface="Arial"/>
                </a:defRPr>
              </a:lvl9pPr>
            </a:lstStyle>
            <a:p>
              <a:pPr algn="l">
                <a:defRPr sz="750" b="0">
                  <a:solidFill>
                    <a:srgbClr val="273744"/>
                  </a:solidFill>
                  <a:latin typeface="Arial"/>
                  <a:ea typeface="Arial"/>
                  <a:cs typeface="Arial"/>
                </a:defRPr>
              </a:pPr>
              <a:r>
                <a:t>Individual PDB</a:t>
              </a:r>
            </a:p>
          </p:txBody>
        </p:sp>
      </p:grpSp>
    </p:spTree>
    <p:extLst>
      <p:ext uri="{BB962C8B-B14F-4D97-AF65-F5344CB8AC3E}">
        <p14:creationId xmlns:p14="http://schemas.microsoft.com/office/powerpoint/2010/main" val="987350623"/>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9" name="组合 138">
            <a:extLst>
              <a:ext uri="{FF2B5EF4-FFF2-40B4-BE49-F238E27FC236}">
                <a16:creationId xmlns:a16="http://schemas.microsoft.com/office/drawing/2014/main" id="{41F43DE5-8139-CC66-00D3-1E7E3ECC0F61}"/>
              </a:ext>
            </a:extLst>
          </p:cNvPr>
          <p:cNvGrpSpPr>
            <a:grpSpLocks/>
          </p:cNvGrpSpPr>
          <p:nvPr/>
        </p:nvGrpSpPr>
        <p:grpSpPr>
          <a:xfrm>
            <a:off x="305340" y="2999581"/>
            <a:ext cx="5660253" cy="2844377"/>
            <a:chOff x="305340" y="279400"/>
            <a:chExt cx="5660253" cy="2844377"/>
          </a:xfrm>
        </p:grpSpPr>
        <p:sp>
          <p:nvSpPr>
            <p:cNvPr id="2" name="文本框 1">
              <a:extLst>
                <a:ext uri="{FF2B5EF4-FFF2-40B4-BE49-F238E27FC236}">
                  <a16:creationId xmlns:a16="http://schemas.microsoft.com/office/drawing/2014/main" id="{73D7CD8F-0CC6-585A-4E87-C5A94B4D63C5}"/>
                </a:ext>
              </a:extLst>
            </p:cNvPr>
            <p:cNvSpPr txBox="1"/>
            <p:nvPr/>
          </p:nvSpPr>
          <p:spPr>
            <a:xfrm rot="16200000">
              <a:off x="0" y="1492250"/>
              <a:ext cx="724557" cy="113877"/>
            </a:xfrm>
            <a:prstGeom prst="rect">
              <a:avLst/>
            </a:prstGeom>
            <a:noFill/>
          </p:spPr>
          <p:txBody>
            <a:bodyPr vert="horz" wrap="none" lIns="0" tIns="0" rIns="0" bIns="0" rtlCol="0">
              <a:spAutoFit/>
            </a:bodyPr>
            <a:lstStyle/>
            <a:p>
              <a:pPr algn="ctr"/>
              <a:r>
                <a:rPr lang="en-US" altLang="zh-CN" sz="740">
                  <a:solidFill>
                    <a:srgbClr val="263746"/>
                  </a:solidFill>
                  <a:latin typeface="Arial" panose="020B0604020202020204" pitchFamily="34" charset="0"/>
                </a:rPr>
                <a:t>Success rate (%)</a:t>
              </a:r>
              <a:endParaRPr lang="zh-CN" altLang="en-US" sz="740">
                <a:solidFill>
                  <a:srgbClr val="263746"/>
                </a:solidFill>
                <a:latin typeface="Arial" panose="020B0604020202020204" pitchFamily="34" charset="0"/>
              </a:endParaRPr>
            </a:p>
          </p:txBody>
        </p:sp>
        <p:sp>
          <p:nvSpPr>
            <p:cNvPr id="3" name="文本框 2">
              <a:extLst>
                <a:ext uri="{FF2B5EF4-FFF2-40B4-BE49-F238E27FC236}">
                  <a16:creationId xmlns:a16="http://schemas.microsoft.com/office/drawing/2014/main" id="{5D827D7F-BD69-B8BE-E610-2856AD2D5EB4}"/>
                </a:ext>
              </a:extLst>
            </p:cNvPr>
            <p:cNvSpPr txBox="1"/>
            <p:nvPr/>
          </p:nvSpPr>
          <p:spPr>
            <a:xfrm>
              <a:off x="520700" y="2730500"/>
              <a:ext cx="49694"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0</a:t>
              </a:r>
              <a:endParaRPr lang="zh-CN" altLang="en-US" sz="700">
                <a:solidFill>
                  <a:srgbClr val="5D6974"/>
                </a:solidFill>
                <a:latin typeface="Arial" panose="020B0604020202020204" pitchFamily="34" charset="0"/>
              </a:endParaRPr>
            </a:p>
          </p:txBody>
        </p:sp>
        <p:cxnSp>
          <p:nvCxnSpPr>
            <p:cNvPr id="4" name="直接连接符 3">
              <a:extLst>
                <a:ext uri="{FF2B5EF4-FFF2-40B4-BE49-F238E27FC236}">
                  <a16:creationId xmlns:a16="http://schemas.microsoft.com/office/drawing/2014/main" id="{FD21FADF-AEE5-6AB3-DAA4-18C1D64B0966}"/>
                </a:ext>
              </a:extLst>
            </p:cNvPr>
            <p:cNvCxnSpPr/>
            <p:nvPr/>
          </p:nvCxnSpPr>
          <p:spPr>
            <a:xfrm>
              <a:off x="889000" y="2181225"/>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C43E8F3C-484D-50D9-0913-6503CDE6E1C5}"/>
                </a:ext>
              </a:extLst>
            </p:cNvPr>
            <p:cNvSpPr txBox="1"/>
            <p:nvPr/>
          </p:nvSpPr>
          <p:spPr>
            <a:xfrm>
              <a:off x="520700" y="2117725"/>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25</a:t>
              </a:r>
              <a:endParaRPr lang="zh-CN" altLang="en-US" sz="700">
                <a:solidFill>
                  <a:srgbClr val="5D6974"/>
                </a:solidFill>
                <a:latin typeface="Arial" panose="020B0604020202020204" pitchFamily="34" charset="0"/>
              </a:endParaRPr>
            </a:p>
          </p:txBody>
        </p:sp>
        <p:cxnSp>
          <p:nvCxnSpPr>
            <p:cNvPr id="6" name="直接连接符 5">
              <a:extLst>
                <a:ext uri="{FF2B5EF4-FFF2-40B4-BE49-F238E27FC236}">
                  <a16:creationId xmlns:a16="http://schemas.microsoft.com/office/drawing/2014/main" id="{B100D465-D24A-10B8-A0D6-6D53B481A4D6}"/>
                </a:ext>
              </a:extLst>
            </p:cNvPr>
            <p:cNvCxnSpPr/>
            <p:nvPr/>
          </p:nvCxnSpPr>
          <p:spPr>
            <a:xfrm>
              <a:off x="889000" y="1568450"/>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BE1B150A-3D32-14E9-6F88-5F682E9724FD}"/>
                </a:ext>
              </a:extLst>
            </p:cNvPr>
            <p:cNvSpPr txBox="1"/>
            <p:nvPr/>
          </p:nvSpPr>
          <p:spPr>
            <a:xfrm>
              <a:off x="520700" y="1504950"/>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50</a:t>
              </a:r>
              <a:endParaRPr lang="zh-CN" altLang="en-US" sz="700">
                <a:solidFill>
                  <a:srgbClr val="5D6974"/>
                </a:solidFill>
                <a:latin typeface="Arial" panose="020B0604020202020204" pitchFamily="34" charset="0"/>
              </a:endParaRPr>
            </a:p>
          </p:txBody>
        </p:sp>
        <p:cxnSp>
          <p:nvCxnSpPr>
            <p:cNvPr id="8" name="直接连接符 7">
              <a:extLst>
                <a:ext uri="{FF2B5EF4-FFF2-40B4-BE49-F238E27FC236}">
                  <a16:creationId xmlns:a16="http://schemas.microsoft.com/office/drawing/2014/main" id="{9C25C1F6-FC77-0001-BF3E-58D42DC614EC}"/>
                </a:ext>
              </a:extLst>
            </p:cNvPr>
            <p:cNvCxnSpPr/>
            <p:nvPr/>
          </p:nvCxnSpPr>
          <p:spPr>
            <a:xfrm>
              <a:off x="889000" y="955675"/>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14A9D37-245C-DD3B-DA8D-9B6D099181E0}"/>
                </a:ext>
              </a:extLst>
            </p:cNvPr>
            <p:cNvSpPr txBox="1"/>
            <p:nvPr/>
          </p:nvSpPr>
          <p:spPr>
            <a:xfrm>
              <a:off x="520700" y="892175"/>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75</a:t>
              </a:r>
              <a:endParaRPr lang="zh-CN" altLang="en-US" sz="700">
                <a:solidFill>
                  <a:srgbClr val="5D6974"/>
                </a:solidFill>
                <a:latin typeface="Arial" panose="020B0604020202020204" pitchFamily="34" charset="0"/>
              </a:endParaRPr>
            </a:p>
          </p:txBody>
        </p:sp>
        <p:sp>
          <p:nvSpPr>
            <p:cNvPr id="10" name="文本框 9">
              <a:extLst>
                <a:ext uri="{FF2B5EF4-FFF2-40B4-BE49-F238E27FC236}">
                  <a16:creationId xmlns:a16="http://schemas.microsoft.com/office/drawing/2014/main" id="{041E6F55-4219-C3AF-1A9B-09045CCD1706}"/>
                </a:ext>
              </a:extLst>
            </p:cNvPr>
            <p:cNvSpPr txBox="1"/>
            <p:nvPr/>
          </p:nvSpPr>
          <p:spPr>
            <a:xfrm>
              <a:off x="520700" y="279400"/>
              <a:ext cx="149080"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100</a:t>
              </a:r>
              <a:endParaRPr lang="zh-CN" altLang="en-US" sz="700">
                <a:solidFill>
                  <a:srgbClr val="5D6974"/>
                </a:solidFill>
                <a:latin typeface="Arial" panose="020B0604020202020204" pitchFamily="34" charset="0"/>
              </a:endParaRPr>
            </a:p>
          </p:txBody>
        </p:sp>
        <p:cxnSp>
          <p:nvCxnSpPr>
            <p:cNvPr id="11" name="直接连接符 10">
              <a:extLst>
                <a:ext uri="{FF2B5EF4-FFF2-40B4-BE49-F238E27FC236}">
                  <a16:creationId xmlns:a16="http://schemas.microsoft.com/office/drawing/2014/main" id="{E99DCA56-2764-BB96-DEA3-00F72FBE2A46}"/>
                </a:ext>
              </a:extLst>
            </p:cNvPr>
            <p:cNvCxnSpPr/>
            <p:nvPr/>
          </p:nvCxnSpPr>
          <p:spPr>
            <a:xfrm>
              <a:off x="889000" y="342900"/>
              <a:ext cx="0" cy="2451100"/>
            </a:xfrm>
            <a:prstGeom prst="line">
              <a:avLst/>
            </a:prstGeom>
            <a:ln w="1016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A9141751-FFA6-97F0-B889-4FEBD76E43ED}"/>
                </a:ext>
              </a:extLst>
            </p:cNvPr>
            <p:cNvCxnSpPr/>
            <p:nvPr/>
          </p:nvCxnSpPr>
          <p:spPr>
            <a:xfrm>
              <a:off x="889000" y="2794000"/>
              <a:ext cx="3657600" cy="0"/>
            </a:xfrm>
            <a:prstGeom prst="line">
              <a:avLst/>
            </a:prstGeom>
            <a:ln w="1016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5E84B23-7967-2A14-E920-F2FE7BAFB145}"/>
                </a:ext>
              </a:extLst>
            </p:cNvPr>
            <p:cNvCxnSpPr/>
            <p:nvPr/>
          </p:nvCxnSpPr>
          <p:spPr>
            <a:xfrm>
              <a:off x="8890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607E7B72-7CEB-7CF6-5E21-F8A00C628268}"/>
                </a:ext>
              </a:extLst>
            </p:cNvPr>
            <p:cNvSpPr txBox="1"/>
            <p:nvPr/>
          </p:nvSpPr>
          <p:spPr>
            <a:xfrm>
              <a:off x="825500" y="28448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1</a:t>
              </a:r>
              <a:endParaRPr lang="zh-CN" altLang="en-US" sz="700">
                <a:solidFill>
                  <a:srgbClr val="5D6974"/>
                </a:solidFill>
                <a:latin typeface="Arial" panose="020B0604020202020204" pitchFamily="34" charset="0"/>
              </a:endParaRPr>
            </a:p>
          </p:txBody>
        </p:sp>
        <p:cxnSp>
          <p:nvCxnSpPr>
            <p:cNvPr id="15" name="直接连接符 14">
              <a:extLst>
                <a:ext uri="{FF2B5EF4-FFF2-40B4-BE49-F238E27FC236}">
                  <a16:creationId xmlns:a16="http://schemas.microsoft.com/office/drawing/2014/main" id="{83DE9A6C-7BDD-75F1-697A-48E3D2B13DC7}"/>
                </a:ext>
              </a:extLst>
            </p:cNvPr>
            <p:cNvCxnSpPr/>
            <p:nvPr/>
          </p:nvCxnSpPr>
          <p:spPr>
            <a:xfrm>
              <a:off x="12954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5DBA76C2-EEEF-C4E0-798D-1BBD29ACD9D7}"/>
                </a:ext>
              </a:extLst>
            </p:cNvPr>
            <p:cNvCxnSpPr/>
            <p:nvPr/>
          </p:nvCxnSpPr>
          <p:spPr>
            <a:xfrm>
              <a:off x="17018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262D3DFD-6002-99B3-F2D4-9C879D26CF6A}"/>
                </a:ext>
              </a:extLst>
            </p:cNvPr>
            <p:cNvSpPr txBox="1"/>
            <p:nvPr/>
          </p:nvSpPr>
          <p:spPr>
            <a:xfrm>
              <a:off x="1638300" y="28448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3</a:t>
              </a:r>
              <a:endParaRPr lang="zh-CN" altLang="en-US" sz="700">
                <a:solidFill>
                  <a:srgbClr val="5D6974"/>
                </a:solidFill>
                <a:latin typeface="Arial" panose="020B0604020202020204" pitchFamily="34" charset="0"/>
              </a:endParaRPr>
            </a:p>
          </p:txBody>
        </p:sp>
        <p:cxnSp>
          <p:nvCxnSpPr>
            <p:cNvPr id="18" name="直接连接符 17">
              <a:extLst>
                <a:ext uri="{FF2B5EF4-FFF2-40B4-BE49-F238E27FC236}">
                  <a16:creationId xmlns:a16="http://schemas.microsoft.com/office/drawing/2014/main" id="{61ACB543-5DE2-B524-7187-E79806FB823A}"/>
                </a:ext>
              </a:extLst>
            </p:cNvPr>
            <p:cNvCxnSpPr/>
            <p:nvPr/>
          </p:nvCxnSpPr>
          <p:spPr>
            <a:xfrm>
              <a:off x="21082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7907FCA-1185-32B9-64FB-115D11EE25D9}"/>
                </a:ext>
              </a:extLst>
            </p:cNvPr>
            <p:cNvCxnSpPr/>
            <p:nvPr/>
          </p:nvCxnSpPr>
          <p:spPr>
            <a:xfrm>
              <a:off x="25146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3A9DF025-BBF6-EA9C-452D-5C6D18B3AE33}"/>
                </a:ext>
              </a:extLst>
            </p:cNvPr>
            <p:cNvSpPr txBox="1"/>
            <p:nvPr/>
          </p:nvSpPr>
          <p:spPr>
            <a:xfrm>
              <a:off x="2451100" y="28448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5</a:t>
              </a:r>
              <a:endParaRPr lang="zh-CN" altLang="en-US" sz="700">
                <a:solidFill>
                  <a:srgbClr val="5D6974"/>
                </a:solidFill>
                <a:latin typeface="Arial" panose="020B0604020202020204" pitchFamily="34" charset="0"/>
              </a:endParaRPr>
            </a:p>
          </p:txBody>
        </p:sp>
        <p:cxnSp>
          <p:nvCxnSpPr>
            <p:cNvPr id="21" name="直接连接符 20">
              <a:extLst>
                <a:ext uri="{FF2B5EF4-FFF2-40B4-BE49-F238E27FC236}">
                  <a16:creationId xmlns:a16="http://schemas.microsoft.com/office/drawing/2014/main" id="{E98ACDC5-716F-C4A2-111C-AE1CB61680D8}"/>
                </a:ext>
              </a:extLst>
            </p:cNvPr>
            <p:cNvCxnSpPr/>
            <p:nvPr/>
          </p:nvCxnSpPr>
          <p:spPr>
            <a:xfrm>
              <a:off x="29210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C206533-3005-C183-88A9-0857DE2597EA}"/>
                </a:ext>
              </a:extLst>
            </p:cNvPr>
            <p:cNvCxnSpPr/>
            <p:nvPr/>
          </p:nvCxnSpPr>
          <p:spPr>
            <a:xfrm>
              <a:off x="33274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2EA385B0-E303-D2D7-E25F-B96C9E380D50}"/>
                </a:ext>
              </a:extLst>
            </p:cNvPr>
            <p:cNvSpPr txBox="1"/>
            <p:nvPr/>
          </p:nvSpPr>
          <p:spPr>
            <a:xfrm>
              <a:off x="3263900" y="28448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7</a:t>
              </a:r>
              <a:endParaRPr lang="zh-CN" altLang="en-US" sz="700">
                <a:solidFill>
                  <a:srgbClr val="5D6974"/>
                </a:solidFill>
                <a:latin typeface="Arial" panose="020B0604020202020204" pitchFamily="34" charset="0"/>
              </a:endParaRPr>
            </a:p>
          </p:txBody>
        </p:sp>
        <p:cxnSp>
          <p:nvCxnSpPr>
            <p:cNvPr id="24" name="直接连接符 23">
              <a:extLst>
                <a:ext uri="{FF2B5EF4-FFF2-40B4-BE49-F238E27FC236}">
                  <a16:creationId xmlns:a16="http://schemas.microsoft.com/office/drawing/2014/main" id="{E3C85783-6695-B4D0-DD89-03F3E5ACEEE9}"/>
                </a:ext>
              </a:extLst>
            </p:cNvPr>
            <p:cNvCxnSpPr/>
            <p:nvPr/>
          </p:nvCxnSpPr>
          <p:spPr>
            <a:xfrm>
              <a:off x="37338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420AB7FD-DBD0-7794-F51D-B5CB823C705E}"/>
                </a:ext>
              </a:extLst>
            </p:cNvPr>
            <p:cNvCxnSpPr/>
            <p:nvPr/>
          </p:nvCxnSpPr>
          <p:spPr>
            <a:xfrm>
              <a:off x="41402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0523575D-8DDE-47A1-B401-F6E49DEB3024}"/>
                </a:ext>
              </a:extLst>
            </p:cNvPr>
            <p:cNvCxnSpPr/>
            <p:nvPr/>
          </p:nvCxnSpPr>
          <p:spPr>
            <a:xfrm>
              <a:off x="4546600" y="27940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28F0C4F0-5662-50C2-9635-5D9C54C168C3}"/>
                </a:ext>
              </a:extLst>
            </p:cNvPr>
            <p:cNvSpPr txBox="1"/>
            <p:nvPr/>
          </p:nvSpPr>
          <p:spPr>
            <a:xfrm>
              <a:off x="4483100" y="2844800"/>
              <a:ext cx="99386"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10</a:t>
              </a:r>
              <a:endParaRPr lang="zh-CN" altLang="en-US" sz="700">
                <a:solidFill>
                  <a:srgbClr val="5D6974"/>
                </a:solidFill>
                <a:latin typeface="Arial" panose="020B0604020202020204" pitchFamily="34" charset="0"/>
              </a:endParaRPr>
            </a:p>
          </p:txBody>
        </p:sp>
        <p:sp>
          <p:nvSpPr>
            <p:cNvPr id="28" name="文本框 27">
              <a:extLst>
                <a:ext uri="{FF2B5EF4-FFF2-40B4-BE49-F238E27FC236}">
                  <a16:creationId xmlns:a16="http://schemas.microsoft.com/office/drawing/2014/main" id="{B50AE988-5CED-41F5-DDEB-1AF00F215DD7}"/>
                </a:ext>
              </a:extLst>
            </p:cNvPr>
            <p:cNvSpPr txBox="1"/>
            <p:nvPr/>
          </p:nvSpPr>
          <p:spPr>
            <a:xfrm>
              <a:off x="2057400" y="3009900"/>
              <a:ext cx="702115" cy="113877"/>
            </a:xfrm>
            <a:prstGeom prst="rect">
              <a:avLst/>
            </a:prstGeom>
            <a:noFill/>
          </p:spPr>
          <p:txBody>
            <a:bodyPr vert="horz" wrap="none" lIns="0" tIns="0" rIns="0" bIns="0" rtlCol="0">
              <a:spAutoFit/>
            </a:bodyPr>
            <a:lstStyle/>
            <a:p>
              <a:pPr algn="ctr"/>
              <a:r>
                <a:rPr lang="en-US" altLang="zh-CN" sz="740">
                  <a:solidFill>
                    <a:srgbClr val="263746"/>
                  </a:solidFill>
                  <a:latin typeface="Arial" panose="020B0604020202020204" pitchFamily="34" charset="0"/>
                </a:rPr>
                <a:t>Ranked sites (K)</a:t>
              </a:r>
              <a:endParaRPr lang="zh-CN" altLang="en-US" sz="740">
                <a:solidFill>
                  <a:srgbClr val="263746"/>
                </a:solidFill>
                <a:latin typeface="Arial" panose="020B0604020202020204" pitchFamily="34" charset="0"/>
              </a:endParaRPr>
            </a:p>
          </p:txBody>
        </p:sp>
        <p:cxnSp>
          <p:nvCxnSpPr>
            <p:cNvPr id="29" name="直接连接符 28">
              <a:extLst>
                <a:ext uri="{FF2B5EF4-FFF2-40B4-BE49-F238E27FC236}">
                  <a16:creationId xmlns:a16="http://schemas.microsoft.com/office/drawing/2014/main" id="{19EED0CF-B6F2-F5CE-2789-BD20E85002DB}"/>
                </a:ext>
              </a:extLst>
            </p:cNvPr>
            <p:cNvCxnSpPr/>
            <p:nvPr/>
          </p:nvCxnSpPr>
          <p:spPr>
            <a:xfrm flipV="1">
              <a:off x="889000" y="603073"/>
              <a:ext cx="406400" cy="164319"/>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4DFB73B2-0633-A68C-F965-258C8F08EA7B}"/>
                </a:ext>
              </a:extLst>
            </p:cNvPr>
            <p:cNvCxnSpPr/>
            <p:nvPr/>
          </p:nvCxnSpPr>
          <p:spPr>
            <a:xfrm flipV="1">
              <a:off x="1295400" y="534606"/>
              <a:ext cx="406400" cy="68467"/>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7EA76BF5-087E-6610-BE24-350381DCC9AE}"/>
                </a:ext>
              </a:extLst>
            </p:cNvPr>
            <p:cNvCxnSpPr/>
            <p:nvPr/>
          </p:nvCxnSpPr>
          <p:spPr>
            <a:xfrm>
              <a:off x="1701800" y="534606"/>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E5B947F-B907-0120-511B-2A730462DCA7}"/>
                </a:ext>
              </a:extLst>
            </p:cNvPr>
            <p:cNvCxnSpPr/>
            <p:nvPr/>
          </p:nvCxnSpPr>
          <p:spPr>
            <a:xfrm flipV="1">
              <a:off x="2108200" y="520913"/>
              <a:ext cx="406400" cy="13693"/>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BBCEA9F3-317D-F897-380F-A75D80AA90CC}"/>
                </a:ext>
              </a:extLst>
            </p:cNvPr>
            <p:cNvCxnSpPr/>
            <p:nvPr/>
          </p:nvCxnSpPr>
          <p:spPr>
            <a:xfrm>
              <a:off x="2514600" y="520913"/>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5835BE8-6B63-B147-D7D7-E179D39810A0}"/>
                </a:ext>
              </a:extLst>
            </p:cNvPr>
            <p:cNvCxnSpPr/>
            <p:nvPr/>
          </p:nvCxnSpPr>
          <p:spPr>
            <a:xfrm flipV="1">
              <a:off x="2921000" y="507220"/>
              <a:ext cx="406400" cy="13693"/>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4D2C1F4-3E8C-D70D-7834-477D80902AA0}"/>
                </a:ext>
              </a:extLst>
            </p:cNvPr>
            <p:cNvCxnSpPr/>
            <p:nvPr/>
          </p:nvCxnSpPr>
          <p:spPr>
            <a:xfrm>
              <a:off x="3327400" y="507220"/>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511DE79F-F1D4-C28C-0013-CEC17D3B7D9E}"/>
                </a:ext>
              </a:extLst>
            </p:cNvPr>
            <p:cNvCxnSpPr/>
            <p:nvPr/>
          </p:nvCxnSpPr>
          <p:spPr>
            <a:xfrm>
              <a:off x="3733800" y="507220"/>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E878B441-0BA3-85A8-3435-F2FB9F270C49}"/>
                </a:ext>
              </a:extLst>
            </p:cNvPr>
            <p:cNvCxnSpPr/>
            <p:nvPr/>
          </p:nvCxnSpPr>
          <p:spPr>
            <a:xfrm>
              <a:off x="4140200" y="507220"/>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sp>
          <p:nvSpPr>
            <p:cNvPr id="38" name="椭圆 37">
              <a:extLst>
                <a:ext uri="{FF2B5EF4-FFF2-40B4-BE49-F238E27FC236}">
                  <a16:creationId xmlns:a16="http://schemas.microsoft.com/office/drawing/2014/main" id="{EB549EDC-E8C8-6881-8655-00612BA91F72}"/>
                </a:ext>
              </a:extLst>
            </p:cNvPr>
            <p:cNvSpPr/>
            <p:nvPr/>
          </p:nvSpPr>
          <p:spPr>
            <a:xfrm>
              <a:off x="866775" y="745167"/>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8BF71709-B4B6-75EE-C45C-FC6650ADCB73}"/>
                </a:ext>
              </a:extLst>
            </p:cNvPr>
            <p:cNvSpPr/>
            <p:nvPr/>
          </p:nvSpPr>
          <p:spPr>
            <a:xfrm>
              <a:off x="1273175" y="580848"/>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3A98E552-04D4-2A14-0344-880346283DFA}"/>
                </a:ext>
              </a:extLst>
            </p:cNvPr>
            <p:cNvSpPr/>
            <p:nvPr/>
          </p:nvSpPr>
          <p:spPr>
            <a:xfrm>
              <a:off x="1679575" y="51238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D30ABE9E-7916-0E9A-0306-45FA8FA48C3A}"/>
                </a:ext>
              </a:extLst>
            </p:cNvPr>
            <p:cNvSpPr/>
            <p:nvPr/>
          </p:nvSpPr>
          <p:spPr>
            <a:xfrm>
              <a:off x="2085975" y="51238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9E16FF4F-22FF-51A7-18D8-EE4FE8312A98}"/>
                </a:ext>
              </a:extLst>
            </p:cNvPr>
            <p:cNvSpPr/>
            <p:nvPr/>
          </p:nvSpPr>
          <p:spPr>
            <a:xfrm>
              <a:off x="2492375" y="498688"/>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E5B07B9D-F07C-B9EC-3EEC-F4F84CB16089}"/>
                </a:ext>
              </a:extLst>
            </p:cNvPr>
            <p:cNvSpPr/>
            <p:nvPr/>
          </p:nvSpPr>
          <p:spPr>
            <a:xfrm>
              <a:off x="2898775" y="498688"/>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A60DDC03-802F-E266-0012-FBFC8817FEE5}"/>
                </a:ext>
              </a:extLst>
            </p:cNvPr>
            <p:cNvSpPr/>
            <p:nvPr/>
          </p:nvSpPr>
          <p:spPr>
            <a:xfrm>
              <a:off x="3305175" y="484995"/>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E9BE3FF5-B1EA-C14D-D4A5-D9A89C61C729}"/>
                </a:ext>
              </a:extLst>
            </p:cNvPr>
            <p:cNvSpPr/>
            <p:nvPr/>
          </p:nvSpPr>
          <p:spPr>
            <a:xfrm>
              <a:off x="3711575" y="484995"/>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D7544BBE-C536-AF87-91AD-C5C3ACFE343A}"/>
                </a:ext>
              </a:extLst>
            </p:cNvPr>
            <p:cNvSpPr/>
            <p:nvPr/>
          </p:nvSpPr>
          <p:spPr>
            <a:xfrm>
              <a:off x="4117975" y="484995"/>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7ED00EDE-40C8-FDC4-B7CD-64DF167B7BE1}"/>
                </a:ext>
              </a:extLst>
            </p:cNvPr>
            <p:cNvSpPr/>
            <p:nvPr/>
          </p:nvSpPr>
          <p:spPr>
            <a:xfrm>
              <a:off x="4524375" y="484995"/>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连接符 47">
              <a:extLst>
                <a:ext uri="{FF2B5EF4-FFF2-40B4-BE49-F238E27FC236}">
                  <a16:creationId xmlns:a16="http://schemas.microsoft.com/office/drawing/2014/main" id="{AB337A46-862E-B7B5-7861-1B726894FC2E}"/>
                </a:ext>
              </a:extLst>
            </p:cNvPr>
            <p:cNvCxnSpPr/>
            <p:nvPr/>
          </p:nvCxnSpPr>
          <p:spPr>
            <a:xfrm flipV="1">
              <a:off x="889000" y="657846"/>
              <a:ext cx="406400" cy="191706"/>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F9419CA3-1E06-F3C0-E426-BA95BE49F909}"/>
                </a:ext>
              </a:extLst>
            </p:cNvPr>
            <p:cNvCxnSpPr/>
            <p:nvPr/>
          </p:nvCxnSpPr>
          <p:spPr>
            <a:xfrm flipV="1">
              <a:off x="1295400" y="589379"/>
              <a:ext cx="406400" cy="68467"/>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B7F849C-2F2E-E57D-81F7-2B0AF9A883AB}"/>
                </a:ext>
              </a:extLst>
            </p:cNvPr>
            <p:cNvCxnSpPr/>
            <p:nvPr/>
          </p:nvCxnSpPr>
          <p:spPr>
            <a:xfrm flipV="1">
              <a:off x="1701800" y="575686"/>
              <a:ext cx="406400" cy="13693"/>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6E0D0BF7-8681-7323-5705-4C5962A87671}"/>
                </a:ext>
              </a:extLst>
            </p:cNvPr>
            <p:cNvCxnSpPr/>
            <p:nvPr/>
          </p:nvCxnSpPr>
          <p:spPr>
            <a:xfrm flipV="1">
              <a:off x="2108200" y="561993"/>
              <a:ext cx="406400" cy="13693"/>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844ED0C-590E-CAAD-65BE-951D43075DFF}"/>
                </a:ext>
              </a:extLst>
            </p:cNvPr>
            <p:cNvCxnSpPr/>
            <p:nvPr/>
          </p:nvCxnSpPr>
          <p:spPr>
            <a:xfrm flipV="1">
              <a:off x="2514600" y="548299"/>
              <a:ext cx="406400" cy="13694"/>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16EA3C09-3CCC-62A5-7F75-49189CCD9EAB}"/>
                </a:ext>
              </a:extLst>
            </p:cNvPr>
            <p:cNvCxnSpPr/>
            <p:nvPr/>
          </p:nvCxnSpPr>
          <p:spPr>
            <a:xfrm flipV="1">
              <a:off x="2921000" y="534606"/>
              <a:ext cx="406400" cy="13693"/>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4CB4831D-978E-80BC-FCAE-8462530F3A4A}"/>
                </a:ext>
              </a:extLst>
            </p:cNvPr>
            <p:cNvCxnSpPr/>
            <p:nvPr/>
          </p:nvCxnSpPr>
          <p:spPr>
            <a:xfrm>
              <a:off x="3327400" y="534606"/>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9AF8F867-BC67-7676-3C34-B9058EC35FF4}"/>
                </a:ext>
              </a:extLst>
            </p:cNvPr>
            <p:cNvCxnSpPr/>
            <p:nvPr/>
          </p:nvCxnSpPr>
          <p:spPr>
            <a:xfrm>
              <a:off x="3733800" y="534606"/>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815FABB-1B87-3B7C-A061-336653FC9165}"/>
                </a:ext>
              </a:extLst>
            </p:cNvPr>
            <p:cNvCxnSpPr/>
            <p:nvPr/>
          </p:nvCxnSpPr>
          <p:spPr>
            <a:xfrm>
              <a:off x="4140200" y="534606"/>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FC742D45-D225-CA95-630A-844DFD8E6B28}"/>
                </a:ext>
              </a:extLst>
            </p:cNvPr>
            <p:cNvSpPr/>
            <p:nvPr/>
          </p:nvSpPr>
          <p:spPr>
            <a:xfrm>
              <a:off x="866775" y="827327"/>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85C6BFCE-5563-1557-A9C5-CEA752B7BBCA}"/>
                </a:ext>
              </a:extLst>
            </p:cNvPr>
            <p:cNvSpPr/>
            <p:nvPr/>
          </p:nvSpPr>
          <p:spPr>
            <a:xfrm>
              <a:off x="1273175" y="635621"/>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DB9FA251-B19D-BFC6-54EC-E43B85451876}"/>
                </a:ext>
              </a:extLst>
            </p:cNvPr>
            <p:cNvSpPr/>
            <p:nvPr/>
          </p:nvSpPr>
          <p:spPr>
            <a:xfrm>
              <a:off x="1679575" y="567154"/>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6AC6CC2F-E3F1-9C01-FE56-903506168307}"/>
                </a:ext>
              </a:extLst>
            </p:cNvPr>
            <p:cNvSpPr/>
            <p:nvPr/>
          </p:nvSpPr>
          <p:spPr>
            <a:xfrm>
              <a:off x="2085975" y="553461"/>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226700F5-D372-EAE6-31A0-C4CED97A53D2}"/>
                </a:ext>
              </a:extLst>
            </p:cNvPr>
            <p:cNvSpPr/>
            <p:nvPr/>
          </p:nvSpPr>
          <p:spPr>
            <a:xfrm>
              <a:off x="2492375" y="539768"/>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0271778B-4F2B-3F20-1248-7D7E06780EF4}"/>
                </a:ext>
              </a:extLst>
            </p:cNvPr>
            <p:cNvSpPr/>
            <p:nvPr/>
          </p:nvSpPr>
          <p:spPr>
            <a:xfrm>
              <a:off x="2898775" y="526074"/>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a:extLst>
                <a:ext uri="{FF2B5EF4-FFF2-40B4-BE49-F238E27FC236}">
                  <a16:creationId xmlns:a16="http://schemas.microsoft.com/office/drawing/2014/main" id="{6A5522B7-2120-3C86-A6DB-981B4B5CA655}"/>
                </a:ext>
              </a:extLst>
            </p:cNvPr>
            <p:cNvSpPr/>
            <p:nvPr/>
          </p:nvSpPr>
          <p:spPr>
            <a:xfrm>
              <a:off x="3305175" y="512381"/>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360095A3-0FCD-D09A-10D4-ACB801E2BAF1}"/>
                </a:ext>
              </a:extLst>
            </p:cNvPr>
            <p:cNvSpPr/>
            <p:nvPr/>
          </p:nvSpPr>
          <p:spPr>
            <a:xfrm>
              <a:off x="3711575" y="512381"/>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87B29111-7715-075C-AF06-F0EE0F058CA3}"/>
                </a:ext>
              </a:extLst>
            </p:cNvPr>
            <p:cNvSpPr/>
            <p:nvPr/>
          </p:nvSpPr>
          <p:spPr>
            <a:xfrm>
              <a:off x="4117975" y="512381"/>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52C83248-4BF5-1BF9-783F-3E8531B7EEB1}"/>
                </a:ext>
              </a:extLst>
            </p:cNvPr>
            <p:cNvSpPr/>
            <p:nvPr/>
          </p:nvSpPr>
          <p:spPr>
            <a:xfrm>
              <a:off x="4524375" y="512381"/>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连接符 66">
              <a:extLst>
                <a:ext uri="{FF2B5EF4-FFF2-40B4-BE49-F238E27FC236}">
                  <a16:creationId xmlns:a16="http://schemas.microsoft.com/office/drawing/2014/main" id="{48AB5589-AA0F-DA40-56DB-C256ADA5385E}"/>
                </a:ext>
              </a:extLst>
            </p:cNvPr>
            <p:cNvCxnSpPr/>
            <p:nvPr/>
          </p:nvCxnSpPr>
          <p:spPr>
            <a:xfrm flipV="1">
              <a:off x="889000" y="767392"/>
              <a:ext cx="406400" cy="191706"/>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8A8082D-9B07-48A6-B06F-91743DEEE41B}"/>
                </a:ext>
              </a:extLst>
            </p:cNvPr>
            <p:cNvCxnSpPr/>
            <p:nvPr/>
          </p:nvCxnSpPr>
          <p:spPr>
            <a:xfrm flipV="1">
              <a:off x="1295400" y="671539"/>
              <a:ext cx="406400" cy="95853"/>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933C8AE9-0061-8545-5655-058D72B751ED}"/>
                </a:ext>
              </a:extLst>
            </p:cNvPr>
            <p:cNvCxnSpPr/>
            <p:nvPr/>
          </p:nvCxnSpPr>
          <p:spPr>
            <a:xfrm flipV="1">
              <a:off x="1701800" y="657846"/>
              <a:ext cx="406400" cy="13693"/>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6069E35E-77A0-912E-486F-B4CAAA968203}"/>
                </a:ext>
              </a:extLst>
            </p:cNvPr>
            <p:cNvCxnSpPr/>
            <p:nvPr/>
          </p:nvCxnSpPr>
          <p:spPr>
            <a:xfrm flipV="1">
              <a:off x="2108200" y="644152"/>
              <a:ext cx="406400" cy="13694"/>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568059FC-6256-5575-DD15-E994C69F9C5E}"/>
                </a:ext>
              </a:extLst>
            </p:cNvPr>
            <p:cNvCxnSpPr/>
            <p:nvPr/>
          </p:nvCxnSpPr>
          <p:spPr>
            <a:xfrm flipV="1">
              <a:off x="2514600" y="630459"/>
              <a:ext cx="406400" cy="13693"/>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3D56C9A4-8EBD-E1B5-FA07-412451151452}"/>
                </a:ext>
              </a:extLst>
            </p:cNvPr>
            <p:cNvCxnSpPr/>
            <p:nvPr/>
          </p:nvCxnSpPr>
          <p:spPr>
            <a:xfrm flipV="1">
              <a:off x="2921000" y="616766"/>
              <a:ext cx="406400" cy="13693"/>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A3C1A5FF-45AF-3059-F19C-5858698F1678}"/>
                </a:ext>
              </a:extLst>
            </p:cNvPr>
            <p:cNvCxnSpPr/>
            <p:nvPr/>
          </p:nvCxnSpPr>
          <p:spPr>
            <a:xfrm>
              <a:off x="3327400" y="616766"/>
              <a:ext cx="4064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E301E910-538D-9F49-70A3-23BBBD4B708D}"/>
                </a:ext>
              </a:extLst>
            </p:cNvPr>
            <p:cNvCxnSpPr/>
            <p:nvPr/>
          </p:nvCxnSpPr>
          <p:spPr>
            <a:xfrm>
              <a:off x="3733800" y="616766"/>
              <a:ext cx="4064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D6136C6A-51D3-DF51-84D0-AF159F7CAA61}"/>
                </a:ext>
              </a:extLst>
            </p:cNvPr>
            <p:cNvCxnSpPr/>
            <p:nvPr/>
          </p:nvCxnSpPr>
          <p:spPr>
            <a:xfrm>
              <a:off x="4140200" y="616766"/>
              <a:ext cx="4064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80841228-B93C-32CC-422C-A0AEB30C9137}"/>
                </a:ext>
              </a:extLst>
            </p:cNvPr>
            <p:cNvSpPr/>
            <p:nvPr/>
          </p:nvSpPr>
          <p:spPr>
            <a:xfrm>
              <a:off x="866775" y="936873"/>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9D797E2E-E82B-9001-8612-41D637B8CBB5}"/>
                </a:ext>
              </a:extLst>
            </p:cNvPr>
            <p:cNvSpPr/>
            <p:nvPr/>
          </p:nvSpPr>
          <p:spPr>
            <a:xfrm>
              <a:off x="1273175" y="745167"/>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49754569-860B-A17B-469A-845C2029997A}"/>
                </a:ext>
              </a:extLst>
            </p:cNvPr>
            <p:cNvSpPr/>
            <p:nvPr/>
          </p:nvSpPr>
          <p:spPr>
            <a:xfrm>
              <a:off x="1679575" y="64931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586431F7-16A1-FEF8-0CA3-36F89AE8AF77}"/>
                </a:ext>
              </a:extLst>
            </p:cNvPr>
            <p:cNvSpPr/>
            <p:nvPr/>
          </p:nvSpPr>
          <p:spPr>
            <a:xfrm>
              <a:off x="2085975" y="635621"/>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4A5036DB-BDBA-CA33-8EA0-CDBAD60F3EA2}"/>
                </a:ext>
              </a:extLst>
            </p:cNvPr>
            <p:cNvSpPr/>
            <p:nvPr/>
          </p:nvSpPr>
          <p:spPr>
            <a:xfrm>
              <a:off x="2492375" y="621927"/>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FA276256-6F8A-F52C-A327-260ACE30E9F2}"/>
                </a:ext>
              </a:extLst>
            </p:cNvPr>
            <p:cNvSpPr/>
            <p:nvPr/>
          </p:nvSpPr>
          <p:spPr>
            <a:xfrm>
              <a:off x="2898775" y="60823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FC55F05A-9113-628E-E7C4-F1A250B7DF09}"/>
                </a:ext>
              </a:extLst>
            </p:cNvPr>
            <p:cNvSpPr/>
            <p:nvPr/>
          </p:nvSpPr>
          <p:spPr>
            <a:xfrm>
              <a:off x="3305175" y="594541"/>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17B4D810-C03E-B8FB-4A4F-5668FBB7D7A3}"/>
                </a:ext>
              </a:extLst>
            </p:cNvPr>
            <p:cNvSpPr/>
            <p:nvPr/>
          </p:nvSpPr>
          <p:spPr>
            <a:xfrm>
              <a:off x="3711575" y="594541"/>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69A749ED-6CDB-E195-A6CA-3254679ABF24}"/>
                </a:ext>
              </a:extLst>
            </p:cNvPr>
            <p:cNvSpPr/>
            <p:nvPr/>
          </p:nvSpPr>
          <p:spPr>
            <a:xfrm>
              <a:off x="4117975" y="594541"/>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B60E9F11-2F1A-0DEA-178E-4E7B6AE9F624}"/>
                </a:ext>
              </a:extLst>
            </p:cNvPr>
            <p:cNvSpPr/>
            <p:nvPr/>
          </p:nvSpPr>
          <p:spPr>
            <a:xfrm>
              <a:off x="4524375" y="594541"/>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A8400698-DFB5-F7E0-E49D-7B8702176485}"/>
                </a:ext>
              </a:extLst>
            </p:cNvPr>
            <p:cNvCxnSpPr/>
            <p:nvPr/>
          </p:nvCxnSpPr>
          <p:spPr>
            <a:xfrm flipV="1">
              <a:off x="889000" y="863245"/>
              <a:ext cx="406400" cy="287559"/>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ECD09230-E696-E37E-EC56-010A5EECD73E}"/>
                </a:ext>
              </a:extLst>
            </p:cNvPr>
            <p:cNvCxnSpPr/>
            <p:nvPr/>
          </p:nvCxnSpPr>
          <p:spPr>
            <a:xfrm flipV="1">
              <a:off x="1295400" y="740006"/>
              <a:ext cx="406400" cy="123239"/>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1E8C87DA-1F81-D590-06FC-4FFF0798A60E}"/>
                </a:ext>
              </a:extLst>
            </p:cNvPr>
            <p:cNvCxnSpPr/>
            <p:nvPr/>
          </p:nvCxnSpPr>
          <p:spPr>
            <a:xfrm flipV="1">
              <a:off x="1701800" y="712619"/>
              <a:ext cx="406400" cy="27387"/>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BD71D008-ED92-2569-6577-C3008DA7F37F}"/>
                </a:ext>
              </a:extLst>
            </p:cNvPr>
            <p:cNvCxnSpPr/>
            <p:nvPr/>
          </p:nvCxnSpPr>
          <p:spPr>
            <a:xfrm flipV="1">
              <a:off x="2108200" y="698926"/>
              <a:ext cx="406400" cy="13693"/>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2CF00C39-54D6-CE83-AB00-8258FF42E03E}"/>
                </a:ext>
              </a:extLst>
            </p:cNvPr>
            <p:cNvCxnSpPr/>
            <p:nvPr/>
          </p:nvCxnSpPr>
          <p:spPr>
            <a:xfrm flipV="1">
              <a:off x="2514600" y="685232"/>
              <a:ext cx="406400" cy="13694"/>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F1DB238D-4155-2132-4AE7-DC4369656F96}"/>
                </a:ext>
              </a:extLst>
            </p:cNvPr>
            <p:cNvCxnSpPr/>
            <p:nvPr/>
          </p:nvCxnSpPr>
          <p:spPr>
            <a:xfrm flipV="1">
              <a:off x="2921000" y="671539"/>
              <a:ext cx="406400" cy="13693"/>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FF58B2C3-FE04-61A8-05B4-87390B3013C9}"/>
                </a:ext>
              </a:extLst>
            </p:cNvPr>
            <p:cNvCxnSpPr/>
            <p:nvPr/>
          </p:nvCxnSpPr>
          <p:spPr>
            <a:xfrm flipV="1">
              <a:off x="3327400" y="644152"/>
              <a:ext cx="406400" cy="27387"/>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055E0C2C-5DFA-8BDA-CE15-658BF86877BB}"/>
                </a:ext>
              </a:extLst>
            </p:cNvPr>
            <p:cNvCxnSpPr/>
            <p:nvPr/>
          </p:nvCxnSpPr>
          <p:spPr>
            <a:xfrm>
              <a:off x="3733800" y="644152"/>
              <a:ext cx="4064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2DC51F0F-5DB3-49B3-FC95-20B61FC0F256}"/>
                </a:ext>
              </a:extLst>
            </p:cNvPr>
            <p:cNvCxnSpPr/>
            <p:nvPr/>
          </p:nvCxnSpPr>
          <p:spPr>
            <a:xfrm>
              <a:off x="4140200" y="644152"/>
              <a:ext cx="4064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sp>
          <p:nvSpPr>
            <p:cNvPr id="95" name="矩形 94">
              <a:extLst>
                <a:ext uri="{FF2B5EF4-FFF2-40B4-BE49-F238E27FC236}">
                  <a16:creationId xmlns:a16="http://schemas.microsoft.com/office/drawing/2014/main" id="{DB87183A-BC06-107C-E04E-128711F9B852}"/>
                </a:ext>
              </a:extLst>
            </p:cNvPr>
            <p:cNvSpPr/>
            <p:nvPr/>
          </p:nvSpPr>
          <p:spPr>
            <a:xfrm>
              <a:off x="866775" y="1128579"/>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a:extLst>
                <a:ext uri="{FF2B5EF4-FFF2-40B4-BE49-F238E27FC236}">
                  <a16:creationId xmlns:a16="http://schemas.microsoft.com/office/drawing/2014/main" id="{ECDA2751-6E03-17A0-A1C5-0FCF29469DE6}"/>
                </a:ext>
              </a:extLst>
            </p:cNvPr>
            <p:cNvSpPr/>
            <p:nvPr/>
          </p:nvSpPr>
          <p:spPr>
            <a:xfrm>
              <a:off x="1273175" y="841020"/>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a:extLst>
                <a:ext uri="{FF2B5EF4-FFF2-40B4-BE49-F238E27FC236}">
                  <a16:creationId xmlns:a16="http://schemas.microsoft.com/office/drawing/2014/main" id="{065BF6AC-E1AD-32F5-ADCA-D1EDA1358CDC}"/>
                </a:ext>
              </a:extLst>
            </p:cNvPr>
            <p:cNvSpPr/>
            <p:nvPr/>
          </p:nvSpPr>
          <p:spPr>
            <a:xfrm>
              <a:off x="1679575" y="717781"/>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a:extLst>
                <a:ext uri="{FF2B5EF4-FFF2-40B4-BE49-F238E27FC236}">
                  <a16:creationId xmlns:a16="http://schemas.microsoft.com/office/drawing/2014/main" id="{CE5C3398-79F3-9355-7100-45CE837D382D}"/>
                </a:ext>
              </a:extLst>
            </p:cNvPr>
            <p:cNvSpPr/>
            <p:nvPr/>
          </p:nvSpPr>
          <p:spPr>
            <a:xfrm>
              <a:off x="2085975" y="690394"/>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a:extLst>
                <a:ext uri="{FF2B5EF4-FFF2-40B4-BE49-F238E27FC236}">
                  <a16:creationId xmlns:a16="http://schemas.microsoft.com/office/drawing/2014/main" id="{47FD87C5-61AF-B705-A1B5-EFDC96BCA8C0}"/>
                </a:ext>
              </a:extLst>
            </p:cNvPr>
            <p:cNvSpPr/>
            <p:nvPr/>
          </p:nvSpPr>
          <p:spPr>
            <a:xfrm>
              <a:off x="2492375" y="676701"/>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a:extLst>
                <a:ext uri="{FF2B5EF4-FFF2-40B4-BE49-F238E27FC236}">
                  <a16:creationId xmlns:a16="http://schemas.microsoft.com/office/drawing/2014/main" id="{E3046EE9-F4CA-29A4-8714-929E043262B6}"/>
                </a:ext>
              </a:extLst>
            </p:cNvPr>
            <p:cNvSpPr/>
            <p:nvPr/>
          </p:nvSpPr>
          <p:spPr>
            <a:xfrm>
              <a:off x="2898775" y="663007"/>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a:extLst>
                <a:ext uri="{FF2B5EF4-FFF2-40B4-BE49-F238E27FC236}">
                  <a16:creationId xmlns:a16="http://schemas.microsoft.com/office/drawing/2014/main" id="{CD4FCAA9-AD8B-7410-1D11-6E4FFF7BA2FB}"/>
                </a:ext>
              </a:extLst>
            </p:cNvPr>
            <p:cNvSpPr/>
            <p:nvPr/>
          </p:nvSpPr>
          <p:spPr>
            <a:xfrm>
              <a:off x="3305175" y="649314"/>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4C1DEC7B-D8A2-2E77-0B9C-C616764E4244}"/>
                </a:ext>
              </a:extLst>
            </p:cNvPr>
            <p:cNvSpPr/>
            <p:nvPr/>
          </p:nvSpPr>
          <p:spPr>
            <a:xfrm>
              <a:off x="3711575" y="621927"/>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8D5AD339-DAC3-5D2F-1278-AB35A5AEB527}"/>
                </a:ext>
              </a:extLst>
            </p:cNvPr>
            <p:cNvSpPr/>
            <p:nvPr/>
          </p:nvSpPr>
          <p:spPr>
            <a:xfrm>
              <a:off x="4117975" y="621927"/>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a:extLst>
                <a:ext uri="{FF2B5EF4-FFF2-40B4-BE49-F238E27FC236}">
                  <a16:creationId xmlns:a16="http://schemas.microsoft.com/office/drawing/2014/main" id="{67232AFF-A116-8390-59D3-2F5C08FD090E}"/>
                </a:ext>
              </a:extLst>
            </p:cNvPr>
            <p:cNvSpPr/>
            <p:nvPr/>
          </p:nvSpPr>
          <p:spPr>
            <a:xfrm>
              <a:off x="4524375" y="621927"/>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5" name="直接连接符 104">
              <a:extLst>
                <a:ext uri="{FF2B5EF4-FFF2-40B4-BE49-F238E27FC236}">
                  <a16:creationId xmlns:a16="http://schemas.microsoft.com/office/drawing/2014/main" id="{B2521FE5-D8DE-ED41-568B-E96F4117611E}"/>
                </a:ext>
              </a:extLst>
            </p:cNvPr>
            <p:cNvCxnSpPr/>
            <p:nvPr/>
          </p:nvCxnSpPr>
          <p:spPr>
            <a:xfrm flipV="1">
              <a:off x="889000" y="1534217"/>
              <a:ext cx="406400" cy="219092"/>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6B01648D-4D19-C74F-CA52-82BE61A29656}"/>
                </a:ext>
              </a:extLst>
            </p:cNvPr>
            <p:cNvCxnSpPr/>
            <p:nvPr/>
          </p:nvCxnSpPr>
          <p:spPr>
            <a:xfrm flipV="1">
              <a:off x="1295400" y="1465750"/>
              <a:ext cx="406400" cy="68467"/>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F9E3D54A-0A60-CBF7-EEB2-A646128A240F}"/>
                </a:ext>
              </a:extLst>
            </p:cNvPr>
            <p:cNvCxnSpPr/>
            <p:nvPr/>
          </p:nvCxnSpPr>
          <p:spPr>
            <a:xfrm flipV="1">
              <a:off x="1701800" y="1452057"/>
              <a:ext cx="406400" cy="13693"/>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44B42390-D5BA-6902-D405-C7938DBAB777}"/>
                </a:ext>
              </a:extLst>
            </p:cNvPr>
            <p:cNvCxnSpPr/>
            <p:nvPr/>
          </p:nvCxnSpPr>
          <p:spPr>
            <a:xfrm flipV="1">
              <a:off x="2108200" y="1424670"/>
              <a:ext cx="406400" cy="27387"/>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32B85EBF-9EB0-EB3B-FF9B-4E62D2CE94EA}"/>
                </a:ext>
              </a:extLst>
            </p:cNvPr>
            <p:cNvCxnSpPr/>
            <p:nvPr/>
          </p:nvCxnSpPr>
          <p:spPr>
            <a:xfrm flipV="1">
              <a:off x="2514600" y="1410977"/>
              <a:ext cx="406400" cy="13693"/>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B22DFBF2-F4DE-D3CC-7B73-FD01E3E2F74B}"/>
                </a:ext>
              </a:extLst>
            </p:cNvPr>
            <p:cNvCxnSpPr/>
            <p:nvPr/>
          </p:nvCxnSpPr>
          <p:spPr>
            <a:xfrm flipV="1">
              <a:off x="2921000" y="1397284"/>
              <a:ext cx="406400" cy="13693"/>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F2438CBE-A3CD-E591-DD0A-BAA44F403515}"/>
                </a:ext>
              </a:extLst>
            </p:cNvPr>
            <p:cNvCxnSpPr/>
            <p:nvPr/>
          </p:nvCxnSpPr>
          <p:spPr>
            <a:xfrm>
              <a:off x="3327400" y="1397284"/>
              <a:ext cx="4064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F70A76A5-62C9-BCF1-049D-68D75F500CFC}"/>
                </a:ext>
              </a:extLst>
            </p:cNvPr>
            <p:cNvCxnSpPr/>
            <p:nvPr/>
          </p:nvCxnSpPr>
          <p:spPr>
            <a:xfrm>
              <a:off x="3733800" y="1397284"/>
              <a:ext cx="4064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80E3643F-2961-383F-7DA8-4B71E5325F3F}"/>
                </a:ext>
              </a:extLst>
            </p:cNvPr>
            <p:cNvCxnSpPr/>
            <p:nvPr/>
          </p:nvCxnSpPr>
          <p:spPr>
            <a:xfrm flipV="1">
              <a:off x="4140200" y="1369897"/>
              <a:ext cx="406400" cy="27387"/>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sp>
          <p:nvSpPr>
            <p:cNvPr id="114" name="菱形 113">
              <a:extLst>
                <a:ext uri="{FF2B5EF4-FFF2-40B4-BE49-F238E27FC236}">
                  <a16:creationId xmlns:a16="http://schemas.microsoft.com/office/drawing/2014/main" id="{166D31A5-6607-21EE-CADC-C0476C91C22F}"/>
                </a:ext>
              </a:extLst>
            </p:cNvPr>
            <p:cNvSpPr/>
            <p:nvPr/>
          </p:nvSpPr>
          <p:spPr>
            <a:xfrm>
              <a:off x="866775" y="1731084"/>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菱形 114">
              <a:extLst>
                <a:ext uri="{FF2B5EF4-FFF2-40B4-BE49-F238E27FC236}">
                  <a16:creationId xmlns:a16="http://schemas.microsoft.com/office/drawing/2014/main" id="{254FD451-8159-F00B-45CF-05F21AA31FF5}"/>
                </a:ext>
              </a:extLst>
            </p:cNvPr>
            <p:cNvSpPr/>
            <p:nvPr/>
          </p:nvSpPr>
          <p:spPr>
            <a:xfrm>
              <a:off x="1273175" y="1511992"/>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菱形 115">
              <a:extLst>
                <a:ext uri="{FF2B5EF4-FFF2-40B4-BE49-F238E27FC236}">
                  <a16:creationId xmlns:a16="http://schemas.microsoft.com/office/drawing/2014/main" id="{2195EF5E-A59D-BC2F-7A03-C3BA598199AE}"/>
                </a:ext>
              </a:extLst>
            </p:cNvPr>
            <p:cNvSpPr/>
            <p:nvPr/>
          </p:nvSpPr>
          <p:spPr>
            <a:xfrm>
              <a:off x="1679575" y="1443525"/>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菱形 116">
              <a:extLst>
                <a:ext uri="{FF2B5EF4-FFF2-40B4-BE49-F238E27FC236}">
                  <a16:creationId xmlns:a16="http://schemas.microsoft.com/office/drawing/2014/main" id="{5F5110E2-9DE0-91C7-C60E-A02138A8E16A}"/>
                </a:ext>
              </a:extLst>
            </p:cNvPr>
            <p:cNvSpPr/>
            <p:nvPr/>
          </p:nvSpPr>
          <p:spPr>
            <a:xfrm>
              <a:off x="2085975" y="1429832"/>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菱形 117">
              <a:extLst>
                <a:ext uri="{FF2B5EF4-FFF2-40B4-BE49-F238E27FC236}">
                  <a16:creationId xmlns:a16="http://schemas.microsoft.com/office/drawing/2014/main" id="{A8AEB496-7965-FAB0-FFBD-18F6AB35C5E8}"/>
                </a:ext>
              </a:extLst>
            </p:cNvPr>
            <p:cNvSpPr/>
            <p:nvPr/>
          </p:nvSpPr>
          <p:spPr>
            <a:xfrm>
              <a:off x="2492375" y="1402445"/>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菱形 118">
              <a:extLst>
                <a:ext uri="{FF2B5EF4-FFF2-40B4-BE49-F238E27FC236}">
                  <a16:creationId xmlns:a16="http://schemas.microsoft.com/office/drawing/2014/main" id="{4DF508EA-EFC1-4310-F22D-527CA50ADECC}"/>
                </a:ext>
              </a:extLst>
            </p:cNvPr>
            <p:cNvSpPr/>
            <p:nvPr/>
          </p:nvSpPr>
          <p:spPr>
            <a:xfrm>
              <a:off x="2898775" y="1388752"/>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菱形 119">
              <a:extLst>
                <a:ext uri="{FF2B5EF4-FFF2-40B4-BE49-F238E27FC236}">
                  <a16:creationId xmlns:a16="http://schemas.microsoft.com/office/drawing/2014/main" id="{7124D6BA-A27B-FE18-6FF0-19B24982970F}"/>
                </a:ext>
              </a:extLst>
            </p:cNvPr>
            <p:cNvSpPr/>
            <p:nvPr/>
          </p:nvSpPr>
          <p:spPr>
            <a:xfrm>
              <a:off x="3305175" y="1375059"/>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菱形 120">
              <a:extLst>
                <a:ext uri="{FF2B5EF4-FFF2-40B4-BE49-F238E27FC236}">
                  <a16:creationId xmlns:a16="http://schemas.microsoft.com/office/drawing/2014/main" id="{FA977C77-46FD-1DE5-6F13-F5A3B525D4BB}"/>
                </a:ext>
              </a:extLst>
            </p:cNvPr>
            <p:cNvSpPr/>
            <p:nvPr/>
          </p:nvSpPr>
          <p:spPr>
            <a:xfrm>
              <a:off x="3711575" y="1375059"/>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菱形 121">
              <a:extLst>
                <a:ext uri="{FF2B5EF4-FFF2-40B4-BE49-F238E27FC236}">
                  <a16:creationId xmlns:a16="http://schemas.microsoft.com/office/drawing/2014/main" id="{B742F2EE-CA3B-F152-7012-1CBD564F5ADC}"/>
                </a:ext>
              </a:extLst>
            </p:cNvPr>
            <p:cNvSpPr/>
            <p:nvPr/>
          </p:nvSpPr>
          <p:spPr>
            <a:xfrm>
              <a:off x="4117975" y="1375059"/>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菱形 122">
              <a:extLst>
                <a:ext uri="{FF2B5EF4-FFF2-40B4-BE49-F238E27FC236}">
                  <a16:creationId xmlns:a16="http://schemas.microsoft.com/office/drawing/2014/main" id="{FD922E19-DAC6-2A29-7304-B7C1F07B394F}"/>
                </a:ext>
              </a:extLst>
            </p:cNvPr>
            <p:cNvSpPr/>
            <p:nvPr/>
          </p:nvSpPr>
          <p:spPr>
            <a:xfrm>
              <a:off x="4524375" y="1347672"/>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 name="直接连接符 123">
              <a:extLst>
                <a:ext uri="{FF2B5EF4-FFF2-40B4-BE49-F238E27FC236}">
                  <a16:creationId xmlns:a16="http://schemas.microsoft.com/office/drawing/2014/main" id="{18325E24-A310-FF89-07E4-FA9390637C06}"/>
                </a:ext>
              </a:extLst>
            </p:cNvPr>
            <p:cNvCxnSpPr/>
            <p:nvPr/>
          </p:nvCxnSpPr>
          <p:spPr>
            <a:xfrm>
              <a:off x="4826000" y="558800"/>
              <a:ext cx="2540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sp>
          <p:nvSpPr>
            <p:cNvPr id="125" name="椭圆 124">
              <a:extLst>
                <a:ext uri="{FF2B5EF4-FFF2-40B4-BE49-F238E27FC236}">
                  <a16:creationId xmlns:a16="http://schemas.microsoft.com/office/drawing/2014/main" id="{0A6EFA50-C6A2-6D81-2571-5CF53C146E47}"/>
                </a:ext>
              </a:extLst>
            </p:cNvPr>
            <p:cNvSpPr/>
            <p:nvPr/>
          </p:nvSpPr>
          <p:spPr>
            <a:xfrm>
              <a:off x="4930775" y="536575"/>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文本框 125">
              <a:extLst>
                <a:ext uri="{FF2B5EF4-FFF2-40B4-BE49-F238E27FC236}">
                  <a16:creationId xmlns:a16="http://schemas.microsoft.com/office/drawing/2014/main" id="{E3B02443-446A-D977-2059-2FB31A3C69E2}"/>
                </a:ext>
              </a:extLst>
            </p:cNvPr>
            <p:cNvSpPr txBox="1"/>
            <p:nvPr/>
          </p:nvSpPr>
          <p:spPr>
            <a:xfrm>
              <a:off x="5168900" y="482600"/>
              <a:ext cx="418384"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Find · GT</a:t>
              </a:r>
              <a:endParaRPr lang="zh-CN" altLang="en-US" sz="770">
                <a:solidFill>
                  <a:srgbClr val="263746"/>
                </a:solidFill>
                <a:latin typeface="Arial" panose="020B0604020202020204" pitchFamily="34" charset="0"/>
              </a:endParaRPr>
            </a:p>
          </p:txBody>
        </p:sp>
        <p:cxnSp>
          <p:nvCxnSpPr>
            <p:cNvPr id="127" name="直接连接符 126">
              <a:extLst>
                <a:ext uri="{FF2B5EF4-FFF2-40B4-BE49-F238E27FC236}">
                  <a16:creationId xmlns:a16="http://schemas.microsoft.com/office/drawing/2014/main" id="{CCC15458-C605-25D0-B37C-4D6FD5877E6D}"/>
                </a:ext>
              </a:extLst>
            </p:cNvPr>
            <p:cNvCxnSpPr/>
            <p:nvPr/>
          </p:nvCxnSpPr>
          <p:spPr>
            <a:xfrm>
              <a:off x="4826000" y="767080"/>
              <a:ext cx="2540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sp>
          <p:nvSpPr>
            <p:cNvPr id="128" name="矩形 127">
              <a:extLst>
                <a:ext uri="{FF2B5EF4-FFF2-40B4-BE49-F238E27FC236}">
                  <a16:creationId xmlns:a16="http://schemas.microsoft.com/office/drawing/2014/main" id="{DB222CB0-0FF8-5D56-BFE4-A49EA696E931}"/>
                </a:ext>
              </a:extLst>
            </p:cNvPr>
            <p:cNvSpPr/>
            <p:nvPr/>
          </p:nvSpPr>
          <p:spPr>
            <a:xfrm>
              <a:off x="4930775" y="744855"/>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818BA15A-B484-6865-4876-A151B41CC0FA}"/>
                </a:ext>
              </a:extLst>
            </p:cNvPr>
            <p:cNvSpPr txBox="1"/>
            <p:nvPr/>
          </p:nvSpPr>
          <p:spPr>
            <a:xfrm>
              <a:off x="5168900" y="690880"/>
              <a:ext cx="74379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Find+Match · GT</a:t>
              </a:r>
              <a:endParaRPr lang="zh-CN" altLang="en-US" sz="770">
                <a:solidFill>
                  <a:srgbClr val="263746"/>
                </a:solidFill>
                <a:latin typeface="Arial" panose="020B0604020202020204" pitchFamily="34" charset="0"/>
              </a:endParaRPr>
            </a:p>
          </p:txBody>
        </p:sp>
        <p:cxnSp>
          <p:nvCxnSpPr>
            <p:cNvPr id="130" name="直接连接符 129">
              <a:extLst>
                <a:ext uri="{FF2B5EF4-FFF2-40B4-BE49-F238E27FC236}">
                  <a16:creationId xmlns:a16="http://schemas.microsoft.com/office/drawing/2014/main" id="{048EDC43-B616-8388-7A8F-3ABBD4D2FB9B}"/>
                </a:ext>
              </a:extLst>
            </p:cNvPr>
            <p:cNvCxnSpPr/>
            <p:nvPr/>
          </p:nvCxnSpPr>
          <p:spPr>
            <a:xfrm>
              <a:off x="4826000" y="975360"/>
              <a:ext cx="2540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sp>
          <p:nvSpPr>
            <p:cNvPr id="131" name="椭圆 130">
              <a:extLst>
                <a:ext uri="{FF2B5EF4-FFF2-40B4-BE49-F238E27FC236}">
                  <a16:creationId xmlns:a16="http://schemas.microsoft.com/office/drawing/2014/main" id="{101D0407-538C-2F8F-31BB-63D5341F4366}"/>
                </a:ext>
              </a:extLst>
            </p:cNvPr>
            <p:cNvSpPr/>
            <p:nvPr/>
          </p:nvSpPr>
          <p:spPr>
            <a:xfrm>
              <a:off x="4930775" y="953135"/>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a:extLst>
                <a:ext uri="{FF2B5EF4-FFF2-40B4-BE49-F238E27FC236}">
                  <a16:creationId xmlns:a16="http://schemas.microsoft.com/office/drawing/2014/main" id="{4A1F54FE-C0A9-201D-0A52-92F93AB55246}"/>
                </a:ext>
              </a:extLst>
            </p:cNvPr>
            <p:cNvSpPr txBox="1"/>
            <p:nvPr/>
          </p:nvSpPr>
          <p:spPr>
            <a:xfrm>
              <a:off x="5168900" y="899160"/>
              <a:ext cx="47128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Find · CA2</a:t>
              </a:r>
              <a:endParaRPr lang="zh-CN" altLang="en-US" sz="770">
                <a:solidFill>
                  <a:srgbClr val="263746"/>
                </a:solidFill>
                <a:latin typeface="Arial" panose="020B0604020202020204" pitchFamily="34" charset="0"/>
              </a:endParaRPr>
            </a:p>
          </p:txBody>
        </p:sp>
        <p:cxnSp>
          <p:nvCxnSpPr>
            <p:cNvPr id="133" name="直接连接符 132">
              <a:extLst>
                <a:ext uri="{FF2B5EF4-FFF2-40B4-BE49-F238E27FC236}">
                  <a16:creationId xmlns:a16="http://schemas.microsoft.com/office/drawing/2014/main" id="{8CAA1959-A7EE-E3CC-697A-3856032E80BC}"/>
                </a:ext>
              </a:extLst>
            </p:cNvPr>
            <p:cNvCxnSpPr/>
            <p:nvPr/>
          </p:nvCxnSpPr>
          <p:spPr>
            <a:xfrm>
              <a:off x="4826000" y="1183640"/>
              <a:ext cx="2540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sp>
          <p:nvSpPr>
            <p:cNvPr id="134" name="矩形 133">
              <a:extLst>
                <a:ext uri="{FF2B5EF4-FFF2-40B4-BE49-F238E27FC236}">
                  <a16:creationId xmlns:a16="http://schemas.microsoft.com/office/drawing/2014/main" id="{FD642F34-AD6A-3F32-F047-0E2044A27C18}"/>
                </a:ext>
              </a:extLst>
            </p:cNvPr>
            <p:cNvSpPr/>
            <p:nvPr/>
          </p:nvSpPr>
          <p:spPr>
            <a:xfrm>
              <a:off x="4930775" y="1161415"/>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文本框 134">
              <a:extLst>
                <a:ext uri="{FF2B5EF4-FFF2-40B4-BE49-F238E27FC236}">
                  <a16:creationId xmlns:a16="http://schemas.microsoft.com/office/drawing/2014/main" id="{DD964A2B-7E36-F8C7-066A-748DB4A3D6BD}"/>
                </a:ext>
              </a:extLst>
            </p:cNvPr>
            <p:cNvSpPr txBox="1"/>
            <p:nvPr/>
          </p:nvSpPr>
          <p:spPr>
            <a:xfrm>
              <a:off x="5168900" y="1107440"/>
              <a:ext cx="79669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Find+Match · CA2</a:t>
              </a:r>
              <a:endParaRPr lang="zh-CN" altLang="en-US" sz="770">
                <a:solidFill>
                  <a:srgbClr val="263746"/>
                </a:solidFill>
                <a:latin typeface="Arial" panose="020B0604020202020204" pitchFamily="34" charset="0"/>
              </a:endParaRPr>
            </a:p>
          </p:txBody>
        </p:sp>
        <p:cxnSp>
          <p:nvCxnSpPr>
            <p:cNvPr id="136" name="直接连接符 135">
              <a:extLst>
                <a:ext uri="{FF2B5EF4-FFF2-40B4-BE49-F238E27FC236}">
                  <a16:creationId xmlns:a16="http://schemas.microsoft.com/office/drawing/2014/main" id="{0098CC1C-1141-56C0-2EEE-658DD78A1099}"/>
                </a:ext>
              </a:extLst>
            </p:cNvPr>
            <p:cNvCxnSpPr/>
            <p:nvPr/>
          </p:nvCxnSpPr>
          <p:spPr>
            <a:xfrm>
              <a:off x="4826000" y="1391920"/>
              <a:ext cx="2540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sp>
          <p:nvSpPr>
            <p:cNvPr id="137" name="菱形 136">
              <a:extLst>
                <a:ext uri="{FF2B5EF4-FFF2-40B4-BE49-F238E27FC236}">
                  <a16:creationId xmlns:a16="http://schemas.microsoft.com/office/drawing/2014/main" id="{1CE2EB00-CA6D-2309-3C99-75DBDB6C9398}"/>
                </a:ext>
              </a:extLst>
            </p:cNvPr>
            <p:cNvSpPr/>
            <p:nvPr/>
          </p:nvSpPr>
          <p:spPr>
            <a:xfrm>
              <a:off x="4930775" y="1369695"/>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文本框 137">
              <a:extLst>
                <a:ext uri="{FF2B5EF4-FFF2-40B4-BE49-F238E27FC236}">
                  <a16:creationId xmlns:a16="http://schemas.microsoft.com/office/drawing/2014/main" id="{D6EF55C2-770F-C87A-B2AD-8AACFF3EAFF2}"/>
                </a:ext>
              </a:extLst>
            </p:cNvPr>
            <p:cNvSpPr txBox="1"/>
            <p:nvPr/>
          </p:nvSpPr>
          <p:spPr>
            <a:xfrm>
              <a:off x="5168900" y="1315720"/>
              <a:ext cx="63639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Emap2lig-Find</a:t>
              </a:r>
              <a:endParaRPr lang="zh-CN" altLang="en-US" sz="770">
                <a:solidFill>
                  <a:srgbClr val="263746"/>
                </a:solidFill>
                <a:latin typeface="Arial" panose="020B0604020202020204" pitchFamily="34" charset="0"/>
              </a:endParaRPr>
            </a:p>
          </p:txBody>
        </p:sp>
      </p:grpSp>
    </p:spTree>
    <p:extLst>
      <p:ext uri="{BB962C8B-B14F-4D97-AF65-F5344CB8AC3E}">
        <p14:creationId xmlns:p14="http://schemas.microsoft.com/office/powerpoint/2010/main" val="61915354"/>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5" name="组合 374">
            <a:extLst>
              <a:ext uri="{FF2B5EF4-FFF2-40B4-BE49-F238E27FC236}">
                <a16:creationId xmlns:a16="http://schemas.microsoft.com/office/drawing/2014/main" id="{C65D2F07-FD8A-233A-A42B-482D99B18FE3}"/>
              </a:ext>
            </a:extLst>
          </p:cNvPr>
          <p:cNvGrpSpPr>
            <a:grpSpLocks/>
          </p:cNvGrpSpPr>
          <p:nvPr/>
        </p:nvGrpSpPr>
        <p:grpSpPr>
          <a:xfrm>
            <a:off x="114300" y="1735931"/>
            <a:ext cx="5851293" cy="5130377"/>
            <a:chOff x="114300" y="114300"/>
            <a:chExt cx="5851293" cy="5130377"/>
          </a:xfrm>
        </p:grpSpPr>
        <p:sp>
          <p:nvSpPr>
            <p:cNvPr id="2" name="文本框 1">
              <a:extLst>
                <a:ext uri="{FF2B5EF4-FFF2-40B4-BE49-F238E27FC236}">
                  <a16:creationId xmlns:a16="http://schemas.microsoft.com/office/drawing/2014/main" id="{D0041910-050D-AA17-3055-5233D8CB51F4}"/>
                </a:ext>
              </a:extLst>
            </p:cNvPr>
            <p:cNvSpPr txBox="1"/>
            <p:nvPr/>
          </p:nvSpPr>
          <p:spPr>
            <a:xfrm>
              <a:off x="114300" y="114300"/>
              <a:ext cx="70532" cy="153888"/>
            </a:xfrm>
            <a:prstGeom prst="rect">
              <a:avLst/>
            </a:prstGeom>
            <a:noFill/>
          </p:spPr>
          <p:txBody>
            <a:bodyPr vert="horz" wrap="none" lIns="0" tIns="0" rIns="0" bIns="0" rtlCol="0">
              <a:spAutoFit/>
            </a:bodyPr>
            <a:lstStyle/>
            <a:p>
              <a:r>
                <a:rPr lang="en-US" altLang="zh-CN" sz="1000" b="1">
                  <a:solidFill>
                    <a:srgbClr val="263746"/>
                  </a:solidFill>
                  <a:latin typeface="Arial" panose="020B0604020202020204" pitchFamily="34" charset="0"/>
                </a:rPr>
                <a:t>a</a:t>
              </a:r>
              <a:endParaRPr lang="zh-CN" altLang="en-US" sz="1000" b="1">
                <a:solidFill>
                  <a:srgbClr val="263746"/>
                </a:solidFill>
                <a:latin typeface="Arial" panose="020B0604020202020204" pitchFamily="34" charset="0"/>
              </a:endParaRPr>
            </a:p>
          </p:txBody>
        </p:sp>
        <p:sp>
          <p:nvSpPr>
            <p:cNvPr id="3" name="文本框 2">
              <a:extLst>
                <a:ext uri="{FF2B5EF4-FFF2-40B4-BE49-F238E27FC236}">
                  <a16:creationId xmlns:a16="http://schemas.microsoft.com/office/drawing/2014/main" id="{61AA3B14-33E4-1B32-73BF-0DCBA9EFD276}"/>
                </a:ext>
              </a:extLst>
            </p:cNvPr>
            <p:cNvSpPr txBox="1"/>
            <p:nvPr/>
          </p:nvSpPr>
          <p:spPr>
            <a:xfrm>
              <a:off x="342900" y="127000"/>
              <a:ext cx="1122102" cy="129266"/>
            </a:xfrm>
            <a:prstGeom prst="rect">
              <a:avLst/>
            </a:prstGeom>
            <a:noFill/>
          </p:spPr>
          <p:txBody>
            <a:bodyPr vert="horz" wrap="none" lIns="0" tIns="0" rIns="0" bIns="0" rtlCol="0">
              <a:spAutoFit/>
            </a:bodyPr>
            <a:lstStyle/>
            <a:p>
              <a:r>
                <a:rPr lang="en-US" altLang="zh-CN" sz="840" b="1">
                  <a:solidFill>
                    <a:srgbClr val="263746"/>
                  </a:solidFill>
                  <a:latin typeface="Arial" panose="020B0604020202020204" pitchFamily="34" charset="0"/>
                </a:rPr>
                <a:t>Detection and identity</a:t>
              </a:r>
              <a:endParaRPr lang="zh-CN" altLang="en-US" sz="840" b="1">
                <a:solidFill>
                  <a:srgbClr val="263746"/>
                </a:solidFill>
                <a:latin typeface="Arial" panose="020B0604020202020204" pitchFamily="34" charset="0"/>
              </a:endParaRPr>
            </a:p>
          </p:txBody>
        </p:sp>
        <p:sp>
          <p:nvSpPr>
            <p:cNvPr id="4" name="文本框 3">
              <a:extLst>
                <a:ext uri="{FF2B5EF4-FFF2-40B4-BE49-F238E27FC236}">
                  <a16:creationId xmlns:a16="http://schemas.microsoft.com/office/drawing/2014/main" id="{159734A1-5B94-5A13-4049-7773FB3910CE}"/>
                </a:ext>
              </a:extLst>
            </p:cNvPr>
            <p:cNvSpPr txBox="1"/>
            <p:nvPr/>
          </p:nvSpPr>
          <p:spPr>
            <a:xfrm rot="16200000">
              <a:off x="0" y="882650"/>
              <a:ext cx="724557" cy="113877"/>
            </a:xfrm>
            <a:prstGeom prst="rect">
              <a:avLst/>
            </a:prstGeom>
            <a:noFill/>
          </p:spPr>
          <p:txBody>
            <a:bodyPr vert="horz" wrap="none" lIns="0" tIns="0" rIns="0" bIns="0" rtlCol="0">
              <a:spAutoFit/>
            </a:bodyPr>
            <a:lstStyle/>
            <a:p>
              <a:pPr algn="ctr"/>
              <a:r>
                <a:rPr lang="en-US" altLang="zh-CN" sz="740">
                  <a:solidFill>
                    <a:srgbClr val="263746"/>
                  </a:solidFill>
                  <a:latin typeface="Arial" panose="020B0604020202020204" pitchFamily="34" charset="0"/>
                </a:rPr>
                <a:t>Success rate (%)</a:t>
              </a:r>
              <a:endParaRPr lang="zh-CN" altLang="en-US" sz="740">
                <a:solidFill>
                  <a:srgbClr val="263746"/>
                </a:solidFill>
                <a:latin typeface="Arial" panose="020B0604020202020204" pitchFamily="34" charset="0"/>
              </a:endParaRPr>
            </a:p>
          </p:txBody>
        </p:sp>
        <p:sp>
          <p:nvSpPr>
            <p:cNvPr id="5" name="文本框 4">
              <a:extLst>
                <a:ext uri="{FF2B5EF4-FFF2-40B4-BE49-F238E27FC236}">
                  <a16:creationId xmlns:a16="http://schemas.microsoft.com/office/drawing/2014/main" id="{75B4B060-3797-F7A6-382B-B0B6C735F169}"/>
                </a:ext>
              </a:extLst>
            </p:cNvPr>
            <p:cNvSpPr txBox="1"/>
            <p:nvPr/>
          </p:nvSpPr>
          <p:spPr>
            <a:xfrm>
              <a:off x="520700" y="1397000"/>
              <a:ext cx="49694"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0</a:t>
              </a:r>
              <a:endParaRPr lang="zh-CN" altLang="en-US" sz="700">
                <a:solidFill>
                  <a:srgbClr val="5D6974"/>
                </a:solidFill>
                <a:latin typeface="Arial" panose="020B0604020202020204" pitchFamily="34" charset="0"/>
              </a:endParaRPr>
            </a:p>
          </p:txBody>
        </p:sp>
        <p:cxnSp>
          <p:nvCxnSpPr>
            <p:cNvPr id="6" name="直接连接符 5">
              <a:extLst>
                <a:ext uri="{FF2B5EF4-FFF2-40B4-BE49-F238E27FC236}">
                  <a16:creationId xmlns:a16="http://schemas.microsoft.com/office/drawing/2014/main" id="{3AEAAAF2-87DD-7F06-9E45-43E62E082586}"/>
                </a:ext>
              </a:extLst>
            </p:cNvPr>
            <p:cNvCxnSpPr/>
            <p:nvPr/>
          </p:nvCxnSpPr>
          <p:spPr>
            <a:xfrm>
              <a:off x="889000" y="1209675"/>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953633F-664A-D6D0-EC85-E29C06E0A4A3}"/>
                </a:ext>
              </a:extLst>
            </p:cNvPr>
            <p:cNvSpPr txBox="1"/>
            <p:nvPr/>
          </p:nvSpPr>
          <p:spPr>
            <a:xfrm>
              <a:off x="520700" y="1146175"/>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25</a:t>
              </a:r>
              <a:endParaRPr lang="zh-CN" altLang="en-US" sz="700">
                <a:solidFill>
                  <a:srgbClr val="5D6974"/>
                </a:solidFill>
                <a:latin typeface="Arial" panose="020B0604020202020204" pitchFamily="34" charset="0"/>
              </a:endParaRPr>
            </a:p>
          </p:txBody>
        </p:sp>
        <p:cxnSp>
          <p:nvCxnSpPr>
            <p:cNvPr id="8" name="直接连接符 7">
              <a:extLst>
                <a:ext uri="{FF2B5EF4-FFF2-40B4-BE49-F238E27FC236}">
                  <a16:creationId xmlns:a16="http://schemas.microsoft.com/office/drawing/2014/main" id="{4C8253A6-2A78-5AA1-83BC-48E3C5772E9A}"/>
                </a:ext>
              </a:extLst>
            </p:cNvPr>
            <p:cNvCxnSpPr/>
            <p:nvPr/>
          </p:nvCxnSpPr>
          <p:spPr>
            <a:xfrm>
              <a:off x="889000" y="958850"/>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F5B2F017-3B7F-6FB9-379B-E46D7532528B}"/>
                </a:ext>
              </a:extLst>
            </p:cNvPr>
            <p:cNvSpPr txBox="1"/>
            <p:nvPr/>
          </p:nvSpPr>
          <p:spPr>
            <a:xfrm>
              <a:off x="520700" y="895350"/>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50</a:t>
              </a:r>
              <a:endParaRPr lang="zh-CN" altLang="en-US" sz="700">
                <a:solidFill>
                  <a:srgbClr val="5D6974"/>
                </a:solidFill>
                <a:latin typeface="Arial" panose="020B0604020202020204" pitchFamily="34" charset="0"/>
              </a:endParaRPr>
            </a:p>
          </p:txBody>
        </p:sp>
        <p:cxnSp>
          <p:nvCxnSpPr>
            <p:cNvPr id="10" name="直接连接符 9">
              <a:extLst>
                <a:ext uri="{FF2B5EF4-FFF2-40B4-BE49-F238E27FC236}">
                  <a16:creationId xmlns:a16="http://schemas.microsoft.com/office/drawing/2014/main" id="{20BF6AC6-A487-B0FA-4231-FB0D753F973E}"/>
                </a:ext>
              </a:extLst>
            </p:cNvPr>
            <p:cNvCxnSpPr/>
            <p:nvPr/>
          </p:nvCxnSpPr>
          <p:spPr>
            <a:xfrm>
              <a:off x="889000" y="708025"/>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DCA456F4-A696-B872-D692-E375E61C8B25}"/>
                </a:ext>
              </a:extLst>
            </p:cNvPr>
            <p:cNvSpPr txBox="1"/>
            <p:nvPr/>
          </p:nvSpPr>
          <p:spPr>
            <a:xfrm>
              <a:off x="520700" y="644525"/>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75</a:t>
              </a:r>
              <a:endParaRPr lang="zh-CN" altLang="en-US" sz="700">
                <a:solidFill>
                  <a:srgbClr val="5D6974"/>
                </a:solidFill>
                <a:latin typeface="Arial" panose="020B0604020202020204" pitchFamily="34" charset="0"/>
              </a:endParaRPr>
            </a:p>
          </p:txBody>
        </p:sp>
        <p:sp>
          <p:nvSpPr>
            <p:cNvPr id="12" name="文本框 11">
              <a:extLst>
                <a:ext uri="{FF2B5EF4-FFF2-40B4-BE49-F238E27FC236}">
                  <a16:creationId xmlns:a16="http://schemas.microsoft.com/office/drawing/2014/main" id="{9034A9C7-680B-F92C-8B36-CED4083A7E83}"/>
                </a:ext>
              </a:extLst>
            </p:cNvPr>
            <p:cNvSpPr txBox="1"/>
            <p:nvPr/>
          </p:nvSpPr>
          <p:spPr>
            <a:xfrm>
              <a:off x="520700" y="393700"/>
              <a:ext cx="149080"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100</a:t>
              </a:r>
              <a:endParaRPr lang="zh-CN" altLang="en-US" sz="700">
                <a:solidFill>
                  <a:srgbClr val="5D6974"/>
                </a:solidFill>
                <a:latin typeface="Arial" panose="020B0604020202020204" pitchFamily="34" charset="0"/>
              </a:endParaRPr>
            </a:p>
          </p:txBody>
        </p:sp>
        <p:cxnSp>
          <p:nvCxnSpPr>
            <p:cNvPr id="13" name="直接连接符 12">
              <a:extLst>
                <a:ext uri="{FF2B5EF4-FFF2-40B4-BE49-F238E27FC236}">
                  <a16:creationId xmlns:a16="http://schemas.microsoft.com/office/drawing/2014/main" id="{42DD0094-CFBE-2601-89EB-A8D8C40C44A6}"/>
                </a:ext>
              </a:extLst>
            </p:cNvPr>
            <p:cNvCxnSpPr/>
            <p:nvPr/>
          </p:nvCxnSpPr>
          <p:spPr>
            <a:xfrm>
              <a:off x="889000" y="457200"/>
              <a:ext cx="0" cy="1003300"/>
            </a:xfrm>
            <a:prstGeom prst="line">
              <a:avLst/>
            </a:prstGeom>
            <a:ln w="1016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0D87C6A-F477-D968-63A9-36DDB30CA441}"/>
                </a:ext>
              </a:extLst>
            </p:cNvPr>
            <p:cNvCxnSpPr/>
            <p:nvPr/>
          </p:nvCxnSpPr>
          <p:spPr>
            <a:xfrm>
              <a:off x="889000" y="1460500"/>
              <a:ext cx="3657600" cy="0"/>
            </a:xfrm>
            <a:prstGeom prst="line">
              <a:avLst/>
            </a:prstGeom>
            <a:ln w="1016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194E786A-9737-29F1-E37B-E3C54CA424AE}"/>
                </a:ext>
              </a:extLst>
            </p:cNvPr>
            <p:cNvCxnSpPr/>
            <p:nvPr/>
          </p:nvCxnSpPr>
          <p:spPr>
            <a:xfrm>
              <a:off x="8890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A4511C9-78C7-1DE5-E802-A984B357E142}"/>
                </a:ext>
              </a:extLst>
            </p:cNvPr>
            <p:cNvSpPr txBox="1"/>
            <p:nvPr/>
          </p:nvSpPr>
          <p:spPr>
            <a:xfrm>
              <a:off x="825500" y="15113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1</a:t>
              </a:r>
              <a:endParaRPr lang="zh-CN" altLang="en-US" sz="700">
                <a:solidFill>
                  <a:srgbClr val="5D6974"/>
                </a:solidFill>
                <a:latin typeface="Arial" panose="020B0604020202020204" pitchFamily="34" charset="0"/>
              </a:endParaRPr>
            </a:p>
          </p:txBody>
        </p:sp>
        <p:cxnSp>
          <p:nvCxnSpPr>
            <p:cNvPr id="17" name="直接连接符 16">
              <a:extLst>
                <a:ext uri="{FF2B5EF4-FFF2-40B4-BE49-F238E27FC236}">
                  <a16:creationId xmlns:a16="http://schemas.microsoft.com/office/drawing/2014/main" id="{7BC15D9E-D171-92F0-A09C-874C6DC5AA80}"/>
                </a:ext>
              </a:extLst>
            </p:cNvPr>
            <p:cNvCxnSpPr/>
            <p:nvPr/>
          </p:nvCxnSpPr>
          <p:spPr>
            <a:xfrm>
              <a:off x="12954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7686F8C-4166-6DBC-B5A6-F2F97BEE33E8}"/>
                </a:ext>
              </a:extLst>
            </p:cNvPr>
            <p:cNvCxnSpPr/>
            <p:nvPr/>
          </p:nvCxnSpPr>
          <p:spPr>
            <a:xfrm>
              <a:off x="17018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0AFE3FA-8F9E-FAA7-DFCC-4DC26886F54B}"/>
                </a:ext>
              </a:extLst>
            </p:cNvPr>
            <p:cNvSpPr txBox="1"/>
            <p:nvPr/>
          </p:nvSpPr>
          <p:spPr>
            <a:xfrm>
              <a:off x="1638300" y="15113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3</a:t>
              </a:r>
              <a:endParaRPr lang="zh-CN" altLang="en-US" sz="700">
                <a:solidFill>
                  <a:srgbClr val="5D6974"/>
                </a:solidFill>
                <a:latin typeface="Arial" panose="020B0604020202020204" pitchFamily="34" charset="0"/>
              </a:endParaRPr>
            </a:p>
          </p:txBody>
        </p:sp>
        <p:cxnSp>
          <p:nvCxnSpPr>
            <p:cNvPr id="20" name="直接连接符 19">
              <a:extLst>
                <a:ext uri="{FF2B5EF4-FFF2-40B4-BE49-F238E27FC236}">
                  <a16:creationId xmlns:a16="http://schemas.microsoft.com/office/drawing/2014/main" id="{860CE56A-1B24-39CC-ACE5-86C90C0A3137}"/>
                </a:ext>
              </a:extLst>
            </p:cNvPr>
            <p:cNvCxnSpPr/>
            <p:nvPr/>
          </p:nvCxnSpPr>
          <p:spPr>
            <a:xfrm>
              <a:off x="21082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5B943304-03CC-789E-E9E3-79770FFD4C8B}"/>
                </a:ext>
              </a:extLst>
            </p:cNvPr>
            <p:cNvCxnSpPr/>
            <p:nvPr/>
          </p:nvCxnSpPr>
          <p:spPr>
            <a:xfrm>
              <a:off x="25146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03CF11FB-0FD3-D7B1-CF59-2EB797B81661}"/>
                </a:ext>
              </a:extLst>
            </p:cNvPr>
            <p:cNvSpPr txBox="1"/>
            <p:nvPr/>
          </p:nvSpPr>
          <p:spPr>
            <a:xfrm>
              <a:off x="2451100" y="15113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5</a:t>
              </a:r>
              <a:endParaRPr lang="zh-CN" altLang="en-US" sz="700">
                <a:solidFill>
                  <a:srgbClr val="5D6974"/>
                </a:solidFill>
                <a:latin typeface="Arial" panose="020B0604020202020204" pitchFamily="34" charset="0"/>
              </a:endParaRPr>
            </a:p>
          </p:txBody>
        </p:sp>
        <p:cxnSp>
          <p:nvCxnSpPr>
            <p:cNvPr id="23" name="直接连接符 22">
              <a:extLst>
                <a:ext uri="{FF2B5EF4-FFF2-40B4-BE49-F238E27FC236}">
                  <a16:creationId xmlns:a16="http://schemas.microsoft.com/office/drawing/2014/main" id="{4E32DE7F-0739-77AF-69D6-9559A420D092}"/>
                </a:ext>
              </a:extLst>
            </p:cNvPr>
            <p:cNvCxnSpPr/>
            <p:nvPr/>
          </p:nvCxnSpPr>
          <p:spPr>
            <a:xfrm>
              <a:off x="29210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527DE46-3340-75C8-B974-CE3FDFC50E4D}"/>
                </a:ext>
              </a:extLst>
            </p:cNvPr>
            <p:cNvCxnSpPr/>
            <p:nvPr/>
          </p:nvCxnSpPr>
          <p:spPr>
            <a:xfrm>
              <a:off x="33274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8498B92D-BC75-E427-4424-7736B2A43446}"/>
                </a:ext>
              </a:extLst>
            </p:cNvPr>
            <p:cNvSpPr txBox="1"/>
            <p:nvPr/>
          </p:nvSpPr>
          <p:spPr>
            <a:xfrm>
              <a:off x="3263900" y="15113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7</a:t>
              </a:r>
              <a:endParaRPr lang="zh-CN" altLang="en-US" sz="700">
                <a:solidFill>
                  <a:srgbClr val="5D6974"/>
                </a:solidFill>
                <a:latin typeface="Arial" panose="020B0604020202020204" pitchFamily="34" charset="0"/>
              </a:endParaRPr>
            </a:p>
          </p:txBody>
        </p:sp>
        <p:cxnSp>
          <p:nvCxnSpPr>
            <p:cNvPr id="26" name="直接连接符 25">
              <a:extLst>
                <a:ext uri="{FF2B5EF4-FFF2-40B4-BE49-F238E27FC236}">
                  <a16:creationId xmlns:a16="http://schemas.microsoft.com/office/drawing/2014/main" id="{D252D632-7B70-2EA1-9D5D-79DE3BA45A18}"/>
                </a:ext>
              </a:extLst>
            </p:cNvPr>
            <p:cNvCxnSpPr/>
            <p:nvPr/>
          </p:nvCxnSpPr>
          <p:spPr>
            <a:xfrm>
              <a:off x="37338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8F09379-731D-CA5F-D5AC-493FF563E282}"/>
                </a:ext>
              </a:extLst>
            </p:cNvPr>
            <p:cNvCxnSpPr/>
            <p:nvPr/>
          </p:nvCxnSpPr>
          <p:spPr>
            <a:xfrm>
              <a:off x="41402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6CD2667-6183-1BB2-7C04-5D924F6A33C2}"/>
                </a:ext>
              </a:extLst>
            </p:cNvPr>
            <p:cNvCxnSpPr/>
            <p:nvPr/>
          </p:nvCxnSpPr>
          <p:spPr>
            <a:xfrm>
              <a:off x="4546600" y="14605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402CA8F8-FCE9-9CA6-DAAB-E71DD207C937}"/>
                </a:ext>
              </a:extLst>
            </p:cNvPr>
            <p:cNvSpPr txBox="1"/>
            <p:nvPr/>
          </p:nvSpPr>
          <p:spPr>
            <a:xfrm>
              <a:off x="4483100" y="1511300"/>
              <a:ext cx="99386"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10</a:t>
              </a:r>
              <a:endParaRPr lang="zh-CN" altLang="en-US" sz="700">
                <a:solidFill>
                  <a:srgbClr val="5D6974"/>
                </a:solidFill>
                <a:latin typeface="Arial" panose="020B0604020202020204" pitchFamily="34" charset="0"/>
              </a:endParaRPr>
            </a:p>
          </p:txBody>
        </p:sp>
        <p:sp>
          <p:nvSpPr>
            <p:cNvPr id="30" name="文本框 29">
              <a:extLst>
                <a:ext uri="{FF2B5EF4-FFF2-40B4-BE49-F238E27FC236}">
                  <a16:creationId xmlns:a16="http://schemas.microsoft.com/office/drawing/2014/main" id="{B8BDFD04-6A8C-2440-0402-EFD0F7ED68BB}"/>
                </a:ext>
              </a:extLst>
            </p:cNvPr>
            <p:cNvSpPr txBox="1"/>
            <p:nvPr/>
          </p:nvSpPr>
          <p:spPr>
            <a:xfrm>
              <a:off x="2057400" y="1676400"/>
              <a:ext cx="702115" cy="113877"/>
            </a:xfrm>
            <a:prstGeom prst="rect">
              <a:avLst/>
            </a:prstGeom>
            <a:noFill/>
          </p:spPr>
          <p:txBody>
            <a:bodyPr vert="horz" wrap="none" lIns="0" tIns="0" rIns="0" bIns="0" rtlCol="0">
              <a:spAutoFit/>
            </a:bodyPr>
            <a:lstStyle/>
            <a:p>
              <a:pPr algn="ctr"/>
              <a:r>
                <a:rPr lang="en-US" altLang="zh-CN" sz="740">
                  <a:solidFill>
                    <a:srgbClr val="263746"/>
                  </a:solidFill>
                  <a:latin typeface="Arial" panose="020B0604020202020204" pitchFamily="34" charset="0"/>
                </a:rPr>
                <a:t>Ranked sites (K)</a:t>
              </a:r>
              <a:endParaRPr lang="zh-CN" altLang="en-US" sz="740">
                <a:solidFill>
                  <a:srgbClr val="263746"/>
                </a:solidFill>
                <a:latin typeface="Arial" panose="020B0604020202020204" pitchFamily="34" charset="0"/>
              </a:endParaRPr>
            </a:p>
          </p:txBody>
        </p:sp>
        <p:cxnSp>
          <p:nvCxnSpPr>
            <p:cNvPr id="31" name="直接连接符 30">
              <a:extLst>
                <a:ext uri="{FF2B5EF4-FFF2-40B4-BE49-F238E27FC236}">
                  <a16:creationId xmlns:a16="http://schemas.microsoft.com/office/drawing/2014/main" id="{8243208D-F87F-70DC-3C68-B4D0B6ECF67A}"/>
                </a:ext>
              </a:extLst>
            </p:cNvPr>
            <p:cNvCxnSpPr/>
            <p:nvPr/>
          </p:nvCxnSpPr>
          <p:spPr>
            <a:xfrm flipV="1">
              <a:off x="889000" y="600529"/>
              <a:ext cx="406400" cy="26059"/>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A87BDEA-37C5-5910-365A-B0C26AE85C94}"/>
                </a:ext>
              </a:extLst>
            </p:cNvPr>
            <p:cNvCxnSpPr/>
            <p:nvPr/>
          </p:nvCxnSpPr>
          <p:spPr>
            <a:xfrm>
              <a:off x="1295400" y="600529"/>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1C9EB986-917E-E729-CE87-F0F626BC6401}"/>
                </a:ext>
              </a:extLst>
            </p:cNvPr>
            <p:cNvCxnSpPr/>
            <p:nvPr/>
          </p:nvCxnSpPr>
          <p:spPr>
            <a:xfrm flipV="1">
              <a:off x="1701800" y="587499"/>
              <a:ext cx="406400" cy="1303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E6D9ECB9-86F8-B43F-D5DD-C55C72913F18}"/>
                </a:ext>
              </a:extLst>
            </p:cNvPr>
            <p:cNvCxnSpPr/>
            <p:nvPr/>
          </p:nvCxnSpPr>
          <p:spPr>
            <a:xfrm flipV="1">
              <a:off x="2108200" y="574469"/>
              <a:ext cx="406400" cy="1303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3AE55235-3AB2-EBBC-8F2B-C29EC546F28D}"/>
                </a:ext>
              </a:extLst>
            </p:cNvPr>
            <p:cNvCxnSpPr/>
            <p:nvPr/>
          </p:nvCxnSpPr>
          <p:spPr>
            <a:xfrm>
              <a:off x="2514600" y="574469"/>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1A900C3-B20C-F71C-5344-5B8CAA828D04}"/>
                </a:ext>
              </a:extLst>
            </p:cNvPr>
            <p:cNvCxnSpPr/>
            <p:nvPr/>
          </p:nvCxnSpPr>
          <p:spPr>
            <a:xfrm flipV="1">
              <a:off x="2921000" y="561439"/>
              <a:ext cx="406400" cy="1303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9461AE4B-7168-7D00-7BCE-20BA01FE6FEA}"/>
                </a:ext>
              </a:extLst>
            </p:cNvPr>
            <p:cNvCxnSpPr/>
            <p:nvPr/>
          </p:nvCxnSpPr>
          <p:spPr>
            <a:xfrm>
              <a:off x="3327400" y="561439"/>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8CF3DE6D-F5A4-54EF-30E9-596772A45407}"/>
                </a:ext>
              </a:extLst>
            </p:cNvPr>
            <p:cNvCxnSpPr/>
            <p:nvPr/>
          </p:nvCxnSpPr>
          <p:spPr>
            <a:xfrm>
              <a:off x="3733800" y="561439"/>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31FB202B-71F4-6B4B-AC74-DBBCAAF89FC1}"/>
                </a:ext>
              </a:extLst>
            </p:cNvPr>
            <p:cNvCxnSpPr/>
            <p:nvPr/>
          </p:nvCxnSpPr>
          <p:spPr>
            <a:xfrm>
              <a:off x="4140200" y="561439"/>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sp>
          <p:nvSpPr>
            <p:cNvPr id="40" name="椭圆 39">
              <a:extLst>
                <a:ext uri="{FF2B5EF4-FFF2-40B4-BE49-F238E27FC236}">
                  <a16:creationId xmlns:a16="http://schemas.microsoft.com/office/drawing/2014/main" id="{3F668448-6F36-6B92-958B-090021823A5A}"/>
                </a:ext>
              </a:extLst>
            </p:cNvPr>
            <p:cNvSpPr/>
            <p:nvPr/>
          </p:nvSpPr>
          <p:spPr>
            <a:xfrm>
              <a:off x="866775" y="604363"/>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0D5AB632-04DE-04B3-7EF4-B1F874F5CE3D}"/>
                </a:ext>
              </a:extLst>
            </p:cNvPr>
            <p:cNvSpPr/>
            <p:nvPr/>
          </p:nvSpPr>
          <p:spPr>
            <a:xfrm>
              <a:off x="1273175" y="578304"/>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D368B263-9098-3357-1D9E-5C133F113A0E}"/>
                </a:ext>
              </a:extLst>
            </p:cNvPr>
            <p:cNvSpPr/>
            <p:nvPr/>
          </p:nvSpPr>
          <p:spPr>
            <a:xfrm>
              <a:off x="1679575" y="578304"/>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9EE61104-411F-BC18-F4EE-4575ADD82D44}"/>
                </a:ext>
              </a:extLst>
            </p:cNvPr>
            <p:cNvSpPr/>
            <p:nvPr/>
          </p:nvSpPr>
          <p:spPr>
            <a:xfrm>
              <a:off x="2085975" y="565274"/>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DD94F671-98AE-7802-760D-F7012E941F50}"/>
                </a:ext>
              </a:extLst>
            </p:cNvPr>
            <p:cNvSpPr/>
            <p:nvPr/>
          </p:nvSpPr>
          <p:spPr>
            <a:xfrm>
              <a:off x="2492375" y="552244"/>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F7CAB062-BEB2-28CB-5B25-1F62F29B5612}"/>
                </a:ext>
              </a:extLst>
            </p:cNvPr>
            <p:cNvSpPr/>
            <p:nvPr/>
          </p:nvSpPr>
          <p:spPr>
            <a:xfrm>
              <a:off x="2898775" y="552244"/>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4B977E61-800E-2A9F-1DFD-BA1095342578}"/>
                </a:ext>
              </a:extLst>
            </p:cNvPr>
            <p:cNvSpPr/>
            <p:nvPr/>
          </p:nvSpPr>
          <p:spPr>
            <a:xfrm>
              <a:off x="3305175" y="539214"/>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2C35494E-0C41-7D58-1450-F824EE994CA5}"/>
                </a:ext>
              </a:extLst>
            </p:cNvPr>
            <p:cNvSpPr/>
            <p:nvPr/>
          </p:nvSpPr>
          <p:spPr>
            <a:xfrm>
              <a:off x="3711575" y="539214"/>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E8C5D5D3-1A97-6019-7FA4-500D37228B2E}"/>
                </a:ext>
              </a:extLst>
            </p:cNvPr>
            <p:cNvSpPr/>
            <p:nvPr/>
          </p:nvSpPr>
          <p:spPr>
            <a:xfrm>
              <a:off x="4117975" y="539214"/>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11AA3D04-DCAF-CD2F-9C5F-FC970AD40481}"/>
                </a:ext>
              </a:extLst>
            </p:cNvPr>
            <p:cNvSpPr/>
            <p:nvPr/>
          </p:nvSpPr>
          <p:spPr>
            <a:xfrm>
              <a:off x="4524375" y="539214"/>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50DB74B7-A6AF-1B93-6861-74D019DE8435}"/>
                </a:ext>
              </a:extLst>
            </p:cNvPr>
            <p:cNvCxnSpPr/>
            <p:nvPr/>
          </p:nvCxnSpPr>
          <p:spPr>
            <a:xfrm flipV="1">
              <a:off x="889000" y="652648"/>
              <a:ext cx="406400" cy="1303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6D71ACF4-7694-0D92-EDEC-45617645D927}"/>
                </a:ext>
              </a:extLst>
            </p:cNvPr>
            <p:cNvCxnSpPr/>
            <p:nvPr/>
          </p:nvCxnSpPr>
          <p:spPr>
            <a:xfrm flipV="1">
              <a:off x="1295400" y="639618"/>
              <a:ext cx="406400" cy="1303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6FE767DA-B4E1-5317-B430-9F7099D9182C}"/>
                </a:ext>
              </a:extLst>
            </p:cNvPr>
            <p:cNvCxnSpPr/>
            <p:nvPr/>
          </p:nvCxnSpPr>
          <p:spPr>
            <a:xfrm>
              <a:off x="1701800" y="639618"/>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B80D3ECD-5970-193D-CB88-ACBF6C2D9CC0}"/>
                </a:ext>
              </a:extLst>
            </p:cNvPr>
            <p:cNvCxnSpPr/>
            <p:nvPr/>
          </p:nvCxnSpPr>
          <p:spPr>
            <a:xfrm>
              <a:off x="2108200" y="639618"/>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7904FB0A-DB57-98EA-46AA-229D71B41A47}"/>
                </a:ext>
              </a:extLst>
            </p:cNvPr>
            <p:cNvCxnSpPr/>
            <p:nvPr/>
          </p:nvCxnSpPr>
          <p:spPr>
            <a:xfrm>
              <a:off x="2514600" y="639618"/>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10E3C7D-60E4-965C-8B75-44BB7BDD5736}"/>
                </a:ext>
              </a:extLst>
            </p:cNvPr>
            <p:cNvCxnSpPr/>
            <p:nvPr/>
          </p:nvCxnSpPr>
          <p:spPr>
            <a:xfrm flipV="1">
              <a:off x="2921000" y="626588"/>
              <a:ext cx="406400" cy="1303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16C635E1-B036-525E-FBEF-A5CC4E70BED6}"/>
                </a:ext>
              </a:extLst>
            </p:cNvPr>
            <p:cNvCxnSpPr/>
            <p:nvPr/>
          </p:nvCxnSpPr>
          <p:spPr>
            <a:xfrm>
              <a:off x="3327400" y="626588"/>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CA57F6B0-03A8-0BE5-2B2F-E18BEB805415}"/>
                </a:ext>
              </a:extLst>
            </p:cNvPr>
            <p:cNvCxnSpPr/>
            <p:nvPr/>
          </p:nvCxnSpPr>
          <p:spPr>
            <a:xfrm>
              <a:off x="3733800" y="626588"/>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2E5E1F76-D319-681E-940E-17AD45B8CEF2}"/>
                </a:ext>
              </a:extLst>
            </p:cNvPr>
            <p:cNvCxnSpPr/>
            <p:nvPr/>
          </p:nvCxnSpPr>
          <p:spPr>
            <a:xfrm>
              <a:off x="4140200" y="626588"/>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28D1E3A3-5976-D1E3-722C-6BB871D4A045}"/>
                </a:ext>
              </a:extLst>
            </p:cNvPr>
            <p:cNvSpPr/>
            <p:nvPr/>
          </p:nvSpPr>
          <p:spPr>
            <a:xfrm>
              <a:off x="866775" y="64345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F4AD75E5-D3A6-0585-80E2-5FE221E65937}"/>
                </a:ext>
              </a:extLst>
            </p:cNvPr>
            <p:cNvSpPr/>
            <p:nvPr/>
          </p:nvSpPr>
          <p:spPr>
            <a:xfrm>
              <a:off x="1273175" y="63042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1AC110EC-3379-0F01-3123-346F6DB5AD61}"/>
                </a:ext>
              </a:extLst>
            </p:cNvPr>
            <p:cNvSpPr/>
            <p:nvPr/>
          </p:nvSpPr>
          <p:spPr>
            <a:xfrm>
              <a:off x="1679575" y="61739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AABA1E89-7799-2D7A-F785-971DD68C9828}"/>
                </a:ext>
              </a:extLst>
            </p:cNvPr>
            <p:cNvSpPr/>
            <p:nvPr/>
          </p:nvSpPr>
          <p:spPr>
            <a:xfrm>
              <a:off x="2085975" y="61739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a:extLst>
                <a:ext uri="{FF2B5EF4-FFF2-40B4-BE49-F238E27FC236}">
                  <a16:creationId xmlns:a16="http://schemas.microsoft.com/office/drawing/2014/main" id="{F51FA09F-DBDF-4556-BA3D-CE240C7BDE5B}"/>
                </a:ext>
              </a:extLst>
            </p:cNvPr>
            <p:cNvSpPr/>
            <p:nvPr/>
          </p:nvSpPr>
          <p:spPr>
            <a:xfrm>
              <a:off x="2492375" y="61739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FF23C52F-02D7-3FEA-DFA8-8F9E7CD0D8D6}"/>
                </a:ext>
              </a:extLst>
            </p:cNvPr>
            <p:cNvSpPr/>
            <p:nvPr/>
          </p:nvSpPr>
          <p:spPr>
            <a:xfrm>
              <a:off x="2898775" y="61739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344859BC-7493-9EEA-0492-D398053F497A}"/>
                </a:ext>
              </a:extLst>
            </p:cNvPr>
            <p:cNvSpPr/>
            <p:nvPr/>
          </p:nvSpPr>
          <p:spPr>
            <a:xfrm>
              <a:off x="3305175" y="60436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B3297A54-B976-D601-AEF7-F818675E4265}"/>
                </a:ext>
              </a:extLst>
            </p:cNvPr>
            <p:cNvSpPr/>
            <p:nvPr/>
          </p:nvSpPr>
          <p:spPr>
            <a:xfrm>
              <a:off x="3711575" y="60436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BE0397FE-8BDB-B790-B894-D57E4CE67FE4}"/>
                </a:ext>
              </a:extLst>
            </p:cNvPr>
            <p:cNvSpPr/>
            <p:nvPr/>
          </p:nvSpPr>
          <p:spPr>
            <a:xfrm>
              <a:off x="4117975" y="60436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443D3D52-0483-01DE-3B31-3C673EBF44E2}"/>
                </a:ext>
              </a:extLst>
            </p:cNvPr>
            <p:cNvSpPr/>
            <p:nvPr/>
          </p:nvSpPr>
          <p:spPr>
            <a:xfrm>
              <a:off x="4524375" y="604363"/>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9" name="直接连接符 68">
              <a:extLst>
                <a:ext uri="{FF2B5EF4-FFF2-40B4-BE49-F238E27FC236}">
                  <a16:creationId xmlns:a16="http://schemas.microsoft.com/office/drawing/2014/main" id="{C0B939B0-E50C-E9D0-DCD8-F5418FAD86D8}"/>
                </a:ext>
              </a:extLst>
            </p:cNvPr>
            <p:cNvCxnSpPr/>
            <p:nvPr/>
          </p:nvCxnSpPr>
          <p:spPr>
            <a:xfrm flipV="1">
              <a:off x="889000" y="652648"/>
              <a:ext cx="406400" cy="65149"/>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62885983-D935-2056-E220-88B139CBA114}"/>
                </a:ext>
              </a:extLst>
            </p:cNvPr>
            <p:cNvCxnSpPr/>
            <p:nvPr/>
          </p:nvCxnSpPr>
          <p:spPr>
            <a:xfrm flipV="1">
              <a:off x="1295400" y="600529"/>
              <a:ext cx="406400" cy="52119"/>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11195F2D-721D-79A5-7640-70331E584706}"/>
                </a:ext>
              </a:extLst>
            </p:cNvPr>
            <p:cNvCxnSpPr/>
            <p:nvPr/>
          </p:nvCxnSpPr>
          <p:spPr>
            <a:xfrm flipV="1">
              <a:off x="1701800" y="587499"/>
              <a:ext cx="406400" cy="1303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121AC82D-32BE-DEA8-75F6-EB2C66F00E0A}"/>
                </a:ext>
              </a:extLst>
            </p:cNvPr>
            <p:cNvCxnSpPr/>
            <p:nvPr/>
          </p:nvCxnSpPr>
          <p:spPr>
            <a:xfrm flipV="1">
              <a:off x="2108200" y="574469"/>
              <a:ext cx="406400" cy="1303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BA9FC629-218D-1D1F-662D-2F79D4DCE6BB}"/>
                </a:ext>
              </a:extLst>
            </p:cNvPr>
            <p:cNvCxnSpPr/>
            <p:nvPr/>
          </p:nvCxnSpPr>
          <p:spPr>
            <a:xfrm>
              <a:off x="2514600" y="574469"/>
              <a:ext cx="4064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9149BEA1-E816-3435-6968-891F4AF33FDA}"/>
                </a:ext>
              </a:extLst>
            </p:cNvPr>
            <p:cNvCxnSpPr/>
            <p:nvPr/>
          </p:nvCxnSpPr>
          <p:spPr>
            <a:xfrm>
              <a:off x="2921000" y="574469"/>
              <a:ext cx="4064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A5D830B9-F44A-24E9-A830-4CDECC0F939F}"/>
                </a:ext>
              </a:extLst>
            </p:cNvPr>
            <p:cNvCxnSpPr/>
            <p:nvPr/>
          </p:nvCxnSpPr>
          <p:spPr>
            <a:xfrm>
              <a:off x="3327400" y="574469"/>
              <a:ext cx="4064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2F3739A3-7BCF-C8B8-7179-8E1EA60D70CF}"/>
                </a:ext>
              </a:extLst>
            </p:cNvPr>
            <p:cNvCxnSpPr/>
            <p:nvPr/>
          </p:nvCxnSpPr>
          <p:spPr>
            <a:xfrm>
              <a:off x="3733800" y="574469"/>
              <a:ext cx="4064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59A68F10-85D1-3A99-1698-093B4D8DCDD8}"/>
                </a:ext>
              </a:extLst>
            </p:cNvPr>
            <p:cNvCxnSpPr/>
            <p:nvPr/>
          </p:nvCxnSpPr>
          <p:spPr>
            <a:xfrm>
              <a:off x="4140200" y="574469"/>
              <a:ext cx="4064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sp>
          <p:nvSpPr>
            <p:cNvPr id="78" name="椭圆 77">
              <a:extLst>
                <a:ext uri="{FF2B5EF4-FFF2-40B4-BE49-F238E27FC236}">
                  <a16:creationId xmlns:a16="http://schemas.microsoft.com/office/drawing/2014/main" id="{C739834F-2E15-4351-F355-3C2A6EBCFB4A}"/>
                </a:ext>
              </a:extLst>
            </p:cNvPr>
            <p:cNvSpPr/>
            <p:nvPr/>
          </p:nvSpPr>
          <p:spPr>
            <a:xfrm>
              <a:off x="866775" y="695572"/>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BEED693D-223D-E0E6-6882-236E9B10B306}"/>
                </a:ext>
              </a:extLst>
            </p:cNvPr>
            <p:cNvSpPr/>
            <p:nvPr/>
          </p:nvSpPr>
          <p:spPr>
            <a:xfrm>
              <a:off x="1273175" y="630423"/>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43279979-5272-771A-3EFF-2B597C5F7B54}"/>
                </a:ext>
              </a:extLst>
            </p:cNvPr>
            <p:cNvSpPr/>
            <p:nvPr/>
          </p:nvSpPr>
          <p:spPr>
            <a:xfrm>
              <a:off x="1679575" y="57830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EAAD60C9-C7E6-124A-50BB-DE975CCA245C}"/>
                </a:ext>
              </a:extLst>
            </p:cNvPr>
            <p:cNvSpPr/>
            <p:nvPr/>
          </p:nvSpPr>
          <p:spPr>
            <a:xfrm>
              <a:off x="2085975" y="56527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D8BF56B9-E3F5-DE9F-0BDF-0B94BE01A850}"/>
                </a:ext>
              </a:extLst>
            </p:cNvPr>
            <p:cNvSpPr/>
            <p:nvPr/>
          </p:nvSpPr>
          <p:spPr>
            <a:xfrm>
              <a:off x="2492375" y="55224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5F7E9EEF-9A5B-7717-3E7E-F9F6C8419681}"/>
                </a:ext>
              </a:extLst>
            </p:cNvPr>
            <p:cNvSpPr/>
            <p:nvPr/>
          </p:nvSpPr>
          <p:spPr>
            <a:xfrm>
              <a:off x="2898775" y="55224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33F7E42-4715-1808-53C6-451C2314E523}"/>
                </a:ext>
              </a:extLst>
            </p:cNvPr>
            <p:cNvSpPr/>
            <p:nvPr/>
          </p:nvSpPr>
          <p:spPr>
            <a:xfrm>
              <a:off x="3305175" y="55224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4CE1B73-F126-1836-6F93-E517BA270629}"/>
                </a:ext>
              </a:extLst>
            </p:cNvPr>
            <p:cNvSpPr/>
            <p:nvPr/>
          </p:nvSpPr>
          <p:spPr>
            <a:xfrm>
              <a:off x="3711575" y="55224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112C4551-72F6-3863-0E86-0C1239ABA341}"/>
                </a:ext>
              </a:extLst>
            </p:cNvPr>
            <p:cNvSpPr/>
            <p:nvPr/>
          </p:nvSpPr>
          <p:spPr>
            <a:xfrm>
              <a:off x="4117975" y="55224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0DDAF339-684A-1F9A-3D8D-959D5EBDD285}"/>
                </a:ext>
              </a:extLst>
            </p:cNvPr>
            <p:cNvSpPr/>
            <p:nvPr/>
          </p:nvSpPr>
          <p:spPr>
            <a:xfrm>
              <a:off x="4524375" y="552244"/>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8" name="直接连接符 87">
              <a:extLst>
                <a:ext uri="{FF2B5EF4-FFF2-40B4-BE49-F238E27FC236}">
                  <a16:creationId xmlns:a16="http://schemas.microsoft.com/office/drawing/2014/main" id="{E611F636-D51E-A108-24D0-78114AF65B9E}"/>
                </a:ext>
              </a:extLst>
            </p:cNvPr>
            <p:cNvCxnSpPr/>
            <p:nvPr/>
          </p:nvCxnSpPr>
          <p:spPr>
            <a:xfrm flipV="1">
              <a:off x="889000" y="704768"/>
              <a:ext cx="406400" cy="91209"/>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AC4F21C6-6321-34B1-F9DC-D740D311E4FE}"/>
                </a:ext>
              </a:extLst>
            </p:cNvPr>
            <p:cNvCxnSpPr/>
            <p:nvPr/>
          </p:nvCxnSpPr>
          <p:spPr>
            <a:xfrm flipV="1">
              <a:off x="1295400" y="639618"/>
              <a:ext cx="406400" cy="6515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6567B745-9ACD-F32B-2AC7-7F376E13E17A}"/>
                </a:ext>
              </a:extLst>
            </p:cNvPr>
            <p:cNvCxnSpPr/>
            <p:nvPr/>
          </p:nvCxnSpPr>
          <p:spPr>
            <a:xfrm>
              <a:off x="1701800" y="639618"/>
              <a:ext cx="4064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8B767033-03BB-9D65-416A-6F44C309C475}"/>
                </a:ext>
              </a:extLst>
            </p:cNvPr>
            <p:cNvCxnSpPr/>
            <p:nvPr/>
          </p:nvCxnSpPr>
          <p:spPr>
            <a:xfrm>
              <a:off x="2108200" y="639618"/>
              <a:ext cx="4064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22A7DE0D-2A19-073C-B739-5645185B2DCA}"/>
                </a:ext>
              </a:extLst>
            </p:cNvPr>
            <p:cNvCxnSpPr/>
            <p:nvPr/>
          </p:nvCxnSpPr>
          <p:spPr>
            <a:xfrm>
              <a:off x="2514600" y="639618"/>
              <a:ext cx="4064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198C09EC-1800-D3CF-C8D0-008A24AFEA2C}"/>
                </a:ext>
              </a:extLst>
            </p:cNvPr>
            <p:cNvCxnSpPr/>
            <p:nvPr/>
          </p:nvCxnSpPr>
          <p:spPr>
            <a:xfrm>
              <a:off x="2921000" y="639618"/>
              <a:ext cx="4064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F28B045F-E0B6-AC56-8428-EFBCFCD06941}"/>
                </a:ext>
              </a:extLst>
            </p:cNvPr>
            <p:cNvCxnSpPr/>
            <p:nvPr/>
          </p:nvCxnSpPr>
          <p:spPr>
            <a:xfrm>
              <a:off x="3327400" y="639618"/>
              <a:ext cx="4064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13868630-4120-6C07-87AC-1EBE39165F14}"/>
                </a:ext>
              </a:extLst>
            </p:cNvPr>
            <p:cNvCxnSpPr/>
            <p:nvPr/>
          </p:nvCxnSpPr>
          <p:spPr>
            <a:xfrm>
              <a:off x="3733800" y="639618"/>
              <a:ext cx="4064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56E87CDE-F6EA-292B-C0EF-88F9B67C6415}"/>
                </a:ext>
              </a:extLst>
            </p:cNvPr>
            <p:cNvCxnSpPr/>
            <p:nvPr/>
          </p:nvCxnSpPr>
          <p:spPr>
            <a:xfrm>
              <a:off x="4140200" y="639618"/>
              <a:ext cx="4064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sp>
          <p:nvSpPr>
            <p:cNvPr id="97" name="矩形 96">
              <a:extLst>
                <a:ext uri="{FF2B5EF4-FFF2-40B4-BE49-F238E27FC236}">
                  <a16:creationId xmlns:a16="http://schemas.microsoft.com/office/drawing/2014/main" id="{85582F73-82C7-6AA0-AFB4-84BEA2BB5939}"/>
                </a:ext>
              </a:extLst>
            </p:cNvPr>
            <p:cNvSpPr/>
            <p:nvPr/>
          </p:nvSpPr>
          <p:spPr>
            <a:xfrm>
              <a:off x="866775" y="773752"/>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a:extLst>
                <a:ext uri="{FF2B5EF4-FFF2-40B4-BE49-F238E27FC236}">
                  <a16:creationId xmlns:a16="http://schemas.microsoft.com/office/drawing/2014/main" id="{7C91CE38-F172-6425-6C66-F94AA7348E76}"/>
                </a:ext>
              </a:extLst>
            </p:cNvPr>
            <p:cNvSpPr/>
            <p:nvPr/>
          </p:nvSpPr>
          <p:spPr>
            <a:xfrm>
              <a:off x="1273175" y="682543"/>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a:extLst>
                <a:ext uri="{FF2B5EF4-FFF2-40B4-BE49-F238E27FC236}">
                  <a16:creationId xmlns:a16="http://schemas.microsoft.com/office/drawing/2014/main" id="{2A2F7C93-F7ED-EA90-0283-F3234D2852CB}"/>
                </a:ext>
              </a:extLst>
            </p:cNvPr>
            <p:cNvSpPr/>
            <p:nvPr/>
          </p:nvSpPr>
          <p:spPr>
            <a:xfrm>
              <a:off x="1679575" y="617393"/>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a:extLst>
                <a:ext uri="{FF2B5EF4-FFF2-40B4-BE49-F238E27FC236}">
                  <a16:creationId xmlns:a16="http://schemas.microsoft.com/office/drawing/2014/main" id="{391463B5-0FD4-1CA3-8243-DF8AFA520967}"/>
                </a:ext>
              </a:extLst>
            </p:cNvPr>
            <p:cNvSpPr/>
            <p:nvPr/>
          </p:nvSpPr>
          <p:spPr>
            <a:xfrm>
              <a:off x="2085975" y="617393"/>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a:extLst>
                <a:ext uri="{FF2B5EF4-FFF2-40B4-BE49-F238E27FC236}">
                  <a16:creationId xmlns:a16="http://schemas.microsoft.com/office/drawing/2014/main" id="{61B77ADD-8D54-2274-7DF9-E72DCA81A706}"/>
                </a:ext>
              </a:extLst>
            </p:cNvPr>
            <p:cNvSpPr/>
            <p:nvPr/>
          </p:nvSpPr>
          <p:spPr>
            <a:xfrm>
              <a:off x="2492375" y="617393"/>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8F979956-36D4-AD6A-D97D-4543946284C4}"/>
                </a:ext>
              </a:extLst>
            </p:cNvPr>
            <p:cNvSpPr/>
            <p:nvPr/>
          </p:nvSpPr>
          <p:spPr>
            <a:xfrm>
              <a:off x="2898775" y="617393"/>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3388BD47-1287-81EF-B1EE-6CC9DD9623D2}"/>
                </a:ext>
              </a:extLst>
            </p:cNvPr>
            <p:cNvSpPr/>
            <p:nvPr/>
          </p:nvSpPr>
          <p:spPr>
            <a:xfrm>
              <a:off x="3305175" y="617393"/>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a:extLst>
                <a:ext uri="{FF2B5EF4-FFF2-40B4-BE49-F238E27FC236}">
                  <a16:creationId xmlns:a16="http://schemas.microsoft.com/office/drawing/2014/main" id="{A31FBC5C-ACC6-84F4-91A7-7698F12B2F44}"/>
                </a:ext>
              </a:extLst>
            </p:cNvPr>
            <p:cNvSpPr/>
            <p:nvPr/>
          </p:nvSpPr>
          <p:spPr>
            <a:xfrm>
              <a:off x="3711575" y="617393"/>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a:extLst>
                <a:ext uri="{FF2B5EF4-FFF2-40B4-BE49-F238E27FC236}">
                  <a16:creationId xmlns:a16="http://schemas.microsoft.com/office/drawing/2014/main" id="{AB1DE0B5-92FE-C97A-9DCD-A0933A3903E5}"/>
                </a:ext>
              </a:extLst>
            </p:cNvPr>
            <p:cNvSpPr/>
            <p:nvPr/>
          </p:nvSpPr>
          <p:spPr>
            <a:xfrm>
              <a:off x="4117975" y="617393"/>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a:extLst>
                <a:ext uri="{FF2B5EF4-FFF2-40B4-BE49-F238E27FC236}">
                  <a16:creationId xmlns:a16="http://schemas.microsoft.com/office/drawing/2014/main" id="{F1F55B63-856F-2CD1-6F1F-EC50F111C917}"/>
                </a:ext>
              </a:extLst>
            </p:cNvPr>
            <p:cNvSpPr/>
            <p:nvPr/>
          </p:nvSpPr>
          <p:spPr>
            <a:xfrm>
              <a:off x="4524375" y="617393"/>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 name="直接连接符 106">
              <a:extLst>
                <a:ext uri="{FF2B5EF4-FFF2-40B4-BE49-F238E27FC236}">
                  <a16:creationId xmlns:a16="http://schemas.microsoft.com/office/drawing/2014/main" id="{8ADB9E3D-1074-3961-454C-8530A8E63549}"/>
                </a:ext>
              </a:extLst>
            </p:cNvPr>
            <p:cNvCxnSpPr/>
            <p:nvPr/>
          </p:nvCxnSpPr>
          <p:spPr>
            <a:xfrm flipV="1">
              <a:off x="889000" y="769917"/>
              <a:ext cx="406400" cy="91209"/>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2BADA355-D1EE-B8AB-9279-9E429DEF07F9}"/>
                </a:ext>
              </a:extLst>
            </p:cNvPr>
            <p:cNvCxnSpPr/>
            <p:nvPr/>
          </p:nvCxnSpPr>
          <p:spPr>
            <a:xfrm flipV="1">
              <a:off x="1295400" y="717797"/>
              <a:ext cx="406400" cy="5212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F61A3DBE-C011-EFEE-5E87-F1C4EA130D16}"/>
                </a:ext>
              </a:extLst>
            </p:cNvPr>
            <p:cNvCxnSpPr/>
            <p:nvPr/>
          </p:nvCxnSpPr>
          <p:spPr>
            <a:xfrm>
              <a:off x="1701800" y="717797"/>
              <a:ext cx="4064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2E5B4A92-8524-BF4C-D729-81F2D094FC99}"/>
                </a:ext>
              </a:extLst>
            </p:cNvPr>
            <p:cNvCxnSpPr/>
            <p:nvPr/>
          </p:nvCxnSpPr>
          <p:spPr>
            <a:xfrm flipV="1">
              <a:off x="2108200" y="691738"/>
              <a:ext cx="406400" cy="26059"/>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7E8DE977-E917-A603-C25F-6197AE7EB2A6}"/>
                </a:ext>
              </a:extLst>
            </p:cNvPr>
            <p:cNvCxnSpPr/>
            <p:nvPr/>
          </p:nvCxnSpPr>
          <p:spPr>
            <a:xfrm>
              <a:off x="2514600" y="691738"/>
              <a:ext cx="4064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2A59C237-0980-1938-CD06-3CE4151EF5E7}"/>
                </a:ext>
              </a:extLst>
            </p:cNvPr>
            <p:cNvCxnSpPr/>
            <p:nvPr/>
          </p:nvCxnSpPr>
          <p:spPr>
            <a:xfrm>
              <a:off x="2921000" y="691738"/>
              <a:ext cx="4064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42FAB28C-FF62-2639-FF58-3847DFA1FEC8}"/>
                </a:ext>
              </a:extLst>
            </p:cNvPr>
            <p:cNvCxnSpPr/>
            <p:nvPr/>
          </p:nvCxnSpPr>
          <p:spPr>
            <a:xfrm>
              <a:off x="3327400" y="691738"/>
              <a:ext cx="4064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582AA7B-A498-F643-A9AF-FCB71A37437B}"/>
                </a:ext>
              </a:extLst>
            </p:cNvPr>
            <p:cNvCxnSpPr/>
            <p:nvPr/>
          </p:nvCxnSpPr>
          <p:spPr>
            <a:xfrm>
              <a:off x="3733800" y="691738"/>
              <a:ext cx="4064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9E511E33-8A6C-2DD6-CC76-ACECD414CA7F}"/>
                </a:ext>
              </a:extLst>
            </p:cNvPr>
            <p:cNvCxnSpPr/>
            <p:nvPr/>
          </p:nvCxnSpPr>
          <p:spPr>
            <a:xfrm>
              <a:off x="4140200" y="691738"/>
              <a:ext cx="4064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sp>
          <p:nvSpPr>
            <p:cNvPr id="116" name="菱形 115">
              <a:extLst>
                <a:ext uri="{FF2B5EF4-FFF2-40B4-BE49-F238E27FC236}">
                  <a16:creationId xmlns:a16="http://schemas.microsoft.com/office/drawing/2014/main" id="{6629A8D4-FF30-3DD2-0903-2DEA22876B75}"/>
                </a:ext>
              </a:extLst>
            </p:cNvPr>
            <p:cNvSpPr/>
            <p:nvPr/>
          </p:nvSpPr>
          <p:spPr>
            <a:xfrm>
              <a:off x="866775" y="838901"/>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菱形 116">
              <a:extLst>
                <a:ext uri="{FF2B5EF4-FFF2-40B4-BE49-F238E27FC236}">
                  <a16:creationId xmlns:a16="http://schemas.microsoft.com/office/drawing/2014/main" id="{2B1D7DE2-28B8-7B54-2161-6DCEEE477EE5}"/>
                </a:ext>
              </a:extLst>
            </p:cNvPr>
            <p:cNvSpPr/>
            <p:nvPr/>
          </p:nvSpPr>
          <p:spPr>
            <a:xfrm>
              <a:off x="1273175" y="747692"/>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菱形 117">
              <a:extLst>
                <a:ext uri="{FF2B5EF4-FFF2-40B4-BE49-F238E27FC236}">
                  <a16:creationId xmlns:a16="http://schemas.microsoft.com/office/drawing/2014/main" id="{566703E1-D471-FE0F-E804-44DC173725EF}"/>
                </a:ext>
              </a:extLst>
            </p:cNvPr>
            <p:cNvSpPr/>
            <p:nvPr/>
          </p:nvSpPr>
          <p:spPr>
            <a:xfrm>
              <a:off x="1679575" y="695572"/>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菱形 118">
              <a:extLst>
                <a:ext uri="{FF2B5EF4-FFF2-40B4-BE49-F238E27FC236}">
                  <a16:creationId xmlns:a16="http://schemas.microsoft.com/office/drawing/2014/main" id="{10B96DEF-84D2-0A8F-42A5-D9F38E41A8F0}"/>
                </a:ext>
              </a:extLst>
            </p:cNvPr>
            <p:cNvSpPr/>
            <p:nvPr/>
          </p:nvSpPr>
          <p:spPr>
            <a:xfrm>
              <a:off x="2085975" y="695572"/>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菱形 119">
              <a:extLst>
                <a:ext uri="{FF2B5EF4-FFF2-40B4-BE49-F238E27FC236}">
                  <a16:creationId xmlns:a16="http://schemas.microsoft.com/office/drawing/2014/main" id="{1D6792C0-29E3-348B-56BE-A5883AF06968}"/>
                </a:ext>
              </a:extLst>
            </p:cNvPr>
            <p:cNvSpPr/>
            <p:nvPr/>
          </p:nvSpPr>
          <p:spPr>
            <a:xfrm>
              <a:off x="2492375" y="669513"/>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菱形 120">
              <a:extLst>
                <a:ext uri="{FF2B5EF4-FFF2-40B4-BE49-F238E27FC236}">
                  <a16:creationId xmlns:a16="http://schemas.microsoft.com/office/drawing/2014/main" id="{942E3C68-015E-8B61-C97C-C86B0C8D441A}"/>
                </a:ext>
              </a:extLst>
            </p:cNvPr>
            <p:cNvSpPr/>
            <p:nvPr/>
          </p:nvSpPr>
          <p:spPr>
            <a:xfrm>
              <a:off x="2898775" y="669513"/>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菱形 121">
              <a:extLst>
                <a:ext uri="{FF2B5EF4-FFF2-40B4-BE49-F238E27FC236}">
                  <a16:creationId xmlns:a16="http://schemas.microsoft.com/office/drawing/2014/main" id="{BB5ADF9A-9D6A-42C6-455D-D82B629F3295}"/>
                </a:ext>
              </a:extLst>
            </p:cNvPr>
            <p:cNvSpPr/>
            <p:nvPr/>
          </p:nvSpPr>
          <p:spPr>
            <a:xfrm>
              <a:off x="3305175" y="669513"/>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菱形 122">
              <a:extLst>
                <a:ext uri="{FF2B5EF4-FFF2-40B4-BE49-F238E27FC236}">
                  <a16:creationId xmlns:a16="http://schemas.microsoft.com/office/drawing/2014/main" id="{73A8C973-F7F2-86EC-4BFB-CE17BF8E1383}"/>
                </a:ext>
              </a:extLst>
            </p:cNvPr>
            <p:cNvSpPr/>
            <p:nvPr/>
          </p:nvSpPr>
          <p:spPr>
            <a:xfrm>
              <a:off x="3711575" y="669513"/>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菱形 123">
              <a:extLst>
                <a:ext uri="{FF2B5EF4-FFF2-40B4-BE49-F238E27FC236}">
                  <a16:creationId xmlns:a16="http://schemas.microsoft.com/office/drawing/2014/main" id="{FF1AEC42-9ABF-433E-EED1-6473C887BD27}"/>
                </a:ext>
              </a:extLst>
            </p:cNvPr>
            <p:cNvSpPr/>
            <p:nvPr/>
          </p:nvSpPr>
          <p:spPr>
            <a:xfrm>
              <a:off x="4117975" y="669513"/>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菱形 124">
              <a:extLst>
                <a:ext uri="{FF2B5EF4-FFF2-40B4-BE49-F238E27FC236}">
                  <a16:creationId xmlns:a16="http://schemas.microsoft.com/office/drawing/2014/main" id="{B3E489A3-658D-0EDD-D1BD-475DCF91F43B}"/>
                </a:ext>
              </a:extLst>
            </p:cNvPr>
            <p:cNvSpPr/>
            <p:nvPr/>
          </p:nvSpPr>
          <p:spPr>
            <a:xfrm>
              <a:off x="4524375" y="669513"/>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 name="直接连接符 125">
              <a:extLst>
                <a:ext uri="{FF2B5EF4-FFF2-40B4-BE49-F238E27FC236}">
                  <a16:creationId xmlns:a16="http://schemas.microsoft.com/office/drawing/2014/main" id="{B9280446-C086-8A74-5827-9AF8345C450B}"/>
                </a:ext>
              </a:extLst>
            </p:cNvPr>
            <p:cNvCxnSpPr/>
            <p:nvPr/>
          </p:nvCxnSpPr>
          <p:spPr>
            <a:xfrm>
              <a:off x="4826000" y="673100"/>
              <a:ext cx="2540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sp>
          <p:nvSpPr>
            <p:cNvPr id="127" name="椭圆 126">
              <a:extLst>
                <a:ext uri="{FF2B5EF4-FFF2-40B4-BE49-F238E27FC236}">
                  <a16:creationId xmlns:a16="http://schemas.microsoft.com/office/drawing/2014/main" id="{E86599D6-93DC-C39A-464D-4561B59ECF7F}"/>
                </a:ext>
              </a:extLst>
            </p:cNvPr>
            <p:cNvSpPr/>
            <p:nvPr/>
          </p:nvSpPr>
          <p:spPr>
            <a:xfrm>
              <a:off x="4930775" y="650875"/>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文本框 127">
              <a:extLst>
                <a:ext uri="{FF2B5EF4-FFF2-40B4-BE49-F238E27FC236}">
                  <a16:creationId xmlns:a16="http://schemas.microsoft.com/office/drawing/2014/main" id="{104B045D-D732-FEC3-986F-46E75561B458}"/>
                </a:ext>
              </a:extLst>
            </p:cNvPr>
            <p:cNvSpPr txBox="1"/>
            <p:nvPr/>
          </p:nvSpPr>
          <p:spPr>
            <a:xfrm>
              <a:off x="5168900" y="596900"/>
              <a:ext cx="418384"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Find · GT</a:t>
              </a:r>
              <a:endParaRPr lang="zh-CN" altLang="en-US" sz="770">
                <a:solidFill>
                  <a:srgbClr val="263746"/>
                </a:solidFill>
                <a:latin typeface="Arial" panose="020B0604020202020204" pitchFamily="34" charset="0"/>
              </a:endParaRPr>
            </a:p>
          </p:txBody>
        </p:sp>
        <p:cxnSp>
          <p:nvCxnSpPr>
            <p:cNvPr id="129" name="直接连接符 128">
              <a:extLst>
                <a:ext uri="{FF2B5EF4-FFF2-40B4-BE49-F238E27FC236}">
                  <a16:creationId xmlns:a16="http://schemas.microsoft.com/office/drawing/2014/main" id="{BEA52C4F-5736-3EF7-CB4A-B3B376B68DCB}"/>
                </a:ext>
              </a:extLst>
            </p:cNvPr>
            <p:cNvCxnSpPr/>
            <p:nvPr/>
          </p:nvCxnSpPr>
          <p:spPr>
            <a:xfrm>
              <a:off x="4826000" y="881380"/>
              <a:ext cx="2540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sp>
          <p:nvSpPr>
            <p:cNvPr id="130" name="矩形 129">
              <a:extLst>
                <a:ext uri="{FF2B5EF4-FFF2-40B4-BE49-F238E27FC236}">
                  <a16:creationId xmlns:a16="http://schemas.microsoft.com/office/drawing/2014/main" id="{1637A33A-A6C4-16C0-08EE-6DD3A32F00BB}"/>
                </a:ext>
              </a:extLst>
            </p:cNvPr>
            <p:cNvSpPr/>
            <p:nvPr/>
          </p:nvSpPr>
          <p:spPr>
            <a:xfrm>
              <a:off x="4930775" y="859155"/>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文本框 130">
              <a:extLst>
                <a:ext uri="{FF2B5EF4-FFF2-40B4-BE49-F238E27FC236}">
                  <a16:creationId xmlns:a16="http://schemas.microsoft.com/office/drawing/2014/main" id="{31E4B8F0-148A-4E1F-F143-6F055B0286D3}"/>
                </a:ext>
              </a:extLst>
            </p:cNvPr>
            <p:cNvSpPr txBox="1"/>
            <p:nvPr/>
          </p:nvSpPr>
          <p:spPr>
            <a:xfrm>
              <a:off x="5168900" y="805180"/>
              <a:ext cx="74379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Find+Match · GT</a:t>
              </a:r>
              <a:endParaRPr lang="zh-CN" altLang="en-US" sz="770">
                <a:solidFill>
                  <a:srgbClr val="263746"/>
                </a:solidFill>
                <a:latin typeface="Arial" panose="020B0604020202020204" pitchFamily="34" charset="0"/>
              </a:endParaRPr>
            </a:p>
          </p:txBody>
        </p:sp>
        <p:cxnSp>
          <p:nvCxnSpPr>
            <p:cNvPr id="132" name="直接连接符 131">
              <a:extLst>
                <a:ext uri="{FF2B5EF4-FFF2-40B4-BE49-F238E27FC236}">
                  <a16:creationId xmlns:a16="http://schemas.microsoft.com/office/drawing/2014/main" id="{F049FC94-E30C-719C-F464-863A65D6358C}"/>
                </a:ext>
              </a:extLst>
            </p:cNvPr>
            <p:cNvCxnSpPr/>
            <p:nvPr/>
          </p:nvCxnSpPr>
          <p:spPr>
            <a:xfrm>
              <a:off x="4826000" y="1089660"/>
              <a:ext cx="254000" cy="0"/>
            </a:xfrm>
            <a:prstGeom prst="line">
              <a:avLst/>
            </a:prstGeom>
            <a:ln w="20320">
              <a:solidFill>
                <a:srgbClr val="5363AE"/>
              </a:solidFill>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40D7BD09-5B1D-8831-EA69-1CEE046BAD77}"/>
                </a:ext>
              </a:extLst>
            </p:cNvPr>
            <p:cNvSpPr/>
            <p:nvPr/>
          </p:nvSpPr>
          <p:spPr>
            <a:xfrm>
              <a:off x="4930775" y="1067435"/>
              <a:ext cx="44450" cy="44450"/>
            </a:xfrm>
            <a:prstGeom prst="ellipse">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框 133">
              <a:extLst>
                <a:ext uri="{FF2B5EF4-FFF2-40B4-BE49-F238E27FC236}">
                  <a16:creationId xmlns:a16="http://schemas.microsoft.com/office/drawing/2014/main" id="{AAA576A8-08CA-9F16-54D7-1EFC6B0BA822}"/>
                </a:ext>
              </a:extLst>
            </p:cNvPr>
            <p:cNvSpPr txBox="1"/>
            <p:nvPr/>
          </p:nvSpPr>
          <p:spPr>
            <a:xfrm>
              <a:off x="5168900" y="1013460"/>
              <a:ext cx="47128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Find · CA2</a:t>
              </a:r>
              <a:endParaRPr lang="zh-CN" altLang="en-US" sz="770">
                <a:solidFill>
                  <a:srgbClr val="263746"/>
                </a:solidFill>
                <a:latin typeface="Arial" panose="020B0604020202020204" pitchFamily="34" charset="0"/>
              </a:endParaRPr>
            </a:p>
          </p:txBody>
        </p:sp>
        <p:cxnSp>
          <p:nvCxnSpPr>
            <p:cNvPr id="135" name="直接连接符 134">
              <a:extLst>
                <a:ext uri="{FF2B5EF4-FFF2-40B4-BE49-F238E27FC236}">
                  <a16:creationId xmlns:a16="http://schemas.microsoft.com/office/drawing/2014/main" id="{FC215B06-91A1-6250-11DC-ECB2B6A8146B}"/>
                </a:ext>
              </a:extLst>
            </p:cNvPr>
            <p:cNvCxnSpPr/>
            <p:nvPr/>
          </p:nvCxnSpPr>
          <p:spPr>
            <a:xfrm>
              <a:off x="4826000" y="1297940"/>
              <a:ext cx="254000" cy="0"/>
            </a:xfrm>
            <a:prstGeom prst="line">
              <a:avLst/>
            </a:prstGeom>
            <a:ln w="20320">
              <a:solidFill>
                <a:srgbClr val="5363AE"/>
              </a:solidFill>
              <a:prstDash val="dash"/>
            </a:ln>
          </p:spPr>
          <p:style>
            <a:lnRef idx="1">
              <a:schemeClr val="accent1"/>
            </a:lnRef>
            <a:fillRef idx="0">
              <a:schemeClr val="accent1"/>
            </a:fillRef>
            <a:effectRef idx="0">
              <a:schemeClr val="accent1"/>
            </a:effectRef>
            <a:fontRef idx="minor">
              <a:schemeClr val="tx1"/>
            </a:fontRef>
          </p:style>
        </p:cxnSp>
        <p:sp>
          <p:nvSpPr>
            <p:cNvPr id="136" name="矩形 135">
              <a:extLst>
                <a:ext uri="{FF2B5EF4-FFF2-40B4-BE49-F238E27FC236}">
                  <a16:creationId xmlns:a16="http://schemas.microsoft.com/office/drawing/2014/main" id="{ED23FA60-B24B-29E4-0095-4454061D26B6}"/>
                </a:ext>
              </a:extLst>
            </p:cNvPr>
            <p:cNvSpPr/>
            <p:nvPr/>
          </p:nvSpPr>
          <p:spPr>
            <a:xfrm>
              <a:off x="4930775" y="1275715"/>
              <a:ext cx="44450" cy="44450"/>
            </a:xfrm>
            <a:prstGeom prst="rect">
              <a:avLst/>
            </a:prstGeom>
            <a:solidFill>
              <a:srgbClr val="5363AE"/>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文本框 136">
              <a:extLst>
                <a:ext uri="{FF2B5EF4-FFF2-40B4-BE49-F238E27FC236}">
                  <a16:creationId xmlns:a16="http://schemas.microsoft.com/office/drawing/2014/main" id="{E9224184-BC8E-ACAB-F7C4-2D41B18EA9A7}"/>
                </a:ext>
              </a:extLst>
            </p:cNvPr>
            <p:cNvSpPr txBox="1"/>
            <p:nvPr/>
          </p:nvSpPr>
          <p:spPr>
            <a:xfrm>
              <a:off x="5168900" y="1221740"/>
              <a:ext cx="79669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Find+Match · CA2</a:t>
              </a:r>
              <a:endParaRPr lang="zh-CN" altLang="en-US" sz="770">
                <a:solidFill>
                  <a:srgbClr val="263746"/>
                </a:solidFill>
                <a:latin typeface="Arial" panose="020B0604020202020204" pitchFamily="34" charset="0"/>
              </a:endParaRPr>
            </a:p>
          </p:txBody>
        </p:sp>
        <p:cxnSp>
          <p:nvCxnSpPr>
            <p:cNvPr id="138" name="直接连接符 137">
              <a:extLst>
                <a:ext uri="{FF2B5EF4-FFF2-40B4-BE49-F238E27FC236}">
                  <a16:creationId xmlns:a16="http://schemas.microsoft.com/office/drawing/2014/main" id="{6E6438C2-C41F-8474-2DE8-B7EC177BC372}"/>
                </a:ext>
              </a:extLst>
            </p:cNvPr>
            <p:cNvCxnSpPr/>
            <p:nvPr/>
          </p:nvCxnSpPr>
          <p:spPr>
            <a:xfrm>
              <a:off x="4826000" y="1506220"/>
              <a:ext cx="254000" cy="0"/>
            </a:xfrm>
            <a:prstGeom prst="line">
              <a:avLst/>
            </a:prstGeom>
            <a:ln w="20320">
              <a:solidFill>
                <a:srgbClr val="858D93"/>
              </a:solidFill>
            </a:ln>
          </p:spPr>
          <p:style>
            <a:lnRef idx="1">
              <a:schemeClr val="accent1"/>
            </a:lnRef>
            <a:fillRef idx="0">
              <a:schemeClr val="accent1"/>
            </a:fillRef>
            <a:effectRef idx="0">
              <a:schemeClr val="accent1"/>
            </a:effectRef>
            <a:fontRef idx="minor">
              <a:schemeClr val="tx1"/>
            </a:fontRef>
          </p:style>
        </p:cxnSp>
        <p:sp>
          <p:nvSpPr>
            <p:cNvPr id="139" name="菱形 138">
              <a:extLst>
                <a:ext uri="{FF2B5EF4-FFF2-40B4-BE49-F238E27FC236}">
                  <a16:creationId xmlns:a16="http://schemas.microsoft.com/office/drawing/2014/main" id="{21C3DFA6-D0F5-A6AD-9883-03990CD21EE3}"/>
                </a:ext>
              </a:extLst>
            </p:cNvPr>
            <p:cNvSpPr/>
            <p:nvPr/>
          </p:nvSpPr>
          <p:spPr>
            <a:xfrm>
              <a:off x="4930775" y="1483995"/>
              <a:ext cx="44450" cy="44450"/>
            </a:xfrm>
            <a:prstGeom prst="diamond">
              <a:avLst/>
            </a:prstGeom>
            <a:solidFill>
              <a:srgbClr val="858D9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文本框 139">
              <a:extLst>
                <a:ext uri="{FF2B5EF4-FFF2-40B4-BE49-F238E27FC236}">
                  <a16:creationId xmlns:a16="http://schemas.microsoft.com/office/drawing/2014/main" id="{6678FA3F-02F8-FB60-CAC7-BAC404B3E3FF}"/>
                </a:ext>
              </a:extLst>
            </p:cNvPr>
            <p:cNvSpPr txBox="1"/>
            <p:nvPr/>
          </p:nvSpPr>
          <p:spPr>
            <a:xfrm>
              <a:off x="5168900" y="1430020"/>
              <a:ext cx="63639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Emap2lig-Find</a:t>
              </a:r>
              <a:endParaRPr lang="zh-CN" altLang="en-US" sz="770">
                <a:solidFill>
                  <a:srgbClr val="263746"/>
                </a:solidFill>
                <a:latin typeface="Arial" panose="020B0604020202020204" pitchFamily="34" charset="0"/>
              </a:endParaRPr>
            </a:p>
          </p:txBody>
        </p:sp>
        <p:sp>
          <p:nvSpPr>
            <p:cNvPr id="141" name="文本框 140">
              <a:extLst>
                <a:ext uri="{FF2B5EF4-FFF2-40B4-BE49-F238E27FC236}">
                  <a16:creationId xmlns:a16="http://schemas.microsoft.com/office/drawing/2014/main" id="{1DCE9B40-B9C0-7DA3-47CF-CA031D3CCE10}"/>
                </a:ext>
              </a:extLst>
            </p:cNvPr>
            <p:cNvSpPr txBox="1"/>
            <p:nvPr/>
          </p:nvSpPr>
          <p:spPr>
            <a:xfrm>
              <a:off x="114300" y="1841500"/>
              <a:ext cx="78548" cy="153888"/>
            </a:xfrm>
            <a:prstGeom prst="rect">
              <a:avLst/>
            </a:prstGeom>
            <a:noFill/>
          </p:spPr>
          <p:txBody>
            <a:bodyPr vert="horz" wrap="none" lIns="0" tIns="0" rIns="0" bIns="0" rtlCol="0">
              <a:spAutoFit/>
            </a:bodyPr>
            <a:lstStyle/>
            <a:p>
              <a:r>
                <a:rPr lang="en-US" altLang="zh-CN" sz="1000" b="1">
                  <a:solidFill>
                    <a:srgbClr val="263746"/>
                  </a:solidFill>
                  <a:latin typeface="Arial" panose="020B0604020202020204" pitchFamily="34" charset="0"/>
                </a:rPr>
                <a:t>b</a:t>
              </a:r>
              <a:endParaRPr lang="zh-CN" altLang="en-US" sz="1000" b="1">
                <a:solidFill>
                  <a:srgbClr val="263746"/>
                </a:solidFill>
                <a:latin typeface="Arial" panose="020B0604020202020204" pitchFamily="34" charset="0"/>
              </a:endParaRPr>
            </a:p>
          </p:txBody>
        </p:sp>
        <p:sp>
          <p:nvSpPr>
            <p:cNvPr id="142" name="文本框 141">
              <a:extLst>
                <a:ext uri="{FF2B5EF4-FFF2-40B4-BE49-F238E27FC236}">
                  <a16:creationId xmlns:a16="http://schemas.microsoft.com/office/drawing/2014/main" id="{82C54CFC-CAE4-5C1D-BDBF-885554E639BD}"/>
                </a:ext>
              </a:extLst>
            </p:cNvPr>
            <p:cNvSpPr txBox="1"/>
            <p:nvPr/>
          </p:nvSpPr>
          <p:spPr>
            <a:xfrm>
              <a:off x="342900" y="1854200"/>
              <a:ext cx="1282402" cy="129266"/>
            </a:xfrm>
            <a:prstGeom prst="rect">
              <a:avLst/>
            </a:prstGeom>
            <a:noFill/>
          </p:spPr>
          <p:txBody>
            <a:bodyPr vert="horz" wrap="none" lIns="0" tIns="0" rIns="0" bIns="0" rtlCol="0">
              <a:spAutoFit/>
            </a:bodyPr>
            <a:lstStyle/>
            <a:p>
              <a:r>
                <a:rPr lang="en-US" altLang="zh-CN" sz="840" b="1">
                  <a:solidFill>
                    <a:srgbClr val="263746"/>
                  </a:solidFill>
                  <a:latin typeface="Arial" panose="020B0604020202020204" pitchFamily="34" charset="0"/>
                </a:rPr>
                <a:t>Pose reconstruction · GT</a:t>
              </a:r>
              <a:endParaRPr lang="zh-CN" altLang="en-US" sz="840" b="1">
                <a:solidFill>
                  <a:srgbClr val="263746"/>
                </a:solidFill>
                <a:latin typeface="Arial" panose="020B0604020202020204" pitchFamily="34" charset="0"/>
              </a:endParaRPr>
            </a:p>
          </p:txBody>
        </p:sp>
        <p:sp>
          <p:nvSpPr>
            <p:cNvPr id="143" name="文本框 142">
              <a:extLst>
                <a:ext uri="{FF2B5EF4-FFF2-40B4-BE49-F238E27FC236}">
                  <a16:creationId xmlns:a16="http://schemas.microsoft.com/office/drawing/2014/main" id="{A070DC7E-390D-FC52-730F-4AB0F4120F39}"/>
                </a:ext>
              </a:extLst>
            </p:cNvPr>
            <p:cNvSpPr txBox="1"/>
            <p:nvPr/>
          </p:nvSpPr>
          <p:spPr>
            <a:xfrm rot="16200000">
              <a:off x="0" y="2609850"/>
              <a:ext cx="724557" cy="113877"/>
            </a:xfrm>
            <a:prstGeom prst="rect">
              <a:avLst/>
            </a:prstGeom>
            <a:noFill/>
          </p:spPr>
          <p:txBody>
            <a:bodyPr vert="horz" wrap="none" lIns="0" tIns="0" rIns="0" bIns="0" rtlCol="0">
              <a:spAutoFit/>
            </a:bodyPr>
            <a:lstStyle/>
            <a:p>
              <a:pPr algn="ctr"/>
              <a:r>
                <a:rPr lang="en-US" altLang="zh-CN" sz="740">
                  <a:solidFill>
                    <a:srgbClr val="263746"/>
                  </a:solidFill>
                  <a:latin typeface="Arial" panose="020B0604020202020204" pitchFamily="34" charset="0"/>
                </a:rPr>
                <a:t>Success rate (%)</a:t>
              </a:r>
              <a:endParaRPr lang="zh-CN" altLang="en-US" sz="740">
                <a:solidFill>
                  <a:srgbClr val="263746"/>
                </a:solidFill>
                <a:latin typeface="Arial" panose="020B0604020202020204" pitchFamily="34" charset="0"/>
              </a:endParaRPr>
            </a:p>
          </p:txBody>
        </p:sp>
        <p:sp>
          <p:nvSpPr>
            <p:cNvPr id="144" name="文本框 143">
              <a:extLst>
                <a:ext uri="{FF2B5EF4-FFF2-40B4-BE49-F238E27FC236}">
                  <a16:creationId xmlns:a16="http://schemas.microsoft.com/office/drawing/2014/main" id="{4EFDF20B-9486-D1BF-1914-CC47C1D78994}"/>
                </a:ext>
              </a:extLst>
            </p:cNvPr>
            <p:cNvSpPr txBox="1"/>
            <p:nvPr/>
          </p:nvSpPr>
          <p:spPr>
            <a:xfrm>
              <a:off x="520700" y="3124200"/>
              <a:ext cx="49694"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0</a:t>
              </a:r>
              <a:endParaRPr lang="zh-CN" altLang="en-US" sz="700">
                <a:solidFill>
                  <a:srgbClr val="5D6974"/>
                </a:solidFill>
                <a:latin typeface="Arial" panose="020B0604020202020204" pitchFamily="34" charset="0"/>
              </a:endParaRPr>
            </a:p>
          </p:txBody>
        </p:sp>
        <p:cxnSp>
          <p:nvCxnSpPr>
            <p:cNvPr id="145" name="直接连接符 144">
              <a:extLst>
                <a:ext uri="{FF2B5EF4-FFF2-40B4-BE49-F238E27FC236}">
                  <a16:creationId xmlns:a16="http://schemas.microsoft.com/office/drawing/2014/main" id="{A260AFC2-C83A-FFFC-7235-0DE632F7D621}"/>
                </a:ext>
              </a:extLst>
            </p:cNvPr>
            <p:cNvCxnSpPr/>
            <p:nvPr/>
          </p:nvCxnSpPr>
          <p:spPr>
            <a:xfrm>
              <a:off x="889000" y="2936875"/>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146" name="文本框 145">
              <a:extLst>
                <a:ext uri="{FF2B5EF4-FFF2-40B4-BE49-F238E27FC236}">
                  <a16:creationId xmlns:a16="http://schemas.microsoft.com/office/drawing/2014/main" id="{7A6F25A1-351C-F6D2-787B-7101934D2C11}"/>
                </a:ext>
              </a:extLst>
            </p:cNvPr>
            <p:cNvSpPr txBox="1"/>
            <p:nvPr/>
          </p:nvSpPr>
          <p:spPr>
            <a:xfrm>
              <a:off x="520700" y="2873375"/>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25</a:t>
              </a:r>
              <a:endParaRPr lang="zh-CN" altLang="en-US" sz="700">
                <a:solidFill>
                  <a:srgbClr val="5D6974"/>
                </a:solidFill>
                <a:latin typeface="Arial" panose="020B0604020202020204" pitchFamily="34" charset="0"/>
              </a:endParaRPr>
            </a:p>
          </p:txBody>
        </p:sp>
        <p:cxnSp>
          <p:nvCxnSpPr>
            <p:cNvPr id="147" name="直接连接符 146">
              <a:extLst>
                <a:ext uri="{FF2B5EF4-FFF2-40B4-BE49-F238E27FC236}">
                  <a16:creationId xmlns:a16="http://schemas.microsoft.com/office/drawing/2014/main" id="{4785FC84-8F45-8E89-E6C4-B4C958D17F29}"/>
                </a:ext>
              </a:extLst>
            </p:cNvPr>
            <p:cNvCxnSpPr/>
            <p:nvPr/>
          </p:nvCxnSpPr>
          <p:spPr>
            <a:xfrm>
              <a:off x="889000" y="2686050"/>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148" name="文本框 147">
              <a:extLst>
                <a:ext uri="{FF2B5EF4-FFF2-40B4-BE49-F238E27FC236}">
                  <a16:creationId xmlns:a16="http://schemas.microsoft.com/office/drawing/2014/main" id="{94E7951A-0B03-848D-64BD-322D13169F5A}"/>
                </a:ext>
              </a:extLst>
            </p:cNvPr>
            <p:cNvSpPr txBox="1"/>
            <p:nvPr/>
          </p:nvSpPr>
          <p:spPr>
            <a:xfrm>
              <a:off x="520700" y="2622550"/>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50</a:t>
              </a:r>
              <a:endParaRPr lang="zh-CN" altLang="en-US" sz="700">
                <a:solidFill>
                  <a:srgbClr val="5D6974"/>
                </a:solidFill>
                <a:latin typeface="Arial" panose="020B0604020202020204" pitchFamily="34" charset="0"/>
              </a:endParaRPr>
            </a:p>
          </p:txBody>
        </p:sp>
        <p:cxnSp>
          <p:nvCxnSpPr>
            <p:cNvPr id="149" name="直接连接符 148">
              <a:extLst>
                <a:ext uri="{FF2B5EF4-FFF2-40B4-BE49-F238E27FC236}">
                  <a16:creationId xmlns:a16="http://schemas.microsoft.com/office/drawing/2014/main" id="{018F042D-CEDA-40A8-B0FA-0F9871C77170}"/>
                </a:ext>
              </a:extLst>
            </p:cNvPr>
            <p:cNvCxnSpPr/>
            <p:nvPr/>
          </p:nvCxnSpPr>
          <p:spPr>
            <a:xfrm>
              <a:off x="889000" y="2435225"/>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150" name="文本框 149">
              <a:extLst>
                <a:ext uri="{FF2B5EF4-FFF2-40B4-BE49-F238E27FC236}">
                  <a16:creationId xmlns:a16="http://schemas.microsoft.com/office/drawing/2014/main" id="{0AA1C4A8-3B16-E374-ED51-6070F16A8CFA}"/>
                </a:ext>
              </a:extLst>
            </p:cNvPr>
            <p:cNvSpPr txBox="1"/>
            <p:nvPr/>
          </p:nvSpPr>
          <p:spPr>
            <a:xfrm>
              <a:off x="520700" y="2371725"/>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75</a:t>
              </a:r>
              <a:endParaRPr lang="zh-CN" altLang="en-US" sz="700">
                <a:solidFill>
                  <a:srgbClr val="5D6974"/>
                </a:solidFill>
                <a:latin typeface="Arial" panose="020B0604020202020204" pitchFamily="34" charset="0"/>
              </a:endParaRPr>
            </a:p>
          </p:txBody>
        </p:sp>
        <p:sp>
          <p:nvSpPr>
            <p:cNvPr id="151" name="文本框 150">
              <a:extLst>
                <a:ext uri="{FF2B5EF4-FFF2-40B4-BE49-F238E27FC236}">
                  <a16:creationId xmlns:a16="http://schemas.microsoft.com/office/drawing/2014/main" id="{D651ACCC-CB1C-960E-BD93-A2A400FBECA5}"/>
                </a:ext>
              </a:extLst>
            </p:cNvPr>
            <p:cNvSpPr txBox="1"/>
            <p:nvPr/>
          </p:nvSpPr>
          <p:spPr>
            <a:xfrm>
              <a:off x="520700" y="2120900"/>
              <a:ext cx="149080"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100</a:t>
              </a:r>
              <a:endParaRPr lang="zh-CN" altLang="en-US" sz="700">
                <a:solidFill>
                  <a:srgbClr val="5D6974"/>
                </a:solidFill>
                <a:latin typeface="Arial" panose="020B0604020202020204" pitchFamily="34" charset="0"/>
              </a:endParaRPr>
            </a:p>
          </p:txBody>
        </p:sp>
        <p:cxnSp>
          <p:nvCxnSpPr>
            <p:cNvPr id="152" name="直接连接符 151">
              <a:extLst>
                <a:ext uri="{FF2B5EF4-FFF2-40B4-BE49-F238E27FC236}">
                  <a16:creationId xmlns:a16="http://schemas.microsoft.com/office/drawing/2014/main" id="{28C71C5D-7F6F-B3AA-ABC0-1DCFA094B800}"/>
                </a:ext>
              </a:extLst>
            </p:cNvPr>
            <p:cNvCxnSpPr/>
            <p:nvPr/>
          </p:nvCxnSpPr>
          <p:spPr>
            <a:xfrm>
              <a:off x="889000" y="2184400"/>
              <a:ext cx="0" cy="1003300"/>
            </a:xfrm>
            <a:prstGeom prst="line">
              <a:avLst/>
            </a:prstGeom>
            <a:ln w="1016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DDB924DB-4C02-016D-A5CF-38DC5C77EC99}"/>
                </a:ext>
              </a:extLst>
            </p:cNvPr>
            <p:cNvCxnSpPr/>
            <p:nvPr/>
          </p:nvCxnSpPr>
          <p:spPr>
            <a:xfrm>
              <a:off x="889000" y="3187700"/>
              <a:ext cx="3657600" cy="0"/>
            </a:xfrm>
            <a:prstGeom prst="line">
              <a:avLst/>
            </a:prstGeom>
            <a:ln w="1016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1FDE9EA8-850D-97F9-5D5C-BB9B6A9EF545}"/>
                </a:ext>
              </a:extLst>
            </p:cNvPr>
            <p:cNvCxnSpPr/>
            <p:nvPr/>
          </p:nvCxnSpPr>
          <p:spPr>
            <a:xfrm>
              <a:off x="8890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155" name="文本框 154">
              <a:extLst>
                <a:ext uri="{FF2B5EF4-FFF2-40B4-BE49-F238E27FC236}">
                  <a16:creationId xmlns:a16="http://schemas.microsoft.com/office/drawing/2014/main" id="{CF37D70E-BE2A-75B1-01BE-831CF52F863D}"/>
                </a:ext>
              </a:extLst>
            </p:cNvPr>
            <p:cNvSpPr txBox="1"/>
            <p:nvPr/>
          </p:nvSpPr>
          <p:spPr>
            <a:xfrm>
              <a:off x="825500" y="32385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1</a:t>
              </a:r>
              <a:endParaRPr lang="zh-CN" altLang="en-US" sz="700">
                <a:solidFill>
                  <a:srgbClr val="5D6974"/>
                </a:solidFill>
                <a:latin typeface="Arial" panose="020B0604020202020204" pitchFamily="34" charset="0"/>
              </a:endParaRPr>
            </a:p>
          </p:txBody>
        </p:sp>
        <p:cxnSp>
          <p:nvCxnSpPr>
            <p:cNvPr id="156" name="直接连接符 155">
              <a:extLst>
                <a:ext uri="{FF2B5EF4-FFF2-40B4-BE49-F238E27FC236}">
                  <a16:creationId xmlns:a16="http://schemas.microsoft.com/office/drawing/2014/main" id="{C830E966-2C23-5E34-4A75-6726175CD728}"/>
                </a:ext>
              </a:extLst>
            </p:cNvPr>
            <p:cNvCxnSpPr/>
            <p:nvPr/>
          </p:nvCxnSpPr>
          <p:spPr>
            <a:xfrm>
              <a:off x="12954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C1D20C62-DA9D-E0BD-4990-7BF85B4D3532}"/>
                </a:ext>
              </a:extLst>
            </p:cNvPr>
            <p:cNvCxnSpPr/>
            <p:nvPr/>
          </p:nvCxnSpPr>
          <p:spPr>
            <a:xfrm>
              <a:off x="17018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158" name="文本框 157">
              <a:extLst>
                <a:ext uri="{FF2B5EF4-FFF2-40B4-BE49-F238E27FC236}">
                  <a16:creationId xmlns:a16="http://schemas.microsoft.com/office/drawing/2014/main" id="{217884F3-1441-EF80-580D-0CB82130F358}"/>
                </a:ext>
              </a:extLst>
            </p:cNvPr>
            <p:cNvSpPr txBox="1"/>
            <p:nvPr/>
          </p:nvSpPr>
          <p:spPr>
            <a:xfrm>
              <a:off x="1638300" y="32385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3</a:t>
              </a:r>
              <a:endParaRPr lang="zh-CN" altLang="en-US" sz="700">
                <a:solidFill>
                  <a:srgbClr val="5D6974"/>
                </a:solidFill>
                <a:latin typeface="Arial" panose="020B0604020202020204" pitchFamily="34" charset="0"/>
              </a:endParaRPr>
            </a:p>
          </p:txBody>
        </p:sp>
        <p:cxnSp>
          <p:nvCxnSpPr>
            <p:cNvPr id="159" name="直接连接符 158">
              <a:extLst>
                <a:ext uri="{FF2B5EF4-FFF2-40B4-BE49-F238E27FC236}">
                  <a16:creationId xmlns:a16="http://schemas.microsoft.com/office/drawing/2014/main" id="{FFFB4399-C716-19CF-4E4E-2761880F25DD}"/>
                </a:ext>
              </a:extLst>
            </p:cNvPr>
            <p:cNvCxnSpPr/>
            <p:nvPr/>
          </p:nvCxnSpPr>
          <p:spPr>
            <a:xfrm>
              <a:off x="21082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E801D19F-8D24-5231-28AA-7B2987416D52}"/>
                </a:ext>
              </a:extLst>
            </p:cNvPr>
            <p:cNvCxnSpPr/>
            <p:nvPr/>
          </p:nvCxnSpPr>
          <p:spPr>
            <a:xfrm>
              <a:off x="25146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161" name="文本框 160">
              <a:extLst>
                <a:ext uri="{FF2B5EF4-FFF2-40B4-BE49-F238E27FC236}">
                  <a16:creationId xmlns:a16="http://schemas.microsoft.com/office/drawing/2014/main" id="{6F13C7D8-D5C1-AAF6-104F-CC277B5D8347}"/>
                </a:ext>
              </a:extLst>
            </p:cNvPr>
            <p:cNvSpPr txBox="1"/>
            <p:nvPr/>
          </p:nvSpPr>
          <p:spPr>
            <a:xfrm>
              <a:off x="2451100" y="32385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5</a:t>
              </a:r>
              <a:endParaRPr lang="zh-CN" altLang="en-US" sz="700">
                <a:solidFill>
                  <a:srgbClr val="5D6974"/>
                </a:solidFill>
                <a:latin typeface="Arial" panose="020B0604020202020204" pitchFamily="34" charset="0"/>
              </a:endParaRPr>
            </a:p>
          </p:txBody>
        </p:sp>
        <p:cxnSp>
          <p:nvCxnSpPr>
            <p:cNvPr id="162" name="直接连接符 161">
              <a:extLst>
                <a:ext uri="{FF2B5EF4-FFF2-40B4-BE49-F238E27FC236}">
                  <a16:creationId xmlns:a16="http://schemas.microsoft.com/office/drawing/2014/main" id="{927E3DB4-B6E7-A493-C0C8-CF78803191A0}"/>
                </a:ext>
              </a:extLst>
            </p:cNvPr>
            <p:cNvCxnSpPr/>
            <p:nvPr/>
          </p:nvCxnSpPr>
          <p:spPr>
            <a:xfrm>
              <a:off x="29210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7ACA2388-CAD2-00BE-0B89-A2CC21471457}"/>
                </a:ext>
              </a:extLst>
            </p:cNvPr>
            <p:cNvCxnSpPr/>
            <p:nvPr/>
          </p:nvCxnSpPr>
          <p:spPr>
            <a:xfrm>
              <a:off x="33274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164" name="文本框 163">
              <a:extLst>
                <a:ext uri="{FF2B5EF4-FFF2-40B4-BE49-F238E27FC236}">
                  <a16:creationId xmlns:a16="http://schemas.microsoft.com/office/drawing/2014/main" id="{716376FF-AA9B-B102-20A0-126317632A19}"/>
                </a:ext>
              </a:extLst>
            </p:cNvPr>
            <p:cNvSpPr txBox="1"/>
            <p:nvPr/>
          </p:nvSpPr>
          <p:spPr>
            <a:xfrm>
              <a:off x="3263900" y="32385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7</a:t>
              </a:r>
              <a:endParaRPr lang="zh-CN" altLang="en-US" sz="700">
                <a:solidFill>
                  <a:srgbClr val="5D6974"/>
                </a:solidFill>
                <a:latin typeface="Arial" panose="020B0604020202020204" pitchFamily="34" charset="0"/>
              </a:endParaRPr>
            </a:p>
          </p:txBody>
        </p:sp>
        <p:cxnSp>
          <p:nvCxnSpPr>
            <p:cNvPr id="165" name="直接连接符 164">
              <a:extLst>
                <a:ext uri="{FF2B5EF4-FFF2-40B4-BE49-F238E27FC236}">
                  <a16:creationId xmlns:a16="http://schemas.microsoft.com/office/drawing/2014/main" id="{FF79F92B-2BB1-B353-0B71-BF8BEFE28FAE}"/>
                </a:ext>
              </a:extLst>
            </p:cNvPr>
            <p:cNvCxnSpPr/>
            <p:nvPr/>
          </p:nvCxnSpPr>
          <p:spPr>
            <a:xfrm>
              <a:off x="37338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86B371D6-4576-1F65-D275-109040C0376C}"/>
                </a:ext>
              </a:extLst>
            </p:cNvPr>
            <p:cNvCxnSpPr/>
            <p:nvPr/>
          </p:nvCxnSpPr>
          <p:spPr>
            <a:xfrm>
              <a:off x="41402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36435356-0A7E-29C5-68E9-D088B5391287}"/>
                </a:ext>
              </a:extLst>
            </p:cNvPr>
            <p:cNvCxnSpPr/>
            <p:nvPr/>
          </p:nvCxnSpPr>
          <p:spPr>
            <a:xfrm>
              <a:off x="4546600" y="31877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168" name="文本框 167">
              <a:extLst>
                <a:ext uri="{FF2B5EF4-FFF2-40B4-BE49-F238E27FC236}">
                  <a16:creationId xmlns:a16="http://schemas.microsoft.com/office/drawing/2014/main" id="{BC1C162A-D8B0-3652-7B3E-84A3A22633AC}"/>
                </a:ext>
              </a:extLst>
            </p:cNvPr>
            <p:cNvSpPr txBox="1"/>
            <p:nvPr/>
          </p:nvSpPr>
          <p:spPr>
            <a:xfrm>
              <a:off x="4483100" y="3238500"/>
              <a:ext cx="99386"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10</a:t>
              </a:r>
              <a:endParaRPr lang="zh-CN" altLang="en-US" sz="700">
                <a:solidFill>
                  <a:srgbClr val="5D6974"/>
                </a:solidFill>
                <a:latin typeface="Arial" panose="020B0604020202020204" pitchFamily="34" charset="0"/>
              </a:endParaRPr>
            </a:p>
          </p:txBody>
        </p:sp>
        <p:sp>
          <p:nvSpPr>
            <p:cNvPr id="169" name="文本框 168">
              <a:extLst>
                <a:ext uri="{FF2B5EF4-FFF2-40B4-BE49-F238E27FC236}">
                  <a16:creationId xmlns:a16="http://schemas.microsoft.com/office/drawing/2014/main" id="{5A6FB134-ED14-C1F2-CDF2-E5E8897B8D08}"/>
                </a:ext>
              </a:extLst>
            </p:cNvPr>
            <p:cNvSpPr txBox="1"/>
            <p:nvPr/>
          </p:nvSpPr>
          <p:spPr>
            <a:xfrm>
              <a:off x="2057400" y="3403600"/>
              <a:ext cx="702115" cy="113877"/>
            </a:xfrm>
            <a:prstGeom prst="rect">
              <a:avLst/>
            </a:prstGeom>
            <a:noFill/>
          </p:spPr>
          <p:txBody>
            <a:bodyPr vert="horz" wrap="none" lIns="0" tIns="0" rIns="0" bIns="0" rtlCol="0">
              <a:spAutoFit/>
            </a:bodyPr>
            <a:lstStyle/>
            <a:p>
              <a:pPr algn="ctr"/>
              <a:r>
                <a:rPr lang="en-US" altLang="zh-CN" sz="740">
                  <a:solidFill>
                    <a:srgbClr val="263746"/>
                  </a:solidFill>
                  <a:latin typeface="Arial" panose="020B0604020202020204" pitchFamily="34" charset="0"/>
                </a:rPr>
                <a:t>Ranked sites (K)</a:t>
              </a:r>
              <a:endParaRPr lang="zh-CN" altLang="en-US" sz="740">
                <a:solidFill>
                  <a:srgbClr val="263746"/>
                </a:solidFill>
                <a:latin typeface="Arial" panose="020B0604020202020204" pitchFamily="34" charset="0"/>
              </a:endParaRPr>
            </a:p>
          </p:txBody>
        </p:sp>
        <p:cxnSp>
          <p:nvCxnSpPr>
            <p:cNvPr id="170" name="直接连接符 169">
              <a:extLst>
                <a:ext uri="{FF2B5EF4-FFF2-40B4-BE49-F238E27FC236}">
                  <a16:creationId xmlns:a16="http://schemas.microsoft.com/office/drawing/2014/main" id="{466FEE06-697E-DAB2-D5E3-548AA8DFC160}"/>
                </a:ext>
              </a:extLst>
            </p:cNvPr>
            <p:cNvCxnSpPr/>
            <p:nvPr/>
          </p:nvCxnSpPr>
          <p:spPr>
            <a:xfrm flipV="1">
              <a:off x="889000" y="2536206"/>
              <a:ext cx="406400" cy="7818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A8E374B6-DB6C-D147-1D28-1A68EE380175}"/>
                </a:ext>
              </a:extLst>
            </p:cNvPr>
            <p:cNvCxnSpPr/>
            <p:nvPr/>
          </p:nvCxnSpPr>
          <p:spPr>
            <a:xfrm flipV="1">
              <a:off x="1295400" y="2523177"/>
              <a:ext cx="406400" cy="13029"/>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7A7A6B58-0788-52AE-6AFD-FF46F3861A49}"/>
                </a:ext>
              </a:extLst>
            </p:cNvPr>
            <p:cNvCxnSpPr/>
            <p:nvPr/>
          </p:nvCxnSpPr>
          <p:spPr>
            <a:xfrm>
              <a:off x="1701800" y="2523177"/>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9FCEBB23-C70C-B773-CB0F-52FF4BCDDE79}"/>
                </a:ext>
              </a:extLst>
            </p:cNvPr>
            <p:cNvCxnSpPr/>
            <p:nvPr/>
          </p:nvCxnSpPr>
          <p:spPr>
            <a:xfrm>
              <a:off x="2108200" y="2523177"/>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79DBC858-0D18-EC2E-F0E8-C2C130D5ECEA}"/>
                </a:ext>
              </a:extLst>
            </p:cNvPr>
            <p:cNvCxnSpPr/>
            <p:nvPr/>
          </p:nvCxnSpPr>
          <p:spPr>
            <a:xfrm>
              <a:off x="2514600" y="2523177"/>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3E9834A8-6F45-D904-81A4-B4FFBBB50D1B}"/>
                </a:ext>
              </a:extLst>
            </p:cNvPr>
            <p:cNvCxnSpPr/>
            <p:nvPr/>
          </p:nvCxnSpPr>
          <p:spPr>
            <a:xfrm>
              <a:off x="2921000" y="2523177"/>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41533AA9-BAF6-EF64-597F-B4DE59CB23AA}"/>
                </a:ext>
              </a:extLst>
            </p:cNvPr>
            <p:cNvCxnSpPr/>
            <p:nvPr/>
          </p:nvCxnSpPr>
          <p:spPr>
            <a:xfrm>
              <a:off x="3327400" y="2523177"/>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684D3253-667B-C6CA-69EE-5DCEBC72827F}"/>
                </a:ext>
              </a:extLst>
            </p:cNvPr>
            <p:cNvCxnSpPr/>
            <p:nvPr/>
          </p:nvCxnSpPr>
          <p:spPr>
            <a:xfrm>
              <a:off x="3733800" y="2523177"/>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9D49950A-4243-B116-B828-085D62CD46B5}"/>
                </a:ext>
              </a:extLst>
            </p:cNvPr>
            <p:cNvCxnSpPr/>
            <p:nvPr/>
          </p:nvCxnSpPr>
          <p:spPr>
            <a:xfrm>
              <a:off x="4140200" y="2523177"/>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sp>
          <p:nvSpPr>
            <p:cNvPr id="179" name="椭圆 178">
              <a:extLst>
                <a:ext uri="{FF2B5EF4-FFF2-40B4-BE49-F238E27FC236}">
                  <a16:creationId xmlns:a16="http://schemas.microsoft.com/office/drawing/2014/main" id="{6296F8D2-DCF6-A96E-D0AD-997F02715119}"/>
                </a:ext>
              </a:extLst>
            </p:cNvPr>
            <p:cNvSpPr/>
            <p:nvPr/>
          </p:nvSpPr>
          <p:spPr>
            <a:xfrm>
              <a:off x="866775" y="259216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a:extLst>
                <a:ext uri="{FF2B5EF4-FFF2-40B4-BE49-F238E27FC236}">
                  <a16:creationId xmlns:a16="http://schemas.microsoft.com/office/drawing/2014/main" id="{9E4EB0DB-B64E-ECBA-D933-51093E1E007B}"/>
                </a:ext>
              </a:extLst>
            </p:cNvPr>
            <p:cNvSpPr/>
            <p:nvPr/>
          </p:nvSpPr>
          <p:spPr>
            <a:xfrm>
              <a:off x="1273175" y="251398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a:extLst>
                <a:ext uri="{FF2B5EF4-FFF2-40B4-BE49-F238E27FC236}">
                  <a16:creationId xmlns:a16="http://schemas.microsoft.com/office/drawing/2014/main" id="{477B1161-50B1-92CB-0E95-D5C1CE6F45C7}"/>
                </a:ext>
              </a:extLst>
            </p:cNvPr>
            <p:cNvSpPr/>
            <p:nvPr/>
          </p:nvSpPr>
          <p:spPr>
            <a:xfrm>
              <a:off x="1679575" y="2500952"/>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a:extLst>
                <a:ext uri="{FF2B5EF4-FFF2-40B4-BE49-F238E27FC236}">
                  <a16:creationId xmlns:a16="http://schemas.microsoft.com/office/drawing/2014/main" id="{27CD534E-C30C-5B59-2C1F-E5B536C01541}"/>
                </a:ext>
              </a:extLst>
            </p:cNvPr>
            <p:cNvSpPr/>
            <p:nvPr/>
          </p:nvSpPr>
          <p:spPr>
            <a:xfrm>
              <a:off x="2085975" y="2500952"/>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椭圆 182">
              <a:extLst>
                <a:ext uri="{FF2B5EF4-FFF2-40B4-BE49-F238E27FC236}">
                  <a16:creationId xmlns:a16="http://schemas.microsoft.com/office/drawing/2014/main" id="{3633E8C3-F15B-699B-BF5D-615D1DDEC5D9}"/>
                </a:ext>
              </a:extLst>
            </p:cNvPr>
            <p:cNvSpPr/>
            <p:nvPr/>
          </p:nvSpPr>
          <p:spPr>
            <a:xfrm>
              <a:off x="2492375" y="2500952"/>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a:extLst>
                <a:ext uri="{FF2B5EF4-FFF2-40B4-BE49-F238E27FC236}">
                  <a16:creationId xmlns:a16="http://schemas.microsoft.com/office/drawing/2014/main" id="{9BB0C5BE-F471-8260-4E91-CBC20CC76201}"/>
                </a:ext>
              </a:extLst>
            </p:cNvPr>
            <p:cNvSpPr/>
            <p:nvPr/>
          </p:nvSpPr>
          <p:spPr>
            <a:xfrm>
              <a:off x="2898775" y="2500952"/>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a:extLst>
                <a:ext uri="{FF2B5EF4-FFF2-40B4-BE49-F238E27FC236}">
                  <a16:creationId xmlns:a16="http://schemas.microsoft.com/office/drawing/2014/main" id="{E9E54C18-5280-7FA7-3392-E135A9706017}"/>
                </a:ext>
              </a:extLst>
            </p:cNvPr>
            <p:cNvSpPr/>
            <p:nvPr/>
          </p:nvSpPr>
          <p:spPr>
            <a:xfrm>
              <a:off x="3305175" y="2500952"/>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a:extLst>
                <a:ext uri="{FF2B5EF4-FFF2-40B4-BE49-F238E27FC236}">
                  <a16:creationId xmlns:a16="http://schemas.microsoft.com/office/drawing/2014/main" id="{CF3FC0A3-AD8B-98F8-3A30-CDB8518F3881}"/>
                </a:ext>
              </a:extLst>
            </p:cNvPr>
            <p:cNvSpPr/>
            <p:nvPr/>
          </p:nvSpPr>
          <p:spPr>
            <a:xfrm>
              <a:off x="3711575" y="2500952"/>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a:extLst>
                <a:ext uri="{FF2B5EF4-FFF2-40B4-BE49-F238E27FC236}">
                  <a16:creationId xmlns:a16="http://schemas.microsoft.com/office/drawing/2014/main" id="{3119BAF1-E33C-F7FE-FEB4-943F28F4CA92}"/>
                </a:ext>
              </a:extLst>
            </p:cNvPr>
            <p:cNvSpPr/>
            <p:nvPr/>
          </p:nvSpPr>
          <p:spPr>
            <a:xfrm>
              <a:off x="4117975" y="2500952"/>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a:extLst>
                <a:ext uri="{FF2B5EF4-FFF2-40B4-BE49-F238E27FC236}">
                  <a16:creationId xmlns:a16="http://schemas.microsoft.com/office/drawing/2014/main" id="{320476A8-9862-C912-F0C1-71AADEF9C84D}"/>
                </a:ext>
              </a:extLst>
            </p:cNvPr>
            <p:cNvSpPr/>
            <p:nvPr/>
          </p:nvSpPr>
          <p:spPr>
            <a:xfrm>
              <a:off x="4524375" y="2500952"/>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9" name="直接连接符 188">
              <a:extLst>
                <a:ext uri="{FF2B5EF4-FFF2-40B4-BE49-F238E27FC236}">
                  <a16:creationId xmlns:a16="http://schemas.microsoft.com/office/drawing/2014/main" id="{780EC080-D937-A552-C030-F144BC394E82}"/>
                </a:ext>
              </a:extLst>
            </p:cNvPr>
            <p:cNvCxnSpPr/>
            <p:nvPr/>
          </p:nvCxnSpPr>
          <p:spPr>
            <a:xfrm flipV="1">
              <a:off x="889000" y="2484087"/>
              <a:ext cx="406400" cy="52119"/>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195125E9-2808-3B5B-F29C-667212E29C2F}"/>
                </a:ext>
              </a:extLst>
            </p:cNvPr>
            <p:cNvCxnSpPr/>
            <p:nvPr/>
          </p:nvCxnSpPr>
          <p:spPr>
            <a:xfrm flipV="1">
              <a:off x="1295400" y="2471057"/>
              <a:ext cx="406400" cy="1303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A15C832F-8BCF-CE19-ECC3-B7FF5A89302B}"/>
                </a:ext>
              </a:extLst>
            </p:cNvPr>
            <p:cNvCxnSpPr/>
            <p:nvPr/>
          </p:nvCxnSpPr>
          <p:spPr>
            <a:xfrm>
              <a:off x="1701800" y="247105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DF95624B-EA6F-602E-3157-492CF0241799}"/>
                </a:ext>
              </a:extLst>
            </p:cNvPr>
            <p:cNvCxnSpPr/>
            <p:nvPr/>
          </p:nvCxnSpPr>
          <p:spPr>
            <a:xfrm>
              <a:off x="2108200" y="247105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B7B20B0E-1A81-6FFC-6607-0DF27E073FC1}"/>
                </a:ext>
              </a:extLst>
            </p:cNvPr>
            <p:cNvCxnSpPr/>
            <p:nvPr/>
          </p:nvCxnSpPr>
          <p:spPr>
            <a:xfrm>
              <a:off x="2514600" y="247105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14D7C8BD-5C50-DDC1-41F0-427F7B116A43}"/>
                </a:ext>
              </a:extLst>
            </p:cNvPr>
            <p:cNvCxnSpPr/>
            <p:nvPr/>
          </p:nvCxnSpPr>
          <p:spPr>
            <a:xfrm>
              <a:off x="2921000" y="247105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7262F5F7-B90F-5E1F-80DA-55AEED32E609}"/>
                </a:ext>
              </a:extLst>
            </p:cNvPr>
            <p:cNvCxnSpPr/>
            <p:nvPr/>
          </p:nvCxnSpPr>
          <p:spPr>
            <a:xfrm>
              <a:off x="3327400" y="247105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DE226484-0743-A235-EBF9-3077C71F0F77}"/>
                </a:ext>
              </a:extLst>
            </p:cNvPr>
            <p:cNvCxnSpPr/>
            <p:nvPr/>
          </p:nvCxnSpPr>
          <p:spPr>
            <a:xfrm>
              <a:off x="3733800" y="247105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B900B65C-C249-E87C-1CD1-9BD28239DCCE}"/>
                </a:ext>
              </a:extLst>
            </p:cNvPr>
            <p:cNvCxnSpPr/>
            <p:nvPr/>
          </p:nvCxnSpPr>
          <p:spPr>
            <a:xfrm>
              <a:off x="4140200" y="247105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sp>
          <p:nvSpPr>
            <p:cNvPr id="198" name="椭圆 197">
              <a:extLst>
                <a:ext uri="{FF2B5EF4-FFF2-40B4-BE49-F238E27FC236}">
                  <a16:creationId xmlns:a16="http://schemas.microsoft.com/office/drawing/2014/main" id="{88C6D606-9B55-5C94-30F4-EB8585FB4058}"/>
                </a:ext>
              </a:extLst>
            </p:cNvPr>
            <p:cNvSpPr/>
            <p:nvPr/>
          </p:nvSpPr>
          <p:spPr>
            <a:xfrm>
              <a:off x="866775" y="2513981"/>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椭圆 198">
              <a:extLst>
                <a:ext uri="{FF2B5EF4-FFF2-40B4-BE49-F238E27FC236}">
                  <a16:creationId xmlns:a16="http://schemas.microsoft.com/office/drawing/2014/main" id="{F1691222-2351-42C8-E9C1-E332F60EB1D1}"/>
                </a:ext>
              </a:extLst>
            </p:cNvPr>
            <p:cNvSpPr/>
            <p:nvPr/>
          </p:nvSpPr>
          <p:spPr>
            <a:xfrm>
              <a:off x="1273175" y="246186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椭圆 199">
              <a:extLst>
                <a:ext uri="{FF2B5EF4-FFF2-40B4-BE49-F238E27FC236}">
                  <a16:creationId xmlns:a16="http://schemas.microsoft.com/office/drawing/2014/main" id="{C883F008-906B-711B-55FE-5789259E83BD}"/>
                </a:ext>
              </a:extLst>
            </p:cNvPr>
            <p:cNvSpPr/>
            <p:nvPr/>
          </p:nvSpPr>
          <p:spPr>
            <a:xfrm>
              <a:off x="1679575" y="244883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1" name="椭圆 200">
              <a:extLst>
                <a:ext uri="{FF2B5EF4-FFF2-40B4-BE49-F238E27FC236}">
                  <a16:creationId xmlns:a16="http://schemas.microsoft.com/office/drawing/2014/main" id="{47E3520A-DB32-C36E-9617-66B10C028F9B}"/>
                </a:ext>
              </a:extLst>
            </p:cNvPr>
            <p:cNvSpPr/>
            <p:nvPr/>
          </p:nvSpPr>
          <p:spPr>
            <a:xfrm>
              <a:off x="2085975" y="244883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椭圆 201">
              <a:extLst>
                <a:ext uri="{FF2B5EF4-FFF2-40B4-BE49-F238E27FC236}">
                  <a16:creationId xmlns:a16="http://schemas.microsoft.com/office/drawing/2014/main" id="{909E3E50-3675-6707-423D-79DD979FAFA4}"/>
                </a:ext>
              </a:extLst>
            </p:cNvPr>
            <p:cNvSpPr/>
            <p:nvPr/>
          </p:nvSpPr>
          <p:spPr>
            <a:xfrm>
              <a:off x="2492375" y="244883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3" name="椭圆 202">
              <a:extLst>
                <a:ext uri="{FF2B5EF4-FFF2-40B4-BE49-F238E27FC236}">
                  <a16:creationId xmlns:a16="http://schemas.microsoft.com/office/drawing/2014/main" id="{7C1EA3E9-7E38-01E7-FB70-7CB6AAFBEA56}"/>
                </a:ext>
              </a:extLst>
            </p:cNvPr>
            <p:cNvSpPr/>
            <p:nvPr/>
          </p:nvSpPr>
          <p:spPr>
            <a:xfrm>
              <a:off x="2898775" y="244883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椭圆 203">
              <a:extLst>
                <a:ext uri="{FF2B5EF4-FFF2-40B4-BE49-F238E27FC236}">
                  <a16:creationId xmlns:a16="http://schemas.microsoft.com/office/drawing/2014/main" id="{807A7B1B-3AFB-53FD-6113-55B0935396FF}"/>
                </a:ext>
              </a:extLst>
            </p:cNvPr>
            <p:cNvSpPr/>
            <p:nvPr/>
          </p:nvSpPr>
          <p:spPr>
            <a:xfrm>
              <a:off x="3305175" y="244883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a:extLst>
                <a:ext uri="{FF2B5EF4-FFF2-40B4-BE49-F238E27FC236}">
                  <a16:creationId xmlns:a16="http://schemas.microsoft.com/office/drawing/2014/main" id="{62DA9527-0104-08A4-9274-8434B53323DE}"/>
                </a:ext>
              </a:extLst>
            </p:cNvPr>
            <p:cNvSpPr/>
            <p:nvPr/>
          </p:nvSpPr>
          <p:spPr>
            <a:xfrm>
              <a:off x="3711575" y="244883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a:extLst>
                <a:ext uri="{FF2B5EF4-FFF2-40B4-BE49-F238E27FC236}">
                  <a16:creationId xmlns:a16="http://schemas.microsoft.com/office/drawing/2014/main" id="{33B1A7B8-2A2B-F9C2-D20A-4EC1D65129E7}"/>
                </a:ext>
              </a:extLst>
            </p:cNvPr>
            <p:cNvSpPr/>
            <p:nvPr/>
          </p:nvSpPr>
          <p:spPr>
            <a:xfrm>
              <a:off x="4117975" y="244883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a:extLst>
                <a:ext uri="{FF2B5EF4-FFF2-40B4-BE49-F238E27FC236}">
                  <a16:creationId xmlns:a16="http://schemas.microsoft.com/office/drawing/2014/main" id="{91E95D7F-36F8-E35C-ED14-C2C859A92BAE}"/>
                </a:ext>
              </a:extLst>
            </p:cNvPr>
            <p:cNvSpPr/>
            <p:nvPr/>
          </p:nvSpPr>
          <p:spPr>
            <a:xfrm>
              <a:off x="4524375" y="244883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8" name="直接连接符 207">
              <a:extLst>
                <a:ext uri="{FF2B5EF4-FFF2-40B4-BE49-F238E27FC236}">
                  <a16:creationId xmlns:a16="http://schemas.microsoft.com/office/drawing/2014/main" id="{4A68A509-4809-25F5-367B-B35530692810}"/>
                </a:ext>
              </a:extLst>
            </p:cNvPr>
            <p:cNvCxnSpPr/>
            <p:nvPr/>
          </p:nvCxnSpPr>
          <p:spPr>
            <a:xfrm flipV="1">
              <a:off x="889000" y="2484087"/>
              <a:ext cx="406400" cy="2606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209" name="直接连接符 208">
              <a:extLst>
                <a:ext uri="{FF2B5EF4-FFF2-40B4-BE49-F238E27FC236}">
                  <a16:creationId xmlns:a16="http://schemas.microsoft.com/office/drawing/2014/main" id="{CBCED615-F496-5A75-99D0-7A825893011E}"/>
                </a:ext>
              </a:extLst>
            </p:cNvPr>
            <p:cNvCxnSpPr/>
            <p:nvPr/>
          </p:nvCxnSpPr>
          <p:spPr>
            <a:xfrm flipV="1">
              <a:off x="1295400" y="2458027"/>
              <a:ext cx="406400" cy="2606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17BE9371-F519-144C-5FD2-C242E7E3C898}"/>
                </a:ext>
              </a:extLst>
            </p:cNvPr>
            <p:cNvCxnSpPr/>
            <p:nvPr/>
          </p:nvCxnSpPr>
          <p:spPr>
            <a:xfrm flipV="1">
              <a:off x="1701800" y="2444997"/>
              <a:ext cx="406400" cy="1303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E686975A-E699-6E23-B062-FDCF2C0BDA50}"/>
                </a:ext>
              </a:extLst>
            </p:cNvPr>
            <p:cNvCxnSpPr/>
            <p:nvPr/>
          </p:nvCxnSpPr>
          <p:spPr>
            <a:xfrm>
              <a:off x="2108200" y="244499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0E8C6102-39CE-D10D-1E5E-8D691FA0BB51}"/>
                </a:ext>
              </a:extLst>
            </p:cNvPr>
            <p:cNvCxnSpPr/>
            <p:nvPr/>
          </p:nvCxnSpPr>
          <p:spPr>
            <a:xfrm>
              <a:off x="2514600" y="244499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8BCD8487-91C9-835F-8A69-BCC96F6A8933}"/>
                </a:ext>
              </a:extLst>
            </p:cNvPr>
            <p:cNvCxnSpPr/>
            <p:nvPr/>
          </p:nvCxnSpPr>
          <p:spPr>
            <a:xfrm flipV="1">
              <a:off x="2921000" y="2431967"/>
              <a:ext cx="406400" cy="1303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E841EC56-DC14-DEFC-FDBB-08FB1DA502C0}"/>
                </a:ext>
              </a:extLst>
            </p:cNvPr>
            <p:cNvCxnSpPr/>
            <p:nvPr/>
          </p:nvCxnSpPr>
          <p:spPr>
            <a:xfrm>
              <a:off x="3327400" y="243196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1FAF63E7-9BEF-EE99-4B69-A096260A4603}"/>
                </a:ext>
              </a:extLst>
            </p:cNvPr>
            <p:cNvCxnSpPr/>
            <p:nvPr/>
          </p:nvCxnSpPr>
          <p:spPr>
            <a:xfrm>
              <a:off x="3733800" y="243196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54D69410-CC85-DA42-8162-D29BD703FE77}"/>
                </a:ext>
              </a:extLst>
            </p:cNvPr>
            <p:cNvCxnSpPr/>
            <p:nvPr/>
          </p:nvCxnSpPr>
          <p:spPr>
            <a:xfrm>
              <a:off x="4140200" y="243196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sp>
          <p:nvSpPr>
            <p:cNvPr id="217" name="矩形 216">
              <a:extLst>
                <a:ext uri="{FF2B5EF4-FFF2-40B4-BE49-F238E27FC236}">
                  <a16:creationId xmlns:a16="http://schemas.microsoft.com/office/drawing/2014/main" id="{A36BA1DD-8729-F410-1EDA-D5EC6EA929DF}"/>
                </a:ext>
              </a:extLst>
            </p:cNvPr>
            <p:cNvSpPr/>
            <p:nvPr/>
          </p:nvSpPr>
          <p:spPr>
            <a:xfrm>
              <a:off x="866775" y="248792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矩形 217">
              <a:extLst>
                <a:ext uri="{FF2B5EF4-FFF2-40B4-BE49-F238E27FC236}">
                  <a16:creationId xmlns:a16="http://schemas.microsoft.com/office/drawing/2014/main" id="{EA489C2E-99D3-B32C-19FF-2AE74E48D7E4}"/>
                </a:ext>
              </a:extLst>
            </p:cNvPr>
            <p:cNvSpPr/>
            <p:nvPr/>
          </p:nvSpPr>
          <p:spPr>
            <a:xfrm>
              <a:off x="1273175" y="246186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矩形 218">
              <a:extLst>
                <a:ext uri="{FF2B5EF4-FFF2-40B4-BE49-F238E27FC236}">
                  <a16:creationId xmlns:a16="http://schemas.microsoft.com/office/drawing/2014/main" id="{B5C5B8B7-5503-27AD-56D9-C169DC3C20F1}"/>
                </a:ext>
              </a:extLst>
            </p:cNvPr>
            <p:cNvSpPr/>
            <p:nvPr/>
          </p:nvSpPr>
          <p:spPr>
            <a:xfrm>
              <a:off x="1679575" y="243580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矩形 219">
              <a:extLst>
                <a:ext uri="{FF2B5EF4-FFF2-40B4-BE49-F238E27FC236}">
                  <a16:creationId xmlns:a16="http://schemas.microsoft.com/office/drawing/2014/main" id="{271CE8DB-59BB-C799-27FE-186B67FA7B55}"/>
                </a:ext>
              </a:extLst>
            </p:cNvPr>
            <p:cNvSpPr/>
            <p:nvPr/>
          </p:nvSpPr>
          <p:spPr>
            <a:xfrm>
              <a:off x="2085975" y="242277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矩形 220">
              <a:extLst>
                <a:ext uri="{FF2B5EF4-FFF2-40B4-BE49-F238E27FC236}">
                  <a16:creationId xmlns:a16="http://schemas.microsoft.com/office/drawing/2014/main" id="{37C662DF-F391-8771-0834-AB976E3E8DB7}"/>
                </a:ext>
              </a:extLst>
            </p:cNvPr>
            <p:cNvSpPr/>
            <p:nvPr/>
          </p:nvSpPr>
          <p:spPr>
            <a:xfrm>
              <a:off x="2492375" y="242277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矩形 221">
              <a:extLst>
                <a:ext uri="{FF2B5EF4-FFF2-40B4-BE49-F238E27FC236}">
                  <a16:creationId xmlns:a16="http://schemas.microsoft.com/office/drawing/2014/main" id="{5397290D-6634-B926-BADC-6E839B5A4F65}"/>
                </a:ext>
              </a:extLst>
            </p:cNvPr>
            <p:cNvSpPr/>
            <p:nvPr/>
          </p:nvSpPr>
          <p:spPr>
            <a:xfrm>
              <a:off x="2898775" y="242277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a:extLst>
                <a:ext uri="{FF2B5EF4-FFF2-40B4-BE49-F238E27FC236}">
                  <a16:creationId xmlns:a16="http://schemas.microsoft.com/office/drawing/2014/main" id="{5BDA22E2-057D-4CCF-4F48-DE7FB9A08AE3}"/>
                </a:ext>
              </a:extLst>
            </p:cNvPr>
            <p:cNvSpPr/>
            <p:nvPr/>
          </p:nvSpPr>
          <p:spPr>
            <a:xfrm>
              <a:off x="3305175" y="240974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矩形 223">
              <a:extLst>
                <a:ext uri="{FF2B5EF4-FFF2-40B4-BE49-F238E27FC236}">
                  <a16:creationId xmlns:a16="http://schemas.microsoft.com/office/drawing/2014/main" id="{B6DD3F5C-AADA-C2A7-F557-7F1E6C3658EA}"/>
                </a:ext>
              </a:extLst>
            </p:cNvPr>
            <p:cNvSpPr/>
            <p:nvPr/>
          </p:nvSpPr>
          <p:spPr>
            <a:xfrm>
              <a:off x="3711575" y="240974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矩形 224">
              <a:extLst>
                <a:ext uri="{FF2B5EF4-FFF2-40B4-BE49-F238E27FC236}">
                  <a16:creationId xmlns:a16="http://schemas.microsoft.com/office/drawing/2014/main" id="{A30A8059-2A3E-A9EF-EAAA-0FA7E1819EC3}"/>
                </a:ext>
              </a:extLst>
            </p:cNvPr>
            <p:cNvSpPr/>
            <p:nvPr/>
          </p:nvSpPr>
          <p:spPr>
            <a:xfrm>
              <a:off x="4117975" y="240974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矩形 225">
              <a:extLst>
                <a:ext uri="{FF2B5EF4-FFF2-40B4-BE49-F238E27FC236}">
                  <a16:creationId xmlns:a16="http://schemas.microsoft.com/office/drawing/2014/main" id="{65484187-693E-61C1-41F3-D9D772FB8A99}"/>
                </a:ext>
              </a:extLst>
            </p:cNvPr>
            <p:cNvSpPr/>
            <p:nvPr/>
          </p:nvSpPr>
          <p:spPr>
            <a:xfrm>
              <a:off x="4524375" y="240974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7" name="直接连接符 226">
              <a:extLst>
                <a:ext uri="{FF2B5EF4-FFF2-40B4-BE49-F238E27FC236}">
                  <a16:creationId xmlns:a16="http://schemas.microsoft.com/office/drawing/2014/main" id="{F2F1CA82-6240-D97F-E8B7-0C348DEF22C8}"/>
                </a:ext>
              </a:extLst>
            </p:cNvPr>
            <p:cNvCxnSpPr/>
            <p:nvPr/>
          </p:nvCxnSpPr>
          <p:spPr>
            <a:xfrm flipV="1">
              <a:off x="889000" y="2444997"/>
              <a:ext cx="406400" cy="2606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228" name="直接连接符 227">
              <a:extLst>
                <a:ext uri="{FF2B5EF4-FFF2-40B4-BE49-F238E27FC236}">
                  <a16:creationId xmlns:a16="http://schemas.microsoft.com/office/drawing/2014/main" id="{934AF386-99BE-5744-18D9-FD4B1AC10A7E}"/>
                </a:ext>
              </a:extLst>
            </p:cNvPr>
            <p:cNvCxnSpPr/>
            <p:nvPr/>
          </p:nvCxnSpPr>
          <p:spPr>
            <a:xfrm flipV="1">
              <a:off x="1295400" y="2431967"/>
              <a:ext cx="406400" cy="1303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B9411DE2-B698-FF24-7F55-703F1423AE49}"/>
                </a:ext>
              </a:extLst>
            </p:cNvPr>
            <p:cNvCxnSpPr/>
            <p:nvPr/>
          </p:nvCxnSpPr>
          <p:spPr>
            <a:xfrm>
              <a:off x="1701800" y="24319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230" name="直接连接符 229">
              <a:extLst>
                <a:ext uri="{FF2B5EF4-FFF2-40B4-BE49-F238E27FC236}">
                  <a16:creationId xmlns:a16="http://schemas.microsoft.com/office/drawing/2014/main" id="{2D78F37A-A8D4-4F3F-D386-805E6F586280}"/>
                </a:ext>
              </a:extLst>
            </p:cNvPr>
            <p:cNvCxnSpPr/>
            <p:nvPr/>
          </p:nvCxnSpPr>
          <p:spPr>
            <a:xfrm>
              <a:off x="2108200" y="24319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879C4C1D-91B5-41C2-EBF0-E8D5A08B6972}"/>
                </a:ext>
              </a:extLst>
            </p:cNvPr>
            <p:cNvCxnSpPr/>
            <p:nvPr/>
          </p:nvCxnSpPr>
          <p:spPr>
            <a:xfrm>
              <a:off x="2514600" y="24319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id="{81FF3629-E5C0-BD0F-1D8B-C9F6BCF797E4}"/>
                </a:ext>
              </a:extLst>
            </p:cNvPr>
            <p:cNvCxnSpPr/>
            <p:nvPr/>
          </p:nvCxnSpPr>
          <p:spPr>
            <a:xfrm flipV="1">
              <a:off x="2921000" y="2418938"/>
              <a:ext cx="406400" cy="13029"/>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ADA37682-DAE5-8D6D-B3F8-6D5EC9ECE498}"/>
                </a:ext>
              </a:extLst>
            </p:cNvPr>
            <p:cNvCxnSpPr/>
            <p:nvPr/>
          </p:nvCxnSpPr>
          <p:spPr>
            <a:xfrm>
              <a:off x="3327400" y="2418938"/>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BB817B0D-E27C-1C62-A05C-6B1A55156354}"/>
                </a:ext>
              </a:extLst>
            </p:cNvPr>
            <p:cNvCxnSpPr/>
            <p:nvPr/>
          </p:nvCxnSpPr>
          <p:spPr>
            <a:xfrm>
              <a:off x="3733800" y="2418938"/>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id="{25387134-D13C-21FD-E1BA-FEC381E4CCC2}"/>
                </a:ext>
              </a:extLst>
            </p:cNvPr>
            <p:cNvCxnSpPr/>
            <p:nvPr/>
          </p:nvCxnSpPr>
          <p:spPr>
            <a:xfrm>
              <a:off x="4140200" y="2418938"/>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sp>
          <p:nvSpPr>
            <p:cNvPr id="236" name="矩形 235">
              <a:extLst>
                <a:ext uri="{FF2B5EF4-FFF2-40B4-BE49-F238E27FC236}">
                  <a16:creationId xmlns:a16="http://schemas.microsoft.com/office/drawing/2014/main" id="{ECBCCC8E-F99F-7B18-2027-1211ED59A376}"/>
                </a:ext>
              </a:extLst>
            </p:cNvPr>
            <p:cNvSpPr/>
            <p:nvPr/>
          </p:nvSpPr>
          <p:spPr>
            <a:xfrm>
              <a:off x="866775" y="244883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矩形 236">
              <a:extLst>
                <a:ext uri="{FF2B5EF4-FFF2-40B4-BE49-F238E27FC236}">
                  <a16:creationId xmlns:a16="http://schemas.microsoft.com/office/drawing/2014/main" id="{FAE4AD13-1993-AA91-BC0E-2F17839D1810}"/>
                </a:ext>
              </a:extLst>
            </p:cNvPr>
            <p:cNvSpPr/>
            <p:nvPr/>
          </p:nvSpPr>
          <p:spPr>
            <a:xfrm>
              <a:off x="1273175" y="242277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矩形 237">
              <a:extLst>
                <a:ext uri="{FF2B5EF4-FFF2-40B4-BE49-F238E27FC236}">
                  <a16:creationId xmlns:a16="http://schemas.microsoft.com/office/drawing/2014/main" id="{DF87F050-EDA5-7CF3-C06F-50B9AF8CCBBF}"/>
                </a:ext>
              </a:extLst>
            </p:cNvPr>
            <p:cNvSpPr/>
            <p:nvPr/>
          </p:nvSpPr>
          <p:spPr>
            <a:xfrm>
              <a:off x="1679575" y="24097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矩形 238">
              <a:extLst>
                <a:ext uri="{FF2B5EF4-FFF2-40B4-BE49-F238E27FC236}">
                  <a16:creationId xmlns:a16="http://schemas.microsoft.com/office/drawing/2014/main" id="{E615CD4D-C6AC-7CC3-CABC-88DE2152AE0B}"/>
                </a:ext>
              </a:extLst>
            </p:cNvPr>
            <p:cNvSpPr/>
            <p:nvPr/>
          </p:nvSpPr>
          <p:spPr>
            <a:xfrm>
              <a:off x="2085975" y="24097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矩形 239">
              <a:extLst>
                <a:ext uri="{FF2B5EF4-FFF2-40B4-BE49-F238E27FC236}">
                  <a16:creationId xmlns:a16="http://schemas.microsoft.com/office/drawing/2014/main" id="{18661146-EADA-64CD-9DE7-9FC0C9669597}"/>
                </a:ext>
              </a:extLst>
            </p:cNvPr>
            <p:cNvSpPr/>
            <p:nvPr/>
          </p:nvSpPr>
          <p:spPr>
            <a:xfrm>
              <a:off x="2492375" y="24097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矩形 240">
              <a:extLst>
                <a:ext uri="{FF2B5EF4-FFF2-40B4-BE49-F238E27FC236}">
                  <a16:creationId xmlns:a16="http://schemas.microsoft.com/office/drawing/2014/main" id="{FBC36F4B-0FBB-A5D6-B8FF-FA573632EACE}"/>
                </a:ext>
              </a:extLst>
            </p:cNvPr>
            <p:cNvSpPr/>
            <p:nvPr/>
          </p:nvSpPr>
          <p:spPr>
            <a:xfrm>
              <a:off x="2898775" y="24097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矩形 241">
              <a:extLst>
                <a:ext uri="{FF2B5EF4-FFF2-40B4-BE49-F238E27FC236}">
                  <a16:creationId xmlns:a16="http://schemas.microsoft.com/office/drawing/2014/main" id="{175CBB64-5391-180E-4E02-87618F55C163}"/>
                </a:ext>
              </a:extLst>
            </p:cNvPr>
            <p:cNvSpPr/>
            <p:nvPr/>
          </p:nvSpPr>
          <p:spPr>
            <a:xfrm>
              <a:off x="3305175" y="2396713"/>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矩形 242">
              <a:extLst>
                <a:ext uri="{FF2B5EF4-FFF2-40B4-BE49-F238E27FC236}">
                  <a16:creationId xmlns:a16="http://schemas.microsoft.com/office/drawing/2014/main" id="{C15FE843-F522-0BE9-1610-AF1D9CCFCC88}"/>
                </a:ext>
              </a:extLst>
            </p:cNvPr>
            <p:cNvSpPr/>
            <p:nvPr/>
          </p:nvSpPr>
          <p:spPr>
            <a:xfrm>
              <a:off x="3711575" y="2396713"/>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矩形 243">
              <a:extLst>
                <a:ext uri="{FF2B5EF4-FFF2-40B4-BE49-F238E27FC236}">
                  <a16:creationId xmlns:a16="http://schemas.microsoft.com/office/drawing/2014/main" id="{616DE55C-0280-AD01-5690-0442BA77E170}"/>
                </a:ext>
              </a:extLst>
            </p:cNvPr>
            <p:cNvSpPr/>
            <p:nvPr/>
          </p:nvSpPr>
          <p:spPr>
            <a:xfrm>
              <a:off x="4117975" y="2396713"/>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矩形 244">
              <a:extLst>
                <a:ext uri="{FF2B5EF4-FFF2-40B4-BE49-F238E27FC236}">
                  <a16:creationId xmlns:a16="http://schemas.microsoft.com/office/drawing/2014/main" id="{C3574D96-3EFF-C452-84BF-6BABAB68540C}"/>
                </a:ext>
              </a:extLst>
            </p:cNvPr>
            <p:cNvSpPr/>
            <p:nvPr/>
          </p:nvSpPr>
          <p:spPr>
            <a:xfrm>
              <a:off x="4524375" y="2396713"/>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6" name="直接连接符 245">
              <a:extLst>
                <a:ext uri="{FF2B5EF4-FFF2-40B4-BE49-F238E27FC236}">
                  <a16:creationId xmlns:a16="http://schemas.microsoft.com/office/drawing/2014/main" id="{E53C1307-4E0C-B278-F105-5F16DAEC8516}"/>
                </a:ext>
              </a:extLst>
            </p:cNvPr>
            <p:cNvCxnSpPr/>
            <p:nvPr/>
          </p:nvCxnSpPr>
          <p:spPr>
            <a:xfrm>
              <a:off x="4826000" y="2400300"/>
              <a:ext cx="2540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sp>
          <p:nvSpPr>
            <p:cNvPr id="247" name="椭圆 246">
              <a:extLst>
                <a:ext uri="{FF2B5EF4-FFF2-40B4-BE49-F238E27FC236}">
                  <a16:creationId xmlns:a16="http://schemas.microsoft.com/office/drawing/2014/main" id="{BAF4BA0C-2F92-1769-DF56-336C95ADA438}"/>
                </a:ext>
              </a:extLst>
            </p:cNvPr>
            <p:cNvSpPr/>
            <p:nvPr/>
          </p:nvSpPr>
          <p:spPr>
            <a:xfrm>
              <a:off x="4930775" y="2378075"/>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文本框 247">
              <a:extLst>
                <a:ext uri="{FF2B5EF4-FFF2-40B4-BE49-F238E27FC236}">
                  <a16:creationId xmlns:a16="http://schemas.microsoft.com/office/drawing/2014/main" id="{A2206B36-546B-A972-8FA3-67188040F581}"/>
                </a:ext>
              </a:extLst>
            </p:cNvPr>
            <p:cNvSpPr txBox="1"/>
            <p:nvPr/>
          </p:nvSpPr>
          <p:spPr>
            <a:xfrm>
              <a:off x="5168900" y="2324100"/>
              <a:ext cx="55143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Top-1 · &lt;2 Å</a:t>
              </a:r>
              <a:endParaRPr lang="zh-CN" altLang="en-US" sz="770">
                <a:solidFill>
                  <a:srgbClr val="263746"/>
                </a:solidFill>
                <a:latin typeface="Arial" panose="020B0604020202020204" pitchFamily="34" charset="0"/>
              </a:endParaRPr>
            </a:p>
          </p:txBody>
        </p:sp>
        <p:cxnSp>
          <p:nvCxnSpPr>
            <p:cNvPr id="249" name="直接连接符 248">
              <a:extLst>
                <a:ext uri="{FF2B5EF4-FFF2-40B4-BE49-F238E27FC236}">
                  <a16:creationId xmlns:a16="http://schemas.microsoft.com/office/drawing/2014/main" id="{46E43981-4640-5BB9-1FB7-7F67D7CFCE47}"/>
                </a:ext>
              </a:extLst>
            </p:cNvPr>
            <p:cNvCxnSpPr/>
            <p:nvPr/>
          </p:nvCxnSpPr>
          <p:spPr>
            <a:xfrm>
              <a:off x="4826000" y="2621280"/>
              <a:ext cx="2540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sp>
          <p:nvSpPr>
            <p:cNvPr id="250" name="椭圆 249">
              <a:extLst>
                <a:ext uri="{FF2B5EF4-FFF2-40B4-BE49-F238E27FC236}">
                  <a16:creationId xmlns:a16="http://schemas.microsoft.com/office/drawing/2014/main" id="{431C632D-4DCC-5945-63C1-82DC2E281018}"/>
                </a:ext>
              </a:extLst>
            </p:cNvPr>
            <p:cNvSpPr/>
            <p:nvPr/>
          </p:nvSpPr>
          <p:spPr>
            <a:xfrm>
              <a:off x="4930775" y="2599055"/>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1" name="文本框 250">
              <a:extLst>
                <a:ext uri="{FF2B5EF4-FFF2-40B4-BE49-F238E27FC236}">
                  <a16:creationId xmlns:a16="http://schemas.microsoft.com/office/drawing/2014/main" id="{993184F0-7091-8D1A-E755-2E5511502431}"/>
                </a:ext>
              </a:extLst>
            </p:cNvPr>
            <p:cNvSpPr txBox="1"/>
            <p:nvPr/>
          </p:nvSpPr>
          <p:spPr>
            <a:xfrm>
              <a:off x="5168900" y="2545080"/>
              <a:ext cx="55143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Top-1 · &lt;3 Å</a:t>
              </a:r>
              <a:endParaRPr lang="zh-CN" altLang="en-US" sz="770">
                <a:solidFill>
                  <a:srgbClr val="263746"/>
                </a:solidFill>
                <a:latin typeface="Arial" panose="020B0604020202020204" pitchFamily="34" charset="0"/>
              </a:endParaRPr>
            </a:p>
          </p:txBody>
        </p:sp>
        <p:cxnSp>
          <p:nvCxnSpPr>
            <p:cNvPr id="252" name="直接连接符 251">
              <a:extLst>
                <a:ext uri="{FF2B5EF4-FFF2-40B4-BE49-F238E27FC236}">
                  <a16:creationId xmlns:a16="http://schemas.microsoft.com/office/drawing/2014/main" id="{C81C8032-43E1-7684-D0A8-57B40F86A5BE}"/>
                </a:ext>
              </a:extLst>
            </p:cNvPr>
            <p:cNvCxnSpPr/>
            <p:nvPr/>
          </p:nvCxnSpPr>
          <p:spPr>
            <a:xfrm>
              <a:off x="4826000" y="2842260"/>
              <a:ext cx="2540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sp>
          <p:nvSpPr>
            <p:cNvPr id="253" name="矩形 252">
              <a:extLst>
                <a:ext uri="{FF2B5EF4-FFF2-40B4-BE49-F238E27FC236}">
                  <a16:creationId xmlns:a16="http://schemas.microsoft.com/office/drawing/2014/main" id="{A7768040-503D-8B8B-4F18-B0D6274FAC6D}"/>
                </a:ext>
              </a:extLst>
            </p:cNvPr>
            <p:cNvSpPr/>
            <p:nvPr/>
          </p:nvSpPr>
          <p:spPr>
            <a:xfrm>
              <a:off x="4930775" y="2820035"/>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4" name="文本框 253">
              <a:extLst>
                <a:ext uri="{FF2B5EF4-FFF2-40B4-BE49-F238E27FC236}">
                  <a16:creationId xmlns:a16="http://schemas.microsoft.com/office/drawing/2014/main" id="{9B60DBC4-2F4F-D6BC-76E7-FE8DC8A378F0}"/>
                </a:ext>
              </a:extLst>
            </p:cNvPr>
            <p:cNvSpPr txBox="1"/>
            <p:nvPr/>
          </p:nvSpPr>
          <p:spPr>
            <a:xfrm>
              <a:off x="5168900" y="2766060"/>
              <a:ext cx="74860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Best-of-50 · &lt;2 Å</a:t>
              </a:r>
              <a:endParaRPr lang="zh-CN" altLang="en-US" sz="770">
                <a:solidFill>
                  <a:srgbClr val="263746"/>
                </a:solidFill>
                <a:latin typeface="Arial" panose="020B0604020202020204" pitchFamily="34" charset="0"/>
              </a:endParaRPr>
            </a:p>
          </p:txBody>
        </p:sp>
        <p:cxnSp>
          <p:nvCxnSpPr>
            <p:cNvPr id="255" name="直接连接符 254">
              <a:extLst>
                <a:ext uri="{FF2B5EF4-FFF2-40B4-BE49-F238E27FC236}">
                  <a16:creationId xmlns:a16="http://schemas.microsoft.com/office/drawing/2014/main" id="{D2BC4378-722E-F337-2152-7DB397BB65B9}"/>
                </a:ext>
              </a:extLst>
            </p:cNvPr>
            <p:cNvCxnSpPr/>
            <p:nvPr/>
          </p:nvCxnSpPr>
          <p:spPr>
            <a:xfrm>
              <a:off x="4826000" y="3063240"/>
              <a:ext cx="2540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sp>
          <p:nvSpPr>
            <p:cNvPr id="256" name="矩形 255">
              <a:extLst>
                <a:ext uri="{FF2B5EF4-FFF2-40B4-BE49-F238E27FC236}">
                  <a16:creationId xmlns:a16="http://schemas.microsoft.com/office/drawing/2014/main" id="{2D771063-E705-E41A-6722-4615491E61F4}"/>
                </a:ext>
              </a:extLst>
            </p:cNvPr>
            <p:cNvSpPr/>
            <p:nvPr/>
          </p:nvSpPr>
          <p:spPr>
            <a:xfrm>
              <a:off x="4930775" y="3041015"/>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文本框 256">
              <a:extLst>
                <a:ext uri="{FF2B5EF4-FFF2-40B4-BE49-F238E27FC236}">
                  <a16:creationId xmlns:a16="http://schemas.microsoft.com/office/drawing/2014/main" id="{1696A6F2-28F2-B4C7-757A-2D2DF48F0CF7}"/>
                </a:ext>
              </a:extLst>
            </p:cNvPr>
            <p:cNvSpPr txBox="1"/>
            <p:nvPr/>
          </p:nvSpPr>
          <p:spPr>
            <a:xfrm>
              <a:off x="5168900" y="2987040"/>
              <a:ext cx="74860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Best-of-50 · &lt;3 Å</a:t>
              </a:r>
              <a:endParaRPr lang="zh-CN" altLang="en-US" sz="770">
                <a:solidFill>
                  <a:srgbClr val="263746"/>
                </a:solidFill>
                <a:latin typeface="Arial" panose="020B0604020202020204" pitchFamily="34" charset="0"/>
              </a:endParaRPr>
            </a:p>
          </p:txBody>
        </p:sp>
        <p:sp>
          <p:nvSpPr>
            <p:cNvPr id="258" name="文本框 257">
              <a:extLst>
                <a:ext uri="{FF2B5EF4-FFF2-40B4-BE49-F238E27FC236}">
                  <a16:creationId xmlns:a16="http://schemas.microsoft.com/office/drawing/2014/main" id="{C1821A45-9A2F-8224-0BCB-085A7A4D3CDC}"/>
                </a:ext>
              </a:extLst>
            </p:cNvPr>
            <p:cNvSpPr txBox="1"/>
            <p:nvPr/>
          </p:nvSpPr>
          <p:spPr>
            <a:xfrm>
              <a:off x="114300" y="3568700"/>
              <a:ext cx="70532" cy="153888"/>
            </a:xfrm>
            <a:prstGeom prst="rect">
              <a:avLst/>
            </a:prstGeom>
            <a:noFill/>
          </p:spPr>
          <p:txBody>
            <a:bodyPr vert="horz" wrap="none" lIns="0" tIns="0" rIns="0" bIns="0" rtlCol="0">
              <a:spAutoFit/>
            </a:bodyPr>
            <a:lstStyle/>
            <a:p>
              <a:r>
                <a:rPr lang="en-US" altLang="zh-CN" sz="1000" b="1">
                  <a:solidFill>
                    <a:srgbClr val="263746"/>
                  </a:solidFill>
                  <a:latin typeface="Arial" panose="020B0604020202020204" pitchFamily="34" charset="0"/>
                </a:rPr>
                <a:t>c</a:t>
              </a:r>
              <a:endParaRPr lang="zh-CN" altLang="en-US" sz="1000" b="1">
                <a:solidFill>
                  <a:srgbClr val="263746"/>
                </a:solidFill>
                <a:latin typeface="Arial" panose="020B0604020202020204" pitchFamily="34" charset="0"/>
              </a:endParaRPr>
            </a:p>
          </p:txBody>
        </p:sp>
        <p:sp>
          <p:nvSpPr>
            <p:cNvPr id="259" name="文本框 258">
              <a:extLst>
                <a:ext uri="{FF2B5EF4-FFF2-40B4-BE49-F238E27FC236}">
                  <a16:creationId xmlns:a16="http://schemas.microsoft.com/office/drawing/2014/main" id="{5DFD4FAD-07DE-B8B9-A704-3C622B3E2748}"/>
                </a:ext>
              </a:extLst>
            </p:cNvPr>
            <p:cNvSpPr txBox="1"/>
            <p:nvPr/>
          </p:nvSpPr>
          <p:spPr>
            <a:xfrm>
              <a:off x="342900" y="3581400"/>
              <a:ext cx="1349728" cy="129266"/>
            </a:xfrm>
            <a:prstGeom prst="rect">
              <a:avLst/>
            </a:prstGeom>
            <a:noFill/>
          </p:spPr>
          <p:txBody>
            <a:bodyPr vert="horz" wrap="none" lIns="0" tIns="0" rIns="0" bIns="0" rtlCol="0">
              <a:spAutoFit/>
            </a:bodyPr>
            <a:lstStyle/>
            <a:p>
              <a:r>
                <a:rPr lang="en-US" altLang="zh-CN" sz="840" b="1">
                  <a:solidFill>
                    <a:srgbClr val="263746"/>
                  </a:solidFill>
                  <a:latin typeface="Arial" panose="020B0604020202020204" pitchFamily="34" charset="0"/>
                </a:rPr>
                <a:t>Pose reconstruction · CA2</a:t>
              </a:r>
              <a:endParaRPr lang="zh-CN" altLang="en-US" sz="840" b="1">
                <a:solidFill>
                  <a:srgbClr val="263746"/>
                </a:solidFill>
                <a:latin typeface="Arial" panose="020B0604020202020204" pitchFamily="34" charset="0"/>
              </a:endParaRPr>
            </a:p>
          </p:txBody>
        </p:sp>
        <p:sp>
          <p:nvSpPr>
            <p:cNvPr id="260" name="文本框 259">
              <a:extLst>
                <a:ext uri="{FF2B5EF4-FFF2-40B4-BE49-F238E27FC236}">
                  <a16:creationId xmlns:a16="http://schemas.microsoft.com/office/drawing/2014/main" id="{B73AB4A3-88EE-40B1-650C-817C1DDD378E}"/>
                </a:ext>
              </a:extLst>
            </p:cNvPr>
            <p:cNvSpPr txBox="1"/>
            <p:nvPr/>
          </p:nvSpPr>
          <p:spPr>
            <a:xfrm rot="16200000">
              <a:off x="0" y="4337050"/>
              <a:ext cx="724557" cy="113877"/>
            </a:xfrm>
            <a:prstGeom prst="rect">
              <a:avLst/>
            </a:prstGeom>
            <a:noFill/>
          </p:spPr>
          <p:txBody>
            <a:bodyPr vert="horz" wrap="none" lIns="0" tIns="0" rIns="0" bIns="0" rtlCol="0">
              <a:spAutoFit/>
            </a:bodyPr>
            <a:lstStyle/>
            <a:p>
              <a:pPr algn="ctr"/>
              <a:r>
                <a:rPr lang="en-US" altLang="zh-CN" sz="740">
                  <a:solidFill>
                    <a:srgbClr val="263746"/>
                  </a:solidFill>
                  <a:latin typeface="Arial" panose="020B0604020202020204" pitchFamily="34" charset="0"/>
                </a:rPr>
                <a:t>Success rate (%)</a:t>
              </a:r>
              <a:endParaRPr lang="zh-CN" altLang="en-US" sz="740">
                <a:solidFill>
                  <a:srgbClr val="263746"/>
                </a:solidFill>
                <a:latin typeface="Arial" panose="020B0604020202020204" pitchFamily="34" charset="0"/>
              </a:endParaRPr>
            </a:p>
          </p:txBody>
        </p:sp>
        <p:sp>
          <p:nvSpPr>
            <p:cNvPr id="261" name="文本框 260">
              <a:extLst>
                <a:ext uri="{FF2B5EF4-FFF2-40B4-BE49-F238E27FC236}">
                  <a16:creationId xmlns:a16="http://schemas.microsoft.com/office/drawing/2014/main" id="{5FC66B4F-2BEA-F2F2-43BD-6BF3575DA3CB}"/>
                </a:ext>
              </a:extLst>
            </p:cNvPr>
            <p:cNvSpPr txBox="1"/>
            <p:nvPr/>
          </p:nvSpPr>
          <p:spPr>
            <a:xfrm>
              <a:off x="520700" y="4851400"/>
              <a:ext cx="49694"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0</a:t>
              </a:r>
              <a:endParaRPr lang="zh-CN" altLang="en-US" sz="700">
                <a:solidFill>
                  <a:srgbClr val="5D6974"/>
                </a:solidFill>
                <a:latin typeface="Arial" panose="020B0604020202020204" pitchFamily="34" charset="0"/>
              </a:endParaRPr>
            </a:p>
          </p:txBody>
        </p:sp>
        <p:cxnSp>
          <p:nvCxnSpPr>
            <p:cNvPr id="262" name="直接连接符 261">
              <a:extLst>
                <a:ext uri="{FF2B5EF4-FFF2-40B4-BE49-F238E27FC236}">
                  <a16:creationId xmlns:a16="http://schemas.microsoft.com/office/drawing/2014/main" id="{DB7A0881-EBCE-5EB8-E280-4E7FFF82ED2F}"/>
                </a:ext>
              </a:extLst>
            </p:cNvPr>
            <p:cNvCxnSpPr/>
            <p:nvPr/>
          </p:nvCxnSpPr>
          <p:spPr>
            <a:xfrm>
              <a:off x="889000" y="4664075"/>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263" name="文本框 262">
              <a:extLst>
                <a:ext uri="{FF2B5EF4-FFF2-40B4-BE49-F238E27FC236}">
                  <a16:creationId xmlns:a16="http://schemas.microsoft.com/office/drawing/2014/main" id="{742A19C4-EA9F-B20A-A74E-509736C5A15E}"/>
                </a:ext>
              </a:extLst>
            </p:cNvPr>
            <p:cNvSpPr txBox="1"/>
            <p:nvPr/>
          </p:nvSpPr>
          <p:spPr>
            <a:xfrm>
              <a:off x="520700" y="4600575"/>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25</a:t>
              </a:r>
              <a:endParaRPr lang="zh-CN" altLang="en-US" sz="700">
                <a:solidFill>
                  <a:srgbClr val="5D6974"/>
                </a:solidFill>
                <a:latin typeface="Arial" panose="020B0604020202020204" pitchFamily="34" charset="0"/>
              </a:endParaRPr>
            </a:p>
          </p:txBody>
        </p:sp>
        <p:cxnSp>
          <p:nvCxnSpPr>
            <p:cNvPr id="264" name="直接连接符 263">
              <a:extLst>
                <a:ext uri="{FF2B5EF4-FFF2-40B4-BE49-F238E27FC236}">
                  <a16:creationId xmlns:a16="http://schemas.microsoft.com/office/drawing/2014/main" id="{FDEBDCBF-B375-C550-D947-8AB0BA3CCA96}"/>
                </a:ext>
              </a:extLst>
            </p:cNvPr>
            <p:cNvCxnSpPr/>
            <p:nvPr/>
          </p:nvCxnSpPr>
          <p:spPr>
            <a:xfrm>
              <a:off x="889000" y="4413250"/>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265" name="文本框 264">
              <a:extLst>
                <a:ext uri="{FF2B5EF4-FFF2-40B4-BE49-F238E27FC236}">
                  <a16:creationId xmlns:a16="http://schemas.microsoft.com/office/drawing/2014/main" id="{DE4ACA45-7AD4-F1E7-DC70-C4D0CF2C554F}"/>
                </a:ext>
              </a:extLst>
            </p:cNvPr>
            <p:cNvSpPr txBox="1"/>
            <p:nvPr/>
          </p:nvSpPr>
          <p:spPr>
            <a:xfrm>
              <a:off x="520700" y="4349750"/>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50</a:t>
              </a:r>
              <a:endParaRPr lang="zh-CN" altLang="en-US" sz="700">
                <a:solidFill>
                  <a:srgbClr val="5D6974"/>
                </a:solidFill>
                <a:latin typeface="Arial" panose="020B0604020202020204" pitchFamily="34" charset="0"/>
              </a:endParaRPr>
            </a:p>
          </p:txBody>
        </p:sp>
        <p:cxnSp>
          <p:nvCxnSpPr>
            <p:cNvPr id="266" name="直接连接符 265">
              <a:extLst>
                <a:ext uri="{FF2B5EF4-FFF2-40B4-BE49-F238E27FC236}">
                  <a16:creationId xmlns:a16="http://schemas.microsoft.com/office/drawing/2014/main" id="{6A4DEE3D-8CC0-DB37-C56A-547E67D02AB8}"/>
                </a:ext>
              </a:extLst>
            </p:cNvPr>
            <p:cNvCxnSpPr/>
            <p:nvPr/>
          </p:nvCxnSpPr>
          <p:spPr>
            <a:xfrm>
              <a:off x="889000" y="4162425"/>
              <a:ext cx="3657600" cy="0"/>
            </a:xfrm>
            <a:prstGeom prst="line">
              <a:avLst/>
            </a:prstGeom>
            <a:ln w="6985">
              <a:solidFill>
                <a:srgbClr val="DFE5E8"/>
              </a:solidFill>
            </a:ln>
          </p:spPr>
          <p:style>
            <a:lnRef idx="1">
              <a:schemeClr val="accent1"/>
            </a:lnRef>
            <a:fillRef idx="0">
              <a:schemeClr val="accent1"/>
            </a:fillRef>
            <a:effectRef idx="0">
              <a:schemeClr val="accent1"/>
            </a:effectRef>
            <a:fontRef idx="minor">
              <a:schemeClr val="tx1"/>
            </a:fontRef>
          </p:style>
        </p:cxnSp>
        <p:sp>
          <p:nvSpPr>
            <p:cNvPr id="267" name="文本框 266">
              <a:extLst>
                <a:ext uri="{FF2B5EF4-FFF2-40B4-BE49-F238E27FC236}">
                  <a16:creationId xmlns:a16="http://schemas.microsoft.com/office/drawing/2014/main" id="{C2E75DCC-421B-E604-0288-52CC1D5E7776}"/>
                </a:ext>
              </a:extLst>
            </p:cNvPr>
            <p:cNvSpPr txBox="1"/>
            <p:nvPr/>
          </p:nvSpPr>
          <p:spPr>
            <a:xfrm>
              <a:off x="520700" y="4098925"/>
              <a:ext cx="99386"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75</a:t>
              </a:r>
              <a:endParaRPr lang="zh-CN" altLang="en-US" sz="700">
                <a:solidFill>
                  <a:srgbClr val="5D6974"/>
                </a:solidFill>
                <a:latin typeface="Arial" panose="020B0604020202020204" pitchFamily="34" charset="0"/>
              </a:endParaRPr>
            </a:p>
          </p:txBody>
        </p:sp>
        <p:sp>
          <p:nvSpPr>
            <p:cNvPr id="268" name="文本框 267">
              <a:extLst>
                <a:ext uri="{FF2B5EF4-FFF2-40B4-BE49-F238E27FC236}">
                  <a16:creationId xmlns:a16="http://schemas.microsoft.com/office/drawing/2014/main" id="{C22901FC-4796-CAB2-1874-257233018EF7}"/>
                </a:ext>
              </a:extLst>
            </p:cNvPr>
            <p:cNvSpPr txBox="1"/>
            <p:nvPr/>
          </p:nvSpPr>
          <p:spPr>
            <a:xfrm>
              <a:off x="520700" y="3848100"/>
              <a:ext cx="149080" cy="107722"/>
            </a:xfrm>
            <a:prstGeom prst="rect">
              <a:avLst/>
            </a:prstGeom>
            <a:noFill/>
          </p:spPr>
          <p:txBody>
            <a:bodyPr vert="horz" wrap="none" lIns="0" tIns="0" rIns="0" bIns="0" rtlCol="0">
              <a:spAutoFit/>
            </a:bodyPr>
            <a:lstStyle/>
            <a:p>
              <a:pPr algn="r"/>
              <a:r>
                <a:rPr lang="en-US" altLang="zh-CN" sz="700">
                  <a:solidFill>
                    <a:srgbClr val="5D6974"/>
                  </a:solidFill>
                  <a:latin typeface="Arial" panose="020B0604020202020204" pitchFamily="34" charset="0"/>
                </a:rPr>
                <a:t>100</a:t>
              </a:r>
              <a:endParaRPr lang="zh-CN" altLang="en-US" sz="700">
                <a:solidFill>
                  <a:srgbClr val="5D6974"/>
                </a:solidFill>
                <a:latin typeface="Arial" panose="020B0604020202020204" pitchFamily="34" charset="0"/>
              </a:endParaRPr>
            </a:p>
          </p:txBody>
        </p:sp>
        <p:cxnSp>
          <p:nvCxnSpPr>
            <p:cNvPr id="269" name="直接连接符 268">
              <a:extLst>
                <a:ext uri="{FF2B5EF4-FFF2-40B4-BE49-F238E27FC236}">
                  <a16:creationId xmlns:a16="http://schemas.microsoft.com/office/drawing/2014/main" id="{9F455909-9BE4-B0DD-67A2-9DE1C6897A0F}"/>
                </a:ext>
              </a:extLst>
            </p:cNvPr>
            <p:cNvCxnSpPr/>
            <p:nvPr/>
          </p:nvCxnSpPr>
          <p:spPr>
            <a:xfrm>
              <a:off x="889000" y="3911600"/>
              <a:ext cx="0" cy="1003300"/>
            </a:xfrm>
            <a:prstGeom prst="line">
              <a:avLst/>
            </a:prstGeom>
            <a:ln w="1016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70" name="直接连接符 269">
              <a:extLst>
                <a:ext uri="{FF2B5EF4-FFF2-40B4-BE49-F238E27FC236}">
                  <a16:creationId xmlns:a16="http://schemas.microsoft.com/office/drawing/2014/main" id="{52B04619-4158-A96C-710B-2C56FE351626}"/>
                </a:ext>
              </a:extLst>
            </p:cNvPr>
            <p:cNvCxnSpPr/>
            <p:nvPr/>
          </p:nvCxnSpPr>
          <p:spPr>
            <a:xfrm>
              <a:off x="889000" y="4914900"/>
              <a:ext cx="3657600" cy="0"/>
            </a:xfrm>
            <a:prstGeom prst="line">
              <a:avLst/>
            </a:prstGeom>
            <a:ln w="1016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71" name="直接连接符 270">
              <a:extLst>
                <a:ext uri="{FF2B5EF4-FFF2-40B4-BE49-F238E27FC236}">
                  <a16:creationId xmlns:a16="http://schemas.microsoft.com/office/drawing/2014/main" id="{48180C27-C628-35E7-5CA8-A4A633389B39}"/>
                </a:ext>
              </a:extLst>
            </p:cNvPr>
            <p:cNvCxnSpPr/>
            <p:nvPr/>
          </p:nvCxnSpPr>
          <p:spPr>
            <a:xfrm>
              <a:off x="8890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72" name="文本框 271">
              <a:extLst>
                <a:ext uri="{FF2B5EF4-FFF2-40B4-BE49-F238E27FC236}">
                  <a16:creationId xmlns:a16="http://schemas.microsoft.com/office/drawing/2014/main" id="{BB6307E6-2AA9-B148-CE76-6689943DE719}"/>
                </a:ext>
              </a:extLst>
            </p:cNvPr>
            <p:cNvSpPr txBox="1"/>
            <p:nvPr/>
          </p:nvSpPr>
          <p:spPr>
            <a:xfrm>
              <a:off x="825500" y="49657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1</a:t>
              </a:r>
              <a:endParaRPr lang="zh-CN" altLang="en-US" sz="700">
                <a:solidFill>
                  <a:srgbClr val="5D6974"/>
                </a:solidFill>
                <a:latin typeface="Arial" panose="020B0604020202020204" pitchFamily="34" charset="0"/>
              </a:endParaRPr>
            </a:p>
          </p:txBody>
        </p:sp>
        <p:cxnSp>
          <p:nvCxnSpPr>
            <p:cNvPr id="273" name="直接连接符 272">
              <a:extLst>
                <a:ext uri="{FF2B5EF4-FFF2-40B4-BE49-F238E27FC236}">
                  <a16:creationId xmlns:a16="http://schemas.microsoft.com/office/drawing/2014/main" id="{C3D48880-408D-EC20-214C-2AD1DCC7E4AB}"/>
                </a:ext>
              </a:extLst>
            </p:cNvPr>
            <p:cNvCxnSpPr/>
            <p:nvPr/>
          </p:nvCxnSpPr>
          <p:spPr>
            <a:xfrm>
              <a:off x="12954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74" name="直接连接符 273">
              <a:extLst>
                <a:ext uri="{FF2B5EF4-FFF2-40B4-BE49-F238E27FC236}">
                  <a16:creationId xmlns:a16="http://schemas.microsoft.com/office/drawing/2014/main" id="{BE5A825D-6F8B-C0F8-7699-BE57188354EE}"/>
                </a:ext>
              </a:extLst>
            </p:cNvPr>
            <p:cNvCxnSpPr/>
            <p:nvPr/>
          </p:nvCxnSpPr>
          <p:spPr>
            <a:xfrm>
              <a:off x="17018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75" name="文本框 274">
              <a:extLst>
                <a:ext uri="{FF2B5EF4-FFF2-40B4-BE49-F238E27FC236}">
                  <a16:creationId xmlns:a16="http://schemas.microsoft.com/office/drawing/2014/main" id="{FDABD778-AAEF-F98C-0576-32C43E1185A2}"/>
                </a:ext>
              </a:extLst>
            </p:cNvPr>
            <p:cNvSpPr txBox="1"/>
            <p:nvPr/>
          </p:nvSpPr>
          <p:spPr>
            <a:xfrm>
              <a:off x="1638300" y="49657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3</a:t>
              </a:r>
              <a:endParaRPr lang="zh-CN" altLang="en-US" sz="700">
                <a:solidFill>
                  <a:srgbClr val="5D6974"/>
                </a:solidFill>
                <a:latin typeface="Arial" panose="020B0604020202020204" pitchFamily="34" charset="0"/>
              </a:endParaRPr>
            </a:p>
          </p:txBody>
        </p:sp>
        <p:cxnSp>
          <p:nvCxnSpPr>
            <p:cNvPr id="276" name="直接连接符 275">
              <a:extLst>
                <a:ext uri="{FF2B5EF4-FFF2-40B4-BE49-F238E27FC236}">
                  <a16:creationId xmlns:a16="http://schemas.microsoft.com/office/drawing/2014/main" id="{A9BD0C49-1F05-42C1-3578-AF3AEE8F4CE8}"/>
                </a:ext>
              </a:extLst>
            </p:cNvPr>
            <p:cNvCxnSpPr/>
            <p:nvPr/>
          </p:nvCxnSpPr>
          <p:spPr>
            <a:xfrm>
              <a:off x="21082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77" name="直接连接符 276">
              <a:extLst>
                <a:ext uri="{FF2B5EF4-FFF2-40B4-BE49-F238E27FC236}">
                  <a16:creationId xmlns:a16="http://schemas.microsoft.com/office/drawing/2014/main" id="{5550132D-8A47-071D-6E41-156B3218B7A6}"/>
                </a:ext>
              </a:extLst>
            </p:cNvPr>
            <p:cNvCxnSpPr/>
            <p:nvPr/>
          </p:nvCxnSpPr>
          <p:spPr>
            <a:xfrm>
              <a:off x="25146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78" name="文本框 277">
              <a:extLst>
                <a:ext uri="{FF2B5EF4-FFF2-40B4-BE49-F238E27FC236}">
                  <a16:creationId xmlns:a16="http://schemas.microsoft.com/office/drawing/2014/main" id="{212E5550-69FE-DBD4-AFC7-6AD8236A535D}"/>
                </a:ext>
              </a:extLst>
            </p:cNvPr>
            <p:cNvSpPr txBox="1"/>
            <p:nvPr/>
          </p:nvSpPr>
          <p:spPr>
            <a:xfrm>
              <a:off x="2451100" y="49657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5</a:t>
              </a:r>
              <a:endParaRPr lang="zh-CN" altLang="en-US" sz="700">
                <a:solidFill>
                  <a:srgbClr val="5D6974"/>
                </a:solidFill>
                <a:latin typeface="Arial" panose="020B0604020202020204" pitchFamily="34" charset="0"/>
              </a:endParaRPr>
            </a:p>
          </p:txBody>
        </p:sp>
        <p:cxnSp>
          <p:nvCxnSpPr>
            <p:cNvPr id="279" name="直接连接符 278">
              <a:extLst>
                <a:ext uri="{FF2B5EF4-FFF2-40B4-BE49-F238E27FC236}">
                  <a16:creationId xmlns:a16="http://schemas.microsoft.com/office/drawing/2014/main" id="{0262D505-C26F-8710-8B0A-E0A21E1C3B52}"/>
                </a:ext>
              </a:extLst>
            </p:cNvPr>
            <p:cNvCxnSpPr/>
            <p:nvPr/>
          </p:nvCxnSpPr>
          <p:spPr>
            <a:xfrm>
              <a:off x="29210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80" name="直接连接符 279">
              <a:extLst>
                <a:ext uri="{FF2B5EF4-FFF2-40B4-BE49-F238E27FC236}">
                  <a16:creationId xmlns:a16="http://schemas.microsoft.com/office/drawing/2014/main" id="{09589E45-D044-B62E-D372-29B3FE1968E2}"/>
                </a:ext>
              </a:extLst>
            </p:cNvPr>
            <p:cNvCxnSpPr/>
            <p:nvPr/>
          </p:nvCxnSpPr>
          <p:spPr>
            <a:xfrm>
              <a:off x="33274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81" name="文本框 280">
              <a:extLst>
                <a:ext uri="{FF2B5EF4-FFF2-40B4-BE49-F238E27FC236}">
                  <a16:creationId xmlns:a16="http://schemas.microsoft.com/office/drawing/2014/main" id="{B309CDC2-4B2C-195E-2AEA-F0F6CC149998}"/>
                </a:ext>
              </a:extLst>
            </p:cNvPr>
            <p:cNvSpPr txBox="1"/>
            <p:nvPr/>
          </p:nvSpPr>
          <p:spPr>
            <a:xfrm>
              <a:off x="3263900" y="4965700"/>
              <a:ext cx="49694"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7</a:t>
              </a:r>
              <a:endParaRPr lang="zh-CN" altLang="en-US" sz="700">
                <a:solidFill>
                  <a:srgbClr val="5D6974"/>
                </a:solidFill>
                <a:latin typeface="Arial" panose="020B0604020202020204" pitchFamily="34" charset="0"/>
              </a:endParaRPr>
            </a:p>
          </p:txBody>
        </p:sp>
        <p:cxnSp>
          <p:nvCxnSpPr>
            <p:cNvPr id="282" name="直接连接符 281">
              <a:extLst>
                <a:ext uri="{FF2B5EF4-FFF2-40B4-BE49-F238E27FC236}">
                  <a16:creationId xmlns:a16="http://schemas.microsoft.com/office/drawing/2014/main" id="{8398602B-7C08-4442-27F9-7F27491C344B}"/>
                </a:ext>
              </a:extLst>
            </p:cNvPr>
            <p:cNvCxnSpPr/>
            <p:nvPr/>
          </p:nvCxnSpPr>
          <p:spPr>
            <a:xfrm>
              <a:off x="37338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83" name="直接连接符 282">
              <a:extLst>
                <a:ext uri="{FF2B5EF4-FFF2-40B4-BE49-F238E27FC236}">
                  <a16:creationId xmlns:a16="http://schemas.microsoft.com/office/drawing/2014/main" id="{117485D5-734A-E4C8-F4FB-367158ADDA93}"/>
                </a:ext>
              </a:extLst>
            </p:cNvPr>
            <p:cNvCxnSpPr/>
            <p:nvPr/>
          </p:nvCxnSpPr>
          <p:spPr>
            <a:xfrm>
              <a:off x="41402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cxnSp>
          <p:nvCxnSpPr>
            <p:cNvPr id="284" name="直接连接符 283">
              <a:extLst>
                <a:ext uri="{FF2B5EF4-FFF2-40B4-BE49-F238E27FC236}">
                  <a16:creationId xmlns:a16="http://schemas.microsoft.com/office/drawing/2014/main" id="{2902866D-63AC-8211-1D2D-D66385605CE7}"/>
                </a:ext>
              </a:extLst>
            </p:cNvPr>
            <p:cNvCxnSpPr/>
            <p:nvPr/>
          </p:nvCxnSpPr>
          <p:spPr>
            <a:xfrm>
              <a:off x="4546600" y="4914900"/>
              <a:ext cx="0" cy="31750"/>
            </a:xfrm>
            <a:prstGeom prst="line">
              <a:avLst/>
            </a:prstGeom>
            <a:ln w="7620">
              <a:solidFill>
                <a:srgbClr val="263746"/>
              </a:solidFill>
            </a:ln>
          </p:spPr>
          <p:style>
            <a:lnRef idx="1">
              <a:schemeClr val="accent1"/>
            </a:lnRef>
            <a:fillRef idx="0">
              <a:schemeClr val="accent1"/>
            </a:fillRef>
            <a:effectRef idx="0">
              <a:schemeClr val="accent1"/>
            </a:effectRef>
            <a:fontRef idx="minor">
              <a:schemeClr val="tx1"/>
            </a:fontRef>
          </p:style>
        </p:cxnSp>
        <p:sp>
          <p:nvSpPr>
            <p:cNvPr id="285" name="文本框 284">
              <a:extLst>
                <a:ext uri="{FF2B5EF4-FFF2-40B4-BE49-F238E27FC236}">
                  <a16:creationId xmlns:a16="http://schemas.microsoft.com/office/drawing/2014/main" id="{23827277-0901-C595-0AFE-E56891DFE7C7}"/>
                </a:ext>
              </a:extLst>
            </p:cNvPr>
            <p:cNvSpPr txBox="1"/>
            <p:nvPr/>
          </p:nvSpPr>
          <p:spPr>
            <a:xfrm>
              <a:off x="4483100" y="4965700"/>
              <a:ext cx="99386" cy="107722"/>
            </a:xfrm>
            <a:prstGeom prst="rect">
              <a:avLst/>
            </a:prstGeom>
            <a:noFill/>
          </p:spPr>
          <p:txBody>
            <a:bodyPr vert="horz" wrap="none" lIns="0" tIns="0" rIns="0" bIns="0" rtlCol="0">
              <a:spAutoFit/>
            </a:bodyPr>
            <a:lstStyle/>
            <a:p>
              <a:pPr algn="ctr"/>
              <a:r>
                <a:rPr lang="en-US" altLang="zh-CN" sz="700">
                  <a:solidFill>
                    <a:srgbClr val="5D6974"/>
                  </a:solidFill>
                  <a:latin typeface="Arial" panose="020B0604020202020204" pitchFamily="34" charset="0"/>
                </a:rPr>
                <a:t>10</a:t>
              </a:r>
              <a:endParaRPr lang="zh-CN" altLang="en-US" sz="700">
                <a:solidFill>
                  <a:srgbClr val="5D6974"/>
                </a:solidFill>
                <a:latin typeface="Arial" panose="020B0604020202020204" pitchFamily="34" charset="0"/>
              </a:endParaRPr>
            </a:p>
          </p:txBody>
        </p:sp>
        <p:sp>
          <p:nvSpPr>
            <p:cNvPr id="286" name="文本框 285">
              <a:extLst>
                <a:ext uri="{FF2B5EF4-FFF2-40B4-BE49-F238E27FC236}">
                  <a16:creationId xmlns:a16="http://schemas.microsoft.com/office/drawing/2014/main" id="{39E377F8-7010-A505-62B5-AC079AC0A16A}"/>
                </a:ext>
              </a:extLst>
            </p:cNvPr>
            <p:cNvSpPr txBox="1"/>
            <p:nvPr/>
          </p:nvSpPr>
          <p:spPr>
            <a:xfrm>
              <a:off x="2057400" y="5130800"/>
              <a:ext cx="702115" cy="113877"/>
            </a:xfrm>
            <a:prstGeom prst="rect">
              <a:avLst/>
            </a:prstGeom>
            <a:noFill/>
          </p:spPr>
          <p:txBody>
            <a:bodyPr vert="horz" wrap="none" lIns="0" tIns="0" rIns="0" bIns="0" rtlCol="0">
              <a:spAutoFit/>
            </a:bodyPr>
            <a:lstStyle/>
            <a:p>
              <a:pPr algn="ctr"/>
              <a:r>
                <a:rPr lang="en-US" altLang="zh-CN" sz="740">
                  <a:solidFill>
                    <a:srgbClr val="263746"/>
                  </a:solidFill>
                  <a:latin typeface="Arial" panose="020B0604020202020204" pitchFamily="34" charset="0"/>
                </a:rPr>
                <a:t>Ranked sites (K)</a:t>
              </a:r>
              <a:endParaRPr lang="zh-CN" altLang="en-US" sz="740">
                <a:solidFill>
                  <a:srgbClr val="263746"/>
                </a:solidFill>
                <a:latin typeface="Arial" panose="020B0604020202020204" pitchFamily="34" charset="0"/>
              </a:endParaRPr>
            </a:p>
          </p:txBody>
        </p:sp>
        <p:cxnSp>
          <p:nvCxnSpPr>
            <p:cNvPr id="287" name="直接连接符 286">
              <a:extLst>
                <a:ext uri="{FF2B5EF4-FFF2-40B4-BE49-F238E27FC236}">
                  <a16:creationId xmlns:a16="http://schemas.microsoft.com/office/drawing/2014/main" id="{823B1D19-AD14-7E4F-034C-AF4AE752ADA5}"/>
                </a:ext>
              </a:extLst>
            </p:cNvPr>
            <p:cNvCxnSpPr/>
            <p:nvPr/>
          </p:nvCxnSpPr>
          <p:spPr>
            <a:xfrm flipV="1">
              <a:off x="889000" y="4406735"/>
              <a:ext cx="406400" cy="65149"/>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88" name="直接连接符 287">
              <a:extLst>
                <a:ext uri="{FF2B5EF4-FFF2-40B4-BE49-F238E27FC236}">
                  <a16:creationId xmlns:a16="http://schemas.microsoft.com/office/drawing/2014/main" id="{77E366CF-870B-8CD6-02D9-085673310AA4}"/>
                </a:ext>
              </a:extLst>
            </p:cNvPr>
            <p:cNvCxnSpPr/>
            <p:nvPr/>
          </p:nvCxnSpPr>
          <p:spPr>
            <a:xfrm flipV="1">
              <a:off x="1295400" y="4354616"/>
              <a:ext cx="406400" cy="52119"/>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89" name="直接连接符 288">
              <a:extLst>
                <a:ext uri="{FF2B5EF4-FFF2-40B4-BE49-F238E27FC236}">
                  <a16:creationId xmlns:a16="http://schemas.microsoft.com/office/drawing/2014/main" id="{B3FC31D3-4DE8-A5A3-D877-9A7BF64D0CE0}"/>
                </a:ext>
              </a:extLst>
            </p:cNvPr>
            <p:cNvCxnSpPr/>
            <p:nvPr/>
          </p:nvCxnSpPr>
          <p:spPr>
            <a:xfrm flipV="1">
              <a:off x="1701800" y="4341586"/>
              <a:ext cx="406400" cy="1303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90" name="直接连接符 289">
              <a:extLst>
                <a:ext uri="{FF2B5EF4-FFF2-40B4-BE49-F238E27FC236}">
                  <a16:creationId xmlns:a16="http://schemas.microsoft.com/office/drawing/2014/main" id="{8834C5A4-BE4F-CDC8-E74C-94A4EB45C1BF}"/>
                </a:ext>
              </a:extLst>
            </p:cNvPr>
            <p:cNvCxnSpPr/>
            <p:nvPr/>
          </p:nvCxnSpPr>
          <p:spPr>
            <a:xfrm>
              <a:off x="2108200" y="4341586"/>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91" name="直接连接符 290">
              <a:extLst>
                <a:ext uri="{FF2B5EF4-FFF2-40B4-BE49-F238E27FC236}">
                  <a16:creationId xmlns:a16="http://schemas.microsoft.com/office/drawing/2014/main" id="{67566959-1DE3-E8FB-F20C-7E4C4B6EFC77}"/>
                </a:ext>
              </a:extLst>
            </p:cNvPr>
            <p:cNvCxnSpPr/>
            <p:nvPr/>
          </p:nvCxnSpPr>
          <p:spPr>
            <a:xfrm flipV="1">
              <a:off x="2514600" y="4315526"/>
              <a:ext cx="406400" cy="2606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92" name="直接连接符 291">
              <a:extLst>
                <a:ext uri="{FF2B5EF4-FFF2-40B4-BE49-F238E27FC236}">
                  <a16:creationId xmlns:a16="http://schemas.microsoft.com/office/drawing/2014/main" id="{2F44ADE0-0D19-59AD-0D2E-FD52C4212825}"/>
                </a:ext>
              </a:extLst>
            </p:cNvPr>
            <p:cNvCxnSpPr/>
            <p:nvPr/>
          </p:nvCxnSpPr>
          <p:spPr>
            <a:xfrm>
              <a:off x="2921000" y="4315526"/>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93" name="直接连接符 292">
              <a:extLst>
                <a:ext uri="{FF2B5EF4-FFF2-40B4-BE49-F238E27FC236}">
                  <a16:creationId xmlns:a16="http://schemas.microsoft.com/office/drawing/2014/main" id="{91C30B7A-A288-8C41-91C6-7D8A1950B191}"/>
                </a:ext>
              </a:extLst>
            </p:cNvPr>
            <p:cNvCxnSpPr/>
            <p:nvPr/>
          </p:nvCxnSpPr>
          <p:spPr>
            <a:xfrm>
              <a:off x="3327400" y="4315526"/>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94" name="直接连接符 293">
              <a:extLst>
                <a:ext uri="{FF2B5EF4-FFF2-40B4-BE49-F238E27FC236}">
                  <a16:creationId xmlns:a16="http://schemas.microsoft.com/office/drawing/2014/main" id="{B248BD53-3ED5-5BCB-9288-E6A3296C2554}"/>
                </a:ext>
              </a:extLst>
            </p:cNvPr>
            <p:cNvCxnSpPr/>
            <p:nvPr/>
          </p:nvCxnSpPr>
          <p:spPr>
            <a:xfrm>
              <a:off x="3733800" y="4315526"/>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0EF33F3B-50FB-933B-EC56-4C2E62791D15}"/>
                </a:ext>
              </a:extLst>
            </p:cNvPr>
            <p:cNvCxnSpPr/>
            <p:nvPr/>
          </p:nvCxnSpPr>
          <p:spPr>
            <a:xfrm>
              <a:off x="4140200" y="4315526"/>
              <a:ext cx="4064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sp>
          <p:nvSpPr>
            <p:cNvPr id="296" name="椭圆 295">
              <a:extLst>
                <a:ext uri="{FF2B5EF4-FFF2-40B4-BE49-F238E27FC236}">
                  <a16:creationId xmlns:a16="http://schemas.microsoft.com/office/drawing/2014/main" id="{91B7D54A-C967-AC97-C1F0-3C98A640379F}"/>
                </a:ext>
              </a:extLst>
            </p:cNvPr>
            <p:cNvSpPr/>
            <p:nvPr/>
          </p:nvSpPr>
          <p:spPr>
            <a:xfrm>
              <a:off x="866775" y="4449659"/>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7" name="椭圆 296">
              <a:extLst>
                <a:ext uri="{FF2B5EF4-FFF2-40B4-BE49-F238E27FC236}">
                  <a16:creationId xmlns:a16="http://schemas.microsoft.com/office/drawing/2014/main" id="{2D6B407A-6A02-0139-421C-80CCC0596AF2}"/>
                </a:ext>
              </a:extLst>
            </p:cNvPr>
            <p:cNvSpPr/>
            <p:nvPr/>
          </p:nvSpPr>
          <p:spPr>
            <a:xfrm>
              <a:off x="1273175" y="4384510"/>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8" name="椭圆 297">
              <a:extLst>
                <a:ext uri="{FF2B5EF4-FFF2-40B4-BE49-F238E27FC236}">
                  <a16:creationId xmlns:a16="http://schemas.microsoft.com/office/drawing/2014/main" id="{17E0C380-804B-BCF9-9753-A539AB9DD13F}"/>
                </a:ext>
              </a:extLst>
            </p:cNvPr>
            <p:cNvSpPr/>
            <p:nvPr/>
          </p:nvSpPr>
          <p:spPr>
            <a:xfrm>
              <a:off x="1679575" y="433239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9" name="椭圆 298">
              <a:extLst>
                <a:ext uri="{FF2B5EF4-FFF2-40B4-BE49-F238E27FC236}">
                  <a16:creationId xmlns:a16="http://schemas.microsoft.com/office/drawing/2014/main" id="{5EBEB312-74C4-FF58-587D-3D1408040B10}"/>
                </a:ext>
              </a:extLst>
            </p:cNvPr>
            <p:cNvSpPr/>
            <p:nvPr/>
          </p:nvSpPr>
          <p:spPr>
            <a:xfrm>
              <a:off x="2085975" y="431936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0" name="椭圆 299">
              <a:extLst>
                <a:ext uri="{FF2B5EF4-FFF2-40B4-BE49-F238E27FC236}">
                  <a16:creationId xmlns:a16="http://schemas.microsoft.com/office/drawing/2014/main" id="{617DC925-4116-1B35-3863-5DB1A003BA2A}"/>
                </a:ext>
              </a:extLst>
            </p:cNvPr>
            <p:cNvSpPr/>
            <p:nvPr/>
          </p:nvSpPr>
          <p:spPr>
            <a:xfrm>
              <a:off x="2492375" y="431936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1" name="椭圆 300">
              <a:extLst>
                <a:ext uri="{FF2B5EF4-FFF2-40B4-BE49-F238E27FC236}">
                  <a16:creationId xmlns:a16="http://schemas.microsoft.com/office/drawing/2014/main" id="{5E44318B-5575-ABC2-9E6A-971F2662CA35}"/>
                </a:ext>
              </a:extLst>
            </p:cNvPr>
            <p:cNvSpPr/>
            <p:nvPr/>
          </p:nvSpPr>
          <p:spPr>
            <a:xfrm>
              <a:off x="2898775" y="429330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2" name="椭圆 301">
              <a:extLst>
                <a:ext uri="{FF2B5EF4-FFF2-40B4-BE49-F238E27FC236}">
                  <a16:creationId xmlns:a16="http://schemas.microsoft.com/office/drawing/2014/main" id="{4A2ACD17-81DA-EAA5-25B6-427C1A327A53}"/>
                </a:ext>
              </a:extLst>
            </p:cNvPr>
            <p:cNvSpPr/>
            <p:nvPr/>
          </p:nvSpPr>
          <p:spPr>
            <a:xfrm>
              <a:off x="3305175" y="429330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3" name="椭圆 302">
              <a:extLst>
                <a:ext uri="{FF2B5EF4-FFF2-40B4-BE49-F238E27FC236}">
                  <a16:creationId xmlns:a16="http://schemas.microsoft.com/office/drawing/2014/main" id="{683B7177-8C4C-B27C-9D93-3B2285068119}"/>
                </a:ext>
              </a:extLst>
            </p:cNvPr>
            <p:cNvSpPr/>
            <p:nvPr/>
          </p:nvSpPr>
          <p:spPr>
            <a:xfrm>
              <a:off x="3711575" y="429330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椭圆 303">
              <a:extLst>
                <a:ext uri="{FF2B5EF4-FFF2-40B4-BE49-F238E27FC236}">
                  <a16:creationId xmlns:a16="http://schemas.microsoft.com/office/drawing/2014/main" id="{1842F74A-5FFA-42BD-61A9-091403DEC25D}"/>
                </a:ext>
              </a:extLst>
            </p:cNvPr>
            <p:cNvSpPr/>
            <p:nvPr/>
          </p:nvSpPr>
          <p:spPr>
            <a:xfrm>
              <a:off x="4117975" y="429330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5" name="椭圆 304">
              <a:extLst>
                <a:ext uri="{FF2B5EF4-FFF2-40B4-BE49-F238E27FC236}">
                  <a16:creationId xmlns:a16="http://schemas.microsoft.com/office/drawing/2014/main" id="{DCA94DA8-A804-852E-5AB1-E2488139DDB9}"/>
                </a:ext>
              </a:extLst>
            </p:cNvPr>
            <p:cNvSpPr/>
            <p:nvPr/>
          </p:nvSpPr>
          <p:spPr>
            <a:xfrm>
              <a:off x="4524375" y="4293301"/>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6" name="直接连接符 305">
              <a:extLst>
                <a:ext uri="{FF2B5EF4-FFF2-40B4-BE49-F238E27FC236}">
                  <a16:creationId xmlns:a16="http://schemas.microsoft.com/office/drawing/2014/main" id="{B6C40FB2-4698-28C8-E326-556DABB43E1A}"/>
                </a:ext>
              </a:extLst>
            </p:cNvPr>
            <p:cNvCxnSpPr/>
            <p:nvPr/>
          </p:nvCxnSpPr>
          <p:spPr>
            <a:xfrm flipV="1">
              <a:off x="889000" y="4341586"/>
              <a:ext cx="406400" cy="39089"/>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307" name="直接连接符 306">
              <a:extLst>
                <a:ext uri="{FF2B5EF4-FFF2-40B4-BE49-F238E27FC236}">
                  <a16:creationId xmlns:a16="http://schemas.microsoft.com/office/drawing/2014/main" id="{1B6A8F97-5D44-C192-1A18-0D29FDA08991}"/>
                </a:ext>
              </a:extLst>
            </p:cNvPr>
            <p:cNvCxnSpPr/>
            <p:nvPr/>
          </p:nvCxnSpPr>
          <p:spPr>
            <a:xfrm flipV="1">
              <a:off x="1295400" y="4289466"/>
              <a:ext cx="406400" cy="5212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308" name="直接连接符 307">
              <a:extLst>
                <a:ext uri="{FF2B5EF4-FFF2-40B4-BE49-F238E27FC236}">
                  <a16:creationId xmlns:a16="http://schemas.microsoft.com/office/drawing/2014/main" id="{AD4DA372-4158-4B41-F4F6-0EF949B90870}"/>
                </a:ext>
              </a:extLst>
            </p:cNvPr>
            <p:cNvCxnSpPr/>
            <p:nvPr/>
          </p:nvCxnSpPr>
          <p:spPr>
            <a:xfrm flipV="1">
              <a:off x="1701800" y="4263406"/>
              <a:ext cx="406400" cy="2606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309" name="直接连接符 308">
              <a:extLst>
                <a:ext uri="{FF2B5EF4-FFF2-40B4-BE49-F238E27FC236}">
                  <a16:creationId xmlns:a16="http://schemas.microsoft.com/office/drawing/2014/main" id="{79F59A5A-758B-E3BA-3034-07651A782C57}"/>
                </a:ext>
              </a:extLst>
            </p:cNvPr>
            <p:cNvCxnSpPr/>
            <p:nvPr/>
          </p:nvCxnSpPr>
          <p:spPr>
            <a:xfrm>
              <a:off x="2108200" y="4263406"/>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310" name="直接连接符 309">
              <a:extLst>
                <a:ext uri="{FF2B5EF4-FFF2-40B4-BE49-F238E27FC236}">
                  <a16:creationId xmlns:a16="http://schemas.microsoft.com/office/drawing/2014/main" id="{CDFEF149-CF1E-4182-CB4B-9DD03D6DDA34}"/>
                </a:ext>
              </a:extLst>
            </p:cNvPr>
            <p:cNvCxnSpPr/>
            <p:nvPr/>
          </p:nvCxnSpPr>
          <p:spPr>
            <a:xfrm flipV="1">
              <a:off x="2514600" y="4237347"/>
              <a:ext cx="406400" cy="26059"/>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311" name="直接连接符 310">
              <a:extLst>
                <a:ext uri="{FF2B5EF4-FFF2-40B4-BE49-F238E27FC236}">
                  <a16:creationId xmlns:a16="http://schemas.microsoft.com/office/drawing/2014/main" id="{36EE7DAB-F5CC-EC9A-7F73-62BEDD7B0ACD}"/>
                </a:ext>
              </a:extLst>
            </p:cNvPr>
            <p:cNvCxnSpPr/>
            <p:nvPr/>
          </p:nvCxnSpPr>
          <p:spPr>
            <a:xfrm>
              <a:off x="2921000" y="423734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312" name="直接连接符 311">
              <a:extLst>
                <a:ext uri="{FF2B5EF4-FFF2-40B4-BE49-F238E27FC236}">
                  <a16:creationId xmlns:a16="http://schemas.microsoft.com/office/drawing/2014/main" id="{14140014-07E1-B957-A3B2-58FF383E31CE}"/>
                </a:ext>
              </a:extLst>
            </p:cNvPr>
            <p:cNvCxnSpPr/>
            <p:nvPr/>
          </p:nvCxnSpPr>
          <p:spPr>
            <a:xfrm>
              <a:off x="3327400" y="423734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2781372F-1434-2C9B-2964-63A1ADA98EA0}"/>
                </a:ext>
              </a:extLst>
            </p:cNvPr>
            <p:cNvCxnSpPr/>
            <p:nvPr/>
          </p:nvCxnSpPr>
          <p:spPr>
            <a:xfrm>
              <a:off x="3733800" y="423734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cxnSp>
          <p:nvCxnSpPr>
            <p:cNvPr id="314" name="直接连接符 313">
              <a:extLst>
                <a:ext uri="{FF2B5EF4-FFF2-40B4-BE49-F238E27FC236}">
                  <a16:creationId xmlns:a16="http://schemas.microsoft.com/office/drawing/2014/main" id="{434B4C6C-8638-96F4-98B7-09AAF81AFEBD}"/>
                </a:ext>
              </a:extLst>
            </p:cNvPr>
            <p:cNvCxnSpPr/>
            <p:nvPr/>
          </p:nvCxnSpPr>
          <p:spPr>
            <a:xfrm>
              <a:off x="4140200" y="4237347"/>
              <a:ext cx="4064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sp>
          <p:nvSpPr>
            <p:cNvPr id="315" name="椭圆 314">
              <a:extLst>
                <a:ext uri="{FF2B5EF4-FFF2-40B4-BE49-F238E27FC236}">
                  <a16:creationId xmlns:a16="http://schemas.microsoft.com/office/drawing/2014/main" id="{2CFDCF50-1309-DA9B-F427-A5BF5131C7C2}"/>
                </a:ext>
              </a:extLst>
            </p:cNvPr>
            <p:cNvSpPr/>
            <p:nvPr/>
          </p:nvSpPr>
          <p:spPr>
            <a:xfrm>
              <a:off x="866775" y="4358450"/>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6" name="椭圆 315">
              <a:extLst>
                <a:ext uri="{FF2B5EF4-FFF2-40B4-BE49-F238E27FC236}">
                  <a16:creationId xmlns:a16="http://schemas.microsoft.com/office/drawing/2014/main" id="{5ADF31E4-F5D6-C1C5-8DCC-7CF800029F19}"/>
                </a:ext>
              </a:extLst>
            </p:cNvPr>
            <p:cNvSpPr/>
            <p:nvPr/>
          </p:nvSpPr>
          <p:spPr>
            <a:xfrm>
              <a:off x="1273175" y="4319361"/>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 name="椭圆 316">
              <a:extLst>
                <a:ext uri="{FF2B5EF4-FFF2-40B4-BE49-F238E27FC236}">
                  <a16:creationId xmlns:a16="http://schemas.microsoft.com/office/drawing/2014/main" id="{A7186BF9-D56C-006C-A146-56FF80116E57}"/>
                </a:ext>
              </a:extLst>
            </p:cNvPr>
            <p:cNvSpPr/>
            <p:nvPr/>
          </p:nvSpPr>
          <p:spPr>
            <a:xfrm>
              <a:off x="1679575" y="4267241"/>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8" name="椭圆 317">
              <a:extLst>
                <a:ext uri="{FF2B5EF4-FFF2-40B4-BE49-F238E27FC236}">
                  <a16:creationId xmlns:a16="http://schemas.microsoft.com/office/drawing/2014/main" id="{B265E77F-3F99-8253-6510-8198B0CFE2D3}"/>
                </a:ext>
              </a:extLst>
            </p:cNvPr>
            <p:cNvSpPr/>
            <p:nvPr/>
          </p:nvSpPr>
          <p:spPr>
            <a:xfrm>
              <a:off x="2085975" y="4241181"/>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椭圆 318">
              <a:extLst>
                <a:ext uri="{FF2B5EF4-FFF2-40B4-BE49-F238E27FC236}">
                  <a16:creationId xmlns:a16="http://schemas.microsoft.com/office/drawing/2014/main" id="{663636E9-E531-3722-1C32-5C8F548539CA}"/>
                </a:ext>
              </a:extLst>
            </p:cNvPr>
            <p:cNvSpPr/>
            <p:nvPr/>
          </p:nvSpPr>
          <p:spPr>
            <a:xfrm>
              <a:off x="2492375" y="4241181"/>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0" name="椭圆 319">
              <a:extLst>
                <a:ext uri="{FF2B5EF4-FFF2-40B4-BE49-F238E27FC236}">
                  <a16:creationId xmlns:a16="http://schemas.microsoft.com/office/drawing/2014/main" id="{8F0593B3-F56E-782E-3F36-F1A52EF58844}"/>
                </a:ext>
              </a:extLst>
            </p:cNvPr>
            <p:cNvSpPr/>
            <p:nvPr/>
          </p:nvSpPr>
          <p:spPr>
            <a:xfrm>
              <a:off x="2898775" y="421512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1" name="椭圆 320">
              <a:extLst>
                <a:ext uri="{FF2B5EF4-FFF2-40B4-BE49-F238E27FC236}">
                  <a16:creationId xmlns:a16="http://schemas.microsoft.com/office/drawing/2014/main" id="{BF19CD53-FC76-56BB-368C-86B620341E21}"/>
                </a:ext>
              </a:extLst>
            </p:cNvPr>
            <p:cNvSpPr/>
            <p:nvPr/>
          </p:nvSpPr>
          <p:spPr>
            <a:xfrm>
              <a:off x="3305175" y="421512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 name="椭圆 321">
              <a:extLst>
                <a:ext uri="{FF2B5EF4-FFF2-40B4-BE49-F238E27FC236}">
                  <a16:creationId xmlns:a16="http://schemas.microsoft.com/office/drawing/2014/main" id="{480DC7AB-7708-640E-8BC7-9E8760313822}"/>
                </a:ext>
              </a:extLst>
            </p:cNvPr>
            <p:cNvSpPr/>
            <p:nvPr/>
          </p:nvSpPr>
          <p:spPr>
            <a:xfrm>
              <a:off x="3711575" y="421512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3" name="椭圆 322">
              <a:extLst>
                <a:ext uri="{FF2B5EF4-FFF2-40B4-BE49-F238E27FC236}">
                  <a16:creationId xmlns:a16="http://schemas.microsoft.com/office/drawing/2014/main" id="{7CBDE230-995A-CA7A-DF12-24D72876F1A4}"/>
                </a:ext>
              </a:extLst>
            </p:cNvPr>
            <p:cNvSpPr/>
            <p:nvPr/>
          </p:nvSpPr>
          <p:spPr>
            <a:xfrm>
              <a:off x="4117975" y="421512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4" name="椭圆 323">
              <a:extLst>
                <a:ext uri="{FF2B5EF4-FFF2-40B4-BE49-F238E27FC236}">
                  <a16:creationId xmlns:a16="http://schemas.microsoft.com/office/drawing/2014/main" id="{AD0215B1-72FF-6174-B9F3-381607A276E1}"/>
                </a:ext>
              </a:extLst>
            </p:cNvPr>
            <p:cNvSpPr/>
            <p:nvPr/>
          </p:nvSpPr>
          <p:spPr>
            <a:xfrm>
              <a:off x="4524375" y="4215122"/>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5" name="直接连接符 324">
              <a:extLst>
                <a:ext uri="{FF2B5EF4-FFF2-40B4-BE49-F238E27FC236}">
                  <a16:creationId xmlns:a16="http://schemas.microsoft.com/office/drawing/2014/main" id="{B1733927-29D0-73A1-EDB4-1E4D3020EB8A}"/>
                </a:ext>
              </a:extLst>
            </p:cNvPr>
            <p:cNvCxnSpPr/>
            <p:nvPr/>
          </p:nvCxnSpPr>
          <p:spPr>
            <a:xfrm flipV="1">
              <a:off x="889000" y="4328556"/>
              <a:ext cx="406400" cy="52119"/>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326" name="直接连接符 325">
              <a:extLst>
                <a:ext uri="{FF2B5EF4-FFF2-40B4-BE49-F238E27FC236}">
                  <a16:creationId xmlns:a16="http://schemas.microsoft.com/office/drawing/2014/main" id="{E43DE105-AC0C-2EDA-B721-2C830C417F5C}"/>
                </a:ext>
              </a:extLst>
            </p:cNvPr>
            <p:cNvCxnSpPr/>
            <p:nvPr/>
          </p:nvCxnSpPr>
          <p:spPr>
            <a:xfrm flipV="1">
              <a:off x="1295400" y="4263406"/>
              <a:ext cx="406400" cy="6515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327" name="直接连接符 326">
              <a:extLst>
                <a:ext uri="{FF2B5EF4-FFF2-40B4-BE49-F238E27FC236}">
                  <a16:creationId xmlns:a16="http://schemas.microsoft.com/office/drawing/2014/main" id="{EF4DD411-73C8-3A94-AE96-9952DF246B58}"/>
                </a:ext>
              </a:extLst>
            </p:cNvPr>
            <p:cNvCxnSpPr/>
            <p:nvPr/>
          </p:nvCxnSpPr>
          <p:spPr>
            <a:xfrm flipV="1">
              <a:off x="1701800" y="4237347"/>
              <a:ext cx="406400" cy="26059"/>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328" name="直接连接符 327">
              <a:extLst>
                <a:ext uri="{FF2B5EF4-FFF2-40B4-BE49-F238E27FC236}">
                  <a16:creationId xmlns:a16="http://schemas.microsoft.com/office/drawing/2014/main" id="{C79FB7CE-AA08-A3FE-6D15-F4E68238A5DC}"/>
                </a:ext>
              </a:extLst>
            </p:cNvPr>
            <p:cNvCxnSpPr/>
            <p:nvPr/>
          </p:nvCxnSpPr>
          <p:spPr>
            <a:xfrm>
              <a:off x="2108200" y="423734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329" name="直接连接符 328">
              <a:extLst>
                <a:ext uri="{FF2B5EF4-FFF2-40B4-BE49-F238E27FC236}">
                  <a16:creationId xmlns:a16="http://schemas.microsoft.com/office/drawing/2014/main" id="{85EB0D08-88F3-E435-565B-552E12031E89}"/>
                </a:ext>
              </a:extLst>
            </p:cNvPr>
            <p:cNvCxnSpPr/>
            <p:nvPr/>
          </p:nvCxnSpPr>
          <p:spPr>
            <a:xfrm>
              <a:off x="2514600" y="423734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330" name="直接连接符 329">
              <a:extLst>
                <a:ext uri="{FF2B5EF4-FFF2-40B4-BE49-F238E27FC236}">
                  <a16:creationId xmlns:a16="http://schemas.microsoft.com/office/drawing/2014/main" id="{F0D73A1C-51F9-D849-A854-0131EB2C4645}"/>
                </a:ext>
              </a:extLst>
            </p:cNvPr>
            <p:cNvCxnSpPr/>
            <p:nvPr/>
          </p:nvCxnSpPr>
          <p:spPr>
            <a:xfrm>
              <a:off x="2921000" y="423734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331" name="直接连接符 330">
              <a:extLst>
                <a:ext uri="{FF2B5EF4-FFF2-40B4-BE49-F238E27FC236}">
                  <a16:creationId xmlns:a16="http://schemas.microsoft.com/office/drawing/2014/main" id="{70174558-B880-6119-9211-359FE7559410}"/>
                </a:ext>
              </a:extLst>
            </p:cNvPr>
            <p:cNvCxnSpPr/>
            <p:nvPr/>
          </p:nvCxnSpPr>
          <p:spPr>
            <a:xfrm>
              <a:off x="3327400" y="423734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332" name="直接连接符 331">
              <a:extLst>
                <a:ext uri="{FF2B5EF4-FFF2-40B4-BE49-F238E27FC236}">
                  <a16:creationId xmlns:a16="http://schemas.microsoft.com/office/drawing/2014/main" id="{E74ACE2F-6C6D-C190-72F7-24FA16D368D8}"/>
                </a:ext>
              </a:extLst>
            </p:cNvPr>
            <p:cNvCxnSpPr/>
            <p:nvPr/>
          </p:nvCxnSpPr>
          <p:spPr>
            <a:xfrm>
              <a:off x="3733800" y="423734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cxnSp>
          <p:nvCxnSpPr>
            <p:cNvPr id="333" name="直接连接符 332">
              <a:extLst>
                <a:ext uri="{FF2B5EF4-FFF2-40B4-BE49-F238E27FC236}">
                  <a16:creationId xmlns:a16="http://schemas.microsoft.com/office/drawing/2014/main" id="{81A2EE76-4972-476D-F476-5DC339494A8B}"/>
                </a:ext>
              </a:extLst>
            </p:cNvPr>
            <p:cNvCxnSpPr/>
            <p:nvPr/>
          </p:nvCxnSpPr>
          <p:spPr>
            <a:xfrm>
              <a:off x="4140200" y="4237347"/>
              <a:ext cx="4064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sp>
          <p:nvSpPr>
            <p:cNvPr id="334" name="矩形 333">
              <a:extLst>
                <a:ext uri="{FF2B5EF4-FFF2-40B4-BE49-F238E27FC236}">
                  <a16:creationId xmlns:a16="http://schemas.microsoft.com/office/drawing/2014/main" id="{98243F25-8810-45B1-551D-4BF1C14A8377}"/>
                </a:ext>
              </a:extLst>
            </p:cNvPr>
            <p:cNvSpPr/>
            <p:nvPr/>
          </p:nvSpPr>
          <p:spPr>
            <a:xfrm>
              <a:off x="866775" y="4358450"/>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5" name="矩形 334">
              <a:extLst>
                <a:ext uri="{FF2B5EF4-FFF2-40B4-BE49-F238E27FC236}">
                  <a16:creationId xmlns:a16="http://schemas.microsoft.com/office/drawing/2014/main" id="{5692ED59-34D8-A2A9-4A0A-EC88654DBD08}"/>
                </a:ext>
              </a:extLst>
            </p:cNvPr>
            <p:cNvSpPr/>
            <p:nvPr/>
          </p:nvSpPr>
          <p:spPr>
            <a:xfrm>
              <a:off x="1273175" y="4306331"/>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矩形 335">
              <a:extLst>
                <a:ext uri="{FF2B5EF4-FFF2-40B4-BE49-F238E27FC236}">
                  <a16:creationId xmlns:a16="http://schemas.microsoft.com/office/drawing/2014/main" id="{1C21942A-3B55-2EE8-CAD9-5B3FE6A0B3DC}"/>
                </a:ext>
              </a:extLst>
            </p:cNvPr>
            <p:cNvSpPr/>
            <p:nvPr/>
          </p:nvSpPr>
          <p:spPr>
            <a:xfrm>
              <a:off x="1679575" y="4241181"/>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7" name="矩形 336">
              <a:extLst>
                <a:ext uri="{FF2B5EF4-FFF2-40B4-BE49-F238E27FC236}">
                  <a16:creationId xmlns:a16="http://schemas.microsoft.com/office/drawing/2014/main" id="{076D4D0D-6482-9ADE-06CB-B8E76F905C14}"/>
                </a:ext>
              </a:extLst>
            </p:cNvPr>
            <p:cNvSpPr/>
            <p:nvPr/>
          </p:nvSpPr>
          <p:spPr>
            <a:xfrm>
              <a:off x="2085975" y="421512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 name="矩形 337">
              <a:extLst>
                <a:ext uri="{FF2B5EF4-FFF2-40B4-BE49-F238E27FC236}">
                  <a16:creationId xmlns:a16="http://schemas.microsoft.com/office/drawing/2014/main" id="{B2C15CCF-E064-29F2-6F0D-A04552936533}"/>
                </a:ext>
              </a:extLst>
            </p:cNvPr>
            <p:cNvSpPr/>
            <p:nvPr/>
          </p:nvSpPr>
          <p:spPr>
            <a:xfrm>
              <a:off x="2492375" y="421512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9" name="矩形 338">
              <a:extLst>
                <a:ext uri="{FF2B5EF4-FFF2-40B4-BE49-F238E27FC236}">
                  <a16:creationId xmlns:a16="http://schemas.microsoft.com/office/drawing/2014/main" id="{A07DA9AA-8D0C-9280-E3A5-E8BF41ED001E}"/>
                </a:ext>
              </a:extLst>
            </p:cNvPr>
            <p:cNvSpPr/>
            <p:nvPr/>
          </p:nvSpPr>
          <p:spPr>
            <a:xfrm>
              <a:off x="2898775" y="421512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矩形 339">
              <a:extLst>
                <a:ext uri="{FF2B5EF4-FFF2-40B4-BE49-F238E27FC236}">
                  <a16:creationId xmlns:a16="http://schemas.microsoft.com/office/drawing/2014/main" id="{06CF890A-1FAB-6212-0CD3-1A3F4A0FF88C}"/>
                </a:ext>
              </a:extLst>
            </p:cNvPr>
            <p:cNvSpPr/>
            <p:nvPr/>
          </p:nvSpPr>
          <p:spPr>
            <a:xfrm>
              <a:off x="3305175" y="421512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矩形 340">
              <a:extLst>
                <a:ext uri="{FF2B5EF4-FFF2-40B4-BE49-F238E27FC236}">
                  <a16:creationId xmlns:a16="http://schemas.microsoft.com/office/drawing/2014/main" id="{45BEB88C-1AC3-41CF-3CF1-4E54EB96CA8D}"/>
                </a:ext>
              </a:extLst>
            </p:cNvPr>
            <p:cNvSpPr/>
            <p:nvPr/>
          </p:nvSpPr>
          <p:spPr>
            <a:xfrm>
              <a:off x="3711575" y="421512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2" name="矩形 341">
              <a:extLst>
                <a:ext uri="{FF2B5EF4-FFF2-40B4-BE49-F238E27FC236}">
                  <a16:creationId xmlns:a16="http://schemas.microsoft.com/office/drawing/2014/main" id="{FC0ECA03-CCC7-116A-60AB-CA03D2E23B0C}"/>
                </a:ext>
              </a:extLst>
            </p:cNvPr>
            <p:cNvSpPr/>
            <p:nvPr/>
          </p:nvSpPr>
          <p:spPr>
            <a:xfrm>
              <a:off x="4117975" y="421512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3" name="矩形 342">
              <a:extLst>
                <a:ext uri="{FF2B5EF4-FFF2-40B4-BE49-F238E27FC236}">
                  <a16:creationId xmlns:a16="http://schemas.microsoft.com/office/drawing/2014/main" id="{21D4CD26-B72B-817B-CFAB-1588A7179A6B}"/>
                </a:ext>
              </a:extLst>
            </p:cNvPr>
            <p:cNvSpPr/>
            <p:nvPr/>
          </p:nvSpPr>
          <p:spPr>
            <a:xfrm>
              <a:off x="4524375" y="4215122"/>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4" name="直接连接符 343">
              <a:extLst>
                <a:ext uri="{FF2B5EF4-FFF2-40B4-BE49-F238E27FC236}">
                  <a16:creationId xmlns:a16="http://schemas.microsoft.com/office/drawing/2014/main" id="{1DD80160-4FFB-23C5-0559-5BD45DE0D380}"/>
                </a:ext>
              </a:extLst>
            </p:cNvPr>
            <p:cNvCxnSpPr/>
            <p:nvPr/>
          </p:nvCxnSpPr>
          <p:spPr>
            <a:xfrm flipV="1">
              <a:off x="889000" y="4250377"/>
              <a:ext cx="406400" cy="65149"/>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345" name="直接连接符 344">
              <a:extLst>
                <a:ext uri="{FF2B5EF4-FFF2-40B4-BE49-F238E27FC236}">
                  <a16:creationId xmlns:a16="http://schemas.microsoft.com/office/drawing/2014/main" id="{536A7791-17FE-BDA1-A022-189401BD7F7E}"/>
                </a:ext>
              </a:extLst>
            </p:cNvPr>
            <p:cNvCxnSpPr/>
            <p:nvPr/>
          </p:nvCxnSpPr>
          <p:spPr>
            <a:xfrm flipV="1">
              <a:off x="1295400" y="4159167"/>
              <a:ext cx="406400" cy="9121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346" name="直接连接符 345">
              <a:extLst>
                <a:ext uri="{FF2B5EF4-FFF2-40B4-BE49-F238E27FC236}">
                  <a16:creationId xmlns:a16="http://schemas.microsoft.com/office/drawing/2014/main" id="{D545957D-D5BC-6DC5-9B03-A706675D7C26}"/>
                </a:ext>
              </a:extLst>
            </p:cNvPr>
            <p:cNvCxnSpPr/>
            <p:nvPr/>
          </p:nvCxnSpPr>
          <p:spPr>
            <a:xfrm>
              <a:off x="1701800" y="41591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347" name="直接连接符 346">
              <a:extLst>
                <a:ext uri="{FF2B5EF4-FFF2-40B4-BE49-F238E27FC236}">
                  <a16:creationId xmlns:a16="http://schemas.microsoft.com/office/drawing/2014/main" id="{DBE1A1FE-F816-CAC2-FF6A-70F67661EADF}"/>
                </a:ext>
              </a:extLst>
            </p:cNvPr>
            <p:cNvCxnSpPr/>
            <p:nvPr/>
          </p:nvCxnSpPr>
          <p:spPr>
            <a:xfrm>
              <a:off x="2108200" y="41591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348" name="直接连接符 347">
              <a:extLst>
                <a:ext uri="{FF2B5EF4-FFF2-40B4-BE49-F238E27FC236}">
                  <a16:creationId xmlns:a16="http://schemas.microsoft.com/office/drawing/2014/main" id="{8D26A865-6144-C59E-7599-64B7CAC2B194}"/>
                </a:ext>
              </a:extLst>
            </p:cNvPr>
            <p:cNvCxnSpPr/>
            <p:nvPr/>
          </p:nvCxnSpPr>
          <p:spPr>
            <a:xfrm>
              <a:off x="2514600" y="41591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349" name="直接连接符 348">
              <a:extLst>
                <a:ext uri="{FF2B5EF4-FFF2-40B4-BE49-F238E27FC236}">
                  <a16:creationId xmlns:a16="http://schemas.microsoft.com/office/drawing/2014/main" id="{0607C046-BDB9-2268-AD3A-04994F2E5A82}"/>
                </a:ext>
              </a:extLst>
            </p:cNvPr>
            <p:cNvCxnSpPr/>
            <p:nvPr/>
          </p:nvCxnSpPr>
          <p:spPr>
            <a:xfrm>
              <a:off x="2921000" y="41591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350" name="直接连接符 349">
              <a:extLst>
                <a:ext uri="{FF2B5EF4-FFF2-40B4-BE49-F238E27FC236}">
                  <a16:creationId xmlns:a16="http://schemas.microsoft.com/office/drawing/2014/main" id="{471DF483-7D1D-5726-1994-918FF426A12A}"/>
                </a:ext>
              </a:extLst>
            </p:cNvPr>
            <p:cNvCxnSpPr/>
            <p:nvPr/>
          </p:nvCxnSpPr>
          <p:spPr>
            <a:xfrm>
              <a:off x="3327400" y="41591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351" name="直接连接符 350">
              <a:extLst>
                <a:ext uri="{FF2B5EF4-FFF2-40B4-BE49-F238E27FC236}">
                  <a16:creationId xmlns:a16="http://schemas.microsoft.com/office/drawing/2014/main" id="{3C057AE6-AED3-075C-9651-DEBC5EEE05B9}"/>
                </a:ext>
              </a:extLst>
            </p:cNvPr>
            <p:cNvCxnSpPr/>
            <p:nvPr/>
          </p:nvCxnSpPr>
          <p:spPr>
            <a:xfrm>
              <a:off x="3733800" y="41591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cxnSp>
          <p:nvCxnSpPr>
            <p:cNvPr id="352" name="直接连接符 351">
              <a:extLst>
                <a:ext uri="{FF2B5EF4-FFF2-40B4-BE49-F238E27FC236}">
                  <a16:creationId xmlns:a16="http://schemas.microsoft.com/office/drawing/2014/main" id="{C2D0F4F9-2F91-8DDF-4814-9F2E11B283A7}"/>
                </a:ext>
              </a:extLst>
            </p:cNvPr>
            <p:cNvCxnSpPr/>
            <p:nvPr/>
          </p:nvCxnSpPr>
          <p:spPr>
            <a:xfrm>
              <a:off x="4140200" y="4159167"/>
              <a:ext cx="4064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sp>
          <p:nvSpPr>
            <p:cNvPr id="353" name="矩形 352">
              <a:extLst>
                <a:ext uri="{FF2B5EF4-FFF2-40B4-BE49-F238E27FC236}">
                  <a16:creationId xmlns:a16="http://schemas.microsoft.com/office/drawing/2014/main" id="{0980FDE6-39AE-7AF0-8249-A851EA236F3E}"/>
                </a:ext>
              </a:extLst>
            </p:cNvPr>
            <p:cNvSpPr/>
            <p:nvPr/>
          </p:nvSpPr>
          <p:spPr>
            <a:xfrm>
              <a:off x="866775" y="4293301"/>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4" name="矩形 353">
              <a:extLst>
                <a:ext uri="{FF2B5EF4-FFF2-40B4-BE49-F238E27FC236}">
                  <a16:creationId xmlns:a16="http://schemas.microsoft.com/office/drawing/2014/main" id="{6958F510-FFF1-7BF9-2E6F-B8F5200D90B9}"/>
                </a:ext>
              </a:extLst>
            </p:cNvPr>
            <p:cNvSpPr/>
            <p:nvPr/>
          </p:nvSpPr>
          <p:spPr>
            <a:xfrm>
              <a:off x="1273175" y="422815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5" name="矩形 354">
              <a:extLst>
                <a:ext uri="{FF2B5EF4-FFF2-40B4-BE49-F238E27FC236}">
                  <a16:creationId xmlns:a16="http://schemas.microsoft.com/office/drawing/2014/main" id="{675DF5C4-6466-71FD-2C4D-C66AEA91414D}"/>
                </a:ext>
              </a:extLst>
            </p:cNvPr>
            <p:cNvSpPr/>
            <p:nvPr/>
          </p:nvSpPr>
          <p:spPr>
            <a:xfrm>
              <a:off x="1679575" y="41369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矩形 355">
              <a:extLst>
                <a:ext uri="{FF2B5EF4-FFF2-40B4-BE49-F238E27FC236}">
                  <a16:creationId xmlns:a16="http://schemas.microsoft.com/office/drawing/2014/main" id="{944C6DA3-1870-53CD-C041-773894358583}"/>
                </a:ext>
              </a:extLst>
            </p:cNvPr>
            <p:cNvSpPr/>
            <p:nvPr/>
          </p:nvSpPr>
          <p:spPr>
            <a:xfrm>
              <a:off x="2085975" y="41369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7" name="矩形 356">
              <a:extLst>
                <a:ext uri="{FF2B5EF4-FFF2-40B4-BE49-F238E27FC236}">
                  <a16:creationId xmlns:a16="http://schemas.microsoft.com/office/drawing/2014/main" id="{74D09F27-C8F3-889C-8928-4FEC144BB257}"/>
                </a:ext>
              </a:extLst>
            </p:cNvPr>
            <p:cNvSpPr/>
            <p:nvPr/>
          </p:nvSpPr>
          <p:spPr>
            <a:xfrm>
              <a:off x="2492375" y="41369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8" name="矩形 357">
              <a:extLst>
                <a:ext uri="{FF2B5EF4-FFF2-40B4-BE49-F238E27FC236}">
                  <a16:creationId xmlns:a16="http://schemas.microsoft.com/office/drawing/2014/main" id="{E0BDE2A8-50BE-B55F-F34C-868BB2EBF373}"/>
                </a:ext>
              </a:extLst>
            </p:cNvPr>
            <p:cNvSpPr/>
            <p:nvPr/>
          </p:nvSpPr>
          <p:spPr>
            <a:xfrm>
              <a:off x="2898775" y="41369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9" name="矩形 358">
              <a:extLst>
                <a:ext uri="{FF2B5EF4-FFF2-40B4-BE49-F238E27FC236}">
                  <a16:creationId xmlns:a16="http://schemas.microsoft.com/office/drawing/2014/main" id="{BDEB3778-BCE0-477A-9E32-CD79259C2C1E}"/>
                </a:ext>
              </a:extLst>
            </p:cNvPr>
            <p:cNvSpPr/>
            <p:nvPr/>
          </p:nvSpPr>
          <p:spPr>
            <a:xfrm>
              <a:off x="3305175" y="41369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0" name="矩形 359">
              <a:extLst>
                <a:ext uri="{FF2B5EF4-FFF2-40B4-BE49-F238E27FC236}">
                  <a16:creationId xmlns:a16="http://schemas.microsoft.com/office/drawing/2014/main" id="{88C3591A-24CE-0DA4-0429-660EC03BF8D9}"/>
                </a:ext>
              </a:extLst>
            </p:cNvPr>
            <p:cNvSpPr/>
            <p:nvPr/>
          </p:nvSpPr>
          <p:spPr>
            <a:xfrm>
              <a:off x="3711575" y="41369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1" name="矩形 360">
              <a:extLst>
                <a:ext uri="{FF2B5EF4-FFF2-40B4-BE49-F238E27FC236}">
                  <a16:creationId xmlns:a16="http://schemas.microsoft.com/office/drawing/2014/main" id="{5C3B79B5-D334-CE4A-347D-4D2E56B240F4}"/>
                </a:ext>
              </a:extLst>
            </p:cNvPr>
            <p:cNvSpPr/>
            <p:nvPr/>
          </p:nvSpPr>
          <p:spPr>
            <a:xfrm>
              <a:off x="4117975" y="41369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2" name="矩形 361">
              <a:extLst>
                <a:ext uri="{FF2B5EF4-FFF2-40B4-BE49-F238E27FC236}">
                  <a16:creationId xmlns:a16="http://schemas.microsoft.com/office/drawing/2014/main" id="{CD6368D9-9C24-C91E-1FF9-7FA14CF8A116}"/>
                </a:ext>
              </a:extLst>
            </p:cNvPr>
            <p:cNvSpPr/>
            <p:nvPr/>
          </p:nvSpPr>
          <p:spPr>
            <a:xfrm>
              <a:off x="4524375" y="4136942"/>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3" name="直接连接符 362">
              <a:extLst>
                <a:ext uri="{FF2B5EF4-FFF2-40B4-BE49-F238E27FC236}">
                  <a16:creationId xmlns:a16="http://schemas.microsoft.com/office/drawing/2014/main" id="{3F1C30A8-1225-29F0-7F07-49AB19B9E636}"/>
                </a:ext>
              </a:extLst>
            </p:cNvPr>
            <p:cNvCxnSpPr/>
            <p:nvPr/>
          </p:nvCxnSpPr>
          <p:spPr>
            <a:xfrm>
              <a:off x="4826000" y="4127500"/>
              <a:ext cx="254000" cy="0"/>
            </a:xfrm>
            <a:prstGeom prst="line">
              <a:avLst/>
            </a:prstGeom>
            <a:ln w="20320">
              <a:solidFill>
                <a:srgbClr val="087E83"/>
              </a:solidFill>
            </a:ln>
          </p:spPr>
          <p:style>
            <a:lnRef idx="1">
              <a:schemeClr val="accent1"/>
            </a:lnRef>
            <a:fillRef idx="0">
              <a:schemeClr val="accent1"/>
            </a:fillRef>
            <a:effectRef idx="0">
              <a:schemeClr val="accent1"/>
            </a:effectRef>
            <a:fontRef idx="minor">
              <a:schemeClr val="tx1"/>
            </a:fontRef>
          </p:style>
        </p:cxnSp>
        <p:sp>
          <p:nvSpPr>
            <p:cNvPr id="364" name="椭圆 363">
              <a:extLst>
                <a:ext uri="{FF2B5EF4-FFF2-40B4-BE49-F238E27FC236}">
                  <a16:creationId xmlns:a16="http://schemas.microsoft.com/office/drawing/2014/main" id="{4D5CDF62-55A9-8AB0-8DD0-39CC7C49B1C3}"/>
                </a:ext>
              </a:extLst>
            </p:cNvPr>
            <p:cNvSpPr/>
            <p:nvPr/>
          </p:nvSpPr>
          <p:spPr>
            <a:xfrm>
              <a:off x="4930775" y="4105275"/>
              <a:ext cx="44450" cy="44450"/>
            </a:xfrm>
            <a:prstGeom prst="ellipse">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5" name="文本框 364">
              <a:extLst>
                <a:ext uri="{FF2B5EF4-FFF2-40B4-BE49-F238E27FC236}">
                  <a16:creationId xmlns:a16="http://schemas.microsoft.com/office/drawing/2014/main" id="{7AD4019B-C126-9279-F92C-AFAAE581B518}"/>
                </a:ext>
              </a:extLst>
            </p:cNvPr>
            <p:cNvSpPr txBox="1"/>
            <p:nvPr/>
          </p:nvSpPr>
          <p:spPr>
            <a:xfrm>
              <a:off x="5168900" y="4051300"/>
              <a:ext cx="55143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Top-1 · &lt;2 Å</a:t>
              </a:r>
              <a:endParaRPr lang="zh-CN" altLang="en-US" sz="770">
                <a:solidFill>
                  <a:srgbClr val="263746"/>
                </a:solidFill>
                <a:latin typeface="Arial" panose="020B0604020202020204" pitchFamily="34" charset="0"/>
              </a:endParaRPr>
            </a:p>
          </p:txBody>
        </p:sp>
        <p:cxnSp>
          <p:nvCxnSpPr>
            <p:cNvPr id="366" name="直接连接符 365">
              <a:extLst>
                <a:ext uri="{FF2B5EF4-FFF2-40B4-BE49-F238E27FC236}">
                  <a16:creationId xmlns:a16="http://schemas.microsoft.com/office/drawing/2014/main" id="{D3486D99-B9CD-50E6-D587-E764D8B462B7}"/>
                </a:ext>
              </a:extLst>
            </p:cNvPr>
            <p:cNvCxnSpPr/>
            <p:nvPr/>
          </p:nvCxnSpPr>
          <p:spPr>
            <a:xfrm>
              <a:off x="4826000" y="4348480"/>
              <a:ext cx="254000" cy="0"/>
            </a:xfrm>
            <a:prstGeom prst="line">
              <a:avLst/>
            </a:prstGeom>
            <a:ln w="20320">
              <a:solidFill>
                <a:srgbClr val="BC762A"/>
              </a:solidFill>
            </a:ln>
          </p:spPr>
          <p:style>
            <a:lnRef idx="1">
              <a:schemeClr val="accent1"/>
            </a:lnRef>
            <a:fillRef idx="0">
              <a:schemeClr val="accent1"/>
            </a:fillRef>
            <a:effectRef idx="0">
              <a:schemeClr val="accent1"/>
            </a:effectRef>
            <a:fontRef idx="minor">
              <a:schemeClr val="tx1"/>
            </a:fontRef>
          </p:style>
        </p:cxnSp>
        <p:sp>
          <p:nvSpPr>
            <p:cNvPr id="367" name="椭圆 366">
              <a:extLst>
                <a:ext uri="{FF2B5EF4-FFF2-40B4-BE49-F238E27FC236}">
                  <a16:creationId xmlns:a16="http://schemas.microsoft.com/office/drawing/2014/main" id="{36674EC8-EAA5-2A4A-C081-1FA33CCE0ED4}"/>
                </a:ext>
              </a:extLst>
            </p:cNvPr>
            <p:cNvSpPr/>
            <p:nvPr/>
          </p:nvSpPr>
          <p:spPr>
            <a:xfrm>
              <a:off x="4930775" y="4326255"/>
              <a:ext cx="44450" cy="44450"/>
            </a:xfrm>
            <a:prstGeom prst="ellipse">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8" name="文本框 367">
              <a:extLst>
                <a:ext uri="{FF2B5EF4-FFF2-40B4-BE49-F238E27FC236}">
                  <a16:creationId xmlns:a16="http://schemas.microsoft.com/office/drawing/2014/main" id="{BBA8EE8C-CDB6-15B5-883A-0F2BB1185362}"/>
                </a:ext>
              </a:extLst>
            </p:cNvPr>
            <p:cNvSpPr txBox="1"/>
            <p:nvPr/>
          </p:nvSpPr>
          <p:spPr>
            <a:xfrm>
              <a:off x="5168900" y="4272280"/>
              <a:ext cx="55143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Top-1 · &lt;3 Å</a:t>
              </a:r>
              <a:endParaRPr lang="zh-CN" altLang="en-US" sz="770">
                <a:solidFill>
                  <a:srgbClr val="263746"/>
                </a:solidFill>
                <a:latin typeface="Arial" panose="020B0604020202020204" pitchFamily="34" charset="0"/>
              </a:endParaRPr>
            </a:p>
          </p:txBody>
        </p:sp>
        <p:cxnSp>
          <p:nvCxnSpPr>
            <p:cNvPr id="369" name="直接连接符 368">
              <a:extLst>
                <a:ext uri="{FF2B5EF4-FFF2-40B4-BE49-F238E27FC236}">
                  <a16:creationId xmlns:a16="http://schemas.microsoft.com/office/drawing/2014/main" id="{48894F32-FD9E-DD64-8C17-2E89C9D7F5F6}"/>
                </a:ext>
              </a:extLst>
            </p:cNvPr>
            <p:cNvCxnSpPr/>
            <p:nvPr/>
          </p:nvCxnSpPr>
          <p:spPr>
            <a:xfrm>
              <a:off x="4826000" y="4569460"/>
              <a:ext cx="254000" cy="0"/>
            </a:xfrm>
            <a:prstGeom prst="line">
              <a:avLst/>
            </a:prstGeom>
            <a:ln w="20320">
              <a:solidFill>
                <a:srgbClr val="087E83"/>
              </a:solidFill>
              <a:prstDash val="dash"/>
            </a:ln>
          </p:spPr>
          <p:style>
            <a:lnRef idx="1">
              <a:schemeClr val="accent1"/>
            </a:lnRef>
            <a:fillRef idx="0">
              <a:schemeClr val="accent1"/>
            </a:fillRef>
            <a:effectRef idx="0">
              <a:schemeClr val="accent1"/>
            </a:effectRef>
            <a:fontRef idx="minor">
              <a:schemeClr val="tx1"/>
            </a:fontRef>
          </p:style>
        </p:cxnSp>
        <p:sp>
          <p:nvSpPr>
            <p:cNvPr id="370" name="矩形 369">
              <a:extLst>
                <a:ext uri="{FF2B5EF4-FFF2-40B4-BE49-F238E27FC236}">
                  <a16:creationId xmlns:a16="http://schemas.microsoft.com/office/drawing/2014/main" id="{933E4180-32EE-B1EE-885B-C75D160899F9}"/>
                </a:ext>
              </a:extLst>
            </p:cNvPr>
            <p:cNvSpPr/>
            <p:nvPr/>
          </p:nvSpPr>
          <p:spPr>
            <a:xfrm>
              <a:off x="4930775" y="4547235"/>
              <a:ext cx="44450" cy="44450"/>
            </a:xfrm>
            <a:prstGeom prst="rect">
              <a:avLst/>
            </a:prstGeom>
            <a:solidFill>
              <a:srgbClr val="087E83"/>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1" name="文本框 370">
              <a:extLst>
                <a:ext uri="{FF2B5EF4-FFF2-40B4-BE49-F238E27FC236}">
                  <a16:creationId xmlns:a16="http://schemas.microsoft.com/office/drawing/2014/main" id="{8DBA8322-2908-A231-8837-E66CCD7FC98D}"/>
                </a:ext>
              </a:extLst>
            </p:cNvPr>
            <p:cNvSpPr txBox="1"/>
            <p:nvPr/>
          </p:nvSpPr>
          <p:spPr>
            <a:xfrm>
              <a:off x="5168900" y="4493260"/>
              <a:ext cx="74860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Best-of-50 · &lt;2 Å</a:t>
              </a:r>
              <a:endParaRPr lang="zh-CN" altLang="en-US" sz="770">
                <a:solidFill>
                  <a:srgbClr val="263746"/>
                </a:solidFill>
                <a:latin typeface="Arial" panose="020B0604020202020204" pitchFamily="34" charset="0"/>
              </a:endParaRPr>
            </a:p>
          </p:txBody>
        </p:sp>
        <p:cxnSp>
          <p:nvCxnSpPr>
            <p:cNvPr id="372" name="直接连接符 371">
              <a:extLst>
                <a:ext uri="{FF2B5EF4-FFF2-40B4-BE49-F238E27FC236}">
                  <a16:creationId xmlns:a16="http://schemas.microsoft.com/office/drawing/2014/main" id="{8FCF6343-A824-6422-2DAE-19EC24CD2C5A}"/>
                </a:ext>
              </a:extLst>
            </p:cNvPr>
            <p:cNvCxnSpPr/>
            <p:nvPr/>
          </p:nvCxnSpPr>
          <p:spPr>
            <a:xfrm>
              <a:off x="4826000" y="4790440"/>
              <a:ext cx="254000" cy="0"/>
            </a:xfrm>
            <a:prstGeom prst="line">
              <a:avLst/>
            </a:prstGeom>
            <a:ln w="20320">
              <a:solidFill>
                <a:srgbClr val="BC762A"/>
              </a:solidFill>
              <a:prstDash val="dash"/>
            </a:ln>
          </p:spPr>
          <p:style>
            <a:lnRef idx="1">
              <a:schemeClr val="accent1"/>
            </a:lnRef>
            <a:fillRef idx="0">
              <a:schemeClr val="accent1"/>
            </a:fillRef>
            <a:effectRef idx="0">
              <a:schemeClr val="accent1"/>
            </a:effectRef>
            <a:fontRef idx="minor">
              <a:schemeClr val="tx1"/>
            </a:fontRef>
          </p:style>
        </p:cxnSp>
        <p:sp>
          <p:nvSpPr>
            <p:cNvPr id="373" name="矩形 372">
              <a:extLst>
                <a:ext uri="{FF2B5EF4-FFF2-40B4-BE49-F238E27FC236}">
                  <a16:creationId xmlns:a16="http://schemas.microsoft.com/office/drawing/2014/main" id="{724C631A-8734-D726-F7FC-21AC8B7B8FE4}"/>
                </a:ext>
              </a:extLst>
            </p:cNvPr>
            <p:cNvSpPr/>
            <p:nvPr/>
          </p:nvSpPr>
          <p:spPr>
            <a:xfrm>
              <a:off x="4930775" y="4768215"/>
              <a:ext cx="44450" cy="44450"/>
            </a:xfrm>
            <a:prstGeom prst="rect">
              <a:avLst/>
            </a:prstGeom>
            <a:solidFill>
              <a:srgbClr val="BC762A"/>
            </a:solidFill>
            <a:ln w="444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4" name="文本框 373">
              <a:extLst>
                <a:ext uri="{FF2B5EF4-FFF2-40B4-BE49-F238E27FC236}">
                  <a16:creationId xmlns:a16="http://schemas.microsoft.com/office/drawing/2014/main" id="{6DBD773C-3DB2-209D-4E20-CA564E5221DD}"/>
                </a:ext>
              </a:extLst>
            </p:cNvPr>
            <p:cNvSpPr txBox="1"/>
            <p:nvPr/>
          </p:nvSpPr>
          <p:spPr>
            <a:xfrm>
              <a:off x="5168900" y="4714240"/>
              <a:ext cx="748603" cy="118494"/>
            </a:xfrm>
            <a:prstGeom prst="rect">
              <a:avLst/>
            </a:prstGeom>
            <a:noFill/>
          </p:spPr>
          <p:txBody>
            <a:bodyPr vert="horz" wrap="none" lIns="0" tIns="0" rIns="0" bIns="0" rtlCol="0">
              <a:spAutoFit/>
            </a:bodyPr>
            <a:lstStyle/>
            <a:p>
              <a:r>
                <a:rPr lang="en-US" altLang="zh-CN" sz="770">
                  <a:solidFill>
                    <a:srgbClr val="263746"/>
                  </a:solidFill>
                  <a:latin typeface="Arial" panose="020B0604020202020204" pitchFamily="34" charset="0"/>
                </a:rPr>
                <a:t>Best-of-50 · &lt;3 Å</a:t>
              </a:r>
              <a:endParaRPr lang="zh-CN" altLang="en-US" sz="770">
                <a:solidFill>
                  <a:srgbClr val="263746"/>
                </a:solidFill>
                <a:latin typeface="Arial" panose="020B0604020202020204" pitchFamily="34" charset="0"/>
              </a:endParaRPr>
            </a:p>
          </p:txBody>
        </p:sp>
      </p:grpSp>
    </p:spTree>
    <p:extLst>
      <p:ext uri="{BB962C8B-B14F-4D97-AF65-F5344CB8AC3E}">
        <p14:creationId xmlns:p14="http://schemas.microsoft.com/office/powerpoint/2010/main" val="34588202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1195</TotalTime>
  <Words>1973</Words>
  <Application>Microsoft Office PowerPoint</Application>
  <PresentationFormat>自定义</PresentationFormat>
  <Paragraphs>239</Paragraphs>
  <Slides>4</Slides>
  <Notes>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等线</vt:lpstr>
      <vt:lpstr>等线 Light</vt:lpstr>
      <vt:lpstr>Arial</vt:lpstr>
      <vt:lpstr>Office 主题​​</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Hongen Peng</dc:creator>
  <cp:lastModifiedBy>Hongen Peng</cp:lastModifiedBy>
  <cp:revision>42</cp:revision>
  <dcterms:created xsi:type="dcterms:W3CDTF">2026-10-03T10:08:28Z</dcterms:created>
  <dcterms:modified xsi:type="dcterms:W3CDTF">2026-10-20T14:57:57Z</dcterms:modified>
</cp:coreProperties>
</file>